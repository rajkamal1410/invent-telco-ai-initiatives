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7FFFF74B_998F5EA3.xml" ContentType="application/vnd.ms-powerpoint.comment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7FFFF758_18133A60.xml" ContentType="application/vnd.ms-powerpoint.comment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omments/modernComment_7FFFF75F_CF0CDF3A.xml" ContentType="application/vnd.ms-powerpoint.comment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comments/modernComment_7FFFF766_40297D09.xml" ContentType="application/vnd.ms-powerpoint.comment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7.xml" ContentType="application/vnd.openxmlformats-officedocument.presentationml.notesSlide+xml"/>
  <Override PartName="/ppt/comments/modernComment_7FFFF765_F6A8DB89.xml" ContentType="application/vnd.ms-powerpoint.comment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8.xml" ContentType="application/vnd.openxmlformats-officedocument.presentationml.notesSlide+xml"/>
  <Override PartName="/ppt/comments/modernComment_7FFFF767_C8A726D9.xml" ContentType="application/vnd.ms-powerpoint.comments+xml"/>
  <Override PartName="/ppt/notesSlides/notesSlide9.xml" ContentType="application/vnd.openxmlformats-officedocument.presentationml.notesSlide+xml"/>
  <Override PartName="/ppt/comments/modernComment_7FFFF769_D86EB955.xml" ContentType="application/vnd.ms-powerpoint.comments+xml"/>
  <Override PartName="/ppt/notesSlides/notesSlide10.xml" ContentType="application/vnd.openxmlformats-officedocument.presentationml.notesSlide+xml"/>
  <Override PartName="/ppt/comments/modernComment_7FFFF751_E7EA9DB1.xml" ContentType="application/vnd.ms-powerpoint.comments+xml"/>
  <Override PartName="/ppt/notesSlides/notesSlide11.xml" ContentType="application/vnd.openxmlformats-officedocument.presentationml.notesSlide+xml"/>
  <Override PartName="/ppt/comments/modernComment_7FFFF74E_99FF3F39.xml" ContentType="application/vnd.ms-powerpoint.comment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2.xml" ContentType="application/vnd.openxmlformats-officedocument.presentationml.notesSlide+xml"/>
  <Override PartName="/ppt/comments/modernComment_7FFFF74A_E9AAD0CE.xml" ContentType="application/vnd.ms-powerpoint.comment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comments/modernComment_100_0.xml" ContentType="application/vnd.ms-powerpoint.comments+xml"/>
  <Override PartName="/ppt/comments/modernComment_101_0.xml" ContentType="application/vnd.ms-powerpoint.comment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7FFFF744_99FA7254.xml" ContentType="application/vnd.ms-powerpoint.comments+xml"/>
  <Override PartName="/ppt/comments/modernComment_7FFFF74F_15D7B6A5.xml" ContentType="application/vnd.ms-powerpoint.comment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5.xml" ContentType="application/vnd.openxmlformats-officedocument.presentationml.notesSlide+xml"/>
  <Override PartName="/ppt/comments/modernComment_7FFFD795_3199B47C.xml" ContentType="application/vnd.ms-powerpoint.comments+xml"/>
  <Override PartName="/ppt/notesSlides/notesSlide16.xml" ContentType="application/vnd.openxmlformats-officedocument.presentationml.notesSlide+xml"/>
  <Override PartName="/ppt/comments/modernComment_7FFFF750_488F6D5D.xml" ContentType="application/vnd.ms-powerpoint.comment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62" r:id="rId4"/>
  </p:sldMasterIdLst>
  <p:notesMasterIdLst>
    <p:notesMasterId r:id="rId47"/>
  </p:notesMasterIdLst>
  <p:handoutMasterIdLst>
    <p:handoutMasterId r:id="rId48"/>
  </p:handoutMasterIdLst>
  <p:sldIdLst>
    <p:sldId id="2145706640" r:id="rId5"/>
    <p:sldId id="2145706693" r:id="rId6"/>
    <p:sldId id="2145706695" r:id="rId7"/>
    <p:sldId id="2147374989" r:id="rId8"/>
    <p:sldId id="2147374991" r:id="rId9"/>
    <p:sldId id="2147481419" r:id="rId10"/>
    <p:sldId id="2145706696" r:id="rId11"/>
    <p:sldId id="2147481427" r:id="rId12"/>
    <p:sldId id="2147481432" r:id="rId13"/>
    <p:sldId id="2145706689" r:id="rId14"/>
    <p:sldId id="2147481439" r:id="rId15"/>
    <p:sldId id="2147481446" r:id="rId16"/>
    <p:sldId id="2147481445" r:id="rId17"/>
    <p:sldId id="2147481447" r:id="rId18"/>
    <p:sldId id="2147481449" r:id="rId19"/>
    <p:sldId id="2147481425" r:id="rId20"/>
    <p:sldId id="2147481421" r:id="rId21"/>
    <p:sldId id="2147481422" r:id="rId22"/>
    <p:sldId id="2145706697" r:id="rId23"/>
    <p:sldId id="2145706692" r:id="rId24"/>
    <p:sldId id="2147374980" r:id="rId25"/>
    <p:sldId id="2147481418" r:id="rId26"/>
    <p:sldId id="2147374999" r:id="rId27"/>
    <p:sldId id="2147375002" r:id="rId28"/>
    <p:sldId id="2147375001" r:id="rId29"/>
    <p:sldId id="2147375000" r:id="rId30"/>
    <p:sldId id="2147481430" r:id="rId31"/>
    <p:sldId id="2147374983" r:id="rId32"/>
    <p:sldId id="2147374986" r:id="rId33"/>
    <p:sldId id="256" r:id="rId34"/>
    <p:sldId id="257" r:id="rId35"/>
    <p:sldId id="2147481428" r:id="rId36"/>
    <p:sldId id="2147481412" r:id="rId37"/>
    <p:sldId id="2147481423" r:id="rId38"/>
    <p:sldId id="2147481431" r:id="rId39"/>
    <p:sldId id="2147481429" r:id="rId40"/>
    <p:sldId id="2147473301" r:id="rId41"/>
    <p:sldId id="2147481424" r:id="rId42"/>
    <p:sldId id="2147374985" r:id="rId43"/>
    <p:sldId id="2145706687" r:id="rId44"/>
    <p:sldId id="2147374992" r:id="rId45"/>
    <p:sldId id="2145706685" r:id="rId46"/>
  </p:sldIdLst>
  <p:sldSz cx="12192000" cy="6858000"/>
  <p:notesSz cx="6858000" cy="9144000"/>
  <p:embeddedFontLst>
    <p:embeddedFont>
      <p:font typeface="Lato" panose="020F0502020204030203" pitchFamily="34" charset="0"/>
      <p:regular r:id="rId49"/>
      <p:bold r:id="rId50"/>
      <p:italic r:id="rId51"/>
      <p:boldItalic r:id="rId52"/>
    </p:embeddedFont>
    <p:embeddedFont>
      <p:font typeface="Roboto Light" panose="02000000000000000000" pitchFamily="2" charset="0"/>
      <p:regular r:id="rId53"/>
    </p:embeddedFont>
    <p:embeddedFont>
      <p:font typeface="Ubuntu" panose="020B0504030602030204" pitchFamily="34" charset="0"/>
      <p:regular r:id="rId54"/>
      <p:bold r:id="rId55"/>
      <p:italic r:id="rId56"/>
      <p:boldItalic r:id="rId57"/>
    </p:embeddedFont>
    <p:embeddedFont>
      <p:font typeface="Ubuntu Medium" panose="020B0604030602030204" pitchFamily="34" charset="0"/>
      <p:regular r:id="rId58"/>
      <p:italic r:id="rId59"/>
    </p:embeddedFont>
    <p:embeddedFont>
      <p:font typeface="Verdana" panose="020B0604030504040204" pitchFamily="34" charset="0"/>
      <p:regular r:id="rId60"/>
      <p:bold r:id="rId61"/>
      <p:italic r:id="rId62"/>
      <p:boldItalic r:id="rId63"/>
    </p:embeddedFont>
  </p:embeddedFontLst>
  <p:custDataLst>
    <p:tags r:id="rId64"/>
  </p:custData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2352" userDrawn="1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B11914-6597-C954-032C-F293E8B935E8}" name="S Narain, Anuuj" initials="SNA" userId="S::anuuj.s-narain@capgemini.com::807e9eec-1357-4901-ae04-41521a09e7d8" providerId="AD"/>
  <p188:author id="{E9CA1217-3678-D883-76FF-A1F16F6C7E27}" name="de Beauregard, Charlotte" initials="dBC" userId="S::charlotte.debeauregard@capgemini.com::2b32753b-81c4-4c15-ba00-580d416b5668" providerId="AD"/>
  <p188:author id="{19533C2C-AC0B-6D08-935E-832E6C9E68E9}" name="Walanj, Pallavi" initials="WP" userId="S::pallavi.walanj@capgemini.com::de42ffa4-0732-48b7-a996-0dacc32deed5" providerId="AD"/>
  <p188:author id="{3A5D62A9-BB67-8A8C-6578-BAA10F4E52CF}" name="Bhardwaj, Harshit" initials="BH" userId="S::harshit.bhardwaj@capgemini.com::dfc238a0-1108-4643-889d-2bb007777e0e" providerId="AD"/>
  <p188:author id="{6B0476BD-D306-D825-AE5D-36471690F401}" name="Clavin, Carol" initials="CC" userId="S::carol.clavin@capgemini.com::88fd3402-b1f7-4163-8f7a-c56592e3255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  <a:srgbClr val="12ABDB"/>
    <a:srgbClr val="0070AD"/>
    <a:srgbClr val="8085A4"/>
    <a:srgbClr val="FFFFFF"/>
    <a:srgbClr val="005482"/>
    <a:srgbClr val="213F51"/>
    <a:srgbClr val="9900FF"/>
    <a:srgbClr val="336699"/>
    <a:srgbClr val="0E80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87"/>
    <p:restoredTop sz="94699"/>
  </p:normalViewPr>
  <p:slideViewPr>
    <p:cSldViewPr snapToGrid="0">
      <p:cViewPr varScale="1">
        <p:scale>
          <a:sx n="105" d="100"/>
          <a:sy n="105" d="100"/>
        </p:scale>
        <p:origin x="858" y="96"/>
      </p:cViewPr>
      <p:guideLst>
        <p:guide orient="horz" pos="235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63" Type="http://schemas.openxmlformats.org/officeDocument/2006/relationships/font" Target="fonts/font15.fntdata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font" Target="fonts/font13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56" Type="http://schemas.openxmlformats.org/officeDocument/2006/relationships/font" Target="fonts/font8.fntdata"/><Relationship Id="rId64" Type="http://schemas.openxmlformats.org/officeDocument/2006/relationships/tags" Target="tags/tag1.xml"/><Relationship Id="rId69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1.fntdata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font" Target="fonts/font2.fntdata"/><Relationship Id="rId55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y, Subrata" userId="93d6d08e-9b56-4f58-a933-ae82eae12ff2" providerId="ADAL" clId="{E0FBA5B2-EFE2-41E6-938C-D4D2F784B0EF}"/>
    <pc:docChg chg="modSld">
      <pc:chgData name="Roy, Subrata" userId="93d6d08e-9b56-4f58-a933-ae82eae12ff2" providerId="ADAL" clId="{E0FBA5B2-EFE2-41E6-938C-D4D2F784B0EF}" dt="2026-02-25T06:26:45.314" v="0" actId="13926"/>
      <pc:docMkLst>
        <pc:docMk/>
      </pc:docMkLst>
      <pc:sldChg chg="modSp mod">
        <pc:chgData name="Roy, Subrata" userId="93d6d08e-9b56-4f58-a933-ae82eae12ff2" providerId="ADAL" clId="{E0FBA5B2-EFE2-41E6-938C-D4D2F784B0EF}" dt="2026-02-25T06:26:45.314" v="0" actId="13926"/>
        <pc:sldMkLst>
          <pc:docMk/>
          <pc:sldMk cId="3283564994" sldId="2147481427"/>
        </pc:sldMkLst>
        <pc:spChg chg="mod">
          <ac:chgData name="Roy, Subrata" userId="93d6d08e-9b56-4f58-a933-ae82eae12ff2" providerId="ADAL" clId="{E0FBA5B2-EFE2-41E6-938C-D4D2F784B0EF}" dt="2026-02-25T06:26:45.314" v="0" actId="13926"/>
          <ac:spMkLst>
            <pc:docMk/>
            <pc:sldMk cId="3283564994" sldId="2147481427"/>
            <ac:spMk id="11" creationId="{24819836-E945-AD13-4421-BF3EBE9693A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92493674444757E-2"/>
          <c:y val="0.32029765489906548"/>
          <c:w val="0.93815012651110485"/>
          <c:h val="0.398503176669451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National Highways (Length in '000 K.M.)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FY15</c:v>
                </c:pt>
                <c:pt idx="1">
                  <c:v>FY16</c:v>
                </c:pt>
                <c:pt idx="2">
                  <c:v>FY17</c:v>
                </c:pt>
                <c:pt idx="3">
                  <c:v>FY18</c:v>
                </c:pt>
                <c:pt idx="4">
                  <c:v>FY19</c:v>
                </c:pt>
                <c:pt idx="5">
                  <c:v>FY20</c:v>
                </c:pt>
                <c:pt idx="6">
                  <c:v>FY21</c:v>
                </c:pt>
                <c:pt idx="7">
                  <c:v>FY22</c:v>
                </c:pt>
                <c:pt idx="8">
                  <c:v>FY23*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4.4000000000000004</c:v>
                </c:pt>
                <c:pt idx="1">
                  <c:v>6.1</c:v>
                </c:pt>
                <c:pt idx="2">
                  <c:v>8.1999999999999993</c:v>
                </c:pt>
                <c:pt idx="3">
                  <c:v>9.8000000000000007</c:v>
                </c:pt>
                <c:pt idx="4">
                  <c:v>10.8</c:v>
                </c:pt>
                <c:pt idx="5">
                  <c:v>10.199999999999999</c:v>
                </c:pt>
                <c:pt idx="6">
                  <c:v>13.3</c:v>
                </c:pt>
                <c:pt idx="7">
                  <c:v>10.4</c:v>
                </c:pt>
                <c:pt idx="8">
                  <c:v>13.8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17-44B2-839E-D2BB3A2748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4"/>
        <c:overlap val="-11"/>
        <c:axId val="1214791296"/>
        <c:axId val="1214790216"/>
      </c:barChart>
      <c:catAx>
        <c:axId val="121479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4790216"/>
        <c:crosses val="autoZero"/>
        <c:auto val="1"/>
        <c:lblAlgn val="ctr"/>
        <c:lblOffset val="100"/>
        <c:noMultiLvlLbl val="0"/>
      </c:catAx>
      <c:valAx>
        <c:axId val="1214790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14791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23040269357511775"/>
          <c:y val="4.70045516691057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National Highways (Length in '000 K.M.)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4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F17-44B2-839E-D2BB3A27482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F17-44B2-839E-D2BB3A27482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FY11</c:v>
                </c:pt>
                <c:pt idx="1">
                  <c:v>FY17</c:v>
                </c:pt>
                <c:pt idx="2">
                  <c:v>FY20</c:v>
                </c:pt>
                <c:pt idx="3">
                  <c:v>FY22E</c:v>
                </c:pt>
                <c:pt idx="4">
                  <c:v>FY25P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</c:v>
                </c:pt>
                <c:pt idx="1">
                  <c:v>104</c:v>
                </c:pt>
                <c:pt idx="2">
                  <c:v>136</c:v>
                </c:pt>
                <c:pt idx="3">
                  <c:v>141</c:v>
                </c:pt>
                <c:pt idx="4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17-44B2-839E-D2BB3A2748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4"/>
        <c:overlap val="-11"/>
        <c:axId val="1214791296"/>
        <c:axId val="1214790216"/>
      </c:barChart>
      <c:catAx>
        <c:axId val="121479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4790216"/>
        <c:crosses val="autoZero"/>
        <c:auto val="1"/>
        <c:lblAlgn val="ctr"/>
        <c:lblOffset val="100"/>
        <c:noMultiLvlLbl val="0"/>
      </c:catAx>
      <c:valAx>
        <c:axId val="1214790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14791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D795_3199B4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D9F16F-279C-44A0-8D32-ACBD9A7B0785}" authorId="{E9CA1217-3678-D883-76FF-A1F16F6C7E27}" created="2023-09-15T10:00:51.7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2156796" sldId="2147473301"/>
      <ac:spMk id="39" creationId="{AB5093A8-81CF-4E06-A28A-BEE05CBB125D}"/>
      <ac:txMk cp="26" len="238">
        <ac:context len="579" hash="1580375417"/>
      </ac:txMk>
    </ac:txMkLst>
    <p188:pos x="4069148" y="502692"/>
    <p188:replyLst>
      <p188:reply id="{656D4D5F-11A5-40B9-B056-7CC0B741E3DC}" authorId="{E9CA1217-3678-D883-76FF-A1F16F6C7E27}" created="2023-09-15T10:32:30.936">
        <p188:txBody>
          <a:bodyPr/>
          <a:lstStyle/>
          <a:p>
            <a:r>
              <a:rPr lang="en-US"/>
              <a:t>Different from the brief in terms of deliverables where they separated the carpooling and pro market place deliverables</a:t>
            </a:r>
          </a:p>
        </p188:txBody>
      </p188:reply>
      <p188:reply id="{C97730CB-A3B5-4EE8-B92C-C12F7755527F}" authorId="{3A5D62A9-BB67-8A8C-6578-BAA10F4E52CF}" created="2023-09-17T14:25:22.895">
        <p188:txBody>
          <a:bodyPr/>
          <a:lstStyle/>
          <a:p>
            <a:r>
              <a:rPr lang="en-US"/>
              <a:t>Hubs are also cities and are part of 7 cities to be analyzed. We are calling these 3 cities as hubs because majority of the routes (or we can say top bus routes) to different cities/destinations originate for these 3 cities. If its confusing, we can simply say 'Mobility market landscape in 7 identified/target cities…..'</a:t>
            </a:r>
          </a:p>
        </p188:txBody>
      </p188:reply>
    </p188:replyLst>
    <p188:txBody>
      <a:bodyPr/>
      <a:lstStyle/>
      <a:p>
        <a:r>
          <a:rPr lang="en-US"/>
          <a:t>How does the 3 hubs align with the 5 / 7 cities mentioned in the assumptions?</a:t>
        </a:r>
      </a:p>
    </p188:txBody>
  </p188:cm>
</p188:cmLst>
</file>

<file path=ppt/comments/modernComment_7FFFF74A_E9AAD0C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D7DFA8C-A33F-4207-B2E7-29177B59FDDC}" authorId="{E9CA1217-3678-D883-76FF-A1F16F6C7E27}" status="resolved" created="2023-09-15T03:24:21.432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20285902" sldId="2147481418"/>
      <ac:spMk id="123" creationId="{4D8E19E8-37B9-4520-8D80-F98F929B4291}"/>
    </ac:deMkLst>
    <p188:replyLst>
      <p188:reply id="{94E58C0C-6EED-45DC-B7CE-02CF81671A2F}" authorId="{3A5D62A9-BB67-8A8C-6578-BAA10F4E52CF}" created="2023-09-15T05:30:34.684">
        <p188:txBody>
          <a:bodyPr/>
          <a:lstStyle/>
          <a:p>
            <a:r>
              <a:rPr lang="en-US"/>
              <a:t>Yes, the studies available within the subscription of the respective database(s)</a:t>
            </a:r>
          </a:p>
        </p188:txBody>
      </p188:reply>
    </p188:replyLst>
    <p188:txBody>
      <a:bodyPr/>
      <a:lstStyle/>
      <a:p>
        <a:r>
          <a:rPr lang="en-US"/>
          <a:t>Does this include access to paid studies?</a:t>
        </a:r>
      </a:p>
    </p188:txBody>
  </p188:cm>
</p188:cmLst>
</file>

<file path=ppt/comments/modernComment_7FFFF74B_998F5EA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05DDE33-F260-43E4-A6FC-B396905BC72C}" authorId="{E9CA1217-3678-D883-76FF-A1F16F6C7E27}" status="resolved" created="2023-10-23T05:45:50.33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76309923" sldId="2147481419"/>
      <ac:spMk id="18" creationId="{6BCFA690-00F6-CD9F-ECF7-E7AD21AD1E47}"/>
      <ac:txMk cp="0" len="255">
        <ac:context len="287" hash="593644383"/>
      </ac:txMk>
    </ac:txMkLst>
    <p188:pos x="7176439" y="833214"/>
    <p188:replyLst>
      <p188:reply id="{1C99E268-1D36-4C4D-AD5F-E343595860B8}" authorId="{9BB11914-6597-C954-032C-F293E8B935E8}" created="2023-10-25T08:40:20.581">
        <p188:txBody>
          <a:bodyPr/>
          <a:lstStyle/>
          <a:p>
            <a:r>
              <a:rPr lang="en-US"/>
              <a:t>1, 2 look ok</a:t>
            </a:r>
          </a:p>
        </p188:txBody>
      </p188:reply>
      <p188:reply id="{6533F800-6260-4AFB-922D-C8389E12E50C}" authorId="{9BB11914-6597-C954-032C-F293E8B935E8}" created="2023-10-25T08:41:59.161">
        <p188:txBody>
          <a:bodyPr/>
          <a:lstStyle/>
          <a:p>
            <a:r>
              <a:rPr lang="en-US"/>
              <a:t># 3 Assess the acceptability of the concept on key metrics such as likeability, relevance, uniqueness, credibility, intention to use etc.</a:t>
            </a:r>
          </a:p>
        </p188:txBody>
      </p188:reply>
    </p188:replyLst>
    <p188:txBody>
      <a:bodyPr/>
      <a:lstStyle/>
      <a:p>
        <a:r>
          <a:rPr lang="en-US"/>
          <a:t>•	Understand the potential for carpool AND bus in India: 
o	#1 What is our key target: addressable market sizing and profile (i.e. who would consider CPL / Bus with us, vs who would not, and why, what's their current transport mode choice criteria / other brands used etc)
o	#2 Is our current product offer enough, or are they key features missing (and which ones)
o	#3 Which reasons to believe &amp; narrative should we communicate on (incentives etc)</a:t>
        </a:r>
      </a:p>
    </p188:txBody>
  </p188:cm>
</p188:cmLst>
</file>

<file path=ppt/comments/modernComment_7FFFF74E_99FF3F3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8A49C8-D2A3-437C-BE7E-622BE892790C}" authorId="{E9CA1217-3678-D883-76FF-A1F16F6C7E27}" status="resolved" created="2023-09-18T08:12:44.95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83641913" sldId="2147481422"/>
      <ac:spMk id="3" creationId="{5829873E-7868-4938-9506-0424BB976004}"/>
      <ac:txMk cp="30">
        <ac:context len="720" hash="675341735"/>
      </ac:txMk>
    </ac:txMkLst>
    <p188:pos x="2704234" y="677927"/>
    <p188:replyLst>
      <p188:reply id="{9726F41A-2079-4AF1-9F0D-199B86EC699D}" authorId="{3A5D62A9-BB67-8A8C-6578-BAA10F4E52CF}" created="2023-09-18T10:32:08.448">
        <p188:txBody>
          <a:bodyPr/>
          <a:lstStyle/>
          <a:p>
            <a:r>
              <a:rPr lang="en-US"/>
              <a:t>changed</a:t>
            </a:r>
          </a:p>
        </p188:txBody>
      </p188:reply>
    </p188:replyLst>
    <p188:txBody>
      <a:bodyPr/>
      <a:lstStyle/>
      <a:p>
        <a:r>
          <a:rPr lang="en-US"/>
          <a:t>Ride aggregators</a:t>
        </a:r>
      </a:p>
    </p188:txBody>
  </p188:cm>
</p188:cmLst>
</file>

<file path=ppt/comments/modernComment_7FFFF74F_15D7B6A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B9BC3D4-8846-4BA7-BC52-AC474976CE90}" authorId="{E9CA1217-3678-D883-76FF-A1F16F6C7E27}" created="2023-10-19T11:31:54.99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6458533" sldId="2147481423"/>
      <ac:spMk id="10" creationId="{11323156-1D62-2BC9-CDD6-09E5F4F7A598}"/>
      <ac:txMk cp="63" len="112">
        <ac:context len="326" hash="2430262046"/>
      </ac:txMk>
    </ac:txMkLst>
    <p188:pos x="2777787" y="1091734"/>
    <p188:replyLst>
      <p188:reply id="{08C6092B-6DB6-43C6-BC5C-9898CE86B231}" authorId="{E9CA1217-3678-D883-76FF-A1F16F6C7E27}" created="2023-10-19T11:32:23.977">
        <p188:txBody>
          <a:bodyPr/>
          <a:lstStyle/>
          <a:p>
            <a:r>
              <a:rPr lang="en-US"/>
              <a:t>+ platform data and target users</a:t>
            </a:r>
          </a:p>
        </p188:txBody>
      </p188:reply>
    </p188:replyLst>
    <p188:txBody>
      <a:bodyPr/>
      <a:lstStyle/>
      <a:p>
        <a:r>
          <a:rPr lang="en-US"/>
          <a:t>Highlight that depends on results of first phase</a:t>
        </a:r>
      </a:p>
    </p188:txBody>
  </p188:cm>
</p188:cmLst>
</file>

<file path=ppt/comments/modernComment_7FFFF75F_CF0CDF3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BD2581-48D3-4058-A075-F28ABD2E6805}" authorId="{E9CA1217-3678-D883-76FF-A1F16F6C7E27}" status="resolved" created="2023-10-20T12:32:21.570" complete="100000">
    <pc:sldMkLst xmlns:pc="http://schemas.microsoft.com/office/powerpoint/2013/main/command">
      <pc:docMk/>
      <pc:sldMk cId="3473727290" sldId="2147481439"/>
    </pc:sldMkLst>
    <p188:replyLst>
      <p188:reply id="{50223B11-77D5-40CA-8F01-CF39AC133C23}" authorId="{9BB11914-6597-C954-032C-F293E8B935E8}" created="2023-10-23T01:58:57.151">
        <p188:txBody>
          <a:bodyPr/>
          <a:lstStyle/>
          <a:p>
            <a:r>
              <a:rPr lang="en-US"/>
              <a:t>Anuuj: Updated 1 and 3. Pricing to be obtained from vendor​</a:t>
            </a:r>
          </a:p>
        </p188:txBody>
      </p188:reply>
    </p188:replyLst>
    <p188:txBody>
      <a:bodyPr/>
      <a:lstStyle/>
      <a:p>
        <a:r>
          <a:rPr lang="en-US"/>
          <a:t>[@S Narain, Anuuj] please review + update following quant slides as discussed</a:t>
        </a:r>
      </a:p>
    </p188:txBody>
  </p188:cm>
  <p188:cm id="{B93525D7-AE94-4AD8-A3D1-11DEA9E8E1FC}" authorId="{E9CA1217-3678-D883-76FF-A1F16F6C7E27}" status="resolved" created="2023-10-23T04:06:33.79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73727290" sldId="2147481439"/>
      <ac:spMk id="15" creationId="{7A3A980D-5E01-ED6D-70AF-74F2869BE248}"/>
      <ac:txMk cp="0">
        <ac:context len="90" hash="933054912"/>
      </ac:txMk>
    </ac:txMkLst>
    <p188:replyLst>
      <p188:reply id="{9ED21C86-61EC-4102-A272-389EC182F095}" authorId="{9BB11914-6597-C954-032C-F293E8B935E8}" created="2023-10-23T05:42:50.057">
        <p188:txBody>
          <a:bodyPr/>
          <a:lstStyle/>
          <a:p>
            <a:r>
              <a:rPr lang="en-US"/>
              <a:t>We can discuss but may need to restrict due to time and cost perspective</a:t>
            </a:r>
          </a:p>
        </p188:txBody>
      </p188:reply>
    </p188:replyLst>
    <p188:txBody>
      <a:bodyPr/>
      <a:lstStyle/>
      <a:p>
        <a:r>
          <a:rPr lang="en-US"/>
          <a:t>Should we only target select city? Same as phase 1? </a:t>
        </a:r>
      </a:p>
    </p188:txBody>
  </p188:cm>
  <p188:cm id="{C15B776A-EF23-482D-8277-16F1383F235A}" authorId="{E9CA1217-3678-D883-76FF-A1F16F6C7E27}" created="2023-10-23T04:07:12.63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73727290" sldId="2147481439"/>
      <ac:spMk id="24" creationId="{5A9BF001-CDF5-6931-4DE1-7748DD1D4B12}"/>
      <ac:txMk cp="74">
        <ac:context len="76" hash="4069168479"/>
      </ac:txMk>
    </ac:txMkLst>
    <p188:replyLst>
      <p188:reply id="{B7D44E7D-ACCC-4D70-A103-2CF40EBD5C8A}" authorId="{9BB11914-6597-C954-032C-F293E8B935E8}" created="2023-10-23T05:44:45.861">
        <p188:txBody>
          <a:bodyPr/>
          <a:lstStyle/>
          <a:p>
            <a:r>
              <a:rPr lang="en-US"/>
              <a:t>Refer next slide - information sought is described</a:t>
            </a:r>
          </a:p>
        </p188:txBody>
      </p188:reply>
      <p188:reply id="{9481479B-E52E-46B1-9F5B-131C74E1B61B}" authorId="{E9CA1217-3678-D883-76FF-A1F16F6C7E27}" created="2023-10-24T10:33:39.281">
        <p188:txBody>
          <a:bodyPr/>
          <a:lstStyle/>
          <a:p>
            <a:r>
              <a:rPr lang="en-US"/>
              <a:t>Please specify main parameters</a:t>
            </a:r>
          </a:p>
        </p188:txBody>
      </p188:reply>
      <p188:reply id="{528FF7E7-5DA7-4990-B8D7-D6838E7EEF0C}" authorId="{9BB11914-6597-C954-032C-F293E8B935E8}" created="2023-10-25T08:48:42.515">
        <p188:txBody>
          <a:bodyPr/>
          <a:lstStyle/>
          <a:p>
            <a:r>
              <a:rPr lang="en-US"/>
              <a:t>e.g. likeability, uniqueness, relevance, credibility, intention to use etc.​</a:t>
            </a:r>
          </a:p>
        </p188:txBody>
      </p188:reply>
    </p188:replyLst>
    <p188:txBody>
      <a:bodyPr/>
      <a:lstStyle/>
      <a:p>
        <a:r>
          <a:rPr lang="en-US"/>
          <a:t>What parameters? </a:t>
        </a:r>
      </a:p>
    </p188:txBody>
  </p188:cm>
  <p188:cm id="{1B4B87C9-1D96-4FE7-A9DB-CD5E71C9F1F9}" authorId="{E9CA1217-3678-D883-76FF-A1F16F6C7E27}" created="2023-10-24T10:22:50.31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73727290" sldId="2147481439"/>
      <ac:spMk id="4" creationId="{066B3B19-0C37-1CBF-5F34-D61BBF5E4DAF}"/>
    </ac:deMkLst>
    <p188:txBody>
      <a:bodyPr/>
      <a:lstStyle/>
      <a:p>
        <a:r>
          <a:rPr lang="en-US"/>
          <a:t>[@Sonwalkar, Veena] to refine step 2</a:t>
        </a:r>
      </a:p>
    </p188:txBody>
  </p188:cm>
</p188:cmLst>
</file>

<file path=ppt/comments/modernComment_7FFFF744_99FA725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37AC84-FEE4-4D3D-A742-FCDF5DF2718B}" authorId="{E9CA1217-3678-D883-76FF-A1F16F6C7E27}" status="resolved" created="2023-09-15T14:23:17.73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83327316" sldId="2147481412"/>
      <ac:graphicFrameMk id="7" creationId="{58179008-CFC0-4A5A-82E7-6657256576F5}"/>
    </ac:deMkLst>
    <p188:replyLst>
      <p188:reply id="{277F1080-E80F-4620-AFBD-6AADEDB24869}" authorId="{9BB11914-6597-C954-032C-F293E8B935E8}" created="2023-09-18T04:59:32.297">
        <p188:txBody>
          <a:bodyPr/>
          <a:lstStyle/>
          <a:p>
            <a:r>
              <a:rPr lang="en-US"/>
              <a:t>Comparison of client product versus currently used product through survey</a:t>
            </a:r>
          </a:p>
        </p188:txBody>
      </p188:reply>
    </p188:replyLst>
    <p188:txBody>
      <a:bodyPr/>
      <a:lstStyle/>
      <a:p>
        <a:r>
          <a:rPr lang="en-US"/>
          <a:t>I d recommend to do the detailed product benchmark in parallel of this phase</a:t>
        </a:r>
      </a:p>
    </p188:txBody>
  </p188:cm>
  <p188:cm id="{F5DEEFA0-63D6-42A2-97C7-0978C3C48735}" authorId="{E9CA1217-3678-D883-76FF-A1F16F6C7E27}" status="resolved" created="2023-09-15T14:29:10.07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83327316" sldId="2147481412"/>
      <ac:spMk id="68" creationId="{9CFB6464-1AE6-E0DE-E3CD-E9C5C4DD5A5B}"/>
    </ac:deMkLst>
    <p188:replyLst>
      <p188:reply id="{974AC55E-CD29-48EA-9EFB-D651B374FA64}" authorId="{9BB11914-6597-C954-032C-F293E8B935E8}" created="2023-09-18T05:03:17.834">
        <p188:txBody>
          <a:bodyPr/>
          <a:lstStyle/>
          <a:p>
            <a:r>
              <a:rPr lang="en-US"/>
              <a:t>This is required at the kick-off from client along with the concept/ value proposition to be tested</a:t>
            </a:r>
          </a:p>
        </p188:txBody>
      </p188:reply>
    </p188:replyLst>
    <p188:txBody>
      <a:bodyPr/>
      <a:lstStyle/>
      <a:p>
        <a:r>
          <a:rPr lang="en-US"/>
          <a:t>Understanding of BBC carpooling and pro market place platform</a:t>
        </a:r>
      </a:p>
    </p188:txBody>
  </p188:cm>
  <p188:cm id="{EBA5C6CD-F847-424D-B31F-02AC12099869}" authorId="{E9CA1217-3678-D883-76FF-A1F16F6C7E27}" status="resolved" created="2023-09-15T14:29:22.9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83327316" sldId="2147481412"/>
      <ac:graphicFrameMk id="7" creationId="{58179008-CFC0-4A5A-82E7-6657256576F5}"/>
    </ac:deMkLst>
    <p188:replyLst>
      <p188:reply id="{9EDEA662-7883-44B0-B95D-F64C99461060}" authorId="{9BB11914-6597-C954-032C-F293E8B935E8}" created="2023-09-18T05:00:56.002">
        <p188:txBody>
          <a:bodyPr/>
          <a:lstStyle/>
          <a:p>
            <a:r>
              <a:rPr lang="en-US"/>
              <a:t>gaps versus currently used product and any other shortcomings mentioned by users</a:t>
            </a:r>
          </a:p>
        </p188:txBody>
      </p188:reply>
    </p188:replyLst>
    <p188:txBody>
      <a:bodyPr/>
      <a:lstStyle/>
      <a:p>
        <a:r>
          <a:rPr lang="en-US"/>
          <a:t>+ gap analysis of competitors' product vs BBC</a:t>
        </a:r>
      </a:p>
    </p188:txBody>
  </p188:cm>
</p188:cmLst>
</file>

<file path=ppt/comments/modernComment_7FFFF750_488F6D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D7DFA8C-A33F-4207-B2E7-29177B59FDDC}" authorId="{E9CA1217-3678-D883-76FF-A1F16F6C7E27}" created="2023-09-15T03:24:21.43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17359197" sldId="2147481424"/>
      <ac:spMk id="123" creationId="{4D8E19E8-37B9-4520-8D80-F98F929B4291}"/>
    </ac:deMkLst>
    <p188:replyLst>
      <p188:reply id="{94E58C0C-6EED-45DC-B7CE-02CF81671A2F}" authorId="{3A5D62A9-BB67-8A8C-6578-BAA10F4E52CF}" created="2023-09-15T05:30:34.684">
        <p188:txBody>
          <a:bodyPr/>
          <a:lstStyle/>
          <a:p>
            <a:r>
              <a:rPr lang="en-US"/>
              <a:t>Yes, the studies available within the subscription of the respective database(s)</a:t>
            </a:r>
          </a:p>
        </p188:txBody>
      </p188:reply>
      <p188:reply id="{A7080247-E0C2-447C-8C68-ECB4F74C974F}" authorId="{E9CA1217-3678-D883-76FF-A1F16F6C7E27}" created="2023-09-18T11:49:44.336">
        <p188:txBody>
          <a:bodyPr/>
          <a:lstStyle/>
          <a:p>
            <a:r>
              <a:rPr lang="en-US"/>
              <a:t>Moved this slide to the assets part</a:t>
            </a:r>
          </a:p>
        </p188:txBody>
      </p188:reply>
    </p188:replyLst>
    <p188:txBody>
      <a:bodyPr/>
      <a:lstStyle/>
      <a:p>
        <a:r>
          <a:rPr lang="en-US"/>
          <a:t>Does this include access to paid studies?</a:t>
        </a:r>
      </a:p>
    </p188:txBody>
  </p188:cm>
</p188:cmLst>
</file>

<file path=ppt/comments/modernComment_7FFFF751_E7EA9DB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046177-DD3F-41F2-AF1F-EFD017EC0BA1}" authorId="{E9CA1217-3678-D883-76FF-A1F16F6C7E27}" status="resolved" created="2023-09-15T10:00:51.77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90912689" sldId="2147481425"/>
      <ac:spMk id="39" creationId="{AB5093A8-81CF-4E06-A28A-BEE05CBB125D}"/>
      <ac:txMk cp="26" len="257">
        <ac:context len="598" hash="964341417"/>
      </ac:txMk>
    </ac:txMkLst>
    <p188:replyLst>
      <p188:reply id="{656D4D5F-11A5-40B9-B056-7CC0B741E3DC}" authorId="{E9CA1217-3678-D883-76FF-A1F16F6C7E27}" created="2023-09-15T10:32:30.936">
        <p188:txBody>
          <a:bodyPr/>
          <a:lstStyle/>
          <a:p>
            <a:r>
              <a:rPr lang="en-US"/>
              <a:t>Different from the brief in terms of deliverables where they separated the carpooling and pro market place deliverables</a:t>
            </a:r>
          </a:p>
        </p188:txBody>
      </p188:reply>
      <p188:reply id="{C97730CB-A3B5-4EE8-B92C-C12F7755527F}" authorId="{3A5D62A9-BB67-8A8C-6578-BAA10F4E52CF}" created="2023-09-17T14:25:22.895">
        <p188:txBody>
          <a:bodyPr/>
          <a:lstStyle/>
          <a:p>
            <a:r>
              <a:rPr lang="en-US"/>
              <a:t>Hubs are also cities and are part of 7 cities to be analyzed. We are calling these 3 cities as hubs because majority of the routes (or we can say top bus routes) to different cities/destinations originate for these 3 cities. If its confusing, we can simply say 'Mobility market landscape in 7 identified/target cities…..'</a:t>
            </a:r>
          </a:p>
        </p188:txBody>
      </p188:reply>
    </p188:replyLst>
    <p188:txBody>
      <a:bodyPr/>
      <a:lstStyle/>
      <a:p>
        <a:r>
          <a:rPr lang="en-US"/>
          <a:t>How does the 3 hubs align with the 5 / 7 cities mentioned in the assumptions?</a:t>
        </a:r>
      </a:p>
    </p188:txBody>
  </p188:cm>
</p188:cmLst>
</file>

<file path=ppt/comments/modernComment_7FFFF758_18133A6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9FA88A-E61B-4138-BD5D-88B9FB45DA23}" authorId="{E9CA1217-3678-D883-76FF-A1F16F6C7E27}" status="resolved" created="2023-09-15T13:45:20.38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3913312" sldId="2147481432"/>
      <ac:graphicFrameMk id="7" creationId="{58179008-CFC0-4A5A-82E7-6657256576F5}"/>
      <ac:tblMk/>
      <ac:tcMk rowId="300536111" colId="2111779652"/>
      <ac:txMk cp="0" len="139">
        <ac:context len="140" hash="2484194069"/>
      </ac:txMk>
    </ac:txMkLst>
    <p188:pos x="6217438" y="1345287"/>
    <p188:replyLst>
      <p188:reply id="{071BAE07-C7D4-4387-AA9A-02A796324777}" authorId="{E9CA1217-3678-D883-76FF-A1F16F6C7E27}" created="2023-09-15T13:48:58.299">
        <p188:txBody>
          <a:bodyPr/>
          <a:lstStyle/>
          <a:p>
            <a:r>
              <a:rPr lang="en-US"/>
              <a:t>So at the end of 1.1 we have across x hubs:
- Size of the each alternative market in volume and revenue
- for each alternative the list of top competitors with their pricing, size and intercity network</a:t>
            </a:r>
          </a:p>
        </p188:txBody>
      </p188:reply>
      <p188:reply id="{DAEAA591-6294-4237-A4AA-1E54E3D58915}" authorId="{E9CA1217-3678-D883-76FF-A1F16F6C7E27}" created="2023-09-15T14:22:19.814">
        <p188:txBody>
          <a:bodyPr/>
          <a:lstStyle/>
          <a:p>
            <a:r>
              <a:rPr lang="en-US"/>
              <a:t>Are we producing the product fit benchmark there?</a:t>
            </a:r>
          </a:p>
        </p188:txBody>
      </p188:reply>
      <p188:reply id="{1E2C5879-FB84-46F8-9588-0014BCBB6A75}" authorId="{E9CA1217-3678-D883-76FF-A1F16F6C7E27}" created="2023-09-15T14:22:40.255">
        <p188:txBody>
          <a:bodyPr/>
          <a:lstStyle/>
          <a:p>
            <a:r>
              <a:rPr lang="en-US"/>
              <a:t>+ gap analysis vs BBC</a:t>
            </a:r>
          </a:p>
        </p188:txBody>
      </p188:reply>
      <p188:reply id="{EA627279-1417-4DBB-A0B7-94B5B54CA790}" authorId="{3A5D62A9-BB67-8A8C-6578-BAA10F4E52CF}" created="2023-09-17T14:26:55.355">
        <p188:txBody>
          <a:bodyPr/>
          <a:lstStyle/>
          <a:p>
            <a:r>
              <a:rPr lang="en-US"/>
              <a:t>Since we have to analyze the routes, so, we used the term hubs instead of just cities.
Hubs are also cities and are part of 7 cities to be analyzed. We are calling these 3 cities as hubs because majority of the routes (or we can say top bus routes) to different cities/destinations originate from these 3 cities. If its confusing, we can simply say 'Mobility market landscape in 7 identified/target cities…..'</a:t>
            </a:r>
          </a:p>
        </p188:txBody>
      </p188:reply>
      <p188:reply id="{4240F81F-AFCC-4C5C-B2BE-5DF19506606C}" authorId="{3A5D62A9-BB67-8A8C-6578-BAA10F4E52CF}" created="2023-09-17T14:32:17.597">
        <p188:txBody>
          <a:bodyPr/>
          <a:lstStyle/>
          <a:p>
            <a:r>
              <a:rPr lang="en-US"/>
              <a:t>For each alternative, we can analyze top 4-5 players but they will not be the competitors </a:t>
            </a:r>
          </a:p>
        </p188:txBody>
      </p188:reply>
      <p188:reply id="{BAC2D5C2-1C3F-4C53-A3F2-3CC804EBC02A}" authorId="{3A5D62A9-BB67-8A8C-6578-BAA10F4E52CF}" created="2023-09-17T14:47:10.923">
        <p188:txBody>
          <a:bodyPr/>
          <a:lstStyle/>
          <a:p>
            <a:r>
              <a:rPr lang="en-US"/>
              <a:t>There could be some overlap in terms of information that we will present but it will not be the product fit benchmark.</a:t>
            </a:r>
          </a:p>
        </p188:txBody>
      </p188:reply>
    </p188:replyLst>
    <p188:txBody>
      <a:bodyPr/>
      <a:lstStyle/>
      <a:p>
        <a:r>
          <a:rPr lang="en-US"/>
          <a:t>What is a hub? Vs the cities mentioned in the assumptions?</a:t>
        </a:r>
      </a:p>
    </p188:txBody>
  </p188:cm>
  <p188:cm id="{8C703FD4-EA0F-4F10-A6EF-145F07EED4BB}" authorId="{E9CA1217-3678-D883-76FF-A1F16F6C7E27}" status="resolved" created="2023-09-15T13:49:32.02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3913312" sldId="2147481432"/>
      <ac:graphicFrameMk id="7" creationId="{58179008-CFC0-4A5A-82E7-6657256576F5}"/>
      <ac:tblMk/>
      <ac:tcMk rowId="770437012" colId="2111779652"/>
      <ac:txMk cp="0" len="46">
        <ac:context len="47" hash="3710756766"/>
      </ac:txMk>
    </ac:txMkLst>
    <p188:pos x="4297198" y="1813917"/>
    <p188:replyLst>
      <p188:reply id="{221B9343-B12E-454E-ABED-6DD711229B97}" authorId="{3A5D62A9-BB67-8A8C-6578-BAA10F4E52CF}" created="2023-09-17T13:50:20.226">
        <p188:txBody>
          <a:bodyPr/>
          <a:lstStyle/>
          <a:p>
            <a:r>
              <a:rPr lang="en-US"/>
              <a:t>Though primarily (Delhi, Maharashtra, Karnataka/Telangana) but it will depend on the cities we will zero-in for the analysis during kick-off / initial analysis.</a:t>
            </a:r>
          </a:p>
        </p188:txBody>
      </p188:reply>
    </p188:replyLst>
    <p188:txBody>
      <a:bodyPr/>
      <a:lstStyle/>
      <a:p>
        <a:r>
          <a:rPr lang="en-US"/>
          <a:t>How many states analyzed?</a:t>
        </a:r>
      </a:p>
    </p188:txBody>
  </p188:cm>
  <p188:cm id="{8EB5ABB3-F119-479D-8ABC-4C34C9AF0722}" authorId="{E9CA1217-3678-D883-76FF-A1F16F6C7E27}" status="resolved" created="2023-09-15T13:53:02.6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3913312" sldId="2147481432"/>
      <ac:graphicFrameMk id="7" creationId="{58179008-CFC0-4A5A-82E7-6657256576F5}"/>
      <ac:tblMk/>
      <ac:tcMk rowId="1733101191" colId="2111779652"/>
      <ac:txMk cp="0" len="51">
        <ac:context len="52" hash="1516006613"/>
      </ac:txMk>
    </ac:txMkLst>
    <p188:pos x="3359938" y="2111097"/>
    <p188:replyLst>
      <p188:reply id="{F0E10597-1935-4E52-AB90-875F9664837C}" authorId="{3A5D62A9-BB67-8A8C-6578-BAA10F4E52CF}" created="2023-09-17T14:47:38.775">
        <p188:txBody>
          <a:bodyPr/>
          <a:lstStyle/>
          <a:p>
            <a:r>
              <a:rPr lang="en-US"/>
              <a:t>Yes</a:t>
            </a:r>
          </a:p>
        </p188:txBody>
      </p188:reply>
    </p188:replyLst>
    <p188:txBody>
      <a:bodyPr/>
      <a:lstStyle/>
      <a:p>
        <a:r>
          <a:rPr lang="en-US"/>
          <a:t>Ie (market size of the private bus network, online vs offline booking patterns and evolution,  and its evolution, top competitors, their size, their supply type)</a:t>
        </a:r>
      </a:p>
    </p188:txBody>
  </p188:cm>
  <p188:cm id="{D0E07E12-D708-405B-B655-712B1B4DCE39}" authorId="{E9CA1217-3678-D883-76FF-A1F16F6C7E27}" status="resolved" created="2023-09-15T13:56:06.55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58805194" sldId="2147481409"/>
      <ac:graphicFrameMk id="7" creationId="{58179008-CFC0-4A5A-82E7-6657256576F5}"/>
      <ac:tblMk/>
      <ac:tcMk rowId="3916638717" colId="2111779652"/>
      <ac:txMk cp="0" len="32">
        <ac:context len="33" hash="3218770396"/>
      </ac:txMk>
    </ac:txMkLst>
    <p188:pos x="3382798" y="2716887"/>
    <p188:replyLst>
      <p188:reply id="{F89830BB-9CFF-48C6-97BA-4F812E7EE99E}" authorId="{9BB11914-6597-C954-032C-F293E8B935E8}" created="2023-09-18T05:12:17.887">
        <p188:txBody>
          <a:bodyPr/>
          <a:lstStyle/>
          <a:p>
            <a:r>
              <a:rPr lang="en-US"/>
              <a:t>This is required at the time of kick-off  from the client. Added with kick-off</a:t>
            </a:r>
          </a:p>
        </p188:txBody>
      </p188:reply>
    </p188:replyLst>
    <p188:txBody>
      <a:bodyPr/>
      <a:lstStyle/>
      <a:p>
        <a:r>
          <a:rPr lang="en-US"/>
          <a:t>+ understanding of BBC's pro market place ingestion and ticket management system</a:t>
        </a:r>
      </a:p>
    </p188:txBody>
  </p188:cm>
  <p188:cm id="{0EA1092C-F275-43A7-9CF1-5944FA89AFE5}" authorId="{E9CA1217-3678-D883-76FF-A1F16F6C7E27}" status="resolved" created="2023-09-15T13:56:20.42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58805194" sldId="2147481409"/>
      <ac:graphicFrameMk id="7" creationId="{58179008-CFC0-4A5A-82E7-6657256576F5}"/>
      <ac:tblMk/>
      <ac:tcMk rowId="963482048" colId="2111779652"/>
      <ac:txMk cp="36">
        <ac:context len="37" hash="2726417999"/>
      </ac:txMk>
    </ac:txMkLst>
    <p188:pos x="3691408" y="3014067"/>
    <p188:replyLst>
      <p188:reply id="{B371AE7A-06BF-4548-AB46-DE51F892C3E0}" authorId="{9BB11914-6597-C954-032C-F293E8B935E8}" created="2023-09-18T05:13:12.357">
        <p188:txBody>
          <a:bodyPr/>
          <a:lstStyle/>
          <a:p>
            <a:r>
              <a:rPr lang="en-US"/>
              <a:t>Specified briefly in the description</a:t>
            </a:r>
          </a:p>
        </p188:txBody>
      </p188:reply>
    </p188:replyLst>
    <p188:txBody>
      <a:bodyPr/>
      <a:lstStyle/>
      <a:p>
        <a:r>
          <a:rPr lang="en-US"/>
          <a:t>What type of experts?</a:t>
        </a:r>
      </a:p>
    </p188:txBody>
  </p188:cm>
  <p188:cm id="{5ADC1282-7174-47B1-BACC-6FA1816FAFDB}" authorId="{E9CA1217-3678-D883-76FF-A1F16F6C7E27}" status="resolved" created="2023-09-15T13:56:35.33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58805194" sldId="2147481409"/>
      <ac:graphicFrameMk id="7" creationId="{58179008-CFC0-4A5A-82E7-6657256576F5}"/>
      <ac:tblMk/>
      <ac:tcMk rowId="1867591313" colId="2111779652"/>
      <ac:txMk cp="41">
        <ac:context len="79" hash="3928988274"/>
      </ac:txMk>
    </ac:txMkLst>
    <p188:pos x="4434358" y="2408277"/>
    <p188:replyLst>
      <p188:reply id="{F63ACEEC-E443-437E-BC1F-05EA8FD429D7}" authorId="{9BB11914-6597-C954-032C-F293E8B935E8}" created="2023-09-18T05:11:00.901">
        <p188:txBody>
          <a:bodyPr/>
          <a:lstStyle/>
          <a:p>
            <a:r>
              <a:rPr lang="en-US"/>
              <a:t>Yes</a:t>
            </a:r>
          </a:p>
        </p188:txBody>
      </p188:reply>
    </p188:replyLst>
    <p188:txBody>
      <a:bodyPr/>
      <a:lstStyle/>
      <a:p>
        <a:r>
          <a:rPr lang="en-US"/>
          <a:t>Through primary interviews correct?</a:t>
        </a:r>
      </a:p>
    </p188:txBody>
  </p188:cm>
  <p188:cm id="{F95D9B9C-B0D5-457C-ACBA-573E5DE718FD}" authorId="{E9CA1217-3678-D883-76FF-A1F16F6C7E27}" status="resolved" created="2023-09-15T13:58:12.35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58805194" sldId="2147481409"/>
      <ac:graphicFrameMk id="7" creationId="{58179008-CFC0-4A5A-82E7-6657256576F5}"/>
      <ac:tblMk/>
      <ac:tcMk rowId="1867591313" colId="2111779652"/>
      <ac:txMk cp="20">
        <ac:context len="79" hash="3928988274"/>
      </ac:txMk>
    </ac:txMkLst>
    <p188:pos x="3097048" y="2408277"/>
    <p188:replyLst>
      <p188:reply id="{C2DCEA9D-5179-4BB4-B23D-6C4CA4406303}" authorId="{9BB11914-6597-C954-032C-F293E8B935E8}" created="2023-09-18T05:10:48.057">
        <p188:txBody>
          <a:bodyPr/>
          <a:lstStyle/>
          <a:p>
            <a:r>
              <a:rPr lang="en-US"/>
              <a:t>Added here</a:t>
            </a:r>
          </a:p>
        </p188:txBody>
      </p188:reply>
    </p188:replyLst>
    <p188:txBody>
      <a:bodyPr/>
      <a:lstStyle/>
      <a:p>
        <a:r>
          <a:rPr lang="en-US"/>
          <a:t>Bus industry tech stack analyusis</a:t>
        </a:r>
      </a:p>
    </p188:txBody>
  </p188:cm>
  <p188:cm id="{D0248A5C-B9FF-4522-8699-84AA487A4C4A}" authorId="{E9CA1217-3678-D883-76FF-A1F16F6C7E27}" status="resolved" created="2023-09-15T14:14:57.47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58805194" sldId="2147481409"/>
      <ac:graphicFrameMk id="7" creationId="{58179008-CFC0-4A5A-82E7-6657256576F5}"/>
      <ac:tblMk/>
      <ac:tcMk rowId="3130937066" colId="2111779652"/>
      <ac:txMk cp="0" len="57">
        <ac:context len="58" hash="2551892576"/>
      </ac:txMk>
    </ac:txMkLst>
    <p188:pos x="4034308" y="3322677"/>
    <p188:replyLst>
      <p188:reply id="{A02F2FBF-A2BF-455F-9589-651EA968B375}" authorId="{9BB11914-6597-C954-032C-F293E8B935E8}" created="2023-09-18T05:16:30.549">
        <p188:txBody>
          <a:bodyPr/>
          <a:lstStyle/>
          <a:p>
            <a:r>
              <a:rPr lang="en-US"/>
              <a:t>We 
can get feedback from competitors/ vendors and later from users</a:t>
            </a:r>
          </a:p>
        </p188:txBody>
      </p188:reply>
    </p188:replyLst>
    <p188:txBody>
      <a:bodyPr/>
      <a:lstStyle/>
      <a:p>
        <a:r>
          <a:rPr lang="en-US"/>
          <a:t>Gap analysis vs BBC ticket management system</a:t>
        </a:r>
      </a:p>
    </p188:txBody>
  </p188:cm>
  <p188:cm id="{679ACD26-E3A8-4360-9AE1-BDA4E15B06E7}" authorId="{E9CA1217-3678-D883-76FF-A1F16F6C7E27}" status="resolved" created="2023-09-15T14:16:06.04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3913312" sldId="2147481432"/>
      <ac:graphicFrameMk id="7" creationId="{58179008-CFC0-4A5A-82E7-6657256576F5}"/>
      <ac:tblMk/>
      <ac:tcMk rowId="848166080" colId="2111779652"/>
      <ac:txMk cp="29" len="1">
        <ac:context len="37" hash="2726417999"/>
      </ac:txMk>
    </ac:txMkLst>
    <p188:pos x="3691408" y="4225647"/>
    <p188:replyLst>
      <p188:reply id="{86ED202B-6E01-4254-8296-29B3DEAD02D2}" authorId="{9BB11914-6597-C954-032C-F293E8B935E8}" created="2023-09-18T05:15:22.548">
        <p188:txBody>
          <a:bodyPr/>
          <a:lstStyle/>
          <a:p>
            <a:r>
              <a:rPr lang="en-US"/>
              <a:t>Marketing/ sales for commercial and tech experts for tech aspects</a:t>
            </a:r>
          </a:p>
        </p188:txBody>
      </p188:reply>
    </p188:replyLst>
    <p188:txBody>
      <a:bodyPr/>
      <a:lstStyle/>
      <a:p>
        <a:r>
          <a:rPr lang="en-US"/>
          <a:t>What type of profile at bus opertaors</a:t>
        </a:r>
      </a:p>
    </p188:txBody>
  </p188:cm>
  <p188:cm id="{57D42285-1FB7-4BC8-A2C1-8E70BC5AA55F}" authorId="{E9CA1217-3678-D883-76FF-A1F16F6C7E27}" status="resolved" created="2023-09-15T14:17:49.82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3913312" sldId="2147481432"/>
      <ac:graphicFrameMk id="7" creationId="{58179008-CFC0-4A5A-82E7-6657256576F5}"/>
      <ac:tblMk/>
      <ac:tcMk rowId="2907713809" colId="2111779652"/>
      <ac:txMk cp="0" len="16">
        <ac:context len="17" hash="3678331660"/>
      </ac:txMk>
    </ac:txMkLst>
    <p188:pos x="4034308" y="4522827"/>
    <p188:replyLst>
      <p188:reply id="{1DE4E579-776B-4A43-B73B-486EF72C313A}" authorId="{9BB11914-6597-C954-032C-F293E8B935E8}" created="2023-09-18T05:17:46.129">
        <p188:txBody>
          <a:bodyPr/>
          <a:lstStyle/>
          <a:p>
            <a:r>
              <a:rPr lang="en-US"/>
              <a:t>In combination with secondary research</a:t>
            </a:r>
          </a:p>
        </p188:txBody>
      </p188:reply>
    </p188:replyLst>
    <p188:txBody>
      <a:bodyPr/>
      <a:lstStyle/>
      <a:p>
        <a:r>
          <a:rPr lang="en-US"/>
          <a:t>recommendations</a:t>
        </a:r>
      </a:p>
    </p188:txBody>
  </p188:cm>
</p188:cmLst>
</file>

<file path=ppt/comments/modernComment_7FFFF765_F6A8DB8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DB737D-2D27-4881-AAE0-2869FB1D8A95}" authorId="{E9CA1217-3678-D883-76FF-A1F16F6C7E27}" status="resolved" created="2023-10-24T10:25:14.20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38261385" sldId="2147481445"/>
      <ac:spMk id="10" creationId="{7EA9C9F7-F80E-D335-A5DD-BB0160A2A189}"/>
      <ac:txMk cp="37" len="33">
        <ac:context len="304" hash="1984990111"/>
      </ac:txMk>
    </ac:txMkLst>
    <p188:pos x="4129087" y="271291"/>
    <p188:txBody>
      <a:bodyPr/>
      <a:lstStyle/>
      <a:p>
        <a:r>
          <a:rPr lang="en-US"/>
          <a:t>Carpooling and bus</a:t>
        </a:r>
      </a:p>
    </p188:txBody>
  </p188:cm>
</p188:cmLst>
</file>

<file path=ppt/comments/modernComment_7FFFF766_40297D0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2AAE6BD-AEF3-47A0-B072-F708E95F128B}" authorId="{9BB11914-6597-C954-032C-F293E8B935E8}" status="resolved" created="2023-10-23T01:59:29.02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76460809" sldId="2147481446"/>
      <ac:spMk id="7" creationId="{DAE92089-3CE4-C55C-1FD0-09C0CB810553}"/>
    </ac:deMkLst>
    <p188:txBody>
      <a:bodyPr/>
      <a:lstStyle/>
      <a:p>
        <a:r>
          <a:rPr lang="en-US"/>
          <a:t>Done</a:t>
        </a:r>
      </a:p>
    </p188:txBody>
  </p188:cm>
  <p188:cm id="{B58EC1EB-402B-46A8-80AE-80BB090CDAA5}" authorId="{E9CA1217-3678-D883-76FF-A1F16F6C7E27}" status="resolved" created="2023-10-23T04:07:39.11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76460809" sldId="2147481446"/>
      <ac:spMk id="10" creationId="{7EA9C9F7-F80E-D335-A5DD-BB0160A2A189}"/>
      <ac:txMk cp="2">
        <ac:context len="358" hash="538572108"/>
      </ac:txMk>
    </ac:txMkLst>
    <p188:pos x="1576387" y="302587"/>
    <p188:txBody>
      <a:bodyPr/>
      <a:lstStyle/>
      <a:p>
        <a:r>
          <a:rPr lang="en-US"/>
          <a:t>What does detailed listing mean?</a:t>
        </a:r>
      </a:p>
    </p188:txBody>
  </p188:cm>
  <p188:cm id="{72EECFC7-CE6A-4B38-B76D-9B5A1F0E4C3D}" authorId="{E9CA1217-3678-D883-76FF-A1F16F6C7E27}" created="2023-10-23T04:08:30.9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76460809" sldId="2147481446"/>
      <ac:spMk id="10" creationId="{7EA9C9F7-F80E-D335-A5DD-BB0160A2A189}"/>
    </ac:deMkLst>
    <p188:replyLst>
      <p188:reply id="{CBC35BC9-395E-4D80-A7EE-111232DC67C0}" authorId="{9BB11914-6597-C954-032C-F293E8B935E8}" created="2023-10-23T05:46:56.057">
        <p188:txBody>
          <a:bodyPr/>
          <a:lstStyle/>
          <a:p>
            <a:r>
              <a:rPr lang="en-US"/>
              <a:t>Yes mentioned in earlier slide and added here too</a:t>
            </a:r>
          </a:p>
        </p188:txBody>
      </p188:reply>
    </p188:replyLst>
    <p188:txBody>
      <a:bodyPr/>
      <a:lstStyle/>
      <a:p>
        <a:r>
          <a:rPr lang="en-US"/>
          <a:t>We would also want to analyze BBC platform awareness no? </a:t>
        </a:r>
      </a:p>
    </p188:txBody>
  </p188:cm>
  <p188:cm id="{0311490A-6ADC-4F07-9537-FF50FCDB0108}" authorId="{E9CA1217-3678-D883-76FF-A1F16F6C7E27}" status="resolved" created="2023-10-23T04:09:24.09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76460809" sldId="2147481446"/>
      <ac:spMk id="11" creationId="{24819836-E945-AD13-4421-BF3EBE9693AA}"/>
      <ac:txMk cp="565" len="23">
        <ac:context len="785" hash="2953887482"/>
      </ac:txMk>
    </ac:txMkLst>
    <p188:pos x="2643188" y="2323620"/>
    <p188:replyLst>
      <p188:reply id="{E5AAE350-6959-471F-8BB2-2FBCFA9DD848}" authorId="{9BB11914-6597-C954-032C-F293E8B935E8}" created="2023-10-23T05:49:25.941">
        <p188:txBody>
          <a:bodyPr/>
          <a:lstStyle/>
          <a:p>
            <a:r>
              <a:rPr lang="en-US"/>
              <a:t>SEC C and below would be down market</a:t>
            </a:r>
          </a:p>
        </p188:txBody>
      </p188:reply>
    </p188:replyLst>
    <p188:txBody>
      <a:bodyPr/>
      <a:lstStyle/>
      <a:p>
        <a:r>
          <a:rPr lang="en-US"/>
          <a:t>Why sec a and b only?</a:t>
        </a:r>
      </a:p>
    </p188:txBody>
  </p188:cm>
  <p188:cm id="{61349EE2-9F7F-4C36-97BF-93D1CFA807F8}" authorId="{E9CA1217-3678-D883-76FF-A1F16F6C7E27}" status="resolved" created="2023-10-23T04:09:55.38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76460809" sldId="2147481446"/>
      <ac:spMk id="11" creationId="{24819836-E945-AD13-4421-BF3EBE9693AA}"/>
      <ac:txMk cp="726" len="57">
        <ac:context len="785" hash="2953887482"/>
      </ac:txMk>
    </ac:txMkLst>
    <p188:pos x="4504645" y="3238020"/>
    <p188:replyLst>
      <p188:reply id="{A748E7D0-1DF3-45D7-876D-6C2C1F4E7B65}" authorId="{9BB11914-6597-C954-032C-F293E8B935E8}" created="2023-10-23T05:52:03.076">
        <p188:txBody>
          <a:bodyPr/>
          <a:lstStyle/>
          <a:p>
            <a:r>
              <a:rPr lang="en-US"/>
              <a:t>This is based on our earlier discussion and since it is inter-city travel. Could Client confirm the minimum time?</a:t>
            </a:r>
          </a:p>
        </p188:txBody>
      </p188:reply>
      <p188:reply id="{DCEE88A0-112F-42F4-8A14-394F9D85E622}" authorId="{E9CA1217-3678-D883-76FF-A1F16F6C7E27}" created="2023-10-23T09:01:07.300">
        <p188:txBody>
          <a:bodyPr/>
          <a:lstStyle/>
          <a:p>
            <a:r>
              <a:rPr lang="en-US"/>
              <a:t>It is not based on time but based on distance: &lt;40-50km</a:t>
            </a:r>
          </a:p>
        </p188:txBody>
      </p188:reply>
      <p188:reply id="{71C52846-ACA6-47CC-A77B-7FA044AD3C21}" authorId="{E9CA1217-3678-D883-76FF-A1F16F6C7E27}" created="2023-10-23T09:01:19.939">
        <p188:txBody>
          <a:bodyPr/>
          <a:lstStyle/>
          <a:p>
            <a:r>
              <a:rPr lang="en-US"/>
              <a:t>Unless it missing a max in the sentence?</a:t>
            </a:r>
          </a:p>
        </p188:txBody>
      </p188:reply>
    </p188:replyLst>
    <p188:txBody>
      <a:bodyPr/>
      <a:lstStyle/>
      <a:p>
        <a:r>
          <a:rPr lang="en-US"/>
          <a:t>Could be less</a:t>
        </a:r>
      </a:p>
    </p188:txBody>
  </p188:cm>
  <p188:cm id="{12AE9D1F-71BF-4763-9C7B-FF7120FCD546}" authorId="{E9CA1217-3678-D883-76FF-A1F16F6C7E27}" status="resolved" created="2023-10-23T04:10:30.793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76460809" sldId="2147481446"/>
      <ac:spMk id="11" creationId="{24819836-E945-AD13-4421-BF3EBE9693AA}"/>
      <ac:txMk cp="448" len="8">
        <ac:context len="785" hash="2953887482"/>
      </ac:txMk>
    </ac:txMkLst>
    <p188:pos x="1130074" y="2138563"/>
    <p188:replyLst>
      <p188:reply id="{B57D5D91-ED79-4548-9AC6-A4C61F0FAC25}" authorId="{9BB11914-6597-C954-032C-F293E8B935E8}" created="2023-10-23T05:53:55.224">
        <p188:txBody>
          <a:bodyPr/>
          <a:lstStyle/>
          <a:p>
            <a:r>
              <a:rPr lang="en-US"/>
              <a:t>We can add SEC C - this will add to the cost and timeline</a:t>
            </a:r>
          </a:p>
        </p188:txBody>
      </p188:reply>
      <p188:reply id="{FEEEA911-D24A-4B7A-BA49-F11AD58B858A}" authorId="{E9CA1217-3678-D883-76FF-A1F16F6C7E27}" created="2023-10-23T09:02:17.825">
        <p188:txBody>
          <a:bodyPr/>
          <a:lstStyle/>
          <a:p>
            <a:r>
              <a:rPr lang="en-US"/>
              <a:t>We have to justify why we select a specific audience. Hpw many people would we interview in total? </a:t>
            </a:r>
          </a:p>
        </p188:txBody>
      </p188:reply>
      <p188:reply id="{D5DBB473-B007-4C74-9CEC-9E02D5BF501B}" authorId="{E9CA1217-3678-D883-76FF-A1F16F6C7E27}" created="2023-10-24T10:22:23.851">
        <p188:txBody>
          <a:bodyPr/>
          <a:lstStyle/>
          <a:p>
            <a:r>
              <a:rPr lang="en-US"/>
              <a:t>Inter-city travelers only?</a:t>
            </a:r>
          </a:p>
        </p188:txBody>
      </p188:reply>
      <p188:reply id="{819E205F-733F-48AF-87B9-0699C28F7BEB}" authorId="{E9CA1217-3678-D883-76FF-A1F16F6C7E27}" created="2023-10-24T10:27:31.962">
        <p188:txBody>
          <a:bodyPr/>
          <a:lstStyle/>
          <a:p>
            <a:r>
              <a:rPr lang="en-US"/>
              <a:t>Cc [@S Narain, Anuuj]</a:t>
            </a:r>
          </a:p>
        </p188:txBody>
      </p188:reply>
      <p188:reply id="{1D55235D-8AA4-4A9F-9701-FD4559B2FBE2}" authorId="{9BB11914-6597-C954-032C-F293E8B935E8}" created="2023-10-25T08:38:09.796">
        <p188:txBody>
          <a:bodyPr/>
          <a:lstStyle/>
          <a:p>
            <a:r>
              <a:rPr lang="en-US"/>
              <a:t>Selecting middle and upper income</a:t>
            </a:r>
          </a:p>
        </p188:txBody>
      </p188:reply>
      <p188:reply id="{F3E51CCE-8CD3-4664-9B98-9D9DA70D02B7}" authorId="{9BB11914-6597-C954-032C-F293E8B935E8}" created="2023-10-25T08:39:01.969">
        <p188:txBody>
          <a:bodyPr/>
          <a:lstStyle/>
          <a:p>
            <a:r>
              <a:rPr lang="en-US"/>
              <a:t>Yes some inter-city needed - </a:t>
            </a:r>
          </a:p>
        </p188:txBody>
      </p188:reply>
    </p188:replyLst>
    <p188:txBody>
      <a:bodyPr/>
      <a:lstStyle/>
      <a:p>
        <a:r>
          <a:rPr lang="en-US"/>
          <a:t>Isn t one of the goal to validate this audience? 
BBC users and non users</a:t>
        </a:r>
      </a:p>
    </p188:txBody>
  </p188:cm>
  <p188:cm id="{A292D6BD-EC0A-4B70-9ED8-63994AEC8444}" authorId="{E9CA1217-3678-D883-76FF-A1F16F6C7E27}" status="resolved" created="2023-10-23T04:11:33.89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76460809" sldId="2147481446"/>
      <ac:spMk id="13" creationId="{6338AF53-A7EA-99B0-D8BF-23A5AF05DAAE}"/>
      <ac:txMk cp="0" len="304">
        <ac:context len="306" hash="604157063"/>
      </ac:txMk>
    </ac:txMkLst>
    <p188:pos x="4790298" y="303540"/>
    <p188:replyLst>
      <p188:reply id="{CA3D3B9A-4F18-4A70-9568-C6AC7C3570B1}" authorId="{9BB11914-6597-C954-032C-F293E8B935E8}" created="2023-10-23T05:55:31.730">
        <p188:txBody>
          <a:bodyPr/>
          <a:lstStyle/>
          <a:p>
            <a:r>
              <a:rPr lang="en-US"/>
              <a:t>These are the dependencies/ assumptions for the smooth running of the study</a:t>
            </a:r>
          </a:p>
        </p188:txBody>
      </p188:reply>
      <p188:reply id="{A178F5A4-FA2D-4903-B3EE-F3CC6F2630F9}" authorId="{E9CA1217-3678-D883-76FF-A1F16F6C7E27}" created="2023-10-23T09:04:40.717">
        <p188:txBody>
          <a:bodyPr/>
          <a:lstStyle/>
          <a:p>
            <a:r>
              <a:rPr lang="en-US"/>
              <a:t>Ok but this is not what you included in this box. They look like inputs ?</a:t>
            </a:r>
          </a:p>
        </p188:txBody>
      </p188:reply>
      <p188:reply id="{D621A25F-460B-4AC7-9C06-0D42AE7F0F78}" authorId="{E9CA1217-3678-D883-76FF-A1F16F6C7E27}" created="2023-10-23T09:05:01.796">
        <p188:txBody>
          <a:bodyPr/>
          <a:lstStyle/>
          <a:p>
            <a:r>
              <a:rPr lang="en-US"/>
              <a:t>Can you reformulate to clarify what the assumption or need is for each bullet?</a:t>
            </a:r>
          </a:p>
        </p188:txBody>
      </p188:reply>
      <p188:reply id="{525E7D71-9A4A-4EC7-B4AC-0667E35A4DFC}" authorId="{E9CA1217-3678-D883-76FF-A1F16F6C7E27}" created="2023-10-24T10:27:25.315">
        <p188:txBody>
          <a:bodyPr/>
          <a:lstStyle/>
          <a:p>
            <a:r>
              <a:rPr lang="en-US"/>
              <a:t>Cc [@S Narain, Anuuj]</a:t>
            </a:r>
          </a:p>
        </p188:txBody>
      </p188:reply>
      <p188:reply id="{F3610B67-4BC1-4533-A8E7-69054676378E}" authorId="{9BB11914-6597-C954-032C-F293E8B935E8}" created="2023-10-25T08:37:08.310">
        <p188:txBody>
          <a:bodyPr/>
          <a:lstStyle/>
          <a:p>
            <a:r>
              <a:rPr lang="en-US"/>
              <a:t>Remove the term inputs - it is still a dependency</a:t>
            </a:r>
          </a:p>
        </p188:txBody>
      </p188:reply>
    </p188:replyLst>
    <p188:txBody>
      <a:bodyPr/>
      <a:lstStyle/>
      <a:p>
        <a:r>
          <a:rPr lang="en-US"/>
          <a:t>This would be for hypothesis or assumptions</a:t>
        </a:r>
      </a:p>
    </p188:txBody>
  </p188:cm>
  <p188:cm id="{19B0271D-6DB0-4A80-AE10-F193A9146F48}" authorId="{E9CA1217-3678-D883-76FF-A1F16F6C7E27}" status="resolved" created="2023-10-23T09:03:27.00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76460809" sldId="2147481446"/>
      <ac:spMk id="14" creationId="{573B43F1-7384-A3B0-8876-650D768B4466}"/>
      <ac:txMk cp="154" len="49">
        <ac:context len="204" hash="2539325965"/>
      </ac:txMk>
    </ac:txMkLst>
    <p188:pos x="3961298" y="815433"/>
    <p188:replyLst>
      <p188:reply id="{691F2B02-AA6A-4225-8856-8FF811F371D3}" authorId="{9BB11914-6597-C954-032C-F293E8B935E8}" created="2023-10-25T08:31:48.333">
        <p188:txBody>
          <a:bodyPr/>
          <a:lstStyle/>
          <a:p>
            <a:r>
              <a:rPr lang="en-US"/>
              <a:t>Yes</a:t>
            </a:r>
          </a:p>
        </p188:txBody>
      </p188:reply>
    </p188:replyLst>
    <p188:txBody>
      <a:bodyPr/>
      <a:lstStyle/>
      <a:p>
        <a:r>
          <a:rPr lang="en-US"/>
          <a:t>Last two bullets are the same no?</a:t>
        </a:r>
      </a:p>
    </p188:txBody>
  </p188:cm>
  <p188:cm id="{790F44E4-9F4F-4A62-8305-3981FE897B2A}" authorId="{E9CA1217-3678-D883-76FF-A1F16F6C7E27}" status="resolved" created="2023-10-24T10:21:28.523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76460809" sldId="2147481446"/>
      <ac:spMk id="11" creationId="{24819836-E945-AD13-4421-BF3EBE9693AA}"/>
      <ac:txMk cp="298" len="15">
        <ac:context len="785" hash="2953887482"/>
      </ac:txMk>
    </ac:txMkLst>
    <p188:pos x="1966913" y="1918127"/>
    <p188:replyLst>
      <p188:reply id="{1C9ADB0F-5D7F-4499-B824-9D76954DBB45}" authorId="{E9CA1217-3678-D883-76FF-A1F16F6C7E27}" created="2023-10-24T10:27:45.306">
        <p188:txBody>
          <a:bodyPr/>
          <a:lstStyle/>
          <a:p>
            <a:r>
              <a:rPr lang="en-US"/>
              <a:t>Cc [@S Narain, Anuuj]</a:t>
            </a:r>
          </a:p>
        </p188:txBody>
      </p188:reply>
      <p188:reply id="{75F909DB-ABCB-433C-A850-00E529AE035B}" authorId="{9BB11914-6597-C954-032C-F293E8B935E8}" created="2023-10-25T08:35:59.496">
        <p188:txBody>
          <a:bodyPr/>
          <a:lstStyle/>
          <a:p>
            <a:r>
              <a:rPr lang="en-US"/>
              <a:t>Will go to SEC A, B, C areas and conduct the listing of people satisfying the given criteria (randomly - minimize bias)</a:t>
            </a:r>
          </a:p>
        </p188:txBody>
      </p188:reply>
    </p188:replyLst>
    <p188:txBody>
      <a:bodyPr/>
      <a:lstStyle/>
      <a:p>
        <a:r>
          <a:rPr lang="en-US"/>
          <a:t>What does this mean?</a:t>
        </a:r>
      </a:p>
    </p188:txBody>
  </p188:cm>
  <p188:cm id="{972112A2-966C-482C-B86C-EE1ECCA2481B}" authorId="{E9CA1217-3678-D883-76FF-A1F16F6C7E27}" status="resolved" created="2023-10-24T10:35:26.03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76460809" sldId="2147481446"/>
      <ac:spMk id="10" creationId="{7EA9C9F7-F80E-D335-A5DD-BB0160A2A189}"/>
      <ac:txMk cp="143" len="38">
        <ac:context len="358" hash="538572108"/>
      </ac:txMk>
    </ac:txMkLst>
    <p188:pos x="5338762" y="461791"/>
    <p188:replyLst>
      <p188:reply id="{120658ED-61D2-45CA-A12D-2598E9ED2E1B}" authorId="{9BB11914-6597-C954-032C-F293E8B935E8}" created="2023-10-25T08:28:53.155">
        <p188:txBody>
          <a:bodyPr/>
          <a:lstStyle/>
          <a:p>
            <a:r>
              <a:rPr lang="en-US"/>
              <a:t>We can confine to these and other options</a:t>
            </a:r>
          </a:p>
        </p188:txBody>
      </p188:reply>
    </p188:replyLst>
    <p188:txBody>
      <a:bodyPr/>
      <a:lstStyle/>
      <a:p>
        <a:r>
          <a:rPr lang="en-US"/>
          <a:t>Will we really look and analyze amodes of transportation other than carpooling and bus?</a:t>
        </a:r>
      </a:p>
    </p188:txBody>
  </p188:cm>
</p188:cmLst>
</file>

<file path=ppt/comments/modernComment_7FFFF767_C8A726D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CBDD7D-374D-4E66-BE93-C526E445D28E}" authorId="{9BB11914-6597-C954-032C-F293E8B935E8}" status="resolved" created="2023-10-23T02:00:53.34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66397657" sldId="2147481447"/>
      <ac:spMk id="10" creationId="{7EA9C9F7-F80E-D335-A5DD-BB0160A2A189}"/>
    </ac:deMkLst>
    <p188:replyLst>
      <p188:reply id="{50659510-0445-4659-85D1-F85135F8A66D}" authorId="{E9CA1217-3678-D883-76FF-A1F16F6C7E27}" created="2023-10-23T04:12:06.291">
        <p188:txBody>
          <a:bodyPr/>
          <a:lstStyle/>
          <a:p>
            <a:r>
              <a:rPr lang="en-US"/>
              <a:t>Let s  braak it into 2 bullet points, one for carpooling one for bus</a:t>
            </a:r>
          </a:p>
        </p188:txBody>
      </p188:reply>
      <p188:reply id="{AADB9879-FFE4-4583-8A0F-A93943AAD781}" authorId="{9BB11914-6597-C954-032C-F293E8B935E8}" created="2023-10-23T05:58:52.477">
        <p188:txBody>
          <a:bodyPr/>
          <a:lstStyle/>
          <a:p>
            <a:r>
              <a:rPr lang="en-US"/>
              <a:t>Sure</a:t>
            </a:r>
          </a:p>
        </p188:txBody>
      </p188:reply>
    </p188:replyLst>
    <p188:txBody>
      <a:bodyPr/>
      <a:lstStyle/>
      <a:p>
        <a:r>
          <a:rPr lang="en-US"/>
          <a:t>Done</a:t>
        </a:r>
      </a:p>
    </p188:txBody>
  </p188:cm>
  <p188:cm id="{559A6023-9CE4-4F04-904B-91FFF6700F70}" authorId="{E9CA1217-3678-D883-76FF-A1F16F6C7E27}" status="resolved" created="2023-10-23T04:13:00.510" complete="100000">
    <pc:sldMkLst xmlns:pc="http://schemas.microsoft.com/office/powerpoint/2013/main/command">
      <pc:docMk/>
      <pc:sldMk cId="3366397657" sldId="2147481447"/>
    </pc:sldMkLst>
    <p188:replyLst>
      <p188:reply id="{18F40B11-808E-47D2-8FAB-C0930089756E}" authorId="{9BB11914-6597-C954-032C-F293E8B935E8}" created="2023-10-23T05:58:20.584">
        <p188:txBody>
          <a:bodyPr/>
          <a:lstStyle/>
          <a:p>
            <a:r>
              <a:rPr lang="en-US"/>
              <a:t>Ok sure. Can rework post our meeting</a:t>
            </a:r>
          </a:p>
        </p188:txBody>
      </p188:reply>
    </p188:replyLst>
    <p188:txBody>
      <a:bodyPr/>
      <a:lstStyle/>
      <a:p>
        <a:r>
          <a:rPr lang="en-US"/>
          <a:t>Let s focus on the methodology here: audience, study design etc.</a:t>
        </a:r>
      </a:p>
    </p188:txBody>
  </p188:cm>
  <p188:cm id="{1E5D6F49-E178-42DA-A679-F3828A71233D}" authorId="{E9CA1217-3678-D883-76FF-A1F16F6C7E27}" created="2023-10-23T04:13:29.1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66397657" sldId="2147481447"/>
      <ac:spMk id="14" creationId="{573B43F1-7384-A3B0-8876-650D768B4466}"/>
      <ac:txMk cp="0" len="265">
        <ac:context len="267" hash="2533245699"/>
      </ac:txMk>
    </ac:txMkLst>
    <p188:pos x="4817030" y="668991"/>
    <p188:replyLst>
      <p188:reply id="{4CA0413B-700D-406E-8BC7-79260D9C848F}" authorId="{9BB11914-6597-C954-032C-F293E8B935E8}" created="2023-10-23T05:59:32.292">
        <p188:txBody>
          <a:bodyPr/>
          <a:lstStyle/>
          <a:p>
            <a:r>
              <a:rPr lang="en-US"/>
              <a:t>Will rework post our meeting</a:t>
            </a:r>
          </a:p>
        </p188:txBody>
      </p188:reply>
      <p188:reply id="{CD1A5B8D-A44F-4407-B2BD-8C6E8DC4F4B2}" authorId="{E9CA1217-3678-D883-76FF-A1F16F6C7E27}" created="2023-10-24T10:38:03.340">
        <p188:txBody>
          <a:bodyPr/>
          <a:lstStyle/>
          <a:p>
            <a:r>
              <a:rPr lang="en-US"/>
              <a:t>Cc [@S Narain, Anuuj] please update</a:t>
            </a:r>
          </a:p>
        </p188:txBody>
      </p188:reply>
      <p188:reply id="{C8D386E6-EBD9-463C-A229-CA3C6BC95D7D}" authorId="{9BB11914-6597-C954-032C-F293E8B935E8}" created="2023-10-25T08:52:46.911">
        <p188:txBody>
          <a:bodyPr/>
          <a:lstStyle/>
          <a:p>
            <a:r>
              <a:rPr lang="en-US"/>
              <a:t>Top box/ top2 box/ mean scores uon Scores on appeal, uniqueness, relevance, believability and comprehension of the concepts​
Intention to try/ improvement areas​</a:t>
            </a:r>
          </a:p>
        </p188:txBody>
      </p188:reply>
    </p188:replyLst>
    <p188:txBody>
      <a:bodyPr/>
      <a:lstStyle/>
      <a:p>
        <a:r>
          <a:rPr lang="en-US"/>
          <a:t>This is not an outcome but part of the methodology</a:t>
        </a:r>
      </a:p>
    </p188:txBody>
  </p188:cm>
  <p188:cm id="{B8B6FDF8-AC56-4B6D-AEF9-837CD086D506}" authorId="{E9CA1217-3678-D883-76FF-A1F16F6C7E27}" created="2023-10-23T09:11:28.71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66397657" sldId="2147481447"/>
      <ac:spMk id="11" creationId="{24819836-E945-AD13-4421-BF3EBE9693AA}"/>
      <ac:txMk cp="461" len="19">
        <ac:context len="882" hash="1257927668"/>
      </ac:txMk>
    </ac:txMkLst>
    <p188:pos x="2174759" y="1912713"/>
    <p188:replyLst>
      <p188:reply id="{70EA8B80-640E-4224-BB81-3B27EDD060AF}" authorId="{9BB11914-6597-C954-032C-F293E8B935E8}" created="2023-10-25T08:56:08.510">
        <p188:txBody>
          <a:bodyPr/>
          <a:lstStyle/>
          <a:p>
            <a:r>
              <a:rPr lang="en-US"/>
              <a:t>Yes</a:t>
            </a:r>
          </a:p>
        </p188:txBody>
      </p188:reply>
    </p188:replyLst>
    <p188:txBody>
      <a:bodyPr/>
      <a:lstStyle/>
      <a:p>
        <a:r>
          <a:rPr lang="en-US"/>
          <a:t>Product concepts</a:t>
        </a:r>
      </a:p>
    </p188:txBody>
  </p188:cm>
  <p188:cm id="{1CE77701-DFEC-488C-BE7E-8DE8E0C1268C}" authorId="{E9CA1217-3678-D883-76FF-A1F16F6C7E27}" status="resolved" created="2023-10-23T09:12:26.81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66397657" sldId="2147481447"/>
      <ac:spMk id="11" creationId="{24819836-E945-AD13-4421-BF3EBE9693AA}"/>
      <ac:txMk cp="0" len="347">
        <ac:context len="882" hash="1257927668"/>
      </ac:txMk>
    </ac:txMkLst>
    <p188:pos x="6275121" y="266793"/>
    <p188:replyLst>
      <p188:reply id="{FC4DED8A-1D2A-4DB6-94F3-241BD6162576}" authorId="{9BB11914-6597-C954-032C-F293E8B935E8}" created="2023-10-25T08:50:32.642">
        <p188:txBody>
          <a:bodyPr/>
          <a:lstStyle/>
          <a:p>
            <a:r>
              <a:rPr lang="en-US"/>
              <a:t>Removed first thoughts </a:t>
            </a:r>
          </a:p>
        </p188:txBody>
      </p188:reply>
      <p188:reply id="{F43F2B79-5378-43F2-975A-965B13884F8C}" authorId="{9BB11914-6597-C954-032C-F293E8B935E8}" created="2023-10-25T08:51:15.284">
        <p188:txBody>
          <a:bodyPr/>
          <a:lstStyle/>
          <a:p>
            <a:r>
              <a:rPr lang="en-US"/>
              <a:t>Not a priority</a:t>
            </a:r>
          </a:p>
        </p188:txBody>
      </p188:reply>
    </p188:replyLst>
    <p188:txBody>
      <a:bodyPr/>
      <a:lstStyle/>
      <a:p>
        <a:r>
          <a:rPr lang="en-US"/>
          <a:t>Clarify type of questions asked to assess first thougts etc,</a:t>
        </a:r>
      </a:p>
    </p188:txBody>
  </p188:cm>
  <p188:cm id="{ACD0F77D-F34F-4486-859D-6C2A58ECA15D}" authorId="{E9CA1217-3678-D883-76FF-A1F16F6C7E27}" created="2023-10-23T09:13:04.22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66397657" sldId="2147481447"/>
      <ac:spMk id="11" creationId="{24819836-E945-AD13-4421-BF3EBE9693AA}"/>
      <ac:txMk cp="516" len="364">
        <ac:context len="882" hash="1257927668"/>
      </ac:txMk>
    </ac:txMkLst>
    <p188:pos x="6101866" y="2278473"/>
    <p188:replyLst>
      <p188:reply id="{AE85CF5D-A00A-4A56-85D4-402B9BAFC8DD}" authorId="{E9CA1217-3678-D883-76FF-A1F16F6C7E27}" created="2023-10-24T10:37:18.693">
        <p188:txBody>
          <a:bodyPr/>
          <a:lstStyle/>
          <a:p>
            <a:r>
              <a:rPr lang="en-US"/>
              <a:t>Cc [@S Narain, Anuuj]</a:t>
            </a:r>
          </a:p>
        </p188:txBody>
      </p188:reply>
      <p188:reply id="{5A324568-2E7B-4C3A-A635-67EB73801F17}" authorId="{9BB11914-6597-C954-032C-F293E8B935E8}" created="2023-10-25T08:56:49.792">
        <p188:txBody>
          <a:bodyPr/>
          <a:lstStyle/>
          <a:p>
            <a:r>
              <a:rPr lang="en-US"/>
              <a:t>350 carpooling and 350 bus (across 5 cities)</a:t>
            </a:r>
          </a:p>
        </p188:txBody>
      </p188:reply>
    </p188:replyLst>
    <p188:txBody>
      <a:bodyPr/>
      <a:lstStyle/>
      <a:p>
        <a:r>
          <a:rPr lang="en-US"/>
          <a:t>I guess here we would target target users only or existing users based on phase 1 outputs?
How many people interviewed per concept?</a:t>
        </a:r>
      </a:p>
    </p188:txBody>
  </p188:cm>
  <p188:cm id="{953A1BC9-C8D0-4A0A-AD1E-CA482A5F6E01}" authorId="{E9CA1217-3678-D883-76FF-A1F16F6C7E27}" created="2023-10-23T09:13:38.75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66397657" sldId="2147481447"/>
      <ac:spMk id="11" creationId="{24819836-E945-AD13-4421-BF3EBE9693AA}"/>
      <ac:txMk cp="349" len="12">
        <ac:context len="882" hash="1257927668"/>
      </ac:txMk>
    </ac:txMkLst>
    <p188:pos x="1385487" y="1364073"/>
    <p188:replyLst>
      <p188:reply id="{288E1745-4B45-477D-A70E-3D310350C2DE}" authorId="{9BB11914-6597-C954-032C-F293E8B935E8}" created="2023-10-25T08:55:58.603">
        <p188:txBody>
          <a:bodyPr/>
          <a:lstStyle/>
          <a:p>
            <a:r>
              <a:rPr lang="en-US"/>
              <a:t>We are assuming one concept each</a:t>
            </a:r>
          </a:p>
        </p188:txBody>
      </p188:reply>
    </p188:replyLst>
    <p188:txBody>
      <a:bodyPr/>
      <a:lstStyle/>
      <a:p>
        <a:r>
          <a:rPr lang="en-US"/>
          <a:t>2 distinct concepts only (1 for carpool and 1 for bus) or more?</a:t>
        </a:r>
      </a:p>
    </p188:txBody>
  </p188:cm>
</p188:cmLst>
</file>

<file path=ppt/comments/modernComment_7FFFF769_D86EB95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A8A83BA-1CAB-4BDA-B243-5D4499277B15}" authorId="{E9CA1217-3678-D883-76FF-A1F16F6C7E27}" status="resolved" created="2023-09-15T14:23:17.73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31135061" sldId="2147481449"/>
      <ac:graphicFrameMk id="7" creationId="{58179008-CFC0-4A5A-82E7-6657256576F5}"/>
    </ac:deMkLst>
    <p188:replyLst>
      <p188:reply id="{277F1080-E80F-4620-AFBD-6AADEDB24869}" authorId="{9BB11914-6597-C954-032C-F293E8B935E8}" created="2023-09-18T04:59:32.297">
        <p188:txBody>
          <a:bodyPr/>
          <a:lstStyle/>
          <a:p>
            <a:r>
              <a:rPr lang="en-US"/>
              <a:t>Comparison of client product versus currently used product through survey</a:t>
            </a:r>
          </a:p>
        </p188:txBody>
      </p188:reply>
    </p188:replyLst>
    <p188:txBody>
      <a:bodyPr/>
      <a:lstStyle/>
      <a:p>
        <a:r>
          <a:rPr lang="en-US"/>
          <a:t>I d recommend to do the detailed product benchmark in parallel of this phase</a:t>
        </a:r>
      </a:p>
    </p188:txBody>
  </p188:cm>
  <p188:cm id="{D5FEB082-2131-4E4E-B5F9-FC476892C848}" authorId="{E9CA1217-3678-D883-76FF-A1F16F6C7E27}" status="resolved" created="2023-09-15T14:29:10.07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31135061" sldId="2147481449"/>
      <ac:spMk id="68" creationId="{9CFB6464-1AE6-E0DE-E3CD-E9C5C4DD5A5B}"/>
    </ac:deMkLst>
    <p188:replyLst>
      <p188:reply id="{974AC55E-CD29-48EA-9EFB-D651B374FA64}" authorId="{9BB11914-6597-C954-032C-F293E8B935E8}" created="2023-09-18T05:03:17.834">
        <p188:txBody>
          <a:bodyPr/>
          <a:lstStyle/>
          <a:p>
            <a:r>
              <a:rPr lang="en-US"/>
              <a:t>This is required at the kick-off from client along with the concept/ value proposition to be tested</a:t>
            </a:r>
          </a:p>
        </p188:txBody>
      </p188:reply>
    </p188:replyLst>
    <p188:txBody>
      <a:bodyPr/>
      <a:lstStyle/>
      <a:p>
        <a:r>
          <a:rPr lang="en-US"/>
          <a:t>Understanding of BBC carpooling and pro market place platform</a:t>
        </a:r>
      </a:p>
    </p188:txBody>
  </p188:cm>
  <p188:cm id="{971DEB48-A27F-4130-88C8-3CD9F08FC644}" authorId="{E9CA1217-3678-D883-76FF-A1F16F6C7E27}" status="resolved" created="2023-09-15T14:29:22.9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31135061" sldId="2147481449"/>
      <ac:graphicFrameMk id="7" creationId="{58179008-CFC0-4A5A-82E7-6657256576F5}"/>
    </ac:deMkLst>
    <p188:replyLst>
      <p188:reply id="{9EDEA662-7883-44B0-B95D-F64C99461060}" authorId="{9BB11914-6597-C954-032C-F293E8B935E8}" created="2023-09-18T05:00:56.002">
        <p188:txBody>
          <a:bodyPr/>
          <a:lstStyle/>
          <a:p>
            <a:r>
              <a:rPr lang="en-US"/>
              <a:t>gaps versus currently used product and any other shortcomings mentioned by users</a:t>
            </a:r>
          </a:p>
        </p188:txBody>
      </p188:reply>
    </p188:replyLst>
    <p188:txBody>
      <a:bodyPr/>
      <a:lstStyle/>
      <a:p>
        <a:r>
          <a:rPr lang="en-US"/>
          <a:t>+ gap analysis of competitors' product vs BBC</a:t>
        </a:r>
      </a:p>
    </p188:txBody>
  </p188:cm>
  <p188:cm id="{39B1BE06-5E49-4585-9409-307DC3036EF0}" authorId="{E9CA1217-3678-D883-76FF-A1F16F6C7E27}" status="resolved" created="2023-10-24T10:47:08.98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31135061" sldId="2147481449"/>
      <ac:spMk id="18" creationId="{640BE951-8F01-B821-C54F-A38AE37C100A}"/>
    </ac:deMkLst>
    <p188:txBody>
      <a:bodyPr/>
      <a:lstStyle/>
      <a:p>
        <a:r>
          <a:rPr lang="en-US"/>
          <a:t>[@S Narain, Anuuj] [@Sonwalkar, Veena] simplified and consolidated project plan activities. Let s work on one single slide and discuss in the moorning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61BE83F-9029-4F79-99E9-50E6433A3F88}" authorId="{E9CA1217-3678-D883-76FF-A1F16F6C7E27}" created="2023-10-24T10:26:57.210">
    <pc:sldMkLst xmlns:pc="http://schemas.microsoft.com/office/powerpoint/2013/main/command">
      <pc:docMk/>
      <pc:sldMk cId="0" sldId="256"/>
    </pc:sldMkLst>
    <p188:txBody>
      <a:bodyPr/>
      <a:lstStyle/>
      <a:p>
        <a:r>
          <a:rPr lang="en-US"/>
          <a:t>[@Sonwalkar, Veena]Maybe in appendix?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B0A946-0D20-4401-BE48-B15B1FE984D6}" authorId="{E9CA1217-3678-D883-76FF-A1F16F6C7E27}" created="2023-10-24T10:24:53.897">
    <pc:sldMkLst xmlns:pc="http://schemas.microsoft.com/office/powerpoint/2013/main/command">
      <pc:docMk/>
      <pc:sldMk cId="0" sldId="257"/>
    </pc:sldMkLst>
    <p188:txBody>
      <a:bodyPr/>
      <a:lstStyle/>
      <a:p>
        <a:r>
          <a:rPr lang="en-US"/>
          <a:t>As discussed, let's simplify and merge with slide 17. Focus should be on user interviews assessing current carpool and bus platforms and per the client's words:
#2 Is our current product offer enough, or are they key features missing (and which ones)
#3 Which reasons to believe &amp; narrative should we communicate on (incentives etc)
Cc [@Sonwalkar, Veena]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B6225-3E94-4525-8747-A8CEEE07C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33FD8-B984-44FE-83F0-5C989EE62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988DC-9DE3-4390-97AB-D61B85DACE57}" type="datetimeFigureOut">
              <a:rPr lang="pt-PT" sz="900" smtClean="0"/>
              <a:pPr/>
              <a:t>02/03/2026</a:t>
            </a:fld>
            <a:endParaRPr lang="pt-PT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D1E4F-EFF7-4551-A0B7-35D2A74F4F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F35C8-35E9-48DD-971F-B2366CC5B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90BF9-40D8-49B5-87EF-599BB2C7EE93}" type="slidenum">
              <a:rPr lang="pt-PT" sz="900" smtClean="0"/>
              <a:pPr/>
              <a:t>‹#›</a:t>
            </a:fld>
            <a:endParaRPr lang="pt-PT" sz="900"/>
          </a:p>
        </p:txBody>
      </p:sp>
    </p:spTree>
    <p:extLst>
      <p:ext uri="{BB962C8B-B14F-4D97-AF65-F5344CB8AC3E}">
        <p14:creationId xmlns:p14="http://schemas.microsoft.com/office/powerpoint/2010/main" val="3609307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835B8F7-DAC4-4931-8AED-4356A8B2FD64}" type="datetimeFigureOut">
              <a:rPr lang="pt-BR" smtClean="0"/>
              <a:pPr/>
              <a:t>02/03/2026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Insert comments</a:t>
            </a:r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C0696B5C-12A0-4042-B4D0-BD3B9A4F58C6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33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857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7026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299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Analysis of 7 cities + roads + competitors (some information about the competitive benchmark)</a:t>
            </a:r>
          </a:p>
          <a:p>
            <a:endParaRPr lang="en-IN"/>
          </a:p>
          <a:p>
            <a:endParaRPr lang="en-IN"/>
          </a:p>
          <a:p>
            <a:r>
              <a:rPr lang="en-IN"/>
              <a:t>Deep dive bus industry from week 2</a:t>
            </a:r>
          </a:p>
          <a:p>
            <a:endParaRPr lang="en-IN"/>
          </a:p>
          <a:p>
            <a:r>
              <a:rPr lang="en-IN"/>
              <a:t>Multiple meetings to get tech / commercial details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689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597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795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1518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918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High level benchmark</a:t>
            </a:r>
          </a:p>
          <a:p>
            <a:r>
              <a:rPr lang="en-IN"/>
              <a:t>Gap analysis in primary </a:t>
            </a:r>
            <a:r>
              <a:rPr lang="en-IN" err="1"/>
              <a:t>reasearch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178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9780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4125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40502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8164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High level benchmark</a:t>
            </a:r>
          </a:p>
          <a:p>
            <a:r>
              <a:rPr lang="en-IN"/>
              <a:t>Gap analysis in primary </a:t>
            </a:r>
            <a:r>
              <a:rPr lang="en-IN" err="1"/>
              <a:t>reasearch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212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8746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4050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err="1"/>
              <a:t>BlaBlaCar</a:t>
            </a:r>
            <a:r>
              <a:rPr lang="en-IN"/>
              <a:t> started operations in India in 2015, targeting medium-range trips and a young demography, with relative success compared to investments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60272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Demography: Young population with growing disposable income and smartphone adoption</a:t>
            </a:r>
          </a:p>
          <a:p>
            <a:r>
              <a:rPr lang="en-IN"/>
              <a:t>Sustainability: Sustainability concerns make local governments promote alternatives</a:t>
            </a:r>
          </a:p>
          <a:p>
            <a:r>
              <a:rPr lang="en-IN"/>
              <a:t>Infrastructure: Infrastructure improvements</a:t>
            </a:r>
          </a:p>
          <a:p>
            <a:r>
              <a:rPr lang="en-IN"/>
              <a:t>Lack of affordable travel options for last-minute trips: trains booked early, low per capita vehicle ownership</a:t>
            </a:r>
          </a:p>
          <a:p>
            <a:endParaRPr lang="en-IN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9316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://www.linkedin.com/company/capgemini-invent" TargetMode="External"/><Relationship Id="rId7" Type="http://schemas.openxmlformats.org/officeDocument/2006/relationships/hyperlink" Target="https://twitter.com/CapgeminiInvent" TargetMode="Externa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hyperlink" Target="https://www.facebook.com/capgeminiinvent" TargetMode="External"/><Relationship Id="rId5" Type="http://schemas.openxmlformats.org/officeDocument/2006/relationships/hyperlink" Target="http://www.slideshare.net/capgemini" TargetMode="Externa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hyperlink" Target="http://www.youtube.com/capgeminimedia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7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 Full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5A39C93-A915-45D6-953A-AAC473CA2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813" y="4725144"/>
            <a:ext cx="11386134" cy="830997"/>
          </a:xfrm>
        </p:spPr>
        <p:txBody>
          <a:bodyPr wrap="square" lIns="36000" rIns="36000" bIns="0" anchor="b" anchorCtr="0">
            <a:spAutoFit/>
          </a:bodyPr>
          <a:lstStyle>
            <a:lvl1pPr algn="l">
              <a:lnSpc>
                <a:spcPct val="90000"/>
              </a:lnSpc>
              <a:defRPr sz="60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1D5C5CA-E0F9-4194-9FD7-26150AB2A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3" y="5608404"/>
            <a:ext cx="11386134" cy="307777"/>
          </a:xfrm>
        </p:spPr>
        <p:txBody>
          <a:bodyPr wrap="square" lIns="36000" tIns="0" rIns="3600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586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0019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Final Slide 1">
    <p:bg>
      <p:bgPr>
        <a:solidFill>
          <a:srgbClr val="27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7">
            <a:extLst>
              <a:ext uri="{FF2B5EF4-FFF2-40B4-BE49-F238E27FC236}">
                <a16:creationId xmlns:a16="http://schemas.microsoft.com/office/drawing/2014/main" id="{2653E184-E27F-464F-A02D-7936F32A6D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8368" flipV="1">
            <a:off x="3661091" y="-1184328"/>
            <a:ext cx="10604299" cy="749765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26720" y="5810190"/>
            <a:ext cx="3293016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Ubuntu" panose="020B0504030602030204" pitchFamily="34" charset="0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Ubuntu" panose="020B0504030602030204" pitchFamily="34" charset="0"/>
                <a:cs typeface="Arial"/>
              </a:rPr>
              <a:t>Copyright © 2023 Capgemini. All rights reserved.</a:t>
            </a:r>
          </a:p>
        </p:txBody>
      </p:sp>
      <p:pic>
        <p:nvPicPr>
          <p:cNvPr id="18" name="Picture 2">
            <a:hlinkClick r:id="rId3"/>
            <a:extLst>
              <a:ext uri="{FF2B5EF4-FFF2-40B4-BE49-F238E27FC236}">
                <a16:creationId xmlns:a16="http://schemas.microsoft.com/office/drawing/2014/main" id="{3A0A9BEB-91BD-44D8-A1F8-E1C479D07C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9217" y="4968013"/>
            <a:ext cx="333195" cy="333195"/>
          </a:xfrm>
          <a:prstGeom prst="rect">
            <a:avLst/>
          </a:prstGeom>
          <a:noFill/>
        </p:spPr>
      </p:pic>
      <p:pic>
        <p:nvPicPr>
          <p:cNvPr id="19" name="Picture 4">
            <a:hlinkClick r:id="rId5"/>
            <a:extLst>
              <a:ext uri="{FF2B5EF4-FFF2-40B4-BE49-F238E27FC236}">
                <a16:creationId xmlns:a16="http://schemas.microsoft.com/office/drawing/2014/main" id="{FB87B49B-AF97-4CA0-A71A-9690DB2F26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92594" y="4968013"/>
            <a:ext cx="333195" cy="333195"/>
          </a:xfrm>
          <a:prstGeom prst="rect">
            <a:avLst/>
          </a:prstGeom>
          <a:noFill/>
        </p:spPr>
      </p:pic>
      <p:pic>
        <p:nvPicPr>
          <p:cNvPr id="20" name="Picture 5">
            <a:hlinkClick r:id="rId7"/>
            <a:extLst>
              <a:ext uri="{FF2B5EF4-FFF2-40B4-BE49-F238E27FC236}">
                <a16:creationId xmlns:a16="http://schemas.microsoft.com/office/drawing/2014/main" id="{AD029E14-A721-4F75-826F-752859D65D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75971" y="4968013"/>
            <a:ext cx="333195" cy="333195"/>
          </a:xfrm>
          <a:prstGeom prst="rect">
            <a:avLst/>
          </a:prstGeom>
          <a:noFill/>
        </p:spPr>
      </p:pic>
      <p:pic>
        <p:nvPicPr>
          <p:cNvPr id="21" name="Picture 6">
            <a:hlinkClick r:id="rId9"/>
            <a:extLst>
              <a:ext uri="{FF2B5EF4-FFF2-40B4-BE49-F238E27FC236}">
                <a16:creationId xmlns:a16="http://schemas.microsoft.com/office/drawing/2014/main" id="{8336DA4B-F1A6-45CE-B333-6872A900C0E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59347" y="4968013"/>
            <a:ext cx="333195" cy="333195"/>
          </a:xfrm>
          <a:prstGeom prst="rect">
            <a:avLst/>
          </a:prstGeom>
          <a:noFill/>
        </p:spPr>
      </p:pic>
      <p:pic>
        <p:nvPicPr>
          <p:cNvPr id="32" name="Picture 7">
            <a:hlinkClick r:id="rId11"/>
            <a:extLst>
              <a:ext uri="{FF2B5EF4-FFF2-40B4-BE49-F238E27FC236}">
                <a16:creationId xmlns:a16="http://schemas.microsoft.com/office/drawing/2014/main" id="{12978F76-BF51-4A5E-9D45-6A9899B735C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5840" y="4968013"/>
            <a:ext cx="333195" cy="333195"/>
          </a:xfrm>
          <a:prstGeom prst="rect">
            <a:avLst/>
          </a:prstGeom>
          <a:noFill/>
        </p:spPr>
      </p:pic>
      <p:grpSp>
        <p:nvGrpSpPr>
          <p:cNvPr id="25" name="Graphic 4">
            <a:extLst>
              <a:ext uri="{FF2B5EF4-FFF2-40B4-BE49-F238E27FC236}">
                <a16:creationId xmlns:a16="http://schemas.microsoft.com/office/drawing/2014/main" id="{0E6F06AC-E357-4A44-ADBC-2942A5AA48FC}"/>
              </a:ext>
            </a:extLst>
          </p:cNvPr>
          <p:cNvGrpSpPr>
            <a:grpSpLocks/>
          </p:cNvGrpSpPr>
          <p:nvPr userDrawn="1"/>
        </p:nvGrpSpPr>
        <p:grpSpPr>
          <a:xfrm>
            <a:off x="452366" y="898467"/>
            <a:ext cx="3259236" cy="500422"/>
            <a:chOff x="3176111" y="1257136"/>
            <a:chExt cx="5719756" cy="878207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BD4F327-035F-4A6F-B54E-079A28118456}"/>
                </a:ext>
              </a:extLst>
            </p:cNvPr>
            <p:cNvSpPr/>
            <p:nvPr/>
          </p:nvSpPr>
          <p:spPr>
            <a:xfrm>
              <a:off x="8667268" y="1360960"/>
              <a:ext cx="228599" cy="485775"/>
            </a:xfrm>
            <a:custGeom>
              <a:avLst/>
              <a:gdLst>
                <a:gd name="connsiteX0" fmla="*/ 43339 w 228600"/>
                <a:gd name="connsiteY0" fmla="*/ 14764 h 485775"/>
                <a:gd name="connsiteX1" fmla="*/ 90011 w 228600"/>
                <a:gd name="connsiteY1" fmla="*/ 7144 h 485775"/>
                <a:gd name="connsiteX2" fmla="*/ 90011 w 228600"/>
                <a:gd name="connsiteY2" fmla="*/ 118586 h 485775"/>
                <a:gd name="connsiteX3" fmla="*/ 217646 w 228600"/>
                <a:gd name="connsiteY3" fmla="*/ 118586 h 485775"/>
                <a:gd name="connsiteX4" fmla="*/ 217646 w 228600"/>
                <a:gd name="connsiteY4" fmla="*/ 148114 h 485775"/>
                <a:gd name="connsiteX5" fmla="*/ 180499 w 228600"/>
                <a:gd name="connsiteY5" fmla="*/ 185261 h 485775"/>
                <a:gd name="connsiteX6" fmla="*/ 90011 w 228600"/>
                <a:gd name="connsiteY6" fmla="*/ 185261 h 485775"/>
                <a:gd name="connsiteX7" fmla="*/ 90011 w 228600"/>
                <a:gd name="connsiteY7" fmla="*/ 330994 h 485775"/>
                <a:gd name="connsiteX8" fmla="*/ 103346 w 228600"/>
                <a:gd name="connsiteY8" fmla="*/ 392906 h 485775"/>
                <a:gd name="connsiteX9" fmla="*/ 150019 w 228600"/>
                <a:gd name="connsiteY9" fmla="*/ 411004 h 485775"/>
                <a:gd name="connsiteX10" fmla="*/ 190024 w 228600"/>
                <a:gd name="connsiteY10" fmla="*/ 406241 h 485775"/>
                <a:gd name="connsiteX11" fmla="*/ 217646 w 228600"/>
                <a:gd name="connsiteY11" fmla="*/ 397669 h 485775"/>
                <a:gd name="connsiteX12" fmla="*/ 226219 w 228600"/>
                <a:gd name="connsiteY12" fmla="*/ 438626 h 485775"/>
                <a:gd name="connsiteX13" fmla="*/ 205264 w 228600"/>
                <a:gd name="connsiteY13" fmla="*/ 472916 h 485775"/>
                <a:gd name="connsiteX14" fmla="*/ 193834 w 228600"/>
                <a:gd name="connsiteY14" fmla="*/ 475774 h 485775"/>
                <a:gd name="connsiteX15" fmla="*/ 138589 w 228600"/>
                <a:gd name="connsiteY15" fmla="*/ 482441 h 485775"/>
                <a:gd name="connsiteX16" fmla="*/ 74771 w 228600"/>
                <a:gd name="connsiteY16" fmla="*/ 471964 h 485775"/>
                <a:gd name="connsiteX17" fmla="*/ 33814 w 228600"/>
                <a:gd name="connsiteY17" fmla="*/ 442436 h 485775"/>
                <a:gd name="connsiteX18" fmla="*/ 12859 w 228600"/>
                <a:gd name="connsiteY18" fmla="*/ 394811 h 485775"/>
                <a:gd name="connsiteX19" fmla="*/ 7144 w 228600"/>
                <a:gd name="connsiteY19" fmla="*/ 330994 h 485775"/>
                <a:gd name="connsiteX20" fmla="*/ 7144 w 228600"/>
                <a:gd name="connsiteY20" fmla="*/ 56674 h 485775"/>
                <a:gd name="connsiteX21" fmla="*/ 43339 w 228600"/>
                <a:gd name="connsiteY21" fmla="*/ 14764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8600" h="485775">
                  <a:moveTo>
                    <a:pt x="43339" y="14764"/>
                  </a:moveTo>
                  <a:lnTo>
                    <a:pt x="90011" y="7144"/>
                  </a:lnTo>
                  <a:lnTo>
                    <a:pt x="90011" y="118586"/>
                  </a:lnTo>
                  <a:lnTo>
                    <a:pt x="217646" y="118586"/>
                  </a:lnTo>
                  <a:lnTo>
                    <a:pt x="217646" y="148114"/>
                  </a:lnTo>
                  <a:cubicBezTo>
                    <a:pt x="217646" y="168116"/>
                    <a:pt x="201453" y="185261"/>
                    <a:pt x="180499" y="185261"/>
                  </a:cubicBezTo>
                  <a:lnTo>
                    <a:pt x="90011" y="185261"/>
                  </a:lnTo>
                  <a:lnTo>
                    <a:pt x="90011" y="330994"/>
                  </a:lnTo>
                  <a:cubicBezTo>
                    <a:pt x="90011" y="359569"/>
                    <a:pt x="94774" y="380524"/>
                    <a:pt x="103346" y="392906"/>
                  </a:cubicBezTo>
                  <a:cubicBezTo>
                    <a:pt x="112871" y="405289"/>
                    <a:pt x="128111" y="411004"/>
                    <a:pt x="150019" y="411004"/>
                  </a:cubicBezTo>
                  <a:cubicBezTo>
                    <a:pt x="165259" y="411004"/>
                    <a:pt x="178594" y="409099"/>
                    <a:pt x="190024" y="406241"/>
                  </a:cubicBezTo>
                  <a:cubicBezTo>
                    <a:pt x="201453" y="403384"/>
                    <a:pt x="210978" y="400526"/>
                    <a:pt x="217646" y="397669"/>
                  </a:cubicBezTo>
                  <a:lnTo>
                    <a:pt x="226219" y="438626"/>
                  </a:lnTo>
                  <a:cubicBezTo>
                    <a:pt x="229076" y="453866"/>
                    <a:pt x="220503" y="469106"/>
                    <a:pt x="205264" y="472916"/>
                  </a:cubicBezTo>
                  <a:lnTo>
                    <a:pt x="193834" y="475774"/>
                  </a:lnTo>
                  <a:cubicBezTo>
                    <a:pt x="178594" y="480536"/>
                    <a:pt x="159544" y="482441"/>
                    <a:pt x="138589" y="482441"/>
                  </a:cubicBezTo>
                  <a:cubicBezTo>
                    <a:pt x="112871" y="482441"/>
                    <a:pt x="91916" y="478631"/>
                    <a:pt x="74771" y="471964"/>
                  </a:cubicBezTo>
                  <a:cubicBezTo>
                    <a:pt x="57626" y="465296"/>
                    <a:pt x="44291" y="454819"/>
                    <a:pt x="33814" y="442436"/>
                  </a:cubicBezTo>
                  <a:cubicBezTo>
                    <a:pt x="23336" y="429101"/>
                    <a:pt x="16669" y="413861"/>
                    <a:pt x="12859" y="394811"/>
                  </a:cubicBezTo>
                  <a:cubicBezTo>
                    <a:pt x="9049" y="376714"/>
                    <a:pt x="7144" y="354806"/>
                    <a:pt x="7144" y="330994"/>
                  </a:cubicBezTo>
                  <a:lnTo>
                    <a:pt x="7144" y="56674"/>
                  </a:lnTo>
                  <a:cubicBezTo>
                    <a:pt x="7144" y="36671"/>
                    <a:pt x="22384" y="18574"/>
                    <a:pt x="43339" y="14764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0E492D1-55D5-4697-A681-45576FA90247}"/>
                </a:ext>
              </a:extLst>
            </p:cNvPr>
            <p:cNvSpPr/>
            <p:nvPr/>
          </p:nvSpPr>
          <p:spPr>
            <a:xfrm>
              <a:off x="7972896" y="1460972"/>
              <a:ext cx="333375" cy="381000"/>
            </a:xfrm>
            <a:custGeom>
              <a:avLst/>
              <a:gdLst>
                <a:gd name="connsiteX0" fmla="*/ 7144 w 333375"/>
                <a:gd name="connsiteY0" fmla="*/ 196691 h 381000"/>
                <a:gd name="connsiteX1" fmla="*/ 21431 w 333375"/>
                <a:gd name="connsiteY1" fmla="*/ 113824 h 381000"/>
                <a:gd name="connsiteX2" fmla="*/ 58579 w 333375"/>
                <a:gd name="connsiteY2" fmla="*/ 54769 h 381000"/>
                <a:gd name="connsiteX3" fmla="*/ 111919 w 333375"/>
                <a:gd name="connsiteY3" fmla="*/ 19526 h 381000"/>
                <a:gd name="connsiteX4" fmla="*/ 173831 w 333375"/>
                <a:gd name="connsiteY4" fmla="*/ 7144 h 381000"/>
                <a:gd name="connsiteX5" fmla="*/ 289084 w 333375"/>
                <a:gd name="connsiteY5" fmla="*/ 52864 h 381000"/>
                <a:gd name="connsiteX6" fmla="*/ 330041 w 333375"/>
                <a:gd name="connsiteY6" fmla="*/ 189071 h 381000"/>
                <a:gd name="connsiteX7" fmla="*/ 330041 w 333375"/>
                <a:gd name="connsiteY7" fmla="*/ 204311 h 381000"/>
                <a:gd name="connsiteX8" fmla="*/ 329089 w 333375"/>
                <a:gd name="connsiteY8" fmla="*/ 219551 h 381000"/>
                <a:gd name="connsiteX9" fmla="*/ 93822 w 333375"/>
                <a:gd name="connsiteY9" fmla="*/ 219551 h 381000"/>
                <a:gd name="connsiteX10" fmla="*/ 124301 w 333375"/>
                <a:gd name="connsiteY10" fmla="*/ 286226 h 381000"/>
                <a:gd name="connsiteX11" fmla="*/ 202406 w 333375"/>
                <a:gd name="connsiteY11" fmla="*/ 310039 h 381000"/>
                <a:gd name="connsiteX12" fmla="*/ 257651 w 333375"/>
                <a:gd name="connsiteY12" fmla="*/ 304324 h 381000"/>
                <a:gd name="connsiteX13" fmla="*/ 269081 w 333375"/>
                <a:gd name="connsiteY13" fmla="*/ 301466 h 381000"/>
                <a:gd name="connsiteX14" fmla="*/ 301466 w 333375"/>
                <a:gd name="connsiteY14" fmla="*/ 323374 h 381000"/>
                <a:gd name="connsiteX15" fmla="*/ 307181 w 333375"/>
                <a:gd name="connsiteY15" fmla="*/ 360521 h 381000"/>
                <a:gd name="connsiteX16" fmla="*/ 288131 w 333375"/>
                <a:gd name="connsiteY16" fmla="*/ 368141 h 381000"/>
                <a:gd name="connsiteX17" fmla="*/ 260509 w 333375"/>
                <a:gd name="connsiteY17" fmla="*/ 374809 h 381000"/>
                <a:gd name="connsiteX18" fmla="*/ 227172 w 333375"/>
                <a:gd name="connsiteY18" fmla="*/ 379571 h 381000"/>
                <a:gd name="connsiteX19" fmla="*/ 190976 w 333375"/>
                <a:gd name="connsiteY19" fmla="*/ 381476 h 381000"/>
                <a:gd name="connsiteX20" fmla="*/ 109061 w 333375"/>
                <a:gd name="connsiteY20" fmla="*/ 367189 h 381000"/>
                <a:gd name="connsiteX21" fmla="*/ 51911 w 333375"/>
                <a:gd name="connsiteY21" fmla="*/ 328136 h 381000"/>
                <a:gd name="connsiteX22" fmla="*/ 18574 w 333375"/>
                <a:gd name="connsiteY22" fmla="*/ 269081 h 381000"/>
                <a:gd name="connsiteX23" fmla="*/ 7144 w 333375"/>
                <a:gd name="connsiteY23" fmla="*/ 196691 h 381000"/>
                <a:gd name="connsiteX24" fmla="*/ 246222 w 333375"/>
                <a:gd name="connsiteY24" fmla="*/ 159544 h 381000"/>
                <a:gd name="connsiteX25" fmla="*/ 241459 w 333375"/>
                <a:gd name="connsiteY25" fmla="*/ 127159 h 381000"/>
                <a:gd name="connsiteX26" fmla="*/ 227172 w 333375"/>
                <a:gd name="connsiteY26" fmla="*/ 100489 h 381000"/>
                <a:gd name="connsiteX27" fmla="*/ 204311 w 333375"/>
                <a:gd name="connsiteY27" fmla="*/ 82391 h 381000"/>
                <a:gd name="connsiteX28" fmla="*/ 172879 w 333375"/>
                <a:gd name="connsiteY28" fmla="*/ 75724 h 381000"/>
                <a:gd name="connsiteX29" fmla="*/ 139541 w 333375"/>
                <a:gd name="connsiteY29" fmla="*/ 83344 h 381000"/>
                <a:gd name="connsiteX30" fmla="*/ 115729 w 333375"/>
                <a:gd name="connsiteY30" fmla="*/ 102394 h 381000"/>
                <a:gd name="connsiteX31" fmla="*/ 100489 w 333375"/>
                <a:gd name="connsiteY31" fmla="*/ 129064 h 381000"/>
                <a:gd name="connsiteX32" fmla="*/ 92869 w 333375"/>
                <a:gd name="connsiteY32" fmla="*/ 159544 h 381000"/>
                <a:gd name="connsiteX33" fmla="*/ 246222 w 333375"/>
                <a:gd name="connsiteY33" fmla="*/ 1595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3375" h="381000">
                  <a:moveTo>
                    <a:pt x="7144" y="196691"/>
                  </a:moveTo>
                  <a:cubicBezTo>
                    <a:pt x="7144" y="165259"/>
                    <a:pt x="11906" y="137636"/>
                    <a:pt x="21431" y="113824"/>
                  </a:cubicBezTo>
                  <a:cubicBezTo>
                    <a:pt x="30956" y="90011"/>
                    <a:pt x="43339" y="70009"/>
                    <a:pt x="58579" y="54769"/>
                  </a:cubicBezTo>
                  <a:cubicBezTo>
                    <a:pt x="73819" y="38576"/>
                    <a:pt x="91916" y="27146"/>
                    <a:pt x="111919" y="19526"/>
                  </a:cubicBezTo>
                  <a:cubicBezTo>
                    <a:pt x="131922" y="11906"/>
                    <a:pt x="152876" y="7144"/>
                    <a:pt x="173831" y="7144"/>
                  </a:cubicBezTo>
                  <a:cubicBezTo>
                    <a:pt x="223361" y="7144"/>
                    <a:pt x="261461" y="22384"/>
                    <a:pt x="289084" y="52864"/>
                  </a:cubicBezTo>
                  <a:cubicBezTo>
                    <a:pt x="316706" y="83344"/>
                    <a:pt x="330041" y="129064"/>
                    <a:pt x="330041" y="189071"/>
                  </a:cubicBezTo>
                  <a:cubicBezTo>
                    <a:pt x="330041" y="193834"/>
                    <a:pt x="330041" y="198596"/>
                    <a:pt x="330041" y="204311"/>
                  </a:cubicBezTo>
                  <a:cubicBezTo>
                    <a:pt x="330041" y="210026"/>
                    <a:pt x="329089" y="214789"/>
                    <a:pt x="329089" y="219551"/>
                  </a:cubicBezTo>
                  <a:lnTo>
                    <a:pt x="93822" y="219551"/>
                  </a:lnTo>
                  <a:cubicBezTo>
                    <a:pt x="95726" y="248126"/>
                    <a:pt x="106204" y="270034"/>
                    <a:pt x="124301" y="286226"/>
                  </a:cubicBezTo>
                  <a:cubicBezTo>
                    <a:pt x="142399" y="301466"/>
                    <a:pt x="168116" y="310039"/>
                    <a:pt x="202406" y="310039"/>
                  </a:cubicBezTo>
                  <a:cubicBezTo>
                    <a:pt x="222409" y="310039"/>
                    <a:pt x="240506" y="308134"/>
                    <a:pt x="257651" y="304324"/>
                  </a:cubicBezTo>
                  <a:cubicBezTo>
                    <a:pt x="261461" y="303371"/>
                    <a:pt x="266224" y="302419"/>
                    <a:pt x="269081" y="301466"/>
                  </a:cubicBezTo>
                  <a:cubicBezTo>
                    <a:pt x="284322" y="297656"/>
                    <a:pt x="298609" y="308134"/>
                    <a:pt x="301466" y="323374"/>
                  </a:cubicBezTo>
                  <a:lnTo>
                    <a:pt x="307181" y="360521"/>
                  </a:lnTo>
                  <a:cubicBezTo>
                    <a:pt x="302419" y="362426"/>
                    <a:pt x="296704" y="365284"/>
                    <a:pt x="288131" y="368141"/>
                  </a:cubicBezTo>
                  <a:cubicBezTo>
                    <a:pt x="280511" y="370999"/>
                    <a:pt x="270986" y="372904"/>
                    <a:pt x="260509" y="374809"/>
                  </a:cubicBezTo>
                  <a:cubicBezTo>
                    <a:pt x="250031" y="376714"/>
                    <a:pt x="239554" y="378619"/>
                    <a:pt x="227172" y="379571"/>
                  </a:cubicBezTo>
                  <a:cubicBezTo>
                    <a:pt x="214789" y="380524"/>
                    <a:pt x="203359" y="381476"/>
                    <a:pt x="190976" y="381476"/>
                  </a:cubicBezTo>
                  <a:cubicBezTo>
                    <a:pt x="159544" y="381476"/>
                    <a:pt x="131922" y="376714"/>
                    <a:pt x="109061" y="367189"/>
                  </a:cubicBezTo>
                  <a:cubicBezTo>
                    <a:pt x="86201" y="357664"/>
                    <a:pt x="67151" y="345281"/>
                    <a:pt x="51911" y="328136"/>
                  </a:cubicBezTo>
                  <a:cubicBezTo>
                    <a:pt x="36672" y="311944"/>
                    <a:pt x="26194" y="291941"/>
                    <a:pt x="18574" y="269081"/>
                  </a:cubicBezTo>
                  <a:cubicBezTo>
                    <a:pt x="10954" y="248126"/>
                    <a:pt x="7144" y="223361"/>
                    <a:pt x="7144" y="196691"/>
                  </a:cubicBezTo>
                  <a:close/>
                  <a:moveTo>
                    <a:pt x="246222" y="159544"/>
                  </a:moveTo>
                  <a:cubicBezTo>
                    <a:pt x="246222" y="148114"/>
                    <a:pt x="244316" y="137636"/>
                    <a:pt x="241459" y="127159"/>
                  </a:cubicBezTo>
                  <a:cubicBezTo>
                    <a:pt x="238601" y="116681"/>
                    <a:pt x="233839" y="108109"/>
                    <a:pt x="227172" y="100489"/>
                  </a:cubicBezTo>
                  <a:cubicBezTo>
                    <a:pt x="221456" y="92869"/>
                    <a:pt x="213836" y="87154"/>
                    <a:pt x="204311" y="82391"/>
                  </a:cubicBezTo>
                  <a:cubicBezTo>
                    <a:pt x="195739" y="77629"/>
                    <a:pt x="185261" y="75724"/>
                    <a:pt x="172879" y="75724"/>
                  </a:cubicBezTo>
                  <a:cubicBezTo>
                    <a:pt x="160497" y="75724"/>
                    <a:pt x="149066" y="78581"/>
                    <a:pt x="139541" y="83344"/>
                  </a:cubicBezTo>
                  <a:cubicBezTo>
                    <a:pt x="130016" y="88106"/>
                    <a:pt x="121444" y="94774"/>
                    <a:pt x="115729" y="102394"/>
                  </a:cubicBezTo>
                  <a:cubicBezTo>
                    <a:pt x="110014" y="110014"/>
                    <a:pt x="104299" y="118586"/>
                    <a:pt x="100489" y="129064"/>
                  </a:cubicBezTo>
                  <a:cubicBezTo>
                    <a:pt x="96679" y="139541"/>
                    <a:pt x="94774" y="149066"/>
                    <a:pt x="92869" y="159544"/>
                  </a:cubicBezTo>
                  <a:lnTo>
                    <a:pt x="246222" y="159544"/>
                  </a:ln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99FF54D-1CDA-4144-9742-3F9E12B670F1}"/>
                </a:ext>
              </a:extLst>
            </p:cNvPr>
            <p:cNvSpPr/>
            <p:nvPr/>
          </p:nvSpPr>
          <p:spPr>
            <a:xfrm>
              <a:off x="7182323" y="1317145"/>
              <a:ext cx="114301" cy="114301"/>
            </a:xfrm>
            <a:custGeom>
              <a:avLst/>
              <a:gdLst>
                <a:gd name="connsiteX0" fmla="*/ 109061 w 114300"/>
                <a:gd name="connsiteY0" fmla="*/ 58579 h 114300"/>
                <a:gd name="connsiteX1" fmla="*/ 93821 w 114300"/>
                <a:gd name="connsiteY1" fmla="*/ 95726 h 114300"/>
                <a:gd name="connsiteX2" fmla="*/ 58579 w 114300"/>
                <a:gd name="connsiteY2" fmla="*/ 109061 h 114300"/>
                <a:gd name="connsiteX3" fmla="*/ 22384 w 114300"/>
                <a:gd name="connsiteY3" fmla="*/ 95726 h 114300"/>
                <a:gd name="connsiteX4" fmla="*/ 7144 w 114300"/>
                <a:gd name="connsiteY4" fmla="*/ 58579 h 114300"/>
                <a:gd name="connsiteX5" fmla="*/ 22384 w 114300"/>
                <a:gd name="connsiteY5" fmla="*/ 20479 h 114300"/>
                <a:gd name="connsiteX6" fmla="*/ 58579 w 114300"/>
                <a:gd name="connsiteY6" fmla="*/ 7144 h 114300"/>
                <a:gd name="connsiteX7" fmla="*/ 93821 w 114300"/>
                <a:gd name="connsiteY7" fmla="*/ 20479 h 114300"/>
                <a:gd name="connsiteX8" fmla="*/ 109061 w 114300"/>
                <a:gd name="connsiteY8" fmla="*/ 5857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300" h="114300">
                  <a:moveTo>
                    <a:pt x="109061" y="58579"/>
                  </a:moveTo>
                  <a:cubicBezTo>
                    <a:pt x="109061" y="73819"/>
                    <a:pt x="104299" y="86201"/>
                    <a:pt x="93821" y="95726"/>
                  </a:cubicBezTo>
                  <a:cubicBezTo>
                    <a:pt x="83344" y="105251"/>
                    <a:pt x="71914" y="109061"/>
                    <a:pt x="58579" y="109061"/>
                  </a:cubicBezTo>
                  <a:cubicBezTo>
                    <a:pt x="44291" y="109061"/>
                    <a:pt x="31909" y="104299"/>
                    <a:pt x="22384" y="95726"/>
                  </a:cubicBezTo>
                  <a:cubicBezTo>
                    <a:pt x="11906" y="86201"/>
                    <a:pt x="7144" y="73819"/>
                    <a:pt x="7144" y="58579"/>
                  </a:cubicBezTo>
                  <a:cubicBezTo>
                    <a:pt x="7144" y="42386"/>
                    <a:pt x="11906" y="30004"/>
                    <a:pt x="22384" y="20479"/>
                  </a:cubicBezTo>
                  <a:cubicBezTo>
                    <a:pt x="32861" y="10954"/>
                    <a:pt x="44291" y="7144"/>
                    <a:pt x="58579" y="7144"/>
                  </a:cubicBezTo>
                  <a:cubicBezTo>
                    <a:pt x="71914" y="7144"/>
                    <a:pt x="84296" y="11906"/>
                    <a:pt x="93821" y="20479"/>
                  </a:cubicBezTo>
                  <a:cubicBezTo>
                    <a:pt x="104299" y="30004"/>
                    <a:pt x="109061" y="43339"/>
                    <a:pt x="109061" y="5857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5F11318-A233-4F19-A803-BF26C13003ED}"/>
                </a:ext>
              </a:extLst>
            </p:cNvPr>
            <p:cNvSpPr/>
            <p:nvPr/>
          </p:nvSpPr>
          <p:spPr>
            <a:xfrm>
              <a:off x="7192800" y="1473355"/>
              <a:ext cx="95250" cy="371475"/>
            </a:xfrm>
            <a:custGeom>
              <a:avLst/>
              <a:gdLst>
                <a:gd name="connsiteX0" fmla="*/ 90011 w 95250"/>
                <a:gd name="connsiteY0" fmla="*/ 366236 h 371475"/>
                <a:gd name="connsiteX1" fmla="*/ 67151 w 95250"/>
                <a:gd name="connsiteY1" fmla="*/ 366236 h 371475"/>
                <a:gd name="connsiteX2" fmla="*/ 7144 w 95250"/>
                <a:gd name="connsiteY2" fmla="*/ 306229 h 371475"/>
                <a:gd name="connsiteX3" fmla="*/ 7144 w 95250"/>
                <a:gd name="connsiteY3" fmla="*/ 7144 h 371475"/>
                <a:gd name="connsiteX4" fmla="*/ 35719 w 95250"/>
                <a:gd name="connsiteY4" fmla="*/ 7144 h 371475"/>
                <a:gd name="connsiteX5" fmla="*/ 90011 w 95250"/>
                <a:gd name="connsiteY5" fmla="*/ 62389 h 371475"/>
                <a:gd name="connsiteX6" fmla="*/ 90011 w 95250"/>
                <a:gd name="connsiteY6" fmla="*/ 366236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371475">
                  <a:moveTo>
                    <a:pt x="90011" y="366236"/>
                  </a:moveTo>
                  <a:lnTo>
                    <a:pt x="67151" y="366236"/>
                  </a:lnTo>
                  <a:cubicBezTo>
                    <a:pt x="33814" y="366236"/>
                    <a:pt x="7144" y="339566"/>
                    <a:pt x="7144" y="306229"/>
                  </a:cubicBezTo>
                  <a:lnTo>
                    <a:pt x="7144" y="7144"/>
                  </a:lnTo>
                  <a:lnTo>
                    <a:pt x="35719" y="7144"/>
                  </a:lnTo>
                  <a:cubicBezTo>
                    <a:pt x="66199" y="7144"/>
                    <a:pt x="90011" y="31909"/>
                    <a:pt x="90011" y="62389"/>
                  </a:cubicBezTo>
                  <a:lnTo>
                    <a:pt x="90011" y="366236"/>
                  </a:ln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D04261-41E8-4DC4-86FD-7F2DE971439A}"/>
                </a:ext>
              </a:extLst>
            </p:cNvPr>
            <p:cNvSpPr/>
            <p:nvPr/>
          </p:nvSpPr>
          <p:spPr>
            <a:xfrm>
              <a:off x="7637617" y="1474308"/>
              <a:ext cx="352426" cy="371475"/>
            </a:xfrm>
            <a:custGeom>
              <a:avLst/>
              <a:gdLst>
                <a:gd name="connsiteX0" fmla="*/ 287179 w 352425"/>
                <a:gd name="connsiteY0" fmla="*/ 7144 h 371475"/>
                <a:gd name="connsiteX1" fmla="*/ 250031 w 352425"/>
                <a:gd name="connsiteY1" fmla="*/ 43339 h 371475"/>
                <a:gd name="connsiteX2" fmla="*/ 179547 w 352425"/>
                <a:gd name="connsiteY2" fmla="*/ 246221 h 371475"/>
                <a:gd name="connsiteX3" fmla="*/ 106204 w 352425"/>
                <a:gd name="connsiteY3" fmla="*/ 47149 h 371475"/>
                <a:gd name="connsiteX4" fmla="*/ 68104 w 352425"/>
                <a:gd name="connsiteY4" fmla="*/ 7144 h 371475"/>
                <a:gd name="connsiteX5" fmla="*/ 27147 w 352425"/>
                <a:gd name="connsiteY5" fmla="*/ 7144 h 371475"/>
                <a:gd name="connsiteX6" fmla="*/ 7144 w 352425"/>
                <a:gd name="connsiteY6" fmla="*/ 7144 h 371475"/>
                <a:gd name="connsiteX7" fmla="*/ 130969 w 352425"/>
                <a:gd name="connsiteY7" fmla="*/ 329089 h 371475"/>
                <a:gd name="connsiteX8" fmla="*/ 171927 w 352425"/>
                <a:gd name="connsiteY8" fmla="*/ 365284 h 371475"/>
                <a:gd name="connsiteX9" fmla="*/ 213836 w 352425"/>
                <a:gd name="connsiteY9" fmla="*/ 365284 h 371475"/>
                <a:gd name="connsiteX10" fmla="*/ 350044 w 352425"/>
                <a:gd name="connsiteY10" fmla="*/ 7144 h 371475"/>
                <a:gd name="connsiteX11" fmla="*/ 287179 w 352425"/>
                <a:gd name="connsiteY11" fmla="*/ 7144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2425" h="371475">
                  <a:moveTo>
                    <a:pt x="287179" y="7144"/>
                  </a:moveTo>
                  <a:cubicBezTo>
                    <a:pt x="265272" y="7144"/>
                    <a:pt x="259556" y="18574"/>
                    <a:pt x="250031" y="43339"/>
                  </a:cubicBezTo>
                  <a:lnTo>
                    <a:pt x="179547" y="246221"/>
                  </a:lnTo>
                  <a:lnTo>
                    <a:pt x="106204" y="47149"/>
                  </a:lnTo>
                  <a:cubicBezTo>
                    <a:pt x="97631" y="21431"/>
                    <a:pt x="90011" y="7144"/>
                    <a:pt x="68104" y="7144"/>
                  </a:cubicBezTo>
                  <a:lnTo>
                    <a:pt x="27147" y="7144"/>
                  </a:lnTo>
                  <a:lnTo>
                    <a:pt x="7144" y="7144"/>
                  </a:lnTo>
                  <a:lnTo>
                    <a:pt x="130969" y="329089"/>
                  </a:lnTo>
                  <a:cubicBezTo>
                    <a:pt x="142399" y="352901"/>
                    <a:pt x="150019" y="365284"/>
                    <a:pt x="171927" y="365284"/>
                  </a:cubicBezTo>
                  <a:lnTo>
                    <a:pt x="213836" y="365284"/>
                  </a:lnTo>
                  <a:lnTo>
                    <a:pt x="350044" y="7144"/>
                  </a:lnTo>
                  <a:lnTo>
                    <a:pt x="287179" y="7144"/>
                  </a:ln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015D8A2-67AA-4CFF-AFDB-A8F2C5646049}"/>
                </a:ext>
              </a:extLst>
            </p:cNvPr>
            <p:cNvSpPr/>
            <p:nvPr/>
          </p:nvSpPr>
          <p:spPr>
            <a:xfrm>
              <a:off x="7326150" y="1464782"/>
              <a:ext cx="314325" cy="381000"/>
            </a:xfrm>
            <a:custGeom>
              <a:avLst/>
              <a:gdLst>
                <a:gd name="connsiteX0" fmla="*/ 300514 w 314325"/>
                <a:gd name="connsiteY0" fmla="*/ 105251 h 381000"/>
                <a:gd name="connsiteX1" fmla="*/ 275749 w 314325"/>
                <a:gd name="connsiteY1" fmla="*/ 52864 h 381000"/>
                <a:gd name="connsiteX2" fmla="*/ 229076 w 314325"/>
                <a:gd name="connsiteY2" fmla="*/ 19526 h 381000"/>
                <a:gd name="connsiteX3" fmla="*/ 155734 w 314325"/>
                <a:gd name="connsiteY3" fmla="*/ 7144 h 381000"/>
                <a:gd name="connsiteX4" fmla="*/ 70009 w 314325"/>
                <a:gd name="connsiteY4" fmla="*/ 13811 h 381000"/>
                <a:gd name="connsiteX5" fmla="*/ 7144 w 314325"/>
                <a:gd name="connsiteY5" fmla="*/ 27146 h 381000"/>
                <a:gd name="connsiteX6" fmla="*/ 7144 w 314325"/>
                <a:gd name="connsiteY6" fmla="*/ 329089 h 381000"/>
                <a:gd name="connsiteX7" fmla="*/ 7144 w 314325"/>
                <a:gd name="connsiteY7" fmla="*/ 329089 h 381000"/>
                <a:gd name="connsiteX8" fmla="*/ 7144 w 314325"/>
                <a:gd name="connsiteY8" fmla="*/ 338614 h 381000"/>
                <a:gd name="connsiteX9" fmla="*/ 44291 w 314325"/>
                <a:gd name="connsiteY9" fmla="*/ 375761 h 381000"/>
                <a:gd name="connsiteX10" fmla="*/ 45244 w 314325"/>
                <a:gd name="connsiteY10" fmla="*/ 375761 h 381000"/>
                <a:gd name="connsiteX11" fmla="*/ 45244 w 314325"/>
                <a:gd name="connsiteY11" fmla="*/ 375761 h 381000"/>
                <a:gd name="connsiteX12" fmla="*/ 90964 w 314325"/>
                <a:gd name="connsiteY12" fmla="*/ 375761 h 381000"/>
                <a:gd name="connsiteX13" fmla="*/ 90964 w 314325"/>
                <a:gd name="connsiteY13" fmla="*/ 84296 h 381000"/>
                <a:gd name="connsiteX14" fmla="*/ 116682 w 314325"/>
                <a:gd name="connsiteY14" fmla="*/ 80486 h 381000"/>
                <a:gd name="connsiteX15" fmla="*/ 150019 w 314325"/>
                <a:gd name="connsiteY15" fmla="*/ 78581 h 381000"/>
                <a:gd name="connsiteX16" fmla="*/ 186214 w 314325"/>
                <a:gd name="connsiteY16" fmla="*/ 84296 h 381000"/>
                <a:gd name="connsiteX17" fmla="*/ 210026 w 314325"/>
                <a:gd name="connsiteY17" fmla="*/ 102394 h 381000"/>
                <a:gd name="connsiteX18" fmla="*/ 222409 w 314325"/>
                <a:gd name="connsiteY18" fmla="*/ 135731 h 381000"/>
                <a:gd name="connsiteX19" fmla="*/ 226219 w 314325"/>
                <a:gd name="connsiteY19" fmla="*/ 185261 h 381000"/>
                <a:gd name="connsiteX20" fmla="*/ 226219 w 314325"/>
                <a:gd name="connsiteY20" fmla="*/ 328136 h 381000"/>
                <a:gd name="connsiteX21" fmla="*/ 226219 w 314325"/>
                <a:gd name="connsiteY21" fmla="*/ 328136 h 381000"/>
                <a:gd name="connsiteX22" fmla="*/ 226219 w 314325"/>
                <a:gd name="connsiteY22" fmla="*/ 337661 h 381000"/>
                <a:gd name="connsiteX23" fmla="*/ 263366 w 314325"/>
                <a:gd name="connsiteY23" fmla="*/ 374809 h 381000"/>
                <a:gd name="connsiteX24" fmla="*/ 263366 w 314325"/>
                <a:gd name="connsiteY24" fmla="*/ 374809 h 381000"/>
                <a:gd name="connsiteX25" fmla="*/ 310039 w 314325"/>
                <a:gd name="connsiteY25" fmla="*/ 374809 h 381000"/>
                <a:gd name="connsiteX26" fmla="*/ 310039 w 314325"/>
                <a:gd name="connsiteY26" fmla="*/ 172879 h 381000"/>
                <a:gd name="connsiteX27" fmla="*/ 300514 w 314325"/>
                <a:gd name="connsiteY27" fmla="*/ 105251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14325" h="381000">
                  <a:moveTo>
                    <a:pt x="300514" y="105251"/>
                  </a:moveTo>
                  <a:cubicBezTo>
                    <a:pt x="295751" y="85249"/>
                    <a:pt x="287179" y="67151"/>
                    <a:pt x="275749" y="52864"/>
                  </a:cubicBezTo>
                  <a:cubicBezTo>
                    <a:pt x="264319" y="38576"/>
                    <a:pt x="248126" y="27146"/>
                    <a:pt x="229076" y="19526"/>
                  </a:cubicBezTo>
                  <a:cubicBezTo>
                    <a:pt x="209074" y="11906"/>
                    <a:pt x="185261" y="7144"/>
                    <a:pt x="155734" y="7144"/>
                  </a:cubicBezTo>
                  <a:cubicBezTo>
                    <a:pt x="124301" y="7144"/>
                    <a:pt x="95726" y="9049"/>
                    <a:pt x="70009" y="13811"/>
                  </a:cubicBezTo>
                  <a:cubicBezTo>
                    <a:pt x="44291" y="17621"/>
                    <a:pt x="23336" y="22384"/>
                    <a:pt x="7144" y="27146"/>
                  </a:cubicBezTo>
                  <a:lnTo>
                    <a:pt x="7144" y="329089"/>
                  </a:lnTo>
                  <a:lnTo>
                    <a:pt x="7144" y="329089"/>
                  </a:lnTo>
                  <a:lnTo>
                    <a:pt x="7144" y="338614"/>
                  </a:lnTo>
                  <a:cubicBezTo>
                    <a:pt x="7144" y="358616"/>
                    <a:pt x="23336" y="375761"/>
                    <a:pt x="44291" y="375761"/>
                  </a:cubicBezTo>
                  <a:lnTo>
                    <a:pt x="45244" y="375761"/>
                  </a:lnTo>
                  <a:lnTo>
                    <a:pt x="45244" y="375761"/>
                  </a:lnTo>
                  <a:lnTo>
                    <a:pt x="90964" y="375761"/>
                  </a:lnTo>
                  <a:lnTo>
                    <a:pt x="90964" y="84296"/>
                  </a:lnTo>
                  <a:cubicBezTo>
                    <a:pt x="96679" y="83344"/>
                    <a:pt x="105251" y="82391"/>
                    <a:pt x="116682" y="80486"/>
                  </a:cubicBezTo>
                  <a:cubicBezTo>
                    <a:pt x="128111" y="79534"/>
                    <a:pt x="139541" y="78581"/>
                    <a:pt x="150019" y="78581"/>
                  </a:cubicBezTo>
                  <a:cubicBezTo>
                    <a:pt x="164307" y="78581"/>
                    <a:pt x="176689" y="80486"/>
                    <a:pt x="186214" y="84296"/>
                  </a:cubicBezTo>
                  <a:cubicBezTo>
                    <a:pt x="195739" y="88106"/>
                    <a:pt x="204311" y="94774"/>
                    <a:pt x="210026" y="102394"/>
                  </a:cubicBezTo>
                  <a:cubicBezTo>
                    <a:pt x="215741" y="110966"/>
                    <a:pt x="219551" y="121444"/>
                    <a:pt x="222409" y="135731"/>
                  </a:cubicBezTo>
                  <a:cubicBezTo>
                    <a:pt x="225266" y="149066"/>
                    <a:pt x="226219" y="165259"/>
                    <a:pt x="226219" y="185261"/>
                  </a:cubicBezTo>
                  <a:lnTo>
                    <a:pt x="226219" y="328136"/>
                  </a:lnTo>
                  <a:lnTo>
                    <a:pt x="226219" y="328136"/>
                  </a:lnTo>
                  <a:lnTo>
                    <a:pt x="226219" y="337661"/>
                  </a:lnTo>
                  <a:cubicBezTo>
                    <a:pt x="226219" y="357664"/>
                    <a:pt x="242411" y="374809"/>
                    <a:pt x="263366" y="374809"/>
                  </a:cubicBezTo>
                  <a:lnTo>
                    <a:pt x="263366" y="374809"/>
                  </a:lnTo>
                  <a:lnTo>
                    <a:pt x="310039" y="374809"/>
                  </a:lnTo>
                  <a:lnTo>
                    <a:pt x="310039" y="172879"/>
                  </a:lnTo>
                  <a:cubicBezTo>
                    <a:pt x="308134" y="148114"/>
                    <a:pt x="305276" y="126206"/>
                    <a:pt x="300514" y="1052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ABB67B-8225-4430-AADB-BAC849EFC18E}"/>
                </a:ext>
              </a:extLst>
            </p:cNvPr>
            <p:cNvSpPr/>
            <p:nvPr/>
          </p:nvSpPr>
          <p:spPr>
            <a:xfrm>
              <a:off x="8331989" y="1464782"/>
              <a:ext cx="314325" cy="381000"/>
            </a:xfrm>
            <a:custGeom>
              <a:avLst/>
              <a:gdLst>
                <a:gd name="connsiteX0" fmla="*/ 300514 w 314325"/>
                <a:gd name="connsiteY0" fmla="*/ 105251 h 381000"/>
                <a:gd name="connsiteX1" fmla="*/ 275749 w 314325"/>
                <a:gd name="connsiteY1" fmla="*/ 52864 h 381000"/>
                <a:gd name="connsiteX2" fmla="*/ 229076 w 314325"/>
                <a:gd name="connsiteY2" fmla="*/ 19526 h 381000"/>
                <a:gd name="connsiteX3" fmla="*/ 155734 w 314325"/>
                <a:gd name="connsiteY3" fmla="*/ 7144 h 381000"/>
                <a:gd name="connsiteX4" fmla="*/ 70009 w 314325"/>
                <a:gd name="connsiteY4" fmla="*/ 13811 h 381000"/>
                <a:gd name="connsiteX5" fmla="*/ 7144 w 314325"/>
                <a:gd name="connsiteY5" fmla="*/ 27146 h 381000"/>
                <a:gd name="connsiteX6" fmla="*/ 7144 w 314325"/>
                <a:gd name="connsiteY6" fmla="*/ 329089 h 381000"/>
                <a:gd name="connsiteX7" fmla="*/ 7144 w 314325"/>
                <a:gd name="connsiteY7" fmla="*/ 329089 h 381000"/>
                <a:gd name="connsiteX8" fmla="*/ 7144 w 314325"/>
                <a:gd name="connsiteY8" fmla="*/ 338614 h 381000"/>
                <a:gd name="connsiteX9" fmla="*/ 44291 w 314325"/>
                <a:gd name="connsiteY9" fmla="*/ 375761 h 381000"/>
                <a:gd name="connsiteX10" fmla="*/ 45244 w 314325"/>
                <a:gd name="connsiteY10" fmla="*/ 375761 h 381000"/>
                <a:gd name="connsiteX11" fmla="*/ 45244 w 314325"/>
                <a:gd name="connsiteY11" fmla="*/ 375761 h 381000"/>
                <a:gd name="connsiteX12" fmla="*/ 90964 w 314325"/>
                <a:gd name="connsiteY12" fmla="*/ 375761 h 381000"/>
                <a:gd name="connsiteX13" fmla="*/ 90964 w 314325"/>
                <a:gd name="connsiteY13" fmla="*/ 84296 h 381000"/>
                <a:gd name="connsiteX14" fmla="*/ 116681 w 314325"/>
                <a:gd name="connsiteY14" fmla="*/ 80486 h 381000"/>
                <a:gd name="connsiteX15" fmla="*/ 150019 w 314325"/>
                <a:gd name="connsiteY15" fmla="*/ 78581 h 381000"/>
                <a:gd name="connsiteX16" fmla="*/ 186214 w 314325"/>
                <a:gd name="connsiteY16" fmla="*/ 84296 h 381000"/>
                <a:gd name="connsiteX17" fmla="*/ 210026 w 314325"/>
                <a:gd name="connsiteY17" fmla="*/ 102394 h 381000"/>
                <a:gd name="connsiteX18" fmla="*/ 222409 w 314325"/>
                <a:gd name="connsiteY18" fmla="*/ 135731 h 381000"/>
                <a:gd name="connsiteX19" fmla="*/ 226219 w 314325"/>
                <a:gd name="connsiteY19" fmla="*/ 185261 h 381000"/>
                <a:gd name="connsiteX20" fmla="*/ 226219 w 314325"/>
                <a:gd name="connsiteY20" fmla="*/ 328136 h 381000"/>
                <a:gd name="connsiteX21" fmla="*/ 226219 w 314325"/>
                <a:gd name="connsiteY21" fmla="*/ 328136 h 381000"/>
                <a:gd name="connsiteX22" fmla="*/ 226219 w 314325"/>
                <a:gd name="connsiteY22" fmla="*/ 337661 h 381000"/>
                <a:gd name="connsiteX23" fmla="*/ 263366 w 314325"/>
                <a:gd name="connsiteY23" fmla="*/ 374809 h 381000"/>
                <a:gd name="connsiteX24" fmla="*/ 263366 w 314325"/>
                <a:gd name="connsiteY24" fmla="*/ 374809 h 381000"/>
                <a:gd name="connsiteX25" fmla="*/ 310039 w 314325"/>
                <a:gd name="connsiteY25" fmla="*/ 374809 h 381000"/>
                <a:gd name="connsiteX26" fmla="*/ 310039 w 314325"/>
                <a:gd name="connsiteY26" fmla="*/ 172879 h 381000"/>
                <a:gd name="connsiteX27" fmla="*/ 300514 w 314325"/>
                <a:gd name="connsiteY27" fmla="*/ 105251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14325" h="381000">
                  <a:moveTo>
                    <a:pt x="300514" y="105251"/>
                  </a:moveTo>
                  <a:cubicBezTo>
                    <a:pt x="295751" y="85249"/>
                    <a:pt x="287179" y="67151"/>
                    <a:pt x="275749" y="52864"/>
                  </a:cubicBezTo>
                  <a:cubicBezTo>
                    <a:pt x="264319" y="38576"/>
                    <a:pt x="248126" y="27146"/>
                    <a:pt x="229076" y="19526"/>
                  </a:cubicBezTo>
                  <a:cubicBezTo>
                    <a:pt x="209074" y="11906"/>
                    <a:pt x="185261" y="7144"/>
                    <a:pt x="155734" y="7144"/>
                  </a:cubicBezTo>
                  <a:cubicBezTo>
                    <a:pt x="124301" y="7144"/>
                    <a:pt x="95726" y="9049"/>
                    <a:pt x="70009" y="13811"/>
                  </a:cubicBezTo>
                  <a:cubicBezTo>
                    <a:pt x="44291" y="17621"/>
                    <a:pt x="23336" y="22384"/>
                    <a:pt x="7144" y="27146"/>
                  </a:cubicBezTo>
                  <a:lnTo>
                    <a:pt x="7144" y="329089"/>
                  </a:lnTo>
                  <a:lnTo>
                    <a:pt x="7144" y="329089"/>
                  </a:lnTo>
                  <a:lnTo>
                    <a:pt x="7144" y="338614"/>
                  </a:lnTo>
                  <a:cubicBezTo>
                    <a:pt x="7144" y="358616"/>
                    <a:pt x="23336" y="375761"/>
                    <a:pt x="44291" y="375761"/>
                  </a:cubicBezTo>
                  <a:lnTo>
                    <a:pt x="45244" y="375761"/>
                  </a:lnTo>
                  <a:lnTo>
                    <a:pt x="45244" y="375761"/>
                  </a:lnTo>
                  <a:lnTo>
                    <a:pt x="90964" y="375761"/>
                  </a:lnTo>
                  <a:lnTo>
                    <a:pt x="90964" y="84296"/>
                  </a:lnTo>
                  <a:cubicBezTo>
                    <a:pt x="96679" y="83344"/>
                    <a:pt x="105251" y="82391"/>
                    <a:pt x="116681" y="80486"/>
                  </a:cubicBezTo>
                  <a:cubicBezTo>
                    <a:pt x="128111" y="79534"/>
                    <a:pt x="139541" y="78581"/>
                    <a:pt x="150019" y="78581"/>
                  </a:cubicBezTo>
                  <a:cubicBezTo>
                    <a:pt x="164306" y="78581"/>
                    <a:pt x="176689" y="80486"/>
                    <a:pt x="186214" y="84296"/>
                  </a:cubicBezTo>
                  <a:cubicBezTo>
                    <a:pt x="195739" y="88106"/>
                    <a:pt x="204311" y="94774"/>
                    <a:pt x="210026" y="102394"/>
                  </a:cubicBezTo>
                  <a:cubicBezTo>
                    <a:pt x="215741" y="110966"/>
                    <a:pt x="219551" y="121444"/>
                    <a:pt x="222409" y="135731"/>
                  </a:cubicBezTo>
                  <a:cubicBezTo>
                    <a:pt x="225266" y="149066"/>
                    <a:pt x="226219" y="165259"/>
                    <a:pt x="226219" y="185261"/>
                  </a:cubicBezTo>
                  <a:lnTo>
                    <a:pt x="226219" y="328136"/>
                  </a:lnTo>
                  <a:lnTo>
                    <a:pt x="226219" y="328136"/>
                  </a:lnTo>
                  <a:lnTo>
                    <a:pt x="226219" y="337661"/>
                  </a:lnTo>
                  <a:cubicBezTo>
                    <a:pt x="226219" y="357664"/>
                    <a:pt x="242411" y="374809"/>
                    <a:pt x="263366" y="374809"/>
                  </a:cubicBezTo>
                  <a:lnTo>
                    <a:pt x="263366" y="374809"/>
                  </a:lnTo>
                  <a:lnTo>
                    <a:pt x="310039" y="374809"/>
                  </a:lnTo>
                  <a:lnTo>
                    <a:pt x="310039" y="172879"/>
                  </a:lnTo>
                  <a:cubicBezTo>
                    <a:pt x="307181" y="148114"/>
                    <a:pt x="305276" y="126206"/>
                    <a:pt x="300514" y="1052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80DE218-0241-46A4-90D2-7382ADEEE39C}"/>
                </a:ext>
              </a:extLst>
            </p:cNvPr>
            <p:cNvSpPr/>
            <p:nvPr/>
          </p:nvSpPr>
          <p:spPr>
            <a:xfrm>
              <a:off x="6619395" y="1521933"/>
              <a:ext cx="457199" cy="371475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453A12D-0A6D-425F-845C-25BD1BCA9772}"/>
                </a:ext>
              </a:extLst>
            </p:cNvPr>
            <p:cNvSpPr/>
            <p:nvPr/>
          </p:nvSpPr>
          <p:spPr>
            <a:xfrm>
              <a:off x="3176111" y="1268567"/>
              <a:ext cx="3171823" cy="866776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A840E59-D3CD-4EFD-91B6-D8D67866E679}"/>
                </a:ext>
              </a:extLst>
            </p:cNvPr>
            <p:cNvSpPr/>
            <p:nvPr/>
          </p:nvSpPr>
          <p:spPr>
            <a:xfrm>
              <a:off x="5565899" y="1311398"/>
              <a:ext cx="95250" cy="104775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F27D758-138A-4A34-8585-5107CA94402E}"/>
                </a:ext>
              </a:extLst>
            </p:cNvPr>
            <p:cNvSpPr/>
            <p:nvPr/>
          </p:nvSpPr>
          <p:spPr>
            <a:xfrm>
              <a:off x="6186959" y="1329492"/>
              <a:ext cx="95250" cy="95250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7D740C9-EA68-4A99-86CF-B22C39B44928}"/>
                </a:ext>
              </a:extLst>
            </p:cNvPr>
            <p:cNvSpPr/>
            <p:nvPr/>
          </p:nvSpPr>
          <p:spPr>
            <a:xfrm>
              <a:off x="6386989" y="1257136"/>
              <a:ext cx="695324" cy="581025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140899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seul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606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 4 col + image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91881" y="6517640"/>
            <a:ext cx="180772" cy="162560"/>
          </a:xfrm>
          <a:prstGeom prst="rect">
            <a:avLst/>
          </a:prstGeom>
        </p:spPr>
        <p:txBody>
          <a:bodyPr/>
          <a:lstStyle>
            <a:lvl1pPr algn="l" defTabSz="411480">
              <a:lnSpc>
                <a:spcPct val="130000"/>
              </a:lnSpc>
              <a:defRPr sz="900">
                <a:solidFill>
                  <a:srgbClr val="A7A7A7"/>
                </a:solidFill>
                <a:latin typeface="BentonSansF Medium"/>
                <a:ea typeface="BentonSansF Medium"/>
                <a:cs typeface="BentonSansF Medium"/>
                <a:sym typeface="BentonSansF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57" name="SECTION"/>
          <p:cNvSpPr>
            <a:spLocks noGrp="1"/>
          </p:cNvSpPr>
          <p:nvPr>
            <p:ph type="body" sz="quarter" idx="21"/>
          </p:nvPr>
        </p:nvSpPr>
        <p:spPr>
          <a:xfrm>
            <a:off x="884401" y="662082"/>
            <a:ext cx="325038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defTabSz="411480">
              <a:lnSpc>
                <a:spcPct val="100000"/>
              </a:lnSpc>
              <a:spcBef>
                <a:spcPts val="0"/>
              </a:spcBef>
              <a:defRPr sz="1000" b="0" cap="all" spc="100">
                <a:solidFill>
                  <a:schemeClr val="accent1">
                    <a:lumOff val="-57413"/>
                  </a:schemeClr>
                </a:solidFill>
                <a:latin typeface="BentonSansF Medium"/>
                <a:ea typeface="BentonSansF Medium"/>
                <a:cs typeface="BentonSansF Medium"/>
                <a:sym typeface="BentonSansF Medium"/>
              </a:defRPr>
            </a:lvl1pPr>
          </a:lstStyle>
          <a:p>
            <a:r>
              <a:t>SECTION</a:t>
            </a:r>
          </a:p>
        </p:txBody>
      </p:sp>
      <p:sp>
        <p:nvSpPr>
          <p:cNvPr id="859" name="Description text dolor sit dunt, consectetur adipisicing tempor. Description lorem text dolor sit didunt, consectetur aisicing tempor evsit."/>
          <p:cNvSpPr txBox="1">
            <a:spLocks noGrp="1"/>
          </p:cNvSpPr>
          <p:nvPr>
            <p:ph type="body" sz="quarter" idx="22"/>
          </p:nvPr>
        </p:nvSpPr>
        <p:spPr>
          <a:xfrm>
            <a:off x="875516" y="4183357"/>
            <a:ext cx="2247831" cy="1274003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411480">
              <a:lnSpc>
                <a:spcPct val="130000"/>
              </a:lnSpc>
              <a:spcBef>
                <a:spcPts val="0"/>
              </a:spcBef>
              <a:defRPr sz="1200" b="0">
                <a:solidFill>
                  <a:schemeClr val="accent1">
                    <a:lumOff val="-57413"/>
                  </a:schemeClr>
                </a:solidFill>
              </a:defRPr>
            </a:lvl1pPr>
          </a:lstStyle>
          <a:p>
            <a:r>
              <a:t>Description text dolor sit dunt, consectetur adipisicing tempor. Description lorem text dolor sit didunt, consectetur aisicing tempor evsit.</a:t>
            </a:r>
          </a:p>
        </p:txBody>
      </p:sp>
      <p:sp>
        <p:nvSpPr>
          <p:cNvPr id="860" name="Sub-title"/>
          <p:cNvSpPr>
            <a:spLocks noGrp="1"/>
          </p:cNvSpPr>
          <p:nvPr>
            <p:ph type="body" sz="quarter" idx="23"/>
          </p:nvPr>
        </p:nvSpPr>
        <p:spPr>
          <a:xfrm>
            <a:off x="875516" y="3651250"/>
            <a:ext cx="2247831" cy="3231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defTabSz="411480">
              <a:spcBef>
                <a:spcPts val="0"/>
              </a:spcBef>
              <a:defRPr sz="2100" b="0" spc="-21">
                <a:solidFill>
                  <a:schemeClr val="accent1">
                    <a:lumOff val="-57413"/>
                  </a:schemeClr>
                </a:solidFill>
                <a:latin typeface="Quarto Light"/>
                <a:ea typeface="Quarto Light"/>
                <a:cs typeface="Quarto Light"/>
                <a:sym typeface="Quarto Light"/>
              </a:defRPr>
            </a:lvl1pPr>
          </a:lstStyle>
          <a:p>
            <a:r>
              <a:t>Sub-title</a:t>
            </a:r>
          </a:p>
        </p:txBody>
      </p:sp>
      <p:sp>
        <p:nvSpPr>
          <p:cNvPr id="861" name="Sub-title"/>
          <p:cNvSpPr>
            <a:spLocks noGrp="1"/>
          </p:cNvSpPr>
          <p:nvPr>
            <p:ph type="body" sz="quarter" idx="24"/>
          </p:nvPr>
        </p:nvSpPr>
        <p:spPr>
          <a:xfrm>
            <a:off x="3491716" y="3651250"/>
            <a:ext cx="2247831" cy="3231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defTabSz="411480">
              <a:spcBef>
                <a:spcPts val="0"/>
              </a:spcBef>
              <a:defRPr sz="2100" b="0" spc="-21">
                <a:solidFill>
                  <a:schemeClr val="accent1">
                    <a:lumOff val="-57413"/>
                  </a:schemeClr>
                </a:solidFill>
                <a:latin typeface="Quarto Light"/>
                <a:ea typeface="Quarto Light"/>
                <a:cs typeface="Quarto Light"/>
                <a:sym typeface="Quarto Light"/>
              </a:defRPr>
            </a:lvl1pPr>
          </a:lstStyle>
          <a:p>
            <a:r>
              <a:t>Sub-title</a:t>
            </a:r>
          </a:p>
        </p:txBody>
      </p:sp>
      <p:sp>
        <p:nvSpPr>
          <p:cNvPr id="862" name="Sub-title"/>
          <p:cNvSpPr>
            <a:spLocks noGrp="1"/>
          </p:cNvSpPr>
          <p:nvPr>
            <p:ph type="body" sz="quarter" idx="25"/>
          </p:nvPr>
        </p:nvSpPr>
        <p:spPr>
          <a:xfrm>
            <a:off x="6128456" y="3651250"/>
            <a:ext cx="2247831" cy="3231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defTabSz="411480">
              <a:spcBef>
                <a:spcPts val="0"/>
              </a:spcBef>
              <a:defRPr sz="2100" b="0" spc="-21">
                <a:solidFill>
                  <a:schemeClr val="accent1">
                    <a:lumOff val="-57413"/>
                  </a:schemeClr>
                </a:solidFill>
                <a:latin typeface="Quarto Light"/>
                <a:ea typeface="Quarto Light"/>
                <a:cs typeface="Quarto Light"/>
                <a:sym typeface="Quarto Light"/>
              </a:defRPr>
            </a:lvl1pPr>
          </a:lstStyle>
          <a:p>
            <a:r>
              <a:t>Sub-title</a:t>
            </a:r>
          </a:p>
        </p:txBody>
      </p:sp>
      <p:sp>
        <p:nvSpPr>
          <p:cNvPr id="863" name="Sub-title"/>
          <p:cNvSpPr>
            <a:spLocks noGrp="1"/>
          </p:cNvSpPr>
          <p:nvPr>
            <p:ph type="body" sz="quarter" idx="26"/>
          </p:nvPr>
        </p:nvSpPr>
        <p:spPr>
          <a:xfrm>
            <a:off x="8785736" y="3651250"/>
            <a:ext cx="2247831" cy="3231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defTabSz="411480">
              <a:spcBef>
                <a:spcPts val="0"/>
              </a:spcBef>
              <a:defRPr sz="2100" b="0" spc="-21">
                <a:solidFill>
                  <a:schemeClr val="accent1">
                    <a:lumOff val="-57413"/>
                  </a:schemeClr>
                </a:solidFill>
                <a:latin typeface="Quarto Light"/>
                <a:ea typeface="Quarto Light"/>
                <a:cs typeface="Quarto Light"/>
                <a:sym typeface="Quarto Light"/>
              </a:defRPr>
            </a:lvl1pPr>
          </a:lstStyle>
          <a:p>
            <a:r>
              <a:t>Sub-title</a:t>
            </a:r>
          </a:p>
        </p:txBody>
      </p:sp>
      <p:sp>
        <p:nvSpPr>
          <p:cNvPr id="864" name="Description text dolor sit dunt, consectetur adipisicing tempor. Description lorem text dolor sit didunt, consectetur aisicing tempor evsit."/>
          <p:cNvSpPr txBox="1">
            <a:spLocks noGrp="1"/>
          </p:cNvSpPr>
          <p:nvPr>
            <p:ph type="body" sz="quarter" idx="27"/>
          </p:nvPr>
        </p:nvSpPr>
        <p:spPr>
          <a:xfrm>
            <a:off x="3491716" y="4235717"/>
            <a:ext cx="2247831" cy="1274003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411480">
              <a:lnSpc>
                <a:spcPct val="130000"/>
              </a:lnSpc>
              <a:spcBef>
                <a:spcPts val="0"/>
              </a:spcBef>
              <a:defRPr sz="1200" b="0">
                <a:solidFill>
                  <a:schemeClr val="accent1">
                    <a:lumOff val="-57413"/>
                  </a:schemeClr>
                </a:solidFill>
              </a:defRPr>
            </a:lvl1pPr>
          </a:lstStyle>
          <a:p>
            <a:r>
              <a:t>Description text dolor sit dunt, consectetur adipisicing tempor. Description lorem text dolor sit didunt, consectetur aisicing tempor evsit.</a:t>
            </a:r>
          </a:p>
        </p:txBody>
      </p:sp>
      <p:sp>
        <p:nvSpPr>
          <p:cNvPr id="865" name="Description text dolor sit dunt, consectetur adipisicing tempor. Description lorem text dolor sit didunt, consectetur aisicing tempor evsit."/>
          <p:cNvSpPr txBox="1">
            <a:spLocks noGrp="1"/>
          </p:cNvSpPr>
          <p:nvPr>
            <p:ph type="body" sz="quarter" idx="28"/>
          </p:nvPr>
        </p:nvSpPr>
        <p:spPr>
          <a:xfrm>
            <a:off x="6096706" y="4235717"/>
            <a:ext cx="2247831" cy="1274003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411480">
              <a:lnSpc>
                <a:spcPct val="130000"/>
              </a:lnSpc>
              <a:spcBef>
                <a:spcPts val="0"/>
              </a:spcBef>
              <a:defRPr sz="1200" b="0">
                <a:solidFill>
                  <a:schemeClr val="accent1">
                    <a:lumOff val="-57413"/>
                  </a:schemeClr>
                </a:solidFill>
              </a:defRPr>
            </a:lvl1pPr>
          </a:lstStyle>
          <a:p>
            <a:r>
              <a:t>Description text dolor sit dunt, consectetur adipisicing tempor. Description lorem text dolor sit didunt, consectetur aisicing tempor evsit.</a:t>
            </a:r>
          </a:p>
        </p:txBody>
      </p:sp>
      <p:sp>
        <p:nvSpPr>
          <p:cNvPr id="866" name="Description text dolor sit dunt, consectetur adipisicing tempor. Description lorem text dolor sit didunt, consectetur aisicing tempor evsit."/>
          <p:cNvSpPr txBox="1">
            <a:spLocks noGrp="1"/>
          </p:cNvSpPr>
          <p:nvPr>
            <p:ph type="body" sz="quarter" idx="29"/>
          </p:nvPr>
        </p:nvSpPr>
        <p:spPr>
          <a:xfrm>
            <a:off x="8779386" y="4235717"/>
            <a:ext cx="2247831" cy="1274003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411480">
              <a:lnSpc>
                <a:spcPct val="130000"/>
              </a:lnSpc>
              <a:spcBef>
                <a:spcPts val="0"/>
              </a:spcBef>
              <a:defRPr sz="1200" b="0">
                <a:solidFill>
                  <a:schemeClr val="accent1">
                    <a:lumOff val="-57413"/>
                  </a:schemeClr>
                </a:solidFill>
              </a:defRPr>
            </a:lvl1pPr>
          </a:lstStyle>
          <a:p>
            <a:r>
              <a:t>Description text dolor sit dunt, consectetur adipisicing tempor. Description lorem text dolor sit didunt, consectetur aisicing tempor evsit.</a:t>
            </a:r>
          </a:p>
        </p:txBody>
      </p:sp>
      <p:sp>
        <p:nvSpPr>
          <p:cNvPr id="867" name="image5.png"/>
          <p:cNvSpPr>
            <a:spLocks noGrp="1"/>
          </p:cNvSpPr>
          <p:nvPr>
            <p:ph type="pic" sz="quarter" idx="30"/>
          </p:nvPr>
        </p:nvSpPr>
        <p:spPr>
          <a:xfrm>
            <a:off x="128378" y="1356423"/>
            <a:ext cx="4009285" cy="225522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68" name="image5.png"/>
          <p:cNvSpPr>
            <a:spLocks noGrp="1"/>
          </p:cNvSpPr>
          <p:nvPr>
            <p:ph type="pic" sz="quarter" idx="31"/>
          </p:nvPr>
        </p:nvSpPr>
        <p:spPr>
          <a:xfrm>
            <a:off x="2723701" y="1356423"/>
            <a:ext cx="4009285" cy="225522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69" name="image5.png"/>
          <p:cNvSpPr>
            <a:spLocks noGrp="1"/>
          </p:cNvSpPr>
          <p:nvPr>
            <p:ph type="pic" sz="quarter" idx="32"/>
          </p:nvPr>
        </p:nvSpPr>
        <p:spPr>
          <a:xfrm>
            <a:off x="5327277" y="1356423"/>
            <a:ext cx="4009285" cy="225522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70" name="image5.png"/>
          <p:cNvSpPr>
            <a:spLocks noGrp="1"/>
          </p:cNvSpPr>
          <p:nvPr>
            <p:ph type="pic" sz="quarter" idx="33"/>
          </p:nvPr>
        </p:nvSpPr>
        <p:spPr>
          <a:xfrm>
            <a:off x="7932894" y="1356423"/>
            <a:ext cx="4009285" cy="225522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71" name="© confidential 2021 | frog Part of Capgemini Invent"/>
          <p:cNvSpPr>
            <a:spLocks noGrp="1"/>
          </p:cNvSpPr>
          <p:nvPr>
            <p:ph type="body" sz="quarter" idx="34"/>
          </p:nvPr>
        </p:nvSpPr>
        <p:spPr>
          <a:xfrm>
            <a:off x="8701617" y="6548755"/>
            <a:ext cx="2540632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800" b="0" spc="24">
                <a:solidFill>
                  <a:srgbClr val="A6AAA9"/>
                </a:solidFill>
                <a:uFill>
                  <a:solidFill>
                    <a:srgbClr val="919191"/>
                  </a:solidFill>
                </a:uFill>
              </a:defRPr>
            </a:lvl1pPr>
          </a:lstStyle>
          <a:p>
            <a:pPr defTabSz="914400"/>
            <a:r>
              <a:t>© confidential 2021 | frog Part of Capgemini Invent</a:t>
            </a:r>
          </a:p>
        </p:txBody>
      </p:sp>
    </p:spTree>
    <p:extLst>
      <p:ext uri="{BB962C8B-B14F-4D97-AF65-F5344CB8AC3E}">
        <p14:creationId xmlns:p14="http://schemas.microsoft.com/office/powerpoint/2010/main" val="97846629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 4 col + headers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91881" y="6517640"/>
            <a:ext cx="180772" cy="162560"/>
          </a:xfrm>
          <a:prstGeom prst="rect">
            <a:avLst/>
          </a:prstGeom>
        </p:spPr>
        <p:txBody>
          <a:bodyPr/>
          <a:lstStyle>
            <a:lvl1pPr algn="l" defTabSz="411480">
              <a:lnSpc>
                <a:spcPct val="130000"/>
              </a:lnSpc>
              <a:defRPr sz="900">
                <a:solidFill>
                  <a:srgbClr val="A7A7A7"/>
                </a:solidFill>
                <a:latin typeface="BentonSansF Medium"/>
                <a:ea typeface="BentonSansF Medium"/>
                <a:cs typeface="BentonSansF Medium"/>
                <a:sym typeface="BentonSansF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45" name="SECTION"/>
          <p:cNvSpPr>
            <a:spLocks noGrp="1"/>
          </p:cNvSpPr>
          <p:nvPr>
            <p:ph type="body" sz="quarter" idx="21"/>
          </p:nvPr>
        </p:nvSpPr>
        <p:spPr>
          <a:xfrm>
            <a:off x="884401" y="662082"/>
            <a:ext cx="325038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defTabSz="411480">
              <a:lnSpc>
                <a:spcPct val="100000"/>
              </a:lnSpc>
              <a:spcBef>
                <a:spcPts val="0"/>
              </a:spcBef>
              <a:defRPr sz="1000" b="0" cap="all" spc="100">
                <a:solidFill>
                  <a:schemeClr val="accent1">
                    <a:lumOff val="-57413"/>
                  </a:schemeClr>
                </a:solidFill>
                <a:latin typeface="BentonSansF Medium"/>
                <a:ea typeface="BentonSansF Medium"/>
                <a:cs typeface="BentonSansF Medium"/>
                <a:sym typeface="BentonSansF Medium"/>
              </a:defRPr>
            </a:lvl1pPr>
          </a:lstStyle>
          <a:p>
            <a:r>
              <a:t>SECTION</a:t>
            </a:r>
          </a:p>
        </p:txBody>
      </p:sp>
      <p:sp>
        <p:nvSpPr>
          <p:cNvPr id="747" name="Description text dolor sit dunt, consectetur adipisicing tempor. Description lorem text dolor sit didunt, consectetur aisicing tempor evsit."/>
          <p:cNvSpPr txBox="1">
            <a:spLocks noGrp="1"/>
          </p:cNvSpPr>
          <p:nvPr>
            <p:ph type="body" sz="quarter" idx="22"/>
          </p:nvPr>
        </p:nvSpPr>
        <p:spPr>
          <a:xfrm>
            <a:off x="854977" y="4299217"/>
            <a:ext cx="2247831" cy="1274003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411480">
              <a:lnSpc>
                <a:spcPct val="130000"/>
              </a:lnSpc>
              <a:spcBef>
                <a:spcPts val="0"/>
              </a:spcBef>
              <a:defRPr sz="1200" b="0">
                <a:solidFill>
                  <a:schemeClr val="accent1">
                    <a:lumOff val="-57413"/>
                  </a:schemeClr>
                </a:solidFill>
              </a:defRPr>
            </a:lvl1pPr>
          </a:lstStyle>
          <a:p>
            <a:r>
              <a:t>Description text dolor sit dunt, consectetur adipisicing tempor. Description lorem text dolor sit didunt, consectetur aisicing tempor evsit.</a:t>
            </a:r>
          </a:p>
        </p:txBody>
      </p:sp>
      <p:sp>
        <p:nvSpPr>
          <p:cNvPr id="748" name="Introduction statement lorem smet in alerno repre erit sitanet inaet evisum voluptate"/>
          <p:cNvSpPr>
            <a:spLocks noGrp="1"/>
          </p:cNvSpPr>
          <p:nvPr>
            <p:ph type="body" sz="quarter" idx="23"/>
          </p:nvPr>
        </p:nvSpPr>
        <p:spPr>
          <a:xfrm>
            <a:off x="891665" y="1098550"/>
            <a:ext cx="5998596" cy="166199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defTabSz="641350">
              <a:spcBef>
                <a:spcPts val="0"/>
              </a:spcBef>
              <a:defRPr sz="3600" b="0" spc="-36">
                <a:solidFill>
                  <a:schemeClr val="accent1">
                    <a:lumOff val="-57413"/>
                  </a:schemeClr>
                </a:solidFill>
                <a:uFill>
                  <a:solidFill>
                    <a:schemeClr val="accent1">
                      <a:lumOff val="-57413"/>
                    </a:schemeClr>
                  </a:solidFill>
                </a:uFill>
                <a:latin typeface="Quarto Light"/>
                <a:ea typeface="Quarto Light"/>
                <a:cs typeface="Quarto Light"/>
                <a:sym typeface="Quarto Light"/>
              </a:defRPr>
            </a:lvl1pPr>
          </a:lstStyle>
          <a:p>
            <a:r>
              <a:t>Introduction statement lorem smet in alerno repre erit sitanet inaet evisum voluptate</a:t>
            </a:r>
          </a:p>
        </p:txBody>
      </p:sp>
      <p:sp>
        <p:nvSpPr>
          <p:cNvPr id="749" name="Sub-title"/>
          <p:cNvSpPr>
            <a:spLocks noGrp="1"/>
          </p:cNvSpPr>
          <p:nvPr>
            <p:ph type="body" sz="quarter" idx="24"/>
          </p:nvPr>
        </p:nvSpPr>
        <p:spPr>
          <a:xfrm>
            <a:off x="875516" y="3645586"/>
            <a:ext cx="2247831" cy="323165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defTabSz="411480">
              <a:spcBef>
                <a:spcPts val="0"/>
              </a:spcBef>
              <a:defRPr sz="2100" b="0" spc="-21">
                <a:solidFill>
                  <a:schemeClr val="accent1">
                    <a:lumOff val="-57413"/>
                  </a:schemeClr>
                </a:solidFill>
                <a:latin typeface="Quarto Light"/>
                <a:ea typeface="Quarto Light"/>
                <a:cs typeface="Quarto Light"/>
                <a:sym typeface="Quarto Light"/>
              </a:defRPr>
            </a:lvl1pPr>
          </a:lstStyle>
          <a:p>
            <a:r>
              <a:t>Sub-title</a:t>
            </a:r>
          </a:p>
        </p:txBody>
      </p:sp>
      <p:sp>
        <p:nvSpPr>
          <p:cNvPr id="750" name="Sub-title"/>
          <p:cNvSpPr>
            <a:spLocks noGrp="1"/>
          </p:cNvSpPr>
          <p:nvPr>
            <p:ph type="body" sz="quarter" idx="25"/>
          </p:nvPr>
        </p:nvSpPr>
        <p:spPr>
          <a:xfrm>
            <a:off x="3491716" y="3645586"/>
            <a:ext cx="2247831" cy="323165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defTabSz="411480">
              <a:spcBef>
                <a:spcPts val="0"/>
              </a:spcBef>
              <a:defRPr sz="2100" b="0" spc="-21">
                <a:solidFill>
                  <a:schemeClr val="accent1">
                    <a:lumOff val="-57413"/>
                  </a:schemeClr>
                </a:solidFill>
                <a:latin typeface="Quarto Light"/>
                <a:ea typeface="Quarto Light"/>
                <a:cs typeface="Quarto Light"/>
                <a:sym typeface="Quarto Light"/>
              </a:defRPr>
            </a:lvl1pPr>
          </a:lstStyle>
          <a:p>
            <a:r>
              <a:t>Sub-title</a:t>
            </a:r>
          </a:p>
        </p:txBody>
      </p:sp>
      <p:sp>
        <p:nvSpPr>
          <p:cNvPr id="751" name="Sub-title"/>
          <p:cNvSpPr>
            <a:spLocks noGrp="1"/>
          </p:cNvSpPr>
          <p:nvPr>
            <p:ph type="body" sz="quarter" idx="26"/>
          </p:nvPr>
        </p:nvSpPr>
        <p:spPr>
          <a:xfrm>
            <a:off x="6128456" y="3645586"/>
            <a:ext cx="2247831" cy="323165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defTabSz="411480">
              <a:spcBef>
                <a:spcPts val="0"/>
              </a:spcBef>
              <a:defRPr sz="2100" b="0" spc="-21">
                <a:solidFill>
                  <a:schemeClr val="accent1">
                    <a:lumOff val="-57413"/>
                  </a:schemeClr>
                </a:solidFill>
                <a:latin typeface="Quarto Light"/>
                <a:ea typeface="Quarto Light"/>
                <a:cs typeface="Quarto Light"/>
                <a:sym typeface="Quarto Light"/>
              </a:defRPr>
            </a:lvl1pPr>
          </a:lstStyle>
          <a:p>
            <a:r>
              <a:t>Sub-title</a:t>
            </a:r>
          </a:p>
        </p:txBody>
      </p:sp>
      <p:sp>
        <p:nvSpPr>
          <p:cNvPr id="752" name="Sub-title"/>
          <p:cNvSpPr>
            <a:spLocks noGrp="1"/>
          </p:cNvSpPr>
          <p:nvPr>
            <p:ph type="body" sz="quarter" idx="27"/>
          </p:nvPr>
        </p:nvSpPr>
        <p:spPr>
          <a:xfrm>
            <a:off x="8785736" y="3645586"/>
            <a:ext cx="2247831" cy="323165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defTabSz="411480">
              <a:spcBef>
                <a:spcPts val="0"/>
              </a:spcBef>
              <a:defRPr sz="2100" b="0" spc="-21">
                <a:solidFill>
                  <a:schemeClr val="accent1">
                    <a:lumOff val="-57413"/>
                  </a:schemeClr>
                </a:solidFill>
                <a:latin typeface="Quarto Light"/>
                <a:ea typeface="Quarto Light"/>
                <a:cs typeface="Quarto Light"/>
                <a:sym typeface="Quarto Light"/>
              </a:defRPr>
            </a:lvl1pPr>
          </a:lstStyle>
          <a:p>
            <a:r>
              <a:t>Sub-title</a:t>
            </a:r>
          </a:p>
        </p:txBody>
      </p:sp>
      <p:sp>
        <p:nvSpPr>
          <p:cNvPr id="753" name="Description text dolor sit dunt, consectetur adipisicing tempor. Description lorem text dolor sit didunt, consectetur aisicing tempor evsit."/>
          <p:cNvSpPr txBox="1">
            <a:spLocks noGrp="1"/>
          </p:cNvSpPr>
          <p:nvPr>
            <p:ph type="body" sz="quarter" idx="28"/>
          </p:nvPr>
        </p:nvSpPr>
        <p:spPr>
          <a:xfrm>
            <a:off x="3491716" y="4299217"/>
            <a:ext cx="2247831" cy="1274003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411480">
              <a:lnSpc>
                <a:spcPct val="130000"/>
              </a:lnSpc>
              <a:spcBef>
                <a:spcPts val="0"/>
              </a:spcBef>
              <a:defRPr sz="1200" b="0">
                <a:solidFill>
                  <a:schemeClr val="accent1">
                    <a:lumOff val="-57413"/>
                  </a:schemeClr>
                </a:solidFill>
              </a:defRPr>
            </a:lvl1pPr>
          </a:lstStyle>
          <a:p>
            <a:r>
              <a:t>Description text dolor sit dunt, consectetur adipisicing tempor. Description lorem text dolor sit didunt, consectetur aisicing tempor evsit.</a:t>
            </a:r>
          </a:p>
        </p:txBody>
      </p:sp>
      <p:sp>
        <p:nvSpPr>
          <p:cNvPr id="754" name="Description text dolor sit dunt, consectetur adipisicing tempor. Description lorem text dolor sit didunt, consectetur aisicing tempor evsit."/>
          <p:cNvSpPr txBox="1">
            <a:spLocks noGrp="1"/>
          </p:cNvSpPr>
          <p:nvPr>
            <p:ph type="body" sz="quarter" idx="29"/>
          </p:nvPr>
        </p:nvSpPr>
        <p:spPr>
          <a:xfrm>
            <a:off x="6096706" y="4299217"/>
            <a:ext cx="2247831" cy="1274003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411480">
              <a:lnSpc>
                <a:spcPct val="130000"/>
              </a:lnSpc>
              <a:spcBef>
                <a:spcPts val="0"/>
              </a:spcBef>
              <a:defRPr sz="1200" b="0">
                <a:solidFill>
                  <a:schemeClr val="accent1">
                    <a:lumOff val="-57413"/>
                  </a:schemeClr>
                </a:solidFill>
              </a:defRPr>
            </a:lvl1pPr>
          </a:lstStyle>
          <a:p>
            <a:r>
              <a:t>Description text dolor sit dunt, consectetur adipisicing tempor. Description lorem text dolor sit didunt, consectetur aisicing tempor evsit.</a:t>
            </a:r>
          </a:p>
        </p:txBody>
      </p:sp>
      <p:sp>
        <p:nvSpPr>
          <p:cNvPr id="755" name="Description text dolor sit dunt, consectetur adipisicing tempor. Description lorem text dolor sit didunt, consectetur aisicing tempor evsit."/>
          <p:cNvSpPr txBox="1">
            <a:spLocks noGrp="1"/>
          </p:cNvSpPr>
          <p:nvPr>
            <p:ph type="body" sz="quarter" idx="30"/>
          </p:nvPr>
        </p:nvSpPr>
        <p:spPr>
          <a:xfrm>
            <a:off x="8779386" y="4299217"/>
            <a:ext cx="2247831" cy="1274003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411480">
              <a:lnSpc>
                <a:spcPct val="130000"/>
              </a:lnSpc>
              <a:spcBef>
                <a:spcPts val="0"/>
              </a:spcBef>
              <a:defRPr sz="1200" b="0">
                <a:solidFill>
                  <a:schemeClr val="accent1">
                    <a:lumOff val="-57413"/>
                  </a:schemeClr>
                </a:solidFill>
              </a:defRPr>
            </a:lvl1pPr>
          </a:lstStyle>
          <a:p>
            <a:r>
              <a:t>Description text dolor sit dunt, consectetur adipisicing tempor. Description lorem text dolor sit didunt, consectetur aisicing tempor evsit.</a:t>
            </a:r>
          </a:p>
        </p:txBody>
      </p:sp>
      <p:sp>
        <p:nvSpPr>
          <p:cNvPr id="756" name="© confidential 2021 | frog Part of Capgemini Invent"/>
          <p:cNvSpPr>
            <a:spLocks noGrp="1"/>
          </p:cNvSpPr>
          <p:nvPr>
            <p:ph type="body" sz="quarter" idx="31"/>
          </p:nvPr>
        </p:nvSpPr>
        <p:spPr>
          <a:xfrm>
            <a:off x="8701617" y="6548755"/>
            <a:ext cx="2540632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800" b="0" spc="24">
                <a:solidFill>
                  <a:srgbClr val="A6AAA9"/>
                </a:solidFill>
                <a:uFill>
                  <a:solidFill>
                    <a:srgbClr val="919191"/>
                  </a:solidFill>
                </a:uFill>
              </a:defRPr>
            </a:lvl1pPr>
          </a:lstStyle>
          <a:p>
            <a:pPr defTabSz="914400"/>
            <a:r>
              <a:t>© confidential 2021 | frog Part of Capgemini Invent</a:t>
            </a:r>
          </a:p>
        </p:txBody>
      </p:sp>
    </p:spTree>
    <p:extLst>
      <p:ext uri="{BB962C8B-B14F-4D97-AF65-F5344CB8AC3E}">
        <p14:creationId xmlns:p14="http://schemas.microsoft.com/office/powerpoint/2010/main" val="220711225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04813" y="388188"/>
            <a:ext cx="10947772" cy="7167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CLICK TO INSERT TITLE</a:t>
            </a:r>
            <a:endParaRPr lang="en-US"/>
          </a:p>
        </p:txBody>
      </p:sp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4813" y="1327150"/>
            <a:ext cx="11376880" cy="51355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grpSp>
        <p:nvGrpSpPr>
          <p:cNvPr id="94" name="Groupe 1">
            <a:extLst>
              <a:ext uri="{FF2B5EF4-FFF2-40B4-BE49-F238E27FC236}">
                <a16:creationId xmlns:a16="http://schemas.microsoft.com/office/drawing/2014/main" id="{11A3E882-4152-49CC-A658-0BA2BD4CC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95" name="Freeform 13">
              <a:extLst>
                <a:ext uri="{FF2B5EF4-FFF2-40B4-BE49-F238E27FC236}">
                  <a16:creationId xmlns:a16="http://schemas.microsoft.com/office/drawing/2014/main" id="{7962C740-AA7F-4225-AF45-30CEC5D85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6" name="Freeform 14">
              <a:extLst>
                <a:ext uri="{FF2B5EF4-FFF2-40B4-BE49-F238E27FC236}">
                  <a16:creationId xmlns:a16="http://schemas.microsoft.com/office/drawing/2014/main" id="{8B6BE8F3-0248-42CC-8053-5B10FA1A6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98" name="Rectangle 27">
            <a:extLst>
              <a:ext uri="{FF2B5EF4-FFF2-40B4-BE49-F238E27FC236}">
                <a16:creationId xmlns:a16="http://schemas.microsoft.com/office/drawing/2014/main" id="{B1133F59-1301-4D8F-A396-71B6A669F37A}"/>
              </a:ext>
            </a:extLst>
          </p:cNvPr>
          <p:cNvSpPr/>
          <p:nvPr userDrawn="1"/>
        </p:nvSpPr>
        <p:spPr>
          <a:xfrm>
            <a:off x="40481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err="1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BlaBlaCar</a:t>
            </a:r>
            <a:r>
              <a:rPr lang="en-IN" sz="700" ker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 market research proposal | September 2023</a:t>
            </a:r>
            <a:endParaRPr lang="en-US" sz="700" kern="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id="{0093FF1F-0C9B-4CBF-ADE3-E4898B886E0B}"/>
              </a:ext>
            </a:extLst>
          </p:cNvPr>
          <p:cNvSpPr/>
          <p:nvPr userDrawn="1"/>
        </p:nvSpPr>
        <p:spPr>
          <a:xfrm>
            <a:off x="1174412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050D47A0-4AC1-44D4-B74A-452A56DAF32D}"/>
              </a:ext>
            </a:extLst>
          </p:cNvPr>
          <p:cNvSpPr/>
          <p:nvPr userDrawn="1"/>
        </p:nvSpPr>
        <p:spPr>
          <a:xfrm>
            <a:off x="722707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Company Restricted © Capgemini Invent 2023. All rights reserved  |</a:t>
            </a:r>
            <a:endParaRPr lang="en-GB" sz="70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tângulo 43">
            <a:extLst>
              <a:ext uri="{FF2B5EF4-FFF2-40B4-BE49-F238E27FC236}">
                <a16:creationId xmlns:a16="http://schemas.microsoft.com/office/drawing/2014/main" id="{972B39E9-4512-47BB-A62A-E465D548D5F7}"/>
              </a:ext>
            </a:extLst>
          </p:cNvPr>
          <p:cNvSpPr/>
          <p:nvPr userDrawn="1"/>
        </p:nvSpPr>
        <p:spPr>
          <a:xfrm>
            <a:off x="1174412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13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73" r:id="rId2"/>
    <p:sldLayoutId id="2147484027" r:id="rId3"/>
    <p:sldLayoutId id="2147484028" r:id="rId4"/>
    <p:sldLayoutId id="2147484029" r:id="rId5"/>
    <p:sldLayoutId id="2147484030" r:id="rId6"/>
  </p:sldLayoutIdLst>
  <p:hf hdr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600" b="0" i="0" u="none" strike="noStrike" kern="1200" cap="all" spc="0" normalizeH="0" baseline="0" noProof="0" dirty="0">
          <a:ln>
            <a:noFill/>
          </a:ln>
          <a:solidFill>
            <a:schemeClr val="accent4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361950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Font typeface="Ubuntu" panose="020B0504030602030204" pitchFamily="34" charset="0"/>
        <a:buChar char="–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71755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>
          <p15:clr>
            <a:srgbClr val="F26B43"/>
          </p15:clr>
        </p15:guide>
        <p15:guide id="10" pos="7423" userDrawn="1">
          <p15:clr>
            <a:srgbClr val="F26B43"/>
          </p15:clr>
        </p15:guide>
        <p15:guide id="11" orient="horz" pos="4071" userDrawn="1">
          <p15:clr>
            <a:srgbClr val="F26B43"/>
          </p15:clr>
        </p15:guide>
        <p15:guide id="12" pos="255" userDrawn="1">
          <p15:clr>
            <a:srgbClr val="F26B43"/>
          </p15:clr>
        </p15:guide>
        <p15:guide id="13" orient="horz" pos="836" userDrawn="1">
          <p15:clr>
            <a:srgbClr val="F26B43"/>
          </p15:clr>
        </p15:guide>
        <p15:guide id="14" orient="horz" pos="245" userDrawn="1">
          <p15:clr>
            <a:srgbClr val="F26B43"/>
          </p15:clr>
        </p15:guide>
        <p15:guide id="15" pos="3840" userDrawn="1">
          <p15:clr>
            <a:srgbClr val="F26B43"/>
          </p15:clr>
        </p15:guide>
        <p15:guide id="16" pos="3899" userDrawn="1">
          <p15:clr>
            <a:srgbClr val="F26B43"/>
          </p15:clr>
        </p15:guide>
        <p15:guide id="17" pos="37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uto.economictimes.indiatimes.com/news/blablacar-looking-to-expand-business-in-india-plans-to-set-up-first-office-in-ncr/99442783" TargetMode="External"/><Relationship Id="rId2" Type="http://schemas.openxmlformats.org/officeDocument/2006/relationships/hyperlink" Target="https://www.businesstoday.in/opinion/interviews/story/india-presents-unique-opportunity-for-city-to-city-ridesharing-blablacar-coo-142428-2015-03-03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hyperlink" Target="https://www.zeebiz.com/india/video-gallery-maharashtra-government-proposes-to-fine-uber-ola-drivers-for-ride-cancellations-252022" TargetMode="External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12" Type="http://schemas.openxmlformats.org/officeDocument/2006/relationships/hyperlink" Target="https://entrackr.com/2019/09/govt-restrict-carpool-services-no-profit-no-loss-model/" TargetMode="Externa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2.png"/><Relationship Id="rId11" Type="http://schemas.openxmlformats.org/officeDocument/2006/relationships/hyperlink" Target="https://auto.economictimes.indiatimes.com/news/commercial-vehicle/maharashtra-government-bans-car-pooling-in-non-transport-vehicles/97296107" TargetMode="External"/><Relationship Id="rId5" Type="http://schemas.openxmlformats.org/officeDocument/2006/relationships/image" Target="../media/image11.png"/><Relationship Id="rId10" Type="http://schemas.openxmlformats.org/officeDocument/2006/relationships/hyperlink" Target="https://www.localcircles.com/a/press/page/app-taxi-survey-2022" TargetMode="External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74B_998F5EA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18/10/relationships/comments" Target="../comments/modernComment_7FFFF758_18133A60.xml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microsoft.com/office/2018/10/relationships/comments" Target="../comments/modernComment_7FFFF75F_CF0CDF3A.xml"/><Relationship Id="rId4" Type="http://schemas.openxmlformats.org/officeDocument/2006/relationships/tags" Target="../tags/tag14.xml"/><Relationship Id="rId9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2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9" Type="http://schemas.microsoft.com/office/2018/10/relationships/comments" Target="../comments/modernComment_7FFFF766_40297D0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9" Type="http://schemas.microsoft.com/office/2018/10/relationships/comments" Target="../comments/modernComment_7FFFF765_F6A8DB8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3" Type="http://schemas.openxmlformats.org/officeDocument/2006/relationships/tags" Target="../tags/tag3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microsoft.com/office/2018/10/relationships/comments" Target="../comments/modernComment_7FFFF767_C8A726D9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769_D86EB95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751_E7EA9DB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74E_99FF3F3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74A_E9AAD0CE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jpeg"/><Relationship Id="rId9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microsoft.com/office/2018/10/relationships/comments" Target="../comments/modernComment_101_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3" Type="http://schemas.openxmlformats.org/officeDocument/2006/relationships/tags" Target="../tags/tag6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18/10/relationships/comments" Target="../comments/modernComment_7FFFF744_99FA7254.xml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17.svg"/></Relationships>
</file>

<file path=ppt/slides/_rels/slide3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74F_15D7B6A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4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microsoft.com/office/2018/10/relationships/comments" Target="../comments/modernComment_7FFFD795_3199B47C.xml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750_488F6D5D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hyperlink" Target="https://yourstory.com/2023/04/blablacar-expands-india-new-delhi-office" TargetMode="External"/><Relationship Id="rId4" Type="http://schemas.openxmlformats.org/officeDocument/2006/relationships/image" Target="../media/image42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inancialexpress.com/business/roadways-highway-construction-target-raised-to-13800-km-for-fy23-3180341/" TargetMode="External"/><Relationship Id="rId13" Type="http://schemas.openxmlformats.org/officeDocument/2006/relationships/image" Target="../media/image48.svg"/><Relationship Id="rId18" Type="http://schemas.openxmlformats.org/officeDocument/2006/relationships/chart" Target="../charts/chart1.xml"/><Relationship Id="rId3" Type="http://schemas.openxmlformats.org/officeDocument/2006/relationships/hyperlink" Target="https://www.statista.com/statistics/467163/forecast-of-smartphone-users-in-india/" TargetMode="External"/><Relationship Id="rId21" Type="http://schemas.openxmlformats.org/officeDocument/2006/relationships/image" Target="../media/image55.png"/><Relationship Id="rId7" Type="http://schemas.openxmlformats.org/officeDocument/2006/relationships/hyperlink" Target="https://pib.gov.in/PressReleasePage.aspx?PRID=1888480" TargetMode="External"/><Relationship Id="rId12" Type="http://schemas.openxmlformats.org/officeDocument/2006/relationships/image" Target="../media/image47.png"/><Relationship Id="rId17" Type="http://schemas.openxmlformats.org/officeDocument/2006/relationships/image" Target="../media/image52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51.png"/><Relationship Id="rId20" Type="http://schemas.openxmlformats.org/officeDocument/2006/relationships/image" Target="../media/image54.sv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tatista.com/outlook/co/macroeconomic-indicators/disposable-income/india#household-disposable-income" TargetMode="External"/><Relationship Id="rId11" Type="http://schemas.openxmlformats.org/officeDocument/2006/relationships/image" Target="../media/image46.svg"/><Relationship Id="rId5" Type="http://schemas.openxmlformats.org/officeDocument/2006/relationships/hyperlink" Target="https://www.globaldata.com/data-insights/macroeconomic/urbanization-rate-in-india-2096096/#:~:text=2022%20Source%3A%20GlobalData-,Urbanization%20Rate%20in%20India,the%20indicator%20increased%20by%2019.6%25" TargetMode="External"/><Relationship Id="rId15" Type="http://schemas.openxmlformats.org/officeDocument/2006/relationships/image" Target="../media/image50.svg"/><Relationship Id="rId10" Type="http://schemas.openxmlformats.org/officeDocument/2006/relationships/image" Target="../media/image45.png"/><Relationship Id="rId19" Type="http://schemas.openxmlformats.org/officeDocument/2006/relationships/image" Target="../media/image53.png"/><Relationship Id="rId4" Type="http://schemas.openxmlformats.org/officeDocument/2006/relationships/hyperlink" Target="https://www.statista.com/statistics/255146/number-of-internet-users-in-india/" TargetMode="External"/><Relationship Id="rId9" Type="http://schemas.openxmlformats.org/officeDocument/2006/relationships/hyperlink" Target="https://www.frost.com/news/press-releases/indias-increasing-demand-for-transportation-services-expedites-shared-mobility-market-growth/" TargetMode="External"/><Relationship Id="rId14" Type="http://schemas.openxmlformats.org/officeDocument/2006/relationships/image" Target="../media/image49.png"/><Relationship Id="rId22" Type="http://schemas.openxmlformats.org/officeDocument/2006/relationships/image" Target="../media/image56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hyperlink" Target="https://www.statista.com/statistics/255146/number-of-internet-users-in-india/" TargetMode="External"/><Relationship Id="rId7" Type="http://schemas.openxmlformats.org/officeDocument/2006/relationships/image" Target="../media/image48.svg"/><Relationship Id="rId12" Type="http://schemas.openxmlformats.org/officeDocument/2006/relationships/chart" Target="../charts/chart2.xml"/><Relationship Id="rId2" Type="http://schemas.openxmlformats.org/officeDocument/2006/relationships/hyperlink" Target="https://www.statista.com/statistics/467163/forecast-of-smartphone-users-in-india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5" Type="http://schemas.openxmlformats.org/officeDocument/2006/relationships/image" Target="../media/image46.sv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330BAA-00C0-328B-4931-373733BED0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3" y="0"/>
            <a:ext cx="1219200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F9F85A-8D7B-2C41-6A68-79CEABB11004}"/>
              </a:ext>
            </a:extLst>
          </p:cNvPr>
          <p:cNvSpPr/>
          <p:nvPr/>
        </p:nvSpPr>
        <p:spPr>
          <a:xfrm>
            <a:off x="-1587" y="0"/>
            <a:ext cx="12192000" cy="6858000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8A41D08-E963-1BCC-B07B-5C64EE0E12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1" t="22484" r="7427" b="24781"/>
          <a:stretch/>
        </p:blipFill>
        <p:spPr>
          <a:xfrm>
            <a:off x="8458200" y="521969"/>
            <a:ext cx="3474720" cy="643891"/>
          </a:xfrm>
          <a:prstGeom prst="rect">
            <a:avLst/>
          </a:prstGeom>
        </p:spPr>
      </p:pic>
      <p:sp>
        <p:nvSpPr>
          <p:cNvPr id="6" name="Graphic 13">
            <a:extLst>
              <a:ext uri="{FF2B5EF4-FFF2-40B4-BE49-F238E27FC236}">
                <a16:creationId xmlns:a16="http://schemas.microsoft.com/office/drawing/2014/main" id="{A6C58E0C-9D01-B5D4-BC39-B1CC10B59769}"/>
              </a:ext>
            </a:extLst>
          </p:cNvPr>
          <p:cNvSpPr>
            <a:spLocks noChangeAspect="1"/>
          </p:cNvSpPr>
          <p:nvPr/>
        </p:nvSpPr>
        <p:spPr>
          <a:xfrm rot="4710173">
            <a:off x="-2001606" y="946406"/>
            <a:ext cx="8348398" cy="5068904"/>
          </a:xfrm>
          <a:custGeom>
            <a:avLst/>
            <a:gdLst>
              <a:gd name="connsiteX0" fmla="*/ 36195 w 8117205"/>
              <a:gd name="connsiteY0" fmla="*/ 4710199 h 4710198"/>
              <a:gd name="connsiteX1" fmla="*/ 0 w 8117205"/>
              <a:gd name="connsiteY1" fmla="*/ 4697817 h 4710198"/>
              <a:gd name="connsiteX2" fmla="*/ 538163 w 8117205"/>
              <a:gd name="connsiteY2" fmla="*/ 3739602 h 4710198"/>
              <a:gd name="connsiteX3" fmla="*/ 1340168 w 8117205"/>
              <a:gd name="connsiteY3" fmla="*/ 2915689 h 4710198"/>
              <a:gd name="connsiteX4" fmla="*/ 2613660 w 8117205"/>
              <a:gd name="connsiteY4" fmla="*/ 2190837 h 4710198"/>
              <a:gd name="connsiteX5" fmla="*/ 2621280 w 8117205"/>
              <a:gd name="connsiteY5" fmla="*/ 2187979 h 4710198"/>
              <a:gd name="connsiteX6" fmla="*/ 2628900 w 8117205"/>
              <a:gd name="connsiteY6" fmla="*/ 2191789 h 4710198"/>
              <a:gd name="connsiteX7" fmla="*/ 4513898 w 8117205"/>
              <a:gd name="connsiteY7" fmla="*/ 2830917 h 4710198"/>
              <a:gd name="connsiteX8" fmla="*/ 5841683 w 8117205"/>
              <a:gd name="connsiteY8" fmla="*/ 2599459 h 4710198"/>
              <a:gd name="connsiteX9" fmla="*/ 6102668 w 8117205"/>
              <a:gd name="connsiteY9" fmla="*/ 1288819 h 4710198"/>
              <a:gd name="connsiteX10" fmla="*/ 6256020 w 8117205"/>
              <a:gd name="connsiteY10" fmla="*/ 204874 h 4710198"/>
              <a:gd name="connsiteX11" fmla="*/ 7391400 w 8117205"/>
              <a:gd name="connsiteY11" fmla="*/ 43901 h 4710198"/>
              <a:gd name="connsiteX12" fmla="*/ 8117205 w 8117205"/>
              <a:gd name="connsiteY12" fmla="*/ 242021 h 4710198"/>
              <a:gd name="connsiteX13" fmla="*/ 8102918 w 8117205"/>
              <a:gd name="connsiteY13" fmla="*/ 277264 h 4710198"/>
              <a:gd name="connsiteX14" fmla="*/ 7384733 w 8117205"/>
              <a:gd name="connsiteY14" fmla="*/ 82001 h 4710198"/>
              <a:gd name="connsiteX15" fmla="*/ 6281738 w 8117205"/>
              <a:gd name="connsiteY15" fmla="*/ 233449 h 4710198"/>
              <a:gd name="connsiteX16" fmla="*/ 6139815 w 8117205"/>
              <a:gd name="connsiteY16" fmla="*/ 1279294 h 4710198"/>
              <a:gd name="connsiteX17" fmla="*/ 6187440 w 8117205"/>
              <a:gd name="connsiteY17" fmla="*/ 2101302 h 4710198"/>
              <a:gd name="connsiteX18" fmla="*/ 5866448 w 8117205"/>
              <a:gd name="connsiteY18" fmla="*/ 2629939 h 4710198"/>
              <a:gd name="connsiteX19" fmla="*/ 4510088 w 8117205"/>
              <a:gd name="connsiteY19" fmla="*/ 2869969 h 4710198"/>
              <a:gd name="connsiteX20" fmla="*/ 2620328 w 8117205"/>
              <a:gd name="connsiteY20" fmla="*/ 2230842 h 4710198"/>
              <a:gd name="connsiteX21" fmla="*/ 568643 w 8117205"/>
              <a:gd name="connsiteY21" fmla="*/ 3763414 h 4710198"/>
              <a:gd name="connsiteX22" fmla="*/ 36195 w 8117205"/>
              <a:gd name="connsiteY22" fmla="*/ 4710199 h 4710198"/>
              <a:gd name="connsiteX0" fmla="*/ 36195 w 8117205"/>
              <a:gd name="connsiteY0" fmla="*/ 4710199 h 4710199"/>
              <a:gd name="connsiteX1" fmla="*/ 0 w 8117205"/>
              <a:gd name="connsiteY1" fmla="*/ 4697817 h 4710199"/>
              <a:gd name="connsiteX2" fmla="*/ 538163 w 8117205"/>
              <a:gd name="connsiteY2" fmla="*/ 3739602 h 4710199"/>
              <a:gd name="connsiteX3" fmla="*/ 1340168 w 8117205"/>
              <a:gd name="connsiteY3" fmla="*/ 2915689 h 4710199"/>
              <a:gd name="connsiteX4" fmla="*/ 2613660 w 8117205"/>
              <a:gd name="connsiteY4" fmla="*/ 2190837 h 4710199"/>
              <a:gd name="connsiteX5" fmla="*/ 2621280 w 8117205"/>
              <a:gd name="connsiteY5" fmla="*/ 2187979 h 4710199"/>
              <a:gd name="connsiteX6" fmla="*/ 2628900 w 8117205"/>
              <a:gd name="connsiteY6" fmla="*/ 2191789 h 4710199"/>
              <a:gd name="connsiteX7" fmla="*/ 4513898 w 8117205"/>
              <a:gd name="connsiteY7" fmla="*/ 2830917 h 4710199"/>
              <a:gd name="connsiteX8" fmla="*/ 5841683 w 8117205"/>
              <a:gd name="connsiteY8" fmla="*/ 2599459 h 4710199"/>
              <a:gd name="connsiteX9" fmla="*/ 6102668 w 8117205"/>
              <a:gd name="connsiteY9" fmla="*/ 1288819 h 4710199"/>
              <a:gd name="connsiteX10" fmla="*/ 6256020 w 8117205"/>
              <a:gd name="connsiteY10" fmla="*/ 204874 h 4710199"/>
              <a:gd name="connsiteX11" fmla="*/ 7391400 w 8117205"/>
              <a:gd name="connsiteY11" fmla="*/ 43901 h 4710199"/>
              <a:gd name="connsiteX12" fmla="*/ 8117205 w 8117205"/>
              <a:gd name="connsiteY12" fmla="*/ 242021 h 4710199"/>
              <a:gd name="connsiteX13" fmla="*/ 7384733 w 8117205"/>
              <a:gd name="connsiteY13" fmla="*/ 82001 h 4710199"/>
              <a:gd name="connsiteX14" fmla="*/ 6281738 w 8117205"/>
              <a:gd name="connsiteY14" fmla="*/ 233449 h 4710199"/>
              <a:gd name="connsiteX15" fmla="*/ 6139815 w 8117205"/>
              <a:gd name="connsiteY15" fmla="*/ 1279294 h 4710199"/>
              <a:gd name="connsiteX16" fmla="*/ 6187440 w 8117205"/>
              <a:gd name="connsiteY16" fmla="*/ 2101302 h 4710199"/>
              <a:gd name="connsiteX17" fmla="*/ 5866448 w 8117205"/>
              <a:gd name="connsiteY17" fmla="*/ 2629939 h 4710199"/>
              <a:gd name="connsiteX18" fmla="*/ 4510088 w 8117205"/>
              <a:gd name="connsiteY18" fmla="*/ 2869969 h 4710199"/>
              <a:gd name="connsiteX19" fmla="*/ 2620328 w 8117205"/>
              <a:gd name="connsiteY19" fmla="*/ 2230842 h 4710199"/>
              <a:gd name="connsiteX20" fmla="*/ 568643 w 8117205"/>
              <a:gd name="connsiteY20" fmla="*/ 3763414 h 4710199"/>
              <a:gd name="connsiteX21" fmla="*/ 36195 w 8117205"/>
              <a:gd name="connsiteY21" fmla="*/ 4710199 h 4710199"/>
              <a:gd name="connsiteX0" fmla="*/ 36195 w 7528033"/>
              <a:gd name="connsiteY0" fmla="*/ 4673434 h 4673434"/>
              <a:gd name="connsiteX1" fmla="*/ 0 w 7528033"/>
              <a:gd name="connsiteY1" fmla="*/ 4661052 h 4673434"/>
              <a:gd name="connsiteX2" fmla="*/ 538163 w 7528033"/>
              <a:gd name="connsiteY2" fmla="*/ 3702837 h 4673434"/>
              <a:gd name="connsiteX3" fmla="*/ 1340168 w 7528033"/>
              <a:gd name="connsiteY3" fmla="*/ 2878924 h 4673434"/>
              <a:gd name="connsiteX4" fmla="*/ 2613660 w 7528033"/>
              <a:gd name="connsiteY4" fmla="*/ 2154072 h 4673434"/>
              <a:gd name="connsiteX5" fmla="*/ 2621280 w 7528033"/>
              <a:gd name="connsiteY5" fmla="*/ 2151214 h 4673434"/>
              <a:gd name="connsiteX6" fmla="*/ 2628900 w 7528033"/>
              <a:gd name="connsiteY6" fmla="*/ 2155024 h 4673434"/>
              <a:gd name="connsiteX7" fmla="*/ 4513898 w 7528033"/>
              <a:gd name="connsiteY7" fmla="*/ 2794152 h 4673434"/>
              <a:gd name="connsiteX8" fmla="*/ 5841683 w 7528033"/>
              <a:gd name="connsiteY8" fmla="*/ 2562694 h 4673434"/>
              <a:gd name="connsiteX9" fmla="*/ 6102668 w 7528033"/>
              <a:gd name="connsiteY9" fmla="*/ 1252054 h 4673434"/>
              <a:gd name="connsiteX10" fmla="*/ 6256020 w 7528033"/>
              <a:gd name="connsiteY10" fmla="*/ 168109 h 4673434"/>
              <a:gd name="connsiteX11" fmla="*/ 7391400 w 7528033"/>
              <a:gd name="connsiteY11" fmla="*/ 7136 h 4673434"/>
              <a:gd name="connsiteX12" fmla="*/ 7384733 w 7528033"/>
              <a:gd name="connsiteY12" fmla="*/ 45236 h 4673434"/>
              <a:gd name="connsiteX13" fmla="*/ 6281738 w 7528033"/>
              <a:gd name="connsiteY13" fmla="*/ 196684 h 4673434"/>
              <a:gd name="connsiteX14" fmla="*/ 6139815 w 7528033"/>
              <a:gd name="connsiteY14" fmla="*/ 1242529 h 4673434"/>
              <a:gd name="connsiteX15" fmla="*/ 6187440 w 7528033"/>
              <a:gd name="connsiteY15" fmla="*/ 2064537 h 4673434"/>
              <a:gd name="connsiteX16" fmla="*/ 5866448 w 7528033"/>
              <a:gd name="connsiteY16" fmla="*/ 2593174 h 4673434"/>
              <a:gd name="connsiteX17" fmla="*/ 4510088 w 7528033"/>
              <a:gd name="connsiteY17" fmla="*/ 2833204 h 4673434"/>
              <a:gd name="connsiteX18" fmla="*/ 2620328 w 7528033"/>
              <a:gd name="connsiteY18" fmla="*/ 2194077 h 4673434"/>
              <a:gd name="connsiteX19" fmla="*/ 568643 w 7528033"/>
              <a:gd name="connsiteY19" fmla="*/ 3726649 h 4673434"/>
              <a:gd name="connsiteX20" fmla="*/ 36195 w 7528033"/>
              <a:gd name="connsiteY20" fmla="*/ 4673434 h 467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28033" h="4673434">
                <a:moveTo>
                  <a:pt x="36195" y="4673434"/>
                </a:moveTo>
                <a:lnTo>
                  <a:pt x="0" y="4661052"/>
                </a:lnTo>
                <a:cubicBezTo>
                  <a:pt x="953" y="4656289"/>
                  <a:pt x="145733" y="4224807"/>
                  <a:pt x="538163" y="3702837"/>
                </a:cubicBezTo>
                <a:cubicBezTo>
                  <a:pt x="768668" y="3396132"/>
                  <a:pt x="1038225" y="3118954"/>
                  <a:pt x="1340168" y="2878924"/>
                </a:cubicBezTo>
                <a:cubicBezTo>
                  <a:pt x="1717358" y="2577934"/>
                  <a:pt x="2145983" y="2334094"/>
                  <a:pt x="2613660" y="2154072"/>
                </a:cubicBezTo>
                <a:lnTo>
                  <a:pt x="2621280" y="2151214"/>
                </a:lnTo>
                <a:lnTo>
                  <a:pt x="2628900" y="2155024"/>
                </a:lnTo>
                <a:cubicBezTo>
                  <a:pt x="3289935" y="2497924"/>
                  <a:pt x="3941445" y="2718904"/>
                  <a:pt x="4513898" y="2794152"/>
                </a:cubicBezTo>
                <a:cubicBezTo>
                  <a:pt x="5095875" y="2871304"/>
                  <a:pt x="5554980" y="2790341"/>
                  <a:pt x="5841683" y="2562694"/>
                </a:cubicBezTo>
                <a:cubicBezTo>
                  <a:pt x="6168390" y="2302662"/>
                  <a:pt x="6257925" y="1849271"/>
                  <a:pt x="6102668" y="1252054"/>
                </a:cubicBezTo>
                <a:cubicBezTo>
                  <a:pt x="5969318" y="741514"/>
                  <a:pt x="6020753" y="376706"/>
                  <a:pt x="6256020" y="168109"/>
                </a:cubicBezTo>
                <a:cubicBezTo>
                  <a:pt x="6480810" y="-31916"/>
                  <a:pt x="7203281" y="27615"/>
                  <a:pt x="7391400" y="7136"/>
                </a:cubicBezTo>
                <a:cubicBezTo>
                  <a:pt x="7579519" y="-13343"/>
                  <a:pt x="7569677" y="13645"/>
                  <a:pt x="7384733" y="45236"/>
                </a:cubicBezTo>
                <a:cubicBezTo>
                  <a:pt x="7199789" y="76827"/>
                  <a:pt x="6550343" y="-41441"/>
                  <a:pt x="6281738" y="196684"/>
                </a:cubicBezTo>
                <a:cubicBezTo>
                  <a:pt x="6058853" y="394804"/>
                  <a:pt x="6011228" y="747229"/>
                  <a:pt x="6139815" y="1242529"/>
                </a:cubicBezTo>
                <a:cubicBezTo>
                  <a:pt x="6221730" y="1557806"/>
                  <a:pt x="6237923" y="1834031"/>
                  <a:pt x="6187440" y="2064537"/>
                </a:cubicBezTo>
                <a:cubicBezTo>
                  <a:pt x="6138863" y="2283612"/>
                  <a:pt x="6031230" y="2460777"/>
                  <a:pt x="5866448" y="2593174"/>
                </a:cubicBezTo>
                <a:cubicBezTo>
                  <a:pt x="5572125" y="2828441"/>
                  <a:pt x="5102543" y="2911309"/>
                  <a:pt x="4510088" y="2833204"/>
                </a:cubicBezTo>
                <a:cubicBezTo>
                  <a:pt x="3935730" y="2757004"/>
                  <a:pt x="3282315" y="2536024"/>
                  <a:pt x="2620328" y="2194077"/>
                </a:cubicBezTo>
                <a:cubicBezTo>
                  <a:pt x="1574483" y="2598889"/>
                  <a:pt x="927735" y="3251352"/>
                  <a:pt x="568643" y="3726649"/>
                </a:cubicBezTo>
                <a:cubicBezTo>
                  <a:pt x="180023" y="4242904"/>
                  <a:pt x="37148" y="4668672"/>
                  <a:pt x="36195" y="4673434"/>
                </a:cubicBezTo>
                <a:close/>
              </a:path>
            </a:pathLst>
          </a:custGeom>
          <a:gradFill>
            <a:gsLst>
              <a:gs pos="99000">
                <a:schemeClr val="accent2">
                  <a:alpha val="0"/>
                </a:schemeClr>
              </a:gs>
              <a:gs pos="32000">
                <a:srgbClr val="12ABDB">
                  <a:alpha val="17000"/>
                </a:srgbClr>
              </a:gs>
              <a:gs pos="17000">
                <a:schemeClr val="accent2">
                  <a:alpha val="0"/>
                </a:schemeClr>
              </a:gs>
              <a:gs pos="49000">
                <a:srgbClr val="12ABDB"/>
              </a:gs>
              <a:gs pos="70000">
                <a:schemeClr val="accent2"/>
              </a:gs>
            </a:gsLst>
            <a:lin ang="162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F97E4122-5987-6D90-D479-564FE009A544}"/>
              </a:ext>
            </a:extLst>
          </p:cNvPr>
          <p:cNvSpPr txBox="1">
            <a:spLocks/>
          </p:cNvSpPr>
          <p:nvPr/>
        </p:nvSpPr>
        <p:spPr>
          <a:xfrm>
            <a:off x="404813" y="2870537"/>
            <a:ext cx="11386134" cy="3046988"/>
          </a:xfrm>
          <a:prstGeom prst="rect">
            <a:avLst/>
          </a:prstGeom>
        </p:spPr>
        <p:txBody>
          <a:bodyPr vert="horz" wrap="square" lIns="36000" tIns="0" rIns="36000" bIns="0" rtlCol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66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j-ea"/>
                <a:cs typeface="+mj-cs"/>
              </a:defRPr>
            </a:lvl1pPr>
          </a:lstStyle>
          <a:p>
            <a:r>
              <a:rPr lang="en-IN" dirty="0" err="1"/>
              <a:t>EXPloring</a:t>
            </a:r>
            <a:r>
              <a:rPr lang="en-IN" dirty="0"/>
              <a:t> </a:t>
            </a:r>
            <a:r>
              <a:rPr lang="en-IN" dirty="0" err="1"/>
              <a:t>blablacar</a:t>
            </a:r>
            <a:r>
              <a:rPr lang="en-IN" dirty="0"/>
              <a:t> market opportunities in </a:t>
            </a:r>
            <a:r>
              <a:rPr lang="en-IN" dirty="0" err="1"/>
              <a:t>india</a:t>
            </a:r>
            <a:endParaRPr lang="en-IN" dirty="0"/>
          </a:p>
        </p:txBody>
      </p:sp>
      <p:sp>
        <p:nvSpPr>
          <p:cNvPr id="2" name="Retângulo 43">
            <a:extLst>
              <a:ext uri="{FF2B5EF4-FFF2-40B4-BE49-F238E27FC236}">
                <a16:creationId xmlns:a16="http://schemas.microsoft.com/office/drawing/2014/main" id="{5B2C49E3-8714-BE91-A4F9-6B9C7B7F6BBE}"/>
              </a:ext>
            </a:extLst>
          </p:cNvPr>
          <p:cNvSpPr/>
          <p:nvPr/>
        </p:nvSpPr>
        <p:spPr>
          <a:xfrm>
            <a:off x="1174412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pPr algn="r"/>
              <a:t>1</a:t>
            </a:fld>
            <a:endParaRPr lang="en-US" sz="80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27">
            <a:extLst>
              <a:ext uri="{FF2B5EF4-FFF2-40B4-BE49-F238E27FC236}">
                <a16:creationId xmlns:a16="http://schemas.microsoft.com/office/drawing/2014/main" id="{4D369CC9-6992-74D9-30BF-6BF39C2890B2}"/>
              </a:ext>
            </a:extLst>
          </p:cNvPr>
          <p:cNvSpPr/>
          <p:nvPr/>
        </p:nvSpPr>
        <p:spPr>
          <a:xfrm>
            <a:off x="722707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Company Restricted © Capgemini Invent 2023. All rights reserved  |</a:t>
            </a:r>
            <a:endParaRPr lang="en-GB" sz="70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ângulo 43">
            <a:extLst>
              <a:ext uri="{FF2B5EF4-FFF2-40B4-BE49-F238E27FC236}">
                <a16:creationId xmlns:a16="http://schemas.microsoft.com/office/drawing/2014/main" id="{D2884222-C30B-5008-7212-60FF4FDD5D6E}"/>
              </a:ext>
            </a:extLst>
          </p:cNvPr>
          <p:cNvSpPr/>
          <p:nvPr/>
        </p:nvSpPr>
        <p:spPr>
          <a:xfrm>
            <a:off x="1174412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pPr algn="r"/>
              <a:t>1</a:t>
            </a:fld>
            <a:endParaRPr lang="en-US" sz="80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27">
            <a:extLst>
              <a:ext uri="{FF2B5EF4-FFF2-40B4-BE49-F238E27FC236}">
                <a16:creationId xmlns:a16="http://schemas.microsoft.com/office/drawing/2014/main" id="{AF2CC169-A50E-45F3-D739-605F52234A53}"/>
              </a:ext>
            </a:extLst>
          </p:cNvPr>
          <p:cNvSpPr/>
          <p:nvPr/>
        </p:nvSpPr>
        <p:spPr>
          <a:xfrm>
            <a:off x="40481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err="1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BlaBlaCar</a:t>
            </a:r>
            <a:r>
              <a:rPr lang="en-IN" sz="700" ker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 market research proposal | September 2023</a:t>
            </a:r>
            <a:endParaRPr lang="en-US" sz="700" kern="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394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BEB14ACA-8909-7FF4-2DDE-E66A276F9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9260"/>
            <a:ext cx="3723300" cy="68872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C8BD6C9-BEFD-824F-A2F8-ED5FA73BEB7B}"/>
              </a:ext>
            </a:extLst>
          </p:cNvPr>
          <p:cNvSpPr/>
          <p:nvPr/>
        </p:nvSpPr>
        <p:spPr>
          <a:xfrm>
            <a:off x="4325648" y="1327150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US" sz="2000">
                <a:solidFill>
                  <a:schemeClr val="bg1"/>
                </a:solidFill>
                <a:cs typeface="Arial" pitchFamily="34" charset="0"/>
              </a:rPr>
              <a:t>Our understanding of your needs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7C3077-EFF0-06BB-98AC-BA63290FCECA}"/>
              </a:ext>
            </a:extLst>
          </p:cNvPr>
          <p:cNvSpPr/>
          <p:nvPr/>
        </p:nvSpPr>
        <p:spPr>
          <a:xfrm>
            <a:off x="4325648" y="2470756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US" sz="2000">
                <a:solidFill>
                  <a:schemeClr val="bg1"/>
                </a:solidFill>
                <a:cs typeface="Arial" pitchFamily="34" charset="0"/>
              </a:rPr>
              <a:t>Our approach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3190D4-8C2C-7A5B-01A2-8723770C3AB5}"/>
              </a:ext>
            </a:extLst>
          </p:cNvPr>
          <p:cNvSpPr/>
          <p:nvPr/>
        </p:nvSpPr>
        <p:spPr>
          <a:xfrm>
            <a:off x="4325648" y="3614362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IN" sz="2000">
                <a:solidFill>
                  <a:schemeClr val="bg1"/>
                </a:solidFill>
                <a:cs typeface="Arial" pitchFamily="34" charset="0"/>
              </a:rPr>
              <a:t>Our assets to support you</a:t>
            </a:r>
            <a:endParaRPr lang="en-US" sz="200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FA5123-4837-6E3C-95FC-C58680F19D75}"/>
              </a:ext>
            </a:extLst>
          </p:cNvPr>
          <p:cNvSpPr/>
          <p:nvPr/>
        </p:nvSpPr>
        <p:spPr>
          <a:xfrm>
            <a:off x="4325648" y="4757969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IN" sz="2000">
                <a:solidFill>
                  <a:schemeClr val="bg1"/>
                </a:solidFill>
                <a:cs typeface="Arial" pitchFamily="34" charset="0"/>
              </a:rPr>
              <a:t>Appendix</a:t>
            </a:r>
            <a:endParaRPr lang="en-US" sz="200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068706-4229-1C32-3E6B-094F2681C723}"/>
              </a:ext>
            </a:extLst>
          </p:cNvPr>
          <p:cNvSpPr/>
          <p:nvPr/>
        </p:nvSpPr>
        <p:spPr>
          <a:xfrm>
            <a:off x="3815660" y="1353902"/>
            <a:ext cx="511761" cy="51176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707A06-2891-4A4F-6DD1-33A2AAF6BA48}"/>
              </a:ext>
            </a:extLst>
          </p:cNvPr>
          <p:cNvSpPr/>
          <p:nvPr/>
        </p:nvSpPr>
        <p:spPr>
          <a:xfrm>
            <a:off x="3815660" y="2488591"/>
            <a:ext cx="511761" cy="51176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D6B069C-70CF-DC32-A3D7-5E626A8F8FF7}"/>
              </a:ext>
            </a:extLst>
          </p:cNvPr>
          <p:cNvSpPr/>
          <p:nvPr/>
        </p:nvSpPr>
        <p:spPr>
          <a:xfrm>
            <a:off x="3815660" y="3623280"/>
            <a:ext cx="511761" cy="51176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14EB6F-0625-5465-74A4-B702C291EBFE}"/>
              </a:ext>
            </a:extLst>
          </p:cNvPr>
          <p:cNvSpPr/>
          <p:nvPr/>
        </p:nvSpPr>
        <p:spPr>
          <a:xfrm>
            <a:off x="3815660" y="4757968"/>
            <a:ext cx="511761" cy="51176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4</a:t>
            </a:r>
          </a:p>
        </p:txBody>
      </p:sp>
      <p:sp>
        <p:nvSpPr>
          <p:cNvPr id="2" name="Rectangle 27">
            <a:extLst>
              <a:ext uri="{FF2B5EF4-FFF2-40B4-BE49-F238E27FC236}">
                <a16:creationId xmlns:a16="http://schemas.microsoft.com/office/drawing/2014/main" id="{AD79DFB6-DC40-40E7-8CBC-B1787BA5661B}"/>
              </a:ext>
            </a:extLst>
          </p:cNvPr>
          <p:cNvSpPr/>
          <p:nvPr/>
        </p:nvSpPr>
        <p:spPr>
          <a:xfrm>
            <a:off x="40481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err="1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BlaBlaCar</a:t>
            </a:r>
            <a:r>
              <a:rPr lang="en-IN" sz="700" ker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 market research proposal | September 2023</a:t>
            </a:r>
            <a:endParaRPr lang="en-US" sz="700" kern="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878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BEB14ACA-8909-7FF4-2DDE-E66A276F9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9260"/>
            <a:ext cx="3723300" cy="68872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C8BD6C9-BEFD-824F-A2F8-ED5FA73BEB7B}"/>
              </a:ext>
            </a:extLst>
          </p:cNvPr>
          <p:cNvSpPr/>
          <p:nvPr/>
        </p:nvSpPr>
        <p:spPr>
          <a:xfrm>
            <a:off x="4325648" y="1327150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US" sz="2000">
                <a:solidFill>
                  <a:schemeClr val="bg1"/>
                </a:solidFill>
                <a:cs typeface="Arial" pitchFamily="34" charset="0"/>
              </a:rPr>
              <a:t>Our understanding of your needs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7C3077-EFF0-06BB-98AC-BA63290FCECA}"/>
              </a:ext>
            </a:extLst>
          </p:cNvPr>
          <p:cNvSpPr/>
          <p:nvPr/>
        </p:nvSpPr>
        <p:spPr>
          <a:xfrm>
            <a:off x="4325648" y="2470756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US" sz="2000">
                <a:solidFill>
                  <a:srgbClr val="8085A4"/>
                </a:solidFill>
                <a:cs typeface="Arial" pitchFamily="34" charset="0"/>
              </a:rPr>
              <a:t>Our approach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3190D4-8C2C-7A5B-01A2-8723770C3AB5}"/>
              </a:ext>
            </a:extLst>
          </p:cNvPr>
          <p:cNvSpPr/>
          <p:nvPr/>
        </p:nvSpPr>
        <p:spPr>
          <a:xfrm>
            <a:off x="4325648" y="3614362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IN" sz="2000">
                <a:solidFill>
                  <a:srgbClr val="8085A4"/>
                </a:solidFill>
                <a:cs typeface="Arial" pitchFamily="34" charset="0"/>
              </a:rPr>
              <a:t>Our assets to support you</a:t>
            </a:r>
            <a:endParaRPr lang="en-US" sz="2000">
              <a:solidFill>
                <a:srgbClr val="8085A4"/>
              </a:solidFill>
              <a:cs typeface="Arial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FA5123-4837-6E3C-95FC-C58680F19D75}"/>
              </a:ext>
            </a:extLst>
          </p:cNvPr>
          <p:cNvSpPr/>
          <p:nvPr/>
        </p:nvSpPr>
        <p:spPr>
          <a:xfrm>
            <a:off x="4325648" y="4757969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IN" sz="2000">
                <a:solidFill>
                  <a:srgbClr val="8085A4"/>
                </a:solidFill>
                <a:cs typeface="Arial" pitchFamily="34" charset="0"/>
              </a:rPr>
              <a:t>Appendix</a:t>
            </a:r>
            <a:endParaRPr lang="en-US" sz="2000">
              <a:solidFill>
                <a:srgbClr val="8085A4"/>
              </a:solidFill>
              <a:cs typeface="Arial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068706-4229-1C32-3E6B-094F2681C723}"/>
              </a:ext>
            </a:extLst>
          </p:cNvPr>
          <p:cNvSpPr/>
          <p:nvPr/>
        </p:nvSpPr>
        <p:spPr>
          <a:xfrm>
            <a:off x="3815660" y="1353902"/>
            <a:ext cx="511761" cy="51176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707A06-2891-4A4F-6DD1-33A2AAF6BA48}"/>
              </a:ext>
            </a:extLst>
          </p:cNvPr>
          <p:cNvSpPr/>
          <p:nvPr/>
        </p:nvSpPr>
        <p:spPr>
          <a:xfrm>
            <a:off x="3815660" y="2488591"/>
            <a:ext cx="511761" cy="511761"/>
          </a:xfrm>
          <a:prstGeom prst="ellipse">
            <a:avLst/>
          </a:prstGeom>
          <a:solidFill>
            <a:srgbClr val="808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D6B069C-70CF-DC32-A3D7-5E626A8F8FF7}"/>
              </a:ext>
            </a:extLst>
          </p:cNvPr>
          <p:cNvSpPr/>
          <p:nvPr/>
        </p:nvSpPr>
        <p:spPr>
          <a:xfrm>
            <a:off x="3815660" y="3623280"/>
            <a:ext cx="511761" cy="511761"/>
          </a:xfrm>
          <a:prstGeom prst="ellipse">
            <a:avLst/>
          </a:prstGeom>
          <a:solidFill>
            <a:srgbClr val="808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14EB6F-0625-5465-74A4-B702C291EBFE}"/>
              </a:ext>
            </a:extLst>
          </p:cNvPr>
          <p:cNvSpPr/>
          <p:nvPr/>
        </p:nvSpPr>
        <p:spPr>
          <a:xfrm>
            <a:off x="3815660" y="4757968"/>
            <a:ext cx="511761" cy="511761"/>
          </a:xfrm>
          <a:prstGeom prst="ellipse">
            <a:avLst/>
          </a:prstGeom>
          <a:solidFill>
            <a:srgbClr val="808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4</a:t>
            </a:r>
          </a:p>
        </p:txBody>
      </p:sp>
      <p:sp>
        <p:nvSpPr>
          <p:cNvPr id="2" name="Rectangle 27">
            <a:extLst>
              <a:ext uri="{FF2B5EF4-FFF2-40B4-BE49-F238E27FC236}">
                <a16:creationId xmlns:a16="http://schemas.microsoft.com/office/drawing/2014/main" id="{A909784A-31C0-7DD8-13DC-E78F78634FAE}"/>
              </a:ext>
            </a:extLst>
          </p:cNvPr>
          <p:cNvSpPr/>
          <p:nvPr/>
        </p:nvSpPr>
        <p:spPr>
          <a:xfrm>
            <a:off x="40481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err="1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BlaBlaCar</a:t>
            </a:r>
            <a:r>
              <a:rPr lang="en-IN" sz="700" ker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 market research proposal | September 2023</a:t>
            </a:r>
            <a:endParaRPr lang="en-US" sz="700" kern="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2DD3F-F86C-3DE1-9274-F161957D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IN" err="1"/>
              <a:t>BlaBlaCar</a:t>
            </a:r>
            <a:r>
              <a:rPr lang="en-IN"/>
              <a:t> has seen good traction on its Indian platform, despite having stopped investments in 2017</a:t>
            </a:r>
            <a:br>
              <a:rPr lang="en-US"/>
            </a:br>
            <a:endParaRPr lang="en-US"/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3EAEB371-117C-B492-788F-73F1C2D544B7}"/>
              </a:ext>
            </a:extLst>
          </p:cNvPr>
          <p:cNvSpPr txBox="1">
            <a:spLocks/>
          </p:cNvSpPr>
          <p:nvPr/>
        </p:nvSpPr>
        <p:spPr>
          <a:xfrm>
            <a:off x="357875" y="3415439"/>
            <a:ext cx="2160000" cy="2015878"/>
          </a:xfrm>
          <a:prstGeom prst="rect">
            <a:avLst/>
          </a:prstGeom>
          <a:noFill/>
        </p:spPr>
        <p:txBody>
          <a:bodyPr vert="horz" lIns="90000" tIns="432000" rIns="90000" bIns="54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BBC opens carpooling platform in India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EDA3133-D1C5-980F-A7EE-470F72A5477C}"/>
              </a:ext>
            </a:extLst>
          </p:cNvPr>
          <p:cNvCxnSpPr>
            <a:cxnSpLocks/>
          </p:cNvCxnSpPr>
          <p:nvPr/>
        </p:nvCxnSpPr>
        <p:spPr>
          <a:xfrm>
            <a:off x="375920" y="3415438"/>
            <a:ext cx="11369040" cy="0"/>
          </a:xfrm>
          <a:prstGeom prst="line">
            <a:avLst/>
          </a:prstGeom>
          <a:noFill/>
          <a:ln w="22225" cap="flat" cmpd="sng" algn="ctr">
            <a:solidFill>
              <a:schemeClr val="bg1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F0545C3E-EE90-DFDD-3699-A547BB4323C7}"/>
              </a:ext>
            </a:extLst>
          </p:cNvPr>
          <p:cNvSpPr/>
          <p:nvPr/>
        </p:nvSpPr>
        <p:spPr>
          <a:xfrm>
            <a:off x="1310005" y="3292085"/>
            <a:ext cx="223520" cy="223520"/>
          </a:xfrm>
          <a:prstGeom prst="ellipse">
            <a:avLst/>
          </a:prstGeom>
          <a:solidFill>
            <a:srgbClr val="F2F2F2"/>
          </a:solidFill>
          <a:ln w="12700" cap="flat" cmpd="sng" algn="ctr">
            <a:solidFill>
              <a:srgbClr val="68D1F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3A54D57-E7F8-516F-3769-4A04D371321B}"/>
              </a:ext>
            </a:extLst>
          </p:cNvPr>
          <p:cNvSpPr/>
          <p:nvPr/>
        </p:nvSpPr>
        <p:spPr>
          <a:xfrm>
            <a:off x="1365250" y="3347330"/>
            <a:ext cx="113030" cy="113030"/>
          </a:xfrm>
          <a:prstGeom prst="ellipse">
            <a:avLst/>
          </a:prstGeom>
          <a:solidFill>
            <a:srgbClr val="68D1F3"/>
          </a:solidFill>
          <a:ln w="12700" cap="flat" cmpd="sng" algn="ctr">
            <a:solidFill>
              <a:srgbClr val="68D1F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7" name="Graphic 13">
            <a:extLst>
              <a:ext uri="{FF2B5EF4-FFF2-40B4-BE49-F238E27FC236}">
                <a16:creationId xmlns:a16="http://schemas.microsoft.com/office/drawing/2014/main" id="{B68EC065-D68F-F1B8-0CC7-5084E6C935A0}"/>
              </a:ext>
            </a:extLst>
          </p:cNvPr>
          <p:cNvSpPr/>
          <p:nvPr/>
        </p:nvSpPr>
        <p:spPr>
          <a:xfrm>
            <a:off x="939480" y="2184646"/>
            <a:ext cx="929960" cy="1040606"/>
          </a:xfrm>
          <a:custGeom>
            <a:avLst/>
            <a:gdLst>
              <a:gd name="connsiteX0" fmla="*/ 403384 w 800100"/>
              <a:gd name="connsiteY0" fmla="*/ 1012031 h 1019175"/>
              <a:gd name="connsiteX1" fmla="*/ 7144 w 800100"/>
              <a:gd name="connsiteY1" fmla="*/ 403384 h 1019175"/>
              <a:gd name="connsiteX2" fmla="*/ 403384 w 800100"/>
              <a:gd name="connsiteY2" fmla="*/ 7144 h 1019175"/>
              <a:gd name="connsiteX3" fmla="*/ 799624 w 800100"/>
              <a:gd name="connsiteY3" fmla="*/ 403384 h 1019175"/>
              <a:gd name="connsiteX4" fmla="*/ 403384 w 800100"/>
              <a:gd name="connsiteY4" fmla="*/ 1012031 h 101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0" h="1019175">
                <a:moveTo>
                  <a:pt x="403384" y="1012031"/>
                </a:moveTo>
                <a:cubicBezTo>
                  <a:pt x="403384" y="1012031"/>
                  <a:pt x="7144" y="718661"/>
                  <a:pt x="7144" y="403384"/>
                </a:cubicBezTo>
                <a:cubicBezTo>
                  <a:pt x="7144" y="184309"/>
                  <a:pt x="184309" y="7144"/>
                  <a:pt x="403384" y="7144"/>
                </a:cubicBezTo>
                <a:cubicBezTo>
                  <a:pt x="622459" y="7144"/>
                  <a:pt x="799624" y="184309"/>
                  <a:pt x="799624" y="403384"/>
                </a:cubicBezTo>
                <a:cubicBezTo>
                  <a:pt x="799624" y="718661"/>
                  <a:pt x="403384" y="1012031"/>
                  <a:pt x="403384" y="1012031"/>
                </a:cubicBezTo>
                <a:close/>
              </a:path>
            </a:pathLst>
          </a:custGeom>
          <a:solidFill>
            <a:srgbClr val="68D1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469511D-3827-7903-7F92-355E1A054892}"/>
              </a:ext>
            </a:extLst>
          </p:cNvPr>
          <p:cNvSpPr/>
          <p:nvPr/>
        </p:nvSpPr>
        <p:spPr>
          <a:xfrm>
            <a:off x="1058853" y="2546386"/>
            <a:ext cx="65274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ea typeface="Arial Unicode MS" pitchFamily="34" charset="-128"/>
                <a:cs typeface="Arial Unicode MS" pitchFamily="34" charset="-128"/>
              </a:rPr>
              <a:t>2015</a:t>
            </a:r>
            <a:endParaRPr lang="en-US" sz="1600">
              <a:solidFill>
                <a:prstClr val="black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65EE62F-EF50-B726-ED5E-5C8F19BEAD8E}"/>
              </a:ext>
            </a:extLst>
          </p:cNvPr>
          <p:cNvSpPr/>
          <p:nvPr/>
        </p:nvSpPr>
        <p:spPr>
          <a:xfrm>
            <a:off x="3177413" y="3292085"/>
            <a:ext cx="223520" cy="223520"/>
          </a:xfrm>
          <a:prstGeom prst="ellipse">
            <a:avLst/>
          </a:prstGeom>
          <a:solidFill>
            <a:srgbClr val="F2F2F2"/>
          </a:solidFill>
          <a:ln w="12700" cap="flat" cmpd="sng" algn="ctr">
            <a:solidFill>
              <a:srgbClr val="12ABD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9BE23D40-158E-DA1B-0757-32B7CA9AFF56}"/>
              </a:ext>
            </a:extLst>
          </p:cNvPr>
          <p:cNvSpPr txBox="1">
            <a:spLocks/>
          </p:cNvSpPr>
          <p:nvPr/>
        </p:nvSpPr>
        <p:spPr>
          <a:xfrm>
            <a:off x="2687195" y="3415439"/>
            <a:ext cx="2160000" cy="2015878"/>
          </a:xfrm>
          <a:prstGeom prst="rect">
            <a:avLst/>
          </a:prstGeom>
          <a:noFill/>
        </p:spPr>
        <p:txBody>
          <a:bodyPr vert="horz" lIns="90000" tIns="432000" rIns="90000" bIns="54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chemeClr val="bg1"/>
                </a:solidFill>
                <a:latin typeface="+mn-lt"/>
              </a:rPr>
              <a:t>Launch of local features (e.g.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Woman-only ride shares)</a:t>
            </a:r>
          </a:p>
          <a:p>
            <a:pPr marL="2857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3M seats have been offered on the site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69D1940-72DA-5910-6B52-5145F9A94F6C}"/>
              </a:ext>
            </a:extLst>
          </p:cNvPr>
          <p:cNvSpPr/>
          <p:nvPr/>
        </p:nvSpPr>
        <p:spPr>
          <a:xfrm>
            <a:off x="3235391" y="3347330"/>
            <a:ext cx="113030" cy="113030"/>
          </a:xfrm>
          <a:prstGeom prst="ellipse">
            <a:avLst/>
          </a:prstGeom>
          <a:solidFill>
            <a:srgbClr val="12ABDB"/>
          </a:solidFill>
          <a:ln w="12700" cap="flat" cmpd="sng" algn="ctr">
            <a:solidFill>
              <a:srgbClr val="12ABD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1" name="Graphic 13">
            <a:extLst>
              <a:ext uri="{FF2B5EF4-FFF2-40B4-BE49-F238E27FC236}">
                <a16:creationId xmlns:a16="http://schemas.microsoft.com/office/drawing/2014/main" id="{3044D0E4-D61B-817A-F07C-A591066229A8}"/>
              </a:ext>
            </a:extLst>
          </p:cNvPr>
          <p:cNvSpPr/>
          <p:nvPr/>
        </p:nvSpPr>
        <p:spPr>
          <a:xfrm>
            <a:off x="2886740" y="2184646"/>
            <a:ext cx="929960" cy="1040606"/>
          </a:xfrm>
          <a:custGeom>
            <a:avLst/>
            <a:gdLst>
              <a:gd name="connsiteX0" fmla="*/ 403384 w 800100"/>
              <a:gd name="connsiteY0" fmla="*/ 1012031 h 1019175"/>
              <a:gd name="connsiteX1" fmla="*/ 7144 w 800100"/>
              <a:gd name="connsiteY1" fmla="*/ 403384 h 1019175"/>
              <a:gd name="connsiteX2" fmla="*/ 403384 w 800100"/>
              <a:gd name="connsiteY2" fmla="*/ 7144 h 1019175"/>
              <a:gd name="connsiteX3" fmla="*/ 799624 w 800100"/>
              <a:gd name="connsiteY3" fmla="*/ 403384 h 1019175"/>
              <a:gd name="connsiteX4" fmla="*/ 403384 w 800100"/>
              <a:gd name="connsiteY4" fmla="*/ 1012031 h 101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0" h="1019175">
                <a:moveTo>
                  <a:pt x="403384" y="1012031"/>
                </a:moveTo>
                <a:cubicBezTo>
                  <a:pt x="403384" y="1012031"/>
                  <a:pt x="7144" y="718661"/>
                  <a:pt x="7144" y="403384"/>
                </a:cubicBezTo>
                <a:cubicBezTo>
                  <a:pt x="7144" y="184309"/>
                  <a:pt x="184309" y="7144"/>
                  <a:pt x="403384" y="7144"/>
                </a:cubicBezTo>
                <a:cubicBezTo>
                  <a:pt x="622459" y="7144"/>
                  <a:pt x="799624" y="184309"/>
                  <a:pt x="799624" y="403384"/>
                </a:cubicBezTo>
                <a:cubicBezTo>
                  <a:pt x="799624" y="718661"/>
                  <a:pt x="403384" y="1012031"/>
                  <a:pt x="403384" y="1012031"/>
                </a:cubicBezTo>
                <a:close/>
              </a:path>
            </a:pathLst>
          </a:custGeom>
          <a:solidFill>
            <a:srgbClr val="12ABD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6F4CD7-028D-AC41-A3F9-30B6A2E184C1}"/>
              </a:ext>
            </a:extLst>
          </p:cNvPr>
          <p:cNvSpPr/>
          <p:nvPr/>
        </p:nvSpPr>
        <p:spPr>
          <a:xfrm>
            <a:off x="3006113" y="2546386"/>
            <a:ext cx="65274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ea typeface="Arial Unicode MS" pitchFamily="34" charset="-128"/>
                <a:cs typeface="Arial Unicode MS" pitchFamily="34" charset="-128"/>
              </a:rPr>
              <a:t>2016</a:t>
            </a:r>
            <a:endParaRPr lang="en-US" sz="1600">
              <a:solidFill>
                <a:prstClr val="black"/>
              </a:solidFill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AC0B6448-98B9-B2BB-CB5D-D7BF8D35D6D0}"/>
              </a:ext>
            </a:extLst>
          </p:cNvPr>
          <p:cNvSpPr txBox="1">
            <a:spLocks/>
          </p:cNvSpPr>
          <p:nvPr/>
        </p:nvSpPr>
        <p:spPr>
          <a:xfrm>
            <a:off x="5016515" y="3415439"/>
            <a:ext cx="2160000" cy="2015878"/>
          </a:xfrm>
          <a:prstGeom prst="rect">
            <a:avLst/>
          </a:prstGeom>
          <a:noFill/>
        </p:spPr>
        <p:txBody>
          <a:bodyPr vert="horz" lIns="90000" tIns="432000" rIns="90000" bIns="54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BBC closes its Indian office and stops Indian-only investments</a:t>
            </a:r>
          </a:p>
          <a:p>
            <a:pPr marL="2857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chemeClr val="bg1"/>
                </a:solidFill>
                <a:latin typeface="+mn-lt"/>
              </a:rPr>
              <a:t>Platform remains open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C3A2339-006A-2FBD-DEA7-FE8DA6C5EC8F}"/>
              </a:ext>
            </a:extLst>
          </p:cNvPr>
          <p:cNvSpPr/>
          <p:nvPr/>
        </p:nvSpPr>
        <p:spPr>
          <a:xfrm>
            <a:off x="5700112" y="3292085"/>
            <a:ext cx="223520" cy="223520"/>
          </a:xfrm>
          <a:prstGeom prst="ellipse">
            <a:avLst/>
          </a:prstGeom>
          <a:solidFill>
            <a:srgbClr val="F2F2F2"/>
          </a:solidFill>
          <a:ln w="12700" cap="flat" cmpd="sng" algn="ctr">
            <a:solidFill>
              <a:srgbClr val="0070A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6ECD597-FAE1-C270-A344-06346DE0632C}"/>
              </a:ext>
            </a:extLst>
          </p:cNvPr>
          <p:cNvSpPr/>
          <p:nvPr/>
        </p:nvSpPr>
        <p:spPr>
          <a:xfrm>
            <a:off x="5755357" y="3347330"/>
            <a:ext cx="113030" cy="113030"/>
          </a:xfrm>
          <a:prstGeom prst="ellipse">
            <a:avLst/>
          </a:prstGeom>
          <a:solidFill>
            <a:srgbClr val="0070AD"/>
          </a:solidFill>
          <a:ln w="12700" cap="flat" cmpd="sng" algn="ctr">
            <a:solidFill>
              <a:srgbClr val="0070A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5" name="Graphic 13">
            <a:extLst>
              <a:ext uri="{FF2B5EF4-FFF2-40B4-BE49-F238E27FC236}">
                <a16:creationId xmlns:a16="http://schemas.microsoft.com/office/drawing/2014/main" id="{0032AD0F-671F-365D-73E4-BC22401118A5}"/>
              </a:ext>
            </a:extLst>
          </p:cNvPr>
          <p:cNvSpPr/>
          <p:nvPr/>
        </p:nvSpPr>
        <p:spPr>
          <a:xfrm>
            <a:off x="5329587" y="2184646"/>
            <a:ext cx="929960" cy="1040606"/>
          </a:xfrm>
          <a:custGeom>
            <a:avLst/>
            <a:gdLst>
              <a:gd name="connsiteX0" fmla="*/ 403384 w 800100"/>
              <a:gd name="connsiteY0" fmla="*/ 1012031 h 1019175"/>
              <a:gd name="connsiteX1" fmla="*/ 7144 w 800100"/>
              <a:gd name="connsiteY1" fmla="*/ 403384 h 1019175"/>
              <a:gd name="connsiteX2" fmla="*/ 403384 w 800100"/>
              <a:gd name="connsiteY2" fmla="*/ 7144 h 1019175"/>
              <a:gd name="connsiteX3" fmla="*/ 799624 w 800100"/>
              <a:gd name="connsiteY3" fmla="*/ 403384 h 1019175"/>
              <a:gd name="connsiteX4" fmla="*/ 403384 w 800100"/>
              <a:gd name="connsiteY4" fmla="*/ 1012031 h 101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0" h="1019175">
                <a:moveTo>
                  <a:pt x="403384" y="1012031"/>
                </a:moveTo>
                <a:cubicBezTo>
                  <a:pt x="403384" y="1012031"/>
                  <a:pt x="7144" y="718661"/>
                  <a:pt x="7144" y="403384"/>
                </a:cubicBezTo>
                <a:cubicBezTo>
                  <a:pt x="7144" y="184309"/>
                  <a:pt x="184309" y="7144"/>
                  <a:pt x="403384" y="7144"/>
                </a:cubicBezTo>
                <a:cubicBezTo>
                  <a:pt x="622459" y="7144"/>
                  <a:pt x="799624" y="184309"/>
                  <a:pt x="799624" y="403384"/>
                </a:cubicBezTo>
                <a:cubicBezTo>
                  <a:pt x="799624" y="718661"/>
                  <a:pt x="403384" y="1012031"/>
                  <a:pt x="403384" y="1012031"/>
                </a:cubicBezTo>
                <a:close/>
              </a:path>
            </a:pathLst>
          </a:custGeom>
          <a:solidFill>
            <a:srgbClr val="0070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45DD220-9EE0-3944-DB94-20C2E82D7407}"/>
              </a:ext>
            </a:extLst>
          </p:cNvPr>
          <p:cNvSpPr/>
          <p:nvPr/>
        </p:nvSpPr>
        <p:spPr>
          <a:xfrm>
            <a:off x="5448960" y="2546386"/>
            <a:ext cx="65274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ea typeface="Arial Unicode MS" pitchFamily="34" charset="-128"/>
                <a:cs typeface="Arial Unicode MS" pitchFamily="34" charset="-128"/>
              </a:rPr>
              <a:t>2017</a:t>
            </a:r>
            <a:endParaRPr lang="en-US" sz="1600">
              <a:solidFill>
                <a:prstClr val="black"/>
              </a:solidFill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5E249A15-80A0-5047-D32D-4EC07668A3DB}"/>
              </a:ext>
            </a:extLst>
          </p:cNvPr>
          <p:cNvSpPr txBox="1">
            <a:spLocks/>
          </p:cNvSpPr>
          <p:nvPr/>
        </p:nvSpPr>
        <p:spPr>
          <a:xfrm>
            <a:off x="7345835" y="3415439"/>
            <a:ext cx="2160000" cy="2015878"/>
          </a:xfrm>
          <a:prstGeom prst="rect">
            <a:avLst/>
          </a:prstGeom>
          <a:noFill/>
        </p:spPr>
        <p:txBody>
          <a:bodyPr vert="horz" lIns="90000" tIns="432000" rIns="90000" bIns="54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million active users</a:t>
            </a:r>
          </a:p>
          <a:p>
            <a:pPr marL="2857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chemeClr val="bg1"/>
                </a:solidFill>
                <a:latin typeface="+mn-lt"/>
              </a:rPr>
              <a:t>Almost x2 growth </a:t>
            </a:r>
            <a:r>
              <a:rPr lang="en-US" sz="1400" err="1">
                <a:solidFill>
                  <a:schemeClr val="bg1"/>
                </a:solidFill>
                <a:latin typeface="+mn-lt"/>
              </a:rPr>
              <a:t>yoy</a:t>
            </a:r>
            <a:r>
              <a:rPr lang="en-US" sz="1400">
                <a:solidFill>
                  <a:schemeClr val="bg1"/>
                </a:solidFill>
                <a:latin typeface="+mn-lt"/>
              </a:rPr>
              <a:t> with no direct investment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BBAE4F2-DD1C-F556-C306-9BCF42EE31C1}"/>
              </a:ext>
            </a:extLst>
          </p:cNvPr>
          <p:cNvSpPr/>
          <p:nvPr/>
        </p:nvSpPr>
        <p:spPr>
          <a:xfrm>
            <a:off x="8187675" y="3292085"/>
            <a:ext cx="223520" cy="223520"/>
          </a:xfrm>
          <a:prstGeom prst="ellipse">
            <a:avLst/>
          </a:prstGeom>
          <a:solidFill>
            <a:srgbClr val="F2F2F2"/>
          </a:solidFill>
          <a:ln w="12700" cap="flat" cmpd="sng" algn="ctr">
            <a:solidFill>
              <a:srgbClr val="00385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E24CC4C-3E2E-D81B-A5BD-FA31AB3273B1}"/>
              </a:ext>
            </a:extLst>
          </p:cNvPr>
          <p:cNvSpPr/>
          <p:nvPr/>
        </p:nvSpPr>
        <p:spPr>
          <a:xfrm>
            <a:off x="8242920" y="3347330"/>
            <a:ext cx="113030" cy="113030"/>
          </a:xfrm>
          <a:prstGeom prst="ellipse">
            <a:avLst/>
          </a:prstGeom>
          <a:solidFill>
            <a:srgbClr val="003857"/>
          </a:solidFill>
          <a:ln w="12700" cap="flat" cmpd="sng" algn="ctr">
            <a:solidFill>
              <a:srgbClr val="00385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3" name="Graphic 13">
            <a:extLst>
              <a:ext uri="{FF2B5EF4-FFF2-40B4-BE49-F238E27FC236}">
                <a16:creationId xmlns:a16="http://schemas.microsoft.com/office/drawing/2014/main" id="{4437556E-02DF-0412-2366-A1B27317C3FC}"/>
              </a:ext>
            </a:extLst>
          </p:cNvPr>
          <p:cNvSpPr/>
          <p:nvPr/>
        </p:nvSpPr>
        <p:spPr>
          <a:xfrm>
            <a:off x="7817150" y="2184646"/>
            <a:ext cx="929960" cy="1040606"/>
          </a:xfrm>
          <a:custGeom>
            <a:avLst/>
            <a:gdLst>
              <a:gd name="connsiteX0" fmla="*/ 403384 w 800100"/>
              <a:gd name="connsiteY0" fmla="*/ 1012031 h 1019175"/>
              <a:gd name="connsiteX1" fmla="*/ 7144 w 800100"/>
              <a:gd name="connsiteY1" fmla="*/ 403384 h 1019175"/>
              <a:gd name="connsiteX2" fmla="*/ 403384 w 800100"/>
              <a:gd name="connsiteY2" fmla="*/ 7144 h 1019175"/>
              <a:gd name="connsiteX3" fmla="*/ 799624 w 800100"/>
              <a:gd name="connsiteY3" fmla="*/ 403384 h 1019175"/>
              <a:gd name="connsiteX4" fmla="*/ 403384 w 800100"/>
              <a:gd name="connsiteY4" fmla="*/ 1012031 h 101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0" h="1019175">
                <a:moveTo>
                  <a:pt x="403384" y="1012031"/>
                </a:moveTo>
                <a:cubicBezTo>
                  <a:pt x="403384" y="1012031"/>
                  <a:pt x="7144" y="718661"/>
                  <a:pt x="7144" y="403384"/>
                </a:cubicBezTo>
                <a:cubicBezTo>
                  <a:pt x="7144" y="184309"/>
                  <a:pt x="184309" y="7144"/>
                  <a:pt x="403384" y="7144"/>
                </a:cubicBezTo>
                <a:cubicBezTo>
                  <a:pt x="622459" y="7144"/>
                  <a:pt x="799624" y="184309"/>
                  <a:pt x="799624" y="403384"/>
                </a:cubicBezTo>
                <a:cubicBezTo>
                  <a:pt x="799624" y="718661"/>
                  <a:pt x="403384" y="1012031"/>
                  <a:pt x="403384" y="1012031"/>
                </a:cubicBezTo>
                <a:close/>
              </a:path>
            </a:pathLst>
          </a:custGeom>
          <a:solidFill>
            <a:srgbClr val="00385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B57C3D2-FD5E-FA61-3899-D0055BFCBEE4}"/>
              </a:ext>
            </a:extLst>
          </p:cNvPr>
          <p:cNvSpPr/>
          <p:nvPr/>
        </p:nvSpPr>
        <p:spPr>
          <a:xfrm>
            <a:off x="7936523" y="2546386"/>
            <a:ext cx="65274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ea typeface="Arial Unicode MS" pitchFamily="34" charset="-128"/>
                <a:cs typeface="Arial Unicode MS" pitchFamily="34" charset="-128"/>
              </a:rPr>
              <a:t>2022</a:t>
            </a:r>
            <a:endParaRPr lang="en-US" sz="1600">
              <a:solidFill>
                <a:prstClr val="black"/>
              </a:solidFill>
            </a:endParaRP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3E28D67F-73A9-EF96-8838-080955338DB6}"/>
              </a:ext>
            </a:extLst>
          </p:cNvPr>
          <p:cNvSpPr txBox="1">
            <a:spLocks/>
          </p:cNvSpPr>
          <p:nvPr/>
        </p:nvSpPr>
        <p:spPr>
          <a:xfrm>
            <a:off x="9675153" y="3415439"/>
            <a:ext cx="2160000" cy="2015878"/>
          </a:xfrm>
          <a:prstGeom prst="rect">
            <a:avLst/>
          </a:prstGeom>
          <a:noFill/>
        </p:spPr>
        <p:txBody>
          <a:bodyPr vert="horz" lIns="90000" tIns="432000" rIns="90000" bIns="54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~600k rides per month </a:t>
            </a:r>
          </a:p>
          <a:p>
            <a:pPr marL="2857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chemeClr val="bg1"/>
                </a:solidFill>
                <a:latin typeface="+mn-lt"/>
              </a:rPr>
              <a:t>BBC is thinking about:</a:t>
            </a:r>
          </a:p>
          <a:p>
            <a:pPr marL="463550" lvl="2" indent="-285750">
              <a:lnSpc>
                <a:spcPct val="100000"/>
              </a:lnSpc>
              <a:spcBef>
                <a:spcPts val="300"/>
              </a:spcBef>
              <a:buClr>
                <a:srgbClr val="0070AD"/>
              </a:buClr>
              <a:buFont typeface="Ubuntu" panose="020B0504030602030204" pitchFamily="34" charset="0"/>
              <a:buChar char="–"/>
            </a:pPr>
            <a:r>
              <a:rPr lang="en-US" sz="1200">
                <a:solidFill>
                  <a:schemeClr val="bg1"/>
                </a:solidFill>
                <a:latin typeface="+mn-lt"/>
              </a:rPr>
              <a:t>Relaunching carpool investments</a:t>
            </a:r>
          </a:p>
          <a:p>
            <a:pPr marL="463550" lvl="2" indent="-285750">
              <a:lnSpc>
                <a:spcPct val="100000"/>
              </a:lnSpc>
              <a:spcBef>
                <a:spcPts val="300"/>
              </a:spcBef>
              <a:buClr>
                <a:srgbClr val="0070AD"/>
              </a:buClr>
              <a:buFont typeface="Ubuntu" panose="020B0504030602030204" pitchFamily="34" charset="0"/>
              <a:buChar char="–"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Launching Pro marketplace</a:t>
            </a:r>
          </a:p>
          <a:p>
            <a:pPr marL="2857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DC95E4F-4392-F211-693A-CA67FED00F73}"/>
              </a:ext>
            </a:extLst>
          </p:cNvPr>
          <p:cNvSpPr/>
          <p:nvPr/>
        </p:nvSpPr>
        <p:spPr>
          <a:xfrm>
            <a:off x="10647045" y="3292085"/>
            <a:ext cx="223520" cy="223520"/>
          </a:xfrm>
          <a:prstGeom prst="ellipse">
            <a:avLst/>
          </a:prstGeom>
          <a:solidFill>
            <a:srgbClr val="F2F2F2"/>
          </a:solidFill>
          <a:ln w="12700" cap="flat" cmpd="sng" algn="ctr">
            <a:solidFill>
              <a:srgbClr val="001B2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D04C34F-825A-4236-BFA0-E470B02A1B2D}"/>
              </a:ext>
            </a:extLst>
          </p:cNvPr>
          <p:cNvSpPr/>
          <p:nvPr/>
        </p:nvSpPr>
        <p:spPr>
          <a:xfrm>
            <a:off x="10702290" y="3347330"/>
            <a:ext cx="113030" cy="113030"/>
          </a:xfrm>
          <a:prstGeom prst="ellipse">
            <a:avLst/>
          </a:prstGeom>
          <a:solidFill>
            <a:srgbClr val="001B2A"/>
          </a:solidFill>
          <a:ln w="12700" cap="flat" cmpd="sng" algn="ctr">
            <a:solidFill>
              <a:srgbClr val="001B2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7" name="Graphic 13">
            <a:extLst>
              <a:ext uri="{FF2B5EF4-FFF2-40B4-BE49-F238E27FC236}">
                <a16:creationId xmlns:a16="http://schemas.microsoft.com/office/drawing/2014/main" id="{0074ED65-EDE7-63F4-D26C-DFE980D7C0C5}"/>
              </a:ext>
            </a:extLst>
          </p:cNvPr>
          <p:cNvSpPr/>
          <p:nvPr/>
        </p:nvSpPr>
        <p:spPr>
          <a:xfrm>
            <a:off x="10276520" y="2184646"/>
            <a:ext cx="929960" cy="1040606"/>
          </a:xfrm>
          <a:custGeom>
            <a:avLst/>
            <a:gdLst>
              <a:gd name="connsiteX0" fmla="*/ 403384 w 800100"/>
              <a:gd name="connsiteY0" fmla="*/ 1012031 h 1019175"/>
              <a:gd name="connsiteX1" fmla="*/ 7144 w 800100"/>
              <a:gd name="connsiteY1" fmla="*/ 403384 h 1019175"/>
              <a:gd name="connsiteX2" fmla="*/ 403384 w 800100"/>
              <a:gd name="connsiteY2" fmla="*/ 7144 h 1019175"/>
              <a:gd name="connsiteX3" fmla="*/ 799624 w 800100"/>
              <a:gd name="connsiteY3" fmla="*/ 403384 h 1019175"/>
              <a:gd name="connsiteX4" fmla="*/ 403384 w 800100"/>
              <a:gd name="connsiteY4" fmla="*/ 1012031 h 101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0" h="1019175">
                <a:moveTo>
                  <a:pt x="403384" y="1012031"/>
                </a:moveTo>
                <a:cubicBezTo>
                  <a:pt x="403384" y="1012031"/>
                  <a:pt x="7144" y="718661"/>
                  <a:pt x="7144" y="403384"/>
                </a:cubicBezTo>
                <a:cubicBezTo>
                  <a:pt x="7144" y="184309"/>
                  <a:pt x="184309" y="7144"/>
                  <a:pt x="403384" y="7144"/>
                </a:cubicBezTo>
                <a:cubicBezTo>
                  <a:pt x="622459" y="7144"/>
                  <a:pt x="799624" y="184309"/>
                  <a:pt x="799624" y="403384"/>
                </a:cubicBezTo>
                <a:cubicBezTo>
                  <a:pt x="799624" y="718661"/>
                  <a:pt x="403384" y="1012031"/>
                  <a:pt x="403384" y="1012031"/>
                </a:cubicBezTo>
                <a:close/>
              </a:path>
            </a:pathLst>
          </a:custGeom>
          <a:solidFill>
            <a:srgbClr val="001B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79A2A08-5F37-3039-6EE7-7E8670C7DF75}"/>
              </a:ext>
            </a:extLst>
          </p:cNvPr>
          <p:cNvSpPr/>
          <p:nvPr/>
        </p:nvSpPr>
        <p:spPr>
          <a:xfrm>
            <a:off x="10395893" y="2546386"/>
            <a:ext cx="65274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ea typeface="Arial Unicode MS" pitchFamily="34" charset="-128"/>
                <a:cs typeface="Arial Unicode MS" pitchFamily="34" charset="-128"/>
              </a:rPr>
              <a:t>2023</a:t>
            </a:r>
            <a:endParaRPr lang="en-US" sz="1600">
              <a:solidFill>
                <a:prstClr val="black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563F492-1963-5C9B-C3A3-E4914E9CC88D}"/>
              </a:ext>
            </a:extLst>
          </p:cNvPr>
          <p:cNvSpPr/>
          <p:nvPr/>
        </p:nvSpPr>
        <p:spPr>
          <a:xfrm>
            <a:off x="6334699" y="2546386"/>
            <a:ext cx="1710559" cy="582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/>
              <a:t>…</a:t>
            </a:r>
            <a:endParaRPr lang="en-US" sz="1600" b="1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75447-24F9-75A5-C9B1-CCFF617F874D}"/>
              </a:ext>
            </a:extLst>
          </p:cNvPr>
          <p:cNvSpPr txBox="1"/>
          <p:nvPr/>
        </p:nvSpPr>
        <p:spPr>
          <a:xfrm>
            <a:off x="295562" y="6428301"/>
            <a:ext cx="51538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i="1">
                <a:solidFill>
                  <a:schemeClr val="bg1"/>
                </a:solidFill>
              </a:rPr>
              <a:t>Sources: </a:t>
            </a:r>
            <a:r>
              <a:rPr lang="en-IN" sz="1000" i="1">
                <a:solidFill>
                  <a:schemeClr val="bg1"/>
                </a:solidFill>
                <a:hlinkClick r:id="rId2"/>
              </a:rPr>
              <a:t>Business today</a:t>
            </a:r>
            <a:r>
              <a:rPr lang="en-IN" sz="1000" i="1">
                <a:solidFill>
                  <a:schemeClr val="bg1"/>
                </a:solidFill>
              </a:rPr>
              <a:t>, </a:t>
            </a:r>
            <a:r>
              <a:rPr lang="en-IN" sz="1000" i="1">
                <a:solidFill>
                  <a:schemeClr val="bg1"/>
                </a:solidFill>
                <a:hlinkClick r:id="rId3"/>
              </a:rPr>
              <a:t>ET Auto</a:t>
            </a:r>
            <a:r>
              <a:rPr lang="en-IN" sz="1000" i="1">
                <a:solidFill>
                  <a:schemeClr val="bg1"/>
                </a:solidFill>
              </a:rPr>
              <a:t> </a:t>
            </a:r>
            <a:endParaRPr lang="en-US" sz="10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442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55F3D-B87E-9ED1-9654-2D396DF4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Specific government and user concerns about carpooling in </a:t>
            </a:r>
            <a:r>
              <a:rPr lang="en-IN" err="1"/>
              <a:t>india</a:t>
            </a:r>
            <a:r>
              <a:rPr lang="en-IN"/>
              <a:t> have directly impacted ride sharing players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45D2DB-7103-750A-FC51-AAAB3351E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793" y="1329764"/>
            <a:ext cx="5311457" cy="9094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58FF71-EAAD-B33B-0C99-0FFC0F786C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389" y="3859559"/>
            <a:ext cx="5311457" cy="334735"/>
          </a:xfrm>
          <a:prstGeom prst="rect">
            <a:avLst/>
          </a:prstGeom>
        </p:spPr>
      </p:pic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B8B4BE2F-2595-6AB6-D9E9-2E8E9EA962D1}"/>
              </a:ext>
            </a:extLst>
          </p:cNvPr>
          <p:cNvSpPr/>
          <p:nvPr/>
        </p:nvSpPr>
        <p:spPr bwMode="auto">
          <a:xfrm>
            <a:off x="7304183" y="2109267"/>
            <a:ext cx="4483004" cy="1518935"/>
          </a:xfrm>
          <a:prstGeom prst="rect">
            <a:avLst/>
          </a:prstGeom>
          <a:noFill/>
          <a:ln w="635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82880" tIns="45720" rIns="45720" bIns="45720" numCol="1" rtlCol="0" anchor="t" anchorCtr="0" compatLnSpc="1">
            <a:prstTxWarp prst="textNoShape">
              <a:avLst/>
            </a:prstTxWarp>
          </a:bodyPr>
          <a:lstStyle/>
          <a:p>
            <a:pPr marL="171450" indent="-171450" eaLnBrk="0" hangingPunct="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The MV Act restricts vehicles being used for hire without permits</a:t>
            </a:r>
          </a:p>
          <a:p>
            <a:pPr marL="171450" indent="-171450" eaLnBrk="0" hangingPunct="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However, the debate arises when distinguishing profit-driven carpooling from cost-sharing models; the legality of such distinctions hasn't been conclusively tested</a:t>
            </a: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DDED30-C2B2-C197-85D3-799CEB114E7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301009" y="1327151"/>
            <a:ext cx="4483004" cy="648000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Carpooling remains in a grey area of central and regional regulations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3F39C2-D042-0CB5-4555-3E6747BAE58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301009" y="3859559"/>
            <a:ext cx="4483004" cy="648000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Safety and reliability are major concerns for riders in India</a:t>
            </a:r>
            <a:endParaRPr lang="en-US" sz="1600" b="1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A61616-BDAE-FBF1-712E-E56F53AD22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000" y="4542934"/>
            <a:ext cx="4483004" cy="6153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50DC9A-BC01-5BC8-234B-427CBBC5CE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810" y="2526418"/>
            <a:ext cx="4920232" cy="826529"/>
          </a:xfrm>
          <a:prstGeom prst="rect">
            <a:avLst/>
          </a:prstGeom>
        </p:spPr>
      </p:pic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CAABCC2D-AD24-2FF3-2F26-B8FD6BB12B28}"/>
              </a:ext>
            </a:extLst>
          </p:cNvPr>
          <p:cNvSpPr/>
          <p:nvPr/>
        </p:nvSpPr>
        <p:spPr bwMode="auto">
          <a:xfrm>
            <a:off x="7217413" y="4650781"/>
            <a:ext cx="4483004" cy="1584766"/>
          </a:xfrm>
          <a:prstGeom prst="rect">
            <a:avLst/>
          </a:prstGeom>
          <a:noFill/>
          <a:ln w="635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82880" tIns="45720" rIns="45720" bIns="45720" numCol="1" rtlCol="0" anchor="t" anchorCtr="0" compatLnSpc="1">
            <a:prstTxWarp prst="textNoShape">
              <a:avLst/>
            </a:prstTxWarp>
          </a:bodyPr>
          <a:lstStyle/>
          <a:p>
            <a:pPr marL="171450" indent="-171450" eaLnBrk="0" hangingPunct="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bg1"/>
                </a:solidFill>
              </a:rPr>
              <a:t>Ride sharing apps are putting in place strong safety features to prevent scams and ensure riders security (incl. women only rides)</a:t>
            </a:r>
          </a:p>
          <a:p>
            <a:pPr marL="171450" indent="-171450" eaLnBrk="0" hangingPunct="0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bg1"/>
                </a:solidFill>
              </a:rPr>
              <a:t>Ride cancellation by drivers is riders’ top issue with taxi apps in India (47%), followed with surge pricing (32%), with little impact from the regulation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7B008-27B3-F0EA-F48B-9E5FB36D03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251" y="5538428"/>
            <a:ext cx="5311457" cy="46762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9BBD02-92F3-D54F-CC9A-9DC00E634851}"/>
              </a:ext>
            </a:extLst>
          </p:cNvPr>
          <p:cNvCxnSpPr>
            <a:cxnSpLocks/>
          </p:cNvCxnSpPr>
          <p:nvPr/>
        </p:nvCxnSpPr>
        <p:spPr>
          <a:xfrm>
            <a:off x="262227" y="3716338"/>
            <a:ext cx="1143819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66F120B-6DDD-BAA3-CE40-7946E26B549E}"/>
              </a:ext>
            </a:extLst>
          </p:cNvPr>
          <p:cNvSpPr txBox="1"/>
          <p:nvPr/>
        </p:nvSpPr>
        <p:spPr>
          <a:xfrm>
            <a:off x="295562" y="6428301"/>
            <a:ext cx="90331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i="1">
                <a:solidFill>
                  <a:schemeClr val="bg1"/>
                </a:solidFill>
              </a:rPr>
              <a:t>Sources:  </a:t>
            </a:r>
            <a:r>
              <a:rPr lang="en-IN" sz="1000" i="1" err="1">
                <a:solidFill>
                  <a:schemeClr val="bg1"/>
                </a:solidFill>
                <a:hlinkClick r:id="rId10"/>
              </a:rPr>
              <a:t>LocalCircles</a:t>
            </a:r>
            <a:r>
              <a:rPr lang="en-IN" sz="1000" i="1">
                <a:solidFill>
                  <a:schemeClr val="bg1"/>
                </a:solidFill>
                <a:hlinkClick r:id="rId10"/>
              </a:rPr>
              <a:t> 2022 survey on App taxi usage in India</a:t>
            </a:r>
            <a:r>
              <a:rPr lang="en-IN" sz="1000" i="1">
                <a:solidFill>
                  <a:schemeClr val="bg1"/>
                </a:solidFill>
              </a:rPr>
              <a:t>, </a:t>
            </a:r>
            <a:r>
              <a:rPr lang="en-IN" sz="1000" i="1">
                <a:solidFill>
                  <a:schemeClr val="bg1"/>
                </a:solidFill>
                <a:hlinkClick r:id="rId11"/>
              </a:rPr>
              <a:t>Economic Times, </a:t>
            </a:r>
            <a:r>
              <a:rPr lang="en-IN" sz="1000" i="1" err="1">
                <a:solidFill>
                  <a:schemeClr val="bg1"/>
                </a:solidFill>
                <a:hlinkClick r:id="rId12"/>
              </a:rPr>
              <a:t>Entrackr</a:t>
            </a:r>
            <a:r>
              <a:rPr lang="en-IN" sz="1000" i="1">
                <a:solidFill>
                  <a:schemeClr val="bg1"/>
                </a:solidFill>
                <a:hlinkClick r:id="rId11"/>
              </a:rPr>
              <a:t>, </a:t>
            </a:r>
            <a:r>
              <a:rPr lang="en-IN" sz="1000" i="1" err="1">
                <a:solidFill>
                  <a:schemeClr val="bg1"/>
                </a:solidFill>
              </a:rPr>
              <a:t>z</a:t>
            </a:r>
            <a:r>
              <a:rPr lang="en-IN" sz="1000" i="1" err="1">
                <a:solidFill>
                  <a:schemeClr val="bg1"/>
                </a:solidFill>
                <a:hlinkClick r:id="rId13"/>
              </a:rPr>
              <a:t>eebiz</a:t>
            </a:r>
            <a:r>
              <a:rPr lang="en-IN" sz="1000" i="1">
                <a:solidFill>
                  <a:schemeClr val="bg1"/>
                </a:solidFill>
                <a:hlinkClick r:id="rId11"/>
              </a:rPr>
              <a:t> </a:t>
            </a:r>
            <a:endParaRPr lang="en-US" sz="10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094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65E7AC7-3ACA-38DD-0E53-7AAED66AF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9260"/>
            <a:ext cx="4010140" cy="6887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4E9F5B-85D2-2E93-88F3-6E57D4F1B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016" y="388938"/>
            <a:ext cx="3462107" cy="6073775"/>
          </a:xfrm>
          <a:solidFill>
            <a:schemeClr val="accent4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lt1"/>
                </a:solidFill>
                <a:latin typeface="+mj-lt"/>
                <a:ea typeface="+mn-ea"/>
                <a:cs typeface="+mn-cs"/>
              </a:rPr>
              <a:t>BlaBlaCar</a:t>
            </a:r>
            <a:r>
              <a:rPr lang="en-US">
                <a:solidFill>
                  <a:schemeClr val="lt1"/>
                </a:solidFill>
                <a:latin typeface="+mj-lt"/>
                <a:ea typeface="+mn-ea"/>
                <a:cs typeface="+mn-cs"/>
              </a:rPr>
              <a:t> is looking for some support to assess the Indian mobility market before reinvesting in its carpooling platform and launching the Pro marketplace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D461E8-2392-99DF-20B5-B61F72D85634}"/>
              </a:ext>
            </a:extLst>
          </p:cNvPr>
          <p:cNvSpPr/>
          <p:nvPr/>
        </p:nvSpPr>
        <p:spPr>
          <a:xfrm>
            <a:off x="4340646" y="388937"/>
            <a:ext cx="7443366" cy="2850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>
              <a:spcAft>
                <a:spcPts val="600"/>
              </a:spcAft>
            </a:pPr>
            <a:r>
              <a:rPr lang="en-IN" b="1">
                <a:solidFill>
                  <a:schemeClr val="bg1"/>
                </a:solidFill>
              </a:rPr>
              <a:t>Phase 1 – Provide an overview of the Indian shared mobility landscape and assess the market opportunity for the Pro marketplace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bg1"/>
                </a:solidFill>
              </a:rPr>
              <a:t>Shared mobility market overview through secondary research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bg1"/>
                </a:solidFill>
              </a:rPr>
              <a:t>Deep dive on the bus market and overview of its supply chain and commercial structure through desk research and industry players’ interviews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CFA690-00F6-CD9F-ECF7-E7AD21AD1E47}"/>
              </a:ext>
            </a:extLst>
          </p:cNvPr>
          <p:cNvSpPr/>
          <p:nvPr/>
        </p:nvSpPr>
        <p:spPr>
          <a:xfrm>
            <a:off x="4340647" y="3619043"/>
            <a:ext cx="7443366" cy="28436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>
              <a:spcBef>
                <a:spcPts val="600"/>
              </a:spcBef>
            </a:pPr>
            <a:r>
              <a:rPr lang="en-IN" b="1" dirty="0">
                <a:solidFill>
                  <a:schemeClr val="bg1"/>
                </a:solidFill>
              </a:rPr>
              <a:t>Phase 2 – Define </a:t>
            </a:r>
            <a:r>
              <a:rPr lang="en-IN" b="1" dirty="0" err="1">
                <a:solidFill>
                  <a:schemeClr val="bg1"/>
                </a:solidFill>
              </a:rPr>
              <a:t>BlaBlaCar’s</a:t>
            </a:r>
            <a:r>
              <a:rPr lang="en-IN" b="1" dirty="0">
                <a:solidFill>
                  <a:schemeClr val="bg1"/>
                </a:solidFill>
              </a:rPr>
              <a:t> carpooling and Pro Marketplace market fit in India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Addressable market and target user definition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Gap analysis between </a:t>
            </a:r>
            <a:r>
              <a:rPr lang="en-IN" sz="1600" dirty="0" err="1">
                <a:solidFill>
                  <a:schemeClr val="bg1"/>
                </a:solidFill>
              </a:rPr>
              <a:t>BlaBlaCar</a:t>
            </a:r>
            <a:r>
              <a:rPr lang="en-IN" sz="1600" dirty="0">
                <a:solidFill>
                  <a:schemeClr val="bg1"/>
                </a:solidFill>
              </a:rPr>
              <a:t> existing products and customer expectations through competitors’ benchmark and customer interviews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Updated concepts acceptability</a:t>
            </a:r>
          </a:p>
        </p:txBody>
      </p:sp>
    </p:spTree>
    <p:extLst>
      <p:ext uri="{BB962C8B-B14F-4D97-AF65-F5344CB8AC3E}">
        <p14:creationId xmlns:p14="http://schemas.microsoft.com/office/powerpoint/2010/main" val="25763099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BEB14ACA-8909-7FF4-2DDE-E66A276F9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9260"/>
            <a:ext cx="3723300" cy="68872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C8BD6C9-BEFD-824F-A2F8-ED5FA73BEB7B}"/>
              </a:ext>
            </a:extLst>
          </p:cNvPr>
          <p:cNvSpPr/>
          <p:nvPr/>
        </p:nvSpPr>
        <p:spPr>
          <a:xfrm>
            <a:off x="4325648" y="1327150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US" sz="2000">
                <a:solidFill>
                  <a:srgbClr val="8085A4"/>
                </a:solidFill>
                <a:cs typeface="Arial" pitchFamily="34" charset="0"/>
              </a:rPr>
              <a:t>Our understanding of your needs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7C3077-EFF0-06BB-98AC-BA63290FCECA}"/>
              </a:ext>
            </a:extLst>
          </p:cNvPr>
          <p:cNvSpPr/>
          <p:nvPr/>
        </p:nvSpPr>
        <p:spPr>
          <a:xfrm>
            <a:off x="4325648" y="2470756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US" sz="2000">
                <a:solidFill>
                  <a:schemeClr val="bg1"/>
                </a:solidFill>
                <a:cs typeface="Arial" pitchFamily="34" charset="0"/>
              </a:rPr>
              <a:t>Our approach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3190D4-8C2C-7A5B-01A2-8723770C3AB5}"/>
              </a:ext>
            </a:extLst>
          </p:cNvPr>
          <p:cNvSpPr/>
          <p:nvPr/>
        </p:nvSpPr>
        <p:spPr>
          <a:xfrm>
            <a:off x="4325648" y="3614362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IN" sz="2000">
                <a:solidFill>
                  <a:srgbClr val="8085A4"/>
                </a:solidFill>
                <a:cs typeface="Arial" pitchFamily="34" charset="0"/>
              </a:rPr>
              <a:t>Our assets to support you</a:t>
            </a:r>
            <a:endParaRPr lang="en-US" sz="2000">
              <a:solidFill>
                <a:srgbClr val="8085A4"/>
              </a:solidFill>
              <a:cs typeface="Arial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FA5123-4837-6E3C-95FC-C58680F19D75}"/>
              </a:ext>
            </a:extLst>
          </p:cNvPr>
          <p:cNvSpPr/>
          <p:nvPr/>
        </p:nvSpPr>
        <p:spPr>
          <a:xfrm>
            <a:off x="4325648" y="4757969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IN" sz="2000">
                <a:solidFill>
                  <a:srgbClr val="8085A4"/>
                </a:solidFill>
                <a:cs typeface="Arial" pitchFamily="34" charset="0"/>
              </a:rPr>
              <a:t>Appendix</a:t>
            </a:r>
            <a:endParaRPr lang="en-US" sz="2000">
              <a:solidFill>
                <a:srgbClr val="8085A4"/>
              </a:solidFill>
              <a:cs typeface="Arial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068706-4229-1C32-3E6B-094F2681C723}"/>
              </a:ext>
            </a:extLst>
          </p:cNvPr>
          <p:cNvSpPr/>
          <p:nvPr/>
        </p:nvSpPr>
        <p:spPr>
          <a:xfrm>
            <a:off x="3815660" y="1353902"/>
            <a:ext cx="511761" cy="511761"/>
          </a:xfrm>
          <a:prstGeom prst="ellipse">
            <a:avLst/>
          </a:prstGeom>
          <a:solidFill>
            <a:srgbClr val="808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707A06-2891-4A4F-6DD1-33A2AAF6BA48}"/>
              </a:ext>
            </a:extLst>
          </p:cNvPr>
          <p:cNvSpPr/>
          <p:nvPr/>
        </p:nvSpPr>
        <p:spPr>
          <a:xfrm>
            <a:off x="3815660" y="2488591"/>
            <a:ext cx="511761" cy="51176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D6B069C-70CF-DC32-A3D7-5E626A8F8FF7}"/>
              </a:ext>
            </a:extLst>
          </p:cNvPr>
          <p:cNvSpPr/>
          <p:nvPr/>
        </p:nvSpPr>
        <p:spPr>
          <a:xfrm>
            <a:off x="3815660" y="3623280"/>
            <a:ext cx="511761" cy="511761"/>
          </a:xfrm>
          <a:prstGeom prst="ellipse">
            <a:avLst/>
          </a:prstGeom>
          <a:solidFill>
            <a:srgbClr val="808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14EB6F-0625-5465-74A4-B702C291EBFE}"/>
              </a:ext>
            </a:extLst>
          </p:cNvPr>
          <p:cNvSpPr/>
          <p:nvPr/>
        </p:nvSpPr>
        <p:spPr>
          <a:xfrm>
            <a:off x="3815660" y="4757968"/>
            <a:ext cx="511761" cy="511761"/>
          </a:xfrm>
          <a:prstGeom prst="ellipse">
            <a:avLst/>
          </a:prstGeom>
          <a:solidFill>
            <a:srgbClr val="808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4</a:t>
            </a:r>
          </a:p>
        </p:txBody>
      </p:sp>
      <p:sp>
        <p:nvSpPr>
          <p:cNvPr id="2" name="Rectangle 27">
            <a:extLst>
              <a:ext uri="{FF2B5EF4-FFF2-40B4-BE49-F238E27FC236}">
                <a16:creationId xmlns:a16="http://schemas.microsoft.com/office/drawing/2014/main" id="{6FEC01B1-6BD2-6AAF-6802-0DBA004D87B8}"/>
              </a:ext>
            </a:extLst>
          </p:cNvPr>
          <p:cNvSpPr/>
          <p:nvPr/>
        </p:nvSpPr>
        <p:spPr>
          <a:xfrm>
            <a:off x="40481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err="1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BlaBlaCar</a:t>
            </a:r>
            <a:r>
              <a:rPr lang="en-IN" sz="700" ker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 market research proposal | September 2023</a:t>
            </a:r>
            <a:endParaRPr lang="en-US" sz="700" kern="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138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1363354" cy="716711"/>
          </a:xfrm>
        </p:spPr>
        <p:txBody>
          <a:bodyPr/>
          <a:lstStyle/>
          <a:p>
            <a:r>
              <a:rPr lang="en-IN"/>
              <a:t>Market overview proposed approach</a:t>
            </a:r>
            <a:endParaRPr lang="en-GB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4AAEE1BF-3FFE-223C-60F6-DA712DCD448F}"/>
              </a:ext>
            </a:extLst>
          </p:cNvPr>
          <p:cNvSpPr/>
          <p:nvPr/>
        </p:nvSpPr>
        <p:spPr>
          <a:xfrm>
            <a:off x="404813" y="1322574"/>
            <a:ext cx="11363354" cy="30768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400" b="1">
                <a:solidFill>
                  <a:schemeClr val="bg1"/>
                </a:solidFill>
              </a:rPr>
              <a:t>Goals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85AAEF-7D71-7A5E-D93E-19C9CAA4D81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04813" y="2669865"/>
            <a:ext cx="6305565" cy="30768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Main activities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51A4A5-32D4-C62A-9633-CBAC1CF651B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895999" y="2669865"/>
            <a:ext cx="4872168" cy="307686"/>
          </a:xfrm>
          <a:prstGeom prst="rect">
            <a:avLst/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4F1A33-66B0-0A50-BD25-A73FF974D43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911845" y="4366861"/>
            <a:ext cx="4872168" cy="307686"/>
          </a:xfrm>
          <a:prstGeom prst="rect">
            <a:avLst/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Deliverables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9C9F7-F80E-D335-A5DD-BB0160A2A189}"/>
              </a:ext>
            </a:extLst>
          </p:cNvPr>
          <p:cNvSpPr/>
          <p:nvPr/>
        </p:nvSpPr>
        <p:spPr>
          <a:xfrm>
            <a:off x="404813" y="1700384"/>
            <a:ext cx="11363354" cy="8185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>
                <a:solidFill>
                  <a:schemeClr val="accent4"/>
                </a:solidFill>
              </a:rPr>
              <a:t>Provide an overview of the Indian shared mobility market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>
                <a:solidFill>
                  <a:schemeClr val="accent4"/>
                </a:solidFill>
              </a:rPr>
              <a:t>Deep dive on the bus industry and assess the market opportunity for the Pro Marketplace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819836-E945-AD13-4421-BF3EBE9693A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04812" y="3053923"/>
            <a:ext cx="6305565" cy="33978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In select hubs, analyze the shared mobility landscape across main alternatives: personal car, bus, train and plane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Market size and evolution for each alternative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Pricing range and intercity network for each alternative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Top players overview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For carpooling: Overview of central and state regulation</a:t>
            </a:r>
          </a:p>
          <a:p>
            <a:endParaRPr lang="en-US" sz="4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In select hubs, deep dive on the private organized bus market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Market size of the private bus network and its evolution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Online vs offline booking trends and evolution from 2018-2028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Top bus operators overview with network, size, pricing, supply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Top bus supply chain players overview (focus on IMS and GDS)</a:t>
            </a:r>
          </a:p>
          <a:p>
            <a:pPr marR="0" fontAlgn="b">
              <a:spcBef>
                <a:spcPts val="0"/>
              </a:spcBef>
              <a:spcAft>
                <a:spcPts val="0"/>
              </a:spcAft>
            </a:pPr>
            <a:endParaRPr lang="en-IN" sz="400" b="1" dirty="0">
              <a:solidFill>
                <a:schemeClr val="tx1"/>
              </a:solidFill>
            </a:endParaRPr>
          </a:p>
          <a:p>
            <a:pPr marL="271463" marR="0" indent="-271463" fontAlgn="b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</a:rPr>
              <a:t>For a limited sample of N=10 across select Private Bus Operators, Solution Providers and OTAs to be interviewed, </a:t>
            </a:r>
            <a:r>
              <a:rPr lang="en-IN" sz="1200" b="1" dirty="0" err="1">
                <a:solidFill>
                  <a:schemeClr val="tx1"/>
                </a:solidFill>
              </a:rPr>
              <a:t>analyze</a:t>
            </a:r>
            <a:r>
              <a:rPr lang="en-IN" sz="1200" b="1" dirty="0">
                <a:solidFill>
                  <a:schemeClr val="tx1"/>
                </a:solidFill>
              </a:rPr>
              <a:t> the IMS/ GDS in place and commercial terms being used </a:t>
            </a:r>
          </a:p>
          <a:p>
            <a:pPr marL="728663" lvl="1" indent="-271463" fontAlgn="b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Overview of the IMS and GDS used and rationale</a:t>
            </a:r>
          </a:p>
          <a:p>
            <a:pPr marL="742950" lvl="1" indent="-285750" fontAlgn="b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IMS and bus operators’ perception towards BBC Commercial terms overview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38AF53-A7EA-99B0-D8BF-23A5AF05DAA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911845" y="4758317"/>
            <a:ext cx="4872168" cy="17043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>
                <a:solidFill>
                  <a:schemeClr val="tx1"/>
                </a:solidFill>
              </a:rPr>
              <a:t>Shared mobility market overview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>
                <a:solidFill>
                  <a:schemeClr val="tx1"/>
                </a:solidFill>
              </a:rPr>
              <a:t>Deep dive on the bus market with supply chain vendors and commercial terms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>
                <a:solidFill>
                  <a:schemeClr val="tx1"/>
                </a:solidFill>
              </a:rPr>
              <a:t>Executive memo highlighting key learnings</a:t>
            </a:r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3B43F1-7384-A3B0-8876-650D768B446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95999" y="3053923"/>
            <a:ext cx="4872168" cy="1160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Desk research based on publicly available sources, premium databases, operators’ websites and </a:t>
            </a:r>
            <a:r>
              <a:rPr lang="en-US" sz="1200" err="1">
                <a:solidFill>
                  <a:schemeClr val="tx1"/>
                </a:solidFill>
              </a:rPr>
              <a:t>BlaBlaCar</a:t>
            </a:r>
            <a:r>
              <a:rPr lang="en-US" sz="1200">
                <a:solidFill>
                  <a:schemeClr val="tx1"/>
                </a:solidFill>
              </a:rPr>
              <a:t> own data and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N=10 Interviews (face-to-face and online) conducted across OTAs / Private Bus Operators/ Solution providers with marketing, sales/ distribution/ vendor/ customer/ business teams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108BB9-B65B-4234-1242-0661F7F45CBE}"/>
              </a:ext>
            </a:extLst>
          </p:cNvPr>
          <p:cNvSpPr/>
          <p:nvPr/>
        </p:nvSpPr>
        <p:spPr>
          <a:xfrm>
            <a:off x="10362756" y="161026"/>
            <a:ext cx="1058519" cy="216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 algn="ctr">
              <a:spcAft>
                <a:spcPts val="600"/>
              </a:spcAft>
            </a:pPr>
            <a:r>
              <a:rPr lang="en-IN" sz="1200" b="1">
                <a:solidFill>
                  <a:schemeClr val="bg1"/>
                </a:solidFill>
              </a:rPr>
              <a:t>Phase 1</a:t>
            </a:r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AF0244-2324-F88C-513F-91B4A921B18D}"/>
              </a:ext>
            </a:extLst>
          </p:cNvPr>
          <p:cNvSpPr/>
          <p:nvPr/>
        </p:nvSpPr>
        <p:spPr>
          <a:xfrm>
            <a:off x="10362756" y="428526"/>
            <a:ext cx="1058519" cy="216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>
              <a:spcBef>
                <a:spcPts val="600"/>
              </a:spcBef>
            </a:pPr>
            <a:r>
              <a:rPr lang="en-IN" sz="1200" b="1">
                <a:solidFill>
                  <a:schemeClr val="bg1"/>
                </a:solidFill>
              </a:rPr>
              <a:t>Phase 2</a:t>
            </a:r>
          </a:p>
        </p:txBody>
      </p:sp>
    </p:spTree>
    <p:extLst>
      <p:ext uri="{BB962C8B-B14F-4D97-AF65-F5344CB8AC3E}">
        <p14:creationId xmlns:p14="http://schemas.microsoft.com/office/powerpoint/2010/main" val="328356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9C1EA-548E-4286-AFA5-6294A71B3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600"/>
              <a:t>Market overview Detailed project plan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D47E594B-F022-4242-A273-A8EE3D37C7E3}"/>
              </a:ext>
            </a:extLst>
          </p:cNvPr>
          <p:cNvSpPr/>
          <p:nvPr/>
        </p:nvSpPr>
        <p:spPr>
          <a:xfrm>
            <a:off x="411963" y="1564167"/>
            <a:ext cx="11180271" cy="737121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179008-CFC0-4A5A-82E7-665725657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912350"/>
              </p:ext>
            </p:extLst>
          </p:nvPr>
        </p:nvGraphicFramePr>
        <p:xfrm>
          <a:off x="411962" y="1160560"/>
          <a:ext cx="11179123" cy="4479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365">
                  <a:extLst>
                    <a:ext uri="{9D8B030D-6E8A-4147-A177-3AD203B41FA5}">
                      <a16:colId xmlns:a16="http://schemas.microsoft.com/office/drawing/2014/main" val="1417797449"/>
                    </a:ext>
                  </a:extLst>
                </a:gridCol>
                <a:gridCol w="5650073">
                  <a:extLst>
                    <a:ext uri="{9D8B030D-6E8A-4147-A177-3AD203B41FA5}">
                      <a16:colId xmlns:a16="http://schemas.microsoft.com/office/drawing/2014/main" val="2111779652"/>
                    </a:ext>
                  </a:extLst>
                </a:gridCol>
                <a:gridCol w="941537">
                  <a:extLst>
                    <a:ext uri="{9D8B030D-6E8A-4147-A177-3AD203B41FA5}">
                      <a16:colId xmlns:a16="http://schemas.microsoft.com/office/drawing/2014/main" val="2224807203"/>
                    </a:ext>
                  </a:extLst>
                </a:gridCol>
                <a:gridCol w="941537">
                  <a:extLst>
                    <a:ext uri="{9D8B030D-6E8A-4147-A177-3AD203B41FA5}">
                      <a16:colId xmlns:a16="http://schemas.microsoft.com/office/drawing/2014/main" val="4160031630"/>
                    </a:ext>
                  </a:extLst>
                </a:gridCol>
                <a:gridCol w="941537">
                  <a:extLst>
                    <a:ext uri="{9D8B030D-6E8A-4147-A177-3AD203B41FA5}">
                      <a16:colId xmlns:a16="http://schemas.microsoft.com/office/drawing/2014/main" val="1271989770"/>
                    </a:ext>
                  </a:extLst>
                </a:gridCol>
                <a:gridCol w="941537">
                  <a:extLst>
                    <a:ext uri="{9D8B030D-6E8A-4147-A177-3AD203B41FA5}">
                      <a16:colId xmlns:a16="http://schemas.microsoft.com/office/drawing/2014/main" val="1374626486"/>
                    </a:ext>
                  </a:extLst>
                </a:gridCol>
                <a:gridCol w="941537">
                  <a:extLst>
                    <a:ext uri="{9D8B030D-6E8A-4147-A177-3AD203B41FA5}">
                      <a16:colId xmlns:a16="http://schemas.microsoft.com/office/drawing/2014/main" val="3209279439"/>
                    </a:ext>
                  </a:extLst>
                </a:gridCol>
              </a:tblGrid>
              <a:tr h="43891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Activities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Activities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1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2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3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4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5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18219"/>
                  </a:ext>
                </a:extLst>
              </a:tr>
              <a:tr h="32918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>
                          <a:effectLst/>
                          <a:latin typeface="+mn-lt"/>
                        </a:rPr>
                        <a:t>Capgemini Invent / </a:t>
                      </a:r>
                      <a:r>
                        <a:rPr lang="en-IN" sz="1200" b="0" u="none" strike="noStrike" err="1">
                          <a:effectLst/>
                          <a:latin typeface="+mn-lt"/>
                        </a:rPr>
                        <a:t>BlaBlaCar</a:t>
                      </a:r>
                      <a:r>
                        <a:rPr lang="en-IN" sz="1200" b="0" u="none" strike="noStrike">
                          <a:effectLst/>
                          <a:latin typeface="+mn-lt"/>
                        </a:rPr>
                        <a:t> sync</a:t>
                      </a:r>
                      <a:endParaRPr lang="en-IN" sz="1200" b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en-IN" sz="1200" b="0" u="none" strike="noStrike">
                          <a:effectLst/>
                          <a:latin typeface="+mn-lt"/>
                        </a:rPr>
                        <a:t>Capgemini Invent / </a:t>
                      </a:r>
                      <a:r>
                        <a:rPr lang="en-IN" sz="1200" b="0" u="none" strike="noStrike" err="1">
                          <a:effectLst/>
                          <a:latin typeface="+mn-lt"/>
                        </a:rPr>
                        <a:t>BlaBlaCar</a:t>
                      </a:r>
                      <a:r>
                        <a:rPr lang="en-IN" sz="1200" b="0" u="none" strike="noStrike">
                          <a:effectLst/>
                          <a:latin typeface="+mn-lt"/>
                        </a:rPr>
                        <a:t> sync</a:t>
                      </a:r>
                      <a:endParaRPr lang="en-IN" sz="1200" b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134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1.A</a:t>
                      </a: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Shared mobility landscape overview – </a:t>
                      </a:r>
                      <a:r>
                        <a:rPr lang="en-IN" sz="1200" b="0" i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Desk research</a:t>
                      </a:r>
                      <a:endParaRPr lang="en-IN" sz="1200" b="1" i="1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70149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1.A.1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42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Mobility landscape (personal car/bus/train/plane) analysis in 7 identified cities – Network within intercity limits primarily Tier 1 cities</a:t>
                      </a:r>
                      <a:endParaRPr lang="en-IN" sz="12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361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1.A.2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42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 and State Carpool regulations overview</a:t>
                      </a:r>
                      <a:endParaRPr lang="en-IN" sz="12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43701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1.A.3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42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Deep dive on bus industry in target cities of India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10119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1.B</a:t>
                      </a: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8420" marR="0" lvl="1" indent="0" algn="l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Bus market structure: Tech vendors / Commercial terms overview </a:t>
                      </a:r>
                      <a:r>
                        <a:rPr lang="en-IN" sz="1200" b="0" i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– Primary Interviews (N=10: OTAs/ Solution Providers/ Bus operators </a:t>
                      </a:r>
                      <a:r>
                        <a:rPr lang="en-IN" sz="1200" b="0" i="1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)</a:t>
                      </a:r>
                      <a:endParaRPr lang="en-IN" sz="1200" b="0" i="1" u="none" strike="noStrike" noProof="0">
                        <a:solidFill>
                          <a:schemeClr val="bg1"/>
                        </a:solidFill>
                        <a:effectLst/>
                        <a:latin typeface="Ubuntu"/>
                      </a:endParaRP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94521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1.B.1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42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BlaBlaCar</a:t>
                      </a:r>
                      <a:r>
                        <a:rPr lang="en-IN" sz="12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stakeholder interviews</a:t>
                      </a: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69974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1.B.2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42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Finalization of Discussion Guide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08414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1.B.3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42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Recruitment and Interview of experts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16608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1.B.4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42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 analysis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7138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1200" b="1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1.C</a:t>
                      </a: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842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Deliverables finalization &amp; key learnings summary</a:t>
                      </a: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IN" sz="1200" b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IN" sz="1200" b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729524"/>
                  </a:ext>
                </a:extLst>
              </a:tr>
            </a:tbl>
          </a:graphicData>
        </a:graphic>
      </p:graphicFrame>
      <p:pic>
        <p:nvPicPr>
          <p:cNvPr id="8" name="Graphic 2" descr="Flag with solid fill">
            <a:extLst>
              <a:ext uri="{FF2B5EF4-FFF2-40B4-BE49-F238E27FC236}">
                <a16:creationId xmlns:a16="http://schemas.microsoft.com/office/drawing/2014/main" id="{FAAD8F4B-7A33-4CCF-9508-0D9C492DA5C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5522" y="1638613"/>
            <a:ext cx="248774" cy="248774"/>
          </a:xfrm>
          <a:prstGeom prst="rect">
            <a:avLst/>
          </a:prstGeom>
        </p:spPr>
      </p:pic>
      <p:pic>
        <p:nvPicPr>
          <p:cNvPr id="9" name="Graphic 2" descr="Flag with solid fill">
            <a:extLst>
              <a:ext uri="{FF2B5EF4-FFF2-40B4-BE49-F238E27FC236}">
                <a16:creationId xmlns:a16="http://schemas.microsoft.com/office/drawing/2014/main" id="{D6EE4D3C-90EC-477A-9687-D71C4A2857A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0367" y="6209735"/>
            <a:ext cx="248774" cy="2487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755972-B4F3-4CA7-BB6C-E6B76AB792AD}"/>
              </a:ext>
            </a:extLst>
          </p:cNvPr>
          <p:cNvSpPr txBox="1"/>
          <p:nvPr/>
        </p:nvSpPr>
        <p:spPr>
          <a:xfrm>
            <a:off x="2250939" y="6191955"/>
            <a:ext cx="43968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Interim workshops/sync</a:t>
            </a:r>
          </a:p>
        </p:txBody>
      </p:sp>
      <p:pic>
        <p:nvPicPr>
          <p:cNvPr id="15" name="Graphic 2" descr="Flag with solid fill">
            <a:extLst>
              <a:ext uri="{FF2B5EF4-FFF2-40B4-BE49-F238E27FC236}">
                <a16:creationId xmlns:a16="http://schemas.microsoft.com/office/drawing/2014/main" id="{DC43EB09-10C4-4E42-B4B7-0A2E716719DB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47646" y="6204655"/>
            <a:ext cx="248774" cy="24877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40FABE8-9297-4F61-BF4D-16D2BCEB99FA}"/>
              </a:ext>
            </a:extLst>
          </p:cNvPr>
          <p:cNvSpPr/>
          <p:nvPr/>
        </p:nvSpPr>
        <p:spPr>
          <a:xfrm>
            <a:off x="9754570" y="2789302"/>
            <a:ext cx="2743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8726B6-6F29-480E-BFDC-CDEC552C6A4D}"/>
              </a:ext>
            </a:extLst>
          </p:cNvPr>
          <p:cNvSpPr/>
          <p:nvPr/>
        </p:nvSpPr>
        <p:spPr>
          <a:xfrm>
            <a:off x="7879830" y="2380153"/>
            <a:ext cx="82296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F826E-502D-4CA4-8954-E16076D61C1B}"/>
              </a:ext>
            </a:extLst>
          </p:cNvPr>
          <p:cNvSpPr/>
          <p:nvPr/>
        </p:nvSpPr>
        <p:spPr>
          <a:xfrm>
            <a:off x="6945740" y="2380153"/>
            <a:ext cx="82296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052C61-6A4F-4AD0-B18B-4A2F1BC0F227}"/>
              </a:ext>
            </a:extLst>
          </p:cNvPr>
          <p:cNvSpPr txBox="1"/>
          <p:nvPr/>
        </p:nvSpPr>
        <p:spPr>
          <a:xfrm>
            <a:off x="889002" y="6191955"/>
            <a:ext cx="7125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Kick off</a:t>
            </a:r>
          </a:p>
        </p:txBody>
      </p:sp>
      <p:pic>
        <p:nvPicPr>
          <p:cNvPr id="29" name="Graphic 2" descr="Flag with solid fill">
            <a:extLst>
              <a:ext uri="{FF2B5EF4-FFF2-40B4-BE49-F238E27FC236}">
                <a16:creationId xmlns:a16="http://schemas.microsoft.com/office/drawing/2014/main" id="{4C5A12AB-C843-4A58-84C3-169EE6A2C52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262" y="6204655"/>
            <a:ext cx="248774" cy="24877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EB83475-6B68-4FCE-ACB0-8E24C08D5EC0}"/>
              </a:ext>
            </a:extLst>
          </p:cNvPr>
          <p:cNvSpPr txBox="1"/>
          <p:nvPr/>
        </p:nvSpPr>
        <p:spPr>
          <a:xfrm>
            <a:off x="4422154" y="6184335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Final review</a:t>
            </a:r>
          </a:p>
        </p:txBody>
      </p:sp>
      <p:pic>
        <p:nvPicPr>
          <p:cNvPr id="31" name="Graphic 2" descr="Flag with solid fill">
            <a:extLst>
              <a:ext uri="{FF2B5EF4-FFF2-40B4-BE49-F238E27FC236}">
                <a16:creationId xmlns:a16="http://schemas.microsoft.com/office/drawing/2014/main" id="{91F4AE42-81F3-4981-8DC7-56E3FDA1505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39166" y="1638613"/>
            <a:ext cx="248774" cy="248774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97C5B3C-FEC1-45C7-9C27-163C444FD724}"/>
              </a:ext>
            </a:extLst>
          </p:cNvPr>
          <p:cNvSpPr/>
          <p:nvPr/>
        </p:nvSpPr>
        <p:spPr>
          <a:xfrm>
            <a:off x="9754570" y="3097887"/>
            <a:ext cx="82296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BD769B5-3B2A-EC99-0895-2466D0E9E6FF}"/>
              </a:ext>
            </a:extLst>
          </p:cNvPr>
          <p:cNvSpPr/>
          <p:nvPr/>
        </p:nvSpPr>
        <p:spPr>
          <a:xfrm>
            <a:off x="8813920" y="2380153"/>
            <a:ext cx="82296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651FC2-538E-B240-96B1-21CAF97579D2}"/>
              </a:ext>
            </a:extLst>
          </p:cNvPr>
          <p:cNvSpPr/>
          <p:nvPr/>
        </p:nvSpPr>
        <p:spPr>
          <a:xfrm>
            <a:off x="9362560" y="2789302"/>
            <a:ext cx="2743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943581-CB5F-905D-3472-7F7FD752124C}"/>
              </a:ext>
            </a:extLst>
          </p:cNvPr>
          <p:cNvSpPr/>
          <p:nvPr/>
        </p:nvSpPr>
        <p:spPr>
          <a:xfrm>
            <a:off x="7900186" y="4734535"/>
            <a:ext cx="82296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3D09B0C-BAC0-6037-E87B-5A57DDC75592}"/>
              </a:ext>
            </a:extLst>
          </p:cNvPr>
          <p:cNvSpPr/>
          <p:nvPr/>
        </p:nvSpPr>
        <p:spPr>
          <a:xfrm>
            <a:off x="8813920" y="4734535"/>
            <a:ext cx="82296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CACCA1-2672-3CB3-88C1-E76D4928D90A}"/>
              </a:ext>
            </a:extLst>
          </p:cNvPr>
          <p:cNvSpPr/>
          <p:nvPr/>
        </p:nvSpPr>
        <p:spPr>
          <a:xfrm>
            <a:off x="8813920" y="5049916"/>
            <a:ext cx="82296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D037A57-DD5F-E461-83C5-683E899AD1DD}"/>
              </a:ext>
            </a:extLst>
          </p:cNvPr>
          <p:cNvSpPr/>
          <p:nvPr/>
        </p:nvSpPr>
        <p:spPr>
          <a:xfrm>
            <a:off x="9754570" y="5049916"/>
            <a:ext cx="82296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50C400-66C5-A274-AC03-8AFDA04E7C5C}"/>
              </a:ext>
            </a:extLst>
          </p:cNvPr>
          <p:cNvSpPr/>
          <p:nvPr/>
        </p:nvSpPr>
        <p:spPr>
          <a:xfrm>
            <a:off x="7494380" y="4403358"/>
            <a:ext cx="2743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93ACA7E-1EEE-AFD9-FA27-A7F8FEDE273A}"/>
              </a:ext>
            </a:extLst>
          </p:cNvPr>
          <p:cNvSpPr/>
          <p:nvPr/>
        </p:nvSpPr>
        <p:spPr>
          <a:xfrm>
            <a:off x="6945740" y="4070854"/>
            <a:ext cx="2743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3D08FB9-3E2C-89AE-AE8B-D50A1A0EABC0}"/>
              </a:ext>
            </a:extLst>
          </p:cNvPr>
          <p:cNvSpPr/>
          <p:nvPr/>
        </p:nvSpPr>
        <p:spPr>
          <a:xfrm>
            <a:off x="6926007" y="3654063"/>
            <a:ext cx="3708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7BB0FA-44E2-8691-2FE7-FABA6B38EF26}"/>
              </a:ext>
            </a:extLst>
          </p:cNvPr>
          <p:cNvSpPr/>
          <p:nvPr/>
        </p:nvSpPr>
        <p:spPr>
          <a:xfrm>
            <a:off x="10716206" y="5382217"/>
            <a:ext cx="82296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11DB76-CEDC-9881-BBD9-DB2859C13BE1}"/>
              </a:ext>
            </a:extLst>
          </p:cNvPr>
          <p:cNvSpPr/>
          <p:nvPr/>
        </p:nvSpPr>
        <p:spPr>
          <a:xfrm>
            <a:off x="10303210" y="5382217"/>
            <a:ext cx="2743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2AB20F-BDF6-FAC2-A29D-A0A04EA067CA}"/>
              </a:ext>
            </a:extLst>
          </p:cNvPr>
          <p:cNvSpPr/>
          <p:nvPr/>
        </p:nvSpPr>
        <p:spPr>
          <a:xfrm>
            <a:off x="8813920" y="3097887"/>
            <a:ext cx="82296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ACFC65-875F-FAEE-0491-9695BD1CB761}"/>
              </a:ext>
            </a:extLst>
          </p:cNvPr>
          <p:cNvSpPr/>
          <p:nvPr/>
        </p:nvSpPr>
        <p:spPr>
          <a:xfrm>
            <a:off x="7879830" y="3097887"/>
            <a:ext cx="82296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0320C9-01E4-E2DD-7A09-AB2A27C5AC17}"/>
              </a:ext>
            </a:extLst>
          </p:cNvPr>
          <p:cNvSpPr/>
          <p:nvPr/>
        </p:nvSpPr>
        <p:spPr>
          <a:xfrm>
            <a:off x="6926007" y="2053524"/>
            <a:ext cx="3708000" cy="891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25" name="Graphic 2" descr="Flag with solid fill">
            <a:extLst>
              <a:ext uri="{FF2B5EF4-FFF2-40B4-BE49-F238E27FC236}">
                <a16:creationId xmlns:a16="http://schemas.microsoft.com/office/drawing/2014/main" id="{E4171835-3814-FDE5-3C04-4ED02B6BFA8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77530" y="1638613"/>
            <a:ext cx="248774" cy="248774"/>
          </a:xfrm>
          <a:prstGeom prst="rect">
            <a:avLst/>
          </a:prstGeom>
        </p:spPr>
      </p:pic>
      <p:pic>
        <p:nvPicPr>
          <p:cNvPr id="26" name="Graphic 2" descr="Flag with solid fill">
            <a:extLst>
              <a:ext uri="{FF2B5EF4-FFF2-40B4-BE49-F238E27FC236}">
                <a16:creationId xmlns:a16="http://schemas.microsoft.com/office/drawing/2014/main" id="{CFB2EC31-D66E-2BA6-6BF9-C6B71B7A154E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42956" y="1638613"/>
            <a:ext cx="248774" cy="248774"/>
          </a:xfrm>
          <a:prstGeom prst="rect">
            <a:avLst/>
          </a:prstGeom>
        </p:spPr>
      </p:pic>
      <p:pic>
        <p:nvPicPr>
          <p:cNvPr id="27" name="Graphic 2" descr="Flag with solid fill">
            <a:extLst>
              <a:ext uri="{FF2B5EF4-FFF2-40B4-BE49-F238E27FC236}">
                <a16:creationId xmlns:a16="http://schemas.microsoft.com/office/drawing/2014/main" id="{56F1CE12-01D1-F967-0402-432D2F8BD61A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02790" y="1638613"/>
            <a:ext cx="248774" cy="248774"/>
          </a:xfrm>
          <a:prstGeom prst="rect">
            <a:avLst/>
          </a:prstGeom>
        </p:spPr>
      </p:pic>
      <p:pic>
        <p:nvPicPr>
          <p:cNvPr id="33" name="Graphic 2" descr="Flag with solid fill">
            <a:extLst>
              <a:ext uri="{FF2B5EF4-FFF2-40B4-BE49-F238E27FC236}">
                <a16:creationId xmlns:a16="http://schemas.microsoft.com/office/drawing/2014/main" id="{9361EC54-85AE-AFB6-C2DD-ED0123650476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5443" y="1638613"/>
            <a:ext cx="248774" cy="2487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0CD06D7-766E-FC30-AE59-FA8C090A03E4}"/>
              </a:ext>
            </a:extLst>
          </p:cNvPr>
          <p:cNvSpPr/>
          <p:nvPr/>
        </p:nvSpPr>
        <p:spPr>
          <a:xfrm>
            <a:off x="9785126" y="4734535"/>
            <a:ext cx="2743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371EB-F2EF-DA83-C4A6-F5B2A1E3F7DB}"/>
              </a:ext>
            </a:extLst>
          </p:cNvPr>
          <p:cNvSpPr/>
          <p:nvPr/>
        </p:nvSpPr>
        <p:spPr>
          <a:xfrm>
            <a:off x="10362756" y="161026"/>
            <a:ext cx="1058519" cy="216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 algn="ctr">
              <a:spcAft>
                <a:spcPts val="600"/>
              </a:spcAft>
            </a:pPr>
            <a:r>
              <a:rPr lang="en-IN" sz="1200" b="1">
                <a:solidFill>
                  <a:schemeClr val="bg1"/>
                </a:solidFill>
              </a:rPr>
              <a:t>Phase 1</a:t>
            </a:r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14A285-11FA-7F7A-03A9-72EA475F5FD2}"/>
              </a:ext>
            </a:extLst>
          </p:cNvPr>
          <p:cNvSpPr/>
          <p:nvPr/>
        </p:nvSpPr>
        <p:spPr>
          <a:xfrm>
            <a:off x="10362756" y="428526"/>
            <a:ext cx="1058519" cy="216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>
              <a:spcBef>
                <a:spcPts val="600"/>
              </a:spcBef>
            </a:pPr>
            <a:r>
              <a:rPr lang="en-IN" sz="1200" b="1">
                <a:solidFill>
                  <a:schemeClr val="bg1"/>
                </a:solidFill>
              </a:rPr>
              <a:t>Phase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A16775-1AD2-B96B-C053-FB074CA7CC82}"/>
              </a:ext>
            </a:extLst>
          </p:cNvPr>
          <p:cNvSpPr/>
          <p:nvPr/>
        </p:nvSpPr>
        <p:spPr>
          <a:xfrm>
            <a:off x="10716206" y="5039387"/>
            <a:ext cx="82296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133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1363354" cy="716711"/>
          </a:xfrm>
        </p:spPr>
        <p:txBody>
          <a:bodyPr/>
          <a:lstStyle/>
          <a:p>
            <a:r>
              <a:rPr lang="en-IN"/>
              <a:t>Market overview research methodology</a:t>
            </a:r>
            <a:endParaRPr lang="en-GB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4CC0EC09-4392-1910-EFB0-FA3941279DC6}"/>
              </a:ext>
            </a:extLst>
          </p:cNvPr>
          <p:cNvSpPr txBox="1"/>
          <p:nvPr/>
        </p:nvSpPr>
        <p:spPr>
          <a:xfrm flipH="1">
            <a:off x="7348627" y="1419671"/>
            <a:ext cx="4127733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2. </a:t>
            </a: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SECONDARY RESEARCH</a:t>
            </a:r>
          </a:p>
        </p:txBody>
      </p:sp>
      <p:sp>
        <p:nvSpPr>
          <p:cNvPr id="106" name="Text Placeholder 54">
            <a:extLst>
              <a:ext uri="{FF2B5EF4-FFF2-40B4-BE49-F238E27FC236}">
                <a16:creationId xmlns:a16="http://schemas.microsoft.com/office/drawing/2014/main" id="{D6B210CF-4BC2-5F3B-3096-CDA18D31AB02}"/>
              </a:ext>
            </a:extLst>
          </p:cNvPr>
          <p:cNvSpPr txBox="1">
            <a:spLocks/>
          </p:cNvSpPr>
          <p:nvPr/>
        </p:nvSpPr>
        <p:spPr bwMode="auto">
          <a:xfrm>
            <a:off x="7348626" y="1742944"/>
            <a:ext cx="412773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10034"/>
              </a:buClr>
              <a:buSzPct val="100000"/>
              <a:buFont typeface="Wingdings" pitchFamily="2" charset="2"/>
              <a:buNone/>
              <a:tabLst/>
              <a:defRPr lang="en-US" sz="1400" b="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180975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361950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Symbol" pitchFamily="18" charset="2"/>
              <a:buChar char="-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3pPr>
            <a:lvl4pPr marL="534988" marR="0" indent="-173038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Arial" pitchFamily="34" charset="0"/>
              <a:buChar char="•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4pPr>
            <a:lvl5pPr marL="715963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10034"/>
              </a:buClr>
              <a:buSzTx/>
              <a:buFont typeface="Symbol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5pPr>
            <a:lvl6pPr marL="2514441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2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3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4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B10034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Arial" pitchFamily="34" charset="0"/>
              </a:rPr>
              <a:t>Deep-dive in the Mobility market and Bus industry in Tier1 cities in India; Overview of intercity mobility market with focus on 2-3 identified hubs* with carpooling regulations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822D21B-9C76-3B95-4AAD-E688D214E73E}"/>
              </a:ext>
            </a:extLst>
          </p:cNvPr>
          <p:cNvSpPr txBox="1"/>
          <p:nvPr/>
        </p:nvSpPr>
        <p:spPr>
          <a:xfrm flipH="1">
            <a:off x="8055725" y="2903426"/>
            <a:ext cx="3479597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3. </a:t>
            </a: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CG DOMAIN EXPERTS</a:t>
            </a:r>
          </a:p>
        </p:txBody>
      </p:sp>
      <p:sp>
        <p:nvSpPr>
          <p:cNvPr id="108" name="Text Placeholder 54">
            <a:extLst>
              <a:ext uri="{FF2B5EF4-FFF2-40B4-BE49-F238E27FC236}">
                <a16:creationId xmlns:a16="http://schemas.microsoft.com/office/drawing/2014/main" id="{90A16C2B-B10B-B810-4F89-70756AA52F93}"/>
              </a:ext>
            </a:extLst>
          </p:cNvPr>
          <p:cNvSpPr txBox="1">
            <a:spLocks/>
          </p:cNvSpPr>
          <p:nvPr/>
        </p:nvSpPr>
        <p:spPr bwMode="auto">
          <a:xfrm>
            <a:off x="8055725" y="3226699"/>
            <a:ext cx="34795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10034"/>
              </a:buClr>
              <a:buSzPct val="100000"/>
              <a:buFont typeface="Wingdings" pitchFamily="2" charset="2"/>
              <a:buNone/>
              <a:tabLst/>
              <a:defRPr lang="en-US" sz="1400" b="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180975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361950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Symbol" pitchFamily="18" charset="2"/>
              <a:buChar char="-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3pPr>
            <a:lvl4pPr marL="534988" marR="0" indent="-173038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Arial" pitchFamily="34" charset="0"/>
              <a:buChar char="•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4pPr>
            <a:lvl5pPr marL="715963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10034"/>
              </a:buClr>
              <a:buSzTx/>
              <a:buFont typeface="Symbol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5pPr>
            <a:lvl6pPr marL="2514441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2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3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4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B10034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  <a:latin typeface="Ubuntu"/>
                <a:cs typeface="Arial" pitchFamily="34" charset="0"/>
              </a:rPr>
              <a:t>Obtain market understanding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Arial" pitchFamily="34" charset="0"/>
              </a:rPr>
              <a:t>of value chain of mobility marketplace solution for buses along with identification of key players primarily for IMS and GDS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3AF0AE1-2478-C04C-D4B6-2327CE9722D5}"/>
              </a:ext>
            </a:extLst>
          </p:cNvPr>
          <p:cNvSpPr txBox="1"/>
          <p:nvPr/>
        </p:nvSpPr>
        <p:spPr>
          <a:xfrm flipH="1">
            <a:off x="7613166" y="4191454"/>
            <a:ext cx="3922156" cy="40011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4. PRIMARY RESEARCH – Bus Operators, Solution Providers &amp; Competitors </a:t>
            </a:r>
          </a:p>
        </p:txBody>
      </p:sp>
      <p:sp>
        <p:nvSpPr>
          <p:cNvPr id="110" name="Text Placeholder 54">
            <a:extLst>
              <a:ext uri="{FF2B5EF4-FFF2-40B4-BE49-F238E27FC236}">
                <a16:creationId xmlns:a16="http://schemas.microsoft.com/office/drawing/2014/main" id="{56FC7DE5-7124-9A1A-8EB2-979C25AD4B2F}"/>
              </a:ext>
            </a:extLst>
          </p:cNvPr>
          <p:cNvSpPr txBox="1">
            <a:spLocks/>
          </p:cNvSpPr>
          <p:nvPr/>
        </p:nvSpPr>
        <p:spPr bwMode="auto">
          <a:xfrm>
            <a:off x="7613164" y="4668616"/>
            <a:ext cx="4191601" cy="11156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10034"/>
              </a:buClr>
              <a:buSzPct val="100000"/>
              <a:buFont typeface="Wingdings" pitchFamily="2" charset="2"/>
              <a:buNone/>
              <a:tabLst/>
              <a:defRPr lang="en-US" sz="1400" b="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180975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361950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Symbol" pitchFamily="18" charset="2"/>
              <a:buChar char="-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3pPr>
            <a:lvl4pPr marL="534988" marR="0" indent="-173038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Arial" pitchFamily="34" charset="0"/>
              <a:buChar char="•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4pPr>
            <a:lvl5pPr marL="715963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10034"/>
              </a:buClr>
              <a:buSzTx/>
              <a:buFont typeface="Symbol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5pPr>
            <a:lvl6pPr marL="2514441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2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3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4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00"/>
              </a:spcBef>
              <a:defRPr/>
            </a:pPr>
            <a:r>
              <a:rPr lang="en-IN" sz="1000">
                <a:solidFill>
                  <a:schemeClr val="bg1"/>
                </a:solidFill>
                <a:latin typeface="Ubuntu"/>
                <a:cs typeface="Arial"/>
              </a:rPr>
              <a:t>Qualitative Research: Framing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Arial"/>
              </a:rPr>
              <a:t>of questions and probing is critical to elicit response.</a:t>
            </a:r>
            <a:r>
              <a:rPr lang="en-IN" sz="1000">
                <a:solidFill>
                  <a:schemeClr val="bg1"/>
                </a:solidFill>
                <a:latin typeface="Ubuntu"/>
                <a:cs typeface="Arial"/>
              </a:rPr>
              <a:t> 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Arial"/>
              </a:rPr>
              <a:t>Direct questioning might not work, specifically when asking </a:t>
            </a:r>
            <a:br>
              <a:rPr lang="en-I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cs typeface="Arial" pitchFamily="34" charset="0"/>
              </a:rPr>
            </a:b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Arial"/>
              </a:rPr>
              <a:t>for sensitive information. </a:t>
            </a:r>
          </a:p>
          <a:p>
            <a:pPr>
              <a:lnSpc>
                <a:spcPct val="100000"/>
              </a:lnSpc>
              <a:spcBef>
                <a:spcPts val="100"/>
              </a:spcBef>
              <a:defRPr/>
            </a:pPr>
            <a:endParaRPr lang="en-IN" sz="1000">
              <a:solidFill>
                <a:schemeClr val="bg1"/>
              </a:solidFill>
              <a:latin typeface="Ubuntu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defRPr/>
            </a:pPr>
            <a:r>
              <a:rPr lang="en-IN" sz="1000">
                <a:solidFill>
                  <a:schemeClr val="bg1"/>
                </a:solidFill>
                <a:latin typeface="Ubuntu"/>
                <a:cs typeface="Arial"/>
              </a:rPr>
              <a:t>Discussion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Arial"/>
              </a:rPr>
              <a:t> guide is</a:t>
            </a:r>
            <a:r>
              <a:rPr lang="en-IN" sz="1000">
                <a:solidFill>
                  <a:schemeClr val="bg1"/>
                </a:solidFill>
                <a:latin typeface="Ubuntu"/>
                <a:cs typeface="Arial"/>
              </a:rPr>
              <a:t> used to steer the discussion, while a content analysis is done to infer from the recorded interviews</a:t>
            </a:r>
            <a:endParaRPr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cs typeface="Arial" pitchFamily="34" charset="0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defRPr/>
            </a:pPr>
            <a:endParaRPr lang="en-IN" sz="1000">
              <a:solidFill>
                <a:schemeClr val="bg1"/>
              </a:solidFill>
              <a:latin typeface="Ubuntu"/>
              <a:cs typeface="Arial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37FB129-FA6C-06AB-5DBB-8E285E81DB11}"/>
              </a:ext>
            </a:extLst>
          </p:cNvPr>
          <p:cNvSpPr txBox="1"/>
          <p:nvPr/>
        </p:nvSpPr>
        <p:spPr>
          <a:xfrm flipH="1">
            <a:off x="608545" y="1395630"/>
            <a:ext cx="4127733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1. </a:t>
            </a: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KICK OFF WITH BLABLACAR</a:t>
            </a:r>
          </a:p>
        </p:txBody>
      </p:sp>
      <p:sp>
        <p:nvSpPr>
          <p:cNvPr id="112" name="Text Placeholder 54">
            <a:extLst>
              <a:ext uri="{FF2B5EF4-FFF2-40B4-BE49-F238E27FC236}">
                <a16:creationId xmlns:a16="http://schemas.microsoft.com/office/drawing/2014/main" id="{F046CCDE-7206-2A5D-E2A8-489021B11181}"/>
              </a:ext>
            </a:extLst>
          </p:cNvPr>
          <p:cNvSpPr txBox="1">
            <a:spLocks/>
          </p:cNvSpPr>
          <p:nvPr/>
        </p:nvSpPr>
        <p:spPr bwMode="auto">
          <a:xfrm>
            <a:off x="608544" y="1718903"/>
            <a:ext cx="4127733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10034"/>
              </a:buClr>
              <a:buSzPct val="100000"/>
              <a:buFont typeface="Wingdings" pitchFamily="2" charset="2"/>
              <a:buNone/>
              <a:tabLst/>
              <a:defRPr lang="en-US" sz="1400" b="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180975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361950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Symbol" pitchFamily="18" charset="2"/>
              <a:buChar char="-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3pPr>
            <a:lvl4pPr marL="534988" marR="0" indent="-173038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Arial" pitchFamily="34" charset="0"/>
              <a:buChar char="•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4pPr>
            <a:lvl5pPr marL="715963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10034"/>
              </a:buClr>
              <a:buSzTx/>
              <a:buFont typeface="Symbol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5pPr>
            <a:lvl6pPr marL="2514441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2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3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4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B10034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Arial" pitchFamily="34" charset="0"/>
              </a:rPr>
              <a:t>Finalise regions/cities and product(s) in scope, deep-diving</a:t>
            </a:r>
            <a:b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Arial" pitchFamily="34" charset="0"/>
              </a:rPr>
            </a:b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Arial" pitchFamily="34" charset="0"/>
              </a:rPr>
              <a:t>further into background &amp; context of business problem. Understand the information already in place with BlaBlaCar regarding markets, competition and customers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1634D2D-68B8-0C15-DE26-7D2DAD17763F}"/>
              </a:ext>
            </a:extLst>
          </p:cNvPr>
          <p:cNvSpPr txBox="1"/>
          <p:nvPr/>
        </p:nvSpPr>
        <p:spPr>
          <a:xfrm flipH="1">
            <a:off x="445569" y="2903426"/>
            <a:ext cx="3411017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6. </a:t>
            </a: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ITERATIVE COLLABORATION</a:t>
            </a:r>
          </a:p>
        </p:txBody>
      </p:sp>
      <p:sp>
        <p:nvSpPr>
          <p:cNvPr id="114" name="Text Placeholder 54">
            <a:extLst>
              <a:ext uri="{FF2B5EF4-FFF2-40B4-BE49-F238E27FC236}">
                <a16:creationId xmlns:a16="http://schemas.microsoft.com/office/drawing/2014/main" id="{884134D8-66FB-F716-9C82-A11270906985}"/>
              </a:ext>
            </a:extLst>
          </p:cNvPr>
          <p:cNvSpPr txBox="1">
            <a:spLocks/>
          </p:cNvSpPr>
          <p:nvPr/>
        </p:nvSpPr>
        <p:spPr bwMode="auto">
          <a:xfrm>
            <a:off x="445568" y="3226699"/>
            <a:ext cx="3411017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10034"/>
              </a:buClr>
              <a:buSzPct val="100000"/>
              <a:buFont typeface="Wingdings" pitchFamily="2" charset="2"/>
              <a:buNone/>
              <a:tabLst/>
              <a:defRPr lang="en-US" sz="1400" b="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180975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361950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Symbol" pitchFamily="18" charset="2"/>
              <a:buChar char="-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3pPr>
            <a:lvl4pPr marL="534988" marR="0" indent="-173038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Arial" pitchFamily="34" charset="0"/>
              <a:buChar char="•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4pPr>
            <a:lvl5pPr marL="715963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10034"/>
              </a:buClr>
              <a:buSzTx/>
              <a:buFont typeface="Symbol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5pPr>
            <a:lvl6pPr marL="2514441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2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3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4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B10034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Arial" pitchFamily="34" charset="0"/>
              </a:rPr>
              <a:t>Regular cadence calls with BlaBlaCar stakeholders to provide project updates - at specified milestones is highly recommended to minimise Expectations vs Deliverables deltas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C7F97C1-E318-395D-D0EC-9CEBDB1B1EEF}"/>
              </a:ext>
            </a:extLst>
          </p:cNvPr>
          <p:cNvSpPr txBox="1"/>
          <p:nvPr/>
        </p:nvSpPr>
        <p:spPr>
          <a:xfrm flipH="1">
            <a:off x="552127" y="4200799"/>
            <a:ext cx="3883620" cy="4462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5. </a:t>
            </a: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DATA TRIANGULATION and  RECOMMENDATIONS</a:t>
            </a:r>
          </a:p>
        </p:txBody>
      </p:sp>
      <p:sp>
        <p:nvSpPr>
          <p:cNvPr id="116" name="Text Placeholder 54">
            <a:extLst>
              <a:ext uri="{FF2B5EF4-FFF2-40B4-BE49-F238E27FC236}">
                <a16:creationId xmlns:a16="http://schemas.microsoft.com/office/drawing/2014/main" id="{61A3D15A-6D6E-A208-AA1C-5504C43A3CA8}"/>
              </a:ext>
            </a:extLst>
          </p:cNvPr>
          <p:cNvSpPr txBox="1">
            <a:spLocks/>
          </p:cNvSpPr>
          <p:nvPr/>
        </p:nvSpPr>
        <p:spPr bwMode="auto">
          <a:xfrm>
            <a:off x="552126" y="4724127"/>
            <a:ext cx="3883620" cy="628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10034"/>
              </a:buClr>
              <a:buSzPct val="100000"/>
              <a:buFont typeface="Wingdings" pitchFamily="2" charset="2"/>
              <a:buNone/>
              <a:tabLst/>
              <a:defRPr lang="en-US" sz="1400" b="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180975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361950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Symbol" pitchFamily="18" charset="2"/>
              <a:buChar char="-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3pPr>
            <a:lvl4pPr marL="534988" marR="0" indent="-173038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 typeface="Arial" pitchFamily="34" charset="0"/>
              <a:buChar char="•"/>
              <a:tabLst/>
              <a:defRPr lang="en-US" sz="1400" kern="1200" noProof="0" dirty="0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4pPr>
            <a:lvl5pPr marL="715963" marR="0" indent="-180975" algn="l" defTabSz="914400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10034"/>
              </a:buClr>
              <a:buSzTx/>
              <a:buFont typeface="Symbol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5pPr>
            <a:lvl6pPr marL="2514441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2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3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4" indent="-228586" algn="l" defTabSz="9143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B10034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Arial" pitchFamily="34" charset="0"/>
              </a:rPr>
              <a:t>Integration of data and analysis from secondary and primary sources is done to build linkages and generate comprehensive insights.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B10034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Arial" pitchFamily="34" charset="0"/>
              </a:rPr>
              <a:t>Recommendations for preferred hub/route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C5B41A0-5056-413A-6AF4-8838C36DBBAC}"/>
              </a:ext>
            </a:extLst>
          </p:cNvPr>
          <p:cNvGrpSpPr/>
          <p:nvPr/>
        </p:nvGrpSpPr>
        <p:grpSpPr>
          <a:xfrm>
            <a:off x="4131425" y="1755155"/>
            <a:ext cx="3718750" cy="3453092"/>
            <a:chOff x="4131425" y="1755155"/>
            <a:chExt cx="3718750" cy="34530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3DD88F3-D008-0140-4F3F-9CF94BB881B2}"/>
                </a:ext>
              </a:extLst>
            </p:cNvPr>
            <p:cNvSpPr/>
            <p:nvPr/>
          </p:nvSpPr>
          <p:spPr>
            <a:xfrm>
              <a:off x="4368463" y="2711223"/>
              <a:ext cx="777851" cy="1540776"/>
            </a:xfrm>
            <a:custGeom>
              <a:avLst/>
              <a:gdLst>
                <a:gd name="connsiteX0" fmla="*/ 777851 w 777851"/>
                <a:gd name="connsiteY0" fmla="*/ 336671 h 1540776"/>
                <a:gd name="connsiteX1" fmla="*/ 194747 w 777851"/>
                <a:gd name="connsiteY1" fmla="*/ 0 h 1540776"/>
                <a:gd name="connsiteX2" fmla="*/ 194802 w 777851"/>
                <a:gd name="connsiteY2" fmla="*/ 1540777 h 1540776"/>
                <a:gd name="connsiteX3" fmla="*/ 777851 w 777851"/>
                <a:gd name="connsiteY3" fmla="*/ 1204161 h 1540776"/>
                <a:gd name="connsiteX4" fmla="*/ 777851 w 777851"/>
                <a:gd name="connsiteY4" fmla="*/ 336643 h 154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851" h="1540776">
                  <a:moveTo>
                    <a:pt x="777851" y="336671"/>
                  </a:moveTo>
                  <a:lnTo>
                    <a:pt x="194747" y="0"/>
                  </a:lnTo>
                  <a:cubicBezTo>
                    <a:pt x="-56208" y="465957"/>
                    <a:pt x="-73499" y="1044156"/>
                    <a:pt x="194802" y="1540777"/>
                  </a:cubicBezTo>
                  <a:lnTo>
                    <a:pt x="777851" y="1204161"/>
                  </a:lnTo>
                  <a:cubicBezTo>
                    <a:pt x="633439" y="923474"/>
                    <a:pt x="642399" y="600916"/>
                    <a:pt x="777851" y="336643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7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BF13029-BB06-0B55-F809-96CB9C9CA27C}"/>
                </a:ext>
              </a:extLst>
            </p:cNvPr>
            <p:cNvSpPr/>
            <p:nvPr/>
          </p:nvSpPr>
          <p:spPr>
            <a:xfrm>
              <a:off x="4609850" y="3996140"/>
              <a:ext cx="1334379" cy="1106990"/>
            </a:xfrm>
            <a:custGeom>
              <a:avLst/>
              <a:gdLst>
                <a:gd name="connsiteX0" fmla="*/ 583104 w 1334379"/>
                <a:gd name="connsiteY0" fmla="*/ 0 h 1106990"/>
                <a:gd name="connsiteX1" fmla="*/ 0 w 1334379"/>
                <a:gd name="connsiteY1" fmla="*/ 336643 h 1106990"/>
                <a:gd name="connsiteX2" fmla="*/ 1334379 w 1334379"/>
                <a:gd name="connsiteY2" fmla="*/ 1106991 h 1106990"/>
                <a:gd name="connsiteX3" fmla="*/ 1334379 w 1334379"/>
                <a:gd name="connsiteY3" fmla="*/ 433759 h 1106990"/>
                <a:gd name="connsiteX4" fmla="*/ 583104 w 1334379"/>
                <a:gd name="connsiteY4" fmla="*/ 0 h 1106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4379" h="1106990">
                  <a:moveTo>
                    <a:pt x="583104" y="0"/>
                  </a:moveTo>
                  <a:lnTo>
                    <a:pt x="0" y="336643"/>
                  </a:lnTo>
                  <a:cubicBezTo>
                    <a:pt x="278056" y="786953"/>
                    <a:pt x="770128" y="1091042"/>
                    <a:pt x="1334379" y="1106991"/>
                  </a:cubicBezTo>
                  <a:lnTo>
                    <a:pt x="1334379" y="433759"/>
                  </a:lnTo>
                  <a:cubicBezTo>
                    <a:pt x="1019110" y="418496"/>
                    <a:pt x="744233" y="249448"/>
                    <a:pt x="583104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7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8C8121B-878A-CFFD-5D67-D6416856C7A1}"/>
                </a:ext>
              </a:extLst>
            </p:cNvPr>
            <p:cNvSpPr/>
            <p:nvPr/>
          </p:nvSpPr>
          <p:spPr>
            <a:xfrm>
              <a:off x="6037399" y="3996140"/>
              <a:ext cx="1334351" cy="1107045"/>
            </a:xfrm>
            <a:custGeom>
              <a:avLst/>
              <a:gdLst>
                <a:gd name="connsiteX0" fmla="*/ 27 w 1334351"/>
                <a:gd name="connsiteY0" fmla="*/ 433732 h 1107045"/>
                <a:gd name="connsiteX1" fmla="*/ 27 w 1334351"/>
                <a:gd name="connsiteY1" fmla="*/ 1107046 h 1107045"/>
                <a:gd name="connsiteX2" fmla="*/ 1334352 w 1334351"/>
                <a:gd name="connsiteY2" fmla="*/ 336616 h 1107045"/>
                <a:gd name="connsiteX3" fmla="*/ 751303 w 1334351"/>
                <a:gd name="connsiteY3" fmla="*/ 0 h 1107045"/>
                <a:gd name="connsiteX4" fmla="*/ 0 w 1334351"/>
                <a:gd name="connsiteY4" fmla="*/ 433759 h 110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4351" h="1107045">
                  <a:moveTo>
                    <a:pt x="27" y="433732"/>
                  </a:moveTo>
                  <a:lnTo>
                    <a:pt x="27" y="1107046"/>
                  </a:lnTo>
                  <a:cubicBezTo>
                    <a:pt x="529038" y="1091398"/>
                    <a:pt x="1038402" y="817289"/>
                    <a:pt x="1334352" y="336616"/>
                  </a:cubicBezTo>
                  <a:lnTo>
                    <a:pt x="751303" y="0"/>
                  </a:lnTo>
                  <a:cubicBezTo>
                    <a:pt x="580446" y="265396"/>
                    <a:pt x="296608" y="418934"/>
                    <a:pt x="0" y="43375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7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1BF2B1-3046-6C15-E566-BEB141DD683C}"/>
                </a:ext>
              </a:extLst>
            </p:cNvPr>
            <p:cNvSpPr/>
            <p:nvPr/>
          </p:nvSpPr>
          <p:spPr>
            <a:xfrm>
              <a:off x="6835314" y="2711277"/>
              <a:ext cx="777851" cy="1540776"/>
            </a:xfrm>
            <a:custGeom>
              <a:avLst/>
              <a:gdLst>
                <a:gd name="connsiteX0" fmla="*/ 0 w 777851"/>
                <a:gd name="connsiteY0" fmla="*/ 1204134 h 1540776"/>
                <a:gd name="connsiteX1" fmla="*/ 583104 w 777851"/>
                <a:gd name="connsiteY1" fmla="*/ 1540777 h 1540776"/>
                <a:gd name="connsiteX2" fmla="*/ 583049 w 777851"/>
                <a:gd name="connsiteY2" fmla="*/ 0 h 1540776"/>
                <a:gd name="connsiteX3" fmla="*/ 0 w 777851"/>
                <a:gd name="connsiteY3" fmla="*/ 336616 h 1540776"/>
                <a:gd name="connsiteX4" fmla="*/ 0 w 777851"/>
                <a:gd name="connsiteY4" fmla="*/ 1204134 h 154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851" h="1540776">
                  <a:moveTo>
                    <a:pt x="0" y="1204134"/>
                  </a:moveTo>
                  <a:lnTo>
                    <a:pt x="583104" y="1540777"/>
                  </a:lnTo>
                  <a:cubicBezTo>
                    <a:pt x="834059" y="1074820"/>
                    <a:pt x="851350" y="496621"/>
                    <a:pt x="583049" y="0"/>
                  </a:cubicBezTo>
                  <a:lnTo>
                    <a:pt x="0" y="336616"/>
                  </a:lnTo>
                  <a:cubicBezTo>
                    <a:pt x="144413" y="617275"/>
                    <a:pt x="135452" y="939861"/>
                    <a:pt x="0" y="120413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27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52E94F9-34EF-E30B-49B0-2F1DFBD1BCE8}"/>
                </a:ext>
              </a:extLst>
            </p:cNvPr>
            <p:cNvSpPr/>
            <p:nvPr/>
          </p:nvSpPr>
          <p:spPr>
            <a:xfrm>
              <a:off x="6037426" y="1860174"/>
              <a:ext cx="1334379" cy="1106990"/>
            </a:xfrm>
            <a:custGeom>
              <a:avLst/>
              <a:gdLst>
                <a:gd name="connsiteX0" fmla="*/ 751275 w 1334379"/>
                <a:gd name="connsiteY0" fmla="*/ 1106991 h 1106990"/>
                <a:gd name="connsiteX1" fmla="*/ 1334379 w 1334379"/>
                <a:gd name="connsiteY1" fmla="*/ 770320 h 1106990"/>
                <a:gd name="connsiteX2" fmla="*/ 0 w 1334379"/>
                <a:gd name="connsiteY2" fmla="*/ 0 h 1106990"/>
                <a:gd name="connsiteX3" fmla="*/ 0 w 1334379"/>
                <a:gd name="connsiteY3" fmla="*/ 673232 h 1106990"/>
                <a:gd name="connsiteX4" fmla="*/ 751275 w 1334379"/>
                <a:gd name="connsiteY4" fmla="*/ 1106991 h 1106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4379" h="1106990">
                  <a:moveTo>
                    <a:pt x="751275" y="1106991"/>
                  </a:moveTo>
                  <a:lnTo>
                    <a:pt x="1334379" y="770320"/>
                  </a:lnTo>
                  <a:cubicBezTo>
                    <a:pt x="1056323" y="320010"/>
                    <a:pt x="564251" y="15948"/>
                    <a:pt x="0" y="0"/>
                  </a:cubicBezTo>
                  <a:lnTo>
                    <a:pt x="0" y="673232"/>
                  </a:lnTo>
                  <a:cubicBezTo>
                    <a:pt x="315269" y="688495"/>
                    <a:pt x="590147" y="857543"/>
                    <a:pt x="751275" y="1106991"/>
                  </a:cubicBezTo>
                  <a:close/>
                </a:path>
              </a:pathLst>
            </a:custGeom>
            <a:solidFill>
              <a:srgbClr val="35B8FF"/>
            </a:solidFill>
            <a:ln w="27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2814D0-0506-5029-CCA2-D56358FBEE2E}"/>
                </a:ext>
              </a:extLst>
            </p:cNvPr>
            <p:cNvSpPr/>
            <p:nvPr/>
          </p:nvSpPr>
          <p:spPr>
            <a:xfrm>
              <a:off x="4609877" y="1860119"/>
              <a:ext cx="1334351" cy="1107045"/>
            </a:xfrm>
            <a:custGeom>
              <a:avLst/>
              <a:gdLst>
                <a:gd name="connsiteX0" fmla="*/ 1334352 w 1334351"/>
                <a:gd name="connsiteY0" fmla="*/ 673314 h 1107045"/>
                <a:gd name="connsiteX1" fmla="*/ 1334352 w 1334351"/>
                <a:gd name="connsiteY1" fmla="*/ 0 h 1107045"/>
                <a:gd name="connsiteX2" fmla="*/ 0 w 1334351"/>
                <a:gd name="connsiteY2" fmla="*/ 770430 h 1107045"/>
                <a:gd name="connsiteX3" fmla="*/ 583049 w 1334351"/>
                <a:gd name="connsiteY3" fmla="*/ 1107046 h 1107045"/>
                <a:gd name="connsiteX4" fmla="*/ 1334352 w 1334351"/>
                <a:gd name="connsiteY4" fmla="*/ 673287 h 110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4351" h="1107045">
                  <a:moveTo>
                    <a:pt x="1334352" y="673314"/>
                  </a:moveTo>
                  <a:lnTo>
                    <a:pt x="1334352" y="0"/>
                  </a:lnTo>
                  <a:cubicBezTo>
                    <a:pt x="805314" y="15647"/>
                    <a:pt x="295950" y="289757"/>
                    <a:pt x="0" y="770430"/>
                  </a:cubicBezTo>
                  <a:lnTo>
                    <a:pt x="583049" y="1107046"/>
                  </a:lnTo>
                  <a:cubicBezTo>
                    <a:pt x="753906" y="841649"/>
                    <a:pt x="1037744" y="688112"/>
                    <a:pt x="1334352" y="673287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7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FAF08A6A-C3D5-8F50-C091-39DFA8FB9DBC}"/>
                </a:ext>
              </a:extLst>
            </p:cNvPr>
            <p:cNvGrpSpPr/>
            <p:nvPr/>
          </p:nvGrpSpPr>
          <p:grpSpPr>
            <a:xfrm>
              <a:off x="4131425" y="2759707"/>
              <a:ext cx="1186265" cy="1443816"/>
              <a:chOff x="4236720" y="3319231"/>
              <a:chExt cx="1186265" cy="1443816"/>
            </a:xfrm>
            <a:solidFill>
              <a:srgbClr val="444444"/>
            </a:solidFill>
          </p:grpSpPr>
          <p:grpSp>
            <p:nvGrpSpPr>
              <p:cNvPr id="78" name="Graphic 2">
                <a:extLst>
                  <a:ext uri="{FF2B5EF4-FFF2-40B4-BE49-F238E27FC236}">
                    <a16:creationId xmlns:a16="http://schemas.microsoft.com/office/drawing/2014/main" id="{ABBDB72B-2022-7D2F-D9EC-3CD8717242D4}"/>
                  </a:ext>
                </a:extLst>
              </p:cNvPr>
              <p:cNvGrpSpPr/>
              <p:nvPr/>
            </p:nvGrpSpPr>
            <p:grpSpPr>
              <a:xfrm>
                <a:off x="4666309" y="4407544"/>
                <a:ext cx="508974" cy="307994"/>
                <a:chOff x="4666309" y="4407544"/>
                <a:chExt cx="508974" cy="307994"/>
              </a:xfrm>
              <a:solidFill>
                <a:srgbClr val="444444"/>
              </a:solidFill>
            </p:grpSpPr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C1078955-6041-93B6-B996-7966102634B5}"/>
                    </a:ext>
                  </a:extLst>
                </p:cNvPr>
                <p:cNvSpPr/>
                <p:nvPr/>
              </p:nvSpPr>
              <p:spPr>
                <a:xfrm>
                  <a:off x="4666309" y="4682997"/>
                  <a:ext cx="31835" cy="32541"/>
                </a:xfrm>
                <a:custGeom>
                  <a:avLst/>
                  <a:gdLst>
                    <a:gd name="connsiteX0" fmla="*/ 29544 w 31835"/>
                    <a:gd name="connsiteY0" fmla="*/ 8393 h 32541"/>
                    <a:gd name="connsiteX1" fmla="*/ 24119 w 31835"/>
                    <a:gd name="connsiteY1" fmla="*/ 30507 h 32541"/>
                    <a:gd name="connsiteX2" fmla="*/ 2279 w 31835"/>
                    <a:gd name="connsiteY2" fmla="*/ 24149 h 32541"/>
                    <a:gd name="connsiteX3" fmla="*/ 7704 w 31835"/>
                    <a:gd name="connsiteY3" fmla="*/ 2035 h 32541"/>
                    <a:gd name="connsiteX4" fmla="*/ 29544 w 31835"/>
                    <a:gd name="connsiteY4" fmla="*/ 8393 h 325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5" h="32541">
                      <a:moveTo>
                        <a:pt x="29544" y="8393"/>
                      </a:moveTo>
                      <a:cubicBezTo>
                        <a:pt x="34093" y="16257"/>
                        <a:pt x="31654" y="26150"/>
                        <a:pt x="24119" y="30507"/>
                      </a:cubicBezTo>
                      <a:cubicBezTo>
                        <a:pt x="16583" y="34864"/>
                        <a:pt x="6800" y="31986"/>
                        <a:pt x="2279" y="24149"/>
                      </a:cubicBezTo>
                      <a:cubicBezTo>
                        <a:pt x="-2243" y="16312"/>
                        <a:pt x="169" y="6392"/>
                        <a:pt x="7704" y="2035"/>
                      </a:cubicBezTo>
                      <a:cubicBezTo>
                        <a:pt x="15240" y="-2322"/>
                        <a:pt x="25023" y="555"/>
                        <a:pt x="29544" y="8393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D1B2A9E1-4CFA-040F-D522-835DD2D48569}"/>
                    </a:ext>
                  </a:extLst>
                </p:cNvPr>
                <p:cNvSpPr/>
                <p:nvPr/>
              </p:nvSpPr>
              <p:spPr>
                <a:xfrm>
                  <a:off x="4734475" y="4643647"/>
                  <a:ext cx="31847" cy="32541"/>
                </a:xfrm>
                <a:custGeom>
                  <a:avLst/>
                  <a:gdLst>
                    <a:gd name="connsiteX0" fmla="*/ 29557 w 31847"/>
                    <a:gd name="connsiteY0" fmla="*/ 8393 h 32541"/>
                    <a:gd name="connsiteX1" fmla="*/ 24131 w 31847"/>
                    <a:gd name="connsiteY1" fmla="*/ 30507 h 32541"/>
                    <a:gd name="connsiteX2" fmla="*/ 2291 w 31847"/>
                    <a:gd name="connsiteY2" fmla="*/ 24149 h 32541"/>
                    <a:gd name="connsiteX3" fmla="*/ 7717 w 31847"/>
                    <a:gd name="connsiteY3" fmla="*/ 2035 h 32541"/>
                    <a:gd name="connsiteX4" fmla="*/ 29557 w 31847"/>
                    <a:gd name="connsiteY4" fmla="*/ 8393 h 325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47" h="32541">
                      <a:moveTo>
                        <a:pt x="29557" y="8393"/>
                      </a:moveTo>
                      <a:cubicBezTo>
                        <a:pt x="34105" y="16257"/>
                        <a:pt x="31667" y="26150"/>
                        <a:pt x="24131" y="30507"/>
                      </a:cubicBezTo>
                      <a:cubicBezTo>
                        <a:pt x="16595" y="34864"/>
                        <a:pt x="6812" y="31986"/>
                        <a:pt x="2291" y="24149"/>
                      </a:cubicBezTo>
                      <a:cubicBezTo>
                        <a:pt x="-2258" y="16285"/>
                        <a:pt x="181" y="6392"/>
                        <a:pt x="7717" y="2035"/>
                      </a:cubicBezTo>
                      <a:cubicBezTo>
                        <a:pt x="15252" y="-2322"/>
                        <a:pt x="25035" y="555"/>
                        <a:pt x="29557" y="8393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24F1B035-CE1D-04BA-113F-29B5E0F0AECD}"/>
                    </a:ext>
                  </a:extLst>
                </p:cNvPr>
                <p:cNvSpPr/>
                <p:nvPr/>
              </p:nvSpPr>
              <p:spPr>
                <a:xfrm>
                  <a:off x="4802625" y="4604291"/>
                  <a:ext cx="31848" cy="32547"/>
                </a:xfrm>
                <a:custGeom>
                  <a:avLst/>
                  <a:gdLst>
                    <a:gd name="connsiteX0" fmla="*/ 29558 w 31848"/>
                    <a:gd name="connsiteY0" fmla="*/ 8398 h 32547"/>
                    <a:gd name="connsiteX1" fmla="*/ 24132 w 31848"/>
                    <a:gd name="connsiteY1" fmla="*/ 30512 h 32547"/>
                    <a:gd name="connsiteX2" fmla="*/ 2292 w 31848"/>
                    <a:gd name="connsiteY2" fmla="*/ 24155 h 32547"/>
                    <a:gd name="connsiteX3" fmla="*/ 7690 w 31848"/>
                    <a:gd name="connsiteY3" fmla="*/ 2041 h 32547"/>
                    <a:gd name="connsiteX4" fmla="*/ 29558 w 31848"/>
                    <a:gd name="connsiteY4" fmla="*/ 8398 h 325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48" h="32547">
                      <a:moveTo>
                        <a:pt x="29558" y="8398"/>
                      </a:moveTo>
                      <a:cubicBezTo>
                        <a:pt x="34107" y="16263"/>
                        <a:pt x="31668" y="26155"/>
                        <a:pt x="24132" y="30512"/>
                      </a:cubicBezTo>
                      <a:cubicBezTo>
                        <a:pt x="16596" y="34869"/>
                        <a:pt x="6813" y="31992"/>
                        <a:pt x="2292" y="24155"/>
                      </a:cubicBezTo>
                      <a:cubicBezTo>
                        <a:pt x="-2257" y="16290"/>
                        <a:pt x="182" y="6398"/>
                        <a:pt x="7690" y="2041"/>
                      </a:cubicBezTo>
                      <a:cubicBezTo>
                        <a:pt x="15226" y="-2316"/>
                        <a:pt x="25009" y="534"/>
                        <a:pt x="29558" y="839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E0ECC58F-59D0-E397-589C-0060A1E8B397}"/>
                    </a:ext>
                  </a:extLst>
                </p:cNvPr>
                <p:cNvSpPr/>
                <p:nvPr/>
              </p:nvSpPr>
              <p:spPr>
                <a:xfrm>
                  <a:off x="4870804" y="4564913"/>
                  <a:ext cx="31847" cy="32573"/>
                </a:xfrm>
                <a:custGeom>
                  <a:avLst/>
                  <a:gdLst>
                    <a:gd name="connsiteX0" fmla="*/ 29557 w 31847"/>
                    <a:gd name="connsiteY0" fmla="*/ 8426 h 32573"/>
                    <a:gd name="connsiteX1" fmla="*/ 24131 w 31847"/>
                    <a:gd name="connsiteY1" fmla="*/ 30540 h 32573"/>
                    <a:gd name="connsiteX2" fmla="*/ 2291 w 31847"/>
                    <a:gd name="connsiteY2" fmla="*/ 24155 h 32573"/>
                    <a:gd name="connsiteX3" fmla="*/ 7717 w 31847"/>
                    <a:gd name="connsiteY3" fmla="*/ 2041 h 32573"/>
                    <a:gd name="connsiteX4" fmla="*/ 29557 w 31847"/>
                    <a:gd name="connsiteY4" fmla="*/ 8398 h 325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47" h="32573">
                      <a:moveTo>
                        <a:pt x="29557" y="8426"/>
                      </a:moveTo>
                      <a:cubicBezTo>
                        <a:pt x="34105" y="16290"/>
                        <a:pt x="31667" y="26183"/>
                        <a:pt x="24131" y="30540"/>
                      </a:cubicBezTo>
                      <a:cubicBezTo>
                        <a:pt x="16595" y="34897"/>
                        <a:pt x="6812" y="32019"/>
                        <a:pt x="2291" y="24155"/>
                      </a:cubicBezTo>
                      <a:cubicBezTo>
                        <a:pt x="-2258" y="16290"/>
                        <a:pt x="181" y="6398"/>
                        <a:pt x="7717" y="2041"/>
                      </a:cubicBezTo>
                      <a:cubicBezTo>
                        <a:pt x="15252" y="-2316"/>
                        <a:pt x="25035" y="534"/>
                        <a:pt x="29557" y="839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133E24F9-393B-D8A3-418E-842DEC22893F}"/>
                    </a:ext>
                  </a:extLst>
                </p:cNvPr>
                <p:cNvSpPr/>
                <p:nvPr/>
              </p:nvSpPr>
              <p:spPr>
                <a:xfrm>
                  <a:off x="4938955" y="4525596"/>
                  <a:ext cx="31847" cy="32546"/>
                </a:xfrm>
                <a:custGeom>
                  <a:avLst/>
                  <a:gdLst>
                    <a:gd name="connsiteX0" fmla="*/ 29557 w 31847"/>
                    <a:gd name="connsiteY0" fmla="*/ 8392 h 32546"/>
                    <a:gd name="connsiteX1" fmla="*/ 24131 w 31847"/>
                    <a:gd name="connsiteY1" fmla="*/ 30506 h 32546"/>
                    <a:gd name="connsiteX2" fmla="*/ 2291 w 31847"/>
                    <a:gd name="connsiteY2" fmla="*/ 24148 h 32546"/>
                    <a:gd name="connsiteX3" fmla="*/ 7717 w 31847"/>
                    <a:gd name="connsiteY3" fmla="*/ 2034 h 32546"/>
                    <a:gd name="connsiteX4" fmla="*/ 29557 w 31847"/>
                    <a:gd name="connsiteY4" fmla="*/ 8419 h 32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47" h="32546">
                      <a:moveTo>
                        <a:pt x="29557" y="8392"/>
                      </a:moveTo>
                      <a:cubicBezTo>
                        <a:pt x="34105" y="16256"/>
                        <a:pt x="31667" y="26149"/>
                        <a:pt x="24131" y="30506"/>
                      </a:cubicBezTo>
                      <a:cubicBezTo>
                        <a:pt x="16595" y="34863"/>
                        <a:pt x="6812" y="32013"/>
                        <a:pt x="2291" y="24148"/>
                      </a:cubicBezTo>
                      <a:cubicBezTo>
                        <a:pt x="-2258" y="16284"/>
                        <a:pt x="181" y="6391"/>
                        <a:pt x="7717" y="2034"/>
                      </a:cubicBezTo>
                      <a:cubicBezTo>
                        <a:pt x="15252" y="-2323"/>
                        <a:pt x="25035" y="555"/>
                        <a:pt x="29557" y="8419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D894538F-9F48-348A-0B95-BF51CC6DB35E}"/>
                    </a:ext>
                  </a:extLst>
                </p:cNvPr>
                <p:cNvSpPr/>
                <p:nvPr/>
              </p:nvSpPr>
              <p:spPr>
                <a:xfrm>
                  <a:off x="5007105" y="4486245"/>
                  <a:ext cx="31847" cy="32547"/>
                </a:xfrm>
                <a:custGeom>
                  <a:avLst/>
                  <a:gdLst>
                    <a:gd name="connsiteX0" fmla="*/ 29557 w 31847"/>
                    <a:gd name="connsiteY0" fmla="*/ 8393 h 32547"/>
                    <a:gd name="connsiteX1" fmla="*/ 24131 w 31847"/>
                    <a:gd name="connsiteY1" fmla="*/ 30507 h 32547"/>
                    <a:gd name="connsiteX2" fmla="*/ 2291 w 31847"/>
                    <a:gd name="connsiteY2" fmla="*/ 24149 h 32547"/>
                    <a:gd name="connsiteX3" fmla="*/ 7717 w 31847"/>
                    <a:gd name="connsiteY3" fmla="*/ 2035 h 32547"/>
                    <a:gd name="connsiteX4" fmla="*/ 29557 w 31847"/>
                    <a:gd name="connsiteY4" fmla="*/ 8393 h 325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47" h="32547">
                      <a:moveTo>
                        <a:pt x="29557" y="8393"/>
                      </a:moveTo>
                      <a:cubicBezTo>
                        <a:pt x="34105" y="16257"/>
                        <a:pt x="31667" y="26150"/>
                        <a:pt x="24131" y="30507"/>
                      </a:cubicBezTo>
                      <a:cubicBezTo>
                        <a:pt x="16595" y="34864"/>
                        <a:pt x="6812" y="32014"/>
                        <a:pt x="2291" y="24149"/>
                      </a:cubicBezTo>
                      <a:cubicBezTo>
                        <a:pt x="-2258" y="16285"/>
                        <a:pt x="181" y="6392"/>
                        <a:pt x="7717" y="2035"/>
                      </a:cubicBezTo>
                      <a:cubicBezTo>
                        <a:pt x="15252" y="-2322"/>
                        <a:pt x="25035" y="555"/>
                        <a:pt x="29557" y="8393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9326190C-3C90-F84A-C586-A444AAFA5F3C}"/>
                    </a:ext>
                  </a:extLst>
                </p:cNvPr>
                <p:cNvSpPr/>
                <p:nvPr/>
              </p:nvSpPr>
              <p:spPr>
                <a:xfrm>
                  <a:off x="5075284" y="4446895"/>
                  <a:ext cx="31847" cy="32541"/>
                </a:xfrm>
                <a:custGeom>
                  <a:avLst/>
                  <a:gdLst>
                    <a:gd name="connsiteX0" fmla="*/ 29557 w 31847"/>
                    <a:gd name="connsiteY0" fmla="*/ 8392 h 32541"/>
                    <a:gd name="connsiteX1" fmla="*/ 24131 w 31847"/>
                    <a:gd name="connsiteY1" fmla="*/ 30507 h 32541"/>
                    <a:gd name="connsiteX2" fmla="*/ 2291 w 31847"/>
                    <a:gd name="connsiteY2" fmla="*/ 24149 h 32541"/>
                    <a:gd name="connsiteX3" fmla="*/ 7717 w 31847"/>
                    <a:gd name="connsiteY3" fmla="*/ 2035 h 32541"/>
                    <a:gd name="connsiteX4" fmla="*/ 29557 w 31847"/>
                    <a:gd name="connsiteY4" fmla="*/ 8392 h 325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47" h="32541">
                      <a:moveTo>
                        <a:pt x="29557" y="8392"/>
                      </a:moveTo>
                      <a:cubicBezTo>
                        <a:pt x="34105" y="16257"/>
                        <a:pt x="31667" y="26150"/>
                        <a:pt x="24131" y="30507"/>
                      </a:cubicBezTo>
                      <a:cubicBezTo>
                        <a:pt x="16595" y="34864"/>
                        <a:pt x="6812" y="31986"/>
                        <a:pt x="2291" y="24149"/>
                      </a:cubicBezTo>
                      <a:cubicBezTo>
                        <a:pt x="-2258" y="16284"/>
                        <a:pt x="181" y="6392"/>
                        <a:pt x="7717" y="2035"/>
                      </a:cubicBezTo>
                      <a:cubicBezTo>
                        <a:pt x="15252" y="-2322"/>
                        <a:pt x="25035" y="555"/>
                        <a:pt x="29557" y="8392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FC2D5EE4-9AFE-65E0-E6F2-5B77B911462C}"/>
                    </a:ext>
                  </a:extLst>
                </p:cNvPr>
                <p:cNvSpPr/>
                <p:nvPr/>
              </p:nvSpPr>
              <p:spPr>
                <a:xfrm>
                  <a:off x="5143461" y="4407544"/>
                  <a:ext cx="31822" cy="32547"/>
                </a:xfrm>
                <a:custGeom>
                  <a:avLst/>
                  <a:gdLst>
                    <a:gd name="connsiteX0" fmla="*/ 29530 w 31822"/>
                    <a:gd name="connsiteY0" fmla="*/ 8393 h 32547"/>
                    <a:gd name="connsiteX1" fmla="*/ 24132 w 31822"/>
                    <a:gd name="connsiteY1" fmla="*/ 30507 h 32547"/>
                    <a:gd name="connsiteX2" fmla="*/ 2292 w 31822"/>
                    <a:gd name="connsiteY2" fmla="*/ 24149 h 32547"/>
                    <a:gd name="connsiteX3" fmla="*/ 7690 w 31822"/>
                    <a:gd name="connsiteY3" fmla="*/ 2035 h 32547"/>
                    <a:gd name="connsiteX4" fmla="*/ 29530 w 31822"/>
                    <a:gd name="connsiteY4" fmla="*/ 8393 h 325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22" h="32547">
                      <a:moveTo>
                        <a:pt x="29530" y="8393"/>
                      </a:moveTo>
                      <a:cubicBezTo>
                        <a:pt x="34079" y="16257"/>
                        <a:pt x="31640" y="26150"/>
                        <a:pt x="24132" y="30507"/>
                      </a:cubicBezTo>
                      <a:cubicBezTo>
                        <a:pt x="16596" y="34864"/>
                        <a:pt x="6813" y="32014"/>
                        <a:pt x="2292" y="24149"/>
                      </a:cubicBezTo>
                      <a:cubicBezTo>
                        <a:pt x="-2257" y="16285"/>
                        <a:pt x="182" y="6392"/>
                        <a:pt x="7690" y="2035"/>
                      </a:cubicBezTo>
                      <a:cubicBezTo>
                        <a:pt x="15226" y="-2322"/>
                        <a:pt x="25009" y="555"/>
                        <a:pt x="29530" y="8393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8E2E17D-BEE0-B7C5-CCA9-2EB331DDCE24}"/>
                  </a:ext>
                </a:extLst>
              </p:cNvPr>
              <p:cNvSpPr/>
              <p:nvPr/>
            </p:nvSpPr>
            <p:spPr>
              <a:xfrm>
                <a:off x="4236720" y="3319231"/>
                <a:ext cx="1186265" cy="1443816"/>
              </a:xfrm>
              <a:custGeom>
                <a:avLst/>
                <a:gdLst>
                  <a:gd name="connsiteX0" fmla="*/ 333437 w 1186265"/>
                  <a:gd name="connsiteY0" fmla="*/ 1443817 h 1443816"/>
                  <a:gd name="connsiteX1" fmla="*/ 305267 w 1186265"/>
                  <a:gd name="connsiteY1" fmla="*/ 1439159 h 1443816"/>
                  <a:gd name="connsiteX2" fmla="*/ 252215 w 1186265"/>
                  <a:gd name="connsiteY2" fmla="*/ 1389450 h 1443816"/>
                  <a:gd name="connsiteX3" fmla="*/ 123806 w 1186265"/>
                  <a:gd name="connsiteY3" fmla="*/ 850327 h 1443816"/>
                  <a:gd name="connsiteX4" fmla="*/ 3206 w 1186265"/>
                  <a:gd name="connsiteY4" fmla="*/ 729755 h 1443816"/>
                  <a:gd name="connsiteX5" fmla="*/ 0 w 1186265"/>
                  <a:gd name="connsiteY5" fmla="*/ 722000 h 1443816"/>
                  <a:gd name="connsiteX6" fmla="*/ 3206 w 1186265"/>
                  <a:gd name="connsiteY6" fmla="*/ 714245 h 1443816"/>
                  <a:gd name="connsiteX7" fmla="*/ 123532 w 1186265"/>
                  <a:gd name="connsiteY7" fmla="*/ 593919 h 1443816"/>
                  <a:gd name="connsiteX8" fmla="*/ 252407 w 1186265"/>
                  <a:gd name="connsiteY8" fmla="*/ 53755 h 1443816"/>
                  <a:gd name="connsiteX9" fmla="*/ 305130 w 1186265"/>
                  <a:gd name="connsiteY9" fmla="*/ 4622 h 1443816"/>
                  <a:gd name="connsiteX10" fmla="*/ 377200 w 1186265"/>
                  <a:gd name="connsiteY10" fmla="*/ 11774 h 1443816"/>
                  <a:gd name="connsiteX11" fmla="*/ 1016315 w 1186265"/>
                  <a:gd name="connsiteY11" fmla="*/ 380780 h 1443816"/>
                  <a:gd name="connsiteX12" fmla="*/ 1051528 w 1186265"/>
                  <a:gd name="connsiteY12" fmla="*/ 384617 h 1443816"/>
                  <a:gd name="connsiteX13" fmla="*/ 1078191 w 1186265"/>
                  <a:gd name="connsiteY13" fmla="*/ 361133 h 1443816"/>
                  <a:gd name="connsiteX14" fmla="*/ 1114225 w 1186265"/>
                  <a:gd name="connsiteY14" fmla="*/ 291749 h 1443816"/>
                  <a:gd name="connsiteX15" fmla="*/ 1156316 w 1186265"/>
                  <a:gd name="connsiteY15" fmla="*/ 225872 h 1443816"/>
                  <a:gd name="connsiteX16" fmla="*/ 1163331 w 1186265"/>
                  <a:gd name="connsiteY16" fmla="*/ 191043 h 1443816"/>
                  <a:gd name="connsiteX17" fmla="*/ 1142395 w 1186265"/>
                  <a:gd name="connsiteY17" fmla="*/ 162462 h 1443816"/>
                  <a:gd name="connsiteX18" fmla="*/ 1108717 w 1186265"/>
                  <a:gd name="connsiteY18" fmla="*/ 143006 h 1443816"/>
                  <a:gd name="connsiteX19" fmla="*/ 1104717 w 1186265"/>
                  <a:gd name="connsiteY19" fmla="*/ 128044 h 1443816"/>
                  <a:gd name="connsiteX20" fmla="*/ 1119678 w 1186265"/>
                  <a:gd name="connsiteY20" fmla="*/ 124044 h 1443816"/>
                  <a:gd name="connsiteX21" fmla="*/ 1153357 w 1186265"/>
                  <a:gd name="connsiteY21" fmla="*/ 143500 h 1443816"/>
                  <a:gd name="connsiteX22" fmla="*/ 1184733 w 1186265"/>
                  <a:gd name="connsiteY22" fmla="*/ 186358 h 1443816"/>
                  <a:gd name="connsiteX23" fmla="*/ 1174237 w 1186265"/>
                  <a:gd name="connsiteY23" fmla="*/ 238533 h 1443816"/>
                  <a:gd name="connsiteX24" fmla="*/ 1133215 w 1186265"/>
                  <a:gd name="connsiteY24" fmla="*/ 302737 h 1443816"/>
                  <a:gd name="connsiteX25" fmla="*/ 1098085 w 1186265"/>
                  <a:gd name="connsiteY25" fmla="*/ 370367 h 1443816"/>
                  <a:gd name="connsiteX26" fmla="*/ 1058159 w 1186265"/>
                  <a:gd name="connsiteY26" fmla="*/ 405525 h 1443816"/>
                  <a:gd name="connsiteX27" fmla="*/ 1005381 w 1186265"/>
                  <a:gd name="connsiteY27" fmla="*/ 399770 h 1443816"/>
                  <a:gd name="connsiteX28" fmla="*/ 366266 w 1186265"/>
                  <a:gd name="connsiteY28" fmla="*/ 30764 h 1443816"/>
                  <a:gd name="connsiteX29" fmla="*/ 312200 w 1186265"/>
                  <a:gd name="connsiteY29" fmla="*/ 25421 h 1443816"/>
                  <a:gd name="connsiteX30" fmla="*/ 272685 w 1186265"/>
                  <a:gd name="connsiteY30" fmla="*/ 62223 h 1443816"/>
                  <a:gd name="connsiteX31" fmla="*/ 145180 w 1186265"/>
                  <a:gd name="connsiteY31" fmla="*/ 599181 h 1443816"/>
                  <a:gd name="connsiteX32" fmla="*/ 122710 w 1186265"/>
                  <a:gd name="connsiteY32" fmla="*/ 625789 h 1443816"/>
                  <a:gd name="connsiteX33" fmla="*/ 26499 w 1186265"/>
                  <a:gd name="connsiteY33" fmla="*/ 722000 h 1443816"/>
                  <a:gd name="connsiteX34" fmla="*/ 142221 w 1186265"/>
                  <a:gd name="connsiteY34" fmla="*/ 837695 h 1443816"/>
                  <a:gd name="connsiteX35" fmla="*/ 145399 w 1186265"/>
                  <a:gd name="connsiteY35" fmla="*/ 844655 h 1443816"/>
                  <a:gd name="connsiteX36" fmla="*/ 272493 w 1186265"/>
                  <a:gd name="connsiteY36" fmla="*/ 1381065 h 1443816"/>
                  <a:gd name="connsiteX37" fmla="*/ 312337 w 1186265"/>
                  <a:gd name="connsiteY37" fmla="*/ 1418415 h 1443816"/>
                  <a:gd name="connsiteX38" fmla="*/ 366321 w 1186265"/>
                  <a:gd name="connsiteY38" fmla="*/ 1413099 h 1443816"/>
                  <a:gd name="connsiteX39" fmla="*/ 385503 w 1186265"/>
                  <a:gd name="connsiteY39" fmla="*/ 1402028 h 1443816"/>
                  <a:gd name="connsiteX40" fmla="*/ 400465 w 1186265"/>
                  <a:gd name="connsiteY40" fmla="*/ 1406029 h 1443816"/>
                  <a:gd name="connsiteX41" fmla="*/ 396464 w 1186265"/>
                  <a:gd name="connsiteY41" fmla="*/ 1420991 h 1443816"/>
                  <a:gd name="connsiteX42" fmla="*/ 377282 w 1186265"/>
                  <a:gd name="connsiteY42" fmla="*/ 1432061 h 1443816"/>
                  <a:gd name="connsiteX43" fmla="*/ 333465 w 1186265"/>
                  <a:gd name="connsiteY43" fmla="*/ 1443790 h 144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186265" h="1443816">
                    <a:moveTo>
                      <a:pt x="333437" y="1443817"/>
                    </a:moveTo>
                    <a:cubicBezTo>
                      <a:pt x="323956" y="1443817"/>
                      <a:pt x="314447" y="1442282"/>
                      <a:pt x="305267" y="1439159"/>
                    </a:cubicBezTo>
                    <a:cubicBezTo>
                      <a:pt x="281262" y="1431020"/>
                      <a:pt x="261916" y="1412879"/>
                      <a:pt x="252215" y="1389450"/>
                    </a:cubicBezTo>
                    <a:cubicBezTo>
                      <a:pt x="180886" y="1217333"/>
                      <a:pt x="137672" y="1035954"/>
                      <a:pt x="123806" y="850327"/>
                    </a:cubicBezTo>
                    <a:lnTo>
                      <a:pt x="3206" y="729755"/>
                    </a:lnTo>
                    <a:cubicBezTo>
                      <a:pt x="1151" y="727700"/>
                      <a:pt x="0" y="724905"/>
                      <a:pt x="0" y="722000"/>
                    </a:cubicBezTo>
                    <a:cubicBezTo>
                      <a:pt x="0" y="719095"/>
                      <a:pt x="1151" y="716300"/>
                      <a:pt x="3206" y="714245"/>
                    </a:cubicBezTo>
                    <a:cubicBezTo>
                      <a:pt x="4330" y="713122"/>
                      <a:pt x="105172" y="612279"/>
                      <a:pt x="123532" y="593919"/>
                    </a:cubicBezTo>
                    <a:cubicBezTo>
                      <a:pt x="137124" y="407854"/>
                      <a:pt x="180475" y="226146"/>
                      <a:pt x="252407" y="53755"/>
                    </a:cubicBezTo>
                    <a:cubicBezTo>
                      <a:pt x="262080" y="30573"/>
                      <a:pt x="281290" y="12679"/>
                      <a:pt x="305130" y="4622"/>
                    </a:cubicBezTo>
                    <a:cubicBezTo>
                      <a:pt x="329053" y="-3462"/>
                      <a:pt x="355305" y="-858"/>
                      <a:pt x="377200" y="11774"/>
                    </a:cubicBezTo>
                    <a:lnTo>
                      <a:pt x="1016315" y="380780"/>
                    </a:lnTo>
                    <a:cubicBezTo>
                      <a:pt x="1027112" y="387028"/>
                      <a:pt x="1039635" y="388398"/>
                      <a:pt x="1051528" y="384617"/>
                    </a:cubicBezTo>
                    <a:cubicBezTo>
                      <a:pt x="1063448" y="380835"/>
                      <a:pt x="1072929" y="372505"/>
                      <a:pt x="1078191" y="361133"/>
                    </a:cubicBezTo>
                    <a:cubicBezTo>
                      <a:pt x="1089070" y="337648"/>
                      <a:pt x="1101209" y="314301"/>
                      <a:pt x="1114225" y="291749"/>
                    </a:cubicBezTo>
                    <a:cubicBezTo>
                      <a:pt x="1127269" y="269169"/>
                      <a:pt x="1141409" y="247027"/>
                      <a:pt x="1156316" y="225872"/>
                    </a:cubicBezTo>
                    <a:cubicBezTo>
                      <a:pt x="1163523" y="215624"/>
                      <a:pt x="1166017" y="203265"/>
                      <a:pt x="1163331" y="191043"/>
                    </a:cubicBezTo>
                    <a:cubicBezTo>
                      <a:pt x="1160646" y="178849"/>
                      <a:pt x="1153220" y="168710"/>
                      <a:pt x="1142395" y="162462"/>
                    </a:cubicBezTo>
                    <a:lnTo>
                      <a:pt x="1108717" y="143006"/>
                    </a:lnTo>
                    <a:cubicBezTo>
                      <a:pt x="1103483" y="139992"/>
                      <a:pt x="1101675" y="133278"/>
                      <a:pt x="1104717" y="128044"/>
                    </a:cubicBezTo>
                    <a:cubicBezTo>
                      <a:pt x="1107731" y="122810"/>
                      <a:pt x="1114445" y="121002"/>
                      <a:pt x="1119678" y="124044"/>
                    </a:cubicBezTo>
                    <a:lnTo>
                      <a:pt x="1153357" y="143500"/>
                    </a:lnTo>
                    <a:cubicBezTo>
                      <a:pt x="1169332" y="152734"/>
                      <a:pt x="1180759" y="168354"/>
                      <a:pt x="1184733" y="186358"/>
                    </a:cubicBezTo>
                    <a:cubicBezTo>
                      <a:pt x="1188706" y="204389"/>
                      <a:pt x="1184870" y="223406"/>
                      <a:pt x="1174237" y="238533"/>
                    </a:cubicBezTo>
                    <a:cubicBezTo>
                      <a:pt x="1159714" y="259139"/>
                      <a:pt x="1145930" y="280733"/>
                      <a:pt x="1133215" y="302737"/>
                    </a:cubicBezTo>
                    <a:cubicBezTo>
                      <a:pt x="1120528" y="324714"/>
                      <a:pt x="1108690" y="347486"/>
                      <a:pt x="1098085" y="370367"/>
                    </a:cubicBezTo>
                    <a:cubicBezTo>
                      <a:pt x="1090303" y="387138"/>
                      <a:pt x="1075752" y="399962"/>
                      <a:pt x="1058159" y="405525"/>
                    </a:cubicBezTo>
                    <a:cubicBezTo>
                      <a:pt x="1040594" y="411088"/>
                      <a:pt x="1021357" y="409005"/>
                      <a:pt x="1005381" y="399770"/>
                    </a:cubicBezTo>
                    <a:lnTo>
                      <a:pt x="366266" y="30764"/>
                    </a:lnTo>
                    <a:cubicBezTo>
                      <a:pt x="349852" y="21283"/>
                      <a:pt x="330149" y="19338"/>
                      <a:pt x="312200" y="25421"/>
                    </a:cubicBezTo>
                    <a:cubicBezTo>
                      <a:pt x="294334" y="31450"/>
                      <a:pt x="279947" y="44877"/>
                      <a:pt x="272685" y="62223"/>
                    </a:cubicBezTo>
                    <a:cubicBezTo>
                      <a:pt x="201191" y="233573"/>
                      <a:pt x="158279" y="414212"/>
                      <a:pt x="145180" y="599181"/>
                    </a:cubicBezTo>
                    <a:cubicBezTo>
                      <a:pt x="145180" y="603346"/>
                      <a:pt x="144495" y="604004"/>
                      <a:pt x="122710" y="625789"/>
                    </a:cubicBezTo>
                    <a:lnTo>
                      <a:pt x="26499" y="722000"/>
                    </a:lnTo>
                    <a:lnTo>
                      <a:pt x="142221" y="837695"/>
                    </a:lnTo>
                    <a:cubicBezTo>
                      <a:pt x="144084" y="839558"/>
                      <a:pt x="145207" y="842024"/>
                      <a:pt x="145399" y="844655"/>
                    </a:cubicBezTo>
                    <a:cubicBezTo>
                      <a:pt x="158772" y="1029377"/>
                      <a:pt x="201548" y="1209825"/>
                      <a:pt x="272493" y="1381065"/>
                    </a:cubicBezTo>
                    <a:cubicBezTo>
                      <a:pt x="279783" y="1398685"/>
                      <a:pt x="294306" y="1412304"/>
                      <a:pt x="312337" y="1418415"/>
                    </a:cubicBezTo>
                    <a:cubicBezTo>
                      <a:pt x="330259" y="1424498"/>
                      <a:pt x="349934" y="1422553"/>
                      <a:pt x="366321" y="1413099"/>
                    </a:cubicBezTo>
                    <a:lnTo>
                      <a:pt x="385503" y="1402028"/>
                    </a:lnTo>
                    <a:cubicBezTo>
                      <a:pt x="390737" y="1398986"/>
                      <a:pt x="397450" y="1400795"/>
                      <a:pt x="400465" y="1406029"/>
                    </a:cubicBezTo>
                    <a:cubicBezTo>
                      <a:pt x="403479" y="1411263"/>
                      <a:pt x="401698" y="1417976"/>
                      <a:pt x="396464" y="1420991"/>
                    </a:cubicBezTo>
                    <a:lnTo>
                      <a:pt x="377282" y="1432061"/>
                    </a:lnTo>
                    <a:cubicBezTo>
                      <a:pt x="363827" y="1439844"/>
                      <a:pt x="348673" y="1443790"/>
                      <a:pt x="333465" y="1443790"/>
                    </a:cubicBezTo>
                    <a:close/>
                  </a:path>
                </a:pathLst>
              </a:custGeom>
              <a:solidFill>
                <a:srgbClr val="444444"/>
              </a:solidFill>
              <a:ln w="2737" cap="flat">
                <a:solidFill>
                  <a:schemeClr val="bg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aphic 2">
              <a:extLst>
                <a:ext uri="{FF2B5EF4-FFF2-40B4-BE49-F238E27FC236}">
                  <a16:creationId xmlns:a16="http://schemas.microsoft.com/office/drawing/2014/main" id="{CBD2E558-E8D7-10B9-D53D-29EE69C7D722}"/>
                </a:ext>
              </a:extLst>
            </p:cNvPr>
            <p:cNvGrpSpPr/>
            <p:nvPr/>
          </p:nvGrpSpPr>
          <p:grpSpPr>
            <a:xfrm>
              <a:off x="4590773" y="3795156"/>
              <a:ext cx="1279496" cy="1412899"/>
              <a:chOff x="4696068" y="4354680"/>
              <a:chExt cx="1279496" cy="1412899"/>
            </a:xfrm>
            <a:solidFill>
              <a:srgbClr val="444444"/>
            </a:solidFill>
          </p:grpSpPr>
          <p:grpSp>
            <p:nvGrpSpPr>
              <p:cNvPr id="68" name="Graphic 2">
                <a:extLst>
                  <a:ext uri="{FF2B5EF4-FFF2-40B4-BE49-F238E27FC236}">
                    <a16:creationId xmlns:a16="http://schemas.microsoft.com/office/drawing/2014/main" id="{30E02498-FDC5-B214-13E1-33538FBC367B}"/>
                  </a:ext>
                </a:extLst>
              </p:cNvPr>
              <p:cNvGrpSpPr/>
              <p:nvPr/>
            </p:nvGrpSpPr>
            <p:grpSpPr>
              <a:xfrm>
                <a:off x="5942653" y="5027978"/>
                <a:ext cx="32911" cy="582446"/>
                <a:chOff x="5942653" y="5027978"/>
                <a:chExt cx="32911" cy="582446"/>
              </a:xfrm>
              <a:solidFill>
                <a:srgbClr val="444444"/>
              </a:solidFill>
            </p:grpSpPr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93BB8215-FD9B-84AB-6008-A6F1F38122E6}"/>
                    </a:ext>
                  </a:extLst>
                </p:cNvPr>
                <p:cNvSpPr/>
                <p:nvPr/>
              </p:nvSpPr>
              <p:spPr>
                <a:xfrm>
                  <a:off x="5942653" y="5578939"/>
                  <a:ext cx="32883" cy="31485"/>
                </a:xfrm>
                <a:custGeom>
                  <a:avLst/>
                  <a:gdLst>
                    <a:gd name="connsiteX0" fmla="*/ 16442 w 32883"/>
                    <a:gd name="connsiteY0" fmla="*/ 0 h 31485"/>
                    <a:gd name="connsiteX1" fmla="*/ 32883 w 32883"/>
                    <a:gd name="connsiteY1" fmla="*/ 15757 h 31485"/>
                    <a:gd name="connsiteX2" fmla="*/ 16442 w 32883"/>
                    <a:gd name="connsiteY2" fmla="*/ 31486 h 31485"/>
                    <a:gd name="connsiteX3" fmla="*/ 0 w 32883"/>
                    <a:gd name="connsiteY3" fmla="*/ 15729 h 31485"/>
                    <a:gd name="connsiteX4" fmla="*/ 16442 w 32883"/>
                    <a:gd name="connsiteY4" fmla="*/ 0 h 31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85">
                      <a:moveTo>
                        <a:pt x="16442" y="0"/>
                      </a:moveTo>
                      <a:cubicBezTo>
                        <a:pt x="25512" y="0"/>
                        <a:pt x="32883" y="7043"/>
                        <a:pt x="32883" y="15757"/>
                      </a:cubicBezTo>
                      <a:cubicBezTo>
                        <a:pt x="32883" y="24471"/>
                        <a:pt x="25512" y="31486"/>
                        <a:pt x="16442" y="31486"/>
                      </a:cubicBezTo>
                      <a:cubicBezTo>
                        <a:pt x="7371" y="31486"/>
                        <a:pt x="0" y="24443"/>
                        <a:pt x="0" y="15729"/>
                      </a:cubicBezTo>
                      <a:cubicBezTo>
                        <a:pt x="0" y="7015"/>
                        <a:pt x="7371" y="0"/>
                        <a:pt x="16442" y="0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D4447521-3CB9-A1C6-5BBD-99F1702BC41C}"/>
                    </a:ext>
                  </a:extLst>
                </p:cNvPr>
                <p:cNvSpPr/>
                <p:nvPr/>
              </p:nvSpPr>
              <p:spPr>
                <a:xfrm>
                  <a:off x="5942681" y="5500238"/>
                  <a:ext cx="32883" cy="31458"/>
                </a:xfrm>
                <a:custGeom>
                  <a:avLst/>
                  <a:gdLst>
                    <a:gd name="connsiteX0" fmla="*/ 32883 w 32883"/>
                    <a:gd name="connsiteY0" fmla="*/ 15729 h 31458"/>
                    <a:gd name="connsiteX1" fmla="*/ 16442 w 32883"/>
                    <a:gd name="connsiteY1" fmla="*/ 31458 h 31458"/>
                    <a:gd name="connsiteX2" fmla="*/ 0 w 32883"/>
                    <a:gd name="connsiteY2" fmla="*/ 15729 h 31458"/>
                    <a:gd name="connsiteX3" fmla="*/ 16442 w 32883"/>
                    <a:gd name="connsiteY3" fmla="*/ 0 h 31458"/>
                    <a:gd name="connsiteX4" fmla="*/ 32883 w 32883"/>
                    <a:gd name="connsiteY4" fmla="*/ 15729 h 31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58">
                      <a:moveTo>
                        <a:pt x="32883" y="15729"/>
                      </a:moveTo>
                      <a:cubicBezTo>
                        <a:pt x="32883" y="24416"/>
                        <a:pt x="25522" y="31458"/>
                        <a:pt x="16442" y="31458"/>
                      </a:cubicBezTo>
                      <a:cubicBezTo>
                        <a:pt x="7361" y="31458"/>
                        <a:pt x="0" y="24416"/>
                        <a:pt x="0" y="15729"/>
                      </a:cubicBezTo>
                      <a:cubicBezTo>
                        <a:pt x="0" y="7042"/>
                        <a:pt x="7361" y="0"/>
                        <a:pt x="16442" y="0"/>
                      </a:cubicBezTo>
                      <a:cubicBezTo>
                        <a:pt x="25522" y="0"/>
                        <a:pt x="32883" y="7042"/>
                        <a:pt x="32883" y="15729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1176CE54-DF2C-5DF1-D1A2-9AAB18602560}"/>
                    </a:ext>
                  </a:extLst>
                </p:cNvPr>
                <p:cNvSpPr/>
                <p:nvPr/>
              </p:nvSpPr>
              <p:spPr>
                <a:xfrm>
                  <a:off x="5942681" y="5421510"/>
                  <a:ext cx="32883" cy="31485"/>
                </a:xfrm>
                <a:custGeom>
                  <a:avLst/>
                  <a:gdLst>
                    <a:gd name="connsiteX0" fmla="*/ 16442 w 32883"/>
                    <a:gd name="connsiteY0" fmla="*/ 0 h 31485"/>
                    <a:gd name="connsiteX1" fmla="*/ 32883 w 32883"/>
                    <a:gd name="connsiteY1" fmla="*/ 15757 h 31485"/>
                    <a:gd name="connsiteX2" fmla="*/ 16442 w 32883"/>
                    <a:gd name="connsiteY2" fmla="*/ 31486 h 31485"/>
                    <a:gd name="connsiteX3" fmla="*/ 0 w 32883"/>
                    <a:gd name="connsiteY3" fmla="*/ 15757 h 31485"/>
                    <a:gd name="connsiteX4" fmla="*/ 16442 w 32883"/>
                    <a:gd name="connsiteY4" fmla="*/ 27 h 31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85">
                      <a:moveTo>
                        <a:pt x="16442" y="0"/>
                      </a:moveTo>
                      <a:cubicBezTo>
                        <a:pt x="25512" y="0"/>
                        <a:pt x="32883" y="7042"/>
                        <a:pt x="32883" y="15757"/>
                      </a:cubicBezTo>
                      <a:cubicBezTo>
                        <a:pt x="32883" y="24443"/>
                        <a:pt x="25512" y="31486"/>
                        <a:pt x="16442" y="31486"/>
                      </a:cubicBezTo>
                      <a:cubicBezTo>
                        <a:pt x="7371" y="31486"/>
                        <a:pt x="0" y="24443"/>
                        <a:pt x="0" y="15757"/>
                      </a:cubicBezTo>
                      <a:cubicBezTo>
                        <a:pt x="0" y="7070"/>
                        <a:pt x="7371" y="27"/>
                        <a:pt x="16442" y="27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537FB7FA-4B88-864C-1670-B25D0A29F304}"/>
                    </a:ext>
                  </a:extLst>
                </p:cNvPr>
                <p:cNvSpPr/>
                <p:nvPr/>
              </p:nvSpPr>
              <p:spPr>
                <a:xfrm>
                  <a:off x="5942681" y="5342809"/>
                  <a:ext cx="32883" cy="31458"/>
                </a:xfrm>
                <a:custGeom>
                  <a:avLst/>
                  <a:gdLst>
                    <a:gd name="connsiteX0" fmla="*/ 16442 w 32883"/>
                    <a:gd name="connsiteY0" fmla="*/ 0 h 31458"/>
                    <a:gd name="connsiteX1" fmla="*/ 32883 w 32883"/>
                    <a:gd name="connsiteY1" fmla="*/ 15729 h 31458"/>
                    <a:gd name="connsiteX2" fmla="*/ 16442 w 32883"/>
                    <a:gd name="connsiteY2" fmla="*/ 31458 h 31458"/>
                    <a:gd name="connsiteX3" fmla="*/ 0 w 32883"/>
                    <a:gd name="connsiteY3" fmla="*/ 15729 h 31458"/>
                    <a:gd name="connsiteX4" fmla="*/ 16442 w 32883"/>
                    <a:gd name="connsiteY4" fmla="*/ 0 h 31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58">
                      <a:moveTo>
                        <a:pt x="16442" y="0"/>
                      </a:moveTo>
                      <a:cubicBezTo>
                        <a:pt x="25512" y="0"/>
                        <a:pt x="32883" y="7042"/>
                        <a:pt x="32883" y="15729"/>
                      </a:cubicBezTo>
                      <a:cubicBezTo>
                        <a:pt x="32883" y="24416"/>
                        <a:pt x="25512" y="31458"/>
                        <a:pt x="16442" y="31458"/>
                      </a:cubicBezTo>
                      <a:cubicBezTo>
                        <a:pt x="7371" y="31458"/>
                        <a:pt x="0" y="24416"/>
                        <a:pt x="0" y="15729"/>
                      </a:cubicBezTo>
                      <a:cubicBezTo>
                        <a:pt x="0" y="7042"/>
                        <a:pt x="7371" y="0"/>
                        <a:pt x="16442" y="0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205AC39E-8B05-74C3-7C20-0D60CFC8655D}"/>
                    </a:ext>
                  </a:extLst>
                </p:cNvPr>
                <p:cNvSpPr/>
                <p:nvPr/>
              </p:nvSpPr>
              <p:spPr>
                <a:xfrm>
                  <a:off x="5942681" y="5264108"/>
                  <a:ext cx="32883" cy="31458"/>
                </a:xfrm>
                <a:custGeom>
                  <a:avLst/>
                  <a:gdLst>
                    <a:gd name="connsiteX0" fmla="*/ 16442 w 32883"/>
                    <a:gd name="connsiteY0" fmla="*/ 0 h 31458"/>
                    <a:gd name="connsiteX1" fmla="*/ 32883 w 32883"/>
                    <a:gd name="connsiteY1" fmla="*/ 15730 h 31458"/>
                    <a:gd name="connsiteX2" fmla="*/ 16442 w 32883"/>
                    <a:gd name="connsiteY2" fmla="*/ 31459 h 31458"/>
                    <a:gd name="connsiteX3" fmla="*/ 0 w 32883"/>
                    <a:gd name="connsiteY3" fmla="*/ 15730 h 31458"/>
                    <a:gd name="connsiteX4" fmla="*/ 16442 w 32883"/>
                    <a:gd name="connsiteY4" fmla="*/ 0 h 31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58">
                      <a:moveTo>
                        <a:pt x="16442" y="0"/>
                      </a:moveTo>
                      <a:cubicBezTo>
                        <a:pt x="25512" y="0"/>
                        <a:pt x="32883" y="7043"/>
                        <a:pt x="32883" y="15730"/>
                      </a:cubicBezTo>
                      <a:cubicBezTo>
                        <a:pt x="32883" y="24416"/>
                        <a:pt x="25512" y="31459"/>
                        <a:pt x="16442" y="31459"/>
                      </a:cubicBezTo>
                      <a:cubicBezTo>
                        <a:pt x="7371" y="31459"/>
                        <a:pt x="0" y="24416"/>
                        <a:pt x="0" y="15730"/>
                      </a:cubicBezTo>
                      <a:cubicBezTo>
                        <a:pt x="0" y="7043"/>
                        <a:pt x="7371" y="0"/>
                        <a:pt x="16442" y="0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A5A70CBC-94A6-E8D0-FF2D-2AEAAC370468}"/>
                    </a:ext>
                  </a:extLst>
                </p:cNvPr>
                <p:cNvSpPr/>
                <p:nvPr/>
              </p:nvSpPr>
              <p:spPr>
                <a:xfrm>
                  <a:off x="5942681" y="5185380"/>
                  <a:ext cx="32883" cy="31485"/>
                </a:xfrm>
                <a:custGeom>
                  <a:avLst/>
                  <a:gdLst>
                    <a:gd name="connsiteX0" fmla="*/ 16442 w 32883"/>
                    <a:gd name="connsiteY0" fmla="*/ 27 h 31485"/>
                    <a:gd name="connsiteX1" fmla="*/ 32883 w 32883"/>
                    <a:gd name="connsiteY1" fmla="*/ 15757 h 31485"/>
                    <a:gd name="connsiteX2" fmla="*/ 16442 w 32883"/>
                    <a:gd name="connsiteY2" fmla="*/ 31486 h 31485"/>
                    <a:gd name="connsiteX3" fmla="*/ 0 w 32883"/>
                    <a:gd name="connsiteY3" fmla="*/ 15729 h 31485"/>
                    <a:gd name="connsiteX4" fmla="*/ 16442 w 32883"/>
                    <a:gd name="connsiteY4" fmla="*/ 0 h 31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85">
                      <a:moveTo>
                        <a:pt x="16442" y="27"/>
                      </a:moveTo>
                      <a:cubicBezTo>
                        <a:pt x="25512" y="27"/>
                        <a:pt x="32883" y="7070"/>
                        <a:pt x="32883" y="15757"/>
                      </a:cubicBezTo>
                      <a:cubicBezTo>
                        <a:pt x="32883" y="24443"/>
                        <a:pt x="25512" y="31486"/>
                        <a:pt x="16442" y="31486"/>
                      </a:cubicBezTo>
                      <a:cubicBezTo>
                        <a:pt x="7371" y="31486"/>
                        <a:pt x="0" y="24443"/>
                        <a:pt x="0" y="15729"/>
                      </a:cubicBezTo>
                      <a:cubicBezTo>
                        <a:pt x="0" y="7043"/>
                        <a:pt x="7371" y="0"/>
                        <a:pt x="16442" y="0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E65BEA36-1A6E-0DC2-66D1-E9534A428572}"/>
                    </a:ext>
                  </a:extLst>
                </p:cNvPr>
                <p:cNvSpPr/>
                <p:nvPr/>
              </p:nvSpPr>
              <p:spPr>
                <a:xfrm>
                  <a:off x="5942681" y="5106706"/>
                  <a:ext cx="32883" cy="31458"/>
                </a:xfrm>
                <a:custGeom>
                  <a:avLst/>
                  <a:gdLst>
                    <a:gd name="connsiteX0" fmla="*/ 32883 w 32883"/>
                    <a:gd name="connsiteY0" fmla="*/ 15729 h 31458"/>
                    <a:gd name="connsiteX1" fmla="*/ 16442 w 32883"/>
                    <a:gd name="connsiteY1" fmla="*/ 31458 h 31458"/>
                    <a:gd name="connsiteX2" fmla="*/ 0 w 32883"/>
                    <a:gd name="connsiteY2" fmla="*/ 15729 h 31458"/>
                    <a:gd name="connsiteX3" fmla="*/ 16442 w 32883"/>
                    <a:gd name="connsiteY3" fmla="*/ 0 h 31458"/>
                    <a:gd name="connsiteX4" fmla="*/ 32883 w 32883"/>
                    <a:gd name="connsiteY4" fmla="*/ 15729 h 31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58">
                      <a:moveTo>
                        <a:pt x="32883" y="15729"/>
                      </a:moveTo>
                      <a:cubicBezTo>
                        <a:pt x="32883" y="24416"/>
                        <a:pt x="25522" y="31458"/>
                        <a:pt x="16442" y="31458"/>
                      </a:cubicBezTo>
                      <a:cubicBezTo>
                        <a:pt x="7361" y="31458"/>
                        <a:pt x="0" y="24416"/>
                        <a:pt x="0" y="15729"/>
                      </a:cubicBezTo>
                      <a:cubicBezTo>
                        <a:pt x="0" y="7042"/>
                        <a:pt x="7361" y="0"/>
                        <a:pt x="16442" y="0"/>
                      </a:cubicBezTo>
                      <a:cubicBezTo>
                        <a:pt x="25522" y="0"/>
                        <a:pt x="32883" y="7042"/>
                        <a:pt x="32883" y="15729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72D8BD7F-2A49-AA30-7B36-A18537BF4A6B}"/>
                    </a:ext>
                  </a:extLst>
                </p:cNvPr>
                <p:cNvSpPr/>
                <p:nvPr/>
              </p:nvSpPr>
              <p:spPr>
                <a:xfrm>
                  <a:off x="5942681" y="5027978"/>
                  <a:ext cx="32883" cy="31485"/>
                </a:xfrm>
                <a:custGeom>
                  <a:avLst/>
                  <a:gdLst>
                    <a:gd name="connsiteX0" fmla="*/ 16442 w 32883"/>
                    <a:gd name="connsiteY0" fmla="*/ 0 h 31485"/>
                    <a:gd name="connsiteX1" fmla="*/ 32883 w 32883"/>
                    <a:gd name="connsiteY1" fmla="*/ 15757 h 31485"/>
                    <a:gd name="connsiteX2" fmla="*/ 16442 w 32883"/>
                    <a:gd name="connsiteY2" fmla="*/ 31486 h 31485"/>
                    <a:gd name="connsiteX3" fmla="*/ 0 w 32883"/>
                    <a:gd name="connsiteY3" fmla="*/ 15729 h 31485"/>
                    <a:gd name="connsiteX4" fmla="*/ 16442 w 32883"/>
                    <a:gd name="connsiteY4" fmla="*/ 0 h 31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85">
                      <a:moveTo>
                        <a:pt x="16442" y="0"/>
                      </a:moveTo>
                      <a:cubicBezTo>
                        <a:pt x="25512" y="0"/>
                        <a:pt x="32883" y="7042"/>
                        <a:pt x="32883" y="15757"/>
                      </a:cubicBezTo>
                      <a:cubicBezTo>
                        <a:pt x="32883" y="24471"/>
                        <a:pt x="25512" y="31486"/>
                        <a:pt x="16442" y="31486"/>
                      </a:cubicBezTo>
                      <a:cubicBezTo>
                        <a:pt x="7371" y="31486"/>
                        <a:pt x="0" y="24443"/>
                        <a:pt x="0" y="15729"/>
                      </a:cubicBezTo>
                      <a:cubicBezTo>
                        <a:pt x="0" y="7015"/>
                        <a:pt x="7371" y="0"/>
                        <a:pt x="16442" y="0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B7772EAE-48C6-11DD-F977-C2280C0653F6}"/>
                  </a:ext>
                </a:extLst>
              </p:cNvPr>
              <p:cNvSpPr/>
              <p:nvPr/>
            </p:nvSpPr>
            <p:spPr>
              <a:xfrm>
                <a:off x="4696068" y="4354680"/>
                <a:ext cx="1273988" cy="1412899"/>
              </a:xfrm>
              <a:custGeom>
                <a:avLst/>
                <a:gdLst>
                  <a:gd name="connsiteX0" fmla="*/ 1186053 w 1273988"/>
                  <a:gd name="connsiteY0" fmla="*/ 1412844 h 1412899"/>
                  <a:gd name="connsiteX1" fmla="*/ 1174544 w 1273988"/>
                  <a:gd name="connsiteY1" fmla="*/ 1412104 h 1412899"/>
                  <a:gd name="connsiteX2" fmla="*/ 643423 w 1273988"/>
                  <a:gd name="connsiteY2" fmla="*/ 1253771 h 1412899"/>
                  <a:gd name="connsiteX3" fmla="*/ 478704 w 1273988"/>
                  <a:gd name="connsiteY3" fmla="*/ 1297917 h 1412899"/>
                  <a:gd name="connsiteX4" fmla="*/ 470374 w 1273988"/>
                  <a:gd name="connsiteY4" fmla="*/ 1296821 h 1412899"/>
                  <a:gd name="connsiteX5" fmla="*/ 465277 w 1273988"/>
                  <a:gd name="connsiteY5" fmla="*/ 1290162 h 1412899"/>
                  <a:gd name="connsiteX6" fmla="*/ 421241 w 1273988"/>
                  <a:gd name="connsiteY6" fmla="*/ 1125800 h 1412899"/>
                  <a:gd name="connsiteX7" fmla="*/ 17899 w 1273988"/>
                  <a:gd name="connsiteY7" fmla="*/ 744106 h 1412899"/>
                  <a:gd name="connsiteX8" fmla="*/ 1704 w 1273988"/>
                  <a:gd name="connsiteY8" fmla="*/ 673901 h 1412899"/>
                  <a:gd name="connsiteX9" fmla="*/ 43904 w 1273988"/>
                  <a:gd name="connsiteY9" fmla="*/ 615067 h 1412899"/>
                  <a:gd name="connsiteX10" fmla="*/ 683020 w 1273988"/>
                  <a:gd name="connsiteY10" fmla="*/ 246061 h 1412899"/>
                  <a:gd name="connsiteX11" fmla="*/ 703955 w 1273988"/>
                  <a:gd name="connsiteY11" fmla="*/ 217507 h 1412899"/>
                  <a:gd name="connsiteX12" fmla="*/ 696940 w 1273988"/>
                  <a:gd name="connsiteY12" fmla="*/ 182678 h 1412899"/>
                  <a:gd name="connsiteX13" fmla="*/ 654877 w 1273988"/>
                  <a:gd name="connsiteY13" fmla="*/ 116802 h 1412899"/>
                  <a:gd name="connsiteX14" fmla="*/ 618870 w 1273988"/>
                  <a:gd name="connsiteY14" fmla="*/ 47418 h 1412899"/>
                  <a:gd name="connsiteX15" fmla="*/ 592207 w 1273988"/>
                  <a:gd name="connsiteY15" fmla="*/ 23934 h 1412899"/>
                  <a:gd name="connsiteX16" fmla="*/ 556994 w 1273988"/>
                  <a:gd name="connsiteY16" fmla="*/ 27770 h 1412899"/>
                  <a:gd name="connsiteX17" fmla="*/ 523316 w 1273988"/>
                  <a:gd name="connsiteY17" fmla="*/ 47226 h 1412899"/>
                  <a:gd name="connsiteX18" fmla="*/ 508354 w 1273988"/>
                  <a:gd name="connsiteY18" fmla="*/ 43225 h 1412899"/>
                  <a:gd name="connsiteX19" fmla="*/ 512355 w 1273988"/>
                  <a:gd name="connsiteY19" fmla="*/ 28263 h 1412899"/>
                  <a:gd name="connsiteX20" fmla="*/ 546033 w 1273988"/>
                  <a:gd name="connsiteY20" fmla="*/ 8807 h 1412899"/>
                  <a:gd name="connsiteX21" fmla="*/ 598838 w 1273988"/>
                  <a:gd name="connsiteY21" fmla="*/ 3053 h 1412899"/>
                  <a:gd name="connsiteX22" fmla="*/ 638764 w 1273988"/>
                  <a:gd name="connsiteY22" fmla="*/ 38238 h 1412899"/>
                  <a:gd name="connsiteX23" fmla="*/ 673867 w 1273988"/>
                  <a:gd name="connsiteY23" fmla="*/ 105868 h 1412899"/>
                  <a:gd name="connsiteX24" fmla="*/ 714889 w 1273988"/>
                  <a:gd name="connsiteY24" fmla="*/ 170100 h 1412899"/>
                  <a:gd name="connsiteX25" fmla="*/ 725384 w 1273988"/>
                  <a:gd name="connsiteY25" fmla="*/ 222275 h 1412899"/>
                  <a:gd name="connsiteX26" fmla="*/ 694008 w 1273988"/>
                  <a:gd name="connsiteY26" fmla="*/ 265106 h 1412899"/>
                  <a:gd name="connsiteX27" fmla="*/ 54893 w 1273988"/>
                  <a:gd name="connsiteY27" fmla="*/ 634112 h 1412899"/>
                  <a:gd name="connsiteX28" fmla="*/ 23215 w 1273988"/>
                  <a:gd name="connsiteY28" fmla="*/ 678258 h 1412899"/>
                  <a:gd name="connsiteX29" fmla="*/ 35354 w 1273988"/>
                  <a:gd name="connsiteY29" fmla="*/ 730871 h 1412899"/>
                  <a:gd name="connsiteX30" fmla="*/ 436586 w 1273988"/>
                  <a:gd name="connsiteY30" fmla="*/ 1109770 h 1412899"/>
                  <a:gd name="connsiteX31" fmla="*/ 448424 w 1273988"/>
                  <a:gd name="connsiteY31" fmla="*/ 1142543 h 1412899"/>
                  <a:gd name="connsiteX32" fmla="*/ 483637 w 1273988"/>
                  <a:gd name="connsiteY32" fmla="*/ 1273967 h 1412899"/>
                  <a:gd name="connsiteX33" fmla="*/ 641696 w 1273988"/>
                  <a:gd name="connsiteY33" fmla="*/ 1231602 h 1412899"/>
                  <a:gd name="connsiteX34" fmla="*/ 649314 w 1273988"/>
                  <a:gd name="connsiteY34" fmla="*/ 1232315 h 1412899"/>
                  <a:gd name="connsiteX35" fmla="*/ 1177393 w 1273988"/>
                  <a:gd name="connsiteY35" fmla="*/ 1390429 h 1412899"/>
                  <a:gd name="connsiteX36" fmla="*/ 1229678 w 1273988"/>
                  <a:gd name="connsiteY36" fmla="*/ 1374590 h 1412899"/>
                  <a:gd name="connsiteX37" fmla="*/ 1252066 w 1273988"/>
                  <a:gd name="connsiteY37" fmla="*/ 1325183 h 1412899"/>
                  <a:gd name="connsiteX38" fmla="*/ 1252066 w 1273988"/>
                  <a:gd name="connsiteY38" fmla="*/ 1303014 h 1412899"/>
                  <a:gd name="connsiteX39" fmla="*/ 1263027 w 1273988"/>
                  <a:gd name="connsiteY39" fmla="*/ 1292053 h 1412899"/>
                  <a:gd name="connsiteX40" fmla="*/ 1273988 w 1273988"/>
                  <a:gd name="connsiteY40" fmla="*/ 1303014 h 1412899"/>
                  <a:gd name="connsiteX41" fmla="*/ 1273988 w 1273988"/>
                  <a:gd name="connsiteY41" fmla="*/ 1325183 h 1412899"/>
                  <a:gd name="connsiteX42" fmla="*/ 1244147 w 1273988"/>
                  <a:gd name="connsiteY42" fmla="*/ 1391059 h 1412899"/>
                  <a:gd name="connsiteX43" fmla="*/ 1186053 w 1273988"/>
                  <a:gd name="connsiteY43" fmla="*/ 1412899 h 1412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273988" h="1412899">
                    <a:moveTo>
                      <a:pt x="1186053" y="1412844"/>
                    </a:moveTo>
                    <a:cubicBezTo>
                      <a:pt x="1182216" y="1412844"/>
                      <a:pt x="1178380" y="1412598"/>
                      <a:pt x="1174544" y="1412104"/>
                    </a:cubicBezTo>
                    <a:cubicBezTo>
                      <a:pt x="989821" y="1387826"/>
                      <a:pt x="811155" y="1334582"/>
                      <a:pt x="643423" y="1253771"/>
                    </a:cubicBezTo>
                    <a:lnTo>
                      <a:pt x="478704" y="1297917"/>
                    </a:lnTo>
                    <a:cubicBezTo>
                      <a:pt x="475909" y="1298684"/>
                      <a:pt x="472895" y="1298273"/>
                      <a:pt x="470374" y="1296821"/>
                    </a:cubicBezTo>
                    <a:cubicBezTo>
                      <a:pt x="467853" y="1295369"/>
                      <a:pt x="466017" y="1292985"/>
                      <a:pt x="465277" y="1290162"/>
                    </a:cubicBezTo>
                    <a:cubicBezTo>
                      <a:pt x="464866" y="1288655"/>
                      <a:pt x="427954" y="1150874"/>
                      <a:pt x="421241" y="1125800"/>
                    </a:cubicBezTo>
                    <a:cubicBezTo>
                      <a:pt x="266908" y="1021012"/>
                      <a:pt x="131209" y="892602"/>
                      <a:pt x="17899" y="744106"/>
                    </a:cubicBezTo>
                    <a:cubicBezTo>
                      <a:pt x="2663" y="724157"/>
                      <a:pt x="-3229" y="698563"/>
                      <a:pt x="1704" y="673901"/>
                    </a:cubicBezTo>
                    <a:cubicBezTo>
                      <a:pt x="6664" y="649128"/>
                      <a:pt x="22037" y="627699"/>
                      <a:pt x="43904" y="615067"/>
                    </a:cubicBezTo>
                    <a:lnTo>
                      <a:pt x="683020" y="246061"/>
                    </a:lnTo>
                    <a:cubicBezTo>
                      <a:pt x="693844" y="239813"/>
                      <a:pt x="701270" y="229674"/>
                      <a:pt x="703955" y="217507"/>
                    </a:cubicBezTo>
                    <a:cubicBezTo>
                      <a:pt x="706641" y="205285"/>
                      <a:pt x="704147" y="192927"/>
                      <a:pt x="696940" y="182678"/>
                    </a:cubicBezTo>
                    <a:cubicBezTo>
                      <a:pt x="682033" y="161496"/>
                      <a:pt x="667893" y="139327"/>
                      <a:pt x="654877" y="116802"/>
                    </a:cubicBezTo>
                    <a:cubicBezTo>
                      <a:pt x="641833" y="94222"/>
                      <a:pt x="629721" y="70875"/>
                      <a:pt x="618870" y="47418"/>
                    </a:cubicBezTo>
                    <a:cubicBezTo>
                      <a:pt x="613608" y="36046"/>
                      <a:pt x="604127" y="27688"/>
                      <a:pt x="592207" y="23934"/>
                    </a:cubicBezTo>
                    <a:cubicBezTo>
                      <a:pt x="580314" y="20152"/>
                      <a:pt x="567791" y="21522"/>
                      <a:pt x="556994" y="27770"/>
                    </a:cubicBezTo>
                    <a:lnTo>
                      <a:pt x="523316" y="47226"/>
                    </a:lnTo>
                    <a:cubicBezTo>
                      <a:pt x="518082" y="50268"/>
                      <a:pt x="511368" y="48459"/>
                      <a:pt x="508354" y="43225"/>
                    </a:cubicBezTo>
                    <a:cubicBezTo>
                      <a:pt x="505340" y="37991"/>
                      <a:pt x="507121" y="31278"/>
                      <a:pt x="512355" y="28263"/>
                    </a:cubicBezTo>
                    <a:lnTo>
                      <a:pt x="546033" y="8807"/>
                    </a:lnTo>
                    <a:cubicBezTo>
                      <a:pt x="562009" y="-400"/>
                      <a:pt x="581246" y="-2510"/>
                      <a:pt x="598838" y="3053"/>
                    </a:cubicBezTo>
                    <a:cubicBezTo>
                      <a:pt x="616458" y="8643"/>
                      <a:pt x="631009" y="21467"/>
                      <a:pt x="638764" y="38238"/>
                    </a:cubicBezTo>
                    <a:cubicBezTo>
                      <a:pt x="649342" y="61119"/>
                      <a:pt x="661152" y="83864"/>
                      <a:pt x="673867" y="105868"/>
                    </a:cubicBezTo>
                    <a:cubicBezTo>
                      <a:pt x="686555" y="127845"/>
                      <a:pt x="700366" y="149466"/>
                      <a:pt x="714889" y="170100"/>
                    </a:cubicBezTo>
                    <a:cubicBezTo>
                      <a:pt x="725521" y="185226"/>
                      <a:pt x="729358" y="204244"/>
                      <a:pt x="725384" y="222275"/>
                    </a:cubicBezTo>
                    <a:cubicBezTo>
                      <a:pt x="721411" y="240279"/>
                      <a:pt x="709984" y="255898"/>
                      <a:pt x="694008" y="265106"/>
                    </a:cubicBezTo>
                    <a:lnTo>
                      <a:pt x="54893" y="634112"/>
                    </a:lnTo>
                    <a:cubicBezTo>
                      <a:pt x="38478" y="643593"/>
                      <a:pt x="26942" y="659678"/>
                      <a:pt x="23215" y="678258"/>
                    </a:cubicBezTo>
                    <a:cubicBezTo>
                      <a:pt x="19516" y="696755"/>
                      <a:pt x="23927" y="715936"/>
                      <a:pt x="35354" y="730871"/>
                    </a:cubicBezTo>
                    <a:cubicBezTo>
                      <a:pt x="147980" y="878435"/>
                      <a:pt x="282966" y="1005913"/>
                      <a:pt x="436586" y="1109770"/>
                    </a:cubicBezTo>
                    <a:cubicBezTo>
                      <a:pt x="440203" y="1111852"/>
                      <a:pt x="440450" y="1112811"/>
                      <a:pt x="448424" y="1142543"/>
                    </a:cubicBezTo>
                    <a:lnTo>
                      <a:pt x="483637" y="1273967"/>
                    </a:lnTo>
                    <a:lnTo>
                      <a:pt x="641696" y="1231602"/>
                    </a:lnTo>
                    <a:cubicBezTo>
                      <a:pt x="644245" y="1230917"/>
                      <a:pt x="646957" y="1231191"/>
                      <a:pt x="649314" y="1232315"/>
                    </a:cubicBezTo>
                    <a:cubicBezTo>
                      <a:pt x="815978" y="1313098"/>
                      <a:pt x="993658" y="1366287"/>
                      <a:pt x="1177393" y="1390429"/>
                    </a:cubicBezTo>
                    <a:cubicBezTo>
                      <a:pt x="1196329" y="1392923"/>
                      <a:pt x="1215374" y="1387141"/>
                      <a:pt x="1229678" y="1374590"/>
                    </a:cubicBezTo>
                    <a:cubicBezTo>
                      <a:pt x="1243900" y="1362122"/>
                      <a:pt x="1252066" y="1344118"/>
                      <a:pt x="1252066" y="1325183"/>
                    </a:cubicBezTo>
                    <a:lnTo>
                      <a:pt x="1252066" y="1303014"/>
                    </a:lnTo>
                    <a:cubicBezTo>
                      <a:pt x="1252066" y="1296958"/>
                      <a:pt x="1256971" y="1292053"/>
                      <a:pt x="1263027" y="1292053"/>
                    </a:cubicBezTo>
                    <a:cubicBezTo>
                      <a:pt x="1269083" y="1292053"/>
                      <a:pt x="1273988" y="1296958"/>
                      <a:pt x="1273988" y="1303014"/>
                    </a:cubicBezTo>
                    <a:lnTo>
                      <a:pt x="1273988" y="1325183"/>
                    </a:lnTo>
                    <a:cubicBezTo>
                      <a:pt x="1273988" y="1350421"/>
                      <a:pt x="1263110" y="1374426"/>
                      <a:pt x="1244147" y="1391059"/>
                    </a:cubicBezTo>
                    <a:cubicBezTo>
                      <a:pt x="1228007" y="1405226"/>
                      <a:pt x="1207317" y="1412899"/>
                      <a:pt x="1186053" y="1412899"/>
                    </a:cubicBezTo>
                    <a:close/>
                  </a:path>
                </a:pathLst>
              </a:custGeom>
              <a:solidFill>
                <a:srgbClr val="444444"/>
              </a:solidFill>
              <a:ln w="2737" cap="flat">
                <a:solidFill>
                  <a:schemeClr val="bg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aphic 2">
              <a:extLst>
                <a:ext uri="{FF2B5EF4-FFF2-40B4-BE49-F238E27FC236}">
                  <a16:creationId xmlns:a16="http://schemas.microsoft.com/office/drawing/2014/main" id="{DFBE9448-8B4A-1F69-846C-54C996183193}"/>
                </a:ext>
              </a:extLst>
            </p:cNvPr>
            <p:cNvGrpSpPr/>
            <p:nvPr/>
          </p:nvGrpSpPr>
          <p:grpSpPr>
            <a:xfrm>
              <a:off x="5842894" y="4085295"/>
              <a:ext cx="1547790" cy="1122952"/>
              <a:chOff x="5948189" y="4644819"/>
              <a:chExt cx="1547790" cy="1122952"/>
            </a:xfrm>
            <a:solidFill>
              <a:srgbClr val="444444"/>
            </a:solidFill>
          </p:grpSpPr>
          <p:grpSp>
            <p:nvGrpSpPr>
              <p:cNvPr id="58" name="Graphic 2">
                <a:extLst>
                  <a:ext uri="{FF2B5EF4-FFF2-40B4-BE49-F238E27FC236}">
                    <a16:creationId xmlns:a16="http://schemas.microsoft.com/office/drawing/2014/main" id="{A9A38618-6C6F-0EDE-4BF5-1E3A6BD40844}"/>
                  </a:ext>
                </a:extLst>
              </p:cNvPr>
              <p:cNvGrpSpPr/>
              <p:nvPr/>
            </p:nvGrpSpPr>
            <p:grpSpPr>
              <a:xfrm>
                <a:off x="6879942" y="4644819"/>
                <a:ext cx="508945" cy="308060"/>
                <a:chOff x="6879942" y="4644819"/>
                <a:chExt cx="508945" cy="308060"/>
              </a:xfrm>
              <a:solidFill>
                <a:srgbClr val="444444"/>
              </a:solidFill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F43CDDD8-1E55-C575-4FA1-C8AEF2A2FB54}"/>
                    </a:ext>
                  </a:extLst>
                </p:cNvPr>
                <p:cNvSpPr/>
                <p:nvPr/>
              </p:nvSpPr>
              <p:spPr>
                <a:xfrm>
                  <a:off x="7357053" y="4920327"/>
                  <a:ext cx="31834" cy="32552"/>
                </a:xfrm>
                <a:custGeom>
                  <a:avLst/>
                  <a:gdLst>
                    <a:gd name="connsiteX0" fmla="*/ 2298 w 31834"/>
                    <a:gd name="connsiteY0" fmla="*/ 8398 h 32552"/>
                    <a:gd name="connsiteX1" fmla="*/ 24138 w 31834"/>
                    <a:gd name="connsiteY1" fmla="*/ 2041 h 32552"/>
                    <a:gd name="connsiteX2" fmla="*/ 29537 w 31834"/>
                    <a:gd name="connsiteY2" fmla="*/ 24155 h 32552"/>
                    <a:gd name="connsiteX3" fmla="*/ 7697 w 31834"/>
                    <a:gd name="connsiteY3" fmla="*/ 30512 h 32552"/>
                    <a:gd name="connsiteX4" fmla="*/ 2298 w 31834"/>
                    <a:gd name="connsiteY4" fmla="*/ 8398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298" y="8398"/>
                      </a:move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6" y="16290"/>
                        <a:pt x="29537" y="24155"/>
                      </a:cubicBez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A4682C69-D8F7-6BB1-B1DE-0880A2A28624}"/>
                    </a:ext>
                  </a:extLst>
                </p:cNvPr>
                <p:cNvSpPr/>
                <p:nvPr/>
              </p:nvSpPr>
              <p:spPr>
                <a:xfrm>
                  <a:off x="7288902" y="4880949"/>
                  <a:ext cx="31834" cy="32552"/>
                </a:xfrm>
                <a:custGeom>
                  <a:avLst/>
                  <a:gdLst>
                    <a:gd name="connsiteX0" fmla="*/ 2298 w 31834"/>
                    <a:gd name="connsiteY0" fmla="*/ 8398 h 32552"/>
                    <a:gd name="connsiteX1" fmla="*/ 24138 w 31834"/>
                    <a:gd name="connsiteY1" fmla="*/ 2041 h 32552"/>
                    <a:gd name="connsiteX2" fmla="*/ 29537 w 31834"/>
                    <a:gd name="connsiteY2" fmla="*/ 24155 h 32552"/>
                    <a:gd name="connsiteX3" fmla="*/ 7697 w 31834"/>
                    <a:gd name="connsiteY3" fmla="*/ 30512 h 32552"/>
                    <a:gd name="connsiteX4" fmla="*/ 2298 w 31834"/>
                    <a:gd name="connsiteY4" fmla="*/ 8398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298" y="8398"/>
                      </a:move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6" y="16290"/>
                        <a:pt x="29537" y="24155"/>
                      </a:cubicBez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AE6AC821-FD60-4F76-4D50-5C4218B02274}"/>
                    </a:ext>
                  </a:extLst>
                </p:cNvPr>
                <p:cNvSpPr/>
                <p:nvPr/>
              </p:nvSpPr>
              <p:spPr>
                <a:xfrm>
                  <a:off x="7220724" y="4841599"/>
                  <a:ext cx="31834" cy="32552"/>
                </a:xfrm>
                <a:custGeom>
                  <a:avLst/>
                  <a:gdLst>
                    <a:gd name="connsiteX0" fmla="*/ 2298 w 31834"/>
                    <a:gd name="connsiteY0" fmla="*/ 8398 h 32552"/>
                    <a:gd name="connsiteX1" fmla="*/ 24138 w 31834"/>
                    <a:gd name="connsiteY1" fmla="*/ 2041 h 32552"/>
                    <a:gd name="connsiteX2" fmla="*/ 29537 w 31834"/>
                    <a:gd name="connsiteY2" fmla="*/ 24155 h 32552"/>
                    <a:gd name="connsiteX3" fmla="*/ 7697 w 31834"/>
                    <a:gd name="connsiteY3" fmla="*/ 30512 h 32552"/>
                    <a:gd name="connsiteX4" fmla="*/ 2298 w 31834"/>
                    <a:gd name="connsiteY4" fmla="*/ 8398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298" y="8398"/>
                      </a:move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6" y="16290"/>
                        <a:pt x="29537" y="24155"/>
                      </a:cubicBez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A63B9512-C1DA-17F3-8FF3-7007E9662FE0}"/>
                    </a:ext>
                  </a:extLst>
                </p:cNvPr>
                <p:cNvSpPr/>
                <p:nvPr/>
              </p:nvSpPr>
              <p:spPr>
                <a:xfrm>
                  <a:off x="7152573" y="4802248"/>
                  <a:ext cx="31834" cy="32552"/>
                </a:xfrm>
                <a:custGeom>
                  <a:avLst/>
                  <a:gdLst>
                    <a:gd name="connsiteX0" fmla="*/ 2298 w 31834"/>
                    <a:gd name="connsiteY0" fmla="*/ 8398 h 32552"/>
                    <a:gd name="connsiteX1" fmla="*/ 24138 w 31834"/>
                    <a:gd name="connsiteY1" fmla="*/ 2041 h 32552"/>
                    <a:gd name="connsiteX2" fmla="*/ 29537 w 31834"/>
                    <a:gd name="connsiteY2" fmla="*/ 24155 h 32552"/>
                    <a:gd name="connsiteX3" fmla="*/ 7697 w 31834"/>
                    <a:gd name="connsiteY3" fmla="*/ 30512 h 32552"/>
                    <a:gd name="connsiteX4" fmla="*/ 2298 w 31834"/>
                    <a:gd name="connsiteY4" fmla="*/ 8398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298" y="8398"/>
                      </a:move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6" y="16290"/>
                        <a:pt x="29537" y="24155"/>
                      </a:cubicBez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A32FD3D8-087E-1D5B-0AB3-87CF94BD1DAF}"/>
                    </a:ext>
                  </a:extLst>
                </p:cNvPr>
                <p:cNvSpPr/>
                <p:nvPr/>
              </p:nvSpPr>
              <p:spPr>
                <a:xfrm>
                  <a:off x="7084422" y="4762898"/>
                  <a:ext cx="31834" cy="32552"/>
                </a:xfrm>
                <a:custGeom>
                  <a:avLst/>
                  <a:gdLst>
                    <a:gd name="connsiteX0" fmla="*/ 2298 w 31834"/>
                    <a:gd name="connsiteY0" fmla="*/ 8398 h 32552"/>
                    <a:gd name="connsiteX1" fmla="*/ 24138 w 31834"/>
                    <a:gd name="connsiteY1" fmla="*/ 2041 h 32552"/>
                    <a:gd name="connsiteX2" fmla="*/ 29537 w 31834"/>
                    <a:gd name="connsiteY2" fmla="*/ 24155 h 32552"/>
                    <a:gd name="connsiteX3" fmla="*/ 7697 w 31834"/>
                    <a:gd name="connsiteY3" fmla="*/ 30512 h 32552"/>
                    <a:gd name="connsiteX4" fmla="*/ 2298 w 31834"/>
                    <a:gd name="connsiteY4" fmla="*/ 8398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298" y="8398"/>
                      </a:move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6" y="16290"/>
                        <a:pt x="29537" y="24155"/>
                      </a:cubicBez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ED37454F-DD77-4168-BBC5-059AB01EEF42}"/>
                    </a:ext>
                  </a:extLst>
                </p:cNvPr>
                <p:cNvSpPr/>
                <p:nvPr/>
              </p:nvSpPr>
              <p:spPr>
                <a:xfrm>
                  <a:off x="7016244" y="4723520"/>
                  <a:ext cx="31834" cy="32552"/>
                </a:xfrm>
                <a:custGeom>
                  <a:avLst/>
                  <a:gdLst>
                    <a:gd name="connsiteX0" fmla="*/ 2298 w 31834"/>
                    <a:gd name="connsiteY0" fmla="*/ 8398 h 32552"/>
                    <a:gd name="connsiteX1" fmla="*/ 24138 w 31834"/>
                    <a:gd name="connsiteY1" fmla="*/ 2041 h 32552"/>
                    <a:gd name="connsiteX2" fmla="*/ 29537 w 31834"/>
                    <a:gd name="connsiteY2" fmla="*/ 24155 h 32552"/>
                    <a:gd name="connsiteX3" fmla="*/ 7697 w 31834"/>
                    <a:gd name="connsiteY3" fmla="*/ 30512 h 32552"/>
                    <a:gd name="connsiteX4" fmla="*/ 2298 w 31834"/>
                    <a:gd name="connsiteY4" fmla="*/ 8398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298" y="8398"/>
                      </a:move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6" y="16290"/>
                        <a:pt x="29537" y="24155"/>
                      </a:cubicBez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A315CD64-1C98-5883-4B9A-245221C833A9}"/>
                    </a:ext>
                  </a:extLst>
                </p:cNvPr>
                <p:cNvSpPr/>
                <p:nvPr/>
              </p:nvSpPr>
              <p:spPr>
                <a:xfrm>
                  <a:off x="6948093" y="4684170"/>
                  <a:ext cx="31834" cy="32552"/>
                </a:xfrm>
                <a:custGeom>
                  <a:avLst/>
                  <a:gdLst>
                    <a:gd name="connsiteX0" fmla="*/ 2298 w 31834"/>
                    <a:gd name="connsiteY0" fmla="*/ 8398 h 32552"/>
                    <a:gd name="connsiteX1" fmla="*/ 24138 w 31834"/>
                    <a:gd name="connsiteY1" fmla="*/ 2041 h 32552"/>
                    <a:gd name="connsiteX2" fmla="*/ 29537 w 31834"/>
                    <a:gd name="connsiteY2" fmla="*/ 24155 h 32552"/>
                    <a:gd name="connsiteX3" fmla="*/ 7697 w 31834"/>
                    <a:gd name="connsiteY3" fmla="*/ 30512 h 32552"/>
                    <a:gd name="connsiteX4" fmla="*/ 2298 w 31834"/>
                    <a:gd name="connsiteY4" fmla="*/ 8398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298" y="8398"/>
                      </a:move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6" y="16290"/>
                        <a:pt x="29537" y="24155"/>
                      </a:cubicBez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5036672E-835C-B871-0F69-7BE1366D37DC}"/>
                    </a:ext>
                  </a:extLst>
                </p:cNvPr>
                <p:cNvSpPr/>
                <p:nvPr/>
              </p:nvSpPr>
              <p:spPr>
                <a:xfrm>
                  <a:off x="6879942" y="4644819"/>
                  <a:ext cx="31834" cy="32552"/>
                </a:xfrm>
                <a:custGeom>
                  <a:avLst/>
                  <a:gdLst>
                    <a:gd name="connsiteX0" fmla="*/ 2298 w 31834"/>
                    <a:gd name="connsiteY0" fmla="*/ 8398 h 32552"/>
                    <a:gd name="connsiteX1" fmla="*/ 24138 w 31834"/>
                    <a:gd name="connsiteY1" fmla="*/ 2041 h 32552"/>
                    <a:gd name="connsiteX2" fmla="*/ 29537 w 31834"/>
                    <a:gd name="connsiteY2" fmla="*/ 24155 h 32552"/>
                    <a:gd name="connsiteX3" fmla="*/ 7697 w 31834"/>
                    <a:gd name="connsiteY3" fmla="*/ 30512 h 32552"/>
                    <a:gd name="connsiteX4" fmla="*/ 2298 w 31834"/>
                    <a:gd name="connsiteY4" fmla="*/ 8398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298" y="8398"/>
                      </a:move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6" y="16290"/>
                        <a:pt x="29537" y="24155"/>
                      </a:cubicBez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E7B065D-2274-0516-CB1A-587CD58AB2AF}"/>
                  </a:ext>
                </a:extLst>
              </p:cNvPr>
              <p:cNvSpPr/>
              <p:nvPr/>
            </p:nvSpPr>
            <p:spPr>
              <a:xfrm>
                <a:off x="5948189" y="4876035"/>
                <a:ext cx="1547790" cy="891736"/>
              </a:xfrm>
              <a:custGeom>
                <a:avLst/>
                <a:gdLst>
                  <a:gd name="connsiteX0" fmla="*/ 361607 w 1547790"/>
                  <a:gd name="connsiteY0" fmla="*/ 891626 h 891736"/>
                  <a:gd name="connsiteX1" fmla="*/ 303842 w 1547790"/>
                  <a:gd name="connsiteY1" fmla="*/ 869814 h 891736"/>
                  <a:gd name="connsiteX2" fmla="*/ 274001 w 1547790"/>
                  <a:gd name="connsiteY2" fmla="*/ 803856 h 891736"/>
                  <a:gd name="connsiteX3" fmla="*/ 274001 w 1547790"/>
                  <a:gd name="connsiteY3" fmla="*/ 65871 h 891736"/>
                  <a:gd name="connsiteX4" fmla="*/ 259724 w 1547790"/>
                  <a:gd name="connsiteY4" fmla="*/ 33453 h 891736"/>
                  <a:gd name="connsiteX5" fmla="*/ 226046 w 1547790"/>
                  <a:gd name="connsiteY5" fmla="*/ 22109 h 891736"/>
                  <a:gd name="connsiteX6" fmla="*/ 148140 w 1547790"/>
                  <a:gd name="connsiteY6" fmla="*/ 25589 h 891736"/>
                  <a:gd name="connsiteX7" fmla="*/ 147975 w 1547790"/>
                  <a:gd name="connsiteY7" fmla="*/ 25589 h 891736"/>
                  <a:gd name="connsiteX8" fmla="*/ 69877 w 1547790"/>
                  <a:gd name="connsiteY8" fmla="*/ 22081 h 891736"/>
                  <a:gd name="connsiteX9" fmla="*/ 36199 w 1547790"/>
                  <a:gd name="connsiteY9" fmla="*/ 33426 h 891736"/>
                  <a:gd name="connsiteX10" fmla="*/ 21922 w 1547790"/>
                  <a:gd name="connsiteY10" fmla="*/ 65843 h 891736"/>
                  <a:gd name="connsiteX11" fmla="*/ 21922 w 1547790"/>
                  <a:gd name="connsiteY11" fmla="*/ 104755 h 891736"/>
                  <a:gd name="connsiteX12" fmla="*/ 10961 w 1547790"/>
                  <a:gd name="connsiteY12" fmla="*/ 115716 h 891736"/>
                  <a:gd name="connsiteX13" fmla="*/ 10961 w 1547790"/>
                  <a:gd name="connsiteY13" fmla="*/ 115716 h 891736"/>
                  <a:gd name="connsiteX14" fmla="*/ 0 w 1547790"/>
                  <a:gd name="connsiteY14" fmla="*/ 104755 h 891736"/>
                  <a:gd name="connsiteX15" fmla="*/ 0 w 1547790"/>
                  <a:gd name="connsiteY15" fmla="*/ 65843 h 891736"/>
                  <a:gd name="connsiteX16" fmla="*/ 21429 w 1547790"/>
                  <a:gd name="connsiteY16" fmla="*/ 17258 h 891736"/>
                  <a:gd name="connsiteX17" fmla="*/ 71877 w 1547790"/>
                  <a:gd name="connsiteY17" fmla="*/ 268 h 891736"/>
                  <a:gd name="connsiteX18" fmla="*/ 148003 w 1547790"/>
                  <a:gd name="connsiteY18" fmla="*/ 3694 h 891736"/>
                  <a:gd name="connsiteX19" fmla="*/ 148167 w 1547790"/>
                  <a:gd name="connsiteY19" fmla="*/ 3694 h 891736"/>
                  <a:gd name="connsiteX20" fmla="*/ 224127 w 1547790"/>
                  <a:gd name="connsiteY20" fmla="*/ 296 h 891736"/>
                  <a:gd name="connsiteX21" fmla="*/ 274549 w 1547790"/>
                  <a:gd name="connsiteY21" fmla="*/ 17313 h 891736"/>
                  <a:gd name="connsiteX22" fmla="*/ 295950 w 1547790"/>
                  <a:gd name="connsiteY22" fmla="*/ 65898 h 891736"/>
                  <a:gd name="connsiteX23" fmla="*/ 295950 w 1547790"/>
                  <a:gd name="connsiteY23" fmla="*/ 803883 h 891736"/>
                  <a:gd name="connsiteX24" fmla="*/ 318338 w 1547790"/>
                  <a:gd name="connsiteY24" fmla="*/ 853400 h 891736"/>
                  <a:gd name="connsiteX25" fmla="*/ 369965 w 1547790"/>
                  <a:gd name="connsiteY25" fmla="*/ 869211 h 891736"/>
                  <a:gd name="connsiteX26" fmla="*/ 898456 w 1547790"/>
                  <a:gd name="connsiteY26" fmla="*/ 711316 h 891736"/>
                  <a:gd name="connsiteX27" fmla="*/ 933038 w 1547790"/>
                  <a:gd name="connsiteY27" fmla="*/ 717317 h 891736"/>
                  <a:gd name="connsiteX28" fmla="*/ 1064462 w 1547790"/>
                  <a:gd name="connsiteY28" fmla="*/ 752530 h 891736"/>
                  <a:gd name="connsiteX29" fmla="*/ 1106799 w 1547790"/>
                  <a:gd name="connsiteY29" fmla="*/ 594471 h 891736"/>
                  <a:gd name="connsiteX30" fmla="*/ 1111238 w 1547790"/>
                  <a:gd name="connsiteY30" fmla="*/ 588223 h 891736"/>
                  <a:gd name="connsiteX31" fmla="*/ 1512196 w 1547790"/>
                  <a:gd name="connsiteY31" fmla="*/ 209955 h 891736"/>
                  <a:gd name="connsiteX32" fmla="*/ 1524610 w 1547790"/>
                  <a:gd name="connsiteY32" fmla="*/ 156766 h 891736"/>
                  <a:gd name="connsiteX33" fmla="*/ 1493014 w 1547790"/>
                  <a:gd name="connsiteY33" fmla="*/ 112702 h 891736"/>
                  <a:gd name="connsiteX34" fmla="*/ 1473832 w 1547790"/>
                  <a:gd name="connsiteY34" fmla="*/ 101631 h 891736"/>
                  <a:gd name="connsiteX35" fmla="*/ 1469831 w 1547790"/>
                  <a:gd name="connsiteY35" fmla="*/ 86669 h 891736"/>
                  <a:gd name="connsiteX36" fmla="*/ 1484793 w 1547790"/>
                  <a:gd name="connsiteY36" fmla="*/ 82669 h 891736"/>
                  <a:gd name="connsiteX37" fmla="*/ 1503975 w 1547790"/>
                  <a:gd name="connsiteY37" fmla="*/ 93739 h 891736"/>
                  <a:gd name="connsiteX38" fmla="*/ 1546094 w 1547790"/>
                  <a:gd name="connsiteY38" fmla="*/ 152518 h 891736"/>
                  <a:gd name="connsiteX39" fmla="*/ 1529570 w 1547790"/>
                  <a:gd name="connsiteY39" fmla="*/ 223327 h 891736"/>
                  <a:gd name="connsiteX40" fmla="*/ 1126886 w 1547790"/>
                  <a:gd name="connsiteY40" fmla="*/ 604117 h 891736"/>
                  <a:gd name="connsiteX41" fmla="*/ 1082767 w 1547790"/>
                  <a:gd name="connsiteY41" fmla="*/ 768835 h 891736"/>
                  <a:gd name="connsiteX42" fmla="*/ 1077670 w 1547790"/>
                  <a:gd name="connsiteY42" fmla="*/ 775493 h 891736"/>
                  <a:gd name="connsiteX43" fmla="*/ 1069339 w 1547790"/>
                  <a:gd name="connsiteY43" fmla="*/ 776590 h 891736"/>
                  <a:gd name="connsiteX44" fmla="*/ 904978 w 1547790"/>
                  <a:gd name="connsiteY44" fmla="*/ 732553 h 891736"/>
                  <a:gd name="connsiteX45" fmla="*/ 372760 w 1547790"/>
                  <a:gd name="connsiteY45" fmla="*/ 891024 h 891736"/>
                  <a:gd name="connsiteX46" fmla="*/ 361607 w 1547790"/>
                  <a:gd name="connsiteY46" fmla="*/ 891736 h 891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1547790" h="891736">
                    <a:moveTo>
                      <a:pt x="361607" y="891626"/>
                    </a:moveTo>
                    <a:cubicBezTo>
                      <a:pt x="340480" y="891626"/>
                      <a:pt x="319900" y="883954"/>
                      <a:pt x="303842" y="869814"/>
                    </a:cubicBezTo>
                    <a:cubicBezTo>
                      <a:pt x="284880" y="853126"/>
                      <a:pt x="274001" y="829093"/>
                      <a:pt x="274001" y="803856"/>
                    </a:cubicBezTo>
                    <a:lnTo>
                      <a:pt x="274001" y="65871"/>
                    </a:lnTo>
                    <a:cubicBezTo>
                      <a:pt x="274001" y="53402"/>
                      <a:pt x="268931" y="41893"/>
                      <a:pt x="259724" y="33453"/>
                    </a:cubicBezTo>
                    <a:cubicBezTo>
                      <a:pt x="250489" y="25013"/>
                      <a:pt x="238541" y="20985"/>
                      <a:pt x="226046" y="22109"/>
                    </a:cubicBezTo>
                    <a:cubicBezTo>
                      <a:pt x="200287" y="24410"/>
                      <a:pt x="174063" y="25589"/>
                      <a:pt x="148140" y="25589"/>
                    </a:cubicBezTo>
                    <a:lnTo>
                      <a:pt x="147975" y="25589"/>
                    </a:lnTo>
                    <a:cubicBezTo>
                      <a:pt x="121915" y="25589"/>
                      <a:pt x="95636" y="24410"/>
                      <a:pt x="69877" y="22081"/>
                    </a:cubicBezTo>
                    <a:cubicBezTo>
                      <a:pt x="57381" y="20903"/>
                      <a:pt x="45434" y="24986"/>
                      <a:pt x="36199" y="33426"/>
                    </a:cubicBezTo>
                    <a:cubicBezTo>
                      <a:pt x="26992" y="41838"/>
                      <a:pt x="21922" y="53348"/>
                      <a:pt x="21922" y="65843"/>
                    </a:cubicBezTo>
                    <a:lnTo>
                      <a:pt x="21922" y="104755"/>
                    </a:lnTo>
                    <a:cubicBezTo>
                      <a:pt x="21922" y="110811"/>
                      <a:pt x="17017" y="115716"/>
                      <a:pt x="10961" y="115716"/>
                    </a:cubicBezTo>
                    <a:lnTo>
                      <a:pt x="10961" y="115716"/>
                    </a:lnTo>
                    <a:cubicBezTo>
                      <a:pt x="4905" y="115716"/>
                      <a:pt x="0" y="110811"/>
                      <a:pt x="0" y="104755"/>
                    </a:cubicBezTo>
                    <a:lnTo>
                      <a:pt x="0" y="65843"/>
                    </a:lnTo>
                    <a:cubicBezTo>
                      <a:pt x="0" y="47401"/>
                      <a:pt x="7810" y="29699"/>
                      <a:pt x="21429" y="17258"/>
                    </a:cubicBezTo>
                    <a:cubicBezTo>
                      <a:pt x="35048" y="4790"/>
                      <a:pt x="53435" y="-1403"/>
                      <a:pt x="71877" y="268"/>
                    </a:cubicBezTo>
                    <a:cubicBezTo>
                      <a:pt x="96979" y="2543"/>
                      <a:pt x="122600" y="3694"/>
                      <a:pt x="148003" y="3694"/>
                    </a:cubicBezTo>
                    <a:lnTo>
                      <a:pt x="148167" y="3694"/>
                    </a:lnTo>
                    <a:cubicBezTo>
                      <a:pt x="173460" y="3694"/>
                      <a:pt x="198999" y="2543"/>
                      <a:pt x="224127" y="296"/>
                    </a:cubicBezTo>
                    <a:cubicBezTo>
                      <a:pt x="242542" y="-1376"/>
                      <a:pt x="260930" y="4845"/>
                      <a:pt x="274549" y="17313"/>
                    </a:cubicBezTo>
                    <a:cubicBezTo>
                      <a:pt x="288141" y="29754"/>
                      <a:pt x="295950" y="47456"/>
                      <a:pt x="295950" y="65898"/>
                    </a:cubicBezTo>
                    <a:lnTo>
                      <a:pt x="295950" y="803883"/>
                    </a:lnTo>
                    <a:cubicBezTo>
                      <a:pt x="295950" y="822818"/>
                      <a:pt x="304116" y="840877"/>
                      <a:pt x="318338" y="853400"/>
                    </a:cubicBezTo>
                    <a:cubicBezTo>
                      <a:pt x="332506" y="865841"/>
                      <a:pt x="351304" y="871623"/>
                      <a:pt x="369965" y="869211"/>
                    </a:cubicBezTo>
                    <a:cubicBezTo>
                      <a:pt x="553975" y="845480"/>
                      <a:pt x="731792" y="792346"/>
                      <a:pt x="898456" y="711316"/>
                    </a:cubicBezTo>
                    <a:cubicBezTo>
                      <a:pt x="902045" y="708987"/>
                      <a:pt x="903635" y="709425"/>
                      <a:pt x="933038" y="717317"/>
                    </a:cubicBezTo>
                    <a:lnTo>
                      <a:pt x="1064462" y="752530"/>
                    </a:lnTo>
                    <a:lnTo>
                      <a:pt x="1106799" y="594471"/>
                    </a:lnTo>
                    <a:cubicBezTo>
                      <a:pt x="1107484" y="591922"/>
                      <a:pt x="1109046" y="589703"/>
                      <a:pt x="1111238" y="588223"/>
                    </a:cubicBezTo>
                    <a:cubicBezTo>
                      <a:pt x="1264530" y="484257"/>
                      <a:pt x="1399434" y="356998"/>
                      <a:pt x="1512196" y="209955"/>
                    </a:cubicBezTo>
                    <a:cubicBezTo>
                      <a:pt x="1523815" y="194801"/>
                      <a:pt x="1528337" y="175427"/>
                      <a:pt x="1524610" y="156766"/>
                    </a:cubicBezTo>
                    <a:cubicBezTo>
                      <a:pt x="1520910" y="138214"/>
                      <a:pt x="1509401" y="122156"/>
                      <a:pt x="1493014" y="112702"/>
                    </a:cubicBezTo>
                    <a:lnTo>
                      <a:pt x="1473832" y="101631"/>
                    </a:lnTo>
                    <a:cubicBezTo>
                      <a:pt x="1468598" y="98590"/>
                      <a:pt x="1466790" y="91903"/>
                      <a:pt x="1469831" y="86669"/>
                    </a:cubicBezTo>
                    <a:cubicBezTo>
                      <a:pt x="1472873" y="81435"/>
                      <a:pt x="1479532" y="79627"/>
                      <a:pt x="1484793" y="82669"/>
                    </a:cubicBezTo>
                    <a:lnTo>
                      <a:pt x="1503975" y="93739"/>
                    </a:lnTo>
                    <a:cubicBezTo>
                      <a:pt x="1525815" y="106345"/>
                      <a:pt x="1541188" y="127774"/>
                      <a:pt x="1546094" y="152518"/>
                    </a:cubicBezTo>
                    <a:cubicBezTo>
                      <a:pt x="1551053" y="177373"/>
                      <a:pt x="1545025" y="203186"/>
                      <a:pt x="1529570" y="223327"/>
                    </a:cubicBezTo>
                    <a:cubicBezTo>
                      <a:pt x="1416204" y="371165"/>
                      <a:pt x="1280752" y="499273"/>
                      <a:pt x="1126886" y="604117"/>
                    </a:cubicBezTo>
                    <a:lnTo>
                      <a:pt x="1082767" y="768835"/>
                    </a:lnTo>
                    <a:cubicBezTo>
                      <a:pt x="1082027" y="771657"/>
                      <a:pt x="1080164" y="774041"/>
                      <a:pt x="1077670" y="775493"/>
                    </a:cubicBezTo>
                    <a:cubicBezTo>
                      <a:pt x="1075149" y="776946"/>
                      <a:pt x="1072135" y="777329"/>
                      <a:pt x="1069339" y="776590"/>
                    </a:cubicBezTo>
                    <a:cubicBezTo>
                      <a:pt x="1067832" y="776178"/>
                      <a:pt x="930051" y="739267"/>
                      <a:pt x="904978" y="732553"/>
                    </a:cubicBezTo>
                    <a:cubicBezTo>
                      <a:pt x="737053" y="813803"/>
                      <a:pt x="558003" y="867128"/>
                      <a:pt x="372760" y="891024"/>
                    </a:cubicBezTo>
                    <a:cubicBezTo>
                      <a:pt x="369033" y="891517"/>
                      <a:pt x="365307" y="891736"/>
                      <a:pt x="361607" y="891736"/>
                    </a:cubicBezTo>
                    <a:close/>
                  </a:path>
                </a:pathLst>
              </a:custGeom>
              <a:solidFill>
                <a:srgbClr val="444444"/>
              </a:solidFill>
              <a:ln w="2737" cap="flat">
                <a:solidFill>
                  <a:schemeClr val="bg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aphic 2">
              <a:extLst>
                <a:ext uri="{FF2B5EF4-FFF2-40B4-BE49-F238E27FC236}">
                  <a16:creationId xmlns:a16="http://schemas.microsoft.com/office/drawing/2014/main" id="{F16F527C-659B-307C-E788-0AF6F6634FF7}"/>
                </a:ext>
              </a:extLst>
            </p:cNvPr>
            <p:cNvGrpSpPr/>
            <p:nvPr/>
          </p:nvGrpSpPr>
          <p:grpSpPr>
            <a:xfrm>
              <a:off x="6663938" y="2759739"/>
              <a:ext cx="1186237" cy="1443839"/>
              <a:chOff x="6769233" y="3319263"/>
              <a:chExt cx="1186237" cy="1443839"/>
            </a:xfrm>
            <a:solidFill>
              <a:srgbClr val="444444"/>
            </a:solidFill>
          </p:grpSpPr>
          <p:grpSp>
            <p:nvGrpSpPr>
              <p:cNvPr id="45" name="Graphic 2">
                <a:extLst>
                  <a:ext uri="{FF2B5EF4-FFF2-40B4-BE49-F238E27FC236}">
                    <a16:creationId xmlns:a16="http://schemas.microsoft.com/office/drawing/2014/main" id="{7E327CFA-074E-C861-8163-75D38C75BA3F}"/>
                  </a:ext>
                </a:extLst>
              </p:cNvPr>
              <p:cNvGrpSpPr/>
              <p:nvPr/>
            </p:nvGrpSpPr>
            <p:grpSpPr>
              <a:xfrm>
                <a:off x="7016936" y="3366814"/>
                <a:ext cx="508985" cy="307965"/>
                <a:chOff x="7016936" y="3366814"/>
                <a:chExt cx="508985" cy="307965"/>
              </a:xfrm>
              <a:solidFill>
                <a:srgbClr val="444444"/>
              </a:solidFill>
            </p:grpSpPr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8098B21D-1233-8102-CE81-E2B94C3A222E}"/>
                    </a:ext>
                  </a:extLst>
                </p:cNvPr>
                <p:cNvSpPr/>
                <p:nvPr/>
              </p:nvSpPr>
              <p:spPr>
                <a:xfrm>
                  <a:off x="7494073" y="3366814"/>
                  <a:ext cx="31848" cy="32573"/>
                </a:xfrm>
                <a:custGeom>
                  <a:avLst/>
                  <a:gdLst>
                    <a:gd name="connsiteX0" fmla="*/ 2292 w 31848"/>
                    <a:gd name="connsiteY0" fmla="*/ 24148 h 32573"/>
                    <a:gd name="connsiteX1" fmla="*/ 7690 w 31848"/>
                    <a:gd name="connsiteY1" fmla="*/ 2034 h 32573"/>
                    <a:gd name="connsiteX2" fmla="*/ 29558 w 31848"/>
                    <a:gd name="connsiteY2" fmla="*/ 8419 h 32573"/>
                    <a:gd name="connsiteX3" fmla="*/ 24132 w 31848"/>
                    <a:gd name="connsiteY3" fmla="*/ 30533 h 32573"/>
                    <a:gd name="connsiteX4" fmla="*/ 2292 w 31848"/>
                    <a:gd name="connsiteY4" fmla="*/ 24176 h 325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48" h="32573">
                      <a:moveTo>
                        <a:pt x="2292" y="24148"/>
                      </a:moveTo>
                      <a:cubicBezTo>
                        <a:pt x="-2257" y="16284"/>
                        <a:pt x="182" y="6391"/>
                        <a:pt x="7690" y="2034"/>
                      </a:cubicBezTo>
                      <a:cubicBezTo>
                        <a:pt x="15226" y="-2323"/>
                        <a:pt x="25009" y="554"/>
                        <a:pt x="29558" y="8419"/>
                      </a:cubicBezTo>
                      <a:cubicBezTo>
                        <a:pt x="34107" y="16284"/>
                        <a:pt x="31668" y="26176"/>
                        <a:pt x="24132" y="30533"/>
                      </a:cubicBezTo>
                      <a:cubicBezTo>
                        <a:pt x="16596" y="34890"/>
                        <a:pt x="6814" y="32040"/>
                        <a:pt x="2292" y="24176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9BF13752-6B0F-873B-AECA-617197EAD91C}"/>
                    </a:ext>
                  </a:extLst>
                </p:cNvPr>
                <p:cNvSpPr/>
                <p:nvPr/>
              </p:nvSpPr>
              <p:spPr>
                <a:xfrm>
                  <a:off x="7425896" y="3406158"/>
                  <a:ext cx="31847" cy="32546"/>
                </a:xfrm>
                <a:custGeom>
                  <a:avLst/>
                  <a:gdLst>
                    <a:gd name="connsiteX0" fmla="*/ 2291 w 31847"/>
                    <a:gd name="connsiteY0" fmla="*/ 24155 h 32546"/>
                    <a:gd name="connsiteX1" fmla="*/ 7717 w 31847"/>
                    <a:gd name="connsiteY1" fmla="*/ 2041 h 32546"/>
                    <a:gd name="connsiteX2" fmla="*/ 29557 w 31847"/>
                    <a:gd name="connsiteY2" fmla="*/ 8398 h 32546"/>
                    <a:gd name="connsiteX3" fmla="*/ 24131 w 31847"/>
                    <a:gd name="connsiteY3" fmla="*/ 30512 h 32546"/>
                    <a:gd name="connsiteX4" fmla="*/ 2291 w 31847"/>
                    <a:gd name="connsiteY4" fmla="*/ 24127 h 32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47" h="32546">
                      <a:moveTo>
                        <a:pt x="2291" y="24155"/>
                      </a:moveTo>
                      <a:cubicBezTo>
                        <a:pt x="-2258" y="16290"/>
                        <a:pt x="181" y="6398"/>
                        <a:pt x="7717" y="2041"/>
                      </a:cubicBezTo>
                      <a:cubicBezTo>
                        <a:pt x="15252" y="-2316"/>
                        <a:pt x="25035" y="534"/>
                        <a:pt x="29557" y="8398"/>
                      </a:cubicBezTo>
                      <a:cubicBezTo>
                        <a:pt x="34106" y="16263"/>
                        <a:pt x="31667" y="26155"/>
                        <a:pt x="24131" y="30512"/>
                      </a:cubicBezTo>
                      <a:cubicBezTo>
                        <a:pt x="16595" y="34869"/>
                        <a:pt x="6812" y="31992"/>
                        <a:pt x="2291" y="24127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34994853-3226-2277-D54E-9D719F3EE1C0}"/>
                    </a:ext>
                  </a:extLst>
                </p:cNvPr>
                <p:cNvSpPr/>
                <p:nvPr/>
              </p:nvSpPr>
              <p:spPr>
                <a:xfrm>
                  <a:off x="7357744" y="3445509"/>
                  <a:ext cx="31822" cy="32547"/>
                </a:xfrm>
                <a:custGeom>
                  <a:avLst/>
                  <a:gdLst>
                    <a:gd name="connsiteX0" fmla="*/ 2292 w 31822"/>
                    <a:gd name="connsiteY0" fmla="*/ 24155 h 32547"/>
                    <a:gd name="connsiteX1" fmla="*/ 7690 w 31822"/>
                    <a:gd name="connsiteY1" fmla="*/ 2041 h 32547"/>
                    <a:gd name="connsiteX2" fmla="*/ 29530 w 31822"/>
                    <a:gd name="connsiteY2" fmla="*/ 8398 h 32547"/>
                    <a:gd name="connsiteX3" fmla="*/ 24132 w 31822"/>
                    <a:gd name="connsiteY3" fmla="*/ 30512 h 32547"/>
                    <a:gd name="connsiteX4" fmla="*/ 2292 w 31822"/>
                    <a:gd name="connsiteY4" fmla="*/ 24155 h 325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22" h="32547">
                      <a:moveTo>
                        <a:pt x="2292" y="24155"/>
                      </a:moveTo>
                      <a:cubicBezTo>
                        <a:pt x="-2257" y="16290"/>
                        <a:pt x="182" y="6398"/>
                        <a:pt x="7690" y="2041"/>
                      </a:cubicBezTo>
                      <a:cubicBezTo>
                        <a:pt x="15226" y="-2316"/>
                        <a:pt x="25009" y="534"/>
                        <a:pt x="29530" y="8398"/>
                      </a:cubicBezTo>
                      <a:cubicBezTo>
                        <a:pt x="34079" y="16263"/>
                        <a:pt x="31640" y="26155"/>
                        <a:pt x="24132" y="30512"/>
                      </a:cubicBezTo>
                      <a:cubicBezTo>
                        <a:pt x="16596" y="34869"/>
                        <a:pt x="6814" y="31992"/>
                        <a:pt x="2292" y="24155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4243A860-50D8-1840-DD55-FDF1BCD8B18A}"/>
                    </a:ext>
                  </a:extLst>
                </p:cNvPr>
                <p:cNvSpPr/>
                <p:nvPr/>
              </p:nvSpPr>
              <p:spPr>
                <a:xfrm>
                  <a:off x="7289593" y="3484865"/>
                  <a:ext cx="31822" cy="32547"/>
                </a:xfrm>
                <a:custGeom>
                  <a:avLst/>
                  <a:gdLst>
                    <a:gd name="connsiteX0" fmla="*/ 2292 w 31822"/>
                    <a:gd name="connsiteY0" fmla="*/ 24149 h 32547"/>
                    <a:gd name="connsiteX1" fmla="*/ 7690 w 31822"/>
                    <a:gd name="connsiteY1" fmla="*/ 2035 h 32547"/>
                    <a:gd name="connsiteX2" fmla="*/ 29530 w 31822"/>
                    <a:gd name="connsiteY2" fmla="*/ 8393 h 32547"/>
                    <a:gd name="connsiteX3" fmla="*/ 24132 w 31822"/>
                    <a:gd name="connsiteY3" fmla="*/ 30507 h 32547"/>
                    <a:gd name="connsiteX4" fmla="*/ 2292 w 31822"/>
                    <a:gd name="connsiteY4" fmla="*/ 24149 h 325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22" h="32547">
                      <a:moveTo>
                        <a:pt x="2292" y="24149"/>
                      </a:moveTo>
                      <a:cubicBezTo>
                        <a:pt x="-2257" y="16285"/>
                        <a:pt x="182" y="6392"/>
                        <a:pt x="7690" y="2035"/>
                      </a:cubicBezTo>
                      <a:cubicBezTo>
                        <a:pt x="15226" y="-2322"/>
                        <a:pt x="25009" y="555"/>
                        <a:pt x="29530" y="8393"/>
                      </a:cubicBezTo>
                      <a:cubicBezTo>
                        <a:pt x="34079" y="16257"/>
                        <a:pt x="31640" y="26150"/>
                        <a:pt x="24132" y="30507"/>
                      </a:cubicBezTo>
                      <a:cubicBezTo>
                        <a:pt x="16596" y="34864"/>
                        <a:pt x="6814" y="32014"/>
                        <a:pt x="2292" y="24149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6A12C16A-248C-D839-7C81-1F38780F3CBD}"/>
                    </a:ext>
                  </a:extLst>
                </p:cNvPr>
                <p:cNvSpPr/>
                <p:nvPr/>
              </p:nvSpPr>
              <p:spPr>
                <a:xfrm>
                  <a:off x="7221415" y="3524215"/>
                  <a:ext cx="31822" cy="32541"/>
                </a:xfrm>
                <a:custGeom>
                  <a:avLst/>
                  <a:gdLst>
                    <a:gd name="connsiteX0" fmla="*/ 2292 w 31822"/>
                    <a:gd name="connsiteY0" fmla="*/ 24149 h 32541"/>
                    <a:gd name="connsiteX1" fmla="*/ 7690 w 31822"/>
                    <a:gd name="connsiteY1" fmla="*/ 2035 h 32541"/>
                    <a:gd name="connsiteX2" fmla="*/ 29530 w 31822"/>
                    <a:gd name="connsiteY2" fmla="*/ 8393 h 32541"/>
                    <a:gd name="connsiteX3" fmla="*/ 24132 w 31822"/>
                    <a:gd name="connsiteY3" fmla="*/ 30507 h 32541"/>
                    <a:gd name="connsiteX4" fmla="*/ 2292 w 31822"/>
                    <a:gd name="connsiteY4" fmla="*/ 24149 h 325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22" h="32541">
                      <a:moveTo>
                        <a:pt x="2292" y="24149"/>
                      </a:moveTo>
                      <a:cubicBezTo>
                        <a:pt x="-2257" y="16284"/>
                        <a:pt x="182" y="6392"/>
                        <a:pt x="7690" y="2035"/>
                      </a:cubicBezTo>
                      <a:cubicBezTo>
                        <a:pt x="15226" y="-2322"/>
                        <a:pt x="25009" y="555"/>
                        <a:pt x="29530" y="8393"/>
                      </a:cubicBezTo>
                      <a:cubicBezTo>
                        <a:pt x="34079" y="16257"/>
                        <a:pt x="31640" y="26150"/>
                        <a:pt x="24132" y="30507"/>
                      </a:cubicBezTo>
                      <a:cubicBezTo>
                        <a:pt x="16596" y="34864"/>
                        <a:pt x="6814" y="31986"/>
                        <a:pt x="2292" y="24149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8964CB67-4402-2ACF-3E29-F5D69A45ABA4}"/>
                    </a:ext>
                  </a:extLst>
                </p:cNvPr>
                <p:cNvSpPr/>
                <p:nvPr/>
              </p:nvSpPr>
              <p:spPr>
                <a:xfrm>
                  <a:off x="7153264" y="3563566"/>
                  <a:ext cx="31822" cy="32547"/>
                </a:xfrm>
                <a:custGeom>
                  <a:avLst/>
                  <a:gdLst>
                    <a:gd name="connsiteX0" fmla="*/ 2292 w 31822"/>
                    <a:gd name="connsiteY0" fmla="*/ 24149 h 32547"/>
                    <a:gd name="connsiteX1" fmla="*/ 7690 w 31822"/>
                    <a:gd name="connsiteY1" fmla="*/ 2035 h 32547"/>
                    <a:gd name="connsiteX2" fmla="*/ 29530 w 31822"/>
                    <a:gd name="connsiteY2" fmla="*/ 8393 h 32547"/>
                    <a:gd name="connsiteX3" fmla="*/ 24132 w 31822"/>
                    <a:gd name="connsiteY3" fmla="*/ 30507 h 32547"/>
                    <a:gd name="connsiteX4" fmla="*/ 2292 w 31822"/>
                    <a:gd name="connsiteY4" fmla="*/ 24149 h 325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22" h="32547">
                      <a:moveTo>
                        <a:pt x="2292" y="24149"/>
                      </a:moveTo>
                      <a:cubicBezTo>
                        <a:pt x="-2257" y="16285"/>
                        <a:pt x="182" y="6392"/>
                        <a:pt x="7690" y="2035"/>
                      </a:cubicBezTo>
                      <a:cubicBezTo>
                        <a:pt x="15226" y="-2322"/>
                        <a:pt x="25009" y="555"/>
                        <a:pt x="29530" y="8393"/>
                      </a:cubicBezTo>
                      <a:cubicBezTo>
                        <a:pt x="34079" y="16257"/>
                        <a:pt x="31640" y="26150"/>
                        <a:pt x="24132" y="30507"/>
                      </a:cubicBezTo>
                      <a:cubicBezTo>
                        <a:pt x="16596" y="34864"/>
                        <a:pt x="6814" y="32014"/>
                        <a:pt x="2292" y="24149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A2CADA30-64CF-66C8-71B9-92F9B2920E7C}"/>
                    </a:ext>
                  </a:extLst>
                </p:cNvPr>
                <p:cNvSpPr/>
                <p:nvPr/>
              </p:nvSpPr>
              <p:spPr>
                <a:xfrm>
                  <a:off x="7085087" y="3602889"/>
                  <a:ext cx="31847" cy="32573"/>
                </a:xfrm>
                <a:custGeom>
                  <a:avLst/>
                  <a:gdLst>
                    <a:gd name="connsiteX0" fmla="*/ 2291 w 31847"/>
                    <a:gd name="connsiteY0" fmla="*/ 24148 h 32573"/>
                    <a:gd name="connsiteX1" fmla="*/ 7717 w 31847"/>
                    <a:gd name="connsiteY1" fmla="*/ 2034 h 32573"/>
                    <a:gd name="connsiteX2" fmla="*/ 29557 w 31847"/>
                    <a:gd name="connsiteY2" fmla="*/ 8419 h 32573"/>
                    <a:gd name="connsiteX3" fmla="*/ 24131 w 31847"/>
                    <a:gd name="connsiteY3" fmla="*/ 30533 h 32573"/>
                    <a:gd name="connsiteX4" fmla="*/ 2291 w 31847"/>
                    <a:gd name="connsiteY4" fmla="*/ 24176 h 325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47" h="32573">
                      <a:moveTo>
                        <a:pt x="2291" y="24148"/>
                      </a:moveTo>
                      <a:cubicBezTo>
                        <a:pt x="-2258" y="16284"/>
                        <a:pt x="181" y="6391"/>
                        <a:pt x="7717" y="2034"/>
                      </a:cubicBezTo>
                      <a:cubicBezTo>
                        <a:pt x="15252" y="-2323"/>
                        <a:pt x="25035" y="554"/>
                        <a:pt x="29557" y="8419"/>
                      </a:cubicBezTo>
                      <a:cubicBezTo>
                        <a:pt x="34106" y="16284"/>
                        <a:pt x="31667" y="26176"/>
                        <a:pt x="24131" y="30533"/>
                      </a:cubicBezTo>
                      <a:cubicBezTo>
                        <a:pt x="16595" y="34890"/>
                        <a:pt x="6812" y="32040"/>
                        <a:pt x="2291" y="24176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26EDB35D-E992-DCD3-19DE-BEFA556889B1}"/>
                    </a:ext>
                  </a:extLst>
                </p:cNvPr>
                <p:cNvSpPr/>
                <p:nvPr/>
              </p:nvSpPr>
              <p:spPr>
                <a:xfrm>
                  <a:off x="7016936" y="3642233"/>
                  <a:ext cx="31848" cy="32546"/>
                </a:xfrm>
                <a:custGeom>
                  <a:avLst/>
                  <a:gdLst>
                    <a:gd name="connsiteX0" fmla="*/ 2291 w 31848"/>
                    <a:gd name="connsiteY0" fmla="*/ 24155 h 32546"/>
                    <a:gd name="connsiteX1" fmla="*/ 7717 w 31848"/>
                    <a:gd name="connsiteY1" fmla="*/ 2041 h 32546"/>
                    <a:gd name="connsiteX2" fmla="*/ 29557 w 31848"/>
                    <a:gd name="connsiteY2" fmla="*/ 8398 h 32546"/>
                    <a:gd name="connsiteX3" fmla="*/ 24158 w 31848"/>
                    <a:gd name="connsiteY3" fmla="*/ 30512 h 32546"/>
                    <a:gd name="connsiteX4" fmla="*/ 2291 w 31848"/>
                    <a:gd name="connsiteY4" fmla="*/ 24127 h 32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48" h="32546">
                      <a:moveTo>
                        <a:pt x="2291" y="24155"/>
                      </a:moveTo>
                      <a:cubicBezTo>
                        <a:pt x="-2258" y="16290"/>
                        <a:pt x="181" y="6398"/>
                        <a:pt x="7717" y="2041"/>
                      </a:cubicBezTo>
                      <a:cubicBezTo>
                        <a:pt x="15252" y="-2316"/>
                        <a:pt x="25035" y="534"/>
                        <a:pt x="29557" y="8398"/>
                      </a:cubicBezTo>
                      <a:cubicBezTo>
                        <a:pt x="34106" y="16263"/>
                        <a:pt x="31667" y="26155"/>
                        <a:pt x="24158" y="30512"/>
                      </a:cubicBezTo>
                      <a:cubicBezTo>
                        <a:pt x="16623" y="34869"/>
                        <a:pt x="6840" y="31992"/>
                        <a:pt x="2291" y="24127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F6CCE25-D6C0-B7E0-7828-51E7FDDFF707}"/>
                  </a:ext>
                </a:extLst>
              </p:cNvPr>
              <p:cNvSpPr/>
              <p:nvPr/>
            </p:nvSpPr>
            <p:spPr>
              <a:xfrm>
                <a:off x="6769233" y="3319263"/>
                <a:ext cx="1186237" cy="1443839"/>
              </a:xfrm>
              <a:custGeom>
                <a:avLst/>
                <a:gdLst>
                  <a:gd name="connsiteX0" fmla="*/ 852993 w 1186237"/>
                  <a:gd name="connsiteY0" fmla="*/ 1443840 h 1443839"/>
                  <a:gd name="connsiteX1" fmla="*/ 809066 w 1186237"/>
                  <a:gd name="connsiteY1" fmla="*/ 1432084 h 1443839"/>
                  <a:gd name="connsiteX2" fmla="*/ 169950 w 1186237"/>
                  <a:gd name="connsiteY2" fmla="*/ 1063105 h 1443839"/>
                  <a:gd name="connsiteX3" fmla="*/ 134738 w 1186237"/>
                  <a:gd name="connsiteY3" fmla="*/ 1059269 h 1443839"/>
                  <a:gd name="connsiteX4" fmla="*/ 108075 w 1186237"/>
                  <a:gd name="connsiteY4" fmla="*/ 1082753 h 1443839"/>
                  <a:gd name="connsiteX5" fmla="*/ 72040 w 1186237"/>
                  <a:gd name="connsiteY5" fmla="*/ 1152109 h 1443839"/>
                  <a:gd name="connsiteX6" fmla="*/ 29977 w 1186237"/>
                  <a:gd name="connsiteY6" fmla="*/ 1217986 h 1443839"/>
                  <a:gd name="connsiteX7" fmla="*/ 22962 w 1186237"/>
                  <a:gd name="connsiteY7" fmla="*/ 1252815 h 1443839"/>
                  <a:gd name="connsiteX8" fmla="*/ 43870 w 1186237"/>
                  <a:gd name="connsiteY8" fmla="*/ 1281396 h 1443839"/>
                  <a:gd name="connsiteX9" fmla="*/ 77548 w 1186237"/>
                  <a:gd name="connsiteY9" fmla="*/ 1300852 h 1443839"/>
                  <a:gd name="connsiteX10" fmla="*/ 81549 w 1186237"/>
                  <a:gd name="connsiteY10" fmla="*/ 1315814 h 1443839"/>
                  <a:gd name="connsiteX11" fmla="*/ 66587 w 1186237"/>
                  <a:gd name="connsiteY11" fmla="*/ 1319814 h 1443839"/>
                  <a:gd name="connsiteX12" fmla="*/ 32909 w 1186237"/>
                  <a:gd name="connsiteY12" fmla="*/ 1300359 h 1443839"/>
                  <a:gd name="connsiteX13" fmla="*/ 1533 w 1186237"/>
                  <a:gd name="connsiteY13" fmla="*/ 1257501 h 1443839"/>
                  <a:gd name="connsiteX14" fmla="*/ 12056 w 1186237"/>
                  <a:gd name="connsiteY14" fmla="*/ 1205326 h 1443839"/>
                  <a:gd name="connsiteX15" fmla="*/ 53077 w 1186237"/>
                  <a:gd name="connsiteY15" fmla="*/ 1141093 h 1443839"/>
                  <a:gd name="connsiteX16" fmla="*/ 88208 w 1186237"/>
                  <a:gd name="connsiteY16" fmla="*/ 1073463 h 1443839"/>
                  <a:gd name="connsiteX17" fmla="*/ 128134 w 1186237"/>
                  <a:gd name="connsiteY17" fmla="*/ 1038306 h 1443839"/>
                  <a:gd name="connsiteX18" fmla="*/ 180912 w 1186237"/>
                  <a:gd name="connsiteY18" fmla="*/ 1044060 h 1443839"/>
                  <a:gd name="connsiteX19" fmla="*/ 820027 w 1186237"/>
                  <a:gd name="connsiteY19" fmla="*/ 1413039 h 1443839"/>
                  <a:gd name="connsiteX20" fmla="*/ 874093 w 1186237"/>
                  <a:gd name="connsiteY20" fmla="*/ 1418382 h 1443839"/>
                  <a:gd name="connsiteX21" fmla="*/ 913608 w 1186237"/>
                  <a:gd name="connsiteY21" fmla="*/ 1381553 h 1443839"/>
                  <a:gd name="connsiteX22" fmla="*/ 1041113 w 1186237"/>
                  <a:gd name="connsiteY22" fmla="*/ 844595 h 1443839"/>
                  <a:gd name="connsiteX23" fmla="*/ 1063583 w 1186237"/>
                  <a:gd name="connsiteY23" fmla="*/ 817987 h 1443839"/>
                  <a:gd name="connsiteX24" fmla="*/ 1159795 w 1186237"/>
                  <a:gd name="connsiteY24" fmla="*/ 721776 h 1443839"/>
                  <a:gd name="connsiteX25" fmla="*/ 1044072 w 1186237"/>
                  <a:gd name="connsiteY25" fmla="*/ 606081 h 1443839"/>
                  <a:gd name="connsiteX26" fmla="*/ 1040894 w 1186237"/>
                  <a:gd name="connsiteY26" fmla="*/ 599121 h 1443839"/>
                  <a:gd name="connsiteX27" fmla="*/ 913772 w 1186237"/>
                  <a:gd name="connsiteY27" fmla="*/ 62739 h 1443839"/>
                  <a:gd name="connsiteX28" fmla="*/ 873901 w 1186237"/>
                  <a:gd name="connsiteY28" fmla="*/ 25389 h 1443839"/>
                  <a:gd name="connsiteX29" fmla="*/ 819945 w 1186237"/>
                  <a:gd name="connsiteY29" fmla="*/ 30705 h 1443839"/>
                  <a:gd name="connsiteX30" fmla="*/ 800763 w 1186237"/>
                  <a:gd name="connsiteY30" fmla="*/ 41776 h 1443839"/>
                  <a:gd name="connsiteX31" fmla="*/ 785801 w 1186237"/>
                  <a:gd name="connsiteY31" fmla="*/ 37775 h 1443839"/>
                  <a:gd name="connsiteX32" fmla="*/ 789802 w 1186237"/>
                  <a:gd name="connsiteY32" fmla="*/ 22813 h 1443839"/>
                  <a:gd name="connsiteX33" fmla="*/ 808984 w 1186237"/>
                  <a:gd name="connsiteY33" fmla="*/ 11742 h 1443839"/>
                  <a:gd name="connsiteX34" fmla="*/ 880944 w 1186237"/>
                  <a:gd name="connsiteY34" fmla="*/ 4645 h 1443839"/>
                  <a:gd name="connsiteX35" fmla="*/ 934023 w 1186237"/>
                  <a:gd name="connsiteY35" fmla="*/ 54381 h 1443839"/>
                  <a:gd name="connsiteX36" fmla="*/ 1062460 w 1186237"/>
                  <a:gd name="connsiteY36" fmla="*/ 593503 h 1443839"/>
                  <a:gd name="connsiteX37" fmla="*/ 1183032 w 1186237"/>
                  <a:gd name="connsiteY37" fmla="*/ 714076 h 1443839"/>
                  <a:gd name="connsiteX38" fmla="*/ 1186238 w 1186237"/>
                  <a:gd name="connsiteY38" fmla="*/ 721831 h 1443839"/>
                  <a:gd name="connsiteX39" fmla="*/ 1183032 w 1186237"/>
                  <a:gd name="connsiteY39" fmla="*/ 729586 h 1443839"/>
                  <a:gd name="connsiteX40" fmla="*/ 1062706 w 1186237"/>
                  <a:gd name="connsiteY40" fmla="*/ 849911 h 1443839"/>
                  <a:gd name="connsiteX41" fmla="*/ 933831 w 1186237"/>
                  <a:gd name="connsiteY41" fmla="*/ 1390075 h 1443839"/>
                  <a:gd name="connsiteX42" fmla="*/ 881108 w 1186237"/>
                  <a:gd name="connsiteY42" fmla="*/ 1439208 h 1443839"/>
                  <a:gd name="connsiteX43" fmla="*/ 852965 w 1186237"/>
                  <a:gd name="connsiteY43" fmla="*/ 1443840 h 144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186237" h="1443839">
                    <a:moveTo>
                      <a:pt x="852993" y="1443840"/>
                    </a:moveTo>
                    <a:cubicBezTo>
                      <a:pt x="837729" y="1443840"/>
                      <a:pt x="822576" y="1439866"/>
                      <a:pt x="809066" y="1432084"/>
                    </a:cubicBezTo>
                    <a:lnTo>
                      <a:pt x="169950" y="1063105"/>
                    </a:lnTo>
                    <a:cubicBezTo>
                      <a:pt x="159126" y="1056857"/>
                      <a:pt x="146631" y="1055487"/>
                      <a:pt x="134738" y="1059269"/>
                    </a:cubicBezTo>
                    <a:cubicBezTo>
                      <a:pt x="122818" y="1063050"/>
                      <a:pt x="113364" y="1071381"/>
                      <a:pt x="108075" y="1082753"/>
                    </a:cubicBezTo>
                    <a:cubicBezTo>
                      <a:pt x="97169" y="1106264"/>
                      <a:pt x="85057" y="1129612"/>
                      <a:pt x="72040" y="1152109"/>
                    </a:cubicBezTo>
                    <a:cubicBezTo>
                      <a:pt x="58997" y="1174689"/>
                      <a:pt x="44857" y="1196831"/>
                      <a:pt x="29977" y="1217986"/>
                    </a:cubicBezTo>
                    <a:cubicBezTo>
                      <a:pt x="22770" y="1228234"/>
                      <a:pt x="20276" y="1240593"/>
                      <a:pt x="22962" y="1252815"/>
                    </a:cubicBezTo>
                    <a:cubicBezTo>
                      <a:pt x="25647" y="1265009"/>
                      <a:pt x="33073" y="1275148"/>
                      <a:pt x="43870" y="1281396"/>
                    </a:cubicBezTo>
                    <a:lnTo>
                      <a:pt x="77548" y="1300852"/>
                    </a:lnTo>
                    <a:cubicBezTo>
                      <a:pt x="82782" y="1303893"/>
                      <a:pt x="84591" y="1310580"/>
                      <a:pt x="81549" y="1315814"/>
                    </a:cubicBezTo>
                    <a:cubicBezTo>
                      <a:pt x="78507" y="1321048"/>
                      <a:pt x="71821" y="1322856"/>
                      <a:pt x="66587" y="1319814"/>
                    </a:cubicBezTo>
                    <a:lnTo>
                      <a:pt x="32909" y="1300359"/>
                    </a:lnTo>
                    <a:cubicBezTo>
                      <a:pt x="16933" y="1291124"/>
                      <a:pt x="5506" y="1275504"/>
                      <a:pt x="1533" y="1257501"/>
                    </a:cubicBezTo>
                    <a:cubicBezTo>
                      <a:pt x="-2441" y="1239469"/>
                      <a:pt x="1396" y="1220452"/>
                      <a:pt x="12056" y="1205326"/>
                    </a:cubicBezTo>
                    <a:cubicBezTo>
                      <a:pt x="26552" y="1184719"/>
                      <a:pt x="40363" y="1163098"/>
                      <a:pt x="53077" y="1141093"/>
                    </a:cubicBezTo>
                    <a:cubicBezTo>
                      <a:pt x="65765" y="1119144"/>
                      <a:pt x="77576" y="1096400"/>
                      <a:pt x="88208" y="1073463"/>
                    </a:cubicBezTo>
                    <a:cubicBezTo>
                      <a:pt x="95990" y="1056693"/>
                      <a:pt x="110541" y="1043868"/>
                      <a:pt x="128134" y="1038306"/>
                    </a:cubicBezTo>
                    <a:cubicBezTo>
                      <a:pt x="145699" y="1032715"/>
                      <a:pt x="164936" y="1034825"/>
                      <a:pt x="180912" y="1044060"/>
                    </a:cubicBezTo>
                    <a:lnTo>
                      <a:pt x="820027" y="1413039"/>
                    </a:lnTo>
                    <a:cubicBezTo>
                      <a:pt x="836442" y="1422520"/>
                      <a:pt x="856144" y="1424466"/>
                      <a:pt x="874093" y="1418382"/>
                    </a:cubicBezTo>
                    <a:cubicBezTo>
                      <a:pt x="891960" y="1412354"/>
                      <a:pt x="906373" y="1398926"/>
                      <a:pt x="913608" y="1381553"/>
                    </a:cubicBezTo>
                    <a:cubicBezTo>
                      <a:pt x="985102" y="1210231"/>
                      <a:pt x="1027987" y="1029564"/>
                      <a:pt x="1041113" y="844595"/>
                    </a:cubicBezTo>
                    <a:cubicBezTo>
                      <a:pt x="1041113" y="840430"/>
                      <a:pt x="1041798" y="839772"/>
                      <a:pt x="1063583" y="817987"/>
                    </a:cubicBezTo>
                    <a:lnTo>
                      <a:pt x="1159795" y="721776"/>
                    </a:lnTo>
                    <a:lnTo>
                      <a:pt x="1044072" y="606081"/>
                    </a:lnTo>
                    <a:cubicBezTo>
                      <a:pt x="1042209" y="604218"/>
                      <a:pt x="1041085" y="601752"/>
                      <a:pt x="1040894" y="599121"/>
                    </a:cubicBezTo>
                    <a:cubicBezTo>
                      <a:pt x="1027521" y="414371"/>
                      <a:pt x="984745" y="233897"/>
                      <a:pt x="913772" y="62739"/>
                    </a:cubicBezTo>
                    <a:cubicBezTo>
                      <a:pt x="906455" y="45119"/>
                      <a:pt x="891932" y="31499"/>
                      <a:pt x="873901" y="25389"/>
                    </a:cubicBezTo>
                    <a:cubicBezTo>
                      <a:pt x="856007" y="19333"/>
                      <a:pt x="836332" y="21251"/>
                      <a:pt x="819945" y="30705"/>
                    </a:cubicBezTo>
                    <a:lnTo>
                      <a:pt x="800763" y="41776"/>
                    </a:lnTo>
                    <a:cubicBezTo>
                      <a:pt x="795502" y="44817"/>
                      <a:pt x="788815" y="43009"/>
                      <a:pt x="785801" y="37775"/>
                    </a:cubicBezTo>
                    <a:cubicBezTo>
                      <a:pt x="782787" y="32541"/>
                      <a:pt x="784568" y="25827"/>
                      <a:pt x="789802" y="22813"/>
                    </a:cubicBezTo>
                    <a:lnTo>
                      <a:pt x="808984" y="11742"/>
                    </a:lnTo>
                    <a:cubicBezTo>
                      <a:pt x="830824" y="-863"/>
                      <a:pt x="857048" y="-3467"/>
                      <a:pt x="880944" y="4645"/>
                    </a:cubicBezTo>
                    <a:cubicBezTo>
                      <a:pt x="904949" y="12783"/>
                      <a:pt x="924295" y="30924"/>
                      <a:pt x="934023" y="54381"/>
                    </a:cubicBezTo>
                    <a:cubicBezTo>
                      <a:pt x="1005380" y="226470"/>
                      <a:pt x="1048566" y="407849"/>
                      <a:pt x="1062460" y="593503"/>
                    </a:cubicBezTo>
                    <a:lnTo>
                      <a:pt x="1183032" y="714076"/>
                    </a:lnTo>
                    <a:cubicBezTo>
                      <a:pt x="1185087" y="716131"/>
                      <a:pt x="1186238" y="718926"/>
                      <a:pt x="1186238" y="721831"/>
                    </a:cubicBezTo>
                    <a:cubicBezTo>
                      <a:pt x="1186238" y="724735"/>
                      <a:pt x="1185087" y="727531"/>
                      <a:pt x="1183032" y="729586"/>
                    </a:cubicBezTo>
                    <a:cubicBezTo>
                      <a:pt x="1181909" y="730709"/>
                      <a:pt x="1081066" y="831551"/>
                      <a:pt x="1062706" y="849911"/>
                    </a:cubicBezTo>
                    <a:cubicBezTo>
                      <a:pt x="1049115" y="1035976"/>
                      <a:pt x="1005763" y="1217684"/>
                      <a:pt x="933831" y="1390075"/>
                    </a:cubicBezTo>
                    <a:cubicBezTo>
                      <a:pt x="924158" y="1413258"/>
                      <a:pt x="904949" y="1431152"/>
                      <a:pt x="881108" y="1439208"/>
                    </a:cubicBezTo>
                    <a:cubicBezTo>
                      <a:pt x="871955" y="1442305"/>
                      <a:pt x="862447" y="1443840"/>
                      <a:pt x="852965" y="1443840"/>
                    </a:cubicBezTo>
                    <a:close/>
                  </a:path>
                </a:pathLst>
              </a:custGeom>
              <a:solidFill>
                <a:srgbClr val="444444"/>
              </a:solidFill>
              <a:ln w="2737" cap="flat">
                <a:solidFill>
                  <a:schemeClr val="bg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aphic 2">
              <a:extLst>
                <a:ext uri="{FF2B5EF4-FFF2-40B4-BE49-F238E27FC236}">
                  <a16:creationId xmlns:a16="http://schemas.microsoft.com/office/drawing/2014/main" id="{A0D2AB10-77D1-DC8D-FBC1-6BF396580F3E}"/>
                </a:ext>
              </a:extLst>
            </p:cNvPr>
            <p:cNvGrpSpPr/>
            <p:nvPr/>
          </p:nvGrpSpPr>
          <p:grpSpPr>
            <a:xfrm>
              <a:off x="6111359" y="1755288"/>
              <a:ext cx="1279496" cy="1412930"/>
              <a:chOff x="6216654" y="2314812"/>
              <a:chExt cx="1279496" cy="1412930"/>
            </a:xfrm>
            <a:solidFill>
              <a:srgbClr val="444444"/>
            </a:solidFill>
          </p:grpSpPr>
          <p:grpSp>
            <p:nvGrpSpPr>
              <p:cNvPr id="35" name="Graphic 2">
                <a:extLst>
                  <a:ext uri="{FF2B5EF4-FFF2-40B4-BE49-F238E27FC236}">
                    <a16:creationId xmlns:a16="http://schemas.microsoft.com/office/drawing/2014/main" id="{52C5C259-D363-BC90-F5A4-20D8D0E35C47}"/>
                  </a:ext>
                </a:extLst>
              </p:cNvPr>
              <p:cNvGrpSpPr/>
              <p:nvPr/>
            </p:nvGrpSpPr>
            <p:grpSpPr>
              <a:xfrm>
                <a:off x="6216654" y="2471955"/>
                <a:ext cx="32910" cy="582391"/>
                <a:chOff x="6216654" y="2471955"/>
                <a:chExt cx="32910" cy="582391"/>
              </a:xfrm>
              <a:solidFill>
                <a:srgbClr val="444444"/>
              </a:solidFill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EAAFE7D-5D1C-FCEE-A0D2-FD5E8A2B5651}"/>
                    </a:ext>
                  </a:extLst>
                </p:cNvPr>
                <p:cNvSpPr/>
                <p:nvPr/>
              </p:nvSpPr>
              <p:spPr>
                <a:xfrm>
                  <a:off x="6216681" y="2471955"/>
                  <a:ext cx="32883" cy="31458"/>
                </a:xfrm>
                <a:custGeom>
                  <a:avLst/>
                  <a:gdLst>
                    <a:gd name="connsiteX0" fmla="*/ 16442 w 32883"/>
                    <a:gd name="connsiteY0" fmla="*/ 31458 h 31458"/>
                    <a:gd name="connsiteX1" fmla="*/ 0 w 32883"/>
                    <a:gd name="connsiteY1" fmla="*/ 15729 h 31458"/>
                    <a:gd name="connsiteX2" fmla="*/ 16442 w 32883"/>
                    <a:gd name="connsiteY2" fmla="*/ 0 h 31458"/>
                    <a:gd name="connsiteX3" fmla="*/ 32883 w 32883"/>
                    <a:gd name="connsiteY3" fmla="*/ 15729 h 31458"/>
                    <a:gd name="connsiteX4" fmla="*/ 16442 w 32883"/>
                    <a:gd name="connsiteY4" fmla="*/ 31458 h 31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58">
                      <a:moveTo>
                        <a:pt x="16442" y="31458"/>
                      </a:moveTo>
                      <a:cubicBezTo>
                        <a:pt x="7371" y="31458"/>
                        <a:pt x="0" y="24416"/>
                        <a:pt x="0" y="15729"/>
                      </a:cubicBezTo>
                      <a:cubicBezTo>
                        <a:pt x="0" y="7043"/>
                        <a:pt x="7371" y="0"/>
                        <a:pt x="16442" y="0"/>
                      </a:cubicBezTo>
                      <a:cubicBezTo>
                        <a:pt x="25512" y="0"/>
                        <a:pt x="32883" y="7043"/>
                        <a:pt x="32883" y="15729"/>
                      </a:cubicBezTo>
                      <a:cubicBezTo>
                        <a:pt x="32883" y="24416"/>
                        <a:pt x="25512" y="31458"/>
                        <a:pt x="16442" y="3145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900DADEC-A358-B7B7-595C-A0588D67FACD}"/>
                    </a:ext>
                  </a:extLst>
                </p:cNvPr>
                <p:cNvSpPr/>
                <p:nvPr/>
              </p:nvSpPr>
              <p:spPr>
                <a:xfrm>
                  <a:off x="6216681" y="2550656"/>
                  <a:ext cx="32883" cy="31458"/>
                </a:xfrm>
                <a:custGeom>
                  <a:avLst/>
                  <a:gdLst>
                    <a:gd name="connsiteX0" fmla="*/ 16442 w 32883"/>
                    <a:gd name="connsiteY0" fmla="*/ 31458 h 31458"/>
                    <a:gd name="connsiteX1" fmla="*/ 0 w 32883"/>
                    <a:gd name="connsiteY1" fmla="*/ 15729 h 31458"/>
                    <a:gd name="connsiteX2" fmla="*/ 16442 w 32883"/>
                    <a:gd name="connsiteY2" fmla="*/ 0 h 31458"/>
                    <a:gd name="connsiteX3" fmla="*/ 32883 w 32883"/>
                    <a:gd name="connsiteY3" fmla="*/ 15729 h 31458"/>
                    <a:gd name="connsiteX4" fmla="*/ 16442 w 32883"/>
                    <a:gd name="connsiteY4" fmla="*/ 31458 h 31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58">
                      <a:moveTo>
                        <a:pt x="16442" y="31458"/>
                      </a:moveTo>
                      <a:cubicBezTo>
                        <a:pt x="7371" y="31458"/>
                        <a:pt x="0" y="24416"/>
                        <a:pt x="0" y="15729"/>
                      </a:cubicBezTo>
                      <a:cubicBezTo>
                        <a:pt x="0" y="7043"/>
                        <a:pt x="7371" y="0"/>
                        <a:pt x="16442" y="0"/>
                      </a:cubicBezTo>
                      <a:cubicBezTo>
                        <a:pt x="25512" y="0"/>
                        <a:pt x="32883" y="7043"/>
                        <a:pt x="32883" y="15729"/>
                      </a:cubicBezTo>
                      <a:cubicBezTo>
                        <a:pt x="32883" y="24416"/>
                        <a:pt x="25512" y="31458"/>
                        <a:pt x="16442" y="3145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9DD3E184-E2BF-67F7-3FB1-ABD51D0E1007}"/>
                    </a:ext>
                  </a:extLst>
                </p:cNvPr>
                <p:cNvSpPr/>
                <p:nvPr/>
              </p:nvSpPr>
              <p:spPr>
                <a:xfrm>
                  <a:off x="6216681" y="2629384"/>
                  <a:ext cx="32883" cy="31458"/>
                </a:xfrm>
                <a:custGeom>
                  <a:avLst/>
                  <a:gdLst>
                    <a:gd name="connsiteX0" fmla="*/ 16442 w 32883"/>
                    <a:gd name="connsiteY0" fmla="*/ 31458 h 31458"/>
                    <a:gd name="connsiteX1" fmla="*/ 0 w 32883"/>
                    <a:gd name="connsiteY1" fmla="*/ 15729 h 31458"/>
                    <a:gd name="connsiteX2" fmla="*/ 16442 w 32883"/>
                    <a:gd name="connsiteY2" fmla="*/ 0 h 31458"/>
                    <a:gd name="connsiteX3" fmla="*/ 32883 w 32883"/>
                    <a:gd name="connsiteY3" fmla="*/ 15729 h 31458"/>
                    <a:gd name="connsiteX4" fmla="*/ 16442 w 32883"/>
                    <a:gd name="connsiteY4" fmla="*/ 31458 h 31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58">
                      <a:moveTo>
                        <a:pt x="16442" y="31458"/>
                      </a:moveTo>
                      <a:cubicBezTo>
                        <a:pt x="7371" y="31458"/>
                        <a:pt x="0" y="24416"/>
                        <a:pt x="0" y="15729"/>
                      </a:cubicBezTo>
                      <a:cubicBezTo>
                        <a:pt x="0" y="7043"/>
                        <a:pt x="7371" y="0"/>
                        <a:pt x="16442" y="0"/>
                      </a:cubicBezTo>
                      <a:cubicBezTo>
                        <a:pt x="25512" y="0"/>
                        <a:pt x="32883" y="7043"/>
                        <a:pt x="32883" y="15729"/>
                      </a:cubicBezTo>
                      <a:cubicBezTo>
                        <a:pt x="32883" y="24416"/>
                        <a:pt x="25512" y="31458"/>
                        <a:pt x="16442" y="3145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C30831C0-561F-BAC0-DC59-87AD84725D45}"/>
                    </a:ext>
                  </a:extLst>
                </p:cNvPr>
                <p:cNvSpPr/>
                <p:nvPr/>
              </p:nvSpPr>
              <p:spPr>
                <a:xfrm>
                  <a:off x="6216681" y="2708085"/>
                  <a:ext cx="32883" cy="31485"/>
                </a:xfrm>
                <a:custGeom>
                  <a:avLst/>
                  <a:gdLst>
                    <a:gd name="connsiteX0" fmla="*/ 16442 w 32883"/>
                    <a:gd name="connsiteY0" fmla="*/ 31458 h 31485"/>
                    <a:gd name="connsiteX1" fmla="*/ 0 w 32883"/>
                    <a:gd name="connsiteY1" fmla="*/ 15729 h 31485"/>
                    <a:gd name="connsiteX2" fmla="*/ 16442 w 32883"/>
                    <a:gd name="connsiteY2" fmla="*/ 0 h 31485"/>
                    <a:gd name="connsiteX3" fmla="*/ 32883 w 32883"/>
                    <a:gd name="connsiteY3" fmla="*/ 15757 h 31485"/>
                    <a:gd name="connsiteX4" fmla="*/ 16442 w 32883"/>
                    <a:gd name="connsiteY4" fmla="*/ 31486 h 31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85">
                      <a:moveTo>
                        <a:pt x="16442" y="31458"/>
                      </a:moveTo>
                      <a:cubicBezTo>
                        <a:pt x="7371" y="31458"/>
                        <a:pt x="0" y="24416"/>
                        <a:pt x="0" y="15729"/>
                      </a:cubicBezTo>
                      <a:cubicBezTo>
                        <a:pt x="0" y="7043"/>
                        <a:pt x="7371" y="0"/>
                        <a:pt x="16442" y="0"/>
                      </a:cubicBezTo>
                      <a:cubicBezTo>
                        <a:pt x="25512" y="0"/>
                        <a:pt x="32883" y="7043"/>
                        <a:pt x="32883" y="15757"/>
                      </a:cubicBezTo>
                      <a:cubicBezTo>
                        <a:pt x="32883" y="24471"/>
                        <a:pt x="25512" y="31486"/>
                        <a:pt x="16442" y="31486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3E16C6CD-9BAC-4BAB-7064-AD4700F6BF7C}"/>
                    </a:ext>
                  </a:extLst>
                </p:cNvPr>
                <p:cNvSpPr/>
                <p:nvPr/>
              </p:nvSpPr>
              <p:spPr>
                <a:xfrm>
                  <a:off x="6216681" y="2786758"/>
                  <a:ext cx="32883" cy="31485"/>
                </a:xfrm>
                <a:custGeom>
                  <a:avLst/>
                  <a:gdLst>
                    <a:gd name="connsiteX0" fmla="*/ 16442 w 32883"/>
                    <a:gd name="connsiteY0" fmla="*/ 31486 h 31485"/>
                    <a:gd name="connsiteX1" fmla="*/ 0 w 32883"/>
                    <a:gd name="connsiteY1" fmla="*/ 15729 h 31485"/>
                    <a:gd name="connsiteX2" fmla="*/ 16442 w 32883"/>
                    <a:gd name="connsiteY2" fmla="*/ 0 h 31485"/>
                    <a:gd name="connsiteX3" fmla="*/ 32883 w 32883"/>
                    <a:gd name="connsiteY3" fmla="*/ 15757 h 31485"/>
                    <a:gd name="connsiteX4" fmla="*/ 16442 w 32883"/>
                    <a:gd name="connsiteY4" fmla="*/ 31486 h 31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85">
                      <a:moveTo>
                        <a:pt x="16442" y="31486"/>
                      </a:moveTo>
                      <a:cubicBezTo>
                        <a:pt x="7371" y="31486"/>
                        <a:pt x="0" y="24443"/>
                        <a:pt x="0" y="15729"/>
                      </a:cubicBezTo>
                      <a:cubicBezTo>
                        <a:pt x="0" y="7015"/>
                        <a:pt x="7371" y="0"/>
                        <a:pt x="16442" y="0"/>
                      </a:cubicBezTo>
                      <a:cubicBezTo>
                        <a:pt x="25512" y="0"/>
                        <a:pt x="32883" y="7042"/>
                        <a:pt x="32883" y="15757"/>
                      </a:cubicBezTo>
                      <a:cubicBezTo>
                        <a:pt x="32883" y="24471"/>
                        <a:pt x="25512" y="31486"/>
                        <a:pt x="16442" y="31486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7BA16F6-B21E-7DCB-83FC-728A71502AF1}"/>
                    </a:ext>
                  </a:extLst>
                </p:cNvPr>
                <p:cNvSpPr/>
                <p:nvPr/>
              </p:nvSpPr>
              <p:spPr>
                <a:xfrm>
                  <a:off x="6216681" y="2865459"/>
                  <a:ext cx="32883" cy="31485"/>
                </a:xfrm>
                <a:custGeom>
                  <a:avLst/>
                  <a:gdLst>
                    <a:gd name="connsiteX0" fmla="*/ 16442 w 32883"/>
                    <a:gd name="connsiteY0" fmla="*/ 31486 h 31485"/>
                    <a:gd name="connsiteX1" fmla="*/ 0 w 32883"/>
                    <a:gd name="connsiteY1" fmla="*/ 15729 h 31485"/>
                    <a:gd name="connsiteX2" fmla="*/ 16442 w 32883"/>
                    <a:gd name="connsiteY2" fmla="*/ 0 h 31485"/>
                    <a:gd name="connsiteX3" fmla="*/ 32883 w 32883"/>
                    <a:gd name="connsiteY3" fmla="*/ 15729 h 31485"/>
                    <a:gd name="connsiteX4" fmla="*/ 16442 w 32883"/>
                    <a:gd name="connsiteY4" fmla="*/ 31458 h 31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85">
                      <a:moveTo>
                        <a:pt x="16442" y="31486"/>
                      </a:moveTo>
                      <a:cubicBezTo>
                        <a:pt x="7371" y="31486"/>
                        <a:pt x="0" y="24443"/>
                        <a:pt x="0" y="15729"/>
                      </a:cubicBezTo>
                      <a:cubicBezTo>
                        <a:pt x="0" y="7015"/>
                        <a:pt x="7371" y="0"/>
                        <a:pt x="16442" y="0"/>
                      </a:cubicBezTo>
                      <a:cubicBezTo>
                        <a:pt x="25512" y="0"/>
                        <a:pt x="32883" y="7042"/>
                        <a:pt x="32883" y="15729"/>
                      </a:cubicBezTo>
                      <a:cubicBezTo>
                        <a:pt x="32883" y="24416"/>
                        <a:pt x="25512" y="31458"/>
                        <a:pt x="16442" y="3145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24E00626-B26D-A703-E04D-DC0E7CB86E78}"/>
                    </a:ext>
                  </a:extLst>
                </p:cNvPr>
                <p:cNvSpPr/>
                <p:nvPr/>
              </p:nvSpPr>
              <p:spPr>
                <a:xfrm>
                  <a:off x="6216654" y="2944187"/>
                  <a:ext cx="32883" cy="31458"/>
                </a:xfrm>
                <a:custGeom>
                  <a:avLst/>
                  <a:gdLst>
                    <a:gd name="connsiteX0" fmla="*/ 16442 w 32883"/>
                    <a:gd name="connsiteY0" fmla="*/ 31458 h 31458"/>
                    <a:gd name="connsiteX1" fmla="*/ 0 w 32883"/>
                    <a:gd name="connsiteY1" fmla="*/ 15729 h 31458"/>
                    <a:gd name="connsiteX2" fmla="*/ 16442 w 32883"/>
                    <a:gd name="connsiteY2" fmla="*/ 0 h 31458"/>
                    <a:gd name="connsiteX3" fmla="*/ 32883 w 32883"/>
                    <a:gd name="connsiteY3" fmla="*/ 15729 h 31458"/>
                    <a:gd name="connsiteX4" fmla="*/ 16442 w 32883"/>
                    <a:gd name="connsiteY4" fmla="*/ 31458 h 31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58">
                      <a:moveTo>
                        <a:pt x="16442" y="31458"/>
                      </a:moveTo>
                      <a:cubicBezTo>
                        <a:pt x="7371" y="31458"/>
                        <a:pt x="0" y="24416"/>
                        <a:pt x="0" y="15729"/>
                      </a:cubicBezTo>
                      <a:cubicBezTo>
                        <a:pt x="0" y="7043"/>
                        <a:pt x="7371" y="-27"/>
                        <a:pt x="16442" y="0"/>
                      </a:cubicBezTo>
                      <a:cubicBezTo>
                        <a:pt x="25512" y="0"/>
                        <a:pt x="32883" y="7043"/>
                        <a:pt x="32883" y="15729"/>
                      </a:cubicBezTo>
                      <a:cubicBezTo>
                        <a:pt x="32883" y="24416"/>
                        <a:pt x="25512" y="31458"/>
                        <a:pt x="16442" y="3145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B801A38-A25C-29EA-F5E7-2CE8E6BD49F7}"/>
                    </a:ext>
                  </a:extLst>
                </p:cNvPr>
                <p:cNvSpPr/>
                <p:nvPr/>
              </p:nvSpPr>
              <p:spPr>
                <a:xfrm>
                  <a:off x="6216654" y="3022888"/>
                  <a:ext cx="32883" cy="31458"/>
                </a:xfrm>
                <a:custGeom>
                  <a:avLst/>
                  <a:gdLst>
                    <a:gd name="connsiteX0" fmla="*/ 16442 w 32883"/>
                    <a:gd name="connsiteY0" fmla="*/ 31458 h 31458"/>
                    <a:gd name="connsiteX1" fmla="*/ 0 w 32883"/>
                    <a:gd name="connsiteY1" fmla="*/ 15729 h 31458"/>
                    <a:gd name="connsiteX2" fmla="*/ 16442 w 32883"/>
                    <a:gd name="connsiteY2" fmla="*/ 0 h 31458"/>
                    <a:gd name="connsiteX3" fmla="*/ 32883 w 32883"/>
                    <a:gd name="connsiteY3" fmla="*/ 15729 h 31458"/>
                    <a:gd name="connsiteX4" fmla="*/ 16442 w 32883"/>
                    <a:gd name="connsiteY4" fmla="*/ 31458 h 31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83" h="31458">
                      <a:moveTo>
                        <a:pt x="16442" y="31458"/>
                      </a:moveTo>
                      <a:cubicBezTo>
                        <a:pt x="7371" y="31458"/>
                        <a:pt x="0" y="24416"/>
                        <a:pt x="0" y="15729"/>
                      </a:cubicBezTo>
                      <a:cubicBezTo>
                        <a:pt x="0" y="7043"/>
                        <a:pt x="7371" y="0"/>
                        <a:pt x="16442" y="0"/>
                      </a:cubicBezTo>
                      <a:cubicBezTo>
                        <a:pt x="25512" y="0"/>
                        <a:pt x="32883" y="7043"/>
                        <a:pt x="32883" y="15729"/>
                      </a:cubicBezTo>
                      <a:cubicBezTo>
                        <a:pt x="32883" y="24416"/>
                        <a:pt x="25512" y="31458"/>
                        <a:pt x="16442" y="31458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5E362D58-0A03-6BBB-A17B-302CA64C43FA}"/>
                  </a:ext>
                </a:extLst>
              </p:cNvPr>
              <p:cNvSpPr/>
              <p:nvPr/>
            </p:nvSpPr>
            <p:spPr>
              <a:xfrm>
                <a:off x="6222162" y="2314812"/>
                <a:ext cx="1273988" cy="1412930"/>
              </a:xfrm>
              <a:custGeom>
                <a:avLst/>
                <a:gdLst>
                  <a:gd name="connsiteX0" fmla="*/ 694990 w 1273988"/>
                  <a:gd name="connsiteY0" fmla="*/ 1412931 h 1412930"/>
                  <a:gd name="connsiteX1" fmla="*/ 675150 w 1273988"/>
                  <a:gd name="connsiteY1" fmla="*/ 1409862 h 1412930"/>
                  <a:gd name="connsiteX2" fmla="*/ 635224 w 1273988"/>
                  <a:gd name="connsiteY2" fmla="*/ 1374677 h 1412930"/>
                  <a:gd name="connsiteX3" fmla="*/ 600121 w 1273988"/>
                  <a:gd name="connsiteY3" fmla="*/ 1307047 h 1412930"/>
                  <a:gd name="connsiteX4" fmla="*/ 559127 w 1273988"/>
                  <a:gd name="connsiteY4" fmla="*/ 1242815 h 1412930"/>
                  <a:gd name="connsiteX5" fmla="*/ 548632 w 1273988"/>
                  <a:gd name="connsiteY5" fmla="*/ 1190640 h 1412930"/>
                  <a:gd name="connsiteX6" fmla="*/ 580008 w 1273988"/>
                  <a:gd name="connsiteY6" fmla="*/ 1147809 h 1412930"/>
                  <a:gd name="connsiteX7" fmla="*/ 1219123 w 1273988"/>
                  <a:gd name="connsiteY7" fmla="*/ 778803 h 1412930"/>
                  <a:gd name="connsiteX8" fmla="*/ 1250801 w 1273988"/>
                  <a:gd name="connsiteY8" fmla="*/ 734657 h 1412930"/>
                  <a:gd name="connsiteX9" fmla="*/ 1238662 w 1273988"/>
                  <a:gd name="connsiteY9" fmla="*/ 682044 h 1412930"/>
                  <a:gd name="connsiteX10" fmla="*/ 837073 w 1273988"/>
                  <a:gd name="connsiteY10" fmla="*/ 302926 h 1412930"/>
                  <a:gd name="connsiteX11" fmla="*/ 825564 w 1273988"/>
                  <a:gd name="connsiteY11" fmla="*/ 270372 h 1412930"/>
                  <a:gd name="connsiteX12" fmla="*/ 790352 w 1273988"/>
                  <a:gd name="connsiteY12" fmla="*/ 138948 h 1412930"/>
                  <a:gd name="connsiteX13" fmla="*/ 632292 w 1273988"/>
                  <a:gd name="connsiteY13" fmla="*/ 181312 h 1412930"/>
                  <a:gd name="connsiteX14" fmla="*/ 624674 w 1273988"/>
                  <a:gd name="connsiteY14" fmla="*/ 180600 h 1412930"/>
                  <a:gd name="connsiteX15" fmla="*/ 96595 w 1273988"/>
                  <a:gd name="connsiteY15" fmla="*/ 22486 h 1412930"/>
                  <a:gd name="connsiteX16" fmla="*/ 44310 w 1273988"/>
                  <a:gd name="connsiteY16" fmla="*/ 38325 h 1412930"/>
                  <a:gd name="connsiteX17" fmla="*/ 21922 w 1273988"/>
                  <a:gd name="connsiteY17" fmla="*/ 87732 h 1412930"/>
                  <a:gd name="connsiteX18" fmla="*/ 21922 w 1273988"/>
                  <a:gd name="connsiteY18" fmla="*/ 109873 h 1412930"/>
                  <a:gd name="connsiteX19" fmla="*/ 10961 w 1273988"/>
                  <a:gd name="connsiteY19" fmla="*/ 120835 h 1412930"/>
                  <a:gd name="connsiteX20" fmla="*/ 0 w 1273988"/>
                  <a:gd name="connsiteY20" fmla="*/ 109873 h 1412930"/>
                  <a:gd name="connsiteX21" fmla="*/ 0 w 1273988"/>
                  <a:gd name="connsiteY21" fmla="*/ 87732 h 1412930"/>
                  <a:gd name="connsiteX22" fmla="*/ 29842 w 1273988"/>
                  <a:gd name="connsiteY22" fmla="*/ 21856 h 1412930"/>
                  <a:gd name="connsiteX23" fmla="*/ 99445 w 1273988"/>
                  <a:gd name="connsiteY23" fmla="*/ 755 h 1412930"/>
                  <a:gd name="connsiteX24" fmla="*/ 630566 w 1273988"/>
                  <a:gd name="connsiteY24" fmla="*/ 159089 h 1412930"/>
                  <a:gd name="connsiteX25" fmla="*/ 795284 w 1273988"/>
                  <a:gd name="connsiteY25" fmla="*/ 114943 h 1412930"/>
                  <a:gd name="connsiteX26" fmla="*/ 803615 w 1273988"/>
                  <a:gd name="connsiteY26" fmla="*/ 116039 h 1412930"/>
                  <a:gd name="connsiteX27" fmla="*/ 808711 w 1273988"/>
                  <a:gd name="connsiteY27" fmla="*/ 122698 h 1412930"/>
                  <a:gd name="connsiteX28" fmla="*/ 852748 w 1273988"/>
                  <a:gd name="connsiteY28" fmla="*/ 287060 h 1412930"/>
                  <a:gd name="connsiteX29" fmla="*/ 1256090 w 1273988"/>
                  <a:gd name="connsiteY29" fmla="*/ 668753 h 1412930"/>
                  <a:gd name="connsiteX30" fmla="*/ 1272285 w 1273988"/>
                  <a:gd name="connsiteY30" fmla="*/ 738987 h 1412930"/>
                  <a:gd name="connsiteX31" fmla="*/ 1230085 w 1273988"/>
                  <a:gd name="connsiteY31" fmla="*/ 797821 h 1412930"/>
                  <a:gd name="connsiteX32" fmla="*/ 590969 w 1273988"/>
                  <a:gd name="connsiteY32" fmla="*/ 1166827 h 1412930"/>
                  <a:gd name="connsiteX33" fmla="*/ 570033 w 1273988"/>
                  <a:gd name="connsiteY33" fmla="*/ 1195380 h 1412930"/>
                  <a:gd name="connsiteX34" fmla="*/ 577048 w 1273988"/>
                  <a:gd name="connsiteY34" fmla="*/ 1230209 h 1412930"/>
                  <a:gd name="connsiteX35" fmla="*/ 619111 w 1273988"/>
                  <a:gd name="connsiteY35" fmla="*/ 1296086 h 1412930"/>
                  <a:gd name="connsiteX36" fmla="*/ 655119 w 1273988"/>
                  <a:gd name="connsiteY36" fmla="*/ 1365469 h 1412930"/>
                  <a:gd name="connsiteX37" fmla="*/ 681782 w 1273988"/>
                  <a:gd name="connsiteY37" fmla="*/ 1388954 h 1412930"/>
                  <a:gd name="connsiteX38" fmla="*/ 716994 w 1273988"/>
                  <a:gd name="connsiteY38" fmla="*/ 1385117 h 1412930"/>
                  <a:gd name="connsiteX39" fmla="*/ 750672 w 1273988"/>
                  <a:gd name="connsiteY39" fmla="*/ 1365661 h 1412930"/>
                  <a:gd name="connsiteX40" fmla="*/ 765634 w 1273988"/>
                  <a:gd name="connsiteY40" fmla="*/ 1369662 h 1412930"/>
                  <a:gd name="connsiteX41" fmla="*/ 761633 w 1273988"/>
                  <a:gd name="connsiteY41" fmla="*/ 1384624 h 1412930"/>
                  <a:gd name="connsiteX42" fmla="*/ 727955 w 1273988"/>
                  <a:gd name="connsiteY42" fmla="*/ 1404080 h 1412930"/>
                  <a:gd name="connsiteX43" fmla="*/ 694990 w 1273988"/>
                  <a:gd name="connsiteY43" fmla="*/ 1412876 h 1412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273988" h="1412930">
                    <a:moveTo>
                      <a:pt x="694990" y="1412931"/>
                    </a:moveTo>
                    <a:cubicBezTo>
                      <a:pt x="688304" y="1412931"/>
                      <a:pt x="681617" y="1411917"/>
                      <a:pt x="675150" y="1409862"/>
                    </a:cubicBezTo>
                    <a:cubicBezTo>
                      <a:pt x="657530" y="1404272"/>
                      <a:pt x="642979" y="1391447"/>
                      <a:pt x="635224" y="1374677"/>
                    </a:cubicBezTo>
                    <a:cubicBezTo>
                      <a:pt x="624647" y="1351823"/>
                      <a:pt x="612836" y="1329079"/>
                      <a:pt x="600121" y="1307047"/>
                    </a:cubicBezTo>
                    <a:cubicBezTo>
                      <a:pt x="587434" y="1285070"/>
                      <a:pt x="573650" y="1263449"/>
                      <a:pt x="559127" y="1242815"/>
                    </a:cubicBezTo>
                    <a:cubicBezTo>
                      <a:pt x="548495" y="1227688"/>
                      <a:pt x="544658" y="1208671"/>
                      <a:pt x="548632" y="1190640"/>
                    </a:cubicBezTo>
                    <a:cubicBezTo>
                      <a:pt x="552605" y="1172636"/>
                      <a:pt x="564032" y="1157044"/>
                      <a:pt x="580008" y="1147809"/>
                    </a:cubicBezTo>
                    <a:lnTo>
                      <a:pt x="1219123" y="778803"/>
                    </a:lnTo>
                    <a:cubicBezTo>
                      <a:pt x="1235538" y="769322"/>
                      <a:pt x="1247074" y="753236"/>
                      <a:pt x="1250801" y="734657"/>
                    </a:cubicBezTo>
                    <a:cubicBezTo>
                      <a:pt x="1254500" y="716160"/>
                      <a:pt x="1250088" y="696978"/>
                      <a:pt x="1238662" y="682044"/>
                    </a:cubicBezTo>
                    <a:cubicBezTo>
                      <a:pt x="1125954" y="534370"/>
                      <a:pt x="990858" y="406810"/>
                      <a:pt x="837073" y="302926"/>
                    </a:cubicBezTo>
                    <a:cubicBezTo>
                      <a:pt x="834826" y="301427"/>
                      <a:pt x="830990" y="290576"/>
                      <a:pt x="825564" y="270372"/>
                    </a:cubicBezTo>
                    <a:lnTo>
                      <a:pt x="790352" y="138948"/>
                    </a:lnTo>
                    <a:lnTo>
                      <a:pt x="632292" y="181312"/>
                    </a:lnTo>
                    <a:cubicBezTo>
                      <a:pt x="629744" y="181998"/>
                      <a:pt x="627031" y="181751"/>
                      <a:pt x="624674" y="180600"/>
                    </a:cubicBezTo>
                    <a:cubicBezTo>
                      <a:pt x="457983" y="99817"/>
                      <a:pt x="280303" y="46628"/>
                      <a:pt x="96595" y="22486"/>
                    </a:cubicBezTo>
                    <a:cubicBezTo>
                      <a:pt x="77660" y="20020"/>
                      <a:pt x="58615" y="25774"/>
                      <a:pt x="44310" y="38325"/>
                    </a:cubicBezTo>
                    <a:cubicBezTo>
                      <a:pt x="30088" y="50793"/>
                      <a:pt x="21922" y="68797"/>
                      <a:pt x="21922" y="87732"/>
                    </a:cubicBezTo>
                    <a:lnTo>
                      <a:pt x="21922" y="109873"/>
                    </a:lnTo>
                    <a:cubicBezTo>
                      <a:pt x="21922" y="115929"/>
                      <a:pt x="17017" y="120835"/>
                      <a:pt x="10961" y="120835"/>
                    </a:cubicBezTo>
                    <a:cubicBezTo>
                      <a:pt x="4905" y="120835"/>
                      <a:pt x="0" y="115929"/>
                      <a:pt x="0" y="109873"/>
                    </a:cubicBezTo>
                    <a:lnTo>
                      <a:pt x="0" y="87732"/>
                    </a:lnTo>
                    <a:cubicBezTo>
                      <a:pt x="0" y="62494"/>
                      <a:pt x="10879" y="38489"/>
                      <a:pt x="29842" y="21856"/>
                    </a:cubicBezTo>
                    <a:cubicBezTo>
                      <a:pt x="48887" y="5140"/>
                      <a:pt x="74234" y="-2560"/>
                      <a:pt x="99445" y="755"/>
                    </a:cubicBezTo>
                    <a:cubicBezTo>
                      <a:pt x="284140" y="25007"/>
                      <a:pt x="462806" y="78278"/>
                      <a:pt x="630566" y="159089"/>
                    </a:cubicBezTo>
                    <a:lnTo>
                      <a:pt x="795284" y="114943"/>
                    </a:lnTo>
                    <a:cubicBezTo>
                      <a:pt x="798079" y="114176"/>
                      <a:pt x="801066" y="114587"/>
                      <a:pt x="803615" y="116039"/>
                    </a:cubicBezTo>
                    <a:cubicBezTo>
                      <a:pt x="806136" y="117491"/>
                      <a:pt x="807972" y="119875"/>
                      <a:pt x="808711" y="122698"/>
                    </a:cubicBezTo>
                    <a:cubicBezTo>
                      <a:pt x="809123" y="124205"/>
                      <a:pt x="846034" y="261959"/>
                      <a:pt x="852748" y="287060"/>
                    </a:cubicBezTo>
                    <a:cubicBezTo>
                      <a:pt x="1007108" y="391903"/>
                      <a:pt x="1142779" y="520285"/>
                      <a:pt x="1256090" y="668753"/>
                    </a:cubicBezTo>
                    <a:cubicBezTo>
                      <a:pt x="1271326" y="688703"/>
                      <a:pt x="1277217" y="714297"/>
                      <a:pt x="1272285" y="738987"/>
                    </a:cubicBezTo>
                    <a:cubicBezTo>
                      <a:pt x="1267325" y="763759"/>
                      <a:pt x="1251925" y="785188"/>
                      <a:pt x="1230085" y="797821"/>
                    </a:cubicBezTo>
                    <a:lnTo>
                      <a:pt x="590969" y="1166827"/>
                    </a:lnTo>
                    <a:cubicBezTo>
                      <a:pt x="580145" y="1173074"/>
                      <a:pt x="572719" y="1183213"/>
                      <a:pt x="570033" y="1195380"/>
                    </a:cubicBezTo>
                    <a:cubicBezTo>
                      <a:pt x="567348" y="1207602"/>
                      <a:pt x="569814" y="1219961"/>
                      <a:pt x="577048" y="1230209"/>
                    </a:cubicBezTo>
                    <a:cubicBezTo>
                      <a:pt x="591955" y="1251392"/>
                      <a:pt x="606095" y="1273560"/>
                      <a:pt x="619111" y="1296086"/>
                    </a:cubicBezTo>
                    <a:cubicBezTo>
                      <a:pt x="632155" y="1318666"/>
                      <a:pt x="644267" y="1342013"/>
                      <a:pt x="655119" y="1365469"/>
                    </a:cubicBezTo>
                    <a:cubicBezTo>
                      <a:pt x="660380" y="1376842"/>
                      <a:pt x="669862" y="1385200"/>
                      <a:pt x="681782" y="1388954"/>
                    </a:cubicBezTo>
                    <a:cubicBezTo>
                      <a:pt x="693675" y="1392735"/>
                      <a:pt x="706198" y="1391365"/>
                      <a:pt x="716994" y="1385117"/>
                    </a:cubicBezTo>
                    <a:lnTo>
                      <a:pt x="750672" y="1365661"/>
                    </a:lnTo>
                    <a:cubicBezTo>
                      <a:pt x="755934" y="1362620"/>
                      <a:pt x="762620" y="1364428"/>
                      <a:pt x="765634" y="1369662"/>
                    </a:cubicBezTo>
                    <a:cubicBezTo>
                      <a:pt x="768649" y="1374896"/>
                      <a:pt x="766867" y="1381610"/>
                      <a:pt x="761633" y="1384624"/>
                    </a:cubicBezTo>
                    <a:lnTo>
                      <a:pt x="727955" y="1404080"/>
                    </a:lnTo>
                    <a:cubicBezTo>
                      <a:pt x="717871" y="1409917"/>
                      <a:pt x="706472" y="1412876"/>
                      <a:pt x="694990" y="1412876"/>
                    </a:cubicBezTo>
                    <a:close/>
                  </a:path>
                </a:pathLst>
              </a:custGeom>
              <a:solidFill>
                <a:srgbClr val="444444"/>
              </a:solidFill>
              <a:ln w="2737" cap="flat">
                <a:solidFill>
                  <a:schemeClr val="bg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aphic 2">
              <a:extLst>
                <a:ext uri="{FF2B5EF4-FFF2-40B4-BE49-F238E27FC236}">
                  <a16:creationId xmlns:a16="http://schemas.microsoft.com/office/drawing/2014/main" id="{EC846FEE-74D3-8B82-FC7A-1C66FC788091}"/>
                </a:ext>
              </a:extLst>
            </p:cNvPr>
            <p:cNvGrpSpPr/>
            <p:nvPr/>
          </p:nvGrpSpPr>
          <p:grpSpPr>
            <a:xfrm>
              <a:off x="4590944" y="1755155"/>
              <a:ext cx="1547818" cy="1122853"/>
              <a:chOff x="4696239" y="2314679"/>
              <a:chExt cx="1547818" cy="1122853"/>
            </a:xfrm>
            <a:solidFill>
              <a:srgbClr val="444444"/>
            </a:solidFill>
          </p:grpSpPr>
          <p:grpSp>
            <p:nvGrpSpPr>
              <p:cNvPr id="24" name="Graphic 2">
                <a:extLst>
                  <a:ext uri="{FF2B5EF4-FFF2-40B4-BE49-F238E27FC236}">
                    <a16:creationId xmlns:a16="http://schemas.microsoft.com/office/drawing/2014/main" id="{44A6F47A-510E-18DC-474B-2DB57B4FFEC6}"/>
                  </a:ext>
                </a:extLst>
              </p:cNvPr>
              <p:cNvGrpSpPr/>
              <p:nvPr/>
            </p:nvGrpSpPr>
            <p:grpSpPr>
              <a:xfrm>
                <a:off x="4803358" y="3129472"/>
                <a:ext cx="508944" cy="308060"/>
                <a:chOff x="4803358" y="3129472"/>
                <a:chExt cx="508944" cy="308060"/>
              </a:xfrm>
              <a:solidFill>
                <a:srgbClr val="444444"/>
              </a:solidFill>
            </p:grpSpPr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E854D353-6B5F-7571-ED38-103C064CD85B}"/>
                    </a:ext>
                  </a:extLst>
                </p:cNvPr>
                <p:cNvSpPr/>
                <p:nvPr/>
              </p:nvSpPr>
              <p:spPr>
                <a:xfrm>
                  <a:off x="4803358" y="3129472"/>
                  <a:ext cx="31834" cy="32552"/>
                </a:xfrm>
                <a:custGeom>
                  <a:avLst/>
                  <a:gdLst>
                    <a:gd name="connsiteX0" fmla="*/ 29537 w 31834"/>
                    <a:gd name="connsiteY0" fmla="*/ 24155 h 32552"/>
                    <a:gd name="connsiteX1" fmla="*/ 7697 w 31834"/>
                    <a:gd name="connsiteY1" fmla="*/ 30512 h 32552"/>
                    <a:gd name="connsiteX2" fmla="*/ 2298 w 31834"/>
                    <a:gd name="connsiteY2" fmla="*/ 8398 h 32552"/>
                    <a:gd name="connsiteX3" fmla="*/ 24138 w 31834"/>
                    <a:gd name="connsiteY3" fmla="*/ 2041 h 32552"/>
                    <a:gd name="connsiteX4" fmla="*/ 29537 w 31834"/>
                    <a:gd name="connsiteY4" fmla="*/ 24155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9537" y="24155"/>
                      </a:move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6" y="16290"/>
                        <a:pt x="29537" y="24155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B4267A2F-4B9A-8E51-94FF-6FB75B5B4EEB}"/>
                    </a:ext>
                  </a:extLst>
                </p:cNvPr>
                <p:cNvSpPr/>
                <p:nvPr/>
              </p:nvSpPr>
              <p:spPr>
                <a:xfrm>
                  <a:off x="4871509" y="3168850"/>
                  <a:ext cx="31834" cy="32552"/>
                </a:xfrm>
                <a:custGeom>
                  <a:avLst/>
                  <a:gdLst>
                    <a:gd name="connsiteX0" fmla="*/ 29537 w 31834"/>
                    <a:gd name="connsiteY0" fmla="*/ 24155 h 32552"/>
                    <a:gd name="connsiteX1" fmla="*/ 7697 w 31834"/>
                    <a:gd name="connsiteY1" fmla="*/ 30512 h 32552"/>
                    <a:gd name="connsiteX2" fmla="*/ 2298 w 31834"/>
                    <a:gd name="connsiteY2" fmla="*/ 8398 h 32552"/>
                    <a:gd name="connsiteX3" fmla="*/ 24138 w 31834"/>
                    <a:gd name="connsiteY3" fmla="*/ 2041 h 32552"/>
                    <a:gd name="connsiteX4" fmla="*/ 29537 w 31834"/>
                    <a:gd name="connsiteY4" fmla="*/ 24155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9537" y="24155"/>
                      </a:move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5" y="16290"/>
                        <a:pt x="29537" y="24155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9719EE9E-38CE-B2FF-C8F9-26DA3ECE4D90}"/>
                    </a:ext>
                  </a:extLst>
                </p:cNvPr>
                <p:cNvSpPr/>
                <p:nvPr/>
              </p:nvSpPr>
              <p:spPr>
                <a:xfrm>
                  <a:off x="4939660" y="3208200"/>
                  <a:ext cx="31834" cy="32552"/>
                </a:xfrm>
                <a:custGeom>
                  <a:avLst/>
                  <a:gdLst>
                    <a:gd name="connsiteX0" fmla="*/ 29537 w 31834"/>
                    <a:gd name="connsiteY0" fmla="*/ 24155 h 32552"/>
                    <a:gd name="connsiteX1" fmla="*/ 7697 w 31834"/>
                    <a:gd name="connsiteY1" fmla="*/ 30512 h 32552"/>
                    <a:gd name="connsiteX2" fmla="*/ 2298 w 31834"/>
                    <a:gd name="connsiteY2" fmla="*/ 8398 h 32552"/>
                    <a:gd name="connsiteX3" fmla="*/ 24138 w 31834"/>
                    <a:gd name="connsiteY3" fmla="*/ 2041 h 32552"/>
                    <a:gd name="connsiteX4" fmla="*/ 29537 w 31834"/>
                    <a:gd name="connsiteY4" fmla="*/ 24155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9537" y="24155"/>
                      </a:move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6" y="16290"/>
                        <a:pt x="29537" y="24155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A3C8AF0A-A42D-ED2E-7520-583385899648}"/>
                    </a:ext>
                  </a:extLst>
                </p:cNvPr>
                <p:cNvSpPr/>
                <p:nvPr/>
              </p:nvSpPr>
              <p:spPr>
                <a:xfrm>
                  <a:off x="5007838" y="3247551"/>
                  <a:ext cx="31834" cy="32552"/>
                </a:xfrm>
                <a:custGeom>
                  <a:avLst/>
                  <a:gdLst>
                    <a:gd name="connsiteX0" fmla="*/ 29537 w 31834"/>
                    <a:gd name="connsiteY0" fmla="*/ 24155 h 32552"/>
                    <a:gd name="connsiteX1" fmla="*/ 7697 w 31834"/>
                    <a:gd name="connsiteY1" fmla="*/ 30512 h 32552"/>
                    <a:gd name="connsiteX2" fmla="*/ 2298 w 31834"/>
                    <a:gd name="connsiteY2" fmla="*/ 8398 h 32552"/>
                    <a:gd name="connsiteX3" fmla="*/ 24138 w 31834"/>
                    <a:gd name="connsiteY3" fmla="*/ 2041 h 32552"/>
                    <a:gd name="connsiteX4" fmla="*/ 29537 w 31834"/>
                    <a:gd name="connsiteY4" fmla="*/ 24155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9537" y="24155"/>
                      </a:move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6" y="16290"/>
                        <a:pt x="29537" y="24155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0BB78B5-B38E-4F55-603D-BC26EF82881A}"/>
                    </a:ext>
                  </a:extLst>
                </p:cNvPr>
                <p:cNvSpPr/>
                <p:nvPr/>
              </p:nvSpPr>
              <p:spPr>
                <a:xfrm>
                  <a:off x="5075989" y="3286901"/>
                  <a:ext cx="31834" cy="32552"/>
                </a:xfrm>
                <a:custGeom>
                  <a:avLst/>
                  <a:gdLst>
                    <a:gd name="connsiteX0" fmla="*/ 29537 w 31834"/>
                    <a:gd name="connsiteY0" fmla="*/ 24155 h 32552"/>
                    <a:gd name="connsiteX1" fmla="*/ 7697 w 31834"/>
                    <a:gd name="connsiteY1" fmla="*/ 30512 h 32552"/>
                    <a:gd name="connsiteX2" fmla="*/ 2298 w 31834"/>
                    <a:gd name="connsiteY2" fmla="*/ 8398 h 32552"/>
                    <a:gd name="connsiteX3" fmla="*/ 24138 w 31834"/>
                    <a:gd name="connsiteY3" fmla="*/ 2041 h 32552"/>
                    <a:gd name="connsiteX4" fmla="*/ 29537 w 31834"/>
                    <a:gd name="connsiteY4" fmla="*/ 24155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9537" y="24155"/>
                      </a:move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5" y="16290"/>
                        <a:pt x="29537" y="24155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8C4171BF-54C1-99E8-3A71-991D403D2075}"/>
                    </a:ext>
                  </a:extLst>
                </p:cNvPr>
                <p:cNvSpPr/>
                <p:nvPr/>
              </p:nvSpPr>
              <p:spPr>
                <a:xfrm>
                  <a:off x="5144139" y="3326279"/>
                  <a:ext cx="31834" cy="32552"/>
                </a:xfrm>
                <a:custGeom>
                  <a:avLst/>
                  <a:gdLst>
                    <a:gd name="connsiteX0" fmla="*/ 29537 w 31834"/>
                    <a:gd name="connsiteY0" fmla="*/ 24155 h 32552"/>
                    <a:gd name="connsiteX1" fmla="*/ 7697 w 31834"/>
                    <a:gd name="connsiteY1" fmla="*/ 30512 h 32552"/>
                    <a:gd name="connsiteX2" fmla="*/ 2298 w 31834"/>
                    <a:gd name="connsiteY2" fmla="*/ 8398 h 32552"/>
                    <a:gd name="connsiteX3" fmla="*/ 24138 w 31834"/>
                    <a:gd name="connsiteY3" fmla="*/ 2041 h 32552"/>
                    <a:gd name="connsiteX4" fmla="*/ 29537 w 31834"/>
                    <a:gd name="connsiteY4" fmla="*/ 24155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9537" y="24155"/>
                      </a:move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5" y="16290"/>
                        <a:pt x="29537" y="24155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9F007EF8-3229-100F-9AF2-B02509950579}"/>
                    </a:ext>
                  </a:extLst>
                </p:cNvPr>
                <p:cNvSpPr/>
                <p:nvPr/>
              </p:nvSpPr>
              <p:spPr>
                <a:xfrm>
                  <a:off x="5212318" y="3365630"/>
                  <a:ext cx="31834" cy="32552"/>
                </a:xfrm>
                <a:custGeom>
                  <a:avLst/>
                  <a:gdLst>
                    <a:gd name="connsiteX0" fmla="*/ 29537 w 31834"/>
                    <a:gd name="connsiteY0" fmla="*/ 24155 h 32552"/>
                    <a:gd name="connsiteX1" fmla="*/ 7697 w 31834"/>
                    <a:gd name="connsiteY1" fmla="*/ 30512 h 32552"/>
                    <a:gd name="connsiteX2" fmla="*/ 2298 w 31834"/>
                    <a:gd name="connsiteY2" fmla="*/ 8398 h 32552"/>
                    <a:gd name="connsiteX3" fmla="*/ 24138 w 31834"/>
                    <a:gd name="connsiteY3" fmla="*/ 2041 h 32552"/>
                    <a:gd name="connsiteX4" fmla="*/ 29537 w 31834"/>
                    <a:gd name="connsiteY4" fmla="*/ 24155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9537" y="24155"/>
                      </a:move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5" y="16290"/>
                        <a:pt x="29537" y="24155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A22C5310-F0C6-61F7-2090-815EAA95FBF3}"/>
                    </a:ext>
                  </a:extLst>
                </p:cNvPr>
                <p:cNvSpPr/>
                <p:nvPr/>
              </p:nvSpPr>
              <p:spPr>
                <a:xfrm>
                  <a:off x="5280468" y="3404980"/>
                  <a:ext cx="31834" cy="32552"/>
                </a:xfrm>
                <a:custGeom>
                  <a:avLst/>
                  <a:gdLst>
                    <a:gd name="connsiteX0" fmla="*/ 29537 w 31834"/>
                    <a:gd name="connsiteY0" fmla="*/ 24155 h 32552"/>
                    <a:gd name="connsiteX1" fmla="*/ 7697 w 31834"/>
                    <a:gd name="connsiteY1" fmla="*/ 30512 h 32552"/>
                    <a:gd name="connsiteX2" fmla="*/ 2298 w 31834"/>
                    <a:gd name="connsiteY2" fmla="*/ 8398 h 32552"/>
                    <a:gd name="connsiteX3" fmla="*/ 24138 w 31834"/>
                    <a:gd name="connsiteY3" fmla="*/ 2041 h 32552"/>
                    <a:gd name="connsiteX4" fmla="*/ 29537 w 31834"/>
                    <a:gd name="connsiteY4" fmla="*/ 24155 h 32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834" h="32552">
                      <a:moveTo>
                        <a:pt x="29537" y="24155"/>
                      </a:moveTo>
                      <a:cubicBezTo>
                        <a:pt x="24988" y="32019"/>
                        <a:pt x="15205" y="34869"/>
                        <a:pt x="7697" y="30512"/>
                      </a:cubicBezTo>
                      <a:cubicBezTo>
                        <a:pt x="161" y="26155"/>
                        <a:pt x="-2251" y="16263"/>
                        <a:pt x="2298" y="8398"/>
                      </a:cubicBezTo>
                      <a:cubicBezTo>
                        <a:pt x="6847" y="534"/>
                        <a:pt x="16630" y="-2316"/>
                        <a:pt x="24138" y="2041"/>
                      </a:cubicBezTo>
                      <a:cubicBezTo>
                        <a:pt x="31674" y="6398"/>
                        <a:pt x="34085" y="16290"/>
                        <a:pt x="29537" y="24155"/>
                      </a:cubicBezTo>
                      <a:close/>
                    </a:path>
                  </a:pathLst>
                </a:custGeom>
                <a:solidFill>
                  <a:srgbClr val="444444"/>
                </a:solidFill>
                <a:ln w="2737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4BF3838-BCD3-72E9-45CD-C3CE09042E18}"/>
                  </a:ext>
                </a:extLst>
              </p:cNvPr>
              <p:cNvSpPr/>
              <p:nvPr/>
            </p:nvSpPr>
            <p:spPr>
              <a:xfrm>
                <a:off x="4696239" y="2314679"/>
                <a:ext cx="1547818" cy="891643"/>
              </a:xfrm>
              <a:custGeom>
                <a:avLst/>
                <a:gdLst>
                  <a:gd name="connsiteX0" fmla="*/ 1481860 w 1547818"/>
                  <a:gd name="connsiteY0" fmla="*/ 891644 h 891643"/>
                  <a:gd name="connsiteX1" fmla="*/ 1475968 w 1547818"/>
                  <a:gd name="connsiteY1" fmla="*/ 891370 h 891643"/>
                  <a:gd name="connsiteX2" fmla="*/ 1399843 w 1547818"/>
                  <a:gd name="connsiteY2" fmla="*/ 887944 h 891643"/>
                  <a:gd name="connsiteX3" fmla="*/ 1399679 w 1547818"/>
                  <a:gd name="connsiteY3" fmla="*/ 887944 h 891643"/>
                  <a:gd name="connsiteX4" fmla="*/ 1323718 w 1547818"/>
                  <a:gd name="connsiteY4" fmla="*/ 891342 h 891643"/>
                  <a:gd name="connsiteX5" fmla="*/ 1273297 w 1547818"/>
                  <a:gd name="connsiteY5" fmla="*/ 874325 h 891643"/>
                  <a:gd name="connsiteX6" fmla="*/ 1251895 w 1547818"/>
                  <a:gd name="connsiteY6" fmla="*/ 825740 h 891643"/>
                  <a:gd name="connsiteX7" fmla="*/ 1251895 w 1547818"/>
                  <a:gd name="connsiteY7" fmla="*/ 87783 h 891643"/>
                  <a:gd name="connsiteX8" fmla="*/ 1229480 w 1547818"/>
                  <a:gd name="connsiteY8" fmla="*/ 38266 h 891643"/>
                  <a:gd name="connsiteX9" fmla="*/ 1177853 w 1547818"/>
                  <a:gd name="connsiteY9" fmla="*/ 22454 h 891643"/>
                  <a:gd name="connsiteX10" fmla="*/ 648732 w 1547818"/>
                  <a:gd name="connsiteY10" fmla="*/ 180678 h 891643"/>
                  <a:gd name="connsiteX11" fmla="*/ 614780 w 1547818"/>
                  <a:gd name="connsiteY11" fmla="*/ 174375 h 891643"/>
                  <a:gd name="connsiteX12" fmla="*/ 483356 w 1547818"/>
                  <a:gd name="connsiteY12" fmla="*/ 139163 h 891643"/>
                  <a:gd name="connsiteX13" fmla="*/ 441019 w 1547818"/>
                  <a:gd name="connsiteY13" fmla="*/ 297222 h 891643"/>
                  <a:gd name="connsiteX14" fmla="*/ 436580 w 1547818"/>
                  <a:gd name="connsiteY14" fmla="*/ 303470 h 891643"/>
                  <a:gd name="connsiteX15" fmla="*/ 35595 w 1547818"/>
                  <a:gd name="connsiteY15" fmla="*/ 681766 h 891643"/>
                  <a:gd name="connsiteX16" fmla="*/ 23181 w 1547818"/>
                  <a:gd name="connsiteY16" fmla="*/ 734954 h 891643"/>
                  <a:gd name="connsiteX17" fmla="*/ 54777 w 1547818"/>
                  <a:gd name="connsiteY17" fmla="*/ 779046 h 891643"/>
                  <a:gd name="connsiteX18" fmla="*/ 73959 w 1547818"/>
                  <a:gd name="connsiteY18" fmla="*/ 790116 h 891643"/>
                  <a:gd name="connsiteX19" fmla="*/ 77959 w 1547818"/>
                  <a:gd name="connsiteY19" fmla="*/ 805078 h 891643"/>
                  <a:gd name="connsiteX20" fmla="*/ 62998 w 1547818"/>
                  <a:gd name="connsiteY20" fmla="*/ 809079 h 891643"/>
                  <a:gd name="connsiteX21" fmla="*/ 43816 w 1547818"/>
                  <a:gd name="connsiteY21" fmla="*/ 798008 h 891643"/>
                  <a:gd name="connsiteX22" fmla="*/ 1697 w 1547818"/>
                  <a:gd name="connsiteY22" fmla="*/ 739229 h 891643"/>
                  <a:gd name="connsiteX23" fmla="*/ 18221 w 1547818"/>
                  <a:gd name="connsiteY23" fmla="*/ 668420 h 891643"/>
                  <a:gd name="connsiteX24" fmla="*/ 420906 w 1547818"/>
                  <a:gd name="connsiteY24" fmla="*/ 287631 h 891643"/>
                  <a:gd name="connsiteX25" fmla="*/ 465024 w 1547818"/>
                  <a:gd name="connsiteY25" fmla="*/ 122913 h 891643"/>
                  <a:gd name="connsiteX26" fmla="*/ 470121 w 1547818"/>
                  <a:gd name="connsiteY26" fmla="*/ 116254 h 891643"/>
                  <a:gd name="connsiteX27" fmla="*/ 478451 w 1547818"/>
                  <a:gd name="connsiteY27" fmla="*/ 115158 h 891643"/>
                  <a:gd name="connsiteX28" fmla="*/ 642841 w 1547818"/>
                  <a:gd name="connsiteY28" fmla="*/ 159194 h 891643"/>
                  <a:gd name="connsiteX29" fmla="*/ 1175058 w 1547818"/>
                  <a:gd name="connsiteY29" fmla="*/ 724 h 891643"/>
                  <a:gd name="connsiteX30" fmla="*/ 1243976 w 1547818"/>
                  <a:gd name="connsiteY30" fmla="*/ 21797 h 891643"/>
                  <a:gd name="connsiteX31" fmla="*/ 1273818 w 1547818"/>
                  <a:gd name="connsiteY31" fmla="*/ 87755 h 891643"/>
                  <a:gd name="connsiteX32" fmla="*/ 1273818 w 1547818"/>
                  <a:gd name="connsiteY32" fmla="*/ 825767 h 891643"/>
                  <a:gd name="connsiteX33" fmla="*/ 1288095 w 1547818"/>
                  <a:gd name="connsiteY33" fmla="*/ 858185 h 891643"/>
                  <a:gd name="connsiteX34" fmla="*/ 1321773 w 1547818"/>
                  <a:gd name="connsiteY34" fmla="*/ 869530 h 891643"/>
                  <a:gd name="connsiteX35" fmla="*/ 1399679 w 1547818"/>
                  <a:gd name="connsiteY35" fmla="*/ 866049 h 891643"/>
                  <a:gd name="connsiteX36" fmla="*/ 1477941 w 1547818"/>
                  <a:gd name="connsiteY36" fmla="*/ 869557 h 891643"/>
                  <a:gd name="connsiteX37" fmla="*/ 1511619 w 1547818"/>
                  <a:gd name="connsiteY37" fmla="*/ 858212 h 891643"/>
                  <a:gd name="connsiteX38" fmla="*/ 1525896 w 1547818"/>
                  <a:gd name="connsiteY38" fmla="*/ 825795 h 891643"/>
                  <a:gd name="connsiteX39" fmla="*/ 1525896 w 1547818"/>
                  <a:gd name="connsiteY39" fmla="*/ 786883 h 891643"/>
                  <a:gd name="connsiteX40" fmla="*/ 1536857 w 1547818"/>
                  <a:gd name="connsiteY40" fmla="*/ 775922 h 891643"/>
                  <a:gd name="connsiteX41" fmla="*/ 1536857 w 1547818"/>
                  <a:gd name="connsiteY41" fmla="*/ 775922 h 891643"/>
                  <a:gd name="connsiteX42" fmla="*/ 1547818 w 1547818"/>
                  <a:gd name="connsiteY42" fmla="*/ 786883 h 891643"/>
                  <a:gd name="connsiteX43" fmla="*/ 1547818 w 1547818"/>
                  <a:gd name="connsiteY43" fmla="*/ 825767 h 891643"/>
                  <a:gd name="connsiteX44" fmla="*/ 1526389 w 1547818"/>
                  <a:gd name="connsiteY44" fmla="*/ 874352 h 891643"/>
                  <a:gd name="connsiteX45" fmla="*/ 1481860 w 1547818"/>
                  <a:gd name="connsiteY45" fmla="*/ 891616 h 8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547818" h="891643">
                    <a:moveTo>
                      <a:pt x="1481860" y="891644"/>
                    </a:moveTo>
                    <a:cubicBezTo>
                      <a:pt x="1479887" y="891644"/>
                      <a:pt x="1477914" y="891561"/>
                      <a:pt x="1475968" y="891370"/>
                    </a:cubicBezTo>
                    <a:cubicBezTo>
                      <a:pt x="1450867" y="889095"/>
                      <a:pt x="1425246" y="887944"/>
                      <a:pt x="1399843" y="887944"/>
                    </a:cubicBezTo>
                    <a:lnTo>
                      <a:pt x="1399679" y="887944"/>
                    </a:lnTo>
                    <a:cubicBezTo>
                      <a:pt x="1374386" y="887944"/>
                      <a:pt x="1348847" y="889095"/>
                      <a:pt x="1323718" y="891342"/>
                    </a:cubicBezTo>
                    <a:cubicBezTo>
                      <a:pt x="1305331" y="892959"/>
                      <a:pt x="1286944" y="886793"/>
                      <a:pt x="1273297" y="874325"/>
                    </a:cubicBezTo>
                    <a:cubicBezTo>
                      <a:pt x="1259705" y="861884"/>
                      <a:pt x="1251895" y="844182"/>
                      <a:pt x="1251895" y="825740"/>
                    </a:cubicBezTo>
                    <a:lnTo>
                      <a:pt x="1251895" y="87783"/>
                    </a:lnTo>
                    <a:cubicBezTo>
                      <a:pt x="1251895" y="68847"/>
                      <a:pt x="1243729" y="50789"/>
                      <a:pt x="1229480" y="38266"/>
                    </a:cubicBezTo>
                    <a:cubicBezTo>
                      <a:pt x="1215313" y="25825"/>
                      <a:pt x="1196487" y="20070"/>
                      <a:pt x="1177853" y="22454"/>
                    </a:cubicBezTo>
                    <a:cubicBezTo>
                      <a:pt x="993597" y="46213"/>
                      <a:pt x="815588" y="99456"/>
                      <a:pt x="648732" y="180678"/>
                    </a:cubicBezTo>
                    <a:cubicBezTo>
                      <a:pt x="646083" y="181811"/>
                      <a:pt x="634765" y="179710"/>
                      <a:pt x="614780" y="174375"/>
                    </a:cubicBezTo>
                    <a:lnTo>
                      <a:pt x="483356" y="139163"/>
                    </a:lnTo>
                    <a:lnTo>
                      <a:pt x="441019" y="297222"/>
                    </a:lnTo>
                    <a:cubicBezTo>
                      <a:pt x="440334" y="299771"/>
                      <a:pt x="438772" y="301990"/>
                      <a:pt x="436580" y="303470"/>
                    </a:cubicBezTo>
                    <a:cubicBezTo>
                      <a:pt x="283261" y="407436"/>
                      <a:pt x="148357" y="534695"/>
                      <a:pt x="35595" y="681766"/>
                    </a:cubicBezTo>
                    <a:cubicBezTo>
                      <a:pt x="23976" y="696919"/>
                      <a:pt x="19454" y="716293"/>
                      <a:pt x="23181" y="734954"/>
                    </a:cubicBezTo>
                    <a:cubicBezTo>
                      <a:pt x="26881" y="753506"/>
                      <a:pt x="38390" y="769564"/>
                      <a:pt x="54777" y="779046"/>
                    </a:cubicBezTo>
                    <a:lnTo>
                      <a:pt x="73959" y="790116"/>
                    </a:lnTo>
                    <a:cubicBezTo>
                      <a:pt x="79193" y="793131"/>
                      <a:pt x="81001" y="799844"/>
                      <a:pt x="77959" y="805078"/>
                    </a:cubicBezTo>
                    <a:cubicBezTo>
                      <a:pt x="74945" y="810312"/>
                      <a:pt x="68231" y="812121"/>
                      <a:pt x="62998" y="809079"/>
                    </a:cubicBezTo>
                    <a:lnTo>
                      <a:pt x="43816" y="798008"/>
                    </a:lnTo>
                    <a:cubicBezTo>
                      <a:pt x="21976" y="785403"/>
                      <a:pt x="6603" y="763974"/>
                      <a:pt x="1697" y="739229"/>
                    </a:cubicBezTo>
                    <a:cubicBezTo>
                      <a:pt x="-3262" y="714375"/>
                      <a:pt x="2766" y="688561"/>
                      <a:pt x="18221" y="668420"/>
                    </a:cubicBezTo>
                    <a:cubicBezTo>
                      <a:pt x="131587" y="520582"/>
                      <a:pt x="267039" y="392502"/>
                      <a:pt x="420906" y="287631"/>
                    </a:cubicBezTo>
                    <a:lnTo>
                      <a:pt x="465024" y="122913"/>
                    </a:lnTo>
                    <a:cubicBezTo>
                      <a:pt x="465764" y="120118"/>
                      <a:pt x="467600" y="117706"/>
                      <a:pt x="470121" y="116254"/>
                    </a:cubicBezTo>
                    <a:cubicBezTo>
                      <a:pt x="472642" y="114802"/>
                      <a:pt x="475629" y="114391"/>
                      <a:pt x="478451" y="115158"/>
                    </a:cubicBezTo>
                    <a:cubicBezTo>
                      <a:pt x="479959" y="115569"/>
                      <a:pt x="617767" y="152508"/>
                      <a:pt x="642841" y="159194"/>
                    </a:cubicBezTo>
                    <a:cubicBezTo>
                      <a:pt x="810409" y="78027"/>
                      <a:pt x="989623" y="24647"/>
                      <a:pt x="1175058" y="724"/>
                    </a:cubicBezTo>
                    <a:cubicBezTo>
                      <a:pt x="1199967" y="-2510"/>
                      <a:pt x="1225068" y="5191"/>
                      <a:pt x="1243976" y="21797"/>
                    </a:cubicBezTo>
                    <a:cubicBezTo>
                      <a:pt x="1262939" y="38485"/>
                      <a:pt x="1273818" y="62517"/>
                      <a:pt x="1273818" y="87755"/>
                    </a:cubicBezTo>
                    <a:lnTo>
                      <a:pt x="1273818" y="825767"/>
                    </a:lnTo>
                    <a:cubicBezTo>
                      <a:pt x="1273818" y="838236"/>
                      <a:pt x="1278887" y="849745"/>
                      <a:pt x="1288095" y="858185"/>
                    </a:cubicBezTo>
                    <a:cubicBezTo>
                      <a:pt x="1297329" y="866625"/>
                      <a:pt x="1309304" y="870626"/>
                      <a:pt x="1321773" y="869530"/>
                    </a:cubicBezTo>
                    <a:cubicBezTo>
                      <a:pt x="1347531" y="867228"/>
                      <a:pt x="1373756" y="866049"/>
                      <a:pt x="1399679" y="866049"/>
                    </a:cubicBezTo>
                    <a:cubicBezTo>
                      <a:pt x="1425711" y="865967"/>
                      <a:pt x="1452128" y="867228"/>
                      <a:pt x="1477941" y="869557"/>
                    </a:cubicBezTo>
                    <a:cubicBezTo>
                      <a:pt x="1490410" y="870653"/>
                      <a:pt x="1502385" y="866652"/>
                      <a:pt x="1511619" y="858212"/>
                    </a:cubicBezTo>
                    <a:cubicBezTo>
                      <a:pt x="1520827" y="849799"/>
                      <a:pt x="1525896" y="838290"/>
                      <a:pt x="1525896" y="825795"/>
                    </a:cubicBezTo>
                    <a:lnTo>
                      <a:pt x="1525896" y="786883"/>
                    </a:lnTo>
                    <a:cubicBezTo>
                      <a:pt x="1525896" y="780827"/>
                      <a:pt x="1530801" y="775922"/>
                      <a:pt x="1536857" y="775922"/>
                    </a:cubicBezTo>
                    <a:lnTo>
                      <a:pt x="1536857" y="775922"/>
                    </a:lnTo>
                    <a:cubicBezTo>
                      <a:pt x="1542913" y="775922"/>
                      <a:pt x="1547818" y="780827"/>
                      <a:pt x="1547818" y="786883"/>
                    </a:cubicBezTo>
                    <a:lnTo>
                      <a:pt x="1547818" y="825767"/>
                    </a:lnTo>
                    <a:cubicBezTo>
                      <a:pt x="1547818" y="844209"/>
                      <a:pt x="1540009" y="861912"/>
                      <a:pt x="1526389" y="874352"/>
                    </a:cubicBezTo>
                    <a:cubicBezTo>
                      <a:pt x="1514223" y="885478"/>
                      <a:pt x="1498247" y="891616"/>
                      <a:pt x="1481860" y="891616"/>
                    </a:cubicBezTo>
                    <a:close/>
                  </a:path>
                </a:pathLst>
              </a:custGeom>
              <a:solidFill>
                <a:srgbClr val="444444"/>
              </a:solidFill>
              <a:ln w="2737" cap="flat">
                <a:solidFill>
                  <a:schemeClr val="bg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</p:grpSp>
        <p:sp>
          <p:nvSpPr>
            <p:cNvPr id="88" name="Freeform 21">
              <a:extLst>
                <a:ext uri="{FF2B5EF4-FFF2-40B4-BE49-F238E27FC236}">
                  <a16:creationId xmlns:a16="http://schemas.microsoft.com/office/drawing/2014/main" id="{55AC41AE-DA05-45EE-3755-86A6479114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87755" y="2113007"/>
              <a:ext cx="368795" cy="483720"/>
            </a:xfrm>
            <a:custGeom>
              <a:avLst/>
              <a:gdLst>
                <a:gd name="T0" fmla="*/ 60 w 295"/>
                <a:gd name="T1" fmla="*/ 80 h 350"/>
                <a:gd name="T2" fmla="*/ 12 w 295"/>
                <a:gd name="T3" fmla="*/ 80 h 350"/>
                <a:gd name="T4" fmla="*/ 295 w 295"/>
                <a:gd name="T5" fmla="*/ 36 h 350"/>
                <a:gd name="T6" fmla="*/ 204 w 295"/>
                <a:gd name="T7" fmla="*/ 25 h 350"/>
                <a:gd name="T8" fmla="*/ 197 w 295"/>
                <a:gd name="T9" fmla="*/ 0 h 350"/>
                <a:gd name="T10" fmla="*/ 191 w 295"/>
                <a:gd name="T11" fmla="*/ 25 h 350"/>
                <a:gd name="T12" fmla="*/ 100 w 295"/>
                <a:gd name="T13" fmla="*/ 25 h 350"/>
                <a:gd name="T14" fmla="*/ 108 w 295"/>
                <a:gd name="T15" fmla="*/ 36 h 350"/>
                <a:gd name="T16" fmla="*/ 108 w 295"/>
                <a:gd name="T17" fmla="*/ 140 h 350"/>
                <a:gd name="T18" fmla="*/ 95 w 295"/>
                <a:gd name="T19" fmla="*/ 153 h 350"/>
                <a:gd name="T20" fmla="*/ 59 w 295"/>
                <a:gd name="T21" fmla="*/ 118 h 350"/>
                <a:gd name="T22" fmla="*/ 39 w 295"/>
                <a:gd name="T23" fmla="*/ 109 h 350"/>
                <a:gd name="T24" fmla="*/ 0 w 295"/>
                <a:gd name="T25" fmla="*/ 137 h 350"/>
                <a:gd name="T26" fmla="*/ 0 w 295"/>
                <a:gd name="T27" fmla="*/ 172 h 350"/>
                <a:gd name="T28" fmla="*/ 0 w 295"/>
                <a:gd name="T29" fmla="*/ 334 h 350"/>
                <a:gd name="T30" fmla="*/ 31 w 295"/>
                <a:gd name="T31" fmla="*/ 334 h 350"/>
                <a:gd name="T32" fmla="*/ 37 w 295"/>
                <a:gd name="T33" fmla="*/ 240 h 350"/>
                <a:gd name="T34" fmla="*/ 53 w 295"/>
                <a:gd name="T35" fmla="*/ 350 h 350"/>
                <a:gd name="T36" fmla="*/ 68 w 295"/>
                <a:gd name="T37" fmla="*/ 240 h 350"/>
                <a:gd name="T38" fmla="*/ 68 w 295"/>
                <a:gd name="T39" fmla="*/ 163 h 350"/>
                <a:gd name="T40" fmla="*/ 85 w 295"/>
                <a:gd name="T41" fmla="*/ 181 h 350"/>
                <a:gd name="T42" fmla="*/ 104 w 295"/>
                <a:gd name="T43" fmla="*/ 181 h 350"/>
                <a:gd name="T44" fmla="*/ 118 w 295"/>
                <a:gd name="T45" fmla="*/ 167 h 350"/>
                <a:gd name="T46" fmla="*/ 295 w 295"/>
                <a:gd name="T47" fmla="*/ 167 h 350"/>
                <a:gd name="T48" fmla="*/ 287 w 295"/>
                <a:gd name="T49" fmla="*/ 156 h 350"/>
                <a:gd name="T50" fmla="*/ 295 w 295"/>
                <a:gd name="T51" fmla="*/ 36 h 350"/>
                <a:gd name="T52" fmla="*/ 197 w 295"/>
                <a:gd name="T53" fmla="*/ 5 h 350"/>
                <a:gd name="T54" fmla="*/ 197 w 295"/>
                <a:gd name="T55" fmla="*/ 21 h 350"/>
                <a:gd name="T56" fmla="*/ 280 w 295"/>
                <a:gd name="T57" fmla="*/ 156 h 350"/>
                <a:gd name="T58" fmla="*/ 272 w 295"/>
                <a:gd name="T59" fmla="*/ 76 h 350"/>
                <a:gd name="T60" fmla="*/ 246 w 295"/>
                <a:gd name="T61" fmla="*/ 156 h 350"/>
                <a:gd name="T62" fmla="*/ 238 w 295"/>
                <a:gd name="T63" fmla="*/ 57 h 350"/>
                <a:gd name="T64" fmla="*/ 212 w 295"/>
                <a:gd name="T65" fmla="*/ 156 h 350"/>
                <a:gd name="T66" fmla="*/ 204 w 295"/>
                <a:gd name="T67" fmla="*/ 100 h 350"/>
                <a:gd name="T68" fmla="*/ 179 w 295"/>
                <a:gd name="T69" fmla="*/ 156 h 350"/>
                <a:gd name="T70" fmla="*/ 145 w 295"/>
                <a:gd name="T71" fmla="*/ 140 h 350"/>
                <a:gd name="T72" fmla="*/ 182 w 295"/>
                <a:gd name="T73" fmla="*/ 87 h 350"/>
                <a:gd name="T74" fmla="*/ 142 w 295"/>
                <a:gd name="T75" fmla="*/ 120 h 350"/>
                <a:gd name="T76" fmla="*/ 114 w 295"/>
                <a:gd name="T77" fmla="*/ 133 h 350"/>
                <a:gd name="T78" fmla="*/ 280 w 295"/>
                <a:gd name="T79" fmla="*/ 36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95" h="350">
                  <a:moveTo>
                    <a:pt x="36" y="104"/>
                  </a:moveTo>
                  <a:cubicBezTo>
                    <a:pt x="49" y="104"/>
                    <a:pt x="60" y="93"/>
                    <a:pt x="60" y="80"/>
                  </a:cubicBezTo>
                  <a:cubicBezTo>
                    <a:pt x="60" y="67"/>
                    <a:pt x="49" y="56"/>
                    <a:pt x="36" y="56"/>
                  </a:cubicBezTo>
                  <a:cubicBezTo>
                    <a:pt x="23" y="56"/>
                    <a:pt x="12" y="67"/>
                    <a:pt x="12" y="80"/>
                  </a:cubicBezTo>
                  <a:cubicBezTo>
                    <a:pt x="12" y="93"/>
                    <a:pt x="23" y="104"/>
                    <a:pt x="36" y="104"/>
                  </a:cubicBezTo>
                  <a:close/>
                  <a:moveTo>
                    <a:pt x="295" y="36"/>
                  </a:moveTo>
                  <a:cubicBezTo>
                    <a:pt x="295" y="25"/>
                    <a:pt x="295" y="25"/>
                    <a:pt x="295" y="25"/>
                  </a:cubicBezTo>
                  <a:cubicBezTo>
                    <a:pt x="204" y="25"/>
                    <a:pt x="204" y="25"/>
                    <a:pt x="204" y="25"/>
                  </a:cubicBezTo>
                  <a:cubicBezTo>
                    <a:pt x="208" y="23"/>
                    <a:pt x="211" y="18"/>
                    <a:pt x="211" y="13"/>
                  </a:cubicBezTo>
                  <a:cubicBezTo>
                    <a:pt x="211" y="6"/>
                    <a:pt x="205" y="0"/>
                    <a:pt x="197" y="0"/>
                  </a:cubicBezTo>
                  <a:cubicBezTo>
                    <a:pt x="190" y="0"/>
                    <a:pt x="184" y="6"/>
                    <a:pt x="184" y="13"/>
                  </a:cubicBezTo>
                  <a:cubicBezTo>
                    <a:pt x="184" y="18"/>
                    <a:pt x="187" y="23"/>
                    <a:pt x="191" y="25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100" y="36"/>
                    <a:pt x="100" y="36"/>
                    <a:pt x="100" y="36"/>
                  </a:cubicBezTo>
                  <a:cubicBezTo>
                    <a:pt x="108" y="36"/>
                    <a:pt x="108" y="36"/>
                    <a:pt x="108" y="36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140"/>
                    <a:pt x="108" y="140"/>
                    <a:pt x="108" y="140"/>
                  </a:cubicBezTo>
                  <a:cubicBezTo>
                    <a:pt x="101" y="147"/>
                    <a:pt x="101" y="147"/>
                    <a:pt x="101" y="147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84" y="142"/>
                    <a:pt x="84" y="142"/>
                    <a:pt x="84" y="142"/>
                  </a:cubicBezTo>
                  <a:cubicBezTo>
                    <a:pt x="59" y="118"/>
                    <a:pt x="59" y="118"/>
                    <a:pt x="59" y="118"/>
                  </a:cubicBezTo>
                  <a:cubicBezTo>
                    <a:pt x="59" y="117"/>
                    <a:pt x="58" y="116"/>
                    <a:pt x="57" y="116"/>
                  </a:cubicBezTo>
                  <a:cubicBezTo>
                    <a:pt x="52" y="112"/>
                    <a:pt x="46" y="109"/>
                    <a:pt x="39" y="10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14" y="109"/>
                    <a:pt x="1" y="122"/>
                    <a:pt x="0" y="137"/>
                  </a:cubicBezTo>
                  <a:cubicBezTo>
                    <a:pt x="0" y="138"/>
                    <a:pt x="0" y="138"/>
                    <a:pt x="0" y="139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334"/>
                    <a:pt x="0" y="334"/>
                    <a:pt x="0" y="334"/>
                  </a:cubicBezTo>
                  <a:cubicBezTo>
                    <a:pt x="0" y="343"/>
                    <a:pt x="7" y="350"/>
                    <a:pt x="16" y="350"/>
                  </a:cubicBezTo>
                  <a:cubicBezTo>
                    <a:pt x="24" y="350"/>
                    <a:pt x="31" y="343"/>
                    <a:pt x="31" y="334"/>
                  </a:cubicBezTo>
                  <a:cubicBezTo>
                    <a:pt x="31" y="240"/>
                    <a:pt x="31" y="240"/>
                    <a:pt x="31" y="240"/>
                  </a:cubicBezTo>
                  <a:cubicBezTo>
                    <a:pt x="37" y="240"/>
                    <a:pt x="37" y="240"/>
                    <a:pt x="37" y="240"/>
                  </a:cubicBezTo>
                  <a:cubicBezTo>
                    <a:pt x="37" y="334"/>
                    <a:pt x="37" y="334"/>
                    <a:pt x="37" y="334"/>
                  </a:cubicBezTo>
                  <a:cubicBezTo>
                    <a:pt x="37" y="343"/>
                    <a:pt x="44" y="350"/>
                    <a:pt x="53" y="350"/>
                  </a:cubicBezTo>
                  <a:cubicBezTo>
                    <a:pt x="61" y="350"/>
                    <a:pt x="68" y="343"/>
                    <a:pt x="68" y="334"/>
                  </a:cubicBezTo>
                  <a:cubicBezTo>
                    <a:pt x="68" y="240"/>
                    <a:pt x="68" y="240"/>
                    <a:pt x="68" y="240"/>
                  </a:cubicBezTo>
                  <a:cubicBezTo>
                    <a:pt x="68" y="240"/>
                    <a:pt x="68" y="240"/>
                    <a:pt x="68" y="240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83" y="179"/>
                    <a:pt x="83" y="179"/>
                    <a:pt x="83" y="179"/>
                  </a:cubicBezTo>
                  <a:cubicBezTo>
                    <a:pt x="84" y="179"/>
                    <a:pt x="84" y="180"/>
                    <a:pt x="85" y="181"/>
                  </a:cubicBezTo>
                  <a:cubicBezTo>
                    <a:pt x="89" y="185"/>
                    <a:pt x="96" y="186"/>
                    <a:pt x="101" y="183"/>
                  </a:cubicBezTo>
                  <a:cubicBezTo>
                    <a:pt x="102" y="183"/>
                    <a:pt x="103" y="182"/>
                    <a:pt x="104" y="181"/>
                  </a:cubicBezTo>
                  <a:cubicBezTo>
                    <a:pt x="105" y="180"/>
                    <a:pt x="105" y="180"/>
                    <a:pt x="106" y="179"/>
                  </a:cubicBezTo>
                  <a:cubicBezTo>
                    <a:pt x="118" y="167"/>
                    <a:pt x="118" y="167"/>
                    <a:pt x="118" y="167"/>
                  </a:cubicBezTo>
                  <a:cubicBezTo>
                    <a:pt x="150" y="167"/>
                    <a:pt x="150" y="167"/>
                    <a:pt x="150" y="167"/>
                  </a:cubicBezTo>
                  <a:cubicBezTo>
                    <a:pt x="295" y="167"/>
                    <a:pt x="295" y="167"/>
                    <a:pt x="295" y="167"/>
                  </a:cubicBezTo>
                  <a:cubicBezTo>
                    <a:pt x="295" y="156"/>
                    <a:pt x="295" y="156"/>
                    <a:pt x="295" y="156"/>
                  </a:cubicBezTo>
                  <a:cubicBezTo>
                    <a:pt x="287" y="156"/>
                    <a:pt x="287" y="156"/>
                    <a:pt x="287" y="156"/>
                  </a:cubicBezTo>
                  <a:cubicBezTo>
                    <a:pt x="287" y="36"/>
                    <a:pt x="287" y="36"/>
                    <a:pt x="287" y="36"/>
                  </a:cubicBezTo>
                  <a:lnTo>
                    <a:pt x="295" y="36"/>
                  </a:lnTo>
                  <a:close/>
                  <a:moveTo>
                    <a:pt x="189" y="13"/>
                  </a:moveTo>
                  <a:cubicBezTo>
                    <a:pt x="189" y="9"/>
                    <a:pt x="193" y="5"/>
                    <a:pt x="197" y="5"/>
                  </a:cubicBezTo>
                  <a:cubicBezTo>
                    <a:pt x="202" y="5"/>
                    <a:pt x="205" y="9"/>
                    <a:pt x="205" y="13"/>
                  </a:cubicBezTo>
                  <a:cubicBezTo>
                    <a:pt x="205" y="18"/>
                    <a:pt x="202" y="21"/>
                    <a:pt x="197" y="21"/>
                  </a:cubicBezTo>
                  <a:cubicBezTo>
                    <a:pt x="193" y="21"/>
                    <a:pt x="189" y="18"/>
                    <a:pt x="189" y="13"/>
                  </a:cubicBezTo>
                  <a:close/>
                  <a:moveTo>
                    <a:pt x="280" y="156"/>
                  </a:moveTo>
                  <a:cubicBezTo>
                    <a:pt x="272" y="156"/>
                    <a:pt x="272" y="156"/>
                    <a:pt x="272" y="156"/>
                  </a:cubicBezTo>
                  <a:cubicBezTo>
                    <a:pt x="272" y="76"/>
                    <a:pt x="272" y="76"/>
                    <a:pt x="272" y="76"/>
                  </a:cubicBezTo>
                  <a:cubicBezTo>
                    <a:pt x="246" y="76"/>
                    <a:pt x="246" y="76"/>
                    <a:pt x="246" y="76"/>
                  </a:cubicBezTo>
                  <a:cubicBezTo>
                    <a:pt x="246" y="156"/>
                    <a:pt x="246" y="156"/>
                    <a:pt x="246" y="156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8" y="57"/>
                    <a:pt x="238" y="57"/>
                    <a:pt x="238" y="57"/>
                  </a:cubicBezTo>
                  <a:cubicBezTo>
                    <a:pt x="212" y="57"/>
                    <a:pt x="212" y="57"/>
                    <a:pt x="212" y="57"/>
                  </a:cubicBezTo>
                  <a:cubicBezTo>
                    <a:pt x="212" y="156"/>
                    <a:pt x="212" y="156"/>
                    <a:pt x="212" y="156"/>
                  </a:cubicBezTo>
                  <a:cubicBezTo>
                    <a:pt x="204" y="156"/>
                    <a:pt x="204" y="156"/>
                    <a:pt x="204" y="15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179" y="100"/>
                    <a:pt x="179" y="100"/>
                    <a:pt x="179" y="100"/>
                  </a:cubicBezTo>
                  <a:cubicBezTo>
                    <a:pt x="179" y="156"/>
                    <a:pt x="179" y="156"/>
                    <a:pt x="179" y="156"/>
                  </a:cubicBezTo>
                  <a:cubicBezTo>
                    <a:pt x="129" y="156"/>
                    <a:pt x="129" y="156"/>
                    <a:pt x="129" y="156"/>
                  </a:cubicBezTo>
                  <a:cubicBezTo>
                    <a:pt x="145" y="140"/>
                    <a:pt x="145" y="140"/>
                    <a:pt x="145" y="140"/>
                  </a:cubicBezTo>
                  <a:cubicBezTo>
                    <a:pt x="148" y="136"/>
                    <a:pt x="149" y="130"/>
                    <a:pt x="146" y="126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79" y="85"/>
                    <a:pt x="179" y="85"/>
                    <a:pt x="179" y="85"/>
                  </a:cubicBezTo>
                  <a:cubicBezTo>
                    <a:pt x="142" y="120"/>
                    <a:pt x="142" y="120"/>
                    <a:pt x="142" y="120"/>
                  </a:cubicBezTo>
                  <a:cubicBezTo>
                    <a:pt x="137" y="117"/>
                    <a:pt x="130" y="117"/>
                    <a:pt x="126" y="121"/>
                  </a:cubicBezTo>
                  <a:cubicBezTo>
                    <a:pt x="114" y="133"/>
                    <a:pt x="114" y="133"/>
                    <a:pt x="114" y="133"/>
                  </a:cubicBezTo>
                  <a:cubicBezTo>
                    <a:pt x="114" y="36"/>
                    <a:pt x="114" y="36"/>
                    <a:pt x="114" y="36"/>
                  </a:cubicBezTo>
                  <a:cubicBezTo>
                    <a:pt x="280" y="36"/>
                    <a:pt x="280" y="36"/>
                    <a:pt x="280" y="36"/>
                  </a:cubicBezTo>
                  <a:lnTo>
                    <a:pt x="280" y="1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E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3E11E5DB-37DE-2AFE-CFB9-533B7F338401}"/>
                </a:ext>
              </a:extLst>
            </p:cNvPr>
            <p:cNvGrpSpPr/>
            <p:nvPr/>
          </p:nvGrpSpPr>
          <p:grpSpPr>
            <a:xfrm>
              <a:off x="7041696" y="3312357"/>
              <a:ext cx="365063" cy="338616"/>
              <a:chOff x="7200748" y="3429942"/>
              <a:chExt cx="693862" cy="643594"/>
            </a:xfrm>
            <a:solidFill>
              <a:srgbClr val="FFFFFF"/>
            </a:solidFill>
          </p:grpSpPr>
          <p:sp>
            <p:nvSpPr>
              <p:cNvPr id="90" name="Freeform 53">
                <a:extLst>
                  <a:ext uri="{FF2B5EF4-FFF2-40B4-BE49-F238E27FC236}">
                    <a16:creationId xmlns:a16="http://schemas.microsoft.com/office/drawing/2014/main" id="{23309888-30A3-D30B-866C-89CA5E19FE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59426" y="3429942"/>
                <a:ext cx="573572" cy="353209"/>
              </a:xfrm>
              <a:custGeom>
                <a:avLst/>
                <a:gdLst>
                  <a:gd name="T0" fmla="*/ 152 w 166"/>
                  <a:gd name="T1" fmla="*/ 0 h 107"/>
                  <a:gd name="T2" fmla="*/ 15 w 166"/>
                  <a:gd name="T3" fmla="*/ 0 h 107"/>
                  <a:gd name="T4" fmla="*/ 0 w 166"/>
                  <a:gd name="T5" fmla="*/ 14 h 107"/>
                  <a:gd name="T6" fmla="*/ 0 w 166"/>
                  <a:gd name="T7" fmla="*/ 93 h 107"/>
                  <a:gd name="T8" fmla="*/ 15 w 166"/>
                  <a:gd name="T9" fmla="*/ 107 h 107"/>
                  <a:gd name="T10" fmla="*/ 99 w 166"/>
                  <a:gd name="T11" fmla="*/ 107 h 107"/>
                  <a:gd name="T12" fmla="*/ 99 w 166"/>
                  <a:gd name="T13" fmla="*/ 74 h 107"/>
                  <a:gd name="T14" fmla="*/ 55 w 166"/>
                  <a:gd name="T15" fmla="*/ 51 h 107"/>
                  <a:gd name="T16" fmla="*/ 54 w 166"/>
                  <a:gd name="T17" fmla="*/ 38 h 107"/>
                  <a:gd name="T18" fmla="*/ 68 w 166"/>
                  <a:gd name="T19" fmla="*/ 37 h 107"/>
                  <a:gd name="T20" fmla="*/ 81 w 166"/>
                  <a:gd name="T21" fmla="*/ 47 h 107"/>
                  <a:gd name="T22" fmla="*/ 100 w 166"/>
                  <a:gd name="T23" fmla="*/ 55 h 107"/>
                  <a:gd name="T24" fmla="*/ 121 w 166"/>
                  <a:gd name="T25" fmla="*/ 56 h 107"/>
                  <a:gd name="T26" fmla="*/ 135 w 166"/>
                  <a:gd name="T27" fmla="*/ 71 h 107"/>
                  <a:gd name="T28" fmla="*/ 135 w 166"/>
                  <a:gd name="T29" fmla="*/ 107 h 107"/>
                  <a:gd name="T30" fmla="*/ 152 w 166"/>
                  <a:gd name="T31" fmla="*/ 107 h 107"/>
                  <a:gd name="T32" fmla="*/ 166 w 166"/>
                  <a:gd name="T33" fmla="*/ 93 h 107"/>
                  <a:gd name="T34" fmla="*/ 166 w 166"/>
                  <a:gd name="T35" fmla="*/ 14 h 107"/>
                  <a:gd name="T36" fmla="*/ 152 w 166"/>
                  <a:gd name="T37" fmla="*/ 0 h 107"/>
                  <a:gd name="T38" fmla="*/ 118 w 166"/>
                  <a:gd name="T39" fmla="*/ 51 h 107"/>
                  <a:gd name="T40" fmla="*/ 100 w 166"/>
                  <a:gd name="T41" fmla="*/ 33 h 107"/>
                  <a:gd name="T42" fmla="*/ 118 w 166"/>
                  <a:gd name="T43" fmla="*/ 15 h 107"/>
                  <a:gd name="T44" fmla="*/ 136 w 166"/>
                  <a:gd name="T45" fmla="*/ 33 h 107"/>
                  <a:gd name="T46" fmla="*/ 118 w 166"/>
                  <a:gd name="T47" fmla="*/ 51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66" h="107">
                    <a:moveTo>
                      <a:pt x="152" y="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101"/>
                      <a:pt x="7" y="107"/>
                      <a:pt x="15" y="107"/>
                    </a:cubicBezTo>
                    <a:cubicBezTo>
                      <a:pt x="99" y="107"/>
                      <a:pt x="99" y="107"/>
                      <a:pt x="99" y="107"/>
                    </a:cubicBezTo>
                    <a:cubicBezTo>
                      <a:pt x="99" y="74"/>
                      <a:pt x="99" y="74"/>
                      <a:pt x="99" y="74"/>
                    </a:cubicBezTo>
                    <a:cubicBezTo>
                      <a:pt x="89" y="72"/>
                      <a:pt x="74" y="67"/>
                      <a:pt x="55" y="51"/>
                    </a:cubicBezTo>
                    <a:cubicBezTo>
                      <a:pt x="51" y="48"/>
                      <a:pt x="51" y="42"/>
                      <a:pt x="54" y="38"/>
                    </a:cubicBezTo>
                    <a:cubicBezTo>
                      <a:pt x="58" y="34"/>
                      <a:pt x="64" y="34"/>
                      <a:pt x="68" y="37"/>
                    </a:cubicBezTo>
                    <a:cubicBezTo>
                      <a:pt x="72" y="41"/>
                      <a:pt x="76" y="44"/>
                      <a:pt x="81" y="47"/>
                    </a:cubicBezTo>
                    <a:cubicBezTo>
                      <a:pt x="87" y="51"/>
                      <a:pt x="93" y="54"/>
                      <a:pt x="100" y="55"/>
                    </a:cubicBezTo>
                    <a:cubicBezTo>
                      <a:pt x="107" y="57"/>
                      <a:pt x="114" y="56"/>
                      <a:pt x="121" y="56"/>
                    </a:cubicBezTo>
                    <a:cubicBezTo>
                      <a:pt x="129" y="56"/>
                      <a:pt x="135" y="63"/>
                      <a:pt x="135" y="71"/>
                    </a:cubicBezTo>
                    <a:cubicBezTo>
                      <a:pt x="135" y="107"/>
                      <a:pt x="135" y="107"/>
                      <a:pt x="135" y="107"/>
                    </a:cubicBezTo>
                    <a:cubicBezTo>
                      <a:pt x="152" y="107"/>
                      <a:pt x="152" y="107"/>
                      <a:pt x="152" y="107"/>
                    </a:cubicBezTo>
                    <a:cubicBezTo>
                      <a:pt x="159" y="107"/>
                      <a:pt x="166" y="101"/>
                      <a:pt x="166" y="93"/>
                    </a:cubicBezTo>
                    <a:cubicBezTo>
                      <a:pt x="166" y="14"/>
                      <a:pt x="166" y="14"/>
                      <a:pt x="166" y="14"/>
                    </a:cubicBezTo>
                    <a:cubicBezTo>
                      <a:pt x="166" y="6"/>
                      <a:pt x="159" y="0"/>
                      <a:pt x="152" y="0"/>
                    </a:cubicBezTo>
                    <a:close/>
                    <a:moveTo>
                      <a:pt x="118" y="51"/>
                    </a:moveTo>
                    <a:cubicBezTo>
                      <a:pt x="108" y="51"/>
                      <a:pt x="100" y="43"/>
                      <a:pt x="100" y="33"/>
                    </a:cubicBezTo>
                    <a:cubicBezTo>
                      <a:pt x="100" y="23"/>
                      <a:pt x="108" y="15"/>
                      <a:pt x="118" y="15"/>
                    </a:cubicBezTo>
                    <a:cubicBezTo>
                      <a:pt x="128" y="15"/>
                      <a:pt x="136" y="23"/>
                      <a:pt x="136" y="33"/>
                    </a:cubicBezTo>
                    <a:cubicBezTo>
                      <a:pt x="136" y="43"/>
                      <a:pt x="128" y="51"/>
                      <a:pt x="118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E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91" name="Freeform 54">
                <a:extLst>
                  <a:ext uri="{FF2B5EF4-FFF2-40B4-BE49-F238E27FC236}">
                    <a16:creationId xmlns:a16="http://schemas.microsoft.com/office/drawing/2014/main" id="{C2B5D9A0-DF77-9AB5-A63A-A33720081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00748" y="3823637"/>
                <a:ext cx="137893" cy="249899"/>
              </a:xfrm>
              <a:custGeom>
                <a:avLst/>
                <a:gdLst>
                  <a:gd name="T0" fmla="*/ 27 w 40"/>
                  <a:gd name="T1" fmla="*/ 31 h 76"/>
                  <a:gd name="T2" fmla="*/ 36 w 40"/>
                  <a:gd name="T3" fmla="*/ 16 h 76"/>
                  <a:gd name="T4" fmla="*/ 20 w 40"/>
                  <a:gd name="T5" fmla="*/ 0 h 76"/>
                  <a:gd name="T6" fmla="*/ 4 w 40"/>
                  <a:gd name="T7" fmla="*/ 16 h 76"/>
                  <a:gd name="T8" fmla="*/ 13 w 40"/>
                  <a:gd name="T9" fmla="*/ 31 h 76"/>
                  <a:gd name="T10" fmla="*/ 0 w 40"/>
                  <a:gd name="T11" fmla="*/ 50 h 76"/>
                  <a:gd name="T12" fmla="*/ 0 w 40"/>
                  <a:gd name="T13" fmla="*/ 76 h 76"/>
                  <a:gd name="T14" fmla="*/ 40 w 40"/>
                  <a:gd name="T15" fmla="*/ 76 h 76"/>
                  <a:gd name="T16" fmla="*/ 40 w 40"/>
                  <a:gd name="T17" fmla="*/ 50 h 76"/>
                  <a:gd name="T18" fmla="*/ 27 w 40"/>
                  <a:gd name="T19" fmla="*/ 31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76">
                    <a:moveTo>
                      <a:pt x="27" y="31"/>
                    </a:moveTo>
                    <a:cubicBezTo>
                      <a:pt x="32" y="28"/>
                      <a:pt x="36" y="23"/>
                      <a:pt x="36" y="16"/>
                    </a:cubicBezTo>
                    <a:cubicBezTo>
                      <a:pt x="36" y="8"/>
                      <a:pt x="29" y="0"/>
                      <a:pt x="20" y="0"/>
                    </a:cubicBezTo>
                    <a:cubicBezTo>
                      <a:pt x="11" y="0"/>
                      <a:pt x="4" y="8"/>
                      <a:pt x="4" y="16"/>
                    </a:cubicBezTo>
                    <a:cubicBezTo>
                      <a:pt x="4" y="23"/>
                      <a:pt x="8" y="28"/>
                      <a:pt x="13" y="31"/>
                    </a:cubicBezTo>
                    <a:cubicBezTo>
                      <a:pt x="5" y="34"/>
                      <a:pt x="0" y="41"/>
                      <a:pt x="0" y="50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41"/>
                      <a:pt x="34" y="34"/>
                      <a:pt x="27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E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92" name="Freeform 55">
                <a:extLst>
                  <a:ext uri="{FF2B5EF4-FFF2-40B4-BE49-F238E27FC236}">
                    <a16:creationId xmlns:a16="http://schemas.microsoft.com/office/drawing/2014/main" id="{9C6F8895-9EBE-378D-D1B9-BA25DF8F9C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4115" y="3823637"/>
                <a:ext cx="140826" cy="249899"/>
              </a:xfrm>
              <a:custGeom>
                <a:avLst/>
                <a:gdLst>
                  <a:gd name="T0" fmla="*/ 27 w 41"/>
                  <a:gd name="T1" fmla="*/ 31 h 76"/>
                  <a:gd name="T2" fmla="*/ 36 w 41"/>
                  <a:gd name="T3" fmla="*/ 16 h 76"/>
                  <a:gd name="T4" fmla="*/ 20 w 41"/>
                  <a:gd name="T5" fmla="*/ 0 h 76"/>
                  <a:gd name="T6" fmla="*/ 4 w 41"/>
                  <a:gd name="T7" fmla="*/ 16 h 76"/>
                  <a:gd name="T8" fmla="*/ 14 w 41"/>
                  <a:gd name="T9" fmla="*/ 31 h 76"/>
                  <a:gd name="T10" fmla="*/ 0 w 41"/>
                  <a:gd name="T11" fmla="*/ 50 h 76"/>
                  <a:gd name="T12" fmla="*/ 0 w 41"/>
                  <a:gd name="T13" fmla="*/ 76 h 76"/>
                  <a:gd name="T14" fmla="*/ 41 w 41"/>
                  <a:gd name="T15" fmla="*/ 76 h 76"/>
                  <a:gd name="T16" fmla="*/ 41 w 41"/>
                  <a:gd name="T17" fmla="*/ 50 h 76"/>
                  <a:gd name="T18" fmla="*/ 27 w 41"/>
                  <a:gd name="T19" fmla="*/ 31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" h="76">
                    <a:moveTo>
                      <a:pt x="27" y="31"/>
                    </a:moveTo>
                    <a:cubicBezTo>
                      <a:pt x="33" y="28"/>
                      <a:pt x="36" y="23"/>
                      <a:pt x="36" y="16"/>
                    </a:cubicBezTo>
                    <a:cubicBezTo>
                      <a:pt x="36" y="8"/>
                      <a:pt x="29" y="0"/>
                      <a:pt x="20" y="0"/>
                    </a:cubicBezTo>
                    <a:cubicBezTo>
                      <a:pt x="11" y="0"/>
                      <a:pt x="4" y="8"/>
                      <a:pt x="4" y="16"/>
                    </a:cubicBezTo>
                    <a:cubicBezTo>
                      <a:pt x="4" y="23"/>
                      <a:pt x="8" y="28"/>
                      <a:pt x="14" y="31"/>
                    </a:cubicBezTo>
                    <a:cubicBezTo>
                      <a:pt x="6" y="34"/>
                      <a:pt x="0" y="41"/>
                      <a:pt x="0" y="50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1"/>
                      <a:pt x="35" y="34"/>
                      <a:pt x="27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E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93" name="Freeform 56">
                <a:extLst>
                  <a:ext uri="{FF2B5EF4-FFF2-40B4-BE49-F238E27FC236}">
                    <a16:creationId xmlns:a16="http://schemas.microsoft.com/office/drawing/2014/main" id="{2AD42962-D06C-CF4D-94B5-09A8B0F0D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417" y="3823637"/>
                <a:ext cx="137893" cy="249899"/>
              </a:xfrm>
              <a:custGeom>
                <a:avLst/>
                <a:gdLst>
                  <a:gd name="T0" fmla="*/ 27 w 40"/>
                  <a:gd name="T1" fmla="*/ 31 h 76"/>
                  <a:gd name="T2" fmla="*/ 36 w 40"/>
                  <a:gd name="T3" fmla="*/ 16 h 76"/>
                  <a:gd name="T4" fmla="*/ 20 w 40"/>
                  <a:gd name="T5" fmla="*/ 0 h 76"/>
                  <a:gd name="T6" fmla="*/ 4 w 40"/>
                  <a:gd name="T7" fmla="*/ 16 h 76"/>
                  <a:gd name="T8" fmla="*/ 13 w 40"/>
                  <a:gd name="T9" fmla="*/ 31 h 76"/>
                  <a:gd name="T10" fmla="*/ 0 w 40"/>
                  <a:gd name="T11" fmla="*/ 50 h 76"/>
                  <a:gd name="T12" fmla="*/ 0 w 40"/>
                  <a:gd name="T13" fmla="*/ 76 h 76"/>
                  <a:gd name="T14" fmla="*/ 40 w 40"/>
                  <a:gd name="T15" fmla="*/ 76 h 76"/>
                  <a:gd name="T16" fmla="*/ 40 w 40"/>
                  <a:gd name="T17" fmla="*/ 50 h 76"/>
                  <a:gd name="T18" fmla="*/ 27 w 40"/>
                  <a:gd name="T19" fmla="*/ 31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76">
                    <a:moveTo>
                      <a:pt x="27" y="31"/>
                    </a:moveTo>
                    <a:cubicBezTo>
                      <a:pt x="32" y="28"/>
                      <a:pt x="36" y="23"/>
                      <a:pt x="36" y="16"/>
                    </a:cubicBezTo>
                    <a:cubicBezTo>
                      <a:pt x="36" y="8"/>
                      <a:pt x="29" y="0"/>
                      <a:pt x="20" y="0"/>
                    </a:cubicBezTo>
                    <a:cubicBezTo>
                      <a:pt x="11" y="0"/>
                      <a:pt x="4" y="8"/>
                      <a:pt x="4" y="16"/>
                    </a:cubicBezTo>
                    <a:cubicBezTo>
                      <a:pt x="4" y="23"/>
                      <a:pt x="8" y="28"/>
                      <a:pt x="13" y="31"/>
                    </a:cubicBezTo>
                    <a:cubicBezTo>
                      <a:pt x="5" y="34"/>
                      <a:pt x="0" y="41"/>
                      <a:pt x="0" y="50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41"/>
                      <a:pt x="34" y="34"/>
                      <a:pt x="27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E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94" name="Freeform 57">
                <a:extLst>
                  <a:ext uri="{FF2B5EF4-FFF2-40B4-BE49-F238E27FC236}">
                    <a16:creationId xmlns:a16="http://schemas.microsoft.com/office/drawing/2014/main" id="{F7D32CE2-844D-ABC9-8D91-789D24971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3784" y="3823637"/>
                <a:ext cx="140826" cy="249899"/>
              </a:xfrm>
              <a:custGeom>
                <a:avLst/>
                <a:gdLst>
                  <a:gd name="T0" fmla="*/ 27 w 41"/>
                  <a:gd name="T1" fmla="*/ 31 h 76"/>
                  <a:gd name="T2" fmla="*/ 36 w 41"/>
                  <a:gd name="T3" fmla="*/ 16 h 76"/>
                  <a:gd name="T4" fmla="*/ 21 w 41"/>
                  <a:gd name="T5" fmla="*/ 0 h 76"/>
                  <a:gd name="T6" fmla="*/ 5 w 41"/>
                  <a:gd name="T7" fmla="*/ 16 h 76"/>
                  <a:gd name="T8" fmla="*/ 14 w 41"/>
                  <a:gd name="T9" fmla="*/ 31 h 76"/>
                  <a:gd name="T10" fmla="*/ 0 w 41"/>
                  <a:gd name="T11" fmla="*/ 50 h 76"/>
                  <a:gd name="T12" fmla="*/ 0 w 41"/>
                  <a:gd name="T13" fmla="*/ 76 h 76"/>
                  <a:gd name="T14" fmla="*/ 41 w 41"/>
                  <a:gd name="T15" fmla="*/ 76 h 76"/>
                  <a:gd name="T16" fmla="*/ 41 w 41"/>
                  <a:gd name="T17" fmla="*/ 50 h 76"/>
                  <a:gd name="T18" fmla="*/ 27 w 41"/>
                  <a:gd name="T19" fmla="*/ 31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" h="76">
                    <a:moveTo>
                      <a:pt x="27" y="31"/>
                    </a:moveTo>
                    <a:cubicBezTo>
                      <a:pt x="33" y="28"/>
                      <a:pt x="36" y="23"/>
                      <a:pt x="36" y="16"/>
                    </a:cubicBezTo>
                    <a:cubicBezTo>
                      <a:pt x="36" y="8"/>
                      <a:pt x="29" y="0"/>
                      <a:pt x="21" y="0"/>
                    </a:cubicBezTo>
                    <a:cubicBezTo>
                      <a:pt x="12" y="0"/>
                      <a:pt x="5" y="8"/>
                      <a:pt x="5" y="16"/>
                    </a:cubicBezTo>
                    <a:cubicBezTo>
                      <a:pt x="5" y="23"/>
                      <a:pt x="8" y="28"/>
                      <a:pt x="14" y="31"/>
                    </a:cubicBezTo>
                    <a:cubicBezTo>
                      <a:pt x="6" y="34"/>
                      <a:pt x="0" y="41"/>
                      <a:pt x="0" y="50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1"/>
                      <a:pt x="35" y="34"/>
                      <a:pt x="27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E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</p:grpSp>
        <p:grpSp>
          <p:nvGrpSpPr>
            <p:cNvPr id="95" name="Groupe 404">
              <a:extLst>
                <a:ext uri="{FF2B5EF4-FFF2-40B4-BE49-F238E27FC236}">
                  <a16:creationId xmlns:a16="http://schemas.microsoft.com/office/drawing/2014/main" id="{27D244F4-D2C8-1FEB-F155-FFABD106B2C2}"/>
                </a:ext>
              </a:extLst>
            </p:cNvPr>
            <p:cNvGrpSpPr/>
            <p:nvPr/>
          </p:nvGrpSpPr>
          <p:grpSpPr>
            <a:xfrm>
              <a:off x="4486961" y="3294269"/>
              <a:ext cx="452605" cy="374671"/>
              <a:chOff x="4838050" y="1170254"/>
              <a:chExt cx="540662" cy="447568"/>
            </a:xfrm>
            <a:solidFill>
              <a:srgbClr val="FFFFFF"/>
            </a:solidFill>
          </p:grpSpPr>
          <p:sp>
            <p:nvSpPr>
              <p:cNvPr id="96" name="Freeform 68">
                <a:extLst>
                  <a:ext uri="{FF2B5EF4-FFF2-40B4-BE49-F238E27FC236}">
                    <a16:creationId xmlns:a16="http://schemas.microsoft.com/office/drawing/2014/main" id="{1F563CEC-F6CD-27D8-D55F-3FA2BBD27C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1834" y="1170254"/>
                <a:ext cx="93094" cy="107416"/>
              </a:xfrm>
              <a:custGeom>
                <a:avLst/>
                <a:gdLst>
                  <a:gd name="T0" fmla="*/ 163 w 326"/>
                  <a:gd name="T1" fmla="*/ 377 h 377"/>
                  <a:gd name="T2" fmla="*/ 326 w 326"/>
                  <a:gd name="T3" fmla="*/ 175 h 377"/>
                  <a:gd name="T4" fmla="*/ 163 w 326"/>
                  <a:gd name="T5" fmla="*/ 0 h 377"/>
                  <a:gd name="T6" fmla="*/ 0 w 326"/>
                  <a:gd name="T7" fmla="*/ 175 h 377"/>
                  <a:gd name="T8" fmla="*/ 163 w 326"/>
                  <a:gd name="T9" fmla="*/ 377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6" h="377">
                    <a:moveTo>
                      <a:pt x="163" y="377"/>
                    </a:moveTo>
                    <a:cubicBezTo>
                      <a:pt x="255" y="375"/>
                      <a:pt x="326" y="267"/>
                      <a:pt x="326" y="175"/>
                    </a:cubicBezTo>
                    <a:cubicBezTo>
                      <a:pt x="326" y="81"/>
                      <a:pt x="253" y="2"/>
                      <a:pt x="163" y="0"/>
                    </a:cubicBezTo>
                    <a:cubicBezTo>
                      <a:pt x="73" y="2"/>
                      <a:pt x="0" y="81"/>
                      <a:pt x="0" y="175"/>
                    </a:cubicBezTo>
                    <a:cubicBezTo>
                      <a:pt x="0" y="267"/>
                      <a:pt x="71" y="375"/>
                      <a:pt x="163" y="3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E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97" name="Freeform 69">
                <a:extLst>
                  <a:ext uri="{FF2B5EF4-FFF2-40B4-BE49-F238E27FC236}">
                    <a16:creationId xmlns:a16="http://schemas.microsoft.com/office/drawing/2014/main" id="{847DF7F1-3EFF-006B-C30E-B72952BE18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9430" y="1285727"/>
                <a:ext cx="17903" cy="10742"/>
              </a:xfrm>
              <a:custGeom>
                <a:avLst/>
                <a:gdLst>
                  <a:gd name="T0" fmla="*/ 53 w 61"/>
                  <a:gd name="T1" fmla="*/ 1 h 38"/>
                  <a:gd name="T2" fmla="*/ 7 w 61"/>
                  <a:gd name="T3" fmla="*/ 1 h 38"/>
                  <a:gd name="T4" fmla="*/ 3 w 61"/>
                  <a:gd name="T5" fmla="*/ 4 h 38"/>
                  <a:gd name="T6" fmla="*/ 0 w 61"/>
                  <a:gd name="T7" fmla="*/ 10 h 38"/>
                  <a:gd name="T8" fmla="*/ 0 w 61"/>
                  <a:gd name="T9" fmla="*/ 14 h 38"/>
                  <a:gd name="T10" fmla="*/ 11 w 61"/>
                  <a:gd name="T11" fmla="*/ 36 h 38"/>
                  <a:gd name="T12" fmla="*/ 14 w 61"/>
                  <a:gd name="T13" fmla="*/ 38 h 38"/>
                  <a:gd name="T14" fmla="*/ 30 w 61"/>
                  <a:gd name="T15" fmla="*/ 38 h 38"/>
                  <a:gd name="T16" fmla="*/ 47 w 61"/>
                  <a:gd name="T17" fmla="*/ 38 h 38"/>
                  <a:gd name="T18" fmla="*/ 50 w 61"/>
                  <a:gd name="T19" fmla="*/ 36 h 38"/>
                  <a:gd name="T20" fmla="*/ 58 w 61"/>
                  <a:gd name="T21" fmla="*/ 20 h 38"/>
                  <a:gd name="T22" fmla="*/ 58 w 61"/>
                  <a:gd name="T23" fmla="*/ 4 h 38"/>
                  <a:gd name="T24" fmla="*/ 53 w 61"/>
                  <a:gd name="T25" fmla="*/ 1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1" h="38">
                    <a:moveTo>
                      <a:pt x="53" y="1"/>
                    </a:moveTo>
                    <a:cubicBezTo>
                      <a:pt x="38" y="0"/>
                      <a:pt x="23" y="0"/>
                      <a:pt x="7" y="1"/>
                    </a:cubicBezTo>
                    <a:cubicBezTo>
                      <a:pt x="5" y="1"/>
                      <a:pt x="4" y="2"/>
                      <a:pt x="3" y="4"/>
                    </a:cubicBezTo>
                    <a:cubicBezTo>
                      <a:pt x="2" y="6"/>
                      <a:pt x="1" y="8"/>
                      <a:pt x="0" y="10"/>
                    </a:cubicBezTo>
                    <a:cubicBezTo>
                      <a:pt x="0" y="11"/>
                      <a:pt x="0" y="13"/>
                      <a:pt x="0" y="14"/>
                    </a:cubicBezTo>
                    <a:cubicBezTo>
                      <a:pt x="4" y="21"/>
                      <a:pt x="7" y="29"/>
                      <a:pt x="11" y="36"/>
                    </a:cubicBezTo>
                    <a:cubicBezTo>
                      <a:pt x="12" y="37"/>
                      <a:pt x="12" y="38"/>
                      <a:pt x="14" y="38"/>
                    </a:cubicBezTo>
                    <a:cubicBezTo>
                      <a:pt x="19" y="38"/>
                      <a:pt x="25" y="38"/>
                      <a:pt x="30" y="38"/>
                    </a:cubicBezTo>
                    <a:cubicBezTo>
                      <a:pt x="36" y="38"/>
                      <a:pt x="41" y="38"/>
                      <a:pt x="47" y="38"/>
                    </a:cubicBezTo>
                    <a:cubicBezTo>
                      <a:pt x="48" y="38"/>
                      <a:pt x="49" y="37"/>
                      <a:pt x="50" y="36"/>
                    </a:cubicBezTo>
                    <a:cubicBezTo>
                      <a:pt x="52" y="30"/>
                      <a:pt x="54" y="25"/>
                      <a:pt x="58" y="20"/>
                    </a:cubicBezTo>
                    <a:cubicBezTo>
                      <a:pt x="61" y="14"/>
                      <a:pt x="61" y="10"/>
                      <a:pt x="58" y="4"/>
                    </a:cubicBezTo>
                    <a:cubicBezTo>
                      <a:pt x="57" y="2"/>
                      <a:pt x="56" y="1"/>
                      <a:pt x="53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E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98" name="Freeform 70">
                <a:extLst>
                  <a:ext uri="{FF2B5EF4-FFF2-40B4-BE49-F238E27FC236}">
                    <a16:creationId xmlns:a16="http://schemas.microsoft.com/office/drawing/2014/main" id="{F9B3A4DE-83BE-D9C0-3147-E95637772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9609" y="1285727"/>
                <a:ext cx="158439" cy="88619"/>
              </a:xfrm>
              <a:custGeom>
                <a:avLst/>
                <a:gdLst>
                  <a:gd name="T0" fmla="*/ 554 w 554"/>
                  <a:gd name="T1" fmla="*/ 101 h 311"/>
                  <a:gd name="T2" fmla="*/ 458 w 554"/>
                  <a:gd name="T3" fmla="*/ 0 h 311"/>
                  <a:gd name="T4" fmla="*/ 371 w 554"/>
                  <a:gd name="T5" fmla="*/ 0 h 311"/>
                  <a:gd name="T6" fmla="*/ 310 w 554"/>
                  <a:gd name="T7" fmla="*/ 118 h 311"/>
                  <a:gd name="T8" fmla="*/ 304 w 554"/>
                  <a:gd name="T9" fmla="*/ 89 h 311"/>
                  <a:gd name="T10" fmla="*/ 294 w 554"/>
                  <a:gd name="T11" fmla="*/ 46 h 311"/>
                  <a:gd name="T12" fmla="*/ 260 w 554"/>
                  <a:gd name="T13" fmla="*/ 46 h 311"/>
                  <a:gd name="T14" fmla="*/ 258 w 554"/>
                  <a:gd name="T15" fmla="*/ 48 h 311"/>
                  <a:gd name="T16" fmla="*/ 245 w 554"/>
                  <a:gd name="T17" fmla="*/ 111 h 311"/>
                  <a:gd name="T18" fmla="*/ 243 w 554"/>
                  <a:gd name="T19" fmla="*/ 118 h 311"/>
                  <a:gd name="T20" fmla="*/ 182 w 554"/>
                  <a:gd name="T21" fmla="*/ 0 h 311"/>
                  <a:gd name="T22" fmla="*/ 95 w 554"/>
                  <a:gd name="T23" fmla="*/ 0 h 311"/>
                  <a:gd name="T24" fmla="*/ 0 w 554"/>
                  <a:gd name="T25" fmla="*/ 101 h 311"/>
                  <a:gd name="T26" fmla="*/ 0 w 554"/>
                  <a:gd name="T27" fmla="*/ 311 h 311"/>
                  <a:gd name="T28" fmla="*/ 554 w 554"/>
                  <a:gd name="T29" fmla="*/ 311 h 311"/>
                  <a:gd name="T30" fmla="*/ 554 w 554"/>
                  <a:gd name="T31" fmla="*/ 101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54" h="311">
                    <a:moveTo>
                      <a:pt x="554" y="101"/>
                    </a:moveTo>
                    <a:cubicBezTo>
                      <a:pt x="554" y="45"/>
                      <a:pt x="511" y="0"/>
                      <a:pt x="458" y="0"/>
                    </a:cubicBezTo>
                    <a:cubicBezTo>
                      <a:pt x="371" y="0"/>
                      <a:pt x="371" y="0"/>
                      <a:pt x="371" y="0"/>
                    </a:cubicBezTo>
                    <a:cubicBezTo>
                      <a:pt x="310" y="118"/>
                      <a:pt x="310" y="118"/>
                      <a:pt x="310" y="118"/>
                    </a:cubicBezTo>
                    <a:cubicBezTo>
                      <a:pt x="308" y="109"/>
                      <a:pt x="306" y="99"/>
                      <a:pt x="304" y="89"/>
                    </a:cubicBezTo>
                    <a:cubicBezTo>
                      <a:pt x="300" y="75"/>
                      <a:pt x="297" y="61"/>
                      <a:pt x="294" y="46"/>
                    </a:cubicBezTo>
                    <a:cubicBezTo>
                      <a:pt x="283" y="46"/>
                      <a:pt x="271" y="46"/>
                      <a:pt x="260" y="46"/>
                    </a:cubicBezTo>
                    <a:cubicBezTo>
                      <a:pt x="258" y="46"/>
                      <a:pt x="258" y="47"/>
                      <a:pt x="258" y="48"/>
                    </a:cubicBezTo>
                    <a:cubicBezTo>
                      <a:pt x="254" y="69"/>
                      <a:pt x="249" y="90"/>
                      <a:pt x="245" y="111"/>
                    </a:cubicBezTo>
                    <a:cubicBezTo>
                      <a:pt x="244" y="113"/>
                      <a:pt x="244" y="116"/>
                      <a:pt x="243" y="118"/>
                    </a:cubicBezTo>
                    <a:cubicBezTo>
                      <a:pt x="182" y="0"/>
                      <a:pt x="182" y="0"/>
                      <a:pt x="182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42" y="0"/>
                      <a:pt x="0" y="45"/>
                      <a:pt x="0" y="101"/>
                    </a:cubicBezTo>
                    <a:cubicBezTo>
                      <a:pt x="0" y="311"/>
                      <a:pt x="0" y="311"/>
                      <a:pt x="0" y="311"/>
                    </a:cubicBezTo>
                    <a:cubicBezTo>
                      <a:pt x="554" y="311"/>
                      <a:pt x="554" y="311"/>
                      <a:pt x="554" y="311"/>
                    </a:cubicBezTo>
                    <a:lnTo>
                      <a:pt x="554" y="1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E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99" name="Oval 71">
                <a:extLst>
                  <a:ext uri="{FF2B5EF4-FFF2-40B4-BE49-F238E27FC236}">
                    <a16:creationId xmlns:a16="http://schemas.microsoft.com/office/drawing/2014/main" id="{263AA1E6-A861-D5AA-DB00-3B170E89F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2525" y="1223962"/>
                <a:ext cx="99360" cy="10831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E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00" name="Freeform 72">
                <a:extLst>
                  <a:ext uri="{FF2B5EF4-FFF2-40B4-BE49-F238E27FC236}">
                    <a16:creationId xmlns:a16="http://schemas.microsoft.com/office/drawing/2014/main" id="{023F9ADC-1538-CE95-5CC6-53B1607EE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8050" y="1343910"/>
                <a:ext cx="155754" cy="273912"/>
              </a:xfrm>
              <a:custGeom>
                <a:avLst/>
                <a:gdLst>
                  <a:gd name="T0" fmla="*/ 436 w 542"/>
                  <a:gd name="T1" fmla="*/ 419 h 958"/>
                  <a:gd name="T2" fmla="*/ 421 w 542"/>
                  <a:gd name="T3" fmla="*/ 420 h 958"/>
                  <a:gd name="T4" fmla="*/ 411 w 542"/>
                  <a:gd name="T5" fmla="*/ 419 h 958"/>
                  <a:gd name="T6" fmla="*/ 330 w 542"/>
                  <a:gd name="T7" fmla="*/ 419 h 958"/>
                  <a:gd name="T8" fmla="*/ 330 w 542"/>
                  <a:gd name="T9" fmla="*/ 175 h 958"/>
                  <a:gd name="T10" fmla="*/ 165 w 542"/>
                  <a:gd name="T11" fmla="*/ 0 h 958"/>
                  <a:gd name="T12" fmla="*/ 0 w 542"/>
                  <a:gd name="T13" fmla="*/ 175 h 958"/>
                  <a:gd name="T14" fmla="*/ 0 w 542"/>
                  <a:gd name="T15" fmla="*/ 445 h 958"/>
                  <a:gd name="T16" fmla="*/ 52 w 542"/>
                  <a:gd name="T17" fmla="*/ 572 h 958"/>
                  <a:gd name="T18" fmla="*/ 132 w 542"/>
                  <a:gd name="T19" fmla="*/ 620 h 958"/>
                  <a:gd name="T20" fmla="*/ 330 w 542"/>
                  <a:gd name="T21" fmla="*/ 620 h 958"/>
                  <a:gd name="T22" fmla="*/ 330 w 542"/>
                  <a:gd name="T23" fmla="*/ 845 h 958"/>
                  <a:gd name="T24" fmla="*/ 436 w 542"/>
                  <a:gd name="T25" fmla="*/ 958 h 958"/>
                  <a:gd name="T26" fmla="*/ 542 w 542"/>
                  <a:gd name="T27" fmla="*/ 845 h 958"/>
                  <a:gd name="T28" fmla="*/ 542 w 542"/>
                  <a:gd name="T29" fmla="*/ 531 h 958"/>
                  <a:gd name="T30" fmla="*/ 436 w 542"/>
                  <a:gd name="T31" fmla="*/ 419 h 9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42" h="958">
                    <a:moveTo>
                      <a:pt x="436" y="419"/>
                    </a:moveTo>
                    <a:cubicBezTo>
                      <a:pt x="431" y="419"/>
                      <a:pt x="426" y="419"/>
                      <a:pt x="421" y="420"/>
                    </a:cubicBezTo>
                    <a:cubicBezTo>
                      <a:pt x="418" y="420"/>
                      <a:pt x="414" y="419"/>
                      <a:pt x="411" y="419"/>
                    </a:cubicBezTo>
                    <a:cubicBezTo>
                      <a:pt x="330" y="419"/>
                      <a:pt x="330" y="419"/>
                      <a:pt x="330" y="419"/>
                    </a:cubicBezTo>
                    <a:cubicBezTo>
                      <a:pt x="330" y="175"/>
                      <a:pt x="330" y="175"/>
                      <a:pt x="330" y="175"/>
                    </a:cubicBezTo>
                    <a:cubicBezTo>
                      <a:pt x="330" y="78"/>
                      <a:pt x="256" y="0"/>
                      <a:pt x="165" y="0"/>
                    </a:cubicBezTo>
                    <a:cubicBezTo>
                      <a:pt x="74" y="0"/>
                      <a:pt x="0" y="78"/>
                      <a:pt x="0" y="175"/>
                    </a:cubicBezTo>
                    <a:cubicBezTo>
                      <a:pt x="0" y="445"/>
                      <a:pt x="0" y="445"/>
                      <a:pt x="0" y="445"/>
                    </a:cubicBezTo>
                    <a:cubicBezTo>
                      <a:pt x="0" y="495"/>
                      <a:pt x="20" y="540"/>
                      <a:pt x="52" y="572"/>
                    </a:cubicBezTo>
                    <a:cubicBezTo>
                      <a:pt x="69" y="601"/>
                      <a:pt x="98" y="620"/>
                      <a:pt x="132" y="620"/>
                    </a:cubicBezTo>
                    <a:cubicBezTo>
                      <a:pt x="330" y="620"/>
                      <a:pt x="330" y="620"/>
                      <a:pt x="330" y="620"/>
                    </a:cubicBezTo>
                    <a:cubicBezTo>
                      <a:pt x="330" y="845"/>
                      <a:pt x="330" y="845"/>
                      <a:pt x="330" y="845"/>
                    </a:cubicBezTo>
                    <a:cubicBezTo>
                      <a:pt x="330" y="907"/>
                      <a:pt x="377" y="958"/>
                      <a:pt x="436" y="958"/>
                    </a:cubicBezTo>
                    <a:cubicBezTo>
                      <a:pt x="494" y="958"/>
                      <a:pt x="542" y="907"/>
                      <a:pt x="542" y="845"/>
                    </a:cubicBezTo>
                    <a:cubicBezTo>
                      <a:pt x="542" y="531"/>
                      <a:pt x="542" y="531"/>
                      <a:pt x="542" y="531"/>
                    </a:cubicBezTo>
                    <a:cubicBezTo>
                      <a:pt x="542" y="469"/>
                      <a:pt x="494" y="419"/>
                      <a:pt x="436" y="41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E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01" name="Oval 73">
                <a:extLst>
                  <a:ext uri="{FF2B5EF4-FFF2-40B4-BE49-F238E27FC236}">
                    <a16:creationId xmlns:a16="http://schemas.microsoft.com/office/drawing/2014/main" id="{29048F84-1073-6482-0D0C-E245D9C7C4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6068" y="1223962"/>
                <a:ext cx="100255" cy="10831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E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02" name="Freeform 74">
                <a:extLst>
                  <a:ext uri="{FF2B5EF4-FFF2-40B4-BE49-F238E27FC236}">
                    <a16:creationId xmlns:a16="http://schemas.microsoft.com/office/drawing/2014/main" id="{0297A50A-E99B-9A3F-2415-3153B6859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3853" y="1343910"/>
                <a:ext cx="154859" cy="273912"/>
              </a:xfrm>
              <a:custGeom>
                <a:avLst/>
                <a:gdLst>
                  <a:gd name="T0" fmla="*/ 377 w 542"/>
                  <a:gd name="T1" fmla="*/ 0 h 958"/>
                  <a:gd name="T2" fmla="*/ 212 w 542"/>
                  <a:gd name="T3" fmla="*/ 175 h 958"/>
                  <a:gd name="T4" fmla="*/ 212 w 542"/>
                  <a:gd name="T5" fmla="*/ 419 h 958"/>
                  <a:gd name="T6" fmla="*/ 132 w 542"/>
                  <a:gd name="T7" fmla="*/ 419 h 958"/>
                  <a:gd name="T8" fmla="*/ 121 w 542"/>
                  <a:gd name="T9" fmla="*/ 420 h 958"/>
                  <a:gd name="T10" fmla="*/ 106 w 542"/>
                  <a:gd name="T11" fmla="*/ 419 h 958"/>
                  <a:gd name="T12" fmla="*/ 0 w 542"/>
                  <a:gd name="T13" fmla="*/ 531 h 958"/>
                  <a:gd name="T14" fmla="*/ 0 w 542"/>
                  <a:gd name="T15" fmla="*/ 845 h 958"/>
                  <a:gd name="T16" fmla="*/ 106 w 542"/>
                  <a:gd name="T17" fmla="*/ 958 h 958"/>
                  <a:gd name="T18" fmla="*/ 212 w 542"/>
                  <a:gd name="T19" fmla="*/ 845 h 958"/>
                  <a:gd name="T20" fmla="*/ 212 w 542"/>
                  <a:gd name="T21" fmla="*/ 620 h 958"/>
                  <a:gd name="T22" fmla="*/ 410 w 542"/>
                  <a:gd name="T23" fmla="*/ 620 h 958"/>
                  <a:gd name="T24" fmla="*/ 490 w 542"/>
                  <a:gd name="T25" fmla="*/ 572 h 958"/>
                  <a:gd name="T26" fmla="*/ 542 w 542"/>
                  <a:gd name="T27" fmla="*/ 445 h 958"/>
                  <a:gd name="T28" fmla="*/ 542 w 542"/>
                  <a:gd name="T29" fmla="*/ 175 h 958"/>
                  <a:gd name="T30" fmla="*/ 377 w 542"/>
                  <a:gd name="T31" fmla="*/ 0 h 9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42" h="958">
                    <a:moveTo>
                      <a:pt x="377" y="0"/>
                    </a:moveTo>
                    <a:cubicBezTo>
                      <a:pt x="286" y="0"/>
                      <a:pt x="212" y="78"/>
                      <a:pt x="212" y="175"/>
                    </a:cubicBezTo>
                    <a:cubicBezTo>
                      <a:pt x="212" y="419"/>
                      <a:pt x="212" y="419"/>
                      <a:pt x="212" y="419"/>
                    </a:cubicBezTo>
                    <a:cubicBezTo>
                      <a:pt x="132" y="419"/>
                      <a:pt x="132" y="419"/>
                      <a:pt x="132" y="419"/>
                    </a:cubicBezTo>
                    <a:cubicBezTo>
                      <a:pt x="128" y="419"/>
                      <a:pt x="124" y="420"/>
                      <a:pt x="121" y="420"/>
                    </a:cubicBezTo>
                    <a:cubicBezTo>
                      <a:pt x="116" y="419"/>
                      <a:pt x="111" y="419"/>
                      <a:pt x="106" y="419"/>
                    </a:cubicBezTo>
                    <a:cubicBezTo>
                      <a:pt x="48" y="419"/>
                      <a:pt x="0" y="469"/>
                      <a:pt x="0" y="531"/>
                    </a:cubicBezTo>
                    <a:cubicBezTo>
                      <a:pt x="0" y="845"/>
                      <a:pt x="0" y="845"/>
                      <a:pt x="0" y="845"/>
                    </a:cubicBezTo>
                    <a:cubicBezTo>
                      <a:pt x="0" y="907"/>
                      <a:pt x="48" y="958"/>
                      <a:pt x="106" y="958"/>
                    </a:cubicBezTo>
                    <a:cubicBezTo>
                      <a:pt x="165" y="958"/>
                      <a:pt x="212" y="907"/>
                      <a:pt x="212" y="845"/>
                    </a:cubicBezTo>
                    <a:cubicBezTo>
                      <a:pt x="212" y="620"/>
                      <a:pt x="212" y="620"/>
                      <a:pt x="212" y="620"/>
                    </a:cubicBezTo>
                    <a:cubicBezTo>
                      <a:pt x="410" y="620"/>
                      <a:pt x="410" y="620"/>
                      <a:pt x="410" y="620"/>
                    </a:cubicBezTo>
                    <a:cubicBezTo>
                      <a:pt x="444" y="620"/>
                      <a:pt x="473" y="601"/>
                      <a:pt x="490" y="572"/>
                    </a:cubicBezTo>
                    <a:cubicBezTo>
                      <a:pt x="522" y="540"/>
                      <a:pt x="542" y="495"/>
                      <a:pt x="542" y="445"/>
                    </a:cubicBezTo>
                    <a:cubicBezTo>
                      <a:pt x="542" y="175"/>
                      <a:pt x="542" y="175"/>
                      <a:pt x="542" y="175"/>
                    </a:cubicBezTo>
                    <a:cubicBezTo>
                      <a:pt x="542" y="78"/>
                      <a:pt x="468" y="0"/>
                      <a:pt x="37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E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03" name="Rectangle 75">
                <a:extLst>
                  <a:ext uri="{FF2B5EF4-FFF2-40B4-BE49-F238E27FC236}">
                    <a16:creationId xmlns:a16="http://schemas.microsoft.com/office/drawing/2014/main" id="{4059EA0C-8644-CEBE-46FD-48FE5CD28F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9916" y="1447746"/>
                <a:ext cx="196930" cy="17007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E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04" name="Freeform 76">
                <a:extLst>
                  <a:ext uri="{FF2B5EF4-FFF2-40B4-BE49-F238E27FC236}">
                    <a16:creationId xmlns:a16="http://schemas.microsoft.com/office/drawing/2014/main" id="{4AEFA11B-A83A-5A7D-5AAA-F607DD319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5313" y="1387772"/>
                <a:ext cx="307032" cy="42072"/>
              </a:xfrm>
              <a:custGeom>
                <a:avLst/>
                <a:gdLst>
                  <a:gd name="T0" fmla="*/ 1009 w 1073"/>
                  <a:gd name="T1" fmla="*/ 145 h 145"/>
                  <a:gd name="T2" fmla="*/ 1073 w 1073"/>
                  <a:gd name="T3" fmla="*/ 73 h 145"/>
                  <a:gd name="T4" fmla="*/ 1009 w 1073"/>
                  <a:gd name="T5" fmla="*/ 0 h 145"/>
                  <a:gd name="T6" fmla="*/ 64 w 1073"/>
                  <a:gd name="T7" fmla="*/ 0 h 145"/>
                  <a:gd name="T8" fmla="*/ 0 w 1073"/>
                  <a:gd name="T9" fmla="*/ 73 h 145"/>
                  <a:gd name="T10" fmla="*/ 64 w 1073"/>
                  <a:gd name="T11" fmla="*/ 145 h 145"/>
                  <a:gd name="T12" fmla="*/ 99 w 1073"/>
                  <a:gd name="T13" fmla="*/ 145 h 145"/>
                  <a:gd name="T14" fmla="*/ 193 w 1073"/>
                  <a:gd name="T15" fmla="*/ 145 h 145"/>
                  <a:gd name="T16" fmla="*/ 880 w 1073"/>
                  <a:gd name="T17" fmla="*/ 145 h 145"/>
                  <a:gd name="T18" fmla="*/ 939 w 1073"/>
                  <a:gd name="T19" fmla="*/ 145 h 145"/>
                  <a:gd name="T20" fmla="*/ 1009 w 1073"/>
                  <a:gd name="T21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73" h="145">
                    <a:moveTo>
                      <a:pt x="1009" y="145"/>
                    </a:moveTo>
                    <a:cubicBezTo>
                      <a:pt x="1045" y="145"/>
                      <a:pt x="1073" y="113"/>
                      <a:pt x="1073" y="73"/>
                    </a:cubicBezTo>
                    <a:cubicBezTo>
                      <a:pt x="1073" y="33"/>
                      <a:pt x="1045" y="0"/>
                      <a:pt x="1009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29" y="0"/>
                      <a:pt x="0" y="33"/>
                      <a:pt x="0" y="73"/>
                    </a:cubicBezTo>
                    <a:cubicBezTo>
                      <a:pt x="0" y="113"/>
                      <a:pt x="29" y="145"/>
                      <a:pt x="64" y="145"/>
                    </a:cubicBezTo>
                    <a:cubicBezTo>
                      <a:pt x="99" y="145"/>
                      <a:pt x="99" y="145"/>
                      <a:pt x="99" y="145"/>
                    </a:cubicBezTo>
                    <a:cubicBezTo>
                      <a:pt x="193" y="145"/>
                      <a:pt x="193" y="145"/>
                      <a:pt x="193" y="145"/>
                    </a:cubicBezTo>
                    <a:cubicBezTo>
                      <a:pt x="880" y="145"/>
                      <a:pt x="880" y="145"/>
                      <a:pt x="880" y="145"/>
                    </a:cubicBezTo>
                    <a:cubicBezTo>
                      <a:pt x="939" y="145"/>
                      <a:pt x="939" y="145"/>
                      <a:pt x="939" y="145"/>
                    </a:cubicBezTo>
                    <a:lnTo>
                      <a:pt x="1009" y="14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E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  <p:pic>
          <p:nvPicPr>
            <p:cNvPr id="117" name="Graphic 116" descr="Calligraphy Pen with solid fill">
              <a:extLst>
                <a:ext uri="{FF2B5EF4-FFF2-40B4-BE49-F238E27FC236}">
                  <a16:creationId xmlns:a16="http://schemas.microsoft.com/office/drawing/2014/main" id="{750634F8-BF06-E052-3607-0D42ADF04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087638" y="2101318"/>
              <a:ext cx="468708" cy="468708"/>
            </a:xfrm>
            <a:prstGeom prst="rect">
              <a:avLst/>
            </a:prstGeom>
          </p:spPr>
        </p:pic>
        <p:pic>
          <p:nvPicPr>
            <p:cNvPr id="118" name="Graphic 117" descr="Meeting with solid fill">
              <a:extLst>
                <a:ext uri="{FF2B5EF4-FFF2-40B4-BE49-F238E27FC236}">
                  <a16:creationId xmlns:a16="http://schemas.microsoft.com/office/drawing/2014/main" id="{BC452AA9-DED1-3DB6-6943-9FCD05FF2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13987" y="4273927"/>
              <a:ext cx="572700" cy="572700"/>
            </a:xfrm>
            <a:prstGeom prst="rect">
              <a:avLst/>
            </a:prstGeom>
          </p:spPr>
        </p:pic>
        <p:pic>
          <p:nvPicPr>
            <p:cNvPr id="119" name="Graphic 118" descr="Magnifying glass with solid fill">
              <a:extLst>
                <a:ext uri="{FF2B5EF4-FFF2-40B4-BE49-F238E27FC236}">
                  <a16:creationId xmlns:a16="http://schemas.microsoft.com/office/drawing/2014/main" id="{98A089D2-18D6-C3D2-FB0D-EDCD0657F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22940" y="4355153"/>
              <a:ext cx="502632" cy="502632"/>
            </a:xfrm>
            <a:prstGeom prst="rect">
              <a:avLst/>
            </a:prstGeom>
          </p:spPr>
        </p:pic>
      </p:grp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7106489-B8CF-7106-41B3-C54A39338970}"/>
              </a:ext>
            </a:extLst>
          </p:cNvPr>
          <p:cNvSpPr/>
          <p:nvPr/>
        </p:nvSpPr>
        <p:spPr>
          <a:xfrm>
            <a:off x="451113" y="5748322"/>
            <a:ext cx="11303587" cy="56692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We believe there is an efficiency in utilising a hybrid approach using secondary sources and primary research to generate the desired analysis – each data source has its pros and cons. But taken together, it enhances the quality of insights 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0CE846C-E9D5-B851-2069-4EFA673499A4}"/>
              </a:ext>
            </a:extLst>
          </p:cNvPr>
          <p:cNvSpPr txBox="1"/>
          <p:nvPr/>
        </p:nvSpPr>
        <p:spPr>
          <a:xfrm>
            <a:off x="404333" y="6271530"/>
            <a:ext cx="1143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ts val="100"/>
              </a:spcBef>
              <a:buClr>
                <a:srgbClr val="B10034"/>
              </a:buClr>
              <a:buSzPct val="100000"/>
              <a:defRPr/>
            </a:pPr>
            <a:r>
              <a:rPr lang="en-US" sz="800">
                <a:solidFill>
                  <a:schemeClr val="bg1"/>
                </a:solidFill>
                <a:latin typeface="Ubuntu"/>
                <a:cs typeface="Arial" pitchFamily="34" charset="0"/>
              </a:rPr>
              <a:t>*Hubs are the cities from where majority of bus routes to different cities/destinations originate. The hubs (Delhi, Mumbai/Pune and Bengaluru/Hyderabad etc.) will be finalized in consultation with BlaBlaCar stakeholders and are part of 7 cities to be analyzed.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6B79AC51-51CC-B968-2652-AF572192A451}"/>
              </a:ext>
            </a:extLst>
          </p:cNvPr>
          <p:cNvSpPr txBox="1">
            <a:spLocks/>
          </p:cNvSpPr>
          <p:nvPr/>
        </p:nvSpPr>
        <p:spPr>
          <a:xfrm>
            <a:off x="418397" y="783137"/>
            <a:ext cx="11430000" cy="339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2ABDB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We believe the most efficient way to conduct the research would be to combine a variety of research methodologies and have a collaborative approach with client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83EE25-3E13-411C-FF31-ACD55A639362}"/>
              </a:ext>
            </a:extLst>
          </p:cNvPr>
          <p:cNvSpPr/>
          <p:nvPr/>
        </p:nvSpPr>
        <p:spPr>
          <a:xfrm>
            <a:off x="10362756" y="161026"/>
            <a:ext cx="1058519" cy="216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 algn="ctr">
              <a:spcAft>
                <a:spcPts val="600"/>
              </a:spcAft>
            </a:pPr>
            <a:r>
              <a:rPr lang="en-IN" sz="1200" b="1">
                <a:solidFill>
                  <a:schemeClr val="bg1"/>
                </a:solidFill>
              </a:rPr>
              <a:t>Phase 1</a:t>
            </a:r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A4EADD-2C1B-BB19-7C37-256117191074}"/>
              </a:ext>
            </a:extLst>
          </p:cNvPr>
          <p:cNvSpPr/>
          <p:nvPr/>
        </p:nvSpPr>
        <p:spPr>
          <a:xfrm>
            <a:off x="10362756" y="428526"/>
            <a:ext cx="1058519" cy="216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>
              <a:spcBef>
                <a:spcPts val="600"/>
              </a:spcBef>
            </a:pPr>
            <a:r>
              <a:rPr lang="en-IN" sz="1200" b="1">
                <a:solidFill>
                  <a:schemeClr val="bg1"/>
                </a:solidFill>
              </a:rPr>
              <a:t>Phase 2</a:t>
            </a:r>
          </a:p>
        </p:txBody>
      </p:sp>
    </p:spTree>
    <p:extLst>
      <p:ext uri="{BB962C8B-B14F-4D97-AF65-F5344CB8AC3E}">
        <p14:creationId xmlns:p14="http://schemas.microsoft.com/office/powerpoint/2010/main" val="3455100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3FB7-20E0-7294-B8EB-FB0C4B29F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9644351" cy="716711"/>
          </a:xfrm>
        </p:spPr>
        <p:txBody>
          <a:bodyPr/>
          <a:lstStyle/>
          <a:p>
            <a:r>
              <a:rPr lang="en-IN" dirty="0"/>
              <a:t>To assess BBC product fit in </a:t>
            </a:r>
            <a:r>
              <a:rPr lang="en-IN" dirty="0" err="1"/>
              <a:t>india</a:t>
            </a:r>
            <a:r>
              <a:rPr lang="en-IN" dirty="0"/>
              <a:t>, we recommend a three-step approach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0248977-A51E-3B49-81CA-516D87188CEA}"/>
              </a:ext>
            </a:extLst>
          </p:cNvPr>
          <p:cNvGrpSpPr/>
          <p:nvPr/>
        </p:nvGrpSpPr>
        <p:grpSpPr>
          <a:xfrm>
            <a:off x="2390631" y="1327148"/>
            <a:ext cx="9393382" cy="880343"/>
            <a:chOff x="2390631" y="1327148"/>
            <a:chExt cx="8002659" cy="880343"/>
          </a:xfrm>
          <a:solidFill>
            <a:schemeClr val="accent2"/>
          </a:solidFill>
        </p:grpSpPr>
        <p:sp>
          <p:nvSpPr>
            <p:cNvPr id="3" name="Arrow: Chevron 2">
              <a:extLst>
                <a:ext uri="{FF2B5EF4-FFF2-40B4-BE49-F238E27FC236}">
                  <a16:creationId xmlns:a16="http://schemas.microsoft.com/office/drawing/2014/main" id="{1F0446ED-C911-B984-2BA4-623CD12CDF5D}"/>
                </a:ext>
              </a:extLst>
            </p:cNvPr>
            <p:cNvSpPr/>
            <p:nvPr/>
          </p:nvSpPr>
          <p:spPr>
            <a:xfrm>
              <a:off x="2390631" y="1327150"/>
              <a:ext cx="2717078" cy="880341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/>
                <a:t>Addressable market, target users and preferences assessment</a:t>
              </a:r>
              <a:endParaRPr lang="en-US" sz="1200" b="1" dirty="0"/>
            </a:p>
          </p:txBody>
        </p:sp>
        <p:sp>
          <p:nvSpPr>
            <p:cNvPr id="4" name="Arrow: Chevron 3">
              <a:extLst>
                <a:ext uri="{FF2B5EF4-FFF2-40B4-BE49-F238E27FC236}">
                  <a16:creationId xmlns:a16="http://schemas.microsoft.com/office/drawing/2014/main" id="{066B3B19-0C37-1CBF-5F34-D61BBF5E4DAF}"/>
                </a:ext>
              </a:extLst>
            </p:cNvPr>
            <p:cNvSpPr/>
            <p:nvPr/>
          </p:nvSpPr>
          <p:spPr>
            <a:xfrm>
              <a:off x="5033422" y="1327149"/>
              <a:ext cx="2717078" cy="880341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/>
                <a:t>User mindsets, challenges and needs understanding</a:t>
              </a:r>
              <a:endParaRPr lang="en-US" sz="1200" b="1" dirty="0"/>
            </a:p>
          </p:txBody>
        </p:sp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id="{AFCC260C-70EB-A298-9275-2BDBA405CC75}"/>
                </a:ext>
              </a:extLst>
            </p:cNvPr>
            <p:cNvSpPr/>
            <p:nvPr/>
          </p:nvSpPr>
          <p:spPr>
            <a:xfrm>
              <a:off x="7676212" y="1327148"/>
              <a:ext cx="2717078" cy="880341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/>
                <a:t>Final concept validation</a:t>
              </a:r>
              <a:endParaRPr lang="en-US" sz="1200" b="1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30EBEF5-34BF-3D31-8484-FFE28C8145A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04813" y="3758966"/>
            <a:ext cx="1627187" cy="177188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Expected outcomes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A52D8D-AD92-2E42-39E8-BF1D5986C6B0}"/>
              </a:ext>
            </a:extLst>
          </p:cNvPr>
          <p:cNvSpPr/>
          <p:nvPr/>
        </p:nvSpPr>
        <p:spPr>
          <a:xfrm>
            <a:off x="10362756" y="161026"/>
            <a:ext cx="1058519" cy="216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 algn="ctr">
              <a:spcAft>
                <a:spcPts val="600"/>
              </a:spcAft>
            </a:pPr>
            <a:r>
              <a:rPr lang="en-IN" sz="1200" b="1">
                <a:solidFill>
                  <a:schemeClr val="bg1"/>
                </a:solidFill>
              </a:rPr>
              <a:t>Phase 1</a:t>
            </a:r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AA79A2-F855-0CA6-4DFA-C5DFD625677C}"/>
              </a:ext>
            </a:extLst>
          </p:cNvPr>
          <p:cNvSpPr/>
          <p:nvPr/>
        </p:nvSpPr>
        <p:spPr>
          <a:xfrm>
            <a:off x="10362756" y="428526"/>
            <a:ext cx="1058519" cy="21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>
              <a:spcBef>
                <a:spcPts val="600"/>
              </a:spcBef>
            </a:pPr>
            <a:r>
              <a:rPr lang="en-IN" sz="1200" b="1">
                <a:solidFill>
                  <a:schemeClr val="bg1"/>
                </a:solidFill>
              </a:rPr>
              <a:t>Phase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549276-C47B-5D69-C383-5FF316FE196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4050" y="2456170"/>
            <a:ext cx="1627187" cy="11600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Goal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46952D-92CA-129D-36CD-4D275557816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81392" y="3758967"/>
            <a:ext cx="2800176" cy="1771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Addressable market sizing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Transportation habits and preferences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Awareness of carpooling and bus platforms including BBC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3A980D-5E01-ED6D-70AF-74F2869BE24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390659" y="2456170"/>
            <a:ext cx="2800176" cy="1160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200" b="1">
                <a:solidFill>
                  <a:schemeClr val="accent4"/>
                </a:solidFill>
              </a:rPr>
              <a:t>Understand market potential and preferences for carpooling and bus for inter-city travels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07270A-7687-3DA2-5B57-FCA548A7D03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492693" y="3758967"/>
            <a:ext cx="2800176" cy="1771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Understand general attitudes towards carpooling, their needs and mobility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Identify gaps in </a:t>
            </a:r>
            <a:r>
              <a:rPr lang="en-US" sz="1200" dirty="0" err="1">
                <a:solidFill>
                  <a:schemeClr val="accent4"/>
                </a:solidFill>
              </a:rPr>
              <a:t>BlaBlaCar</a:t>
            </a:r>
            <a:r>
              <a:rPr lang="en-US" sz="1200" dirty="0">
                <a:solidFill>
                  <a:schemeClr val="accent4"/>
                </a:solidFill>
              </a:rPr>
              <a:t> as well as competitor’s products and brand perception of </a:t>
            </a:r>
            <a:r>
              <a:rPr lang="en-US" sz="1200" dirty="0" err="1">
                <a:solidFill>
                  <a:schemeClr val="accent4"/>
                </a:solidFill>
              </a:rPr>
              <a:t>BlaBlaCar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9959CD-6511-DCA1-27FA-00F59AEB9F5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501960" y="2456170"/>
            <a:ext cx="2800176" cy="1160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>
                <a:solidFill>
                  <a:schemeClr val="accent4"/>
                </a:solidFill>
              </a:rPr>
              <a:t>Deep dive into user mindsets, challenges and needs while using the platform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F96EF5-4069-170C-C292-714419E037A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594754" y="3758967"/>
            <a:ext cx="2800176" cy="1771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4"/>
                </a:solidFill>
              </a:rPr>
              <a:t>Evaluative scores on overall likeability, uniqueness, relevance, credibility, comprehension, intention to use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4"/>
                </a:solidFill>
              </a:rPr>
              <a:t>Diagnostics on likes, dislikes, reasons for wanting to use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9BF001-CDF5-6931-4DE1-7748DD1D4B1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604021" y="2456170"/>
            <a:ext cx="2800176" cy="1160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200" b="1">
                <a:solidFill>
                  <a:schemeClr val="accent4"/>
                </a:solidFill>
              </a:rPr>
              <a:t>Validate finalized concepts based on audience acceptance of key parameters 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4709F2A-353E-8AB6-F59A-651EA672AA73}"/>
              </a:ext>
            </a:extLst>
          </p:cNvPr>
          <p:cNvSpPr/>
          <p:nvPr/>
        </p:nvSpPr>
        <p:spPr>
          <a:xfrm>
            <a:off x="2390631" y="1160895"/>
            <a:ext cx="341745" cy="332509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/>
              <a:t>1</a:t>
            </a:r>
            <a:endParaRPr lang="en-US" sz="1400" b="1" err="1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3A6867E-F51E-1F56-8B66-534D61494FDD}"/>
              </a:ext>
            </a:extLst>
          </p:cNvPr>
          <p:cNvSpPr/>
          <p:nvPr/>
        </p:nvSpPr>
        <p:spPr>
          <a:xfrm>
            <a:off x="5405495" y="1160895"/>
            <a:ext cx="341745" cy="332509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/>
              <a:t>2</a:t>
            </a:r>
            <a:endParaRPr lang="en-US" sz="1400" b="1" err="1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6DC1582-A309-0DA9-0AF6-98DE4A2F8D01}"/>
              </a:ext>
            </a:extLst>
          </p:cNvPr>
          <p:cNvSpPr/>
          <p:nvPr/>
        </p:nvSpPr>
        <p:spPr>
          <a:xfrm>
            <a:off x="8511079" y="1160895"/>
            <a:ext cx="341745" cy="332509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/>
              <a:t>3</a:t>
            </a:r>
            <a:endParaRPr lang="en-US" sz="1400" b="1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1E7BAA-9DDC-3891-9C55-4A687A210406}"/>
              </a:ext>
            </a:extLst>
          </p:cNvPr>
          <p:cNvSpPr/>
          <p:nvPr/>
        </p:nvSpPr>
        <p:spPr>
          <a:xfrm>
            <a:off x="8340207" y="1074454"/>
            <a:ext cx="3536107" cy="5395358"/>
          </a:xfrm>
          <a:prstGeom prst="rect">
            <a:avLst/>
          </a:prstGeom>
          <a:solidFill>
            <a:srgbClr val="ECECEC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IN" sz="1600" b="1" i="1" dirty="0">
                <a:solidFill>
                  <a:schemeClr val="bg2"/>
                </a:solidFill>
              </a:rPr>
              <a:t>Out of scope</a:t>
            </a:r>
            <a:endParaRPr lang="en-US" sz="1600" b="1" i="1" dirty="0" err="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7272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0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1363354" cy="716711"/>
          </a:xfrm>
        </p:spPr>
        <p:txBody>
          <a:bodyPr/>
          <a:lstStyle/>
          <a:p>
            <a:r>
              <a:rPr lang="en-IN" sz="2800" dirty="0"/>
              <a:t>Addressable market, target users and preferences assessment</a:t>
            </a:r>
            <a:endParaRPr lang="en-US" sz="2800" dirty="0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4AAEE1BF-3FFE-223C-60F6-DA712DCD448F}"/>
              </a:ext>
            </a:extLst>
          </p:cNvPr>
          <p:cNvSpPr/>
          <p:nvPr/>
        </p:nvSpPr>
        <p:spPr>
          <a:xfrm>
            <a:off x="404813" y="1322574"/>
            <a:ext cx="11363354" cy="30768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400" b="1">
                <a:solidFill>
                  <a:schemeClr val="bg1"/>
                </a:solidFill>
              </a:rPr>
              <a:t>Purpose and scope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85AAEF-7D71-7A5E-D93E-19C9CAA4D81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04813" y="2669865"/>
            <a:ext cx="6305565" cy="30768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51A4A5-32D4-C62A-9633-CBAC1CF651B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895999" y="2669865"/>
            <a:ext cx="4872168" cy="307686"/>
          </a:xfrm>
          <a:prstGeom prst="rect">
            <a:avLst/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Outcomes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4F1A33-66B0-0A50-BD25-A73FF974D43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911845" y="4366861"/>
            <a:ext cx="4872168" cy="307686"/>
          </a:xfrm>
          <a:prstGeom prst="rect">
            <a:avLst/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Contingencies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9C9F7-F80E-D335-A5DD-BB0160A2A189}"/>
              </a:ext>
            </a:extLst>
          </p:cNvPr>
          <p:cNvSpPr/>
          <p:nvPr/>
        </p:nvSpPr>
        <p:spPr>
          <a:xfrm>
            <a:off x="404813" y="1700384"/>
            <a:ext cx="11363354" cy="8185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>
                <a:solidFill>
                  <a:schemeClr val="accent4"/>
                </a:solidFill>
              </a:rPr>
              <a:t>For the total population being considered, evaluate the total addressable market for carpooling and bus services</a:t>
            </a:r>
            <a:endParaRPr lang="en-US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>
                <a:solidFill>
                  <a:schemeClr val="accent4"/>
                </a:solidFill>
              </a:rPr>
              <a:t>Identify the key target users for different modes of transportation especially carpooling and bus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>
                <a:solidFill>
                  <a:schemeClr val="accent4"/>
                </a:solidFill>
              </a:rPr>
              <a:t>Understand the habits and practices for inter-city travel and the main drivers by transportation mode and platform type (online, offline)</a:t>
            </a:r>
            <a:endParaRPr lang="en-IN" sz="1200">
              <a:solidFill>
                <a:schemeClr val="accent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819836-E945-AD13-4421-BF3EBE9693A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04812" y="3053923"/>
            <a:ext cx="6305565" cy="35586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accent4"/>
                </a:solidFill>
              </a:rPr>
              <a:t>Research questions</a:t>
            </a:r>
            <a:endParaRPr lang="en-US" sz="1200" b="1" dirty="0">
              <a:solidFill>
                <a:schemeClr val="accent4"/>
              </a:solidFill>
              <a:latin typeface="Ubuntu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Travel habits including inter-city travel (incl. frequency, modes)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it-IT" sz="1200" dirty="0">
                <a:solidFill>
                  <a:schemeClr val="accent4"/>
                </a:solidFill>
              </a:rPr>
              <a:t>Booking channels used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it-IT" sz="1200" dirty="0">
                <a:solidFill>
                  <a:schemeClr val="accent4"/>
                </a:solidFill>
              </a:rPr>
              <a:t>If booked online, list of sites aware of (e.g., BBC etc.) used and rationale</a:t>
            </a:r>
          </a:p>
          <a:p>
            <a:pPr lvl="1"/>
            <a:endParaRPr lang="en-US" sz="1200" dirty="0">
              <a:solidFill>
                <a:schemeClr val="accent4"/>
              </a:solidFill>
            </a:endParaRPr>
          </a:p>
          <a:p>
            <a:pPr marL="285750" marR="0" lvl="1" indent="-285750" fontAlgn="base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chemeClr val="accent4"/>
                </a:solidFill>
              </a:rPr>
              <a:t>Study design</a:t>
            </a:r>
            <a:endParaRPr lang="en-US" sz="1200" dirty="0">
              <a:solidFill>
                <a:schemeClr val="accent4"/>
              </a:solidFill>
            </a:endParaRPr>
          </a:p>
          <a:p>
            <a:pPr marL="742950" lvl="1" indent="-285750" fontAlgn="base">
              <a:buFont typeface="Arial,Sans-Serif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Face-to-face quantitative study to be conducted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A structured quantitative questionnaire to be used</a:t>
            </a:r>
            <a:endParaRPr lang="en-US" dirty="0">
              <a:solidFill>
                <a:schemeClr val="accent4"/>
              </a:solidFill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Random Listing study to evaluate incidence of usage followed by the main study to understand usage/ practices among users/ / non-users of platforms</a:t>
            </a:r>
          </a:p>
          <a:p>
            <a:pPr lvl="1" fontAlgn="base">
              <a:defRPr/>
            </a:pPr>
            <a:r>
              <a:rPr lang="en-US" sz="1200" dirty="0">
                <a:solidFill>
                  <a:schemeClr val="accent4"/>
                </a:solidFill>
              </a:rPr>
              <a:t> </a:t>
            </a:r>
            <a:endParaRPr lang="en-US" sz="1200" b="1" dirty="0">
              <a:solidFill>
                <a:schemeClr val="accent4"/>
              </a:solidFill>
            </a:endParaRPr>
          </a:p>
          <a:p>
            <a:pPr marL="285750" lvl="1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chemeClr val="accent4"/>
                </a:solidFill>
              </a:rPr>
              <a:t>Audience </a:t>
            </a:r>
            <a:r>
              <a:rPr lang="en-US" sz="1200" dirty="0">
                <a:solidFill>
                  <a:schemeClr val="accent4"/>
                </a:solidFill>
              </a:rPr>
              <a:t>(to be fine-tuned based on outcomes of phase 1 and platform data analysis)</a:t>
            </a:r>
          </a:p>
          <a:p>
            <a:pPr marL="742950" lvl="2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2000 participants (400 per city)</a:t>
            </a:r>
          </a:p>
          <a:p>
            <a:pPr marL="742950" lvl="2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SEC A, B, C respondents</a:t>
            </a:r>
          </a:p>
          <a:p>
            <a:pPr marL="742950" lvl="2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Males and females </a:t>
            </a:r>
          </a:p>
          <a:p>
            <a:pPr marL="742950" lvl="2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Staying in one of the locations: Hyderabad, Bengaluru, Mumbai, Delhi, Pune</a:t>
            </a:r>
          </a:p>
          <a:p>
            <a:pPr marL="742950" lvl="2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Inter-city travelers (&gt; 50 kms from city )</a:t>
            </a:r>
          </a:p>
          <a:p>
            <a:pPr marL="742950" lvl="2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5 to 6 hours max of travel time and/ or overnight journey 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38AF53-A7EA-99B0-D8BF-23A5AF05DAA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911845" y="4758317"/>
            <a:ext cx="4872168" cy="1854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Learnings from Phase 1 (Market Understanding), through Desk Research, inputs received from client stakeholders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Target audiences/ age group/ SEC, locations to be finalized in consultation with the client​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Questionnaire to be designed by the CG research team and finalized in consultation with the client​</a:t>
            </a:r>
            <a:endParaRPr lang="en-IN" sz="1200" b="1" dirty="0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3B43F1-7384-A3B0-8876-650D768B446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95999" y="3053923"/>
            <a:ext cx="4872168" cy="1160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Key target users for carpooling and bus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Current carpooling and bus services being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Drivers for using / not using carpooling and bus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Improvement areas for carpooling and bus services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EE4136-B49B-48A7-B6A7-1BC45C37CB74}"/>
              </a:ext>
            </a:extLst>
          </p:cNvPr>
          <p:cNvSpPr/>
          <p:nvPr/>
        </p:nvSpPr>
        <p:spPr>
          <a:xfrm>
            <a:off x="10362756" y="161026"/>
            <a:ext cx="1058519" cy="216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 algn="ctr">
              <a:spcAft>
                <a:spcPts val="600"/>
              </a:spcAft>
            </a:pPr>
            <a:r>
              <a:rPr lang="en-IN" sz="1200" b="1">
                <a:solidFill>
                  <a:schemeClr val="bg1"/>
                </a:solidFill>
              </a:rPr>
              <a:t>Phase 1</a:t>
            </a:r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69AA3F-F142-AAD9-CAF7-F5C00B5DA09F}"/>
              </a:ext>
            </a:extLst>
          </p:cNvPr>
          <p:cNvSpPr/>
          <p:nvPr/>
        </p:nvSpPr>
        <p:spPr>
          <a:xfrm>
            <a:off x="10362756" y="428526"/>
            <a:ext cx="1058519" cy="21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>
              <a:spcBef>
                <a:spcPts val="600"/>
              </a:spcBef>
            </a:pPr>
            <a:r>
              <a:rPr lang="en-IN" sz="1200" b="1">
                <a:solidFill>
                  <a:schemeClr val="bg1"/>
                </a:solidFill>
              </a:rPr>
              <a:t>Phase 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6CB352-799A-1BA8-F0FE-C876AD4EF6D9}"/>
              </a:ext>
            </a:extLst>
          </p:cNvPr>
          <p:cNvSpPr/>
          <p:nvPr/>
        </p:nvSpPr>
        <p:spPr>
          <a:xfrm>
            <a:off x="39528" y="148445"/>
            <a:ext cx="341745" cy="332509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/>
              <a:t>1</a:t>
            </a:r>
            <a:endParaRPr lang="en-US" sz="1400" b="1" err="1"/>
          </a:p>
        </p:txBody>
      </p:sp>
    </p:spTree>
    <p:extLst>
      <p:ext uri="{BB962C8B-B14F-4D97-AF65-F5344CB8AC3E}">
        <p14:creationId xmlns:p14="http://schemas.microsoft.com/office/powerpoint/2010/main" val="10764608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9817055" cy="716711"/>
          </a:xfrm>
        </p:spPr>
        <p:txBody>
          <a:bodyPr/>
          <a:lstStyle/>
          <a:p>
            <a:r>
              <a:rPr lang="en-IN" sz="2800" dirty="0"/>
              <a:t>Deep dive into user mindsets, challenges and needs</a:t>
            </a:r>
            <a:endParaRPr lang="en-US" sz="2800" dirty="0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4AAEE1BF-3FFE-223C-60F6-DA712DCD448F}"/>
              </a:ext>
            </a:extLst>
          </p:cNvPr>
          <p:cNvSpPr/>
          <p:nvPr/>
        </p:nvSpPr>
        <p:spPr>
          <a:xfrm>
            <a:off x="404813" y="1322574"/>
            <a:ext cx="11363354" cy="30768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400" b="1">
                <a:solidFill>
                  <a:schemeClr val="bg1"/>
                </a:solidFill>
              </a:rPr>
              <a:t>Purpose and scope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85AAEF-7D71-7A5E-D93E-19C9CAA4D81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04813" y="2669865"/>
            <a:ext cx="6305565" cy="30768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51A4A5-32D4-C62A-9633-CBAC1CF651B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895999" y="2669865"/>
            <a:ext cx="4872168" cy="307686"/>
          </a:xfrm>
          <a:prstGeom prst="rect">
            <a:avLst/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Outcomes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4F1A33-66B0-0A50-BD25-A73FF974D43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911845" y="4366861"/>
            <a:ext cx="4872168" cy="307686"/>
          </a:xfrm>
          <a:prstGeom prst="rect">
            <a:avLst/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Contingencies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9C9F7-F80E-D335-A5DD-BB0160A2A189}"/>
              </a:ext>
            </a:extLst>
          </p:cNvPr>
          <p:cNvSpPr/>
          <p:nvPr/>
        </p:nvSpPr>
        <p:spPr>
          <a:xfrm>
            <a:off x="404813" y="1700384"/>
            <a:ext cx="11363354" cy="8185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4"/>
                </a:solidFill>
              </a:rPr>
              <a:t>Understand general attitudes towards carpooling and bus ride booking, their needs and mobility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4"/>
                </a:solidFill>
              </a:rPr>
              <a:t>Identify gaps in </a:t>
            </a:r>
            <a:r>
              <a:rPr lang="en-US" sz="1200" b="1" dirty="0" err="1">
                <a:solidFill>
                  <a:schemeClr val="accent4"/>
                </a:solidFill>
              </a:rPr>
              <a:t>BlaBlaCar</a:t>
            </a:r>
            <a:r>
              <a:rPr lang="en-US" sz="1200" b="1" dirty="0">
                <a:solidFill>
                  <a:schemeClr val="accent4"/>
                </a:solidFill>
              </a:rPr>
              <a:t> as well as competitor’s products and brand perception of </a:t>
            </a:r>
            <a:r>
              <a:rPr lang="en-US" sz="1200" b="1" dirty="0" err="1">
                <a:solidFill>
                  <a:schemeClr val="accent4"/>
                </a:solidFill>
              </a:rPr>
              <a:t>BlaBlaCar</a:t>
            </a:r>
            <a:endParaRPr lang="en-US" sz="1200" b="1" dirty="0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4"/>
                </a:solidFill>
              </a:rPr>
              <a:t>Understand </a:t>
            </a:r>
            <a:r>
              <a:rPr lang="en-IN" sz="1200" b="1" dirty="0">
                <a:solidFill>
                  <a:schemeClr val="accent4"/>
                </a:solidFill>
              </a:rPr>
              <a:t>societal, macroeconomic (payments, etc.), regulatory, and mobility trends impacting users</a:t>
            </a:r>
            <a:endParaRPr lang="en-US" sz="1200" b="1" dirty="0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b="1" dirty="0">
              <a:solidFill>
                <a:schemeClr val="accent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819836-E945-AD13-4421-BF3EBE9693A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04812" y="3053923"/>
            <a:ext cx="6305565" cy="33978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accent4"/>
                </a:solidFill>
              </a:rPr>
              <a:t>Research </a:t>
            </a:r>
            <a:r>
              <a:rPr lang="en-US" sz="1200" b="1" dirty="0">
                <a:solidFill>
                  <a:schemeClr val="accent4"/>
                </a:solidFill>
              </a:rPr>
              <a:t>type</a:t>
            </a:r>
            <a:endParaRPr lang="en-US" sz="1200" b="1" dirty="0">
              <a:solidFill>
                <a:schemeClr val="accent4"/>
              </a:solidFill>
              <a:latin typeface="Ubuntu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Observational research or shadowing with open ended questions to understand their lifestyles, surroundings while capturing mindsets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Questionnaire will be around perception of carpooling, travel patterns, usage patterns, booking challenges, payment trends, etc. </a:t>
            </a:r>
            <a:endParaRPr lang="en-US" altLang="it-IT" sz="1200" dirty="0">
              <a:solidFill>
                <a:schemeClr val="accent4"/>
              </a:solidFill>
            </a:endParaRPr>
          </a:p>
          <a:p>
            <a:pPr marL="742950" marR="0" lvl="1" indent="-285750" fontAlgn="base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dirty="0">
              <a:solidFill>
                <a:schemeClr val="accent4"/>
              </a:solidFill>
            </a:endParaRPr>
          </a:p>
          <a:p>
            <a:pPr marL="285750" marR="0" lvl="1" indent="-285750" fontAlgn="base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chemeClr val="accent4"/>
                </a:solidFill>
              </a:rPr>
              <a:t>Study design</a:t>
            </a:r>
            <a:endParaRPr lang="en-US" sz="1200" dirty="0">
              <a:solidFill>
                <a:schemeClr val="accent4"/>
              </a:solidFill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Research in user’s environment in tier 1 cities</a:t>
            </a:r>
          </a:p>
          <a:p>
            <a:pPr marL="742950" lvl="1" indent="-285750">
              <a:buFont typeface="Arial,Sans-Serif" panose="05000000000000000000" pitchFamily="2" charset="2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A structured qualitative questionnaire to be used</a:t>
            </a:r>
          </a:p>
          <a:p>
            <a:pPr marL="285750" lvl="1" indent="-285750" fontAlgn="base">
              <a:buFont typeface="Arial" panose="020B0604020202020204" pitchFamily="34" charset="0"/>
              <a:buChar char="•"/>
              <a:defRPr/>
            </a:pPr>
            <a:endParaRPr lang="en-US" sz="1200" b="1" dirty="0">
              <a:solidFill>
                <a:schemeClr val="accent4"/>
              </a:solidFill>
            </a:endParaRPr>
          </a:p>
          <a:p>
            <a:pPr marL="285750" lvl="1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chemeClr val="accent4"/>
                </a:solidFill>
              </a:rPr>
              <a:t>Audience</a:t>
            </a:r>
          </a:p>
          <a:p>
            <a:pPr marL="742950" lvl="2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About 30 participants (mix of riders and drivers) in Bangalore, Delhi, Mumbai, Pune, Kolkata or Chennai</a:t>
            </a:r>
          </a:p>
          <a:p>
            <a:pPr marL="742950" lvl="2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Users who are new and/or have used carpooling services or bus booking platforms (</a:t>
            </a:r>
            <a:r>
              <a:rPr lang="en-US" sz="1200" dirty="0" err="1">
                <a:solidFill>
                  <a:schemeClr val="accent4"/>
                </a:solidFill>
              </a:rPr>
              <a:t>BlaBlaCar</a:t>
            </a:r>
            <a:r>
              <a:rPr lang="en-US" sz="1200" dirty="0">
                <a:solidFill>
                  <a:schemeClr val="accent4"/>
                </a:solidFill>
              </a:rPr>
              <a:t> or competitors)</a:t>
            </a:r>
          </a:p>
          <a:p>
            <a:pPr marL="742950" lvl="2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Users who have rented car using booking platforms</a:t>
            </a:r>
          </a:p>
          <a:p>
            <a:pPr marL="742950" lvl="2" indent="-285750" fontAlgn="base"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chemeClr val="accent4"/>
              </a:solidFill>
            </a:endParaRPr>
          </a:p>
          <a:p>
            <a:pPr marL="742950" lvl="2" indent="-285750" fontAlgn="base"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38AF53-A7EA-99B0-D8BF-23A5AF05DAA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911845" y="4758317"/>
            <a:ext cx="4872168" cy="17043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Hypothesis based on existing market study (if any)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Consumer profiles – carpooling drivers, carpooling riders, bus riders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Learnings from Desk Research, inputs received from client stakeholders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Target audiences/ age group/ SEC, locations to be finalized in consultation with the client​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3B43F1-7384-A3B0-8876-650D768B446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95999" y="3053923"/>
            <a:ext cx="4872168" cy="1160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Define personas or </a:t>
            </a:r>
            <a:r>
              <a:rPr lang="en-US" sz="1200" dirty="0" err="1">
                <a:solidFill>
                  <a:schemeClr val="accent4"/>
                </a:solidFill>
              </a:rPr>
              <a:t>behavioural</a:t>
            </a:r>
            <a:r>
              <a:rPr lang="en-US" sz="1200" dirty="0">
                <a:solidFill>
                  <a:schemeClr val="accent4"/>
                </a:solidFill>
              </a:rPr>
              <a:t> archetypes to help </a:t>
            </a:r>
            <a:r>
              <a:rPr lang="en-US" sz="1200" dirty="0" err="1">
                <a:solidFill>
                  <a:schemeClr val="accent4"/>
                </a:solidFill>
              </a:rPr>
              <a:t>BlaBla</a:t>
            </a:r>
            <a:r>
              <a:rPr lang="en-US" sz="1200" dirty="0">
                <a:solidFill>
                  <a:schemeClr val="accent4"/>
                </a:solidFill>
              </a:rPr>
              <a:t> car target potential consumers and address gaps for existing consumers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Identify opportunity areas where </a:t>
            </a:r>
            <a:r>
              <a:rPr lang="en-US" sz="1200" dirty="0" err="1">
                <a:solidFill>
                  <a:schemeClr val="accent4"/>
                </a:solidFill>
              </a:rPr>
              <a:t>BlaBla</a:t>
            </a:r>
            <a:r>
              <a:rPr lang="en-US" sz="1200" dirty="0">
                <a:solidFill>
                  <a:schemeClr val="accent4"/>
                </a:solidFill>
              </a:rPr>
              <a:t> car can thrive in the Indian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845393-CF0C-FD34-6646-7532EF458554}"/>
              </a:ext>
            </a:extLst>
          </p:cNvPr>
          <p:cNvSpPr/>
          <p:nvPr/>
        </p:nvSpPr>
        <p:spPr>
          <a:xfrm>
            <a:off x="10362756" y="161026"/>
            <a:ext cx="1058519" cy="216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 algn="ctr">
              <a:spcAft>
                <a:spcPts val="600"/>
              </a:spcAft>
            </a:pPr>
            <a:r>
              <a:rPr lang="en-IN" sz="1200" b="1">
                <a:solidFill>
                  <a:schemeClr val="bg1"/>
                </a:solidFill>
              </a:rPr>
              <a:t>Phase 1</a:t>
            </a:r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66B217-E288-9BE6-73EA-48D15B327C82}"/>
              </a:ext>
            </a:extLst>
          </p:cNvPr>
          <p:cNvSpPr/>
          <p:nvPr/>
        </p:nvSpPr>
        <p:spPr>
          <a:xfrm>
            <a:off x="10362756" y="428526"/>
            <a:ext cx="1058519" cy="21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>
              <a:spcBef>
                <a:spcPts val="600"/>
              </a:spcBef>
            </a:pPr>
            <a:r>
              <a:rPr lang="en-IN" sz="1200" b="1">
                <a:solidFill>
                  <a:schemeClr val="bg1"/>
                </a:solidFill>
              </a:rPr>
              <a:t>Phase 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5CDFB80-29C7-F92E-23D5-191EEB04DE02}"/>
              </a:ext>
            </a:extLst>
          </p:cNvPr>
          <p:cNvSpPr/>
          <p:nvPr/>
        </p:nvSpPr>
        <p:spPr>
          <a:xfrm>
            <a:off x="39528" y="148445"/>
            <a:ext cx="341745" cy="332509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/>
              <a:t>2</a:t>
            </a:r>
            <a:endParaRPr lang="en-US" sz="1400" b="1" err="1"/>
          </a:p>
        </p:txBody>
      </p:sp>
    </p:spTree>
    <p:extLst>
      <p:ext uri="{BB962C8B-B14F-4D97-AF65-F5344CB8AC3E}">
        <p14:creationId xmlns:p14="http://schemas.microsoft.com/office/powerpoint/2010/main" val="41382613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1363354" cy="716711"/>
          </a:xfrm>
        </p:spPr>
        <p:txBody>
          <a:bodyPr/>
          <a:lstStyle/>
          <a:p>
            <a:r>
              <a:rPr lang="en-IN" sz="2800" dirty="0"/>
              <a:t>Out of scope - Final concept validation</a:t>
            </a:r>
            <a:endParaRPr lang="en-US" sz="2800" dirty="0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4AAEE1BF-3FFE-223C-60F6-DA712DCD448F}"/>
              </a:ext>
            </a:extLst>
          </p:cNvPr>
          <p:cNvSpPr/>
          <p:nvPr/>
        </p:nvSpPr>
        <p:spPr>
          <a:xfrm>
            <a:off x="404813" y="1322574"/>
            <a:ext cx="11363354" cy="30768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400" b="1">
                <a:solidFill>
                  <a:schemeClr val="bg1"/>
                </a:solidFill>
              </a:rPr>
              <a:t>Purpose and scope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85AAEF-7D71-7A5E-D93E-19C9CAA4D81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04813" y="2669865"/>
            <a:ext cx="6305565" cy="30768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51A4A5-32D4-C62A-9633-CBAC1CF651B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895999" y="2669865"/>
            <a:ext cx="4872168" cy="307686"/>
          </a:xfrm>
          <a:prstGeom prst="rect">
            <a:avLst/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Outcomes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4F1A33-66B0-0A50-BD25-A73FF974D43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911845" y="4366861"/>
            <a:ext cx="4872168" cy="307686"/>
          </a:xfrm>
          <a:prstGeom prst="rect">
            <a:avLst/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Contingencies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9C9F7-F80E-D335-A5DD-BB0160A2A189}"/>
              </a:ext>
            </a:extLst>
          </p:cNvPr>
          <p:cNvSpPr/>
          <p:nvPr/>
        </p:nvSpPr>
        <p:spPr>
          <a:xfrm>
            <a:off x="404813" y="1700384"/>
            <a:ext cx="11363354" cy="8185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accent4"/>
                </a:solidFill>
              </a:rPr>
              <a:t>Assessment/ Evaluation of </a:t>
            </a:r>
            <a:r>
              <a:rPr lang="en-IN" sz="1200" b="1" dirty="0" err="1">
                <a:solidFill>
                  <a:schemeClr val="accent4"/>
                </a:solidFill>
              </a:rPr>
              <a:t>BlaBlaCar’s</a:t>
            </a:r>
            <a:r>
              <a:rPr lang="en-IN" sz="1200" b="1" dirty="0">
                <a:solidFill>
                  <a:schemeClr val="accent4"/>
                </a:solidFill>
              </a:rPr>
              <a:t> finalized concepts for the following:</a:t>
            </a:r>
            <a:endParaRPr lang="en-IN" sz="1200" dirty="0">
              <a:solidFill>
                <a:schemeClr val="accent4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accent4"/>
                </a:solidFill>
              </a:rPr>
              <a:t>Carpooling platform</a:t>
            </a:r>
            <a:endParaRPr lang="en-IN" sz="1200" dirty="0">
              <a:solidFill>
                <a:schemeClr val="accent4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accent4"/>
                </a:solidFill>
              </a:rPr>
              <a:t>Pro Marketplace </a:t>
            </a:r>
          </a:p>
          <a:p>
            <a:pPr lvl="1"/>
            <a:r>
              <a:rPr lang="en-IN" sz="1200" b="1" dirty="0">
                <a:solidFill>
                  <a:schemeClr val="accent4"/>
                </a:solidFill>
              </a:rPr>
              <a:t>To understand the fit of the concepts in India among potential user</a:t>
            </a:r>
            <a:endParaRPr lang="en-IN" sz="1200" dirty="0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accent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819836-E945-AD13-4421-BF3EBE9693A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04812" y="3053923"/>
            <a:ext cx="6305565" cy="33978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200" b="1" dirty="0">
                <a:solidFill>
                  <a:schemeClr val="accent4"/>
                </a:solidFill>
              </a:rPr>
              <a:t>Concept formulation and questionnaire design</a:t>
            </a:r>
          </a:p>
          <a:p>
            <a:pPr marL="742950" lvl="1" indent="-285750">
              <a:buFont typeface="Arial,Sans-Serif" panose="05000000000000000000" pitchFamily="2" charset="2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Initial Concepts to be provided by the client (what is being proposed)</a:t>
            </a:r>
          </a:p>
          <a:p>
            <a:pPr marL="742950" lvl="1" indent="-285750">
              <a:buFont typeface="Arial,Sans-Serif" panose="05000000000000000000" pitchFamily="2" charset="2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To follow format of need state, benefit statement, support statement, payoff</a:t>
            </a:r>
          </a:p>
          <a:p>
            <a:pPr marL="742950" lvl="1" indent="-285750">
              <a:buFont typeface="Arial,Sans-Serif" panose="05000000000000000000" pitchFamily="2" charset="2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Design questionnaire for both concepts with complete information covering f</a:t>
            </a:r>
            <a:r>
              <a:rPr lang="en-US" altLang="it-IT" sz="1200" dirty="0">
                <a:solidFill>
                  <a:schemeClr val="accent4"/>
                </a:solidFill>
              </a:rPr>
              <a:t>irst thoughts, spontaneous likes/ dislikes, attribute ratings, intention to use</a:t>
            </a:r>
          </a:p>
          <a:p>
            <a:pPr lvl="1"/>
            <a:endParaRPr lang="en-US" altLang="it-IT" sz="1200" dirty="0">
              <a:solidFill>
                <a:schemeClr val="accent4"/>
              </a:solidFill>
            </a:endParaRPr>
          </a:p>
          <a:p>
            <a:pPr marL="285750" lvl="1" indent="-285750">
              <a:buFont typeface="Arial,Sans-Serif" panose="05000000000000000000" pitchFamily="2" charset="2"/>
              <a:buChar char="•"/>
            </a:pPr>
            <a:r>
              <a:rPr lang="en-US" sz="1200" b="1" dirty="0">
                <a:solidFill>
                  <a:schemeClr val="accent4"/>
                </a:solidFill>
              </a:rPr>
              <a:t>Study design</a:t>
            </a:r>
            <a:endParaRPr lang="en-US" sz="1200" dirty="0">
              <a:solidFill>
                <a:schemeClr val="accent4"/>
              </a:solidFill>
            </a:endParaRPr>
          </a:p>
          <a:p>
            <a:pPr marL="742950" lvl="1" indent="-285750">
              <a:buFont typeface="Arial,Sans-Serif" panose="05000000000000000000" pitchFamily="2" charset="2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Face-to-face quantitative study to be conducted</a:t>
            </a:r>
            <a:endParaRPr lang="en-US" sz="1200" dirty="0">
              <a:solidFill>
                <a:schemeClr val="accent4"/>
              </a:solidFill>
              <a:latin typeface="Ubuntu"/>
              <a:ea typeface="Verdana" panose="020B0604030504040204" pitchFamily="34" charset="0"/>
            </a:endParaRPr>
          </a:p>
          <a:p>
            <a:pPr marL="742950" lvl="1" indent="-285750">
              <a:buFont typeface="Arial,Sans-Serif" panose="05000000000000000000" pitchFamily="2" charset="2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A structured quantitative questionnaire to be used</a:t>
            </a:r>
          </a:p>
          <a:p>
            <a:pPr marL="742950" lvl="1" indent="-285750">
              <a:buFont typeface="Arial,Sans-Serif" panose="05000000000000000000" pitchFamily="2" charset="2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Finalized concepts would be exposed to the respondent</a:t>
            </a:r>
          </a:p>
          <a:p>
            <a:pPr lvl="1"/>
            <a:endParaRPr lang="en-US" sz="1200" dirty="0">
              <a:solidFill>
                <a:schemeClr val="accent4"/>
              </a:solidFill>
            </a:endParaRPr>
          </a:p>
          <a:p>
            <a:pPr marL="285750" lvl="1" indent="-285750">
              <a:buFont typeface="Arial,Sans-Serif" panose="05000000000000000000" pitchFamily="2" charset="2"/>
              <a:buChar char="•"/>
            </a:pPr>
            <a:r>
              <a:rPr lang="en-US" sz="1200" b="1" dirty="0">
                <a:solidFill>
                  <a:schemeClr val="accent4"/>
                </a:solidFill>
              </a:rPr>
              <a:t>Audience </a:t>
            </a:r>
            <a:r>
              <a:rPr lang="en-US" sz="1200" dirty="0">
                <a:solidFill>
                  <a:schemeClr val="accent4"/>
                </a:solidFill>
              </a:rPr>
              <a:t> (to be fine-tuned based on outcomes of phase 1 and data analysis) </a:t>
            </a:r>
          </a:p>
          <a:p>
            <a:pPr marL="742950" lvl="2" indent="-285750">
              <a:buFont typeface="Arial,Sans-Serif" panose="05000000000000000000" pitchFamily="2" charset="2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700 participants (350 carpooling users / 350 bus platform users)</a:t>
            </a:r>
          </a:p>
          <a:p>
            <a:pPr marL="742950" lvl="2" indent="-285750">
              <a:buFont typeface="Arial,Sans-Serif" panose="05000000000000000000" pitchFamily="2" charset="2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SEC A, B and C respondents</a:t>
            </a:r>
          </a:p>
          <a:p>
            <a:pPr marL="742950" lvl="2" indent="-285750">
              <a:buFont typeface="Arial,Sans-Serif" panose="05000000000000000000" pitchFamily="2" charset="2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Males and females </a:t>
            </a:r>
          </a:p>
          <a:p>
            <a:pPr marL="742950" lvl="2" indent="-285750">
              <a:buFont typeface="Arial,Sans-Serif" panose="05000000000000000000" pitchFamily="2" charset="2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Staying in one of the locations: Hyderabad, Bengaluru, Mumbai, Delhi, Pune</a:t>
            </a:r>
          </a:p>
          <a:p>
            <a:pPr marL="742950" lvl="2" indent="-285750">
              <a:buFont typeface="Arial,Sans-Serif" panose="05000000000000000000" pitchFamily="2" charset="2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Inter-city travelers (&gt; 50 kms from city )</a:t>
            </a:r>
          </a:p>
          <a:p>
            <a:pPr marL="742950" lvl="2" indent="-285750">
              <a:buFont typeface="Arial,Sans-Serif" panose="05000000000000000000" pitchFamily="2" charset="2"/>
              <a:buChar char="•"/>
              <a:defRPr/>
            </a:pPr>
            <a:r>
              <a:rPr lang="en-US" sz="1200" dirty="0">
                <a:solidFill>
                  <a:schemeClr val="accent4"/>
                </a:solidFill>
              </a:rPr>
              <a:t>5 to 6 hours of travel time max and/ or overnight journey 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endParaRPr lang="en-IN" sz="1200" b="1" dirty="0">
              <a:solidFill>
                <a:schemeClr val="accent4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38AF53-A7EA-99B0-D8BF-23A5AF05DAA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911845" y="4758317"/>
            <a:ext cx="4872168" cy="17043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Learnings from Phase 1 (Market Understanding), through Desk Research, inputs received from client stakeholders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Target audiences/ age group/ SEC, locations to be finalized in consultation with the client​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Need the final concepts for carpooling and pro marketplace required for testing quantitatively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Questionnaire to be designed by the CG research team and finalized in consultation with the client​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3B43F1-7384-A3B0-8876-650D768B446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95999" y="3053923"/>
            <a:ext cx="4872168" cy="1160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Awareness, usage and perceptions of booking apps 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Spontaneous likes, spontaneous dislikes of concepts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Importance and Ratings of the concepts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Scores on appeal, uniqueness, relevance, believability and comprehension of the concepts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Intention to try/ improvement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845393-CF0C-FD34-6646-7532EF458554}"/>
              </a:ext>
            </a:extLst>
          </p:cNvPr>
          <p:cNvSpPr/>
          <p:nvPr/>
        </p:nvSpPr>
        <p:spPr>
          <a:xfrm>
            <a:off x="10362756" y="161026"/>
            <a:ext cx="1058519" cy="216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 algn="ctr">
              <a:spcAft>
                <a:spcPts val="600"/>
              </a:spcAft>
            </a:pPr>
            <a:r>
              <a:rPr lang="en-IN" sz="1200" b="1">
                <a:solidFill>
                  <a:schemeClr val="bg1"/>
                </a:solidFill>
              </a:rPr>
              <a:t>Phase 1</a:t>
            </a:r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66B217-E288-9BE6-73EA-48D15B327C82}"/>
              </a:ext>
            </a:extLst>
          </p:cNvPr>
          <p:cNvSpPr/>
          <p:nvPr/>
        </p:nvSpPr>
        <p:spPr>
          <a:xfrm>
            <a:off x="10362756" y="428526"/>
            <a:ext cx="1058519" cy="21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>
              <a:spcBef>
                <a:spcPts val="600"/>
              </a:spcBef>
            </a:pPr>
            <a:r>
              <a:rPr lang="en-IN" sz="1200" b="1">
                <a:solidFill>
                  <a:schemeClr val="bg1"/>
                </a:solidFill>
              </a:rPr>
              <a:t>Phase 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5CDFB80-29C7-F92E-23D5-191EEB04DE02}"/>
              </a:ext>
            </a:extLst>
          </p:cNvPr>
          <p:cNvSpPr/>
          <p:nvPr/>
        </p:nvSpPr>
        <p:spPr>
          <a:xfrm>
            <a:off x="39528" y="148445"/>
            <a:ext cx="341745" cy="332509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/>
              <a:t>3</a:t>
            </a:r>
            <a:endParaRPr lang="en-US" sz="1400" b="1" err="1"/>
          </a:p>
        </p:txBody>
      </p:sp>
    </p:spTree>
    <p:extLst>
      <p:ext uri="{BB962C8B-B14F-4D97-AF65-F5344CB8AC3E}">
        <p14:creationId xmlns:p14="http://schemas.microsoft.com/office/powerpoint/2010/main" val="336639765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9C1EA-548E-4286-AFA5-6294A71B3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600"/>
              <a:t>Product Fit detailed project plan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D47E594B-F022-4242-A273-A8EE3D37C7E3}"/>
              </a:ext>
            </a:extLst>
          </p:cNvPr>
          <p:cNvSpPr/>
          <p:nvPr/>
        </p:nvSpPr>
        <p:spPr>
          <a:xfrm>
            <a:off x="411963" y="1151475"/>
            <a:ext cx="11180271" cy="737121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179008-CFC0-4A5A-82E7-665725657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237768"/>
              </p:ext>
            </p:extLst>
          </p:nvPr>
        </p:nvGraphicFramePr>
        <p:xfrm>
          <a:off x="142876" y="1146453"/>
          <a:ext cx="11877667" cy="5271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5774">
                  <a:extLst>
                    <a:ext uri="{9D8B030D-6E8A-4147-A177-3AD203B41FA5}">
                      <a16:colId xmlns:a16="http://schemas.microsoft.com/office/drawing/2014/main" val="1417797449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111779652"/>
                    </a:ext>
                  </a:extLst>
                </a:gridCol>
                <a:gridCol w="783563">
                  <a:extLst>
                    <a:ext uri="{9D8B030D-6E8A-4147-A177-3AD203B41FA5}">
                      <a16:colId xmlns:a16="http://schemas.microsoft.com/office/drawing/2014/main" val="56974890"/>
                    </a:ext>
                  </a:extLst>
                </a:gridCol>
                <a:gridCol w="664593">
                  <a:extLst>
                    <a:ext uri="{9D8B030D-6E8A-4147-A177-3AD203B41FA5}">
                      <a16:colId xmlns:a16="http://schemas.microsoft.com/office/drawing/2014/main" val="2224807203"/>
                    </a:ext>
                  </a:extLst>
                </a:gridCol>
                <a:gridCol w="664593">
                  <a:extLst>
                    <a:ext uri="{9D8B030D-6E8A-4147-A177-3AD203B41FA5}">
                      <a16:colId xmlns:a16="http://schemas.microsoft.com/office/drawing/2014/main" val="4160031630"/>
                    </a:ext>
                  </a:extLst>
                </a:gridCol>
                <a:gridCol w="664593">
                  <a:extLst>
                    <a:ext uri="{9D8B030D-6E8A-4147-A177-3AD203B41FA5}">
                      <a16:colId xmlns:a16="http://schemas.microsoft.com/office/drawing/2014/main" val="1271989770"/>
                    </a:ext>
                  </a:extLst>
                </a:gridCol>
                <a:gridCol w="664593">
                  <a:extLst>
                    <a:ext uri="{9D8B030D-6E8A-4147-A177-3AD203B41FA5}">
                      <a16:colId xmlns:a16="http://schemas.microsoft.com/office/drawing/2014/main" val="1374626486"/>
                    </a:ext>
                  </a:extLst>
                </a:gridCol>
                <a:gridCol w="664593">
                  <a:extLst>
                    <a:ext uri="{9D8B030D-6E8A-4147-A177-3AD203B41FA5}">
                      <a16:colId xmlns:a16="http://schemas.microsoft.com/office/drawing/2014/main" val="3209279439"/>
                    </a:ext>
                  </a:extLst>
                </a:gridCol>
                <a:gridCol w="664593">
                  <a:extLst>
                    <a:ext uri="{9D8B030D-6E8A-4147-A177-3AD203B41FA5}">
                      <a16:colId xmlns:a16="http://schemas.microsoft.com/office/drawing/2014/main" val="1676972729"/>
                    </a:ext>
                  </a:extLst>
                </a:gridCol>
                <a:gridCol w="664593">
                  <a:extLst>
                    <a:ext uri="{9D8B030D-6E8A-4147-A177-3AD203B41FA5}">
                      <a16:colId xmlns:a16="http://schemas.microsoft.com/office/drawing/2014/main" val="2341937026"/>
                    </a:ext>
                  </a:extLst>
                </a:gridCol>
                <a:gridCol w="664593">
                  <a:extLst>
                    <a:ext uri="{9D8B030D-6E8A-4147-A177-3AD203B41FA5}">
                      <a16:colId xmlns:a16="http://schemas.microsoft.com/office/drawing/2014/main" val="3557679324"/>
                    </a:ext>
                  </a:extLst>
                </a:gridCol>
                <a:gridCol w="664593">
                  <a:extLst>
                    <a:ext uri="{9D8B030D-6E8A-4147-A177-3AD203B41FA5}">
                      <a16:colId xmlns:a16="http://schemas.microsoft.com/office/drawing/2014/main" val="4182342851"/>
                    </a:ext>
                  </a:extLst>
                </a:gridCol>
                <a:gridCol w="664593">
                  <a:extLst>
                    <a:ext uri="{9D8B030D-6E8A-4147-A177-3AD203B41FA5}">
                      <a16:colId xmlns:a16="http://schemas.microsoft.com/office/drawing/2014/main" val="3348786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N.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Activities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1</a:t>
                      </a:r>
                    </a:p>
                  </a:txBody>
                  <a:tcPr marL="0" marR="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2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3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4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5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6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7</a:t>
                      </a:r>
                    </a:p>
                  </a:txBody>
                  <a:tcPr marL="0" marR="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8</a:t>
                      </a:r>
                    </a:p>
                  </a:txBody>
                  <a:tcPr marL="0" marR="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9</a:t>
                      </a:r>
                    </a:p>
                  </a:txBody>
                  <a:tcPr marL="0" marR="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10</a:t>
                      </a:r>
                    </a:p>
                  </a:txBody>
                  <a:tcPr marL="0" marR="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11</a:t>
                      </a:r>
                    </a:p>
                  </a:txBody>
                  <a:tcPr marL="0" marR="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1821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2.0</a:t>
                      </a: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Competition benchmark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18166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2.1</a:t>
                      </a: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Addressable market, target users and preferences assessment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70149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2.1.1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420" marR="0" lvl="2" indent="0" algn="l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Study set up (audience targeting, questionnaire and field brief)</a:t>
                      </a:r>
                      <a:endParaRPr lang="en-IN" sz="1200" u="none" strike="noStrike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361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2.1.2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738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Face-to-face quantitative interviews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10119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2.1.4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420" marR="0" lvl="1" indent="0" algn="l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Survey insights and </a:t>
                      </a:r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conclusions (extent of product fit/ gaps if any)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63871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2.2</a:t>
                      </a: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Deep dive into user mindsets, challenges and needs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07938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2.2.1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Study set up (audience targeting, questionnaire and concepts)</a:t>
                      </a: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546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2.2.2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Face-to-face qualitative interviews</a:t>
                      </a: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5836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2.2.3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Survey insights and conclusions </a:t>
                      </a: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15491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2.3</a:t>
                      </a: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Final concepts validation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0884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2.3.1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Concept creation</a:t>
                      </a: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08616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2.3.2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Study set up</a:t>
                      </a: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70388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2.2.3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Face-to-face quantitative interviews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38913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2.3.4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Survey insights and conclusions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521694"/>
                  </a:ext>
                </a:extLst>
              </a:tr>
            </a:tbl>
          </a:graphicData>
        </a:graphic>
      </p:graphicFrame>
      <p:pic>
        <p:nvPicPr>
          <p:cNvPr id="9" name="Graphic 2" descr="Flag with solid fill">
            <a:extLst>
              <a:ext uri="{FF2B5EF4-FFF2-40B4-BE49-F238E27FC236}">
                <a16:creationId xmlns:a16="http://schemas.microsoft.com/office/drawing/2014/main" id="{7530FF11-15B5-11DB-A5A4-51CC190E889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7426" y="6858000"/>
            <a:ext cx="248774" cy="24877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EDD8068-2BFF-B783-D42E-1485839E62FB}"/>
              </a:ext>
            </a:extLst>
          </p:cNvPr>
          <p:cNvSpPr/>
          <p:nvPr/>
        </p:nvSpPr>
        <p:spPr>
          <a:xfrm>
            <a:off x="10362756" y="161026"/>
            <a:ext cx="1058519" cy="216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 algn="ctr">
              <a:spcAft>
                <a:spcPts val="600"/>
              </a:spcAft>
            </a:pPr>
            <a:r>
              <a:rPr lang="en-IN" sz="1200" b="1">
                <a:solidFill>
                  <a:schemeClr val="bg1"/>
                </a:solidFill>
              </a:rPr>
              <a:t>Phase 1</a:t>
            </a:r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B514E8-8ECB-B3E3-F211-98BF67D5C048}"/>
              </a:ext>
            </a:extLst>
          </p:cNvPr>
          <p:cNvSpPr/>
          <p:nvPr/>
        </p:nvSpPr>
        <p:spPr>
          <a:xfrm>
            <a:off x="10362756" y="428526"/>
            <a:ext cx="1058519" cy="21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>
              <a:spcBef>
                <a:spcPts val="600"/>
              </a:spcBef>
            </a:pPr>
            <a:r>
              <a:rPr lang="en-IN" sz="1200" b="1">
                <a:solidFill>
                  <a:schemeClr val="bg1"/>
                </a:solidFill>
              </a:rPr>
              <a:t>Phase 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FB6464-1AE6-E0DE-E3CD-E9C5C4DD5A5B}"/>
              </a:ext>
            </a:extLst>
          </p:cNvPr>
          <p:cNvSpPr/>
          <p:nvPr/>
        </p:nvSpPr>
        <p:spPr>
          <a:xfrm>
            <a:off x="4670269" y="2418558"/>
            <a:ext cx="301394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8CC3095-552D-EFE7-BD06-CC517DAB2DF3}"/>
              </a:ext>
            </a:extLst>
          </p:cNvPr>
          <p:cNvSpPr/>
          <p:nvPr/>
        </p:nvSpPr>
        <p:spPr>
          <a:xfrm>
            <a:off x="5432978" y="2821348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EB71759-4A90-EEBC-9DEC-C1CA0FD6455E}"/>
              </a:ext>
            </a:extLst>
          </p:cNvPr>
          <p:cNvSpPr/>
          <p:nvPr/>
        </p:nvSpPr>
        <p:spPr>
          <a:xfrm>
            <a:off x="6073705" y="2817697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2E9D50D-6EDF-928C-2459-1A65235F7FB9}"/>
              </a:ext>
            </a:extLst>
          </p:cNvPr>
          <p:cNvSpPr/>
          <p:nvPr/>
        </p:nvSpPr>
        <p:spPr>
          <a:xfrm>
            <a:off x="6820005" y="3892448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28E62D6-3A3B-D3CD-6DC3-B267B9F59084}"/>
              </a:ext>
            </a:extLst>
          </p:cNvPr>
          <p:cNvSpPr/>
          <p:nvPr/>
        </p:nvSpPr>
        <p:spPr>
          <a:xfrm>
            <a:off x="7478855" y="3897692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F7805D0-4605-CD6C-E963-6510E47F8DDE}"/>
              </a:ext>
            </a:extLst>
          </p:cNvPr>
          <p:cNvSpPr/>
          <p:nvPr/>
        </p:nvSpPr>
        <p:spPr>
          <a:xfrm>
            <a:off x="8112085" y="4309653"/>
            <a:ext cx="609463" cy="177168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FB1C067-B027-D33B-F493-AD5516EFDD3D}"/>
              </a:ext>
            </a:extLst>
          </p:cNvPr>
          <p:cNvSpPr/>
          <p:nvPr/>
        </p:nvSpPr>
        <p:spPr>
          <a:xfrm>
            <a:off x="5003061" y="2422451"/>
            <a:ext cx="301394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9EDF9CB-497B-FA3C-5277-729E08E62067}"/>
              </a:ext>
            </a:extLst>
          </p:cNvPr>
          <p:cNvSpPr/>
          <p:nvPr/>
        </p:nvSpPr>
        <p:spPr>
          <a:xfrm>
            <a:off x="7401544" y="3164816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DF7A8F-15FC-AFFA-7655-1A61BBAFEF92}"/>
              </a:ext>
            </a:extLst>
          </p:cNvPr>
          <p:cNvSpPr/>
          <p:nvPr/>
        </p:nvSpPr>
        <p:spPr>
          <a:xfrm>
            <a:off x="8064843" y="3165625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872A76-E3CE-5459-8AA6-33D50539A72E}"/>
              </a:ext>
            </a:extLst>
          </p:cNvPr>
          <p:cNvSpPr/>
          <p:nvPr/>
        </p:nvSpPr>
        <p:spPr>
          <a:xfrm>
            <a:off x="6714432" y="2817697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22699D-52AC-E218-0AD0-E08CD7FD6A21}"/>
              </a:ext>
            </a:extLst>
          </p:cNvPr>
          <p:cNvSpPr/>
          <p:nvPr/>
        </p:nvSpPr>
        <p:spPr>
          <a:xfrm>
            <a:off x="6178804" y="3896798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499B0B-5597-F4AF-6EA7-786C67891CA9}"/>
              </a:ext>
            </a:extLst>
          </p:cNvPr>
          <p:cNvSpPr/>
          <p:nvPr/>
        </p:nvSpPr>
        <p:spPr>
          <a:xfrm>
            <a:off x="7437298" y="4307946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288B39-46A2-FAF9-FA54-C6F346847A2E}"/>
              </a:ext>
            </a:extLst>
          </p:cNvPr>
          <p:cNvSpPr/>
          <p:nvPr/>
        </p:nvSpPr>
        <p:spPr>
          <a:xfrm>
            <a:off x="9428224" y="4602937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564220-D101-30A5-AF1F-9FB56DF96AC3}"/>
              </a:ext>
            </a:extLst>
          </p:cNvPr>
          <p:cNvSpPr/>
          <p:nvPr/>
        </p:nvSpPr>
        <p:spPr>
          <a:xfrm>
            <a:off x="8766341" y="4602937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73D45D-F755-0BD9-6C73-9BD4BD55FA69}"/>
              </a:ext>
            </a:extLst>
          </p:cNvPr>
          <p:cNvSpPr/>
          <p:nvPr/>
        </p:nvSpPr>
        <p:spPr>
          <a:xfrm>
            <a:off x="4691682" y="1622992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C0E610-5D28-904C-628B-59C1D5617C4C}"/>
              </a:ext>
            </a:extLst>
          </p:cNvPr>
          <p:cNvSpPr/>
          <p:nvPr/>
        </p:nvSpPr>
        <p:spPr>
          <a:xfrm>
            <a:off x="5431181" y="1623801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DD4DAA-960F-BB0F-C60F-4DD2CBD4319F}"/>
              </a:ext>
            </a:extLst>
          </p:cNvPr>
          <p:cNvSpPr/>
          <p:nvPr/>
        </p:nvSpPr>
        <p:spPr>
          <a:xfrm>
            <a:off x="8713959" y="5222440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6BE93A-20A4-7CE5-B674-C5A4AB2DEA56}"/>
              </a:ext>
            </a:extLst>
          </p:cNvPr>
          <p:cNvSpPr/>
          <p:nvPr/>
        </p:nvSpPr>
        <p:spPr>
          <a:xfrm>
            <a:off x="8713959" y="5554125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8B674A-D8DC-224B-DB48-7EFA5D25F251}"/>
              </a:ext>
            </a:extLst>
          </p:cNvPr>
          <p:cNvSpPr/>
          <p:nvPr/>
        </p:nvSpPr>
        <p:spPr>
          <a:xfrm>
            <a:off x="9394482" y="5849400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7AC79F-4D81-534B-34C4-9015B94CB5E1}"/>
              </a:ext>
            </a:extLst>
          </p:cNvPr>
          <p:cNvSpPr/>
          <p:nvPr/>
        </p:nvSpPr>
        <p:spPr>
          <a:xfrm>
            <a:off x="10065294" y="5844000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EC7D7E-2DB8-4C0A-C512-B91949EA8F64}"/>
              </a:ext>
            </a:extLst>
          </p:cNvPr>
          <p:cNvSpPr/>
          <p:nvPr/>
        </p:nvSpPr>
        <p:spPr>
          <a:xfrm>
            <a:off x="10740153" y="5844000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EEA499-A764-23D7-6117-889204D5FDB3}"/>
              </a:ext>
            </a:extLst>
          </p:cNvPr>
          <p:cNvSpPr/>
          <p:nvPr/>
        </p:nvSpPr>
        <p:spPr>
          <a:xfrm>
            <a:off x="10733252" y="6172203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FFADD0A-2B22-CE5C-CB45-20BD8397EC99}"/>
              </a:ext>
            </a:extLst>
          </p:cNvPr>
          <p:cNvSpPr/>
          <p:nvPr/>
        </p:nvSpPr>
        <p:spPr>
          <a:xfrm>
            <a:off x="11408111" y="6172203"/>
            <a:ext cx="612432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CF58D3-E166-C915-21A2-0686B8C7B1EB}"/>
              </a:ext>
            </a:extLst>
          </p:cNvPr>
          <p:cNvSpPr/>
          <p:nvPr/>
        </p:nvSpPr>
        <p:spPr>
          <a:xfrm>
            <a:off x="4665446" y="2015355"/>
            <a:ext cx="3945153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86C24A-AB2B-483A-6E7B-B52E915ECEC2}"/>
              </a:ext>
            </a:extLst>
          </p:cNvPr>
          <p:cNvSpPr/>
          <p:nvPr/>
        </p:nvSpPr>
        <p:spPr>
          <a:xfrm>
            <a:off x="6112733" y="3566968"/>
            <a:ext cx="3906150" cy="177168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CCF3A08-CFFE-1251-8B1E-9BF6805C5548}"/>
              </a:ext>
            </a:extLst>
          </p:cNvPr>
          <p:cNvSpPr/>
          <p:nvPr/>
        </p:nvSpPr>
        <p:spPr>
          <a:xfrm>
            <a:off x="8770923" y="4904306"/>
            <a:ext cx="3183666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CEC920-841B-3D34-3FCF-7AF0452F71B4}"/>
              </a:ext>
            </a:extLst>
          </p:cNvPr>
          <p:cNvSpPr/>
          <p:nvPr/>
        </p:nvSpPr>
        <p:spPr>
          <a:xfrm>
            <a:off x="76922" y="4862751"/>
            <a:ext cx="11972201" cy="1607059"/>
          </a:xfrm>
          <a:prstGeom prst="rect">
            <a:avLst/>
          </a:prstGeom>
          <a:solidFill>
            <a:srgbClr val="ECECEC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i="1" dirty="0">
                <a:solidFill>
                  <a:schemeClr val="tx1"/>
                </a:solidFill>
              </a:rPr>
              <a:t>Out of scope</a:t>
            </a:r>
            <a:endParaRPr lang="en-US" sz="1600" b="1" i="1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1350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52DB-0C37-4C27-9BEC-794190EE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600"/>
              <a:t>Collaborative Governance Model</a:t>
            </a:r>
            <a:br>
              <a:rPr lang="it-IT" sz="2600"/>
            </a:br>
            <a:endParaRPr lang="it-IT" sz="2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43E7FE-EEA0-2999-E798-309CDF01C7CE}"/>
              </a:ext>
            </a:extLst>
          </p:cNvPr>
          <p:cNvSpPr/>
          <p:nvPr/>
        </p:nvSpPr>
        <p:spPr>
          <a:xfrm>
            <a:off x="413603" y="1327150"/>
            <a:ext cx="8478328" cy="666682"/>
          </a:xfrm>
          <a:prstGeom prst="rect">
            <a:avLst/>
          </a:prstGeom>
          <a:solidFill>
            <a:schemeClr val="accent5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ctr"/>
          <a:lstStyle/>
          <a:p>
            <a:pPr marL="0" marR="0" lvl="0" indent="0" algn="l" defTabSz="9139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Steering </a:t>
            </a:r>
          </a:p>
          <a:p>
            <a:pPr marL="0" marR="0" lvl="0" indent="0" algn="l" defTabSz="9139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committee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9064BF-8C6B-0CDC-04B2-81EF820A1B49}"/>
              </a:ext>
            </a:extLst>
          </p:cNvPr>
          <p:cNvSpPr/>
          <p:nvPr/>
        </p:nvSpPr>
        <p:spPr>
          <a:xfrm>
            <a:off x="413603" y="2042541"/>
            <a:ext cx="8472220" cy="2173993"/>
          </a:xfrm>
          <a:prstGeom prst="rect">
            <a:avLst/>
          </a:prstGeom>
          <a:solidFill>
            <a:schemeClr val="accent5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ctr"/>
          <a:lstStyle/>
          <a:p>
            <a:pPr defTabSz="913936"/>
            <a:r>
              <a:rPr lang="en-GB" sz="1400">
                <a:solidFill>
                  <a:schemeClr val="bg1"/>
                </a:solidFill>
                <a:latin typeface="Ubuntu" panose="020B0504030602030204" pitchFamily="34" charset="0"/>
              </a:rPr>
              <a:t>Core Team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EAC9ABF-F0CE-BC86-E1F3-C8F472227258}"/>
              </a:ext>
            </a:extLst>
          </p:cNvPr>
          <p:cNvGrpSpPr/>
          <p:nvPr/>
        </p:nvGrpSpPr>
        <p:grpSpPr>
          <a:xfrm>
            <a:off x="9103360" y="1327150"/>
            <a:ext cx="2680653" cy="1717862"/>
            <a:chOff x="9103360" y="1327150"/>
            <a:chExt cx="2680653" cy="1717862"/>
          </a:xfrm>
          <a:solidFill>
            <a:schemeClr val="bg2"/>
          </a:solidFill>
        </p:grpSpPr>
        <p:sp>
          <p:nvSpPr>
            <p:cNvPr id="19" name="Google Shape;1166;p30">
              <a:extLst>
                <a:ext uri="{FF2B5EF4-FFF2-40B4-BE49-F238E27FC236}">
                  <a16:creationId xmlns:a16="http://schemas.microsoft.com/office/drawing/2014/main" id="{CB8ECF03-62A3-5C67-DA6F-1014AC7A1B2C}"/>
                </a:ext>
              </a:extLst>
            </p:cNvPr>
            <p:cNvSpPr/>
            <p:nvPr/>
          </p:nvSpPr>
          <p:spPr>
            <a:xfrm>
              <a:off x="9103360" y="1327150"/>
              <a:ext cx="2680653" cy="369332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16" tIns="91440" rIns="91416" bIns="9144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1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Calibri" panose="020F0502020204030204" pitchFamily="34" charset="0"/>
                  <a:sym typeface="Roboto"/>
                </a:rPr>
                <a:t>Steering committee</a:t>
              </a:r>
              <a:endParaRPr kumimoji="0" lang="en-IN" sz="12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0" name="Google Shape;1167;p30">
              <a:extLst>
                <a:ext uri="{FF2B5EF4-FFF2-40B4-BE49-F238E27FC236}">
                  <a16:creationId xmlns:a16="http://schemas.microsoft.com/office/drawing/2014/main" id="{F693A0C6-97BA-99D9-77C9-E40B03B883CD}"/>
                </a:ext>
              </a:extLst>
            </p:cNvPr>
            <p:cNvSpPr/>
            <p:nvPr/>
          </p:nvSpPr>
          <p:spPr>
            <a:xfrm>
              <a:off x="9103360" y="1696822"/>
              <a:ext cx="2680653" cy="1348190"/>
            </a:xfrm>
            <a:prstGeom prst="rect">
              <a:avLst/>
            </a:prstGeom>
            <a:grpFill/>
            <a:ln w="31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40" tIns="45720" rIns="91440" bIns="45720" anchor="t" anchorCtr="0">
              <a:noAutofit/>
            </a:bodyPr>
            <a:lstStyle/>
            <a:p>
              <a:pPr marL="137160" marR="0" lvl="0" indent="-137160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IN" sz="1100" b="0" i="0" u="none" strike="noStrike" kern="120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Ubuntu" panose="020B0504030602030204" pitchFamily="34" charset="0"/>
                  <a:ea typeface="Roboto"/>
                  <a:cs typeface="Calibri" panose="020F0502020204030204" pitchFamily="34" charset="0"/>
                  <a:sym typeface="Roboto"/>
                </a:rPr>
                <a:t>Be responsible for the resolution of escalated issues</a:t>
              </a:r>
              <a:endPara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endParaRPr>
            </a:p>
            <a:p>
              <a:pPr marL="137160" marR="0" lvl="0" indent="-137160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IN" sz="1100" b="0" i="0" u="none" strike="noStrike" kern="120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Ubuntu" panose="020B0504030602030204" pitchFamily="34" charset="0"/>
                  <a:ea typeface="Roboto"/>
                  <a:cs typeface="Calibri" panose="020F0502020204030204" pitchFamily="34" charset="0"/>
                  <a:sym typeface="Roboto"/>
                </a:rPr>
                <a:t>Monitor status (scope, schedule, budget) of the project </a:t>
              </a:r>
              <a:endPara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endParaRPr>
            </a:p>
            <a:p>
              <a:pPr marL="137160" marR="0" lvl="0" indent="-137160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IN" sz="1100" b="0" i="0" u="none" strike="noStrike" kern="120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Ubuntu" panose="020B0504030602030204" pitchFamily="34" charset="0"/>
                  <a:ea typeface="Roboto"/>
                  <a:cs typeface="Calibri" panose="020F0502020204030204" pitchFamily="34" charset="0"/>
                  <a:sym typeface="Roboto"/>
                </a:rPr>
                <a:t>Review and approve project scope, deliverables, change request and budget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36F6B52-E4CD-5D07-9329-990676590383}"/>
              </a:ext>
            </a:extLst>
          </p:cNvPr>
          <p:cNvGrpSpPr/>
          <p:nvPr/>
        </p:nvGrpSpPr>
        <p:grpSpPr>
          <a:xfrm>
            <a:off x="9103360" y="4726414"/>
            <a:ext cx="2680653" cy="1735886"/>
            <a:chOff x="9103360" y="4762137"/>
            <a:chExt cx="2680653" cy="1634768"/>
          </a:xfrm>
          <a:solidFill>
            <a:schemeClr val="bg2"/>
          </a:solidFill>
        </p:grpSpPr>
        <p:sp>
          <p:nvSpPr>
            <p:cNvPr id="22" name="Google Shape;1170;p30">
              <a:extLst>
                <a:ext uri="{FF2B5EF4-FFF2-40B4-BE49-F238E27FC236}">
                  <a16:creationId xmlns:a16="http://schemas.microsoft.com/office/drawing/2014/main" id="{A6A47D17-D974-3189-F30C-A5BC605A5407}"/>
                </a:ext>
              </a:extLst>
            </p:cNvPr>
            <p:cNvSpPr/>
            <p:nvPr/>
          </p:nvSpPr>
          <p:spPr>
            <a:xfrm>
              <a:off x="9103360" y="4762137"/>
              <a:ext cx="2680653" cy="369332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16" tIns="91440" rIns="91416" bIns="9144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1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Calibri" panose="020F0502020204030204" pitchFamily="34" charset="0"/>
                  <a:sym typeface="Roboto"/>
                </a:rPr>
                <a:t>Subject Matter Experts</a:t>
              </a:r>
              <a:endParaRPr kumimoji="0" lang="en-IN" sz="12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3" name="Google Shape;1171;p30">
              <a:extLst>
                <a:ext uri="{FF2B5EF4-FFF2-40B4-BE49-F238E27FC236}">
                  <a16:creationId xmlns:a16="http://schemas.microsoft.com/office/drawing/2014/main" id="{E91ACE22-DFE1-B5FF-1215-CA8B436D8128}"/>
                </a:ext>
              </a:extLst>
            </p:cNvPr>
            <p:cNvSpPr/>
            <p:nvPr/>
          </p:nvSpPr>
          <p:spPr>
            <a:xfrm>
              <a:off x="9103360" y="5135828"/>
              <a:ext cx="2680653" cy="1261077"/>
            </a:xfrm>
            <a:prstGeom prst="rect">
              <a:avLst/>
            </a:prstGeom>
            <a:grpFill/>
            <a:ln w="31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40" tIns="45720" rIns="91440" bIns="45720" anchor="t" anchorCtr="0">
              <a:noAutofit/>
            </a:bodyPr>
            <a:lstStyle/>
            <a:p>
              <a:pPr marL="137160" indent="-137160">
                <a:lnSpc>
                  <a:spcPct val="106000"/>
                </a:lnSpc>
                <a:buClr>
                  <a:schemeClr val="tx1"/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en-US" sz="1100">
                  <a:solidFill>
                    <a:srgbClr val="3F3F3F"/>
                  </a:solidFill>
                  <a:latin typeface="Ubuntu" panose="020B0504030602030204" pitchFamily="34" charset="0"/>
                  <a:ea typeface="Roboto"/>
                  <a:cs typeface="Calibri" panose="020F0502020204030204" pitchFamily="34" charset="0"/>
                  <a:sym typeface="Roboto"/>
                </a:rPr>
                <a:t>SMEs with deep knowledge of the mobility market solutions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707A7AC-7A30-2EAE-3270-E356CF888DC4}"/>
              </a:ext>
            </a:extLst>
          </p:cNvPr>
          <p:cNvGrpSpPr/>
          <p:nvPr/>
        </p:nvGrpSpPr>
        <p:grpSpPr>
          <a:xfrm>
            <a:off x="9103360" y="3115166"/>
            <a:ext cx="2680653" cy="1541099"/>
            <a:chOff x="9103360" y="3191023"/>
            <a:chExt cx="2680653" cy="1541099"/>
          </a:xfrm>
          <a:solidFill>
            <a:schemeClr val="bg2"/>
          </a:solidFill>
        </p:grpSpPr>
        <p:sp>
          <p:nvSpPr>
            <p:cNvPr id="25" name="Google Shape;1170;p30">
              <a:extLst>
                <a:ext uri="{FF2B5EF4-FFF2-40B4-BE49-F238E27FC236}">
                  <a16:creationId xmlns:a16="http://schemas.microsoft.com/office/drawing/2014/main" id="{388B6438-EEC1-56F6-33B9-0D050FDF3F7E}"/>
                </a:ext>
              </a:extLst>
            </p:cNvPr>
            <p:cNvSpPr/>
            <p:nvPr/>
          </p:nvSpPr>
          <p:spPr>
            <a:xfrm>
              <a:off x="9103360" y="3191023"/>
              <a:ext cx="2680653" cy="369332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16" tIns="91440" rIns="91416" bIns="9144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1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Calibri" panose="020F0502020204030204" pitchFamily="34" charset="0"/>
                  <a:sym typeface="Roboto"/>
                </a:rPr>
                <a:t>Core Project Team</a:t>
              </a:r>
              <a:endParaRPr kumimoji="0" lang="de-DE" sz="12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6" name="Google Shape;1171;p30">
              <a:extLst>
                <a:ext uri="{FF2B5EF4-FFF2-40B4-BE49-F238E27FC236}">
                  <a16:creationId xmlns:a16="http://schemas.microsoft.com/office/drawing/2014/main" id="{8BB37EBF-527F-7B70-12EA-4CE77EA2467A}"/>
                </a:ext>
              </a:extLst>
            </p:cNvPr>
            <p:cNvSpPr/>
            <p:nvPr/>
          </p:nvSpPr>
          <p:spPr>
            <a:xfrm>
              <a:off x="9103360" y="3563341"/>
              <a:ext cx="2680653" cy="1168781"/>
            </a:xfrm>
            <a:prstGeom prst="rect">
              <a:avLst/>
            </a:prstGeom>
            <a:grpFill/>
            <a:ln w="3175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40" tIns="45720" rIns="91440" bIns="45720" anchor="t" anchorCtr="0">
              <a:noAutofit/>
            </a:bodyPr>
            <a:lstStyle/>
            <a:p>
              <a:pPr marL="137160" marR="0" lvl="0" indent="-137160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Ubuntu" panose="020B0504030602030204" pitchFamily="34" charset="0"/>
                  <a:ea typeface="Roboto"/>
                  <a:cs typeface="Calibri" panose="020F0502020204030204" pitchFamily="34" charset="0"/>
                  <a:sym typeface="Roboto"/>
                </a:rPr>
                <a:t>Ensure program objectives are met within timing and scope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endParaRPr>
            </a:p>
            <a:p>
              <a:pPr marL="137160" marR="0" lvl="0" indent="-137160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Ubuntu" panose="020B0504030602030204" pitchFamily="34" charset="0"/>
                  <a:ea typeface="Roboto"/>
                  <a:cs typeface="Calibri" panose="020F0502020204030204" pitchFamily="34" charset="0"/>
                  <a:sym typeface="Roboto"/>
                </a:rPr>
                <a:t>Ensure project tasks are being performed according to plan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endParaRPr>
            </a:p>
            <a:p>
              <a:pPr marL="137160" marR="0" lvl="0" indent="-137160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Ubuntu" panose="020B0504030602030204" pitchFamily="34" charset="0"/>
                  <a:ea typeface="Roboto"/>
                  <a:cs typeface="Calibri" panose="020F0502020204030204" pitchFamily="34" charset="0"/>
                  <a:sym typeface="Roboto"/>
                </a:rPr>
                <a:t>Escalate risks and issues early and often through remediation 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C6DD76-6181-D361-3DAD-2D632067BD9C}"/>
              </a:ext>
            </a:extLst>
          </p:cNvPr>
          <p:cNvGrpSpPr/>
          <p:nvPr/>
        </p:nvGrpSpPr>
        <p:grpSpPr>
          <a:xfrm>
            <a:off x="8028432" y="765608"/>
            <a:ext cx="3755581" cy="364678"/>
            <a:chOff x="8028432" y="765608"/>
            <a:chExt cx="3755581" cy="364678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F0366DB-6739-C4F2-0755-0FBEAB483796}"/>
                </a:ext>
              </a:extLst>
            </p:cNvPr>
            <p:cNvSpPr/>
            <p:nvPr/>
          </p:nvSpPr>
          <p:spPr>
            <a:xfrm>
              <a:off x="8028432" y="765608"/>
              <a:ext cx="3755581" cy="36467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E8C7A29-DDD4-036C-EF9E-41F1911172DE}"/>
                </a:ext>
              </a:extLst>
            </p:cNvPr>
            <p:cNvGrpSpPr/>
            <p:nvPr/>
          </p:nvGrpSpPr>
          <p:grpSpPr>
            <a:xfrm>
              <a:off x="8185146" y="817142"/>
              <a:ext cx="3483155" cy="261610"/>
              <a:chOff x="8185146" y="817142"/>
              <a:chExt cx="3483155" cy="261610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E1372E8-8C39-CC77-C107-83083437F2FB}"/>
                  </a:ext>
                </a:extLst>
              </p:cNvPr>
              <p:cNvSpPr/>
              <p:nvPr/>
            </p:nvSpPr>
            <p:spPr>
              <a:xfrm>
                <a:off x="9419320" y="841135"/>
                <a:ext cx="1178993" cy="213625"/>
              </a:xfrm>
              <a:prstGeom prst="round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100">
                    <a:solidFill>
                      <a:srgbClr val="FFFFFF"/>
                    </a:solidFill>
                    <a:latin typeface="Ubuntu" panose="020B0504030602030204" pitchFamily="34" charset="0"/>
                    <a:cs typeface="Calibri" panose="020F0502020204030204" pitchFamily="34" charset="0"/>
                  </a:rPr>
                  <a:t>BlaBlaCar</a:t>
                </a:r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C7E5DE6A-A64E-8236-7227-39E9B8F863B9}"/>
                  </a:ext>
                </a:extLst>
              </p:cNvPr>
              <p:cNvSpPr/>
              <p:nvPr/>
            </p:nvSpPr>
            <p:spPr>
              <a:xfrm>
                <a:off x="10734109" y="841134"/>
                <a:ext cx="934192" cy="213626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100">
                    <a:solidFill>
                      <a:schemeClr val="bg1"/>
                    </a:solidFill>
                    <a:latin typeface="Ubuntu" panose="020B0504030602030204" pitchFamily="34" charset="0"/>
                    <a:cs typeface="Calibri" panose="020F0502020204030204" pitchFamily="34" charset="0"/>
                  </a:rPr>
                  <a:t>Capgemini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9F9B378-E8F0-F940-175E-0465291B2BD0}"/>
                  </a:ext>
                </a:extLst>
              </p:cNvPr>
              <p:cNvSpPr/>
              <p:nvPr/>
            </p:nvSpPr>
            <p:spPr>
              <a:xfrm>
                <a:off x="8185146" y="817142"/>
                <a:ext cx="1098378" cy="2616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158614" marR="0" lvl="0" indent="-158614" algn="l" defTabSz="8726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Ubuntu" panose="020B0504030602030204" pitchFamily="34" charset="0"/>
                    <a:ea typeface="+mn-ea"/>
                    <a:cs typeface="Arial"/>
                  </a:rPr>
                  <a:t>Resource Key</a:t>
                </a:r>
              </a:p>
            </p:txBody>
          </p:sp>
        </p:grp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C457DB8-F32D-EC32-829C-0FF44FDC92D7}"/>
              </a:ext>
            </a:extLst>
          </p:cNvPr>
          <p:cNvSpPr/>
          <p:nvPr/>
        </p:nvSpPr>
        <p:spPr>
          <a:xfrm>
            <a:off x="5364579" y="2351621"/>
            <a:ext cx="1828800" cy="3877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Project </a:t>
            </a:r>
            <a:r>
              <a:rPr lang="en-IN" sz="1100">
                <a:solidFill>
                  <a:schemeClr val="bg1"/>
                </a:solidFill>
                <a:latin typeface="Ubuntu" panose="020B0504030602030204" pitchFamily="34" charset="0"/>
                <a:cs typeface="Calibri" panose="020F0502020204030204" pitchFamily="34" charset="0"/>
              </a:rPr>
              <a:t>m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anager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D9AA933-5D99-953E-4C0D-BD139297F5A4}"/>
              </a:ext>
            </a:extLst>
          </p:cNvPr>
          <p:cNvSpPr/>
          <p:nvPr/>
        </p:nvSpPr>
        <p:spPr>
          <a:xfrm>
            <a:off x="5792832" y="3217676"/>
            <a:ext cx="960120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Primary research team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25523D1-EC52-8EF6-3122-EEBF3A412ACE}"/>
              </a:ext>
            </a:extLst>
          </p:cNvPr>
          <p:cNvSpPr/>
          <p:nvPr/>
        </p:nvSpPr>
        <p:spPr>
          <a:xfrm>
            <a:off x="7055685" y="3217676"/>
            <a:ext cx="960120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  <a:latin typeface="Ubuntu" panose="020B0504030602030204" pitchFamily="34" charset="0"/>
                <a:cs typeface="Calibri" panose="020F0502020204030204" pitchFamily="34" charset="0"/>
              </a:rPr>
              <a:t>User research team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6A86ED83-E62B-8BDD-4EA0-2775FAF520C8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rot="5400000">
            <a:off x="6036807" y="2975504"/>
            <a:ext cx="478258" cy="6087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A4B120C9-B231-EF66-BFC1-69FFDA64C1A0}"/>
              </a:ext>
            </a:extLst>
          </p:cNvPr>
          <p:cNvSpPr/>
          <p:nvPr/>
        </p:nvSpPr>
        <p:spPr>
          <a:xfrm>
            <a:off x="413602" y="4353763"/>
            <a:ext cx="8628797" cy="2108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R="0" lvl="0" algn="l" defTabSz="914400" rtl="0" eaLnBrk="1" fontAlgn="auto" latinLnBrk="0" hangingPunct="1">
              <a:spcAft>
                <a:spcPts val="100"/>
              </a:spcAft>
              <a:buClrTx/>
              <a:buSzTx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CADENCE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Calibri" panose="020F0502020204030204" pitchFamily="34" charset="0"/>
            </a:endParaRPr>
          </a:p>
          <a:p>
            <a:pPr marL="176213" marR="0" lvl="0" indent="-176213" algn="l" defTabSz="914400" rtl="0" eaLnBrk="1" fontAlgn="auto" latinLnBrk="0" hangingPunct="1">
              <a:spcAft>
                <a:spcPts val="1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Core Team - Connects with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BlaBlaCar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 team per timeline* proposed</a:t>
            </a:r>
            <a:r>
              <a:rPr lang="en-IN" sz="1100">
                <a:solidFill>
                  <a:schemeClr val="tx1"/>
                </a:solidFill>
                <a:latin typeface="Ubuntu" panose="020B0504030602030204" pitchFamily="34" charset="0"/>
                <a:cs typeface="Calibri" panose="020F0502020204030204" pitchFamily="34" charset="0"/>
              </a:rPr>
              <a:t>:</a:t>
            </a:r>
          </a:p>
          <a:p>
            <a:pPr marL="360363" lvl="1" indent="-184150">
              <a:spcAft>
                <a:spcPts val="100"/>
              </a:spcAft>
              <a:buFont typeface="+mj-lt"/>
              <a:buAutoNum type="romanLcPeriod"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Review project progress/increments at micro-level and agree on next action item set</a:t>
            </a:r>
          </a:p>
          <a:p>
            <a:pPr marL="360363" lvl="1" indent="-184150">
              <a:spcAft>
                <a:spcPts val="100"/>
              </a:spcAft>
              <a:buFont typeface="+mj-lt"/>
              <a:buAutoNum type="romanLcPeriod"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Course correction (if and as required)</a:t>
            </a:r>
          </a:p>
          <a:p>
            <a:pPr marL="360363" lvl="1" indent="-184150">
              <a:spcAft>
                <a:spcPts val="600"/>
              </a:spcAft>
              <a:buFont typeface="+mj-lt"/>
              <a:buAutoNum type="romanLcPeriod"/>
              <a:defRPr/>
            </a:pPr>
            <a:r>
              <a:rPr lang="en-IN" sz="1100">
                <a:solidFill>
                  <a:schemeClr val="tx1"/>
                </a:solidFill>
                <a:latin typeface="Ubuntu" panose="020B0504030602030204" pitchFamily="34" charset="0"/>
                <a:cs typeface="Calibri" panose="020F0502020204030204" pitchFamily="34" charset="0"/>
              </a:rPr>
              <a:t>Mitigate 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challenges (if and as required)</a:t>
            </a:r>
          </a:p>
          <a:p>
            <a:pPr marL="176213" marR="0" lvl="0" indent="-176213" algn="l" defTabSz="914400" rtl="0" eaLnBrk="1" fontAlgn="auto" latinLnBrk="0" hangingPunct="1">
              <a:spcAft>
                <a:spcPts val="1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Steering committee – </a:t>
            </a:r>
            <a:r>
              <a:rPr lang="en-IN" sz="1100">
                <a:solidFill>
                  <a:schemeClr val="tx1"/>
                </a:solidFill>
                <a:latin typeface="Ubuntu" panose="020B0504030602030204" pitchFamily="34" charset="0"/>
                <a:cs typeface="Calibri" panose="020F0502020204030204" pitchFamily="34" charset="0"/>
              </a:rPr>
              <a:t>bi-w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eekly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 connect/workshop or as deemed fit to:</a:t>
            </a:r>
          </a:p>
          <a:p>
            <a:pPr marL="360363" lvl="1" indent="-184150">
              <a:spcAft>
                <a:spcPts val="100"/>
              </a:spcAft>
              <a:buFont typeface="+mj-lt"/>
              <a:buAutoNum type="romanLcPeriod"/>
              <a:defRPr/>
            </a:pPr>
            <a:r>
              <a:rPr lang="en-IN" sz="1100">
                <a:solidFill>
                  <a:schemeClr val="tx1"/>
                </a:solidFill>
                <a:latin typeface="Ubuntu" panose="020B0504030602030204" pitchFamily="34" charset="0"/>
                <a:cs typeface="Calibri" panose="020F0502020204030204" pitchFamily="34" charset="0"/>
              </a:rPr>
              <a:t>Review project progress and interim reports</a:t>
            </a:r>
          </a:p>
          <a:p>
            <a:pPr marL="360363" lvl="1" indent="-184150">
              <a:spcAft>
                <a:spcPts val="100"/>
              </a:spcAft>
              <a:buFont typeface="+mj-lt"/>
              <a:buAutoNum type="romanLcPeriod"/>
              <a:defRPr/>
            </a:pPr>
            <a:r>
              <a:rPr lang="en-IN" sz="1100">
                <a:solidFill>
                  <a:schemeClr val="tx1"/>
                </a:solidFill>
                <a:latin typeface="Ubuntu" panose="020B0504030602030204" pitchFamily="34" charset="0"/>
                <a:cs typeface="Calibri" panose="020F0502020204030204" pitchFamily="34" charset="0"/>
              </a:rPr>
              <a:t>Review project risks/challenges etc</a:t>
            </a:r>
          </a:p>
          <a:p>
            <a:pPr marL="360363" lvl="1" indent="-184150">
              <a:spcAft>
                <a:spcPts val="100"/>
              </a:spcAft>
              <a:buFont typeface="+mj-lt"/>
              <a:buAutoNum type="romanLcPeriod"/>
              <a:defRPr/>
            </a:pPr>
            <a:r>
              <a:rPr lang="en-IN" sz="1100">
                <a:solidFill>
                  <a:schemeClr val="tx1"/>
                </a:solidFill>
                <a:latin typeface="Ubuntu" panose="020B0504030602030204" pitchFamily="34" charset="0"/>
                <a:cs typeface="Calibri" panose="020F0502020204030204" pitchFamily="34" charset="0"/>
              </a:rPr>
              <a:t>Strategic decisions, if any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8CBAA1-A2D3-88B7-F918-206487D72926}"/>
              </a:ext>
            </a:extLst>
          </p:cNvPr>
          <p:cNvSpPr txBox="1"/>
          <p:nvPr/>
        </p:nvSpPr>
        <p:spPr>
          <a:xfrm>
            <a:off x="3899556" y="1456730"/>
            <a:ext cx="1786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solidFill>
                  <a:schemeClr val="bg1"/>
                </a:solidFill>
              </a:rPr>
              <a:t>Single point-of-contact for feedback/escalations</a:t>
            </a:r>
          </a:p>
        </p:txBody>
      </p:sp>
      <p:cxnSp>
        <p:nvCxnSpPr>
          <p:cNvPr id="48" name="Connector: Elbow 56">
            <a:extLst>
              <a:ext uri="{FF2B5EF4-FFF2-40B4-BE49-F238E27FC236}">
                <a16:creationId xmlns:a16="http://schemas.microsoft.com/office/drawing/2014/main" id="{958C982C-30B6-F285-2291-80415581D4BE}"/>
              </a:ext>
            </a:extLst>
          </p:cNvPr>
          <p:cNvCxnSpPr>
            <a:cxnSpLocks/>
            <a:stCxn id="57" idx="2"/>
            <a:endCxn id="33" idx="0"/>
          </p:cNvCxnSpPr>
          <p:nvPr/>
        </p:nvCxnSpPr>
        <p:spPr>
          <a:xfrm>
            <a:off x="6278979" y="1856602"/>
            <a:ext cx="0" cy="4950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0E0DA6F5-DE11-9578-96A2-DAF627ECDB8C}"/>
              </a:ext>
            </a:extLst>
          </p:cNvPr>
          <p:cNvSpPr/>
          <p:nvPr/>
        </p:nvSpPr>
        <p:spPr>
          <a:xfrm>
            <a:off x="1653433" y="1327150"/>
            <a:ext cx="2036981" cy="28893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0626864-C2C6-EAC4-AA1F-38B2C6310534}"/>
              </a:ext>
            </a:extLst>
          </p:cNvPr>
          <p:cNvSpPr/>
          <p:nvPr/>
        </p:nvSpPr>
        <p:spPr>
          <a:xfrm>
            <a:off x="1969923" y="2349408"/>
            <a:ext cx="1404000" cy="39222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BlaBlaCar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26317EC-3F05-90AE-BF41-C46D9BC1C579}"/>
              </a:ext>
            </a:extLst>
          </p:cNvPr>
          <p:cNvCxnSpPr>
            <a:cxnSpLocks/>
            <a:stCxn id="54" idx="0"/>
            <a:endCxn id="56" idx="2"/>
          </p:cNvCxnSpPr>
          <p:nvPr/>
        </p:nvCxnSpPr>
        <p:spPr>
          <a:xfrm flipV="1">
            <a:off x="2671923" y="1856602"/>
            <a:ext cx="0" cy="49280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87A8174-5D7F-CC46-7016-406EA2EE8EBF}"/>
              </a:ext>
            </a:extLst>
          </p:cNvPr>
          <p:cNvSpPr/>
          <p:nvPr/>
        </p:nvSpPr>
        <p:spPr>
          <a:xfrm>
            <a:off x="1969923" y="1464380"/>
            <a:ext cx="1404000" cy="39222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Program Sponsor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EC1C87C-D59F-0DDE-64F4-336B37C64ADA}"/>
              </a:ext>
            </a:extLst>
          </p:cNvPr>
          <p:cNvSpPr/>
          <p:nvPr/>
        </p:nvSpPr>
        <p:spPr>
          <a:xfrm>
            <a:off x="5576979" y="1464380"/>
            <a:ext cx="1404000" cy="39222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Project lead</a:t>
            </a:r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E0B2CCD-59F8-0590-165C-991900B8526A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3373923" y="1660491"/>
            <a:ext cx="2203056" cy="0"/>
          </a:xfrm>
          <a:prstGeom prst="straightConnector1">
            <a:avLst/>
          </a:prstGeom>
          <a:ln w="3175">
            <a:solidFill>
              <a:schemeClr val="bg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810863C-A943-5FB1-206C-02BFB5C36C8C}"/>
              </a:ext>
            </a:extLst>
          </p:cNvPr>
          <p:cNvSpPr txBox="1"/>
          <p:nvPr/>
        </p:nvSpPr>
        <p:spPr>
          <a:xfrm>
            <a:off x="3829681" y="2344980"/>
            <a:ext cx="1475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solidFill>
                  <a:schemeClr val="bg1"/>
                </a:solidFill>
              </a:rPr>
              <a:t>Single point-of-contact for delivery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72114D9-ED37-F556-6458-D20F8B6EE6BD}"/>
              </a:ext>
            </a:extLst>
          </p:cNvPr>
          <p:cNvCxnSpPr>
            <a:cxnSpLocks/>
            <a:stCxn id="54" idx="3"/>
            <a:endCxn id="33" idx="1"/>
          </p:cNvCxnSpPr>
          <p:nvPr/>
        </p:nvCxnSpPr>
        <p:spPr>
          <a:xfrm>
            <a:off x="3373923" y="2545519"/>
            <a:ext cx="1990656" cy="1"/>
          </a:xfrm>
          <a:prstGeom prst="straightConnector1">
            <a:avLst/>
          </a:prstGeom>
          <a:ln w="3175">
            <a:solidFill>
              <a:schemeClr val="bg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6D847AA-1FB6-707B-BB82-0EEE6A0A22E1}"/>
              </a:ext>
            </a:extLst>
          </p:cNvPr>
          <p:cNvSpPr/>
          <p:nvPr/>
        </p:nvSpPr>
        <p:spPr>
          <a:xfrm>
            <a:off x="4529979" y="3217676"/>
            <a:ext cx="960120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Calibri" panose="020F0502020204030204" pitchFamily="34" charset="0"/>
              </a:rPr>
              <a:t>Secondary research team</a:t>
            </a: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A9FA4BD8-CC69-F05B-E1AE-6A1910B6235C}"/>
              </a:ext>
            </a:extLst>
          </p:cNvPr>
          <p:cNvCxnSpPr>
            <a:stCxn id="33" idx="2"/>
            <a:endCxn id="63" idx="0"/>
          </p:cNvCxnSpPr>
          <p:nvPr/>
        </p:nvCxnSpPr>
        <p:spPr>
          <a:xfrm rot="5400000">
            <a:off x="5405380" y="2344077"/>
            <a:ext cx="478258" cy="126894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08A9FD84-90D2-BAA7-DADB-B9E44590E9D3}"/>
              </a:ext>
            </a:extLst>
          </p:cNvPr>
          <p:cNvSpPr/>
          <p:nvPr/>
        </p:nvSpPr>
        <p:spPr>
          <a:xfrm>
            <a:off x="3907951" y="3727444"/>
            <a:ext cx="4742056" cy="3657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sz="1100">
                <a:solidFill>
                  <a:schemeClr val="bg1"/>
                </a:solidFill>
                <a:latin typeface="Ubuntu" panose="020B0504030602030204" pitchFamily="34" charset="0"/>
                <a:cs typeface="Calibri" panose="020F0502020204030204" pitchFamily="34" charset="0"/>
              </a:rPr>
              <a:t>Industry SME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2001998E-DEC6-4FDB-9114-10D01432EDBC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 rot="16200000" flipH="1">
            <a:off x="6668233" y="2350164"/>
            <a:ext cx="478258" cy="1256766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9126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people looking at papers&#10;&#10;Description automatically generated with medium confidence">
            <a:extLst>
              <a:ext uri="{FF2B5EF4-FFF2-40B4-BE49-F238E27FC236}">
                <a16:creationId xmlns:a16="http://schemas.microsoft.com/office/drawing/2014/main" id="{62F20C7E-B1A4-588C-7752-290CC060C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360" y="-1"/>
            <a:ext cx="461264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4E9F5B-85D2-2E93-88F3-6E57D4F1B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7498080" cy="716711"/>
          </a:xfrm>
        </p:spPr>
        <p:txBody>
          <a:bodyPr/>
          <a:lstStyle/>
          <a:p>
            <a:r>
              <a:rPr lang="en-US"/>
              <a:t>Assumptions for Estimating Efforts, Timelines and Successful Engagement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29873E-7868-4938-9506-0424BB976004}"/>
              </a:ext>
            </a:extLst>
          </p:cNvPr>
          <p:cNvSpPr/>
          <p:nvPr/>
        </p:nvSpPr>
        <p:spPr>
          <a:xfrm>
            <a:off x="384955" y="1558646"/>
            <a:ext cx="7194405" cy="4846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chemeClr val="bg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Stakeholder connect and bandwidth </a:t>
            </a:r>
          </a:p>
          <a:p>
            <a:pPr marL="355600" marR="0" lvl="1" indent="-174625" algn="l" defTabSz="914400" rtl="0" eaLnBrk="1" fontAlgn="auto" latinLnBrk="0" hangingPunct="1">
              <a:lnSpc>
                <a:spcPct val="100000"/>
              </a:lnSpc>
              <a:spcAft>
                <a:spcPts val="20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3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The engagement will be collaborative with </a:t>
            </a:r>
            <a:r>
              <a:rPr kumimoji="0" lang="en-IN" sz="13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BlaBlaCar</a:t>
            </a:r>
            <a:r>
              <a:rPr lang="en-IN" sz="1300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’s stakeholders </a:t>
            </a:r>
            <a:r>
              <a:rPr kumimoji="0" lang="en-IN" sz="13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engaged to work with Capgemini team</a:t>
            </a:r>
          </a:p>
          <a:p>
            <a:pPr marL="355600" marR="0" lvl="1" indent="-174625" algn="l" defTabSz="914400" rtl="0" eaLnBrk="1" fontAlgn="auto" latinLnBrk="0" hangingPunct="1">
              <a:lnSpc>
                <a:spcPct val="100000"/>
              </a:lnSpc>
              <a:spcAft>
                <a:spcPts val="20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Required stakeholders from </a:t>
            </a:r>
            <a:r>
              <a:rPr kumimoji="0" lang="en-IN" sz="13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BlaBlaCar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 will be available for meetings/workshops to provide inputs/validate deliverables. Any delays due to unavailability of stakeholders or documentation required, may have an impact on the project effort and timeline</a:t>
            </a:r>
          </a:p>
          <a:p>
            <a:pPr marL="182563" indent="-182563">
              <a:spcBef>
                <a:spcPts val="3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/>
            </a:pPr>
            <a:r>
              <a:rPr lang="en-US" sz="1400" b="1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Pricing and Timelines</a:t>
            </a:r>
          </a:p>
          <a:p>
            <a:pPr marL="355600" lvl="1" indent="-174625"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The pricing and timelines of the study are determined with the assumption of analyzing a maximum of 7 Indian cities via secondary research and 5 cities via primary research</a:t>
            </a:r>
            <a:endParaRPr kumimoji="0" lang="en-IN" sz="13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Calibri" panose="020F0502020204030204" pitchFamily="34" charset="0"/>
            </a:endParaRPr>
          </a:p>
          <a:p>
            <a:pPr marL="355600" lvl="1" indent="-174625"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lang="en-IN" sz="1300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The pricing estimates are limited to efforts and methodology outlined in this document</a:t>
            </a:r>
          </a:p>
          <a:p>
            <a:pPr marL="355600" lvl="1" indent="-174625"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lang="en-IN" sz="1300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Any additions in scope, timelines will require separate feasibility and efforts</a:t>
            </a:r>
          </a:p>
          <a:p>
            <a:pPr marL="182563" lvl="1" indent="-182563">
              <a:spcBef>
                <a:spcPts val="3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/>
            </a:pPr>
            <a:r>
              <a:rPr lang="en-IN" sz="1400" b="1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Market Analysis Assumptions</a:t>
            </a:r>
          </a:p>
          <a:p>
            <a:pPr marL="355600" lvl="1" indent="-174625"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lang="en-US" sz="1300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A maximum of 7 cities (primarily Tier 1) in India will be </a:t>
            </a:r>
            <a:r>
              <a:rPr lang="en-US" sz="1300" err="1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analysed</a:t>
            </a:r>
            <a:r>
              <a:rPr lang="en-US" sz="1300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 from secondary research perspective. The cities analyzed will be the departure point of the route</a:t>
            </a:r>
          </a:p>
          <a:p>
            <a:pPr marL="355600" lvl="1" indent="-174625"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lang="en-US" sz="1300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For the analysis, the cities with road distance of more than 50 kms and a maximum of 5 to 6 hours of travel time and / or overnight journey will be considered as intercity</a:t>
            </a:r>
          </a:p>
          <a:p>
            <a:pPr marL="355600" lvl="1" indent="-174625"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lang="en-US" sz="1300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For performing analysis on different tech layers along the value chain, </a:t>
            </a:r>
            <a:r>
              <a:rPr lang="en-US" sz="1300" err="1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BlaBlaCar</a:t>
            </a:r>
            <a:r>
              <a:rPr lang="en-US" sz="1300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 will share the details of its platform(s). Interpretation of technical architecture of a platform is out of scope</a:t>
            </a:r>
          </a:p>
          <a:p>
            <a:pPr marL="355600" lvl="1" indent="-174625"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lang="en-US" sz="1300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Carpooling within city limits (home to office / office to home) is out of scope</a:t>
            </a:r>
          </a:p>
          <a:p>
            <a:pPr marL="355600" lvl="1" indent="-174625"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lang="en-US" sz="1300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Carpooling regulations at central and state (of target cities) level will be </a:t>
            </a:r>
            <a:r>
              <a:rPr lang="en-US" sz="1300" err="1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analysed</a:t>
            </a:r>
            <a:r>
              <a:rPr lang="en-US" sz="1300">
                <a:solidFill>
                  <a:schemeClr val="bg1"/>
                </a:solidFill>
                <a:latin typeface="Ubuntu"/>
                <a:cs typeface="Calibri" panose="020F0502020204030204" pitchFamily="34" charset="0"/>
              </a:rPr>
              <a:t>. Legal interpretation of regulations is out of scope</a:t>
            </a:r>
          </a:p>
        </p:txBody>
      </p:sp>
      <p:grpSp>
        <p:nvGrpSpPr>
          <p:cNvPr id="17" name="Groupe 1">
            <a:extLst>
              <a:ext uri="{FF2B5EF4-FFF2-40B4-BE49-F238E27FC236}">
                <a16:creationId xmlns:a16="http://schemas.microsoft.com/office/drawing/2014/main" id="{778B4D88-72E3-5C0E-3531-F1A4213717C4}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84017626-1BCF-214E-6105-66BA3283D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EF502637-0D67-655F-0D89-4003A9FC90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F32988-30EC-F0DF-5E7C-E89092706DC3}"/>
              </a:ext>
            </a:extLst>
          </p:cNvPr>
          <p:cNvSpPr txBox="1">
            <a:spLocks/>
          </p:cNvSpPr>
          <p:nvPr/>
        </p:nvSpPr>
        <p:spPr>
          <a:xfrm>
            <a:off x="418397" y="1292425"/>
            <a:ext cx="7040880" cy="339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12ABDB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Assumptions &amp; Limitations (1/2)</a:t>
            </a:r>
          </a:p>
        </p:txBody>
      </p:sp>
    </p:spTree>
    <p:extLst>
      <p:ext uri="{BB962C8B-B14F-4D97-AF65-F5344CB8AC3E}">
        <p14:creationId xmlns:p14="http://schemas.microsoft.com/office/powerpoint/2010/main" val="2726002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people looking at papers&#10;&#10;Description automatically generated with medium confidence">
            <a:extLst>
              <a:ext uri="{FF2B5EF4-FFF2-40B4-BE49-F238E27FC236}">
                <a16:creationId xmlns:a16="http://schemas.microsoft.com/office/drawing/2014/main" id="{62F20C7E-B1A4-588C-7752-290CC060C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360" y="-1"/>
            <a:ext cx="461264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4E9F5B-85D2-2E93-88F3-6E57D4F1B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7498080" cy="716711"/>
          </a:xfrm>
        </p:spPr>
        <p:txBody>
          <a:bodyPr/>
          <a:lstStyle/>
          <a:p>
            <a:r>
              <a:rPr lang="en-US"/>
              <a:t>Assumptions for Estimating Efforts, Timelines and Successful Engagement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29873E-7868-4938-9506-0424BB976004}"/>
              </a:ext>
            </a:extLst>
          </p:cNvPr>
          <p:cNvSpPr/>
          <p:nvPr/>
        </p:nvSpPr>
        <p:spPr>
          <a:xfrm>
            <a:off x="384955" y="1558646"/>
            <a:ext cx="7194405" cy="4846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500"/>
              </a:spcAft>
              <a:buClr>
                <a:schemeClr val="bg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Primary Interview Assumptions</a:t>
            </a:r>
          </a:p>
          <a:p>
            <a:pPr marL="355600" marR="0" lvl="1" indent="-174625" algn="l" defTabSz="914400" rtl="0" eaLnBrk="1" fontAlgn="auto" latinLnBrk="0" hangingPunct="1">
              <a:lnSpc>
                <a:spcPct val="100000"/>
              </a:lnSpc>
              <a:spcAft>
                <a:spcPts val="50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A limited sample of N=10 OTAs, Solution Providers and Bus Operators would be interviewed</a:t>
            </a:r>
          </a:p>
          <a:p>
            <a:pPr marL="355600" marR="0" lvl="1" indent="-174625" algn="l" defTabSz="914400" rtl="0" eaLnBrk="1" fontAlgn="auto" latinLnBrk="0" hangingPunct="1">
              <a:lnSpc>
                <a:spcPct val="100000"/>
              </a:lnSpc>
              <a:spcAft>
                <a:spcPts val="50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Information will be collected on a best effort basis given the restricted timeline </a:t>
            </a:r>
          </a:p>
          <a:p>
            <a:pPr marL="355600" marR="0" lvl="1" indent="-174625" algn="l" defTabSz="914400" rtl="0" eaLnBrk="1" fontAlgn="auto" latinLnBrk="0" hangingPunct="1">
              <a:lnSpc>
                <a:spcPct val="100000"/>
              </a:lnSpc>
              <a:spcAft>
                <a:spcPts val="50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The relevant International codes of conduct for market research and data privacy regulations would be adhered </a:t>
            </a:r>
          </a:p>
          <a:p>
            <a:pPr marL="355600" marR="0" lvl="1" indent="-174625" algn="l" defTabSz="914400" rtl="0" eaLnBrk="1" fontAlgn="auto" latinLnBrk="0" hangingPunct="1">
              <a:lnSpc>
                <a:spcPct val="100000"/>
              </a:lnSpc>
              <a:spcAft>
                <a:spcPts val="50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Personal information about the experts being interviewed would not be shared</a:t>
            </a:r>
          </a:p>
          <a:p>
            <a:pPr marL="355600" marR="0" lvl="1" indent="-174625" algn="l" defTabSz="914400" rtl="0" eaLnBrk="1" fontAlgn="auto" latinLnBrk="0" hangingPunct="1">
              <a:lnSpc>
                <a:spcPct val="100000"/>
              </a:lnSpc>
              <a:spcAft>
                <a:spcPts val="50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The exact split of the sample size would depend upon availability of the expert / nature of information being sought</a:t>
            </a:r>
          </a:p>
          <a:p>
            <a:pPr marL="355600" marR="0" lvl="1" indent="-174625" algn="l" defTabSz="914400" rtl="0" eaLnBrk="1" fontAlgn="auto" latinLnBrk="0" hangingPunct="1">
              <a:lnSpc>
                <a:spcPct val="100000"/>
              </a:lnSpc>
              <a:spcAft>
                <a:spcPts val="50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Any information which is seen as sensitive or confidential in nature may not be shared by the expert</a:t>
            </a:r>
          </a:p>
          <a:p>
            <a:pPr marL="355600" marR="0" lvl="1" indent="-174625" algn="l" defTabSz="914400" rtl="0" eaLnBrk="1" fontAlgn="auto" latinLnBrk="0" hangingPunct="1">
              <a:lnSpc>
                <a:spcPct val="100000"/>
              </a:lnSpc>
              <a:spcAft>
                <a:spcPts val="50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The focus would be to gather information would be collected at the overall level, rather than at company level</a:t>
            </a:r>
          </a:p>
        </p:txBody>
      </p:sp>
      <p:grpSp>
        <p:nvGrpSpPr>
          <p:cNvPr id="17" name="Groupe 1">
            <a:extLst>
              <a:ext uri="{FF2B5EF4-FFF2-40B4-BE49-F238E27FC236}">
                <a16:creationId xmlns:a16="http://schemas.microsoft.com/office/drawing/2014/main" id="{778B4D88-72E3-5C0E-3531-F1A4213717C4}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84017626-1BCF-214E-6105-66BA3283D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EF502637-0D67-655F-0D89-4003A9FC90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F32988-30EC-F0DF-5E7C-E89092706DC3}"/>
              </a:ext>
            </a:extLst>
          </p:cNvPr>
          <p:cNvSpPr txBox="1">
            <a:spLocks/>
          </p:cNvSpPr>
          <p:nvPr/>
        </p:nvSpPr>
        <p:spPr>
          <a:xfrm>
            <a:off x="418397" y="1292425"/>
            <a:ext cx="7040880" cy="339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12ABDB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Assumptions &amp; Limitations (2/2)</a:t>
            </a:r>
          </a:p>
        </p:txBody>
      </p:sp>
    </p:spTree>
    <p:extLst>
      <p:ext uri="{BB962C8B-B14F-4D97-AF65-F5344CB8AC3E}">
        <p14:creationId xmlns:p14="http://schemas.microsoft.com/office/powerpoint/2010/main" val="25836419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BEB14ACA-8909-7FF4-2DDE-E66A276F9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9260"/>
            <a:ext cx="3723300" cy="68872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C8BD6C9-BEFD-824F-A2F8-ED5FA73BEB7B}"/>
              </a:ext>
            </a:extLst>
          </p:cNvPr>
          <p:cNvSpPr/>
          <p:nvPr/>
        </p:nvSpPr>
        <p:spPr>
          <a:xfrm>
            <a:off x="4325648" y="1327150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US" sz="2000">
                <a:solidFill>
                  <a:srgbClr val="8085A4"/>
                </a:solidFill>
                <a:cs typeface="Arial" pitchFamily="34" charset="0"/>
              </a:rPr>
              <a:t>Our understanding of your needs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7C3077-EFF0-06BB-98AC-BA63290FCECA}"/>
              </a:ext>
            </a:extLst>
          </p:cNvPr>
          <p:cNvSpPr/>
          <p:nvPr/>
        </p:nvSpPr>
        <p:spPr>
          <a:xfrm>
            <a:off x="4325648" y="2470756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r>
              <a:rPr lang="en-US" sz="2000">
                <a:solidFill>
                  <a:srgbClr val="8085A4"/>
                </a:solidFill>
                <a:cs typeface="Arial" pitchFamily="34" charset="0"/>
              </a:rPr>
              <a:t>Our approach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3190D4-8C2C-7A5B-01A2-8723770C3AB5}"/>
              </a:ext>
            </a:extLst>
          </p:cNvPr>
          <p:cNvSpPr/>
          <p:nvPr/>
        </p:nvSpPr>
        <p:spPr>
          <a:xfrm>
            <a:off x="4325648" y="3614362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IN" sz="2000">
                <a:solidFill>
                  <a:schemeClr val="bg1"/>
                </a:solidFill>
                <a:cs typeface="Arial" pitchFamily="34" charset="0"/>
              </a:rPr>
              <a:t>Our assets to support you</a:t>
            </a:r>
            <a:endParaRPr lang="en-US" sz="200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FA5123-4837-6E3C-95FC-C58680F19D75}"/>
              </a:ext>
            </a:extLst>
          </p:cNvPr>
          <p:cNvSpPr/>
          <p:nvPr/>
        </p:nvSpPr>
        <p:spPr>
          <a:xfrm>
            <a:off x="4325648" y="4757969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IN" sz="2000">
                <a:solidFill>
                  <a:srgbClr val="8085A4"/>
                </a:solidFill>
                <a:cs typeface="Arial" pitchFamily="34" charset="0"/>
              </a:rPr>
              <a:t>Appendix</a:t>
            </a:r>
            <a:endParaRPr lang="en-US" sz="2000">
              <a:solidFill>
                <a:srgbClr val="8085A4"/>
              </a:solidFill>
              <a:cs typeface="Arial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068706-4229-1C32-3E6B-094F2681C723}"/>
              </a:ext>
            </a:extLst>
          </p:cNvPr>
          <p:cNvSpPr/>
          <p:nvPr/>
        </p:nvSpPr>
        <p:spPr>
          <a:xfrm>
            <a:off x="3815660" y="1353902"/>
            <a:ext cx="511761" cy="511761"/>
          </a:xfrm>
          <a:prstGeom prst="ellipse">
            <a:avLst/>
          </a:prstGeom>
          <a:solidFill>
            <a:srgbClr val="808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707A06-2891-4A4F-6DD1-33A2AAF6BA48}"/>
              </a:ext>
            </a:extLst>
          </p:cNvPr>
          <p:cNvSpPr/>
          <p:nvPr/>
        </p:nvSpPr>
        <p:spPr>
          <a:xfrm>
            <a:off x="3815660" y="2488591"/>
            <a:ext cx="511761" cy="511761"/>
          </a:xfrm>
          <a:prstGeom prst="ellipse">
            <a:avLst/>
          </a:prstGeom>
          <a:solidFill>
            <a:srgbClr val="808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D6B069C-70CF-DC32-A3D7-5E626A8F8FF7}"/>
              </a:ext>
            </a:extLst>
          </p:cNvPr>
          <p:cNvSpPr/>
          <p:nvPr/>
        </p:nvSpPr>
        <p:spPr>
          <a:xfrm>
            <a:off x="3815660" y="3623280"/>
            <a:ext cx="511761" cy="51176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14EB6F-0625-5465-74A4-B702C291EBFE}"/>
              </a:ext>
            </a:extLst>
          </p:cNvPr>
          <p:cNvSpPr/>
          <p:nvPr/>
        </p:nvSpPr>
        <p:spPr>
          <a:xfrm>
            <a:off x="3815660" y="4757968"/>
            <a:ext cx="511761" cy="511761"/>
          </a:xfrm>
          <a:prstGeom prst="ellipse">
            <a:avLst/>
          </a:prstGeom>
          <a:solidFill>
            <a:srgbClr val="808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4</a:t>
            </a:r>
          </a:p>
        </p:txBody>
      </p:sp>
      <p:sp>
        <p:nvSpPr>
          <p:cNvPr id="2" name="Rectangle 27">
            <a:extLst>
              <a:ext uri="{FF2B5EF4-FFF2-40B4-BE49-F238E27FC236}">
                <a16:creationId xmlns:a16="http://schemas.microsoft.com/office/drawing/2014/main" id="{7CD4EFA4-DE1F-6170-9995-3DB43ADA150A}"/>
              </a:ext>
            </a:extLst>
          </p:cNvPr>
          <p:cNvSpPr/>
          <p:nvPr/>
        </p:nvSpPr>
        <p:spPr>
          <a:xfrm>
            <a:off x="40481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err="1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BlaBlaCar</a:t>
            </a:r>
            <a:r>
              <a:rPr lang="en-IN" sz="700" ker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 market research proposal | September 2023</a:t>
            </a:r>
            <a:endParaRPr lang="en-US" sz="700" kern="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874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E9F5B-85D2-2E93-88F3-6E57D4F1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We have major assets to support you in this project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29873E-7868-4938-9506-0424BB976004}"/>
              </a:ext>
            </a:extLst>
          </p:cNvPr>
          <p:cNvSpPr/>
          <p:nvPr/>
        </p:nvSpPr>
        <p:spPr>
          <a:xfrm>
            <a:off x="998413" y="1327150"/>
            <a:ext cx="10800000" cy="10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ctr" anchorCtr="0"/>
          <a:lstStyle/>
          <a:p>
            <a:pPr lvl="0">
              <a:defRPr/>
            </a:pPr>
            <a:r>
              <a:rPr lang="en-US" sz="2000">
                <a:solidFill>
                  <a:schemeClr val="bg1"/>
                </a:solidFill>
                <a:cs typeface="Arial" pitchFamily="34" charset="0"/>
              </a:rPr>
              <a:t>A strong and lasting presence on the Indian market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DFAD13-17EC-05A8-07B2-E83B89558120}"/>
              </a:ext>
            </a:extLst>
          </p:cNvPr>
          <p:cNvSpPr/>
          <p:nvPr/>
        </p:nvSpPr>
        <p:spPr>
          <a:xfrm>
            <a:off x="998413" y="2557702"/>
            <a:ext cx="10800000" cy="10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ctr" anchorCtr="0"/>
          <a:lstStyle/>
          <a:p>
            <a:pPr lvl="0">
              <a:defRPr/>
            </a:pPr>
            <a:r>
              <a:rPr lang="en-US" sz="2000">
                <a:solidFill>
                  <a:schemeClr val="bg1"/>
                </a:solidFill>
                <a:cs typeface="Arial" pitchFamily="34" charset="0"/>
              </a:rPr>
              <a:t>An India-based research center of excellence</a:t>
            </a:r>
            <a:r>
              <a:rPr lang="en-US" sz="2000" dirty="0">
                <a:solidFill>
                  <a:schemeClr val="bg1"/>
                </a:solidFill>
                <a:cs typeface="Arial" pitchFamily="34" charset="0"/>
              </a:rPr>
              <a:t> along with design/CX expertise through frog</a:t>
            </a:r>
            <a:endParaRPr lang="en-US" sz="200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8FE4F6-772E-EE63-29B0-FDBBFA0A4EC4}"/>
              </a:ext>
            </a:extLst>
          </p:cNvPr>
          <p:cNvSpPr/>
          <p:nvPr/>
        </p:nvSpPr>
        <p:spPr>
          <a:xfrm>
            <a:off x="998413" y="3788254"/>
            <a:ext cx="10800000" cy="10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ctr" anchorCtr="0"/>
          <a:lstStyle/>
          <a:p>
            <a:pPr lvl="0">
              <a:defRPr/>
            </a:pPr>
            <a:r>
              <a:rPr lang="en-IN" sz="2000">
                <a:solidFill>
                  <a:schemeClr val="bg1"/>
                </a:solidFill>
                <a:cs typeface="Arial" pitchFamily="34" charset="0"/>
              </a:rPr>
              <a:t>A p</a:t>
            </a:r>
            <a:r>
              <a:rPr lang="en-US" sz="2000" err="1">
                <a:solidFill>
                  <a:schemeClr val="bg1"/>
                </a:solidFill>
                <a:cs typeface="Arial" pitchFamily="34" charset="0"/>
              </a:rPr>
              <a:t>roven</a:t>
            </a:r>
            <a:r>
              <a:rPr lang="en-US" sz="2000">
                <a:solidFill>
                  <a:schemeClr val="bg1"/>
                </a:solidFill>
                <a:cs typeface="Arial" pitchFamily="34" charset="0"/>
              </a:rPr>
              <a:t> expertise in the mobility sector internationally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76333C-9704-2C96-49AC-B6DB493607B4}"/>
              </a:ext>
            </a:extLst>
          </p:cNvPr>
          <p:cNvSpPr/>
          <p:nvPr/>
        </p:nvSpPr>
        <p:spPr>
          <a:xfrm>
            <a:off x="997527" y="5018806"/>
            <a:ext cx="10800000" cy="10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ctr" anchorCtr="0"/>
          <a:lstStyle/>
          <a:p>
            <a:pPr lvl="0">
              <a:defRPr/>
            </a:pPr>
            <a:r>
              <a:rPr lang="en-IN" sz="2000">
                <a:solidFill>
                  <a:schemeClr val="bg1"/>
                </a:solidFill>
                <a:cs typeface="Arial" pitchFamily="34" charset="0"/>
              </a:rPr>
              <a:t>The ability to leverage subject matter experts across the projects core components (engineering, product, design) </a:t>
            </a:r>
            <a:endParaRPr lang="en-US" sz="2000">
              <a:solidFill>
                <a:schemeClr val="bg1"/>
              </a:solidFill>
              <a:cs typeface="Arial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CFED02-14CE-8304-78C4-AE8B9BD36EF4}"/>
              </a:ext>
            </a:extLst>
          </p:cNvPr>
          <p:cNvCxnSpPr>
            <a:cxnSpLocks/>
          </p:cNvCxnSpPr>
          <p:nvPr/>
        </p:nvCxnSpPr>
        <p:spPr>
          <a:xfrm flipV="1">
            <a:off x="997527" y="1543446"/>
            <a:ext cx="0" cy="64740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12FA7-CA94-D9C7-B80E-891908CFE242}"/>
              </a:ext>
            </a:extLst>
          </p:cNvPr>
          <p:cNvCxnSpPr>
            <a:cxnSpLocks/>
          </p:cNvCxnSpPr>
          <p:nvPr/>
        </p:nvCxnSpPr>
        <p:spPr>
          <a:xfrm flipV="1">
            <a:off x="1006763" y="2773998"/>
            <a:ext cx="0" cy="64740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DD3CA0-44E3-D86E-E4DD-8AAFA42275DA}"/>
              </a:ext>
            </a:extLst>
          </p:cNvPr>
          <p:cNvCxnSpPr>
            <a:cxnSpLocks/>
          </p:cNvCxnSpPr>
          <p:nvPr/>
        </p:nvCxnSpPr>
        <p:spPr>
          <a:xfrm flipV="1">
            <a:off x="1006763" y="4004550"/>
            <a:ext cx="0" cy="64740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2C949C-61FB-654F-84CB-2D9E724B23AF}"/>
              </a:ext>
            </a:extLst>
          </p:cNvPr>
          <p:cNvCxnSpPr>
            <a:cxnSpLocks/>
          </p:cNvCxnSpPr>
          <p:nvPr/>
        </p:nvCxnSpPr>
        <p:spPr>
          <a:xfrm flipV="1">
            <a:off x="1006763" y="5235102"/>
            <a:ext cx="0" cy="64740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0925580-482E-B4B0-A7A8-0E9A46D566C6}"/>
              </a:ext>
            </a:extLst>
          </p:cNvPr>
          <p:cNvSpPr txBox="1"/>
          <p:nvPr/>
        </p:nvSpPr>
        <p:spPr>
          <a:xfrm>
            <a:off x="385938" y="1605540"/>
            <a:ext cx="591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>
                <a:solidFill>
                  <a:schemeClr val="accent2"/>
                </a:solidFill>
              </a:rPr>
              <a:t>01</a:t>
            </a:r>
            <a:endParaRPr lang="en-US" sz="4400" b="1">
              <a:solidFill>
                <a:schemeClr val="accent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64E311-2503-AE61-3F92-C98E8C87E15F}"/>
              </a:ext>
            </a:extLst>
          </p:cNvPr>
          <p:cNvSpPr txBox="1"/>
          <p:nvPr/>
        </p:nvSpPr>
        <p:spPr>
          <a:xfrm>
            <a:off x="385938" y="2836092"/>
            <a:ext cx="591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>
                <a:solidFill>
                  <a:schemeClr val="accent2"/>
                </a:solidFill>
              </a:rPr>
              <a:t>02</a:t>
            </a:r>
            <a:endParaRPr lang="en-US" sz="4400" b="1">
              <a:solidFill>
                <a:schemeClr val="accent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DE9DA6-1F47-A1D1-F363-7C6DDF96F761}"/>
              </a:ext>
            </a:extLst>
          </p:cNvPr>
          <p:cNvSpPr txBox="1"/>
          <p:nvPr/>
        </p:nvSpPr>
        <p:spPr>
          <a:xfrm>
            <a:off x="385938" y="4066644"/>
            <a:ext cx="591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>
                <a:solidFill>
                  <a:schemeClr val="accent2"/>
                </a:solidFill>
              </a:rPr>
              <a:t>03</a:t>
            </a:r>
            <a:endParaRPr lang="en-US" sz="4400" b="1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31651-07AF-C7F8-0779-D8A75A5E1087}"/>
              </a:ext>
            </a:extLst>
          </p:cNvPr>
          <p:cNvSpPr txBox="1"/>
          <p:nvPr/>
        </p:nvSpPr>
        <p:spPr>
          <a:xfrm>
            <a:off x="385938" y="5297196"/>
            <a:ext cx="591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>
                <a:solidFill>
                  <a:schemeClr val="accent2"/>
                </a:solidFill>
              </a:rPr>
              <a:t>04</a:t>
            </a:r>
            <a:endParaRPr lang="en-US" sz="4400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407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A2F2-F232-9EB1-FA13-E1E9B903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 strong and lasting presence on the Indian market</a:t>
            </a:r>
            <a:endParaRPr lang="en-US"/>
          </a:p>
        </p:txBody>
      </p: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AEC5679F-30F1-A540-E8BD-4990A3C1047A}"/>
              </a:ext>
            </a:extLst>
          </p:cNvPr>
          <p:cNvGrpSpPr/>
          <p:nvPr/>
        </p:nvGrpSpPr>
        <p:grpSpPr>
          <a:xfrm>
            <a:off x="5818907" y="1327152"/>
            <a:ext cx="5798686" cy="5089573"/>
            <a:chOff x="5241426" y="660403"/>
            <a:chExt cx="6374451" cy="575632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E23B5DB-52C0-8F61-D2D9-1BEA703BDBBF}"/>
                </a:ext>
              </a:extLst>
            </p:cNvPr>
            <p:cNvGrpSpPr/>
            <p:nvPr/>
          </p:nvGrpSpPr>
          <p:grpSpPr>
            <a:xfrm>
              <a:off x="6232934" y="660403"/>
              <a:ext cx="4968637" cy="5581299"/>
              <a:chOff x="3804167" y="663824"/>
              <a:chExt cx="5077568" cy="5705365"/>
            </a:xfrm>
            <a:solidFill>
              <a:schemeClr val="bg1">
                <a:lumMod val="85000"/>
              </a:schemeClr>
            </a:solidFill>
          </p:grpSpPr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D4F2033F-2A09-C102-846A-200B8898B113}"/>
                  </a:ext>
                </a:extLst>
              </p:cNvPr>
              <p:cNvSpPr/>
              <p:nvPr/>
            </p:nvSpPr>
            <p:spPr>
              <a:xfrm>
                <a:off x="8096817" y="3040322"/>
                <a:ext cx="193479" cy="451451"/>
              </a:xfrm>
              <a:custGeom>
                <a:avLst/>
                <a:gdLst>
                  <a:gd name="connsiteX0" fmla="*/ 185740 w 193478"/>
                  <a:gd name="connsiteY0" fmla="*/ 81503 h 451450"/>
                  <a:gd name="connsiteX1" fmla="*/ 172197 w 193478"/>
                  <a:gd name="connsiteY1" fmla="*/ 79246 h 451450"/>
                  <a:gd name="connsiteX2" fmla="*/ 141885 w 193478"/>
                  <a:gd name="connsiteY2" fmla="*/ 74409 h 451450"/>
                  <a:gd name="connsiteX3" fmla="*/ 125116 w 193478"/>
                  <a:gd name="connsiteY3" fmla="*/ 60866 h 451450"/>
                  <a:gd name="connsiteX4" fmla="*/ 127696 w 193478"/>
                  <a:gd name="connsiteY4" fmla="*/ 26039 h 451450"/>
                  <a:gd name="connsiteX5" fmla="*/ 125116 w 193478"/>
                  <a:gd name="connsiteY5" fmla="*/ 11528 h 451450"/>
                  <a:gd name="connsiteX6" fmla="*/ 118667 w 193478"/>
                  <a:gd name="connsiteY6" fmla="*/ 17655 h 451450"/>
                  <a:gd name="connsiteX7" fmla="*/ 106091 w 193478"/>
                  <a:gd name="connsiteY7" fmla="*/ 20235 h 451450"/>
                  <a:gd name="connsiteX8" fmla="*/ 87388 w 193478"/>
                  <a:gd name="connsiteY8" fmla="*/ 17011 h 451450"/>
                  <a:gd name="connsiteX9" fmla="*/ 77069 w 193478"/>
                  <a:gd name="connsiteY9" fmla="*/ 565 h 451450"/>
                  <a:gd name="connsiteX10" fmla="*/ 70943 w 193478"/>
                  <a:gd name="connsiteY10" fmla="*/ 19268 h 451450"/>
                  <a:gd name="connsiteX11" fmla="*/ 56754 w 193478"/>
                  <a:gd name="connsiteY11" fmla="*/ 43130 h 451450"/>
                  <a:gd name="connsiteX12" fmla="*/ 41921 w 193478"/>
                  <a:gd name="connsiteY12" fmla="*/ 66348 h 451450"/>
                  <a:gd name="connsiteX13" fmla="*/ 29344 w 193478"/>
                  <a:gd name="connsiteY13" fmla="*/ 76989 h 451450"/>
                  <a:gd name="connsiteX14" fmla="*/ 23863 w 193478"/>
                  <a:gd name="connsiteY14" fmla="*/ 61188 h 451450"/>
                  <a:gd name="connsiteX15" fmla="*/ 8707 w 193478"/>
                  <a:gd name="connsiteY15" fmla="*/ 57641 h 451450"/>
                  <a:gd name="connsiteX16" fmla="*/ 4514 w 193478"/>
                  <a:gd name="connsiteY16" fmla="*/ 59576 h 451450"/>
                  <a:gd name="connsiteX17" fmla="*/ 4514 w 193478"/>
                  <a:gd name="connsiteY17" fmla="*/ 59576 h 451450"/>
                  <a:gd name="connsiteX18" fmla="*/ 5482 w 193478"/>
                  <a:gd name="connsiteY18" fmla="*/ 82471 h 451450"/>
                  <a:gd name="connsiteX19" fmla="*/ 6127 w 193478"/>
                  <a:gd name="connsiteY19" fmla="*/ 118909 h 451450"/>
                  <a:gd name="connsiteX20" fmla="*/ 0 w 193478"/>
                  <a:gd name="connsiteY20" fmla="*/ 163409 h 451450"/>
                  <a:gd name="connsiteX21" fmla="*/ 6772 w 193478"/>
                  <a:gd name="connsiteY21" fmla="*/ 161797 h 451450"/>
                  <a:gd name="connsiteX22" fmla="*/ 9996 w 193478"/>
                  <a:gd name="connsiteY22" fmla="*/ 177275 h 451450"/>
                  <a:gd name="connsiteX23" fmla="*/ 35149 w 193478"/>
                  <a:gd name="connsiteY23" fmla="*/ 237899 h 451450"/>
                  <a:gd name="connsiteX24" fmla="*/ 25797 w 193478"/>
                  <a:gd name="connsiteY24" fmla="*/ 242413 h 451450"/>
                  <a:gd name="connsiteX25" fmla="*/ 25475 w 193478"/>
                  <a:gd name="connsiteY25" fmla="*/ 254022 h 451450"/>
                  <a:gd name="connsiteX26" fmla="*/ 54174 w 193478"/>
                  <a:gd name="connsiteY26" fmla="*/ 339798 h 451450"/>
                  <a:gd name="connsiteX27" fmla="*/ 74812 w 193478"/>
                  <a:gd name="connsiteY27" fmla="*/ 388812 h 451450"/>
                  <a:gd name="connsiteX28" fmla="*/ 79649 w 193478"/>
                  <a:gd name="connsiteY28" fmla="*/ 426541 h 451450"/>
                  <a:gd name="connsiteX29" fmla="*/ 87710 w 193478"/>
                  <a:gd name="connsiteY29" fmla="*/ 456853 h 451450"/>
                  <a:gd name="connsiteX30" fmla="*/ 101899 w 193478"/>
                  <a:gd name="connsiteY30" fmla="*/ 477813 h 451450"/>
                  <a:gd name="connsiteX31" fmla="*/ 114797 w 193478"/>
                  <a:gd name="connsiteY31" fmla="*/ 462979 h 451450"/>
                  <a:gd name="connsiteX32" fmla="*/ 126084 w 193478"/>
                  <a:gd name="connsiteY32" fmla="*/ 465559 h 451450"/>
                  <a:gd name="connsiteX33" fmla="*/ 132211 w 193478"/>
                  <a:gd name="connsiteY33" fmla="*/ 471686 h 451450"/>
                  <a:gd name="connsiteX34" fmla="*/ 152526 w 193478"/>
                  <a:gd name="connsiteY34" fmla="*/ 480392 h 451450"/>
                  <a:gd name="connsiteX35" fmla="*/ 166714 w 193478"/>
                  <a:gd name="connsiteY35" fmla="*/ 469751 h 451450"/>
                  <a:gd name="connsiteX36" fmla="*/ 174131 w 193478"/>
                  <a:gd name="connsiteY36" fmla="*/ 448791 h 451450"/>
                  <a:gd name="connsiteX37" fmla="*/ 187030 w 193478"/>
                  <a:gd name="connsiteY37" fmla="*/ 436537 h 451450"/>
                  <a:gd name="connsiteX38" fmla="*/ 184450 w 193478"/>
                  <a:gd name="connsiteY38" fmla="*/ 415577 h 451450"/>
                  <a:gd name="connsiteX39" fmla="*/ 185740 w 193478"/>
                  <a:gd name="connsiteY39" fmla="*/ 398164 h 451450"/>
                  <a:gd name="connsiteX40" fmla="*/ 172197 w 193478"/>
                  <a:gd name="connsiteY40" fmla="*/ 377204 h 451450"/>
                  <a:gd name="connsiteX41" fmla="*/ 169617 w 193478"/>
                  <a:gd name="connsiteY41" fmla="*/ 340765 h 451450"/>
                  <a:gd name="connsiteX42" fmla="*/ 166070 w 193478"/>
                  <a:gd name="connsiteY42" fmla="*/ 295942 h 451450"/>
                  <a:gd name="connsiteX43" fmla="*/ 190254 w 193478"/>
                  <a:gd name="connsiteY43" fmla="*/ 252732 h 451450"/>
                  <a:gd name="connsiteX44" fmla="*/ 189932 w 193478"/>
                  <a:gd name="connsiteY44" fmla="*/ 93112 h 451450"/>
                  <a:gd name="connsiteX45" fmla="*/ 185740 w 193478"/>
                  <a:gd name="connsiteY45" fmla="*/ 81503 h 45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93478" h="451450">
                    <a:moveTo>
                      <a:pt x="185740" y="81503"/>
                    </a:moveTo>
                    <a:cubicBezTo>
                      <a:pt x="180903" y="80536"/>
                      <a:pt x="176711" y="80536"/>
                      <a:pt x="172197" y="79246"/>
                    </a:cubicBezTo>
                    <a:cubicBezTo>
                      <a:pt x="159943" y="76021"/>
                      <a:pt x="154783" y="75054"/>
                      <a:pt x="141885" y="74409"/>
                    </a:cubicBezTo>
                    <a:cubicBezTo>
                      <a:pt x="128986" y="73764"/>
                      <a:pt x="124471" y="70217"/>
                      <a:pt x="125116" y="60866"/>
                    </a:cubicBezTo>
                    <a:cubicBezTo>
                      <a:pt x="125762" y="51514"/>
                      <a:pt x="122537" y="42808"/>
                      <a:pt x="127696" y="26039"/>
                    </a:cubicBezTo>
                    <a:cubicBezTo>
                      <a:pt x="129309" y="20557"/>
                      <a:pt x="128019" y="15721"/>
                      <a:pt x="125116" y="11528"/>
                    </a:cubicBezTo>
                    <a:cubicBezTo>
                      <a:pt x="122859" y="15721"/>
                      <a:pt x="120280" y="17655"/>
                      <a:pt x="118667" y="17655"/>
                    </a:cubicBezTo>
                    <a:cubicBezTo>
                      <a:pt x="116087" y="17655"/>
                      <a:pt x="109638" y="18945"/>
                      <a:pt x="106091" y="20235"/>
                    </a:cubicBezTo>
                    <a:cubicBezTo>
                      <a:pt x="95450" y="24427"/>
                      <a:pt x="92548" y="27974"/>
                      <a:pt x="87388" y="17011"/>
                    </a:cubicBezTo>
                    <a:cubicBezTo>
                      <a:pt x="81906" y="6369"/>
                      <a:pt x="81584" y="-2338"/>
                      <a:pt x="77069" y="565"/>
                    </a:cubicBezTo>
                    <a:cubicBezTo>
                      <a:pt x="72555" y="3145"/>
                      <a:pt x="71265" y="7336"/>
                      <a:pt x="70943" y="19268"/>
                    </a:cubicBezTo>
                    <a:cubicBezTo>
                      <a:pt x="70620" y="31199"/>
                      <a:pt x="65138" y="36358"/>
                      <a:pt x="56754" y="43130"/>
                    </a:cubicBezTo>
                    <a:cubicBezTo>
                      <a:pt x="48370" y="49902"/>
                      <a:pt x="46113" y="55384"/>
                      <a:pt x="41921" y="66348"/>
                    </a:cubicBezTo>
                    <a:cubicBezTo>
                      <a:pt x="37728" y="77311"/>
                      <a:pt x="37406" y="80536"/>
                      <a:pt x="29344" y="76989"/>
                    </a:cubicBezTo>
                    <a:cubicBezTo>
                      <a:pt x="21283" y="73442"/>
                      <a:pt x="23863" y="71185"/>
                      <a:pt x="23863" y="61188"/>
                    </a:cubicBezTo>
                    <a:cubicBezTo>
                      <a:pt x="23863" y="51192"/>
                      <a:pt x="14511" y="53449"/>
                      <a:pt x="8707" y="57641"/>
                    </a:cubicBezTo>
                    <a:cubicBezTo>
                      <a:pt x="7094" y="58931"/>
                      <a:pt x="5805" y="59253"/>
                      <a:pt x="4514" y="59576"/>
                    </a:cubicBezTo>
                    <a:lnTo>
                      <a:pt x="4514" y="59576"/>
                    </a:lnTo>
                    <a:cubicBezTo>
                      <a:pt x="3870" y="66025"/>
                      <a:pt x="3225" y="68605"/>
                      <a:pt x="5482" y="82471"/>
                    </a:cubicBezTo>
                    <a:cubicBezTo>
                      <a:pt x="8707" y="102786"/>
                      <a:pt x="9674" y="106011"/>
                      <a:pt x="6127" y="118909"/>
                    </a:cubicBezTo>
                    <a:cubicBezTo>
                      <a:pt x="3547" y="128261"/>
                      <a:pt x="2903" y="144062"/>
                      <a:pt x="0" y="163409"/>
                    </a:cubicBezTo>
                    <a:cubicBezTo>
                      <a:pt x="1935" y="162765"/>
                      <a:pt x="4192" y="162442"/>
                      <a:pt x="6772" y="161797"/>
                    </a:cubicBezTo>
                    <a:cubicBezTo>
                      <a:pt x="16123" y="160507"/>
                      <a:pt x="12254" y="166634"/>
                      <a:pt x="9996" y="177275"/>
                    </a:cubicBezTo>
                    <a:cubicBezTo>
                      <a:pt x="7739" y="189851"/>
                      <a:pt x="25152" y="233062"/>
                      <a:pt x="35149" y="237899"/>
                    </a:cubicBezTo>
                    <a:cubicBezTo>
                      <a:pt x="31602" y="236286"/>
                      <a:pt x="27087" y="238866"/>
                      <a:pt x="25797" y="242413"/>
                    </a:cubicBezTo>
                    <a:cubicBezTo>
                      <a:pt x="24185" y="245961"/>
                      <a:pt x="24830" y="250152"/>
                      <a:pt x="25475" y="254022"/>
                    </a:cubicBezTo>
                    <a:cubicBezTo>
                      <a:pt x="30957" y="284011"/>
                      <a:pt x="41275" y="312066"/>
                      <a:pt x="54174" y="339798"/>
                    </a:cubicBezTo>
                    <a:cubicBezTo>
                      <a:pt x="61269" y="354954"/>
                      <a:pt x="74812" y="371722"/>
                      <a:pt x="74812" y="388812"/>
                    </a:cubicBezTo>
                    <a:cubicBezTo>
                      <a:pt x="74812" y="407515"/>
                      <a:pt x="79649" y="407515"/>
                      <a:pt x="79649" y="426541"/>
                    </a:cubicBezTo>
                    <a:cubicBezTo>
                      <a:pt x="79649" y="445566"/>
                      <a:pt x="88356" y="444599"/>
                      <a:pt x="87710" y="456853"/>
                    </a:cubicBezTo>
                    <a:cubicBezTo>
                      <a:pt x="87066" y="469106"/>
                      <a:pt x="91903" y="482972"/>
                      <a:pt x="101899" y="477813"/>
                    </a:cubicBezTo>
                    <a:cubicBezTo>
                      <a:pt x="111895" y="472653"/>
                      <a:pt x="109961" y="465559"/>
                      <a:pt x="114797" y="462979"/>
                    </a:cubicBezTo>
                    <a:cubicBezTo>
                      <a:pt x="119635" y="460400"/>
                      <a:pt x="118990" y="463624"/>
                      <a:pt x="126084" y="465559"/>
                    </a:cubicBezTo>
                    <a:cubicBezTo>
                      <a:pt x="133500" y="467494"/>
                      <a:pt x="129309" y="471041"/>
                      <a:pt x="132211" y="471686"/>
                    </a:cubicBezTo>
                    <a:cubicBezTo>
                      <a:pt x="134791" y="472331"/>
                      <a:pt x="142207" y="475878"/>
                      <a:pt x="152526" y="480392"/>
                    </a:cubicBezTo>
                    <a:cubicBezTo>
                      <a:pt x="162522" y="485229"/>
                      <a:pt x="163812" y="476200"/>
                      <a:pt x="166714" y="469751"/>
                    </a:cubicBezTo>
                    <a:cubicBezTo>
                      <a:pt x="169294" y="462979"/>
                      <a:pt x="172841" y="455563"/>
                      <a:pt x="174131" y="448791"/>
                    </a:cubicBezTo>
                    <a:cubicBezTo>
                      <a:pt x="175421" y="442019"/>
                      <a:pt x="180258" y="440729"/>
                      <a:pt x="187030" y="436537"/>
                    </a:cubicBezTo>
                    <a:cubicBezTo>
                      <a:pt x="193802" y="432345"/>
                      <a:pt x="179613" y="422349"/>
                      <a:pt x="184450" y="415577"/>
                    </a:cubicBezTo>
                    <a:cubicBezTo>
                      <a:pt x="189287" y="408805"/>
                      <a:pt x="187030" y="403323"/>
                      <a:pt x="185740" y="398164"/>
                    </a:cubicBezTo>
                    <a:cubicBezTo>
                      <a:pt x="184450" y="392682"/>
                      <a:pt x="179613" y="384620"/>
                      <a:pt x="172197" y="377204"/>
                    </a:cubicBezTo>
                    <a:cubicBezTo>
                      <a:pt x="160588" y="365595"/>
                      <a:pt x="170261" y="353986"/>
                      <a:pt x="169617" y="340765"/>
                    </a:cubicBezTo>
                    <a:cubicBezTo>
                      <a:pt x="168649" y="323997"/>
                      <a:pt x="158653" y="315291"/>
                      <a:pt x="166070" y="295942"/>
                    </a:cubicBezTo>
                    <a:cubicBezTo>
                      <a:pt x="171874" y="280464"/>
                      <a:pt x="182515" y="267243"/>
                      <a:pt x="190254" y="252732"/>
                    </a:cubicBezTo>
                    <a:cubicBezTo>
                      <a:pt x="211860" y="210812"/>
                      <a:pt x="211537" y="134710"/>
                      <a:pt x="189932" y="93112"/>
                    </a:cubicBezTo>
                    <a:cubicBezTo>
                      <a:pt x="188320" y="89887"/>
                      <a:pt x="186385" y="85695"/>
                      <a:pt x="185740" y="8150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7F20C27D-843B-75DB-C46D-5B4974862116}"/>
                  </a:ext>
                </a:extLst>
              </p:cNvPr>
              <p:cNvSpPr/>
              <p:nvPr/>
            </p:nvSpPr>
            <p:spPr>
              <a:xfrm>
                <a:off x="8218780" y="2800468"/>
                <a:ext cx="290218" cy="322465"/>
              </a:xfrm>
              <a:custGeom>
                <a:avLst/>
                <a:gdLst>
                  <a:gd name="connsiteX0" fmla="*/ 289180 w 290218"/>
                  <a:gd name="connsiteY0" fmla="*/ 81121 h 322464"/>
                  <a:gd name="connsiteX1" fmla="*/ 267252 w 290218"/>
                  <a:gd name="connsiteY1" fmla="*/ 60483 h 322464"/>
                  <a:gd name="connsiteX2" fmla="*/ 268542 w 290218"/>
                  <a:gd name="connsiteY2" fmla="*/ 36621 h 322464"/>
                  <a:gd name="connsiteX3" fmla="*/ 269832 w 290218"/>
                  <a:gd name="connsiteY3" fmla="*/ 22110 h 322464"/>
                  <a:gd name="connsiteX4" fmla="*/ 248549 w 290218"/>
                  <a:gd name="connsiteY4" fmla="*/ 11469 h 322464"/>
                  <a:gd name="connsiteX5" fmla="*/ 230491 w 290218"/>
                  <a:gd name="connsiteY5" fmla="*/ 1472 h 322464"/>
                  <a:gd name="connsiteX6" fmla="*/ 180187 w 290218"/>
                  <a:gd name="connsiteY6" fmla="*/ 15661 h 322464"/>
                  <a:gd name="connsiteX7" fmla="*/ 133752 w 290218"/>
                  <a:gd name="connsiteY7" fmla="*/ 14371 h 322464"/>
                  <a:gd name="connsiteX8" fmla="*/ 116984 w 290218"/>
                  <a:gd name="connsiteY8" fmla="*/ 36621 h 322464"/>
                  <a:gd name="connsiteX9" fmla="*/ 104730 w 290218"/>
                  <a:gd name="connsiteY9" fmla="*/ 61451 h 322464"/>
                  <a:gd name="connsiteX10" fmla="*/ 87317 w 290218"/>
                  <a:gd name="connsiteY10" fmla="*/ 74994 h 322464"/>
                  <a:gd name="connsiteX11" fmla="*/ 63132 w 290218"/>
                  <a:gd name="connsiteY11" fmla="*/ 73705 h 322464"/>
                  <a:gd name="connsiteX12" fmla="*/ 49589 w 290218"/>
                  <a:gd name="connsiteY12" fmla="*/ 75962 h 322464"/>
                  <a:gd name="connsiteX13" fmla="*/ 52491 w 290218"/>
                  <a:gd name="connsiteY13" fmla="*/ 71770 h 322464"/>
                  <a:gd name="connsiteX14" fmla="*/ 42494 w 290218"/>
                  <a:gd name="connsiteY14" fmla="*/ 88538 h 322464"/>
                  <a:gd name="connsiteX15" fmla="*/ 36367 w 290218"/>
                  <a:gd name="connsiteY15" fmla="*/ 121752 h 322464"/>
                  <a:gd name="connsiteX16" fmla="*/ 30886 w 290218"/>
                  <a:gd name="connsiteY16" fmla="*/ 142390 h 322464"/>
                  <a:gd name="connsiteX17" fmla="*/ 8635 w 290218"/>
                  <a:gd name="connsiteY17" fmla="*/ 171089 h 322464"/>
                  <a:gd name="connsiteX18" fmla="*/ 6056 w 290218"/>
                  <a:gd name="connsiteY18" fmla="*/ 185277 h 322464"/>
                  <a:gd name="connsiteX19" fmla="*/ 2509 w 290218"/>
                  <a:gd name="connsiteY19" fmla="*/ 207527 h 322464"/>
                  <a:gd name="connsiteX20" fmla="*/ 2509 w 290218"/>
                  <a:gd name="connsiteY20" fmla="*/ 221716 h 322464"/>
                  <a:gd name="connsiteX21" fmla="*/ 7990 w 290218"/>
                  <a:gd name="connsiteY21" fmla="*/ 241386 h 322464"/>
                  <a:gd name="connsiteX22" fmla="*/ 3476 w 290218"/>
                  <a:gd name="connsiteY22" fmla="*/ 251383 h 322464"/>
                  <a:gd name="connsiteX23" fmla="*/ 6056 w 290218"/>
                  <a:gd name="connsiteY23" fmla="*/ 265894 h 322464"/>
                  <a:gd name="connsiteX24" fmla="*/ 3476 w 290218"/>
                  <a:gd name="connsiteY24" fmla="*/ 300720 h 322464"/>
                  <a:gd name="connsiteX25" fmla="*/ 20244 w 290218"/>
                  <a:gd name="connsiteY25" fmla="*/ 314263 h 322464"/>
                  <a:gd name="connsiteX26" fmla="*/ 50556 w 290218"/>
                  <a:gd name="connsiteY26" fmla="*/ 319100 h 322464"/>
                  <a:gd name="connsiteX27" fmla="*/ 64099 w 290218"/>
                  <a:gd name="connsiteY27" fmla="*/ 321358 h 322464"/>
                  <a:gd name="connsiteX28" fmla="*/ 68292 w 290218"/>
                  <a:gd name="connsiteY28" fmla="*/ 309104 h 322464"/>
                  <a:gd name="connsiteX29" fmla="*/ 84737 w 290218"/>
                  <a:gd name="connsiteY29" fmla="*/ 314586 h 322464"/>
                  <a:gd name="connsiteX30" fmla="*/ 99248 w 290218"/>
                  <a:gd name="connsiteY30" fmla="*/ 325550 h 322464"/>
                  <a:gd name="connsiteX31" fmla="*/ 119886 w 290218"/>
                  <a:gd name="connsiteY31" fmla="*/ 319100 h 322464"/>
                  <a:gd name="connsiteX32" fmla="*/ 140523 w 290218"/>
                  <a:gd name="connsiteY32" fmla="*/ 321358 h 322464"/>
                  <a:gd name="connsiteX33" fmla="*/ 188249 w 290218"/>
                  <a:gd name="connsiteY33" fmla="*/ 333611 h 322464"/>
                  <a:gd name="connsiteX34" fmla="*/ 226944 w 290218"/>
                  <a:gd name="connsiteY34" fmla="*/ 308781 h 322464"/>
                  <a:gd name="connsiteX35" fmla="*/ 225654 w 290218"/>
                  <a:gd name="connsiteY35" fmla="*/ 279437 h 322464"/>
                  <a:gd name="connsiteX36" fmla="*/ 248549 w 290218"/>
                  <a:gd name="connsiteY36" fmla="*/ 216234 h 322464"/>
                  <a:gd name="connsiteX37" fmla="*/ 263383 w 290218"/>
                  <a:gd name="connsiteY37" fmla="*/ 177861 h 322464"/>
                  <a:gd name="connsiteX38" fmla="*/ 280796 w 290218"/>
                  <a:gd name="connsiteY38" fmla="*/ 128846 h 322464"/>
                  <a:gd name="connsiteX39" fmla="*/ 289180 w 290218"/>
                  <a:gd name="connsiteY39" fmla="*/ 81121 h 322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90218" h="322464">
                    <a:moveTo>
                      <a:pt x="289180" y="81121"/>
                    </a:moveTo>
                    <a:cubicBezTo>
                      <a:pt x="282085" y="76607"/>
                      <a:pt x="272089" y="71125"/>
                      <a:pt x="267252" y="60483"/>
                    </a:cubicBezTo>
                    <a:cubicBezTo>
                      <a:pt x="262415" y="49842"/>
                      <a:pt x="264995" y="47907"/>
                      <a:pt x="268542" y="36621"/>
                    </a:cubicBezTo>
                    <a:cubicBezTo>
                      <a:pt x="270799" y="29204"/>
                      <a:pt x="269509" y="24690"/>
                      <a:pt x="269832" y="22110"/>
                    </a:cubicBezTo>
                    <a:cubicBezTo>
                      <a:pt x="255966" y="15661"/>
                      <a:pt x="249839" y="17596"/>
                      <a:pt x="248549" y="11469"/>
                    </a:cubicBezTo>
                    <a:cubicBezTo>
                      <a:pt x="247260" y="4697"/>
                      <a:pt x="237263" y="-3365"/>
                      <a:pt x="230491" y="1472"/>
                    </a:cubicBezTo>
                    <a:cubicBezTo>
                      <a:pt x="223719" y="6309"/>
                      <a:pt x="197600" y="16951"/>
                      <a:pt x="180187" y="15661"/>
                    </a:cubicBezTo>
                    <a:cubicBezTo>
                      <a:pt x="162774" y="14371"/>
                      <a:pt x="147295" y="13726"/>
                      <a:pt x="133752" y="14371"/>
                    </a:cubicBezTo>
                    <a:cubicBezTo>
                      <a:pt x="120208" y="15016"/>
                      <a:pt x="116984" y="31784"/>
                      <a:pt x="116984" y="36621"/>
                    </a:cubicBezTo>
                    <a:cubicBezTo>
                      <a:pt x="116984" y="41458"/>
                      <a:pt x="109567" y="53389"/>
                      <a:pt x="104730" y="61451"/>
                    </a:cubicBezTo>
                    <a:cubicBezTo>
                      <a:pt x="99893" y="69512"/>
                      <a:pt x="96668" y="80154"/>
                      <a:pt x="87317" y="74994"/>
                    </a:cubicBezTo>
                    <a:cubicBezTo>
                      <a:pt x="77966" y="69512"/>
                      <a:pt x="77321" y="68222"/>
                      <a:pt x="63132" y="73705"/>
                    </a:cubicBezTo>
                    <a:cubicBezTo>
                      <a:pt x="59585" y="74994"/>
                      <a:pt x="54748" y="75639"/>
                      <a:pt x="49589" y="75962"/>
                    </a:cubicBezTo>
                    <a:cubicBezTo>
                      <a:pt x="50556" y="74672"/>
                      <a:pt x="51523" y="73382"/>
                      <a:pt x="52491" y="71770"/>
                    </a:cubicBezTo>
                    <a:cubicBezTo>
                      <a:pt x="48299" y="77574"/>
                      <a:pt x="44107" y="81766"/>
                      <a:pt x="42494" y="88538"/>
                    </a:cubicBezTo>
                    <a:cubicBezTo>
                      <a:pt x="39915" y="99179"/>
                      <a:pt x="35400" y="113690"/>
                      <a:pt x="36367" y="121752"/>
                    </a:cubicBezTo>
                    <a:cubicBezTo>
                      <a:pt x="37335" y="129813"/>
                      <a:pt x="38947" y="135940"/>
                      <a:pt x="30886" y="142390"/>
                    </a:cubicBezTo>
                    <a:cubicBezTo>
                      <a:pt x="22824" y="148516"/>
                      <a:pt x="11215" y="164640"/>
                      <a:pt x="8635" y="171089"/>
                    </a:cubicBezTo>
                    <a:cubicBezTo>
                      <a:pt x="6056" y="177216"/>
                      <a:pt x="-393" y="175603"/>
                      <a:pt x="6056" y="185277"/>
                    </a:cubicBezTo>
                    <a:cubicBezTo>
                      <a:pt x="12183" y="195274"/>
                      <a:pt x="4121" y="202368"/>
                      <a:pt x="2509" y="207527"/>
                    </a:cubicBezTo>
                    <a:cubicBezTo>
                      <a:pt x="574" y="213009"/>
                      <a:pt x="-2006" y="212042"/>
                      <a:pt x="2509" y="221716"/>
                    </a:cubicBezTo>
                    <a:cubicBezTo>
                      <a:pt x="7023" y="231712"/>
                      <a:pt x="11538" y="230745"/>
                      <a:pt x="7990" y="241386"/>
                    </a:cubicBezTo>
                    <a:cubicBezTo>
                      <a:pt x="6701" y="245578"/>
                      <a:pt x="5088" y="248803"/>
                      <a:pt x="3476" y="251383"/>
                    </a:cubicBezTo>
                    <a:cubicBezTo>
                      <a:pt x="6378" y="255575"/>
                      <a:pt x="7990" y="260412"/>
                      <a:pt x="6056" y="265894"/>
                    </a:cubicBezTo>
                    <a:cubicBezTo>
                      <a:pt x="574" y="282662"/>
                      <a:pt x="4121" y="291368"/>
                      <a:pt x="3476" y="300720"/>
                    </a:cubicBezTo>
                    <a:cubicBezTo>
                      <a:pt x="2831" y="310071"/>
                      <a:pt x="7668" y="313618"/>
                      <a:pt x="20244" y="314263"/>
                    </a:cubicBezTo>
                    <a:cubicBezTo>
                      <a:pt x="33143" y="314908"/>
                      <a:pt x="38302" y="315553"/>
                      <a:pt x="50556" y="319100"/>
                    </a:cubicBezTo>
                    <a:cubicBezTo>
                      <a:pt x="55070" y="320390"/>
                      <a:pt x="59263" y="320390"/>
                      <a:pt x="64099" y="321358"/>
                    </a:cubicBezTo>
                    <a:cubicBezTo>
                      <a:pt x="63132" y="316198"/>
                      <a:pt x="63777" y="311361"/>
                      <a:pt x="68292" y="309104"/>
                    </a:cubicBezTo>
                    <a:cubicBezTo>
                      <a:pt x="73773" y="306202"/>
                      <a:pt x="80223" y="310071"/>
                      <a:pt x="84737" y="314586"/>
                    </a:cubicBezTo>
                    <a:cubicBezTo>
                      <a:pt x="88929" y="319100"/>
                      <a:pt x="93121" y="324582"/>
                      <a:pt x="99248" y="325550"/>
                    </a:cubicBezTo>
                    <a:cubicBezTo>
                      <a:pt x="106342" y="326839"/>
                      <a:pt x="112791" y="321035"/>
                      <a:pt x="119886" y="319100"/>
                    </a:cubicBezTo>
                    <a:cubicBezTo>
                      <a:pt x="126658" y="317488"/>
                      <a:pt x="133752" y="319423"/>
                      <a:pt x="140523" y="321358"/>
                    </a:cubicBezTo>
                    <a:cubicBezTo>
                      <a:pt x="156324" y="326517"/>
                      <a:pt x="171803" y="333289"/>
                      <a:pt x="188249" y="333611"/>
                    </a:cubicBezTo>
                    <a:cubicBezTo>
                      <a:pt x="204694" y="333934"/>
                      <a:pt x="222752" y="324904"/>
                      <a:pt x="226944" y="308781"/>
                    </a:cubicBezTo>
                    <a:cubicBezTo>
                      <a:pt x="229201" y="299107"/>
                      <a:pt x="226299" y="289111"/>
                      <a:pt x="225654" y="279437"/>
                    </a:cubicBezTo>
                    <a:cubicBezTo>
                      <a:pt x="224042" y="261379"/>
                      <a:pt x="242422" y="233647"/>
                      <a:pt x="248549" y="216234"/>
                    </a:cubicBezTo>
                    <a:cubicBezTo>
                      <a:pt x="255966" y="195274"/>
                      <a:pt x="257256" y="190114"/>
                      <a:pt x="263383" y="177861"/>
                    </a:cubicBezTo>
                    <a:cubicBezTo>
                      <a:pt x="269509" y="165607"/>
                      <a:pt x="280796" y="151741"/>
                      <a:pt x="280796" y="128846"/>
                    </a:cubicBezTo>
                    <a:cubicBezTo>
                      <a:pt x="280796" y="105951"/>
                      <a:pt x="296274" y="85636"/>
                      <a:pt x="289180" y="8112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D3AA143D-F896-CF29-1071-984662945440}"/>
                  </a:ext>
                </a:extLst>
              </p:cNvPr>
              <p:cNvSpPr/>
              <p:nvPr/>
            </p:nvSpPr>
            <p:spPr>
              <a:xfrm>
                <a:off x="8265125" y="2503338"/>
                <a:ext cx="290218" cy="354711"/>
              </a:xfrm>
              <a:custGeom>
                <a:avLst/>
                <a:gdLst>
                  <a:gd name="connsiteX0" fmla="*/ 304748 w 290218"/>
                  <a:gd name="connsiteY0" fmla="*/ 67395 h 354711"/>
                  <a:gd name="connsiteX1" fmla="*/ 291849 w 290218"/>
                  <a:gd name="connsiteY1" fmla="*/ 29989 h 354711"/>
                  <a:gd name="connsiteX2" fmla="*/ 287980 w 290218"/>
                  <a:gd name="connsiteY2" fmla="*/ 0 h 354711"/>
                  <a:gd name="connsiteX3" fmla="*/ 287980 w 290218"/>
                  <a:gd name="connsiteY3" fmla="*/ 0 h 354711"/>
                  <a:gd name="connsiteX4" fmla="*/ 251541 w 290218"/>
                  <a:gd name="connsiteY4" fmla="*/ 22895 h 354711"/>
                  <a:gd name="connsiteX5" fmla="*/ 227356 w 290218"/>
                  <a:gd name="connsiteY5" fmla="*/ 39986 h 354711"/>
                  <a:gd name="connsiteX6" fmla="*/ 205751 w 290218"/>
                  <a:gd name="connsiteY6" fmla="*/ 60623 h 354711"/>
                  <a:gd name="connsiteX7" fmla="*/ 168990 w 290218"/>
                  <a:gd name="connsiteY7" fmla="*/ 82229 h 354711"/>
                  <a:gd name="connsiteX8" fmla="*/ 151900 w 290218"/>
                  <a:gd name="connsiteY8" fmla="*/ 107381 h 354711"/>
                  <a:gd name="connsiteX9" fmla="*/ 140291 w 290218"/>
                  <a:gd name="connsiteY9" fmla="*/ 118022 h 354711"/>
                  <a:gd name="connsiteX10" fmla="*/ 130295 w 290218"/>
                  <a:gd name="connsiteY10" fmla="*/ 109961 h 354711"/>
                  <a:gd name="connsiteX11" fmla="*/ 110624 w 290218"/>
                  <a:gd name="connsiteY11" fmla="*/ 144142 h 354711"/>
                  <a:gd name="connsiteX12" fmla="*/ 88374 w 290218"/>
                  <a:gd name="connsiteY12" fmla="*/ 173809 h 354711"/>
                  <a:gd name="connsiteX13" fmla="*/ 90309 w 290218"/>
                  <a:gd name="connsiteY13" fmla="*/ 204120 h 354711"/>
                  <a:gd name="connsiteX14" fmla="*/ 99338 w 290218"/>
                  <a:gd name="connsiteY14" fmla="*/ 238946 h 354711"/>
                  <a:gd name="connsiteX15" fmla="*/ 77733 w 290218"/>
                  <a:gd name="connsiteY15" fmla="*/ 259584 h 354711"/>
                  <a:gd name="connsiteX16" fmla="*/ 67091 w 290218"/>
                  <a:gd name="connsiteY16" fmla="*/ 248943 h 354711"/>
                  <a:gd name="connsiteX17" fmla="*/ 33877 w 290218"/>
                  <a:gd name="connsiteY17" fmla="*/ 263131 h 354711"/>
                  <a:gd name="connsiteX18" fmla="*/ 1631 w 290218"/>
                  <a:gd name="connsiteY18" fmla="*/ 307954 h 354711"/>
                  <a:gd name="connsiteX19" fmla="*/ 5178 w 290218"/>
                  <a:gd name="connsiteY19" fmla="*/ 330204 h 354711"/>
                  <a:gd name="connsiteX20" fmla="*/ 14207 w 290218"/>
                  <a:gd name="connsiteY20" fmla="*/ 355356 h 354711"/>
                  <a:gd name="connsiteX21" fmla="*/ 3243 w 290218"/>
                  <a:gd name="connsiteY21" fmla="*/ 373092 h 354711"/>
                  <a:gd name="connsiteX22" fmla="*/ 16787 w 290218"/>
                  <a:gd name="connsiteY22" fmla="*/ 370835 h 354711"/>
                  <a:gd name="connsiteX23" fmla="*/ 40972 w 290218"/>
                  <a:gd name="connsiteY23" fmla="*/ 372124 h 354711"/>
                  <a:gd name="connsiteX24" fmla="*/ 58385 w 290218"/>
                  <a:gd name="connsiteY24" fmla="*/ 358581 h 354711"/>
                  <a:gd name="connsiteX25" fmla="*/ 70638 w 290218"/>
                  <a:gd name="connsiteY25" fmla="*/ 333751 h 354711"/>
                  <a:gd name="connsiteX26" fmla="*/ 87407 w 290218"/>
                  <a:gd name="connsiteY26" fmla="*/ 311501 h 354711"/>
                  <a:gd name="connsiteX27" fmla="*/ 133842 w 290218"/>
                  <a:gd name="connsiteY27" fmla="*/ 312791 h 354711"/>
                  <a:gd name="connsiteX28" fmla="*/ 184146 w 290218"/>
                  <a:gd name="connsiteY28" fmla="*/ 298602 h 354711"/>
                  <a:gd name="connsiteX29" fmla="*/ 202204 w 290218"/>
                  <a:gd name="connsiteY29" fmla="*/ 308599 h 354711"/>
                  <a:gd name="connsiteX30" fmla="*/ 223487 w 290218"/>
                  <a:gd name="connsiteY30" fmla="*/ 319240 h 354711"/>
                  <a:gd name="connsiteX31" fmla="*/ 226067 w 290218"/>
                  <a:gd name="connsiteY31" fmla="*/ 316338 h 354711"/>
                  <a:gd name="connsiteX32" fmla="*/ 250574 w 290218"/>
                  <a:gd name="connsiteY32" fmla="*/ 302795 h 354711"/>
                  <a:gd name="connsiteX33" fmla="*/ 270244 w 290218"/>
                  <a:gd name="connsiteY33" fmla="*/ 283447 h 354711"/>
                  <a:gd name="connsiteX34" fmla="*/ 284110 w 290218"/>
                  <a:gd name="connsiteY34" fmla="*/ 261841 h 354711"/>
                  <a:gd name="connsiteX35" fmla="*/ 285400 w 290218"/>
                  <a:gd name="connsiteY35" fmla="*/ 229273 h 354711"/>
                  <a:gd name="connsiteX36" fmla="*/ 298298 w 290218"/>
                  <a:gd name="connsiteY36" fmla="*/ 198316 h 354711"/>
                  <a:gd name="connsiteX37" fmla="*/ 302491 w 290218"/>
                  <a:gd name="connsiteY37" fmla="*/ 178646 h 354711"/>
                  <a:gd name="connsiteX38" fmla="*/ 292494 w 290218"/>
                  <a:gd name="connsiteY38" fmla="*/ 160265 h 354711"/>
                  <a:gd name="connsiteX39" fmla="*/ 293462 w 290218"/>
                  <a:gd name="connsiteY39" fmla="*/ 136403 h 354711"/>
                  <a:gd name="connsiteX40" fmla="*/ 281208 w 290218"/>
                  <a:gd name="connsiteY40" fmla="*/ 113508 h 354711"/>
                  <a:gd name="connsiteX41" fmla="*/ 292817 w 290218"/>
                  <a:gd name="connsiteY41" fmla="*/ 70942 h 354711"/>
                  <a:gd name="connsiteX42" fmla="*/ 304748 w 290218"/>
                  <a:gd name="connsiteY42" fmla="*/ 67395 h 354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290218" h="354711">
                    <a:moveTo>
                      <a:pt x="304748" y="67395"/>
                    </a:moveTo>
                    <a:cubicBezTo>
                      <a:pt x="300556" y="52884"/>
                      <a:pt x="287980" y="39986"/>
                      <a:pt x="291849" y="29989"/>
                    </a:cubicBezTo>
                    <a:cubicBezTo>
                      <a:pt x="295396" y="20638"/>
                      <a:pt x="294107" y="8062"/>
                      <a:pt x="287980" y="0"/>
                    </a:cubicBezTo>
                    <a:cubicBezTo>
                      <a:pt x="287980" y="0"/>
                      <a:pt x="287980" y="0"/>
                      <a:pt x="287980" y="0"/>
                    </a:cubicBezTo>
                    <a:cubicBezTo>
                      <a:pt x="275081" y="10964"/>
                      <a:pt x="257990" y="22250"/>
                      <a:pt x="251541" y="22895"/>
                    </a:cubicBezTo>
                    <a:cubicBezTo>
                      <a:pt x="241545" y="23862"/>
                      <a:pt x="231871" y="26442"/>
                      <a:pt x="227356" y="39986"/>
                    </a:cubicBezTo>
                    <a:cubicBezTo>
                      <a:pt x="222842" y="53529"/>
                      <a:pt x="215747" y="52562"/>
                      <a:pt x="205751" y="60623"/>
                    </a:cubicBezTo>
                    <a:cubicBezTo>
                      <a:pt x="195755" y="68685"/>
                      <a:pt x="177052" y="74812"/>
                      <a:pt x="168990" y="82229"/>
                    </a:cubicBezTo>
                    <a:cubicBezTo>
                      <a:pt x="160929" y="89323"/>
                      <a:pt x="156414" y="98352"/>
                      <a:pt x="151900" y="107381"/>
                    </a:cubicBezTo>
                    <a:cubicBezTo>
                      <a:pt x="147385" y="116410"/>
                      <a:pt x="146418" y="119957"/>
                      <a:pt x="140291" y="118022"/>
                    </a:cubicBezTo>
                    <a:cubicBezTo>
                      <a:pt x="134164" y="116087"/>
                      <a:pt x="138356" y="99319"/>
                      <a:pt x="130295" y="109961"/>
                    </a:cubicBezTo>
                    <a:cubicBezTo>
                      <a:pt x="122233" y="120602"/>
                      <a:pt x="110624" y="135113"/>
                      <a:pt x="110624" y="144142"/>
                    </a:cubicBezTo>
                    <a:cubicBezTo>
                      <a:pt x="110624" y="153171"/>
                      <a:pt x="90954" y="154138"/>
                      <a:pt x="88374" y="173809"/>
                    </a:cubicBezTo>
                    <a:cubicBezTo>
                      <a:pt x="85794" y="193479"/>
                      <a:pt x="84827" y="193479"/>
                      <a:pt x="90309" y="204120"/>
                    </a:cubicBezTo>
                    <a:cubicBezTo>
                      <a:pt x="95791" y="214762"/>
                      <a:pt x="105465" y="229273"/>
                      <a:pt x="99338" y="238946"/>
                    </a:cubicBezTo>
                    <a:cubicBezTo>
                      <a:pt x="93211" y="248943"/>
                      <a:pt x="85149" y="257004"/>
                      <a:pt x="77733" y="259584"/>
                    </a:cubicBezTo>
                    <a:cubicBezTo>
                      <a:pt x="70638" y="262164"/>
                      <a:pt x="76765" y="249588"/>
                      <a:pt x="67091" y="248943"/>
                    </a:cubicBezTo>
                    <a:cubicBezTo>
                      <a:pt x="57095" y="247975"/>
                      <a:pt x="40972" y="254425"/>
                      <a:pt x="33877" y="263131"/>
                    </a:cubicBezTo>
                    <a:cubicBezTo>
                      <a:pt x="26783" y="272160"/>
                      <a:pt x="4211" y="298925"/>
                      <a:pt x="1631" y="307954"/>
                    </a:cubicBezTo>
                    <a:cubicBezTo>
                      <a:pt x="-949" y="316983"/>
                      <a:pt x="-949" y="320530"/>
                      <a:pt x="5178" y="330204"/>
                    </a:cubicBezTo>
                    <a:cubicBezTo>
                      <a:pt x="11305" y="340200"/>
                      <a:pt x="20334" y="340200"/>
                      <a:pt x="14207" y="355356"/>
                    </a:cubicBezTo>
                    <a:cubicBezTo>
                      <a:pt x="10982" y="363418"/>
                      <a:pt x="6790" y="368577"/>
                      <a:pt x="3243" y="373092"/>
                    </a:cubicBezTo>
                    <a:cubicBezTo>
                      <a:pt x="8403" y="372769"/>
                      <a:pt x="13240" y="372124"/>
                      <a:pt x="16787" y="370835"/>
                    </a:cubicBezTo>
                    <a:cubicBezTo>
                      <a:pt x="30975" y="365353"/>
                      <a:pt x="31620" y="366643"/>
                      <a:pt x="40972" y="372124"/>
                    </a:cubicBezTo>
                    <a:cubicBezTo>
                      <a:pt x="50323" y="377606"/>
                      <a:pt x="53870" y="366643"/>
                      <a:pt x="58385" y="358581"/>
                    </a:cubicBezTo>
                    <a:cubicBezTo>
                      <a:pt x="63222" y="350519"/>
                      <a:pt x="70638" y="338266"/>
                      <a:pt x="70638" y="333751"/>
                    </a:cubicBezTo>
                    <a:cubicBezTo>
                      <a:pt x="70638" y="329237"/>
                      <a:pt x="73863" y="312146"/>
                      <a:pt x="87407" y="311501"/>
                    </a:cubicBezTo>
                    <a:cubicBezTo>
                      <a:pt x="100950" y="310856"/>
                      <a:pt x="116428" y="311501"/>
                      <a:pt x="133842" y="312791"/>
                    </a:cubicBezTo>
                    <a:cubicBezTo>
                      <a:pt x="151255" y="314081"/>
                      <a:pt x="177374" y="303439"/>
                      <a:pt x="184146" y="298602"/>
                    </a:cubicBezTo>
                    <a:cubicBezTo>
                      <a:pt x="190918" y="293766"/>
                      <a:pt x="200914" y="301827"/>
                      <a:pt x="202204" y="308599"/>
                    </a:cubicBezTo>
                    <a:cubicBezTo>
                      <a:pt x="203494" y="315048"/>
                      <a:pt x="209621" y="313113"/>
                      <a:pt x="223487" y="319240"/>
                    </a:cubicBezTo>
                    <a:cubicBezTo>
                      <a:pt x="223809" y="317951"/>
                      <a:pt x="224131" y="316983"/>
                      <a:pt x="226067" y="316338"/>
                    </a:cubicBezTo>
                    <a:cubicBezTo>
                      <a:pt x="231548" y="314403"/>
                      <a:pt x="245414" y="307309"/>
                      <a:pt x="250574" y="302795"/>
                    </a:cubicBezTo>
                    <a:cubicBezTo>
                      <a:pt x="256056" y="298280"/>
                      <a:pt x="262182" y="292476"/>
                      <a:pt x="270244" y="283447"/>
                    </a:cubicBezTo>
                    <a:cubicBezTo>
                      <a:pt x="278306" y="274418"/>
                      <a:pt x="277016" y="270870"/>
                      <a:pt x="284110" y="261841"/>
                    </a:cubicBezTo>
                    <a:cubicBezTo>
                      <a:pt x="291204" y="252812"/>
                      <a:pt x="285400" y="247653"/>
                      <a:pt x="285400" y="229273"/>
                    </a:cubicBezTo>
                    <a:cubicBezTo>
                      <a:pt x="285400" y="210892"/>
                      <a:pt x="292494" y="208635"/>
                      <a:pt x="298298" y="198316"/>
                    </a:cubicBezTo>
                    <a:cubicBezTo>
                      <a:pt x="304103" y="187997"/>
                      <a:pt x="304103" y="185417"/>
                      <a:pt x="302491" y="178646"/>
                    </a:cubicBezTo>
                    <a:cubicBezTo>
                      <a:pt x="300556" y="171874"/>
                      <a:pt x="292171" y="166392"/>
                      <a:pt x="292494" y="160265"/>
                    </a:cubicBezTo>
                    <a:cubicBezTo>
                      <a:pt x="292817" y="154138"/>
                      <a:pt x="294751" y="142207"/>
                      <a:pt x="293462" y="136403"/>
                    </a:cubicBezTo>
                    <a:cubicBezTo>
                      <a:pt x="292171" y="130598"/>
                      <a:pt x="283465" y="126406"/>
                      <a:pt x="281208" y="113508"/>
                    </a:cubicBezTo>
                    <a:cubicBezTo>
                      <a:pt x="278951" y="100609"/>
                      <a:pt x="287980" y="78682"/>
                      <a:pt x="292817" y="70942"/>
                    </a:cubicBezTo>
                    <a:cubicBezTo>
                      <a:pt x="297009" y="66105"/>
                      <a:pt x="300878" y="66750"/>
                      <a:pt x="304748" y="6739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06D3F4E9-0111-834E-B293-3A53D57B8EE5}"/>
                  </a:ext>
                </a:extLst>
              </p:cNvPr>
              <p:cNvSpPr/>
              <p:nvPr/>
            </p:nvSpPr>
            <p:spPr>
              <a:xfrm>
                <a:off x="7914341" y="2014786"/>
                <a:ext cx="967394" cy="548190"/>
              </a:xfrm>
              <a:custGeom>
                <a:avLst/>
                <a:gdLst>
                  <a:gd name="connsiteX0" fmla="*/ 984768 w 967394"/>
                  <a:gd name="connsiteY0" fmla="*/ 218972 h 548190"/>
                  <a:gd name="connsiteX1" fmla="*/ 966065 w 967394"/>
                  <a:gd name="connsiteY1" fmla="*/ 198656 h 548190"/>
                  <a:gd name="connsiteX2" fmla="*/ 943815 w 967394"/>
                  <a:gd name="connsiteY2" fmla="*/ 194464 h 548190"/>
                  <a:gd name="connsiteX3" fmla="*/ 917050 w 967394"/>
                  <a:gd name="connsiteY3" fmla="*/ 192529 h 548190"/>
                  <a:gd name="connsiteX4" fmla="*/ 889641 w 967394"/>
                  <a:gd name="connsiteY4" fmla="*/ 197366 h 548190"/>
                  <a:gd name="connsiteX5" fmla="*/ 850623 w 967394"/>
                  <a:gd name="connsiteY5" fmla="*/ 180598 h 548190"/>
                  <a:gd name="connsiteX6" fmla="*/ 828373 w 967394"/>
                  <a:gd name="connsiteY6" fmla="*/ 192852 h 548190"/>
                  <a:gd name="connsiteX7" fmla="*/ 809025 w 967394"/>
                  <a:gd name="connsiteY7" fmla="*/ 200914 h 548190"/>
                  <a:gd name="connsiteX8" fmla="*/ 800318 w 967394"/>
                  <a:gd name="connsiteY8" fmla="*/ 188015 h 548190"/>
                  <a:gd name="connsiteX9" fmla="*/ 807735 w 967394"/>
                  <a:gd name="connsiteY9" fmla="*/ 164475 h 548190"/>
                  <a:gd name="connsiteX10" fmla="*/ 825148 w 967394"/>
                  <a:gd name="connsiteY10" fmla="*/ 142225 h 548190"/>
                  <a:gd name="connsiteX11" fmla="*/ 833855 w 967394"/>
                  <a:gd name="connsiteY11" fmla="*/ 119330 h 548190"/>
                  <a:gd name="connsiteX12" fmla="*/ 815797 w 967394"/>
                  <a:gd name="connsiteY12" fmla="*/ 91920 h 548190"/>
                  <a:gd name="connsiteX13" fmla="*/ 797739 w 967394"/>
                  <a:gd name="connsiteY13" fmla="*/ 67736 h 548190"/>
                  <a:gd name="connsiteX14" fmla="*/ 781615 w 967394"/>
                  <a:gd name="connsiteY14" fmla="*/ 78377 h 548190"/>
                  <a:gd name="connsiteX15" fmla="*/ 761300 w 967394"/>
                  <a:gd name="connsiteY15" fmla="*/ 89663 h 548190"/>
                  <a:gd name="connsiteX16" fmla="*/ 756463 w 967394"/>
                  <a:gd name="connsiteY16" fmla="*/ 70315 h 548190"/>
                  <a:gd name="connsiteX17" fmla="*/ 766460 w 967394"/>
                  <a:gd name="connsiteY17" fmla="*/ 53547 h 548190"/>
                  <a:gd name="connsiteX18" fmla="*/ 767750 w 967394"/>
                  <a:gd name="connsiteY18" fmla="*/ 28717 h 548190"/>
                  <a:gd name="connsiteX19" fmla="*/ 756463 w 967394"/>
                  <a:gd name="connsiteY19" fmla="*/ 11304 h 548190"/>
                  <a:gd name="connsiteX20" fmla="*/ 737760 w 967394"/>
                  <a:gd name="connsiteY20" fmla="*/ 18 h 548190"/>
                  <a:gd name="connsiteX21" fmla="*/ 695517 w 967394"/>
                  <a:gd name="connsiteY21" fmla="*/ 26138 h 548190"/>
                  <a:gd name="connsiteX22" fmla="*/ 650373 w 967394"/>
                  <a:gd name="connsiteY22" fmla="*/ 54515 h 548190"/>
                  <a:gd name="connsiteX23" fmla="*/ 634249 w 967394"/>
                  <a:gd name="connsiteY23" fmla="*/ 76765 h 548190"/>
                  <a:gd name="connsiteX24" fmla="*/ 622963 w 967394"/>
                  <a:gd name="connsiteY24" fmla="*/ 96113 h 548190"/>
                  <a:gd name="connsiteX25" fmla="*/ 608130 w 967394"/>
                  <a:gd name="connsiteY25" fmla="*/ 91275 h 548190"/>
                  <a:gd name="connsiteX26" fmla="*/ 592006 w 967394"/>
                  <a:gd name="connsiteY26" fmla="*/ 82569 h 548190"/>
                  <a:gd name="connsiteX27" fmla="*/ 561050 w 967394"/>
                  <a:gd name="connsiteY27" fmla="*/ 75797 h 548190"/>
                  <a:gd name="connsiteX28" fmla="*/ 482046 w 967394"/>
                  <a:gd name="connsiteY28" fmla="*/ 62254 h 548190"/>
                  <a:gd name="connsiteX29" fmla="*/ 445930 w 967394"/>
                  <a:gd name="connsiteY29" fmla="*/ 89341 h 548190"/>
                  <a:gd name="connsiteX30" fmla="*/ 350158 w 967394"/>
                  <a:gd name="connsiteY30" fmla="*/ 191240 h 548190"/>
                  <a:gd name="connsiteX31" fmla="*/ 296951 w 967394"/>
                  <a:gd name="connsiteY31" fmla="*/ 202848 h 548190"/>
                  <a:gd name="connsiteX32" fmla="*/ 270509 w 967394"/>
                  <a:gd name="connsiteY32" fmla="*/ 270566 h 548190"/>
                  <a:gd name="connsiteX33" fmla="*/ 184733 w 967394"/>
                  <a:gd name="connsiteY33" fmla="*/ 352795 h 548190"/>
                  <a:gd name="connsiteX34" fmla="*/ 167320 w 967394"/>
                  <a:gd name="connsiteY34" fmla="*/ 370530 h 548190"/>
                  <a:gd name="connsiteX35" fmla="*/ 123788 w 967394"/>
                  <a:gd name="connsiteY35" fmla="*/ 383429 h 548190"/>
                  <a:gd name="connsiteX36" fmla="*/ 107019 w 967394"/>
                  <a:gd name="connsiteY36" fmla="*/ 372787 h 548190"/>
                  <a:gd name="connsiteX37" fmla="*/ 97023 w 967394"/>
                  <a:gd name="connsiteY37" fmla="*/ 378269 h 548190"/>
                  <a:gd name="connsiteX38" fmla="*/ 80255 w 967394"/>
                  <a:gd name="connsiteY38" fmla="*/ 394393 h 548190"/>
                  <a:gd name="connsiteX39" fmla="*/ 52845 w 967394"/>
                  <a:gd name="connsiteY39" fmla="*/ 409226 h 548190"/>
                  <a:gd name="connsiteX40" fmla="*/ 37367 w 967394"/>
                  <a:gd name="connsiteY40" fmla="*/ 396972 h 548190"/>
                  <a:gd name="connsiteX41" fmla="*/ 10602 w 967394"/>
                  <a:gd name="connsiteY41" fmla="*/ 386331 h 548190"/>
                  <a:gd name="connsiteX42" fmla="*/ 10602 w 967394"/>
                  <a:gd name="connsiteY42" fmla="*/ 402454 h 548190"/>
                  <a:gd name="connsiteX43" fmla="*/ 3831 w 967394"/>
                  <a:gd name="connsiteY43" fmla="*/ 416643 h 548190"/>
                  <a:gd name="connsiteX44" fmla="*/ 1251 w 967394"/>
                  <a:gd name="connsiteY44" fmla="*/ 433411 h 548190"/>
                  <a:gd name="connsiteX45" fmla="*/ 14794 w 967394"/>
                  <a:gd name="connsiteY45" fmla="*/ 449534 h 548190"/>
                  <a:gd name="connsiteX46" fmla="*/ 29628 w 967394"/>
                  <a:gd name="connsiteY46" fmla="*/ 456306 h 548190"/>
                  <a:gd name="connsiteX47" fmla="*/ 37690 w 967394"/>
                  <a:gd name="connsiteY47" fmla="*/ 453726 h 548190"/>
                  <a:gd name="connsiteX48" fmla="*/ 67356 w 967394"/>
                  <a:gd name="connsiteY48" fmla="*/ 449534 h 548190"/>
                  <a:gd name="connsiteX49" fmla="*/ 84125 w 967394"/>
                  <a:gd name="connsiteY49" fmla="*/ 460175 h 548190"/>
                  <a:gd name="connsiteX50" fmla="*/ 97023 w 967394"/>
                  <a:gd name="connsiteY50" fmla="*/ 486295 h 548190"/>
                  <a:gd name="connsiteX51" fmla="*/ 90896 w 967394"/>
                  <a:gd name="connsiteY51" fmla="*/ 509190 h 548190"/>
                  <a:gd name="connsiteX52" fmla="*/ 97023 w 967394"/>
                  <a:gd name="connsiteY52" fmla="*/ 529505 h 548190"/>
                  <a:gd name="connsiteX53" fmla="*/ 106374 w 967394"/>
                  <a:gd name="connsiteY53" fmla="*/ 551755 h 548190"/>
                  <a:gd name="connsiteX54" fmla="*/ 103794 w 967394"/>
                  <a:gd name="connsiteY54" fmla="*/ 573038 h 548190"/>
                  <a:gd name="connsiteX55" fmla="*/ 101215 w 967394"/>
                  <a:gd name="connsiteY55" fmla="*/ 573683 h 548190"/>
                  <a:gd name="connsiteX56" fmla="*/ 101215 w 967394"/>
                  <a:gd name="connsiteY56" fmla="*/ 573683 h 548190"/>
                  <a:gd name="connsiteX57" fmla="*/ 107664 w 967394"/>
                  <a:gd name="connsiteY57" fmla="*/ 571748 h 548190"/>
                  <a:gd name="connsiteX58" fmla="*/ 107987 w 967394"/>
                  <a:gd name="connsiteY58" fmla="*/ 571748 h 548190"/>
                  <a:gd name="connsiteX59" fmla="*/ 157324 w 967394"/>
                  <a:gd name="connsiteY59" fmla="*/ 553045 h 548190"/>
                  <a:gd name="connsiteX60" fmla="*/ 195052 w 967394"/>
                  <a:gd name="connsiteY60" fmla="*/ 533375 h 548190"/>
                  <a:gd name="connsiteX61" fmla="*/ 239875 w 967394"/>
                  <a:gd name="connsiteY61" fmla="*/ 538857 h 548190"/>
                  <a:gd name="connsiteX62" fmla="*/ 269542 w 967394"/>
                  <a:gd name="connsiteY62" fmla="*/ 547886 h 548190"/>
                  <a:gd name="connsiteX63" fmla="*/ 307915 w 967394"/>
                  <a:gd name="connsiteY63" fmla="*/ 537244 h 548190"/>
                  <a:gd name="connsiteX64" fmla="*/ 343708 w 967394"/>
                  <a:gd name="connsiteY64" fmla="*/ 533697 h 548190"/>
                  <a:gd name="connsiteX65" fmla="*/ 383049 w 967394"/>
                  <a:gd name="connsiteY65" fmla="*/ 520154 h 548190"/>
                  <a:gd name="connsiteX66" fmla="*/ 403687 w 967394"/>
                  <a:gd name="connsiteY66" fmla="*/ 504998 h 548190"/>
                  <a:gd name="connsiteX67" fmla="*/ 414328 w 967394"/>
                  <a:gd name="connsiteY67" fmla="*/ 470172 h 548190"/>
                  <a:gd name="connsiteX68" fmla="*/ 443995 w 967394"/>
                  <a:gd name="connsiteY68" fmla="*/ 436958 h 548190"/>
                  <a:gd name="connsiteX69" fmla="*/ 461085 w 967394"/>
                  <a:gd name="connsiteY69" fmla="*/ 414708 h 548190"/>
                  <a:gd name="connsiteX70" fmla="*/ 454959 w 967394"/>
                  <a:gd name="connsiteY70" fmla="*/ 402132 h 548190"/>
                  <a:gd name="connsiteX71" fmla="*/ 464955 w 967394"/>
                  <a:gd name="connsiteY71" fmla="*/ 393103 h 548190"/>
                  <a:gd name="connsiteX72" fmla="*/ 498169 w 967394"/>
                  <a:gd name="connsiteY72" fmla="*/ 397617 h 548190"/>
                  <a:gd name="connsiteX73" fmla="*/ 543959 w 967394"/>
                  <a:gd name="connsiteY73" fmla="*/ 376979 h 548190"/>
                  <a:gd name="connsiteX74" fmla="*/ 585235 w 967394"/>
                  <a:gd name="connsiteY74" fmla="*/ 356342 h 548190"/>
                  <a:gd name="connsiteX75" fmla="*/ 625543 w 967394"/>
                  <a:gd name="connsiteY75" fmla="*/ 329577 h 548190"/>
                  <a:gd name="connsiteX76" fmla="*/ 649727 w 967394"/>
                  <a:gd name="connsiteY76" fmla="*/ 322483 h 548190"/>
                  <a:gd name="connsiteX77" fmla="*/ 671978 w 967394"/>
                  <a:gd name="connsiteY77" fmla="*/ 323450 h 548190"/>
                  <a:gd name="connsiteX78" fmla="*/ 689068 w 967394"/>
                  <a:gd name="connsiteY78" fmla="*/ 307327 h 548190"/>
                  <a:gd name="connsiteX79" fmla="*/ 698097 w 967394"/>
                  <a:gd name="connsiteY79" fmla="*/ 296686 h 548190"/>
                  <a:gd name="connsiteX80" fmla="*/ 733891 w 967394"/>
                  <a:gd name="connsiteY80" fmla="*/ 295718 h 548190"/>
                  <a:gd name="connsiteX81" fmla="*/ 745500 w 967394"/>
                  <a:gd name="connsiteY81" fmla="*/ 290236 h 548190"/>
                  <a:gd name="connsiteX82" fmla="*/ 738405 w 967394"/>
                  <a:gd name="connsiteY82" fmla="*/ 314421 h 548190"/>
                  <a:gd name="connsiteX83" fmla="*/ 724217 w 967394"/>
                  <a:gd name="connsiteY83" fmla="*/ 336026 h 548190"/>
                  <a:gd name="connsiteX84" fmla="*/ 726797 w 967394"/>
                  <a:gd name="connsiteY84" fmla="*/ 357632 h 548190"/>
                  <a:gd name="connsiteX85" fmla="*/ 732278 w 967394"/>
                  <a:gd name="connsiteY85" fmla="*/ 371820 h 548190"/>
                  <a:gd name="connsiteX86" fmla="*/ 742920 w 967394"/>
                  <a:gd name="connsiteY86" fmla="*/ 383429 h 548190"/>
                  <a:gd name="connsiteX87" fmla="*/ 746467 w 967394"/>
                  <a:gd name="connsiteY87" fmla="*/ 403099 h 548190"/>
                  <a:gd name="connsiteX88" fmla="*/ 757108 w 967394"/>
                  <a:gd name="connsiteY88" fmla="*/ 400519 h 548190"/>
                  <a:gd name="connsiteX89" fmla="*/ 762590 w 967394"/>
                  <a:gd name="connsiteY89" fmla="*/ 395037 h 548190"/>
                  <a:gd name="connsiteX90" fmla="*/ 772586 w 967394"/>
                  <a:gd name="connsiteY90" fmla="*/ 413740 h 548190"/>
                  <a:gd name="connsiteX91" fmla="*/ 755496 w 967394"/>
                  <a:gd name="connsiteY91" fmla="*/ 426316 h 548190"/>
                  <a:gd name="connsiteX92" fmla="*/ 739373 w 967394"/>
                  <a:gd name="connsiteY92" fmla="*/ 430831 h 548190"/>
                  <a:gd name="connsiteX93" fmla="*/ 724217 w 967394"/>
                  <a:gd name="connsiteY93" fmla="*/ 438893 h 548190"/>
                  <a:gd name="connsiteX94" fmla="*/ 703579 w 967394"/>
                  <a:gd name="connsiteY94" fmla="*/ 445987 h 548190"/>
                  <a:gd name="connsiteX95" fmla="*/ 688423 w 967394"/>
                  <a:gd name="connsiteY95" fmla="*/ 442440 h 548190"/>
                  <a:gd name="connsiteX96" fmla="*/ 679394 w 967394"/>
                  <a:gd name="connsiteY96" fmla="*/ 463077 h 548190"/>
                  <a:gd name="connsiteX97" fmla="*/ 656177 w 967394"/>
                  <a:gd name="connsiteY97" fmla="*/ 473719 h 548190"/>
                  <a:gd name="connsiteX98" fmla="*/ 640698 w 967394"/>
                  <a:gd name="connsiteY98" fmla="*/ 489520 h 548190"/>
                  <a:gd name="connsiteX99" fmla="*/ 644568 w 967394"/>
                  <a:gd name="connsiteY99" fmla="*/ 519509 h 548190"/>
                  <a:gd name="connsiteX100" fmla="*/ 657467 w 967394"/>
                  <a:gd name="connsiteY100" fmla="*/ 556915 h 548190"/>
                  <a:gd name="connsiteX101" fmla="*/ 667463 w 967394"/>
                  <a:gd name="connsiteY101" fmla="*/ 556270 h 548190"/>
                  <a:gd name="connsiteX102" fmla="*/ 706159 w 967394"/>
                  <a:gd name="connsiteY102" fmla="*/ 519831 h 548190"/>
                  <a:gd name="connsiteX103" fmla="*/ 790644 w 967394"/>
                  <a:gd name="connsiteY103" fmla="*/ 436635 h 548190"/>
                  <a:gd name="connsiteX104" fmla="*/ 827728 w 967394"/>
                  <a:gd name="connsiteY104" fmla="*/ 414708 h 548190"/>
                  <a:gd name="connsiteX105" fmla="*/ 858040 w 967394"/>
                  <a:gd name="connsiteY105" fmla="*/ 406646 h 548190"/>
                  <a:gd name="connsiteX106" fmla="*/ 895123 w 967394"/>
                  <a:gd name="connsiteY106" fmla="*/ 397940 h 548190"/>
                  <a:gd name="connsiteX107" fmla="*/ 921243 w 967394"/>
                  <a:gd name="connsiteY107" fmla="*/ 415353 h 548190"/>
                  <a:gd name="connsiteX108" fmla="*/ 946073 w 967394"/>
                  <a:gd name="connsiteY108" fmla="*/ 431476 h 548190"/>
                  <a:gd name="connsiteX109" fmla="*/ 958326 w 967394"/>
                  <a:gd name="connsiteY109" fmla="*/ 411161 h 548190"/>
                  <a:gd name="connsiteX110" fmla="*/ 936076 w 967394"/>
                  <a:gd name="connsiteY110" fmla="*/ 387621 h 548190"/>
                  <a:gd name="connsiteX111" fmla="*/ 924790 w 967394"/>
                  <a:gd name="connsiteY111" fmla="*/ 358599 h 548190"/>
                  <a:gd name="connsiteX112" fmla="*/ 926725 w 967394"/>
                  <a:gd name="connsiteY112" fmla="*/ 339251 h 548190"/>
                  <a:gd name="connsiteX113" fmla="*/ 939623 w 967394"/>
                  <a:gd name="connsiteY113" fmla="*/ 319903 h 548190"/>
                  <a:gd name="connsiteX114" fmla="*/ 958971 w 967394"/>
                  <a:gd name="connsiteY114" fmla="*/ 293783 h 548190"/>
                  <a:gd name="connsiteX115" fmla="*/ 975094 w 967394"/>
                  <a:gd name="connsiteY115" fmla="*/ 271533 h 548190"/>
                  <a:gd name="connsiteX116" fmla="*/ 986381 w 967394"/>
                  <a:gd name="connsiteY116" fmla="*/ 241867 h 548190"/>
                  <a:gd name="connsiteX117" fmla="*/ 984768 w 967394"/>
                  <a:gd name="connsiteY117" fmla="*/ 218972 h 548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</a:cxnLst>
                <a:rect l="l" t="t" r="r" b="b"/>
                <a:pathLst>
                  <a:path w="967394" h="548190">
                    <a:moveTo>
                      <a:pt x="984768" y="218972"/>
                    </a:moveTo>
                    <a:cubicBezTo>
                      <a:pt x="990895" y="204138"/>
                      <a:pt x="978641" y="200914"/>
                      <a:pt x="966065" y="198656"/>
                    </a:cubicBezTo>
                    <a:cubicBezTo>
                      <a:pt x="953167" y="196722"/>
                      <a:pt x="953167" y="196722"/>
                      <a:pt x="943815" y="194464"/>
                    </a:cubicBezTo>
                    <a:cubicBezTo>
                      <a:pt x="934464" y="192529"/>
                      <a:pt x="932529" y="184468"/>
                      <a:pt x="917050" y="192529"/>
                    </a:cubicBezTo>
                    <a:cubicBezTo>
                      <a:pt x="901572" y="200591"/>
                      <a:pt x="897703" y="195754"/>
                      <a:pt x="889641" y="197366"/>
                    </a:cubicBezTo>
                    <a:cubicBezTo>
                      <a:pt x="881580" y="198656"/>
                      <a:pt x="863522" y="183823"/>
                      <a:pt x="850623" y="180598"/>
                    </a:cubicBezTo>
                    <a:cubicBezTo>
                      <a:pt x="837724" y="177374"/>
                      <a:pt x="837724" y="186725"/>
                      <a:pt x="828373" y="192852"/>
                    </a:cubicBezTo>
                    <a:cubicBezTo>
                      <a:pt x="819021" y="198979"/>
                      <a:pt x="815474" y="200914"/>
                      <a:pt x="809025" y="200914"/>
                    </a:cubicBezTo>
                    <a:cubicBezTo>
                      <a:pt x="802253" y="200914"/>
                      <a:pt x="799673" y="196722"/>
                      <a:pt x="800318" y="188015"/>
                    </a:cubicBezTo>
                    <a:cubicBezTo>
                      <a:pt x="800963" y="179308"/>
                      <a:pt x="798384" y="172537"/>
                      <a:pt x="807735" y="164475"/>
                    </a:cubicBezTo>
                    <a:cubicBezTo>
                      <a:pt x="817087" y="156413"/>
                      <a:pt x="817732" y="150287"/>
                      <a:pt x="825148" y="142225"/>
                    </a:cubicBezTo>
                    <a:cubicBezTo>
                      <a:pt x="832565" y="134163"/>
                      <a:pt x="834500" y="129971"/>
                      <a:pt x="833855" y="119330"/>
                    </a:cubicBezTo>
                    <a:cubicBezTo>
                      <a:pt x="833210" y="108689"/>
                      <a:pt x="825148" y="98370"/>
                      <a:pt x="815797" y="91920"/>
                    </a:cubicBezTo>
                    <a:cubicBezTo>
                      <a:pt x="806445" y="85149"/>
                      <a:pt x="809025" y="69670"/>
                      <a:pt x="797739" y="67736"/>
                    </a:cubicBezTo>
                    <a:cubicBezTo>
                      <a:pt x="786453" y="65801"/>
                      <a:pt x="788387" y="70960"/>
                      <a:pt x="781615" y="78377"/>
                    </a:cubicBezTo>
                    <a:cubicBezTo>
                      <a:pt x="774844" y="85794"/>
                      <a:pt x="765492" y="97725"/>
                      <a:pt x="761300" y="89663"/>
                    </a:cubicBezTo>
                    <a:cubicBezTo>
                      <a:pt x="757108" y="81602"/>
                      <a:pt x="759365" y="80957"/>
                      <a:pt x="756463" y="70315"/>
                    </a:cubicBezTo>
                    <a:cubicBezTo>
                      <a:pt x="753883" y="59674"/>
                      <a:pt x="759043" y="62254"/>
                      <a:pt x="766460" y="53547"/>
                    </a:cubicBezTo>
                    <a:cubicBezTo>
                      <a:pt x="773877" y="44841"/>
                      <a:pt x="785163" y="29362"/>
                      <a:pt x="767750" y="28717"/>
                    </a:cubicBezTo>
                    <a:cubicBezTo>
                      <a:pt x="750336" y="28072"/>
                      <a:pt x="763557" y="23235"/>
                      <a:pt x="756463" y="11304"/>
                    </a:cubicBezTo>
                    <a:cubicBezTo>
                      <a:pt x="749047" y="-949"/>
                      <a:pt x="748402" y="18"/>
                      <a:pt x="737760" y="18"/>
                    </a:cubicBezTo>
                    <a:cubicBezTo>
                      <a:pt x="727119" y="18"/>
                      <a:pt x="702934" y="24203"/>
                      <a:pt x="695517" y="26138"/>
                    </a:cubicBezTo>
                    <a:cubicBezTo>
                      <a:pt x="688101" y="28072"/>
                      <a:pt x="657144" y="45486"/>
                      <a:pt x="650373" y="54515"/>
                    </a:cubicBezTo>
                    <a:cubicBezTo>
                      <a:pt x="643601" y="63221"/>
                      <a:pt x="647148" y="73217"/>
                      <a:pt x="634249" y="76765"/>
                    </a:cubicBezTo>
                    <a:cubicBezTo>
                      <a:pt x="621350" y="79989"/>
                      <a:pt x="631670" y="95468"/>
                      <a:pt x="622963" y="96113"/>
                    </a:cubicBezTo>
                    <a:cubicBezTo>
                      <a:pt x="614256" y="96757"/>
                      <a:pt x="614901" y="94178"/>
                      <a:pt x="608130" y="91275"/>
                    </a:cubicBezTo>
                    <a:cubicBezTo>
                      <a:pt x="601358" y="88696"/>
                      <a:pt x="602647" y="88696"/>
                      <a:pt x="592006" y="82569"/>
                    </a:cubicBezTo>
                    <a:cubicBezTo>
                      <a:pt x="581365" y="76442"/>
                      <a:pt x="571691" y="74507"/>
                      <a:pt x="561050" y="75797"/>
                    </a:cubicBezTo>
                    <a:cubicBezTo>
                      <a:pt x="531383" y="79667"/>
                      <a:pt x="509455" y="53870"/>
                      <a:pt x="482046" y="62254"/>
                    </a:cubicBezTo>
                    <a:cubicBezTo>
                      <a:pt x="467535" y="66768"/>
                      <a:pt x="455604" y="77409"/>
                      <a:pt x="445930" y="89341"/>
                    </a:cubicBezTo>
                    <a:cubicBezTo>
                      <a:pt x="415618" y="126102"/>
                      <a:pt x="396270" y="179308"/>
                      <a:pt x="350158" y="191240"/>
                    </a:cubicBezTo>
                    <a:cubicBezTo>
                      <a:pt x="332422" y="195754"/>
                      <a:pt x="312752" y="193174"/>
                      <a:pt x="296951" y="202848"/>
                    </a:cubicBezTo>
                    <a:cubicBezTo>
                      <a:pt x="275346" y="216069"/>
                      <a:pt x="271799" y="245091"/>
                      <a:pt x="270509" y="270566"/>
                    </a:cubicBezTo>
                    <a:cubicBezTo>
                      <a:pt x="226654" y="269599"/>
                      <a:pt x="185701" y="308939"/>
                      <a:pt x="184733" y="352795"/>
                    </a:cubicBezTo>
                    <a:cubicBezTo>
                      <a:pt x="176027" y="353762"/>
                      <a:pt x="168287" y="361501"/>
                      <a:pt x="167320" y="370530"/>
                    </a:cubicBezTo>
                    <a:cubicBezTo>
                      <a:pt x="158614" y="372465"/>
                      <a:pt x="130882" y="385363"/>
                      <a:pt x="123788" y="383429"/>
                    </a:cubicBezTo>
                    <a:cubicBezTo>
                      <a:pt x="117661" y="382139"/>
                      <a:pt x="116371" y="370530"/>
                      <a:pt x="107019" y="372787"/>
                    </a:cubicBezTo>
                    <a:cubicBezTo>
                      <a:pt x="97668" y="374722"/>
                      <a:pt x="107019" y="372787"/>
                      <a:pt x="97023" y="378269"/>
                    </a:cubicBezTo>
                    <a:cubicBezTo>
                      <a:pt x="87027" y="383751"/>
                      <a:pt x="87671" y="394393"/>
                      <a:pt x="80255" y="394393"/>
                    </a:cubicBezTo>
                    <a:cubicBezTo>
                      <a:pt x="72838" y="394393"/>
                      <a:pt x="64777" y="409226"/>
                      <a:pt x="52845" y="409226"/>
                    </a:cubicBezTo>
                    <a:cubicBezTo>
                      <a:pt x="40914" y="409226"/>
                      <a:pt x="47363" y="406646"/>
                      <a:pt x="37367" y="396972"/>
                    </a:cubicBezTo>
                    <a:cubicBezTo>
                      <a:pt x="27370" y="387621"/>
                      <a:pt x="19309" y="384074"/>
                      <a:pt x="10602" y="386331"/>
                    </a:cubicBezTo>
                    <a:cubicBezTo>
                      <a:pt x="1896" y="388266"/>
                      <a:pt x="13827" y="398584"/>
                      <a:pt x="10602" y="402454"/>
                    </a:cubicBezTo>
                    <a:cubicBezTo>
                      <a:pt x="7378" y="406646"/>
                      <a:pt x="9957" y="412450"/>
                      <a:pt x="3831" y="416643"/>
                    </a:cubicBezTo>
                    <a:cubicBezTo>
                      <a:pt x="-2296" y="420835"/>
                      <a:pt x="606" y="425349"/>
                      <a:pt x="1251" y="433411"/>
                    </a:cubicBezTo>
                    <a:cubicBezTo>
                      <a:pt x="1896" y="441472"/>
                      <a:pt x="11247" y="449534"/>
                      <a:pt x="14794" y="449534"/>
                    </a:cubicBezTo>
                    <a:cubicBezTo>
                      <a:pt x="18019" y="449534"/>
                      <a:pt x="25436" y="452114"/>
                      <a:pt x="29628" y="456306"/>
                    </a:cubicBezTo>
                    <a:cubicBezTo>
                      <a:pt x="33820" y="460498"/>
                      <a:pt x="30918" y="452114"/>
                      <a:pt x="37690" y="453726"/>
                    </a:cubicBezTo>
                    <a:cubicBezTo>
                      <a:pt x="44461" y="455016"/>
                      <a:pt x="61229" y="451146"/>
                      <a:pt x="67356" y="449534"/>
                    </a:cubicBezTo>
                    <a:cubicBezTo>
                      <a:pt x="73483" y="448244"/>
                      <a:pt x="82834" y="457596"/>
                      <a:pt x="84125" y="460175"/>
                    </a:cubicBezTo>
                    <a:cubicBezTo>
                      <a:pt x="85414" y="462755"/>
                      <a:pt x="97023" y="480491"/>
                      <a:pt x="97023" y="486295"/>
                    </a:cubicBezTo>
                    <a:cubicBezTo>
                      <a:pt x="97023" y="492099"/>
                      <a:pt x="95733" y="500483"/>
                      <a:pt x="90896" y="509190"/>
                    </a:cubicBezTo>
                    <a:cubicBezTo>
                      <a:pt x="86059" y="517896"/>
                      <a:pt x="90896" y="525958"/>
                      <a:pt x="97023" y="529505"/>
                    </a:cubicBezTo>
                    <a:cubicBezTo>
                      <a:pt x="103150" y="532730"/>
                      <a:pt x="105730" y="540791"/>
                      <a:pt x="106374" y="551755"/>
                    </a:cubicBezTo>
                    <a:cubicBezTo>
                      <a:pt x="107019" y="562397"/>
                      <a:pt x="103794" y="573038"/>
                      <a:pt x="103794" y="573038"/>
                    </a:cubicBezTo>
                    <a:cubicBezTo>
                      <a:pt x="102827" y="573361"/>
                      <a:pt x="101860" y="573683"/>
                      <a:pt x="101215" y="573683"/>
                    </a:cubicBezTo>
                    <a:lnTo>
                      <a:pt x="101215" y="573683"/>
                    </a:lnTo>
                    <a:cubicBezTo>
                      <a:pt x="105407" y="574328"/>
                      <a:pt x="107664" y="571748"/>
                      <a:pt x="107664" y="571748"/>
                    </a:cubicBezTo>
                    <a:cubicBezTo>
                      <a:pt x="107664" y="571748"/>
                      <a:pt x="107987" y="571748"/>
                      <a:pt x="107987" y="571748"/>
                    </a:cubicBezTo>
                    <a:cubicBezTo>
                      <a:pt x="131204" y="564654"/>
                      <a:pt x="135719" y="558205"/>
                      <a:pt x="157324" y="553045"/>
                    </a:cubicBezTo>
                    <a:cubicBezTo>
                      <a:pt x="178929" y="547563"/>
                      <a:pt x="184088" y="539502"/>
                      <a:pt x="195052" y="533375"/>
                    </a:cubicBezTo>
                    <a:cubicBezTo>
                      <a:pt x="205693" y="527248"/>
                      <a:pt x="224719" y="535310"/>
                      <a:pt x="239875" y="538857"/>
                    </a:cubicBezTo>
                    <a:cubicBezTo>
                      <a:pt x="255030" y="542404"/>
                      <a:pt x="255998" y="547886"/>
                      <a:pt x="269542" y="547886"/>
                    </a:cubicBezTo>
                    <a:cubicBezTo>
                      <a:pt x="283085" y="547886"/>
                      <a:pt x="292759" y="538857"/>
                      <a:pt x="307915" y="537244"/>
                    </a:cubicBezTo>
                    <a:cubicBezTo>
                      <a:pt x="323071" y="535310"/>
                      <a:pt x="325005" y="533697"/>
                      <a:pt x="343708" y="533697"/>
                    </a:cubicBezTo>
                    <a:cubicBezTo>
                      <a:pt x="362411" y="533697"/>
                      <a:pt x="374020" y="525636"/>
                      <a:pt x="383049" y="520154"/>
                    </a:cubicBezTo>
                    <a:cubicBezTo>
                      <a:pt x="392078" y="514672"/>
                      <a:pt x="401752" y="515639"/>
                      <a:pt x="403687" y="504998"/>
                    </a:cubicBezTo>
                    <a:cubicBezTo>
                      <a:pt x="405621" y="494357"/>
                      <a:pt x="401752" y="481780"/>
                      <a:pt x="414328" y="470172"/>
                    </a:cubicBezTo>
                    <a:cubicBezTo>
                      <a:pt x="426904" y="458563"/>
                      <a:pt x="433031" y="447922"/>
                      <a:pt x="443995" y="436958"/>
                    </a:cubicBezTo>
                    <a:cubicBezTo>
                      <a:pt x="454636" y="426316"/>
                      <a:pt x="458183" y="418900"/>
                      <a:pt x="461085" y="414708"/>
                    </a:cubicBezTo>
                    <a:cubicBezTo>
                      <a:pt x="463665" y="410193"/>
                      <a:pt x="456571" y="407614"/>
                      <a:pt x="454959" y="402132"/>
                    </a:cubicBezTo>
                    <a:cubicBezTo>
                      <a:pt x="453024" y="396650"/>
                      <a:pt x="453991" y="381494"/>
                      <a:pt x="464955" y="393103"/>
                    </a:cubicBezTo>
                    <a:cubicBezTo>
                      <a:pt x="475597" y="404711"/>
                      <a:pt x="481079" y="404711"/>
                      <a:pt x="498169" y="397617"/>
                    </a:cubicBezTo>
                    <a:cubicBezTo>
                      <a:pt x="515260" y="390523"/>
                      <a:pt x="518807" y="388588"/>
                      <a:pt x="543959" y="376979"/>
                    </a:cubicBezTo>
                    <a:cubicBezTo>
                      <a:pt x="569111" y="365371"/>
                      <a:pt x="561050" y="360856"/>
                      <a:pt x="585235" y="356342"/>
                    </a:cubicBezTo>
                    <a:cubicBezTo>
                      <a:pt x="609419" y="351827"/>
                      <a:pt x="611354" y="334736"/>
                      <a:pt x="625543" y="329577"/>
                    </a:cubicBezTo>
                    <a:cubicBezTo>
                      <a:pt x="639731" y="324095"/>
                      <a:pt x="633604" y="321515"/>
                      <a:pt x="649727" y="322483"/>
                    </a:cubicBezTo>
                    <a:cubicBezTo>
                      <a:pt x="665851" y="323450"/>
                      <a:pt x="663916" y="328610"/>
                      <a:pt x="671978" y="323450"/>
                    </a:cubicBezTo>
                    <a:cubicBezTo>
                      <a:pt x="680039" y="317968"/>
                      <a:pt x="683586" y="315389"/>
                      <a:pt x="689068" y="307327"/>
                    </a:cubicBezTo>
                    <a:cubicBezTo>
                      <a:pt x="694550" y="299265"/>
                      <a:pt x="676492" y="297331"/>
                      <a:pt x="698097" y="296686"/>
                    </a:cubicBezTo>
                    <a:cubicBezTo>
                      <a:pt x="719702" y="295718"/>
                      <a:pt x="722282" y="301200"/>
                      <a:pt x="733891" y="295718"/>
                    </a:cubicBezTo>
                    <a:cubicBezTo>
                      <a:pt x="745500" y="290236"/>
                      <a:pt x="729376" y="291204"/>
                      <a:pt x="745500" y="290236"/>
                    </a:cubicBezTo>
                    <a:cubicBezTo>
                      <a:pt x="761623" y="289269"/>
                      <a:pt x="743565" y="306360"/>
                      <a:pt x="738405" y="314421"/>
                    </a:cubicBezTo>
                    <a:cubicBezTo>
                      <a:pt x="732923" y="322483"/>
                      <a:pt x="723249" y="326997"/>
                      <a:pt x="724217" y="336026"/>
                    </a:cubicBezTo>
                    <a:cubicBezTo>
                      <a:pt x="725184" y="345055"/>
                      <a:pt x="729699" y="351182"/>
                      <a:pt x="726797" y="357632"/>
                    </a:cubicBezTo>
                    <a:cubicBezTo>
                      <a:pt x="724217" y="363758"/>
                      <a:pt x="726797" y="364726"/>
                      <a:pt x="732278" y="371820"/>
                    </a:cubicBezTo>
                    <a:cubicBezTo>
                      <a:pt x="737760" y="378914"/>
                      <a:pt x="742275" y="374400"/>
                      <a:pt x="742920" y="383429"/>
                    </a:cubicBezTo>
                    <a:cubicBezTo>
                      <a:pt x="743887" y="392458"/>
                      <a:pt x="743887" y="398584"/>
                      <a:pt x="746467" y="403099"/>
                    </a:cubicBezTo>
                    <a:cubicBezTo>
                      <a:pt x="749047" y="407614"/>
                      <a:pt x="751949" y="405679"/>
                      <a:pt x="757108" y="400519"/>
                    </a:cubicBezTo>
                    <a:cubicBezTo>
                      <a:pt x="762590" y="395037"/>
                      <a:pt x="754528" y="391490"/>
                      <a:pt x="762590" y="395037"/>
                    </a:cubicBezTo>
                    <a:cubicBezTo>
                      <a:pt x="770652" y="398584"/>
                      <a:pt x="778713" y="405679"/>
                      <a:pt x="772586" y="413740"/>
                    </a:cubicBezTo>
                    <a:cubicBezTo>
                      <a:pt x="766460" y="421802"/>
                      <a:pt x="764525" y="424382"/>
                      <a:pt x="755496" y="426316"/>
                    </a:cubicBezTo>
                    <a:cubicBezTo>
                      <a:pt x="746467" y="428251"/>
                      <a:pt x="743887" y="423737"/>
                      <a:pt x="739373" y="430831"/>
                    </a:cubicBezTo>
                    <a:cubicBezTo>
                      <a:pt x="734858" y="437925"/>
                      <a:pt x="734858" y="428896"/>
                      <a:pt x="724217" y="438893"/>
                    </a:cubicBezTo>
                    <a:cubicBezTo>
                      <a:pt x="713575" y="448889"/>
                      <a:pt x="712608" y="447922"/>
                      <a:pt x="703579" y="445987"/>
                    </a:cubicBezTo>
                    <a:cubicBezTo>
                      <a:pt x="694550" y="444052"/>
                      <a:pt x="691970" y="427929"/>
                      <a:pt x="688423" y="442440"/>
                    </a:cubicBezTo>
                    <a:cubicBezTo>
                      <a:pt x="684876" y="456628"/>
                      <a:pt x="685843" y="455016"/>
                      <a:pt x="679394" y="463077"/>
                    </a:cubicBezTo>
                    <a:cubicBezTo>
                      <a:pt x="673267" y="471139"/>
                      <a:pt x="662304" y="463077"/>
                      <a:pt x="656177" y="473719"/>
                    </a:cubicBezTo>
                    <a:cubicBezTo>
                      <a:pt x="653920" y="477588"/>
                      <a:pt x="647793" y="483393"/>
                      <a:pt x="640698" y="489520"/>
                    </a:cubicBezTo>
                    <a:cubicBezTo>
                      <a:pt x="646825" y="497581"/>
                      <a:pt x="648115" y="509835"/>
                      <a:pt x="644568" y="519509"/>
                    </a:cubicBezTo>
                    <a:cubicBezTo>
                      <a:pt x="640698" y="529828"/>
                      <a:pt x="653275" y="542726"/>
                      <a:pt x="657467" y="556915"/>
                    </a:cubicBezTo>
                    <a:cubicBezTo>
                      <a:pt x="660691" y="557560"/>
                      <a:pt x="663916" y="558205"/>
                      <a:pt x="667463" y="556270"/>
                    </a:cubicBezTo>
                    <a:cubicBezTo>
                      <a:pt x="681974" y="548853"/>
                      <a:pt x="694550" y="531440"/>
                      <a:pt x="706159" y="519831"/>
                    </a:cubicBezTo>
                    <a:cubicBezTo>
                      <a:pt x="734213" y="492099"/>
                      <a:pt x="762590" y="464367"/>
                      <a:pt x="790644" y="436635"/>
                    </a:cubicBezTo>
                    <a:cubicBezTo>
                      <a:pt x="801286" y="425994"/>
                      <a:pt x="814185" y="414708"/>
                      <a:pt x="827728" y="414708"/>
                    </a:cubicBezTo>
                    <a:cubicBezTo>
                      <a:pt x="841272" y="414708"/>
                      <a:pt x="848688" y="413418"/>
                      <a:pt x="858040" y="406646"/>
                    </a:cubicBezTo>
                    <a:cubicBezTo>
                      <a:pt x="867391" y="399874"/>
                      <a:pt x="883514" y="396005"/>
                      <a:pt x="895123" y="397940"/>
                    </a:cubicBezTo>
                    <a:cubicBezTo>
                      <a:pt x="906410" y="399874"/>
                      <a:pt x="912536" y="406646"/>
                      <a:pt x="921243" y="415353"/>
                    </a:cubicBezTo>
                    <a:cubicBezTo>
                      <a:pt x="929949" y="424059"/>
                      <a:pt x="929304" y="430186"/>
                      <a:pt x="946073" y="431476"/>
                    </a:cubicBezTo>
                    <a:cubicBezTo>
                      <a:pt x="962841" y="432766"/>
                      <a:pt x="962196" y="420190"/>
                      <a:pt x="958326" y="411161"/>
                    </a:cubicBezTo>
                    <a:cubicBezTo>
                      <a:pt x="954134" y="402454"/>
                      <a:pt x="952199" y="395037"/>
                      <a:pt x="936076" y="387621"/>
                    </a:cubicBezTo>
                    <a:cubicBezTo>
                      <a:pt x="919953" y="380204"/>
                      <a:pt x="925435" y="368918"/>
                      <a:pt x="924790" y="358599"/>
                    </a:cubicBezTo>
                    <a:cubicBezTo>
                      <a:pt x="924145" y="348602"/>
                      <a:pt x="923500" y="345700"/>
                      <a:pt x="926725" y="339251"/>
                    </a:cubicBezTo>
                    <a:cubicBezTo>
                      <a:pt x="929949" y="332479"/>
                      <a:pt x="928015" y="328610"/>
                      <a:pt x="939623" y="319903"/>
                    </a:cubicBezTo>
                    <a:cubicBezTo>
                      <a:pt x="950909" y="311197"/>
                      <a:pt x="948330" y="307649"/>
                      <a:pt x="958971" y="293783"/>
                    </a:cubicBezTo>
                    <a:cubicBezTo>
                      <a:pt x="969612" y="279595"/>
                      <a:pt x="969612" y="283787"/>
                      <a:pt x="975094" y="271533"/>
                    </a:cubicBezTo>
                    <a:cubicBezTo>
                      <a:pt x="980576" y="259280"/>
                      <a:pt x="993152" y="256055"/>
                      <a:pt x="986381" y="241867"/>
                    </a:cubicBezTo>
                    <a:cubicBezTo>
                      <a:pt x="977674" y="227033"/>
                      <a:pt x="978964" y="233482"/>
                      <a:pt x="984768" y="21897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4336C01-F64E-9098-6663-EAD4270D1F46}"/>
                  </a:ext>
                </a:extLst>
              </p:cNvPr>
              <p:cNvSpPr/>
              <p:nvPr/>
            </p:nvSpPr>
            <p:spPr>
              <a:xfrm>
                <a:off x="7914341" y="2014786"/>
                <a:ext cx="967394" cy="548190"/>
              </a:xfrm>
              <a:custGeom>
                <a:avLst/>
                <a:gdLst>
                  <a:gd name="connsiteX0" fmla="*/ 984768 w 967394"/>
                  <a:gd name="connsiteY0" fmla="*/ 218972 h 548190"/>
                  <a:gd name="connsiteX1" fmla="*/ 966065 w 967394"/>
                  <a:gd name="connsiteY1" fmla="*/ 198656 h 548190"/>
                  <a:gd name="connsiteX2" fmla="*/ 943815 w 967394"/>
                  <a:gd name="connsiteY2" fmla="*/ 194464 h 548190"/>
                  <a:gd name="connsiteX3" fmla="*/ 917050 w 967394"/>
                  <a:gd name="connsiteY3" fmla="*/ 192529 h 548190"/>
                  <a:gd name="connsiteX4" fmla="*/ 889641 w 967394"/>
                  <a:gd name="connsiteY4" fmla="*/ 197366 h 548190"/>
                  <a:gd name="connsiteX5" fmla="*/ 850623 w 967394"/>
                  <a:gd name="connsiteY5" fmla="*/ 180598 h 548190"/>
                  <a:gd name="connsiteX6" fmla="*/ 828373 w 967394"/>
                  <a:gd name="connsiteY6" fmla="*/ 192852 h 548190"/>
                  <a:gd name="connsiteX7" fmla="*/ 809025 w 967394"/>
                  <a:gd name="connsiteY7" fmla="*/ 200914 h 548190"/>
                  <a:gd name="connsiteX8" fmla="*/ 800318 w 967394"/>
                  <a:gd name="connsiteY8" fmla="*/ 188015 h 548190"/>
                  <a:gd name="connsiteX9" fmla="*/ 807735 w 967394"/>
                  <a:gd name="connsiteY9" fmla="*/ 164475 h 548190"/>
                  <a:gd name="connsiteX10" fmla="*/ 825148 w 967394"/>
                  <a:gd name="connsiteY10" fmla="*/ 142225 h 548190"/>
                  <a:gd name="connsiteX11" fmla="*/ 833855 w 967394"/>
                  <a:gd name="connsiteY11" fmla="*/ 119330 h 548190"/>
                  <a:gd name="connsiteX12" fmla="*/ 815797 w 967394"/>
                  <a:gd name="connsiteY12" fmla="*/ 91920 h 548190"/>
                  <a:gd name="connsiteX13" fmla="*/ 797739 w 967394"/>
                  <a:gd name="connsiteY13" fmla="*/ 67736 h 548190"/>
                  <a:gd name="connsiteX14" fmla="*/ 781615 w 967394"/>
                  <a:gd name="connsiteY14" fmla="*/ 78377 h 548190"/>
                  <a:gd name="connsiteX15" fmla="*/ 761300 w 967394"/>
                  <a:gd name="connsiteY15" fmla="*/ 89663 h 548190"/>
                  <a:gd name="connsiteX16" fmla="*/ 756463 w 967394"/>
                  <a:gd name="connsiteY16" fmla="*/ 70315 h 548190"/>
                  <a:gd name="connsiteX17" fmla="*/ 766460 w 967394"/>
                  <a:gd name="connsiteY17" fmla="*/ 53547 h 548190"/>
                  <a:gd name="connsiteX18" fmla="*/ 767750 w 967394"/>
                  <a:gd name="connsiteY18" fmla="*/ 28717 h 548190"/>
                  <a:gd name="connsiteX19" fmla="*/ 756463 w 967394"/>
                  <a:gd name="connsiteY19" fmla="*/ 11304 h 548190"/>
                  <a:gd name="connsiteX20" fmla="*/ 737760 w 967394"/>
                  <a:gd name="connsiteY20" fmla="*/ 18 h 548190"/>
                  <a:gd name="connsiteX21" fmla="*/ 695517 w 967394"/>
                  <a:gd name="connsiteY21" fmla="*/ 26138 h 548190"/>
                  <a:gd name="connsiteX22" fmla="*/ 650373 w 967394"/>
                  <a:gd name="connsiteY22" fmla="*/ 54515 h 548190"/>
                  <a:gd name="connsiteX23" fmla="*/ 634249 w 967394"/>
                  <a:gd name="connsiteY23" fmla="*/ 76765 h 548190"/>
                  <a:gd name="connsiteX24" fmla="*/ 622963 w 967394"/>
                  <a:gd name="connsiteY24" fmla="*/ 96113 h 548190"/>
                  <a:gd name="connsiteX25" fmla="*/ 608130 w 967394"/>
                  <a:gd name="connsiteY25" fmla="*/ 91275 h 548190"/>
                  <a:gd name="connsiteX26" fmla="*/ 592006 w 967394"/>
                  <a:gd name="connsiteY26" fmla="*/ 82569 h 548190"/>
                  <a:gd name="connsiteX27" fmla="*/ 561050 w 967394"/>
                  <a:gd name="connsiteY27" fmla="*/ 75797 h 548190"/>
                  <a:gd name="connsiteX28" fmla="*/ 482046 w 967394"/>
                  <a:gd name="connsiteY28" fmla="*/ 62254 h 548190"/>
                  <a:gd name="connsiteX29" fmla="*/ 445930 w 967394"/>
                  <a:gd name="connsiteY29" fmla="*/ 89341 h 548190"/>
                  <a:gd name="connsiteX30" fmla="*/ 350158 w 967394"/>
                  <a:gd name="connsiteY30" fmla="*/ 191240 h 548190"/>
                  <a:gd name="connsiteX31" fmla="*/ 296951 w 967394"/>
                  <a:gd name="connsiteY31" fmla="*/ 202848 h 548190"/>
                  <a:gd name="connsiteX32" fmla="*/ 270509 w 967394"/>
                  <a:gd name="connsiteY32" fmla="*/ 270566 h 548190"/>
                  <a:gd name="connsiteX33" fmla="*/ 184733 w 967394"/>
                  <a:gd name="connsiteY33" fmla="*/ 352795 h 548190"/>
                  <a:gd name="connsiteX34" fmla="*/ 167320 w 967394"/>
                  <a:gd name="connsiteY34" fmla="*/ 370530 h 548190"/>
                  <a:gd name="connsiteX35" fmla="*/ 123788 w 967394"/>
                  <a:gd name="connsiteY35" fmla="*/ 383429 h 548190"/>
                  <a:gd name="connsiteX36" fmla="*/ 107019 w 967394"/>
                  <a:gd name="connsiteY36" fmla="*/ 372787 h 548190"/>
                  <a:gd name="connsiteX37" fmla="*/ 97023 w 967394"/>
                  <a:gd name="connsiteY37" fmla="*/ 378269 h 548190"/>
                  <a:gd name="connsiteX38" fmla="*/ 80255 w 967394"/>
                  <a:gd name="connsiteY38" fmla="*/ 394393 h 548190"/>
                  <a:gd name="connsiteX39" fmla="*/ 52845 w 967394"/>
                  <a:gd name="connsiteY39" fmla="*/ 409226 h 548190"/>
                  <a:gd name="connsiteX40" fmla="*/ 37367 w 967394"/>
                  <a:gd name="connsiteY40" fmla="*/ 396972 h 548190"/>
                  <a:gd name="connsiteX41" fmla="*/ 10602 w 967394"/>
                  <a:gd name="connsiteY41" fmla="*/ 386331 h 548190"/>
                  <a:gd name="connsiteX42" fmla="*/ 10602 w 967394"/>
                  <a:gd name="connsiteY42" fmla="*/ 402454 h 548190"/>
                  <a:gd name="connsiteX43" fmla="*/ 3831 w 967394"/>
                  <a:gd name="connsiteY43" fmla="*/ 416643 h 548190"/>
                  <a:gd name="connsiteX44" fmla="*/ 1251 w 967394"/>
                  <a:gd name="connsiteY44" fmla="*/ 433411 h 548190"/>
                  <a:gd name="connsiteX45" fmla="*/ 14794 w 967394"/>
                  <a:gd name="connsiteY45" fmla="*/ 449534 h 548190"/>
                  <a:gd name="connsiteX46" fmla="*/ 29628 w 967394"/>
                  <a:gd name="connsiteY46" fmla="*/ 456306 h 548190"/>
                  <a:gd name="connsiteX47" fmla="*/ 37690 w 967394"/>
                  <a:gd name="connsiteY47" fmla="*/ 453726 h 548190"/>
                  <a:gd name="connsiteX48" fmla="*/ 67356 w 967394"/>
                  <a:gd name="connsiteY48" fmla="*/ 449534 h 548190"/>
                  <a:gd name="connsiteX49" fmla="*/ 84125 w 967394"/>
                  <a:gd name="connsiteY49" fmla="*/ 460175 h 548190"/>
                  <a:gd name="connsiteX50" fmla="*/ 97023 w 967394"/>
                  <a:gd name="connsiteY50" fmla="*/ 486295 h 548190"/>
                  <a:gd name="connsiteX51" fmla="*/ 90896 w 967394"/>
                  <a:gd name="connsiteY51" fmla="*/ 509190 h 548190"/>
                  <a:gd name="connsiteX52" fmla="*/ 97023 w 967394"/>
                  <a:gd name="connsiteY52" fmla="*/ 529505 h 548190"/>
                  <a:gd name="connsiteX53" fmla="*/ 106374 w 967394"/>
                  <a:gd name="connsiteY53" fmla="*/ 551755 h 548190"/>
                  <a:gd name="connsiteX54" fmla="*/ 103794 w 967394"/>
                  <a:gd name="connsiteY54" fmla="*/ 573038 h 548190"/>
                  <a:gd name="connsiteX55" fmla="*/ 101215 w 967394"/>
                  <a:gd name="connsiteY55" fmla="*/ 573683 h 548190"/>
                  <a:gd name="connsiteX56" fmla="*/ 101215 w 967394"/>
                  <a:gd name="connsiteY56" fmla="*/ 573683 h 548190"/>
                  <a:gd name="connsiteX57" fmla="*/ 107664 w 967394"/>
                  <a:gd name="connsiteY57" fmla="*/ 571748 h 548190"/>
                  <a:gd name="connsiteX58" fmla="*/ 107987 w 967394"/>
                  <a:gd name="connsiteY58" fmla="*/ 571748 h 548190"/>
                  <a:gd name="connsiteX59" fmla="*/ 157324 w 967394"/>
                  <a:gd name="connsiteY59" fmla="*/ 553045 h 548190"/>
                  <a:gd name="connsiteX60" fmla="*/ 195052 w 967394"/>
                  <a:gd name="connsiteY60" fmla="*/ 533375 h 548190"/>
                  <a:gd name="connsiteX61" fmla="*/ 239875 w 967394"/>
                  <a:gd name="connsiteY61" fmla="*/ 538857 h 548190"/>
                  <a:gd name="connsiteX62" fmla="*/ 269542 w 967394"/>
                  <a:gd name="connsiteY62" fmla="*/ 547886 h 548190"/>
                  <a:gd name="connsiteX63" fmla="*/ 307915 w 967394"/>
                  <a:gd name="connsiteY63" fmla="*/ 537244 h 548190"/>
                  <a:gd name="connsiteX64" fmla="*/ 343708 w 967394"/>
                  <a:gd name="connsiteY64" fmla="*/ 533697 h 548190"/>
                  <a:gd name="connsiteX65" fmla="*/ 383049 w 967394"/>
                  <a:gd name="connsiteY65" fmla="*/ 520154 h 548190"/>
                  <a:gd name="connsiteX66" fmla="*/ 403687 w 967394"/>
                  <a:gd name="connsiteY66" fmla="*/ 504998 h 548190"/>
                  <a:gd name="connsiteX67" fmla="*/ 414328 w 967394"/>
                  <a:gd name="connsiteY67" fmla="*/ 470172 h 548190"/>
                  <a:gd name="connsiteX68" fmla="*/ 443995 w 967394"/>
                  <a:gd name="connsiteY68" fmla="*/ 436958 h 548190"/>
                  <a:gd name="connsiteX69" fmla="*/ 461085 w 967394"/>
                  <a:gd name="connsiteY69" fmla="*/ 414708 h 548190"/>
                  <a:gd name="connsiteX70" fmla="*/ 454959 w 967394"/>
                  <a:gd name="connsiteY70" fmla="*/ 402132 h 548190"/>
                  <a:gd name="connsiteX71" fmla="*/ 464955 w 967394"/>
                  <a:gd name="connsiteY71" fmla="*/ 393103 h 548190"/>
                  <a:gd name="connsiteX72" fmla="*/ 498169 w 967394"/>
                  <a:gd name="connsiteY72" fmla="*/ 397617 h 548190"/>
                  <a:gd name="connsiteX73" fmla="*/ 543959 w 967394"/>
                  <a:gd name="connsiteY73" fmla="*/ 376979 h 548190"/>
                  <a:gd name="connsiteX74" fmla="*/ 585235 w 967394"/>
                  <a:gd name="connsiteY74" fmla="*/ 356342 h 548190"/>
                  <a:gd name="connsiteX75" fmla="*/ 625543 w 967394"/>
                  <a:gd name="connsiteY75" fmla="*/ 329577 h 548190"/>
                  <a:gd name="connsiteX76" fmla="*/ 649727 w 967394"/>
                  <a:gd name="connsiteY76" fmla="*/ 322483 h 548190"/>
                  <a:gd name="connsiteX77" fmla="*/ 671978 w 967394"/>
                  <a:gd name="connsiteY77" fmla="*/ 323450 h 548190"/>
                  <a:gd name="connsiteX78" fmla="*/ 689068 w 967394"/>
                  <a:gd name="connsiteY78" fmla="*/ 307327 h 548190"/>
                  <a:gd name="connsiteX79" fmla="*/ 698097 w 967394"/>
                  <a:gd name="connsiteY79" fmla="*/ 296686 h 548190"/>
                  <a:gd name="connsiteX80" fmla="*/ 733891 w 967394"/>
                  <a:gd name="connsiteY80" fmla="*/ 295718 h 548190"/>
                  <a:gd name="connsiteX81" fmla="*/ 745500 w 967394"/>
                  <a:gd name="connsiteY81" fmla="*/ 290236 h 548190"/>
                  <a:gd name="connsiteX82" fmla="*/ 738405 w 967394"/>
                  <a:gd name="connsiteY82" fmla="*/ 314421 h 548190"/>
                  <a:gd name="connsiteX83" fmla="*/ 724217 w 967394"/>
                  <a:gd name="connsiteY83" fmla="*/ 336026 h 548190"/>
                  <a:gd name="connsiteX84" fmla="*/ 726797 w 967394"/>
                  <a:gd name="connsiteY84" fmla="*/ 357632 h 548190"/>
                  <a:gd name="connsiteX85" fmla="*/ 732278 w 967394"/>
                  <a:gd name="connsiteY85" fmla="*/ 371820 h 548190"/>
                  <a:gd name="connsiteX86" fmla="*/ 742920 w 967394"/>
                  <a:gd name="connsiteY86" fmla="*/ 383429 h 548190"/>
                  <a:gd name="connsiteX87" fmla="*/ 746467 w 967394"/>
                  <a:gd name="connsiteY87" fmla="*/ 403099 h 548190"/>
                  <a:gd name="connsiteX88" fmla="*/ 757108 w 967394"/>
                  <a:gd name="connsiteY88" fmla="*/ 400519 h 548190"/>
                  <a:gd name="connsiteX89" fmla="*/ 762590 w 967394"/>
                  <a:gd name="connsiteY89" fmla="*/ 395037 h 548190"/>
                  <a:gd name="connsiteX90" fmla="*/ 772586 w 967394"/>
                  <a:gd name="connsiteY90" fmla="*/ 413740 h 548190"/>
                  <a:gd name="connsiteX91" fmla="*/ 755496 w 967394"/>
                  <a:gd name="connsiteY91" fmla="*/ 426316 h 548190"/>
                  <a:gd name="connsiteX92" fmla="*/ 739373 w 967394"/>
                  <a:gd name="connsiteY92" fmla="*/ 430831 h 548190"/>
                  <a:gd name="connsiteX93" fmla="*/ 724217 w 967394"/>
                  <a:gd name="connsiteY93" fmla="*/ 438893 h 548190"/>
                  <a:gd name="connsiteX94" fmla="*/ 703579 w 967394"/>
                  <a:gd name="connsiteY94" fmla="*/ 445987 h 548190"/>
                  <a:gd name="connsiteX95" fmla="*/ 688423 w 967394"/>
                  <a:gd name="connsiteY95" fmla="*/ 442440 h 548190"/>
                  <a:gd name="connsiteX96" fmla="*/ 679394 w 967394"/>
                  <a:gd name="connsiteY96" fmla="*/ 463077 h 548190"/>
                  <a:gd name="connsiteX97" fmla="*/ 656177 w 967394"/>
                  <a:gd name="connsiteY97" fmla="*/ 473719 h 548190"/>
                  <a:gd name="connsiteX98" fmla="*/ 640698 w 967394"/>
                  <a:gd name="connsiteY98" fmla="*/ 489520 h 548190"/>
                  <a:gd name="connsiteX99" fmla="*/ 644568 w 967394"/>
                  <a:gd name="connsiteY99" fmla="*/ 519509 h 548190"/>
                  <a:gd name="connsiteX100" fmla="*/ 657467 w 967394"/>
                  <a:gd name="connsiteY100" fmla="*/ 556915 h 548190"/>
                  <a:gd name="connsiteX101" fmla="*/ 667463 w 967394"/>
                  <a:gd name="connsiteY101" fmla="*/ 556270 h 548190"/>
                  <a:gd name="connsiteX102" fmla="*/ 706159 w 967394"/>
                  <a:gd name="connsiteY102" fmla="*/ 519831 h 548190"/>
                  <a:gd name="connsiteX103" fmla="*/ 790644 w 967394"/>
                  <a:gd name="connsiteY103" fmla="*/ 436635 h 548190"/>
                  <a:gd name="connsiteX104" fmla="*/ 827728 w 967394"/>
                  <a:gd name="connsiteY104" fmla="*/ 414708 h 548190"/>
                  <a:gd name="connsiteX105" fmla="*/ 858040 w 967394"/>
                  <a:gd name="connsiteY105" fmla="*/ 406646 h 548190"/>
                  <a:gd name="connsiteX106" fmla="*/ 895123 w 967394"/>
                  <a:gd name="connsiteY106" fmla="*/ 397940 h 548190"/>
                  <a:gd name="connsiteX107" fmla="*/ 921243 w 967394"/>
                  <a:gd name="connsiteY107" fmla="*/ 415353 h 548190"/>
                  <a:gd name="connsiteX108" fmla="*/ 946073 w 967394"/>
                  <a:gd name="connsiteY108" fmla="*/ 431476 h 548190"/>
                  <a:gd name="connsiteX109" fmla="*/ 958326 w 967394"/>
                  <a:gd name="connsiteY109" fmla="*/ 411161 h 548190"/>
                  <a:gd name="connsiteX110" fmla="*/ 936076 w 967394"/>
                  <a:gd name="connsiteY110" fmla="*/ 387621 h 548190"/>
                  <a:gd name="connsiteX111" fmla="*/ 924790 w 967394"/>
                  <a:gd name="connsiteY111" fmla="*/ 358599 h 548190"/>
                  <a:gd name="connsiteX112" fmla="*/ 926725 w 967394"/>
                  <a:gd name="connsiteY112" fmla="*/ 339251 h 548190"/>
                  <a:gd name="connsiteX113" fmla="*/ 939623 w 967394"/>
                  <a:gd name="connsiteY113" fmla="*/ 319903 h 548190"/>
                  <a:gd name="connsiteX114" fmla="*/ 958971 w 967394"/>
                  <a:gd name="connsiteY114" fmla="*/ 293783 h 548190"/>
                  <a:gd name="connsiteX115" fmla="*/ 975094 w 967394"/>
                  <a:gd name="connsiteY115" fmla="*/ 271533 h 548190"/>
                  <a:gd name="connsiteX116" fmla="*/ 986381 w 967394"/>
                  <a:gd name="connsiteY116" fmla="*/ 241867 h 548190"/>
                  <a:gd name="connsiteX117" fmla="*/ 984768 w 967394"/>
                  <a:gd name="connsiteY117" fmla="*/ 218972 h 548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</a:cxnLst>
                <a:rect l="l" t="t" r="r" b="b"/>
                <a:pathLst>
                  <a:path w="967394" h="548190">
                    <a:moveTo>
                      <a:pt x="984768" y="218972"/>
                    </a:moveTo>
                    <a:cubicBezTo>
                      <a:pt x="990895" y="204138"/>
                      <a:pt x="978641" y="200914"/>
                      <a:pt x="966065" y="198656"/>
                    </a:cubicBezTo>
                    <a:cubicBezTo>
                      <a:pt x="953167" y="196722"/>
                      <a:pt x="953167" y="196722"/>
                      <a:pt x="943815" y="194464"/>
                    </a:cubicBezTo>
                    <a:cubicBezTo>
                      <a:pt x="934464" y="192529"/>
                      <a:pt x="932529" y="184468"/>
                      <a:pt x="917050" y="192529"/>
                    </a:cubicBezTo>
                    <a:cubicBezTo>
                      <a:pt x="901572" y="200591"/>
                      <a:pt x="897703" y="195754"/>
                      <a:pt x="889641" y="197366"/>
                    </a:cubicBezTo>
                    <a:cubicBezTo>
                      <a:pt x="881580" y="198656"/>
                      <a:pt x="863522" y="183823"/>
                      <a:pt x="850623" y="180598"/>
                    </a:cubicBezTo>
                    <a:cubicBezTo>
                      <a:pt x="837724" y="177374"/>
                      <a:pt x="837724" y="186725"/>
                      <a:pt x="828373" y="192852"/>
                    </a:cubicBezTo>
                    <a:cubicBezTo>
                      <a:pt x="819021" y="198979"/>
                      <a:pt x="815474" y="200914"/>
                      <a:pt x="809025" y="200914"/>
                    </a:cubicBezTo>
                    <a:cubicBezTo>
                      <a:pt x="802253" y="200914"/>
                      <a:pt x="799673" y="196722"/>
                      <a:pt x="800318" y="188015"/>
                    </a:cubicBezTo>
                    <a:cubicBezTo>
                      <a:pt x="800963" y="179308"/>
                      <a:pt x="798384" y="172537"/>
                      <a:pt x="807735" y="164475"/>
                    </a:cubicBezTo>
                    <a:cubicBezTo>
                      <a:pt x="817087" y="156413"/>
                      <a:pt x="817732" y="150287"/>
                      <a:pt x="825148" y="142225"/>
                    </a:cubicBezTo>
                    <a:cubicBezTo>
                      <a:pt x="832565" y="134163"/>
                      <a:pt x="834500" y="129971"/>
                      <a:pt x="833855" y="119330"/>
                    </a:cubicBezTo>
                    <a:cubicBezTo>
                      <a:pt x="833210" y="108689"/>
                      <a:pt x="825148" y="98370"/>
                      <a:pt x="815797" y="91920"/>
                    </a:cubicBezTo>
                    <a:cubicBezTo>
                      <a:pt x="806445" y="85149"/>
                      <a:pt x="809025" y="69670"/>
                      <a:pt x="797739" y="67736"/>
                    </a:cubicBezTo>
                    <a:cubicBezTo>
                      <a:pt x="786453" y="65801"/>
                      <a:pt x="788387" y="70960"/>
                      <a:pt x="781615" y="78377"/>
                    </a:cubicBezTo>
                    <a:cubicBezTo>
                      <a:pt x="774844" y="85794"/>
                      <a:pt x="765492" y="97725"/>
                      <a:pt x="761300" y="89663"/>
                    </a:cubicBezTo>
                    <a:cubicBezTo>
                      <a:pt x="757108" y="81602"/>
                      <a:pt x="759365" y="80957"/>
                      <a:pt x="756463" y="70315"/>
                    </a:cubicBezTo>
                    <a:cubicBezTo>
                      <a:pt x="753883" y="59674"/>
                      <a:pt x="759043" y="62254"/>
                      <a:pt x="766460" y="53547"/>
                    </a:cubicBezTo>
                    <a:cubicBezTo>
                      <a:pt x="773877" y="44841"/>
                      <a:pt x="785163" y="29362"/>
                      <a:pt x="767750" y="28717"/>
                    </a:cubicBezTo>
                    <a:cubicBezTo>
                      <a:pt x="750336" y="28072"/>
                      <a:pt x="763557" y="23235"/>
                      <a:pt x="756463" y="11304"/>
                    </a:cubicBezTo>
                    <a:cubicBezTo>
                      <a:pt x="749047" y="-949"/>
                      <a:pt x="748402" y="18"/>
                      <a:pt x="737760" y="18"/>
                    </a:cubicBezTo>
                    <a:cubicBezTo>
                      <a:pt x="727119" y="18"/>
                      <a:pt x="702934" y="24203"/>
                      <a:pt x="695517" y="26138"/>
                    </a:cubicBezTo>
                    <a:cubicBezTo>
                      <a:pt x="688101" y="28072"/>
                      <a:pt x="657144" y="45486"/>
                      <a:pt x="650373" y="54515"/>
                    </a:cubicBezTo>
                    <a:cubicBezTo>
                      <a:pt x="643601" y="63221"/>
                      <a:pt x="647148" y="73217"/>
                      <a:pt x="634249" y="76765"/>
                    </a:cubicBezTo>
                    <a:cubicBezTo>
                      <a:pt x="621350" y="79989"/>
                      <a:pt x="631670" y="95468"/>
                      <a:pt x="622963" y="96113"/>
                    </a:cubicBezTo>
                    <a:cubicBezTo>
                      <a:pt x="614256" y="96757"/>
                      <a:pt x="614901" y="94178"/>
                      <a:pt x="608130" y="91275"/>
                    </a:cubicBezTo>
                    <a:cubicBezTo>
                      <a:pt x="601358" y="88696"/>
                      <a:pt x="602647" y="88696"/>
                      <a:pt x="592006" y="82569"/>
                    </a:cubicBezTo>
                    <a:cubicBezTo>
                      <a:pt x="581365" y="76442"/>
                      <a:pt x="571691" y="74507"/>
                      <a:pt x="561050" y="75797"/>
                    </a:cubicBezTo>
                    <a:cubicBezTo>
                      <a:pt x="531383" y="79667"/>
                      <a:pt x="509455" y="53870"/>
                      <a:pt x="482046" y="62254"/>
                    </a:cubicBezTo>
                    <a:cubicBezTo>
                      <a:pt x="467535" y="66768"/>
                      <a:pt x="455604" y="77409"/>
                      <a:pt x="445930" y="89341"/>
                    </a:cubicBezTo>
                    <a:cubicBezTo>
                      <a:pt x="415618" y="126102"/>
                      <a:pt x="396270" y="179308"/>
                      <a:pt x="350158" y="191240"/>
                    </a:cubicBezTo>
                    <a:cubicBezTo>
                      <a:pt x="332422" y="195754"/>
                      <a:pt x="312752" y="193174"/>
                      <a:pt x="296951" y="202848"/>
                    </a:cubicBezTo>
                    <a:cubicBezTo>
                      <a:pt x="275346" y="216069"/>
                      <a:pt x="271799" y="245091"/>
                      <a:pt x="270509" y="270566"/>
                    </a:cubicBezTo>
                    <a:cubicBezTo>
                      <a:pt x="226654" y="269599"/>
                      <a:pt x="185701" y="308939"/>
                      <a:pt x="184733" y="352795"/>
                    </a:cubicBezTo>
                    <a:cubicBezTo>
                      <a:pt x="176027" y="353762"/>
                      <a:pt x="168287" y="361501"/>
                      <a:pt x="167320" y="370530"/>
                    </a:cubicBezTo>
                    <a:cubicBezTo>
                      <a:pt x="158614" y="372465"/>
                      <a:pt x="130882" y="385363"/>
                      <a:pt x="123788" y="383429"/>
                    </a:cubicBezTo>
                    <a:cubicBezTo>
                      <a:pt x="117661" y="382139"/>
                      <a:pt x="116371" y="370530"/>
                      <a:pt x="107019" y="372787"/>
                    </a:cubicBezTo>
                    <a:cubicBezTo>
                      <a:pt x="97668" y="374722"/>
                      <a:pt x="107019" y="372787"/>
                      <a:pt x="97023" y="378269"/>
                    </a:cubicBezTo>
                    <a:cubicBezTo>
                      <a:pt x="87027" y="383751"/>
                      <a:pt x="87671" y="394393"/>
                      <a:pt x="80255" y="394393"/>
                    </a:cubicBezTo>
                    <a:cubicBezTo>
                      <a:pt x="72838" y="394393"/>
                      <a:pt x="64777" y="409226"/>
                      <a:pt x="52845" y="409226"/>
                    </a:cubicBezTo>
                    <a:cubicBezTo>
                      <a:pt x="40914" y="409226"/>
                      <a:pt x="47363" y="406646"/>
                      <a:pt x="37367" y="396972"/>
                    </a:cubicBezTo>
                    <a:cubicBezTo>
                      <a:pt x="27370" y="387621"/>
                      <a:pt x="19309" y="384074"/>
                      <a:pt x="10602" y="386331"/>
                    </a:cubicBezTo>
                    <a:cubicBezTo>
                      <a:pt x="1896" y="388266"/>
                      <a:pt x="13827" y="398584"/>
                      <a:pt x="10602" y="402454"/>
                    </a:cubicBezTo>
                    <a:cubicBezTo>
                      <a:pt x="7378" y="406646"/>
                      <a:pt x="9957" y="412450"/>
                      <a:pt x="3831" y="416643"/>
                    </a:cubicBezTo>
                    <a:cubicBezTo>
                      <a:pt x="-2296" y="420835"/>
                      <a:pt x="606" y="425349"/>
                      <a:pt x="1251" y="433411"/>
                    </a:cubicBezTo>
                    <a:cubicBezTo>
                      <a:pt x="1896" y="441472"/>
                      <a:pt x="11247" y="449534"/>
                      <a:pt x="14794" y="449534"/>
                    </a:cubicBezTo>
                    <a:cubicBezTo>
                      <a:pt x="18019" y="449534"/>
                      <a:pt x="25436" y="452114"/>
                      <a:pt x="29628" y="456306"/>
                    </a:cubicBezTo>
                    <a:cubicBezTo>
                      <a:pt x="33820" y="460498"/>
                      <a:pt x="30918" y="452114"/>
                      <a:pt x="37690" y="453726"/>
                    </a:cubicBezTo>
                    <a:cubicBezTo>
                      <a:pt x="44461" y="455016"/>
                      <a:pt x="61229" y="451146"/>
                      <a:pt x="67356" y="449534"/>
                    </a:cubicBezTo>
                    <a:cubicBezTo>
                      <a:pt x="73483" y="448244"/>
                      <a:pt x="82834" y="457596"/>
                      <a:pt x="84125" y="460175"/>
                    </a:cubicBezTo>
                    <a:cubicBezTo>
                      <a:pt x="85414" y="462755"/>
                      <a:pt x="97023" y="480491"/>
                      <a:pt x="97023" y="486295"/>
                    </a:cubicBezTo>
                    <a:cubicBezTo>
                      <a:pt x="97023" y="492099"/>
                      <a:pt x="95733" y="500483"/>
                      <a:pt x="90896" y="509190"/>
                    </a:cubicBezTo>
                    <a:cubicBezTo>
                      <a:pt x="86059" y="517896"/>
                      <a:pt x="90896" y="525958"/>
                      <a:pt x="97023" y="529505"/>
                    </a:cubicBezTo>
                    <a:cubicBezTo>
                      <a:pt x="103150" y="532730"/>
                      <a:pt x="105730" y="540791"/>
                      <a:pt x="106374" y="551755"/>
                    </a:cubicBezTo>
                    <a:cubicBezTo>
                      <a:pt x="107019" y="562397"/>
                      <a:pt x="103794" y="573038"/>
                      <a:pt x="103794" y="573038"/>
                    </a:cubicBezTo>
                    <a:cubicBezTo>
                      <a:pt x="102827" y="573361"/>
                      <a:pt x="101860" y="573683"/>
                      <a:pt x="101215" y="573683"/>
                    </a:cubicBezTo>
                    <a:lnTo>
                      <a:pt x="101215" y="573683"/>
                    </a:lnTo>
                    <a:cubicBezTo>
                      <a:pt x="105407" y="574328"/>
                      <a:pt x="107664" y="571748"/>
                      <a:pt x="107664" y="571748"/>
                    </a:cubicBezTo>
                    <a:cubicBezTo>
                      <a:pt x="107664" y="571748"/>
                      <a:pt x="107987" y="571748"/>
                      <a:pt x="107987" y="571748"/>
                    </a:cubicBezTo>
                    <a:cubicBezTo>
                      <a:pt x="131204" y="564654"/>
                      <a:pt x="135719" y="558205"/>
                      <a:pt x="157324" y="553045"/>
                    </a:cubicBezTo>
                    <a:cubicBezTo>
                      <a:pt x="178929" y="547563"/>
                      <a:pt x="184088" y="539502"/>
                      <a:pt x="195052" y="533375"/>
                    </a:cubicBezTo>
                    <a:cubicBezTo>
                      <a:pt x="205693" y="527248"/>
                      <a:pt x="224719" y="535310"/>
                      <a:pt x="239875" y="538857"/>
                    </a:cubicBezTo>
                    <a:cubicBezTo>
                      <a:pt x="255030" y="542404"/>
                      <a:pt x="255998" y="547886"/>
                      <a:pt x="269542" y="547886"/>
                    </a:cubicBezTo>
                    <a:cubicBezTo>
                      <a:pt x="283085" y="547886"/>
                      <a:pt x="292759" y="538857"/>
                      <a:pt x="307915" y="537244"/>
                    </a:cubicBezTo>
                    <a:cubicBezTo>
                      <a:pt x="323071" y="535310"/>
                      <a:pt x="325005" y="533697"/>
                      <a:pt x="343708" y="533697"/>
                    </a:cubicBezTo>
                    <a:cubicBezTo>
                      <a:pt x="362411" y="533697"/>
                      <a:pt x="374020" y="525636"/>
                      <a:pt x="383049" y="520154"/>
                    </a:cubicBezTo>
                    <a:cubicBezTo>
                      <a:pt x="392078" y="514672"/>
                      <a:pt x="401752" y="515639"/>
                      <a:pt x="403687" y="504998"/>
                    </a:cubicBezTo>
                    <a:cubicBezTo>
                      <a:pt x="405621" y="494357"/>
                      <a:pt x="401752" y="481780"/>
                      <a:pt x="414328" y="470172"/>
                    </a:cubicBezTo>
                    <a:cubicBezTo>
                      <a:pt x="426904" y="458563"/>
                      <a:pt x="433031" y="447922"/>
                      <a:pt x="443995" y="436958"/>
                    </a:cubicBezTo>
                    <a:cubicBezTo>
                      <a:pt x="454636" y="426316"/>
                      <a:pt x="458183" y="418900"/>
                      <a:pt x="461085" y="414708"/>
                    </a:cubicBezTo>
                    <a:cubicBezTo>
                      <a:pt x="463665" y="410193"/>
                      <a:pt x="456571" y="407614"/>
                      <a:pt x="454959" y="402132"/>
                    </a:cubicBezTo>
                    <a:cubicBezTo>
                      <a:pt x="453024" y="396650"/>
                      <a:pt x="453991" y="381494"/>
                      <a:pt x="464955" y="393103"/>
                    </a:cubicBezTo>
                    <a:cubicBezTo>
                      <a:pt x="475597" y="404711"/>
                      <a:pt x="481079" y="404711"/>
                      <a:pt x="498169" y="397617"/>
                    </a:cubicBezTo>
                    <a:cubicBezTo>
                      <a:pt x="515260" y="390523"/>
                      <a:pt x="518807" y="388588"/>
                      <a:pt x="543959" y="376979"/>
                    </a:cubicBezTo>
                    <a:cubicBezTo>
                      <a:pt x="569111" y="365371"/>
                      <a:pt x="561050" y="360856"/>
                      <a:pt x="585235" y="356342"/>
                    </a:cubicBezTo>
                    <a:cubicBezTo>
                      <a:pt x="609419" y="351827"/>
                      <a:pt x="611354" y="334736"/>
                      <a:pt x="625543" y="329577"/>
                    </a:cubicBezTo>
                    <a:cubicBezTo>
                      <a:pt x="639731" y="324095"/>
                      <a:pt x="633604" y="321515"/>
                      <a:pt x="649727" y="322483"/>
                    </a:cubicBezTo>
                    <a:cubicBezTo>
                      <a:pt x="665851" y="323450"/>
                      <a:pt x="663916" y="328610"/>
                      <a:pt x="671978" y="323450"/>
                    </a:cubicBezTo>
                    <a:cubicBezTo>
                      <a:pt x="680039" y="317968"/>
                      <a:pt x="683586" y="315389"/>
                      <a:pt x="689068" y="307327"/>
                    </a:cubicBezTo>
                    <a:cubicBezTo>
                      <a:pt x="694550" y="299265"/>
                      <a:pt x="676492" y="297331"/>
                      <a:pt x="698097" y="296686"/>
                    </a:cubicBezTo>
                    <a:cubicBezTo>
                      <a:pt x="719702" y="295718"/>
                      <a:pt x="722282" y="301200"/>
                      <a:pt x="733891" y="295718"/>
                    </a:cubicBezTo>
                    <a:cubicBezTo>
                      <a:pt x="745500" y="290236"/>
                      <a:pt x="729376" y="291204"/>
                      <a:pt x="745500" y="290236"/>
                    </a:cubicBezTo>
                    <a:cubicBezTo>
                      <a:pt x="761623" y="289269"/>
                      <a:pt x="743565" y="306360"/>
                      <a:pt x="738405" y="314421"/>
                    </a:cubicBezTo>
                    <a:cubicBezTo>
                      <a:pt x="732923" y="322483"/>
                      <a:pt x="723249" y="326997"/>
                      <a:pt x="724217" y="336026"/>
                    </a:cubicBezTo>
                    <a:cubicBezTo>
                      <a:pt x="725184" y="345055"/>
                      <a:pt x="729699" y="351182"/>
                      <a:pt x="726797" y="357632"/>
                    </a:cubicBezTo>
                    <a:cubicBezTo>
                      <a:pt x="724217" y="363758"/>
                      <a:pt x="726797" y="364726"/>
                      <a:pt x="732278" y="371820"/>
                    </a:cubicBezTo>
                    <a:cubicBezTo>
                      <a:pt x="737760" y="378914"/>
                      <a:pt x="742275" y="374400"/>
                      <a:pt x="742920" y="383429"/>
                    </a:cubicBezTo>
                    <a:cubicBezTo>
                      <a:pt x="743887" y="392458"/>
                      <a:pt x="743887" y="398584"/>
                      <a:pt x="746467" y="403099"/>
                    </a:cubicBezTo>
                    <a:cubicBezTo>
                      <a:pt x="749047" y="407614"/>
                      <a:pt x="751949" y="405679"/>
                      <a:pt x="757108" y="400519"/>
                    </a:cubicBezTo>
                    <a:cubicBezTo>
                      <a:pt x="762590" y="395037"/>
                      <a:pt x="754528" y="391490"/>
                      <a:pt x="762590" y="395037"/>
                    </a:cubicBezTo>
                    <a:cubicBezTo>
                      <a:pt x="770652" y="398584"/>
                      <a:pt x="778713" y="405679"/>
                      <a:pt x="772586" y="413740"/>
                    </a:cubicBezTo>
                    <a:cubicBezTo>
                      <a:pt x="766460" y="421802"/>
                      <a:pt x="764525" y="424382"/>
                      <a:pt x="755496" y="426316"/>
                    </a:cubicBezTo>
                    <a:cubicBezTo>
                      <a:pt x="746467" y="428251"/>
                      <a:pt x="743887" y="423737"/>
                      <a:pt x="739373" y="430831"/>
                    </a:cubicBezTo>
                    <a:cubicBezTo>
                      <a:pt x="734858" y="437925"/>
                      <a:pt x="734858" y="428896"/>
                      <a:pt x="724217" y="438893"/>
                    </a:cubicBezTo>
                    <a:cubicBezTo>
                      <a:pt x="713575" y="448889"/>
                      <a:pt x="712608" y="447922"/>
                      <a:pt x="703579" y="445987"/>
                    </a:cubicBezTo>
                    <a:cubicBezTo>
                      <a:pt x="694550" y="444052"/>
                      <a:pt x="691970" y="427929"/>
                      <a:pt x="688423" y="442440"/>
                    </a:cubicBezTo>
                    <a:cubicBezTo>
                      <a:pt x="684876" y="456628"/>
                      <a:pt x="685843" y="455016"/>
                      <a:pt x="679394" y="463077"/>
                    </a:cubicBezTo>
                    <a:cubicBezTo>
                      <a:pt x="673267" y="471139"/>
                      <a:pt x="662304" y="463077"/>
                      <a:pt x="656177" y="473719"/>
                    </a:cubicBezTo>
                    <a:cubicBezTo>
                      <a:pt x="653920" y="477588"/>
                      <a:pt x="647793" y="483393"/>
                      <a:pt x="640698" y="489520"/>
                    </a:cubicBezTo>
                    <a:cubicBezTo>
                      <a:pt x="646825" y="497581"/>
                      <a:pt x="648115" y="509835"/>
                      <a:pt x="644568" y="519509"/>
                    </a:cubicBezTo>
                    <a:cubicBezTo>
                      <a:pt x="640698" y="529828"/>
                      <a:pt x="653275" y="542726"/>
                      <a:pt x="657467" y="556915"/>
                    </a:cubicBezTo>
                    <a:cubicBezTo>
                      <a:pt x="660691" y="557560"/>
                      <a:pt x="663916" y="558205"/>
                      <a:pt x="667463" y="556270"/>
                    </a:cubicBezTo>
                    <a:cubicBezTo>
                      <a:pt x="681974" y="548853"/>
                      <a:pt x="694550" y="531440"/>
                      <a:pt x="706159" y="519831"/>
                    </a:cubicBezTo>
                    <a:cubicBezTo>
                      <a:pt x="734213" y="492099"/>
                      <a:pt x="762590" y="464367"/>
                      <a:pt x="790644" y="436635"/>
                    </a:cubicBezTo>
                    <a:cubicBezTo>
                      <a:pt x="801286" y="425994"/>
                      <a:pt x="814185" y="414708"/>
                      <a:pt x="827728" y="414708"/>
                    </a:cubicBezTo>
                    <a:cubicBezTo>
                      <a:pt x="841272" y="414708"/>
                      <a:pt x="848688" y="413418"/>
                      <a:pt x="858040" y="406646"/>
                    </a:cubicBezTo>
                    <a:cubicBezTo>
                      <a:pt x="867391" y="399874"/>
                      <a:pt x="883514" y="396005"/>
                      <a:pt x="895123" y="397940"/>
                    </a:cubicBezTo>
                    <a:cubicBezTo>
                      <a:pt x="906410" y="399874"/>
                      <a:pt x="912536" y="406646"/>
                      <a:pt x="921243" y="415353"/>
                    </a:cubicBezTo>
                    <a:cubicBezTo>
                      <a:pt x="929949" y="424059"/>
                      <a:pt x="929304" y="430186"/>
                      <a:pt x="946073" y="431476"/>
                    </a:cubicBezTo>
                    <a:cubicBezTo>
                      <a:pt x="962841" y="432766"/>
                      <a:pt x="962196" y="420190"/>
                      <a:pt x="958326" y="411161"/>
                    </a:cubicBezTo>
                    <a:cubicBezTo>
                      <a:pt x="954134" y="402454"/>
                      <a:pt x="952199" y="395037"/>
                      <a:pt x="936076" y="387621"/>
                    </a:cubicBezTo>
                    <a:cubicBezTo>
                      <a:pt x="919953" y="380204"/>
                      <a:pt x="925435" y="368918"/>
                      <a:pt x="924790" y="358599"/>
                    </a:cubicBezTo>
                    <a:cubicBezTo>
                      <a:pt x="924145" y="348602"/>
                      <a:pt x="923500" y="345700"/>
                      <a:pt x="926725" y="339251"/>
                    </a:cubicBezTo>
                    <a:cubicBezTo>
                      <a:pt x="929949" y="332479"/>
                      <a:pt x="928015" y="328610"/>
                      <a:pt x="939623" y="319903"/>
                    </a:cubicBezTo>
                    <a:cubicBezTo>
                      <a:pt x="950909" y="311197"/>
                      <a:pt x="948330" y="307649"/>
                      <a:pt x="958971" y="293783"/>
                    </a:cubicBezTo>
                    <a:cubicBezTo>
                      <a:pt x="969612" y="279595"/>
                      <a:pt x="969612" y="283787"/>
                      <a:pt x="975094" y="271533"/>
                    </a:cubicBezTo>
                    <a:cubicBezTo>
                      <a:pt x="980576" y="259280"/>
                      <a:pt x="993152" y="256055"/>
                      <a:pt x="986381" y="241867"/>
                    </a:cubicBezTo>
                    <a:cubicBezTo>
                      <a:pt x="977674" y="227033"/>
                      <a:pt x="978964" y="233482"/>
                      <a:pt x="984768" y="21897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9" name="Graphic 4">
                <a:extLst>
                  <a:ext uri="{FF2B5EF4-FFF2-40B4-BE49-F238E27FC236}">
                    <a16:creationId xmlns:a16="http://schemas.microsoft.com/office/drawing/2014/main" id="{9A13DD67-8264-A778-64BD-4236B830046F}"/>
                  </a:ext>
                </a:extLst>
              </p:cNvPr>
              <p:cNvGrpSpPr/>
              <p:nvPr/>
            </p:nvGrpSpPr>
            <p:grpSpPr>
              <a:xfrm>
                <a:off x="8259984" y="2497534"/>
                <a:ext cx="328478" cy="395864"/>
                <a:chOff x="8259984" y="2497534"/>
                <a:chExt cx="328478" cy="395864"/>
              </a:xfrm>
              <a:grpFill/>
            </p:grpSpPr>
            <p:sp>
              <p:nvSpPr>
                <p:cNvPr id="290" name="Freeform: Shape 289">
                  <a:extLst>
                    <a:ext uri="{FF2B5EF4-FFF2-40B4-BE49-F238E27FC236}">
                      <a16:creationId xmlns:a16="http://schemas.microsoft.com/office/drawing/2014/main" id="{7AAE308A-C820-BC9D-814D-B36CA29D35B4}"/>
                    </a:ext>
                  </a:extLst>
                </p:cNvPr>
                <p:cNvSpPr/>
                <p:nvPr/>
              </p:nvSpPr>
              <p:spPr>
                <a:xfrm>
                  <a:off x="8556216" y="2545791"/>
                  <a:ext cx="32246" cy="32246"/>
                </a:xfrm>
                <a:custGeom>
                  <a:avLst/>
                  <a:gdLst>
                    <a:gd name="connsiteX0" fmla="*/ 10109 w 0"/>
                    <a:gd name="connsiteY0" fmla="*/ 20106 h 0"/>
                    <a:gd name="connsiteX1" fmla="*/ 6562 w 0"/>
                    <a:gd name="connsiteY1" fmla="*/ 17848 h 0"/>
                    <a:gd name="connsiteX2" fmla="*/ 3337 w 0"/>
                    <a:gd name="connsiteY2" fmla="*/ 11399 h 0"/>
                    <a:gd name="connsiteX3" fmla="*/ 435 w 0"/>
                    <a:gd name="connsiteY3" fmla="*/ 5917 h 0"/>
                    <a:gd name="connsiteX4" fmla="*/ 2370 w 0"/>
                    <a:gd name="connsiteY4" fmla="*/ 435 h 0"/>
                    <a:gd name="connsiteX5" fmla="*/ 7852 w 0"/>
                    <a:gd name="connsiteY5" fmla="*/ 2370 h 0"/>
                    <a:gd name="connsiteX6" fmla="*/ 10432 w 0"/>
                    <a:gd name="connsiteY6" fmla="*/ 7530 h 0"/>
                    <a:gd name="connsiteX7" fmla="*/ 13979 w 0"/>
                    <a:gd name="connsiteY7" fmla="*/ 14301 h 0"/>
                    <a:gd name="connsiteX8" fmla="*/ 12044 w 0"/>
                    <a:gd name="connsiteY8" fmla="*/ 19783 h 0"/>
                    <a:gd name="connsiteX9" fmla="*/ 10109 w 0"/>
                    <a:gd name="connsiteY9" fmla="*/ 20106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10109" y="20106"/>
                      </a:moveTo>
                      <a:cubicBezTo>
                        <a:pt x="8497" y="20106"/>
                        <a:pt x="7207" y="19138"/>
                        <a:pt x="6562" y="17848"/>
                      </a:cubicBezTo>
                      <a:cubicBezTo>
                        <a:pt x="5594" y="15591"/>
                        <a:pt x="4305" y="13334"/>
                        <a:pt x="3337" y="11399"/>
                      </a:cubicBezTo>
                      <a:cubicBezTo>
                        <a:pt x="2370" y="9464"/>
                        <a:pt x="1403" y="7852"/>
                        <a:pt x="435" y="5917"/>
                      </a:cubicBezTo>
                      <a:cubicBezTo>
                        <a:pt x="-532" y="3983"/>
                        <a:pt x="113" y="1403"/>
                        <a:pt x="2370" y="435"/>
                      </a:cubicBezTo>
                      <a:cubicBezTo>
                        <a:pt x="4305" y="-532"/>
                        <a:pt x="6885" y="113"/>
                        <a:pt x="7852" y="2370"/>
                      </a:cubicBezTo>
                      <a:cubicBezTo>
                        <a:pt x="8819" y="3983"/>
                        <a:pt x="9464" y="5917"/>
                        <a:pt x="10432" y="7530"/>
                      </a:cubicBezTo>
                      <a:cubicBezTo>
                        <a:pt x="11721" y="9787"/>
                        <a:pt x="12689" y="12044"/>
                        <a:pt x="13979" y="14301"/>
                      </a:cubicBezTo>
                      <a:cubicBezTo>
                        <a:pt x="14946" y="16236"/>
                        <a:pt x="13979" y="18816"/>
                        <a:pt x="12044" y="19783"/>
                      </a:cubicBezTo>
                      <a:cubicBezTo>
                        <a:pt x="11399" y="20106"/>
                        <a:pt x="10754" y="20106"/>
                        <a:pt x="10109" y="2010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91" name="Freeform: Shape 290">
                  <a:extLst>
                    <a:ext uri="{FF2B5EF4-FFF2-40B4-BE49-F238E27FC236}">
                      <a16:creationId xmlns:a16="http://schemas.microsoft.com/office/drawing/2014/main" id="{B8AB9D46-9F75-A3C4-F405-33278ED6CD9C}"/>
                    </a:ext>
                  </a:extLst>
                </p:cNvPr>
                <p:cNvSpPr/>
                <p:nvPr/>
              </p:nvSpPr>
              <p:spPr>
                <a:xfrm>
                  <a:off x="8539110" y="2497534"/>
                  <a:ext cx="32246" cy="32246"/>
                </a:xfrm>
                <a:custGeom>
                  <a:avLst/>
                  <a:gdLst>
                    <a:gd name="connsiteX0" fmla="*/ 19477 w 0"/>
                    <a:gd name="connsiteY0" fmla="*/ 21928 h 0"/>
                    <a:gd name="connsiteX1" fmla="*/ 15607 w 0"/>
                    <a:gd name="connsiteY1" fmla="*/ 18703 h 0"/>
                    <a:gd name="connsiteX2" fmla="*/ 13350 w 0"/>
                    <a:gd name="connsiteY2" fmla="*/ 11609 h 0"/>
                    <a:gd name="connsiteX3" fmla="*/ 6256 w 0"/>
                    <a:gd name="connsiteY3" fmla="*/ 17091 h 0"/>
                    <a:gd name="connsiteX4" fmla="*/ 774 w 0"/>
                    <a:gd name="connsiteY4" fmla="*/ 16123 h 0"/>
                    <a:gd name="connsiteX5" fmla="*/ 1741 w 0"/>
                    <a:gd name="connsiteY5" fmla="*/ 10641 h 0"/>
                    <a:gd name="connsiteX6" fmla="*/ 12060 w 0"/>
                    <a:gd name="connsiteY6" fmla="*/ 2580 h 0"/>
                    <a:gd name="connsiteX7" fmla="*/ 15285 w 0"/>
                    <a:gd name="connsiteY7" fmla="*/ 0 h 0"/>
                    <a:gd name="connsiteX8" fmla="*/ 17864 w 0"/>
                    <a:gd name="connsiteY8" fmla="*/ 3225 h 0"/>
                    <a:gd name="connsiteX9" fmla="*/ 23991 w 0"/>
                    <a:gd name="connsiteY9" fmla="*/ 17091 h 0"/>
                    <a:gd name="connsiteX10" fmla="*/ 20766 w 0"/>
                    <a:gd name="connsiteY10" fmla="*/ 21928 h 0"/>
                    <a:gd name="connsiteX11" fmla="*/ 19477 w 0"/>
                    <a:gd name="connsiteY11" fmla="*/ 21928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19477" y="21928"/>
                      </a:moveTo>
                      <a:cubicBezTo>
                        <a:pt x="17542" y="21928"/>
                        <a:pt x="15930" y="20638"/>
                        <a:pt x="15607" y="18703"/>
                      </a:cubicBezTo>
                      <a:cubicBezTo>
                        <a:pt x="15285" y="16123"/>
                        <a:pt x="14317" y="13866"/>
                        <a:pt x="13350" y="11609"/>
                      </a:cubicBezTo>
                      <a:cubicBezTo>
                        <a:pt x="11092" y="13544"/>
                        <a:pt x="8513" y="15156"/>
                        <a:pt x="6256" y="17091"/>
                      </a:cubicBezTo>
                      <a:cubicBezTo>
                        <a:pt x="4321" y="18380"/>
                        <a:pt x="2063" y="18058"/>
                        <a:pt x="774" y="16123"/>
                      </a:cubicBezTo>
                      <a:cubicBezTo>
                        <a:pt x="-516" y="14189"/>
                        <a:pt x="-194" y="11931"/>
                        <a:pt x="1741" y="10641"/>
                      </a:cubicBezTo>
                      <a:cubicBezTo>
                        <a:pt x="5288" y="8062"/>
                        <a:pt x="8835" y="5159"/>
                        <a:pt x="12060" y="2580"/>
                      </a:cubicBezTo>
                      <a:lnTo>
                        <a:pt x="15285" y="0"/>
                      </a:lnTo>
                      <a:lnTo>
                        <a:pt x="17864" y="3225"/>
                      </a:lnTo>
                      <a:cubicBezTo>
                        <a:pt x="20766" y="7094"/>
                        <a:pt x="23024" y="11931"/>
                        <a:pt x="23991" y="17091"/>
                      </a:cubicBezTo>
                      <a:cubicBezTo>
                        <a:pt x="24314" y="19348"/>
                        <a:pt x="23024" y="21283"/>
                        <a:pt x="20766" y="21928"/>
                      </a:cubicBezTo>
                      <a:cubicBezTo>
                        <a:pt x="19799" y="21928"/>
                        <a:pt x="19477" y="21928"/>
                        <a:pt x="19477" y="2192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92" name="Freeform: Shape 291">
                  <a:extLst>
                    <a:ext uri="{FF2B5EF4-FFF2-40B4-BE49-F238E27FC236}">
                      <a16:creationId xmlns:a16="http://schemas.microsoft.com/office/drawing/2014/main" id="{F436A213-78B1-0E0A-6384-4F9807E06C95}"/>
                    </a:ext>
                  </a:extLst>
                </p:cNvPr>
                <p:cNvSpPr/>
                <p:nvPr/>
              </p:nvSpPr>
              <p:spPr>
                <a:xfrm>
                  <a:off x="8260952" y="2523165"/>
                  <a:ext cx="225725" cy="290218"/>
                </a:xfrm>
                <a:custGeom>
                  <a:avLst/>
                  <a:gdLst>
                    <a:gd name="connsiteX0" fmla="*/ 9029 w 225725"/>
                    <a:gd name="connsiteY0" fmla="*/ 313279 h 290218"/>
                    <a:gd name="connsiteX1" fmla="*/ 5482 w 225725"/>
                    <a:gd name="connsiteY1" fmla="*/ 311345 h 290218"/>
                    <a:gd name="connsiteX2" fmla="*/ 0 w 225725"/>
                    <a:gd name="connsiteY2" fmla="*/ 296511 h 290218"/>
                    <a:gd name="connsiteX3" fmla="*/ 1935 w 225725"/>
                    <a:gd name="connsiteY3" fmla="*/ 286515 h 290218"/>
                    <a:gd name="connsiteX4" fmla="*/ 3869 w 225725"/>
                    <a:gd name="connsiteY4" fmla="*/ 282323 h 290218"/>
                    <a:gd name="connsiteX5" fmla="*/ 9351 w 225725"/>
                    <a:gd name="connsiteY5" fmla="*/ 280711 h 290218"/>
                    <a:gd name="connsiteX6" fmla="*/ 10964 w 225725"/>
                    <a:gd name="connsiteY6" fmla="*/ 286192 h 290218"/>
                    <a:gd name="connsiteX7" fmla="*/ 9674 w 225725"/>
                    <a:gd name="connsiteY7" fmla="*/ 289094 h 290218"/>
                    <a:gd name="connsiteX8" fmla="*/ 8062 w 225725"/>
                    <a:gd name="connsiteY8" fmla="*/ 296834 h 290218"/>
                    <a:gd name="connsiteX9" fmla="*/ 12253 w 225725"/>
                    <a:gd name="connsiteY9" fmla="*/ 307475 h 290218"/>
                    <a:gd name="connsiteX10" fmla="*/ 10964 w 225725"/>
                    <a:gd name="connsiteY10" fmla="*/ 312957 h 290218"/>
                    <a:gd name="connsiteX11" fmla="*/ 9029 w 225725"/>
                    <a:gd name="connsiteY11" fmla="*/ 313279 h 290218"/>
                    <a:gd name="connsiteX12" fmla="*/ 29344 w 225725"/>
                    <a:gd name="connsiteY12" fmla="*/ 257816 h 290218"/>
                    <a:gd name="connsiteX13" fmla="*/ 26764 w 225725"/>
                    <a:gd name="connsiteY13" fmla="*/ 256848 h 290218"/>
                    <a:gd name="connsiteX14" fmla="*/ 26120 w 225725"/>
                    <a:gd name="connsiteY14" fmla="*/ 251044 h 290218"/>
                    <a:gd name="connsiteX15" fmla="*/ 34826 w 225725"/>
                    <a:gd name="connsiteY15" fmla="*/ 240080 h 290218"/>
                    <a:gd name="connsiteX16" fmla="*/ 45790 w 225725"/>
                    <a:gd name="connsiteY16" fmla="*/ 231051 h 290218"/>
                    <a:gd name="connsiteX17" fmla="*/ 51272 w 225725"/>
                    <a:gd name="connsiteY17" fmla="*/ 232663 h 290218"/>
                    <a:gd name="connsiteX18" fmla="*/ 49659 w 225725"/>
                    <a:gd name="connsiteY18" fmla="*/ 238145 h 290218"/>
                    <a:gd name="connsiteX19" fmla="*/ 40953 w 225725"/>
                    <a:gd name="connsiteY19" fmla="*/ 245239 h 290218"/>
                    <a:gd name="connsiteX20" fmla="*/ 32246 w 225725"/>
                    <a:gd name="connsiteY20" fmla="*/ 256203 h 290218"/>
                    <a:gd name="connsiteX21" fmla="*/ 29344 w 225725"/>
                    <a:gd name="connsiteY21" fmla="*/ 257816 h 290218"/>
                    <a:gd name="connsiteX22" fmla="*/ 80293 w 225725"/>
                    <a:gd name="connsiteY22" fmla="*/ 243950 h 290218"/>
                    <a:gd name="connsiteX23" fmla="*/ 74489 w 225725"/>
                    <a:gd name="connsiteY23" fmla="*/ 239435 h 290218"/>
                    <a:gd name="connsiteX24" fmla="*/ 77069 w 225725"/>
                    <a:gd name="connsiteY24" fmla="*/ 234276 h 290218"/>
                    <a:gd name="connsiteX25" fmla="*/ 81261 w 225725"/>
                    <a:gd name="connsiteY25" fmla="*/ 235243 h 290218"/>
                    <a:gd name="connsiteX26" fmla="*/ 95772 w 225725"/>
                    <a:gd name="connsiteY26" fmla="*/ 222989 h 290218"/>
                    <a:gd name="connsiteX27" fmla="*/ 101576 w 225725"/>
                    <a:gd name="connsiteY27" fmla="*/ 222344 h 290218"/>
                    <a:gd name="connsiteX28" fmla="*/ 102221 w 225725"/>
                    <a:gd name="connsiteY28" fmla="*/ 228149 h 290218"/>
                    <a:gd name="connsiteX29" fmla="*/ 83841 w 225725"/>
                    <a:gd name="connsiteY29" fmla="*/ 243305 h 290218"/>
                    <a:gd name="connsiteX30" fmla="*/ 80293 w 225725"/>
                    <a:gd name="connsiteY30" fmla="*/ 243950 h 290218"/>
                    <a:gd name="connsiteX31" fmla="*/ 98674 w 225725"/>
                    <a:gd name="connsiteY31" fmla="*/ 195257 h 290218"/>
                    <a:gd name="connsiteX32" fmla="*/ 95127 w 225725"/>
                    <a:gd name="connsiteY32" fmla="*/ 193000 h 290218"/>
                    <a:gd name="connsiteX33" fmla="*/ 93837 w 225725"/>
                    <a:gd name="connsiteY33" fmla="*/ 190743 h 290218"/>
                    <a:gd name="connsiteX34" fmla="*/ 90935 w 225725"/>
                    <a:gd name="connsiteY34" fmla="*/ 185261 h 290218"/>
                    <a:gd name="connsiteX35" fmla="*/ 86743 w 225725"/>
                    <a:gd name="connsiteY35" fmla="*/ 171072 h 290218"/>
                    <a:gd name="connsiteX36" fmla="*/ 87065 w 225725"/>
                    <a:gd name="connsiteY36" fmla="*/ 165590 h 290218"/>
                    <a:gd name="connsiteX37" fmla="*/ 91580 w 225725"/>
                    <a:gd name="connsiteY37" fmla="*/ 162043 h 290218"/>
                    <a:gd name="connsiteX38" fmla="*/ 95127 w 225725"/>
                    <a:gd name="connsiteY38" fmla="*/ 166558 h 290218"/>
                    <a:gd name="connsiteX39" fmla="*/ 94804 w 225725"/>
                    <a:gd name="connsiteY39" fmla="*/ 171072 h 290218"/>
                    <a:gd name="connsiteX40" fmla="*/ 98351 w 225725"/>
                    <a:gd name="connsiteY40" fmla="*/ 181714 h 290218"/>
                    <a:gd name="connsiteX41" fmla="*/ 101254 w 225725"/>
                    <a:gd name="connsiteY41" fmla="*/ 186873 h 290218"/>
                    <a:gd name="connsiteX42" fmla="*/ 102544 w 225725"/>
                    <a:gd name="connsiteY42" fmla="*/ 189130 h 290218"/>
                    <a:gd name="connsiteX43" fmla="*/ 100931 w 225725"/>
                    <a:gd name="connsiteY43" fmla="*/ 194612 h 290218"/>
                    <a:gd name="connsiteX44" fmla="*/ 98674 w 225725"/>
                    <a:gd name="connsiteY44" fmla="*/ 195257 h 290218"/>
                    <a:gd name="connsiteX45" fmla="*/ 106091 w 225725"/>
                    <a:gd name="connsiteY45" fmla="*/ 137858 h 290218"/>
                    <a:gd name="connsiteX46" fmla="*/ 102866 w 225725"/>
                    <a:gd name="connsiteY46" fmla="*/ 136246 h 290218"/>
                    <a:gd name="connsiteX47" fmla="*/ 103833 w 225725"/>
                    <a:gd name="connsiteY47" fmla="*/ 130764 h 290218"/>
                    <a:gd name="connsiteX48" fmla="*/ 105446 w 225725"/>
                    <a:gd name="connsiteY48" fmla="*/ 129474 h 290218"/>
                    <a:gd name="connsiteX49" fmla="*/ 111250 w 225725"/>
                    <a:gd name="connsiteY49" fmla="*/ 123992 h 290218"/>
                    <a:gd name="connsiteX50" fmla="*/ 115765 w 225725"/>
                    <a:gd name="connsiteY50" fmla="*/ 110449 h 290218"/>
                    <a:gd name="connsiteX51" fmla="*/ 121247 w 225725"/>
                    <a:gd name="connsiteY51" fmla="*/ 108837 h 290218"/>
                    <a:gd name="connsiteX52" fmla="*/ 122859 w 225725"/>
                    <a:gd name="connsiteY52" fmla="*/ 114319 h 290218"/>
                    <a:gd name="connsiteX53" fmla="*/ 119312 w 225725"/>
                    <a:gd name="connsiteY53" fmla="*/ 123992 h 290218"/>
                    <a:gd name="connsiteX54" fmla="*/ 109960 w 225725"/>
                    <a:gd name="connsiteY54" fmla="*/ 136246 h 290218"/>
                    <a:gd name="connsiteX55" fmla="*/ 108348 w 225725"/>
                    <a:gd name="connsiteY55" fmla="*/ 137536 h 290218"/>
                    <a:gd name="connsiteX56" fmla="*/ 106091 w 225725"/>
                    <a:gd name="connsiteY56" fmla="*/ 137858 h 290218"/>
                    <a:gd name="connsiteX57" fmla="*/ 147366 w 225725"/>
                    <a:gd name="connsiteY57" fmla="*/ 102387 h 290218"/>
                    <a:gd name="connsiteX58" fmla="*/ 143497 w 225725"/>
                    <a:gd name="connsiteY58" fmla="*/ 101742 h 290218"/>
                    <a:gd name="connsiteX59" fmla="*/ 136725 w 225725"/>
                    <a:gd name="connsiteY59" fmla="*/ 91101 h 290218"/>
                    <a:gd name="connsiteX60" fmla="*/ 139950 w 225725"/>
                    <a:gd name="connsiteY60" fmla="*/ 86264 h 290218"/>
                    <a:gd name="connsiteX61" fmla="*/ 144786 w 225725"/>
                    <a:gd name="connsiteY61" fmla="*/ 89489 h 290218"/>
                    <a:gd name="connsiteX62" fmla="*/ 146076 w 225725"/>
                    <a:gd name="connsiteY62" fmla="*/ 94003 h 290218"/>
                    <a:gd name="connsiteX63" fmla="*/ 147366 w 225725"/>
                    <a:gd name="connsiteY63" fmla="*/ 94326 h 290218"/>
                    <a:gd name="connsiteX64" fmla="*/ 151236 w 225725"/>
                    <a:gd name="connsiteY64" fmla="*/ 88199 h 290218"/>
                    <a:gd name="connsiteX65" fmla="*/ 152526 w 225725"/>
                    <a:gd name="connsiteY65" fmla="*/ 85619 h 290218"/>
                    <a:gd name="connsiteX66" fmla="*/ 158008 w 225725"/>
                    <a:gd name="connsiteY66" fmla="*/ 83684 h 290218"/>
                    <a:gd name="connsiteX67" fmla="*/ 159942 w 225725"/>
                    <a:gd name="connsiteY67" fmla="*/ 89166 h 290218"/>
                    <a:gd name="connsiteX68" fmla="*/ 158653 w 225725"/>
                    <a:gd name="connsiteY68" fmla="*/ 91746 h 290218"/>
                    <a:gd name="connsiteX69" fmla="*/ 147366 w 225725"/>
                    <a:gd name="connsiteY69" fmla="*/ 102387 h 290218"/>
                    <a:gd name="connsiteX70" fmla="*/ 178645 w 225725"/>
                    <a:gd name="connsiteY70" fmla="*/ 62079 h 290218"/>
                    <a:gd name="connsiteX71" fmla="*/ 175098 w 225725"/>
                    <a:gd name="connsiteY71" fmla="*/ 60144 h 290218"/>
                    <a:gd name="connsiteX72" fmla="*/ 176388 w 225725"/>
                    <a:gd name="connsiteY72" fmla="*/ 54663 h 290218"/>
                    <a:gd name="connsiteX73" fmla="*/ 188964 w 225725"/>
                    <a:gd name="connsiteY73" fmla="*/ 47891 h 290218"/>
                    <a:gd name="connsiteX74" fmla="*/ 200250 w 225725"/>
                    <a:gd name="connsiteY74" fmla="*/ 42087 h 290218"/>
                    <a:gd name="connsiteX75" fmla="*/ 205732 w 225725"/>
                    <a:gd name="connsiteY75" fmla="*/ 43699 h 290218"/>
                    <a:gd name="connsiteX76" fmla="*/ 204120 w 225725"/>
                    <a:gd name="connsiteY76" fmla="*/ 49181 h 290218"/>
                    <a:gd name="connsiteX77" fmla="*/ 192511 w 225725"/>
                    <a:gd name="connsiteY77" fmla="*/ 55308 h 290218"/>
                    <a:gd name="connsiteX78" fmla="*/ 180580 w 225725"/>
                    <a:gd name="connsiteY78" fmla="*/ 61757 h 290218"/>
                    <a:gd name="connsiteX79" fmla="*/ 178645 w 225725"/>
                    <a:gd name="connsiteY79" fmla="*/ 62079 h 290218"/>
                    <a:gd name="connsiteX80" fmla="*/ 230884 w 225725"/>
                    <a:gd name="connsiteY80" fmla="*/ 26286 h 290218"/>
                    <a:gd name="connsiteX81" fmla="*/ 229272 w 225725"/>
                    <a:gd name="connsiteY81" fmla="*/ 25963 h 290218"/>
                    <a:gd name="connsiteX82" fmla="*/ 227015 w 225725"/>
                    <a:gd name="connsiteY82" fmla="*/ 20804 h 290218"/>
                    <a:gd name="connsiteX83" fmla="*/ 227660 w 225725"/>
                    <a:gd name="connsiteY83" fmla="*/ 18547 h 290218"/>
                    <a:gd name="connsiteX84" fmla="*/ 247330 w 225725"/>
                    <a:gd name="connsiteY84" fmla="*/ 166 h 290218"/>
                    <a:gd name="connsiteX85" fmla="*/ 252167 w 225725"/>
                    <a:gd name="connsiteY85" fmla="*/ 3068 h 290218"/>
                    <a:gd name="connsiteX86" fmla="*/ 249265 w 225725"/>
                    <a:gd name="connsiteY86" fmla="*/ 7905 h 290218"/>
                    <a:gd name="connsiteX87" fmla="*/ 235399 w 225725"/>
                    <a:gd name="connsiteY87" fmla="*/ 21126 h 290218"/>
                    <a:gd name="connsiteX88" fmla="*/ 234431 w 225725"/>
                    <a:gd name="connsiteY88" fmla="*/ 23706 h 290218"/>
                    <a:gd name="connsiteX89" fmla="*/ 230884 w 225725"/>
                    <a:gd name="connsiteY89" fmla="*/ 26286 h 29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</a:cxnLst>
                  <a:rect l="l" t="t" r="r" b="b"/>
                  <a:pathLst>
                    <a:path w="225725" h="290218">
                      <a:moveTo>
                        <a:pt x="9029" y="313279"/>
                      </a:moveTo>
                      <a:cubicBezTo>
                        <a:pt x="7739" y="313279"/>
                        <a:pt x="6449" y="312635"/>
                        <a:pt x="5482" y="311345"/>
                      </a:cubicBezTo>
                      <a:cubicBezTo>
                        <a:pt x="2257" y="306185"/>
                        <a:pt x="0" y="301671"/>
                        <a:pt x="0" y="296511"/>
                      </a:cubicBezTo>
                      <a:cubicBezTo>
                        <a:pt x="0" y="293287"/>
                        <a:pt x="645" y="290384"/>
                        <a:pt x="1935" y="286515"/>
                      </a:cubicBezTo>
                      <a:cubicBezTo>
                        <a:pt x="2257" y="285225"/>
                        <a:pt x="2902" y="283935"/>
                        <a:pt x="3869" y="282323"/>
                      </a:cubicBezTo>
                      <a:cubicBezTo>
                        <a:pt x="4837" y="280388"/>
                        <a:pt x="7417" y="279743"/>
                        <a:pt x="9351" y="280711"/>
                      </a:cubicBezTo>
                      <a:cubicBezTo>
                        <a:pt x="11286" y="281678"/>
                        <a:pt x="11931" y="284258"/>
                        <a:pt x="10964" y="286192"/>
                      </a:cubicBezTo>
                      <a:cubicBezTo>
                        <a:pt x="10319" y="287805"/>
                        <a:pt x="9674" y="288450"/>
                        <a:pt x="9674" y="289094"/>
                      </a:cubicBezTo>
                      <a:cubicBezTo>
                        <a:pt x="8706" y="292319"/>
                        <a:pt x="8062" y="294577"/>
                        <a:pt x="8062" y="296834"/>
                      </a:cubicBezTo>
                      <a:cubicBezTo>
                        <a:pt x="8062" y="299736"/>
                        <a:pt x="9029" y="302638"/>
                        <a:pt x="12253" y="307475"/>
                      </a:cubicBezTo>
                      <a:cubicBezTo>
                        <a:pt x="13543" y="309410"/>
                        <a:pt x="12898" y="311989"/>
                        <a:pt x="10964" y="312957"/>
                      </a:cubicBezTo>
                      <a:cubicBezTo>
                        <a:pt x="10319" y="313279"/>
                        <a:pt x="9674" y="313279"/>
                        <a:pt x="9029" y="313279"/>
                      </a:cubicBezTo>
                      <a:close/>
                      <a:moveTo>
                        <a:pt x="29344" y="257816"/>
                      </a:moveTo>
                      <a:cubicBezTo>
                        <a:pt x="28377" y="257816"/>
                        <a:pt x="27732" y="257493"/>
                        <a:pt x="26764" y="256848"/>
                      </a:cubicBezTo>
                      <a:cubicBezTo>
                        <a:pt x="25152" y="255558"/>
                        <a:pt x="24829" y="252979"/>
                        <a:pt x="26120" y="251044"/>
                      </a:cubicBezTo>
                      <a:lnTo>
                        <a:pt x="34826" y="240080"/>
                      </a:lnTo>
                      <a:cubicBezTo>
                        <a:pt x="37406" y="236855"/>
                        <a:pt x="41275" y="233631"/>
                        <a:pt x="45790" y="231051"/>
                      </a:cubicBezTo>
                      <a:cubicBezTo>
                        <a:pt x="47725" y="230084"/>
                        <a:pt x="50304" y="230728"/>
                        <a:pt x="51272" y="232663"/>
                      </a:cubicBezTo>
                      <a:cubicBezTo>
                        <a:pt x="52239" y="234598"/>
                        <a:pt x="51594" y="237178"/>
                        <a:pt x="49659" y="238145"/>
                      </a:cubicBezTo>
                      <a:cubicBezTo>
                        <a:pt x="46112" y="240402"/>
                        <a:pt x="42887" y="242660"/>
                        <a:pt x="40953" y="245239"/>
                      </a:cubicBezTo>
                      <a:lnTo>
                        <a:pt x="32246" y="256203"/>
                      </a:lnTo>
                      <a:cubicBezTo>
                        <a:pt x="31601" y="257493"/>
                        <a:pt x="30634" y="257816"/>
                        <a:pt x="29344" y="257816"/>
                      </a:cubicBezTo>
                      <a:close/>
                      <a:moveTo>
                        <a:pt x="80293" y="243950"/>
                      </a:moveTo>
                      <a:cubicBezTo>
                        <a:pt x="79004" y="243950"/>
                        <a:pt x="75779" y="243627"/>
                        <a:pt x="74489" y="239435"/>
                      </a:cubicBezTo>
                      <a:cubicBezTo>
                        <a:pt x="73844" y="237178"/>
                        <a:pt x="74812" y="234920"/>
                        <a:pt x="77069" y="234276"/>
                      </a:cubicBezTo>
                      <a:cubicBezTo>
                        <a:pt x="78681" y="233631"/>
                        <a:pt x="80293" y="234276"/>
                        <a:pt x="81261" y="235243"/>
                      </a:cubicBezTo>
                      <a:cubicBezTo>
                        <a:pt x="85775" y="233308"/>
                        <a:pt x="90935" y="228794"/>
                        <a:pt x="95772" y="222989"/>
                      </a:cubicBezTo>
                      <a:cubicBezTo>
                        <a:pt x="97062" y="221377"/>
                        <a:pt x="99641" y="221054"/>
                        <a:pt x="101576" y="222344"/>
                      </a:cubicBezTo>
                      <a:cubicBezTo>
                        <a:pt x="103189" y="223634"/>
                        <a:pt x="103511" y="226214"/>
                        <a:pt x="102221" y="228149"/>
                      </a:cubicBezTo>
                      <a:cubicBezTo>
                        <a:pt x="96094" y="235888"/>
                        <a:pt x="89645" y="241047"/>
                        <a:pt x="83841" y="243305"/>
                      </a:cubicBezTo>
                      <a:cubicBezTo>
                        <a:pt x="82228" y="243627"/>
                        <a:pt x="81261" y="243950"/>
                        <a:pt x="80293" y="243950"/>
                      </a:cubicBezTo>
                      <a:close/>
                      <a:moveTo>
                        <a:pt x="98674" y="195257"/>
                      </a:moveTo>
                      <a:cubicBezTo>
                        <a:pt x="97384" y="195257"/>
                        <a:pt x="95772" y="194612"/>
                        <a:pt x="95127" y="193000"/>
                      </a:cubicBezTo>
                      <a:lnTo>
                        <a:pt x="93837" y="190743"/>
                      </a:lnTo>
                      <a:cubicBezTo>
                        <a:pt x="92869" y="188808"/>
                        <a:pt x="91902" y="187196"/>
                        <a:pt x="90935" y="185261"/>
                      </a:cubicBezTo>
                      <a:cubicBezTo>
                        <a:pt x="88033" y="179456"/>
                        <a:pt x="86743" y="175909"/>
                        <a:pt x="86743" y="171072"/>
                      </a:cubicBezTo>
                      <a:cubicBezTo>
                        <a:pt x="86743" y="169460"/>
                        <a:pt x="86743" y="167848"/>
                        <a:pt x="87065" y="165590"/>
                      </a:cubicBezTo>
                      <a:cubicBezTo>
                        <a:pt x="87388" y="163333"/>
                        <a:pt x="89322" y="161721"/>
                        <a:pt x="91580" y="162043"/>
                      </a:cubicBezTo>
                      <a:cubicBezTo>
                        <a:pt x="93837" y="162366"/>
                        <a:pt x="95449" y="164301"/>
                        <a:pt x="95127" y="166558"/>
                      </a:cubicBezTo>
                      <a:cubicBezTo>
                        <a:pt x="94804" y="168493"/>
                        <a:pt x="94804" y="169783"/>
                        <a:pt x="94804" y="171072"/>
                      </a:cubicBezTo>
                      <a:cubicBezTo>
                        <a:pt x="94804" y="174297"/>
                        <a:pt x="95449" y="176232"/>
                        <a:pt x="98351" y="181714"/>
                      </a:cubicBezTo>
                      <a:cubicBezTo>
                        <a:pt x="99319" y="183326"/>
                        <a:pt x="99964" y="185261"/>
                        <a:pt x="101254" y="186873"/>
                      </a:cubicBezTo>
                      <a:lnTo>
                        <a:pt x="102544" y="189130"/>
                      </a:lnTo>
                      <a:cubicBezTo>
                        <a:pt x="103511" y="191065"/>
                        <a:pt x="102866" y="193645"/>
                        <a:pt x="100931" y="194612"/>
                      </a:cubicBezTo>
                      <a:cubicBezTo>
                        <a:pt x="99964" y="195257"/>
                        <a:pt x="99319" y="195257"/>
                        <a:pt x="98674" y="195257"/>
                      </a:cubicBezTo>
                      <a:close/>
                      <a:moveTo>
                        <a:pt x="106091" y="137858"/>
                      </a:moveTo>
                      <a:cubicBezTo>
                        <a:pt x="104801" y="137858"/>
                        <a:pt x="103511" y="137214"/>
                        <a:pt x="102866" y="136246"/>
                      </a:cubicBezTo>
                      <a:cubicBezTo>
                        <a:pt x="101576" y="134311"/>
                        <a:pt x="101898" y="132054"/>
                        <a:pt x="103833" y="130764"/>
                      </a:cubicBezTo>
                      <a:lnTo>
                        <a:pt x="105446" y="129474"/>
                      </a:lnTo>
                      <a:cubicBezTo>
                        <a:pt x="108670" y="127217"/>
                        <a:pt x="111250" y="125605"/>
                        <a:pt x="111250" y="123992"/>
                      </a:cubicBezTo>
                      <a:cubicBezTo>
                        <a:pt x="111250" y="120123"/>
                        <a:pt x="112863" y="115931"/>
                        <a:pt x="115765" y="110449"/>
                      </a:cubicBezTo>
                      <a:cubicBezTo>
                        <a:pt x="116732" y="108514"/>
                        <a:pt x="119312" y="107869"/>
                        <a:pt x="121247" y="108837"/>
                      </a:cubicBezTo>
                      <a:cubicBezTo>
                        <a:pt x="123181" y="109804"/>
                        <a:pt x="123826" y="112384"/>
                        <a:pt x="122859" y="114319"/>
                      </a:cubicBezTo>
                      <a:cubicBezTo>
                        <a:pt x="119956" y="119478"/>
                        <a:pt x="119312" y="122380"/>
                        <a:pt x="119312" y="123992"/>
                      </a:cubicBezTo>
                      <a:cubicBezTo>
                        <a:pt x="119312" y="129797"/>
                        <a:pt x="114475" y="133022"/>
                        <a:pt x="109960" y="136246"/>
                      </a:cubicBezTo>
                      <a:lnTo>
                        <a:pt x="108348" y="137536"/>
                      </a:lnTo>
                      <a:cubicBezTo>
                        <a:pt x="107703" y="137858"/>
                        <a:pt x="106736" y="137858"/>
                        <a:pt x="106091" y="137858"/>
                      </a:cubicBezTo>
                      <a:close/>
                      <a:moveTo>
                        <a:pt x="147366" y="102387"/>
                      </a:moveTo>
                      <a:cubicBezTo>
                        <a:pt x="146076" y="102387"/>
                        <a:pt x="145109" y="102065"/>
                        <a:pt x="143497" y="101742"/>
                      </a:cubicBezTo>
                      <a:cubicBezTo>
                        <a:pt x="138337" y="100130"/>
                        <a:pt x="137370" y="94971"/>
                        <a:pt x="136725" y="91101"/>
                      </a:cubicBezTo>
                      <a:cubicBezTo>
                        <a:pt x="136402" y="88844"/>
                        <a:pt x="137692" y="86587"/>
                        <a:pt x="139950" y="86264"/>
                      </a:cubicBezTo>
                      <a:cubicBezTo>
                        <a:pt x="142207" y="85942"/>
                        <a:pt x="144141" y="87232"/>
                        <a:pt x="144786" y="89489"/>
                      </a:cubicBezTo>
                      <a:cubicBezTo>
                        <a:pt x="145109" y="91101"/>
                        <a:pt x="145431" y="93681"/>
                        <a:pt x="146076" y="94003"/>
                      </a:cubicBezTo>
                      <a:cubicBezTo>
                        <a:pt x="146721" y="94003"/>
                        <a:pt x="147366" y="94326"/>
                        <a:pt x="147366" y="94326"/>
                      </a:cubicBezTo>
                      <a:cubicBezTo>
                        <a:pt x="148333" y="94326"/>
                        <a:pt x="149301" y="92069"/>
                        <a:pt x="151236" y="88199"/>
                      </a:cubicBezTo>
                      <a:lnTo>
                        <a:pt x="152526" y="85619"/>
                      </a:lnTo>
                      <a:cubicBezTo>
                        <a:pt x="153493" y="83684"/>
                        <a:pt x="156073" y="82717"/>
                        <a:pt x="158008" y="83684"/>
                      </a:cubicBezTo>
                      <a:cubicBezTo>
                        <a:pt x="159942" y="84652"/>
                        <a:pt x="160910" y="87232"/>
                        <a:pt x="159942" y="89166"/>
                      </a:cubicBezTo>
                      <a:lnTo>
                        <a:pt x="158653" y="91746"/>
                      </a:lnTo>
                      <a:cubicBezTo>
                        <a:pt x="155750" y="97550"/>
                        <a:pt x="153493" y="102387"/>
                        <a:pt x="147366" y="102387"/>
                      </a:cubicBezTo>
                      <a:close/>
                      <a:moveTo>
                        <a:pt x="178645" y="62079"/>
                      </a:moveTo>
                      <a:cubicBezTo>
                        <a:pt x="177356" y="62079"/>
                        <a:pt x="176065" y="61434"/>
                        <a:pt x="175098" y="60144"/>
                      </a:cubicBezTo>
                      <a:cubicBezTo>
                        <a:pt x="173808" y="58210"/>
                        <a:pt x="174453" y="55630"/>
                        <a:pt x="176388" y="54663"/>
                      </a:cubicBezTo>
                      <a:cubicBezTo>
                        <a:pt x="180258" y="52405"/>
                        <a:pt x="184449" y="50148"/>
                        <a:pt x="188964" y="47891"/>
                      </a:cubicBezTo>
                      <a:cubicBezTo>
                        <a:pt x="192834" y="45956"/>
                        <a:pt x="196703" y="44021"/>
                        <a:pt x="200250" y="42087"/>
                      </a:cubicBezTo>
                      <a:cubicBezTo>
                        <a:pt x="202185" y="41119"/>
                        <a:pt x="204765" y="41764"/>
                        <a:pt x="205732" y="43699"/>
                      </a:cubicBezTo>
                      <a:cubicBezTo>
                        <a:pt x="206699" y="45634"/>
                        <a:pt x="206055" y="48213"/>
                        <a:pt x="204120" y="49181"/>
                      </a:cubicBezTo>
                      <a:cubicBezTo>
                        <a:pt x="200573" y="51438"/>
                        <a:pt x="196381" y="53373"/>
                        <a:pt x="192511" y="55308"/>
                      </a:cubicBezTo>
                      <a:cubicBezTo>
                        <a:pt x="187996" y="57565"/>
                        <a:pt x="184127" y="59500"/>
                        <a:pt x="180580" y="61757"/>
                      </a:cubicBezTo>
                      <a:cubicBezTo>
                        <a:pt x="180258" y="62079"/>
                        <a:pt x="179613" y="62079"/>
                        <a:pt x="178645" y="62079"/>
                      </a:cubicBezTo>
                      <a:close/>
                      <a:moveTo>
                        <a:pt x="230884" y="26286"/>
                      </a:moveTo>
                      <a:cubicBezTo>
                        <a:pt x="230240" y="26286"/>
                        <a:pt x="229917" y="26286"/>
                        <a:pt x="229272" y="25963"/>
                      </a:cubicBezTo>
                      <a:cubicBezTo>
                        <a:pt x="227337" y="24996"/>
                        <a:pt x="226370" y="22739"/>
                        <a:pt x="227015" y="20804"/>
                      </a:cubicBezTo>
                      <a:cubicBezTo>
                        <a:pt x="227337" y="20159"/>
                        <a:pt x="227660" y="19514"/>
                        <a:pt x="227660" y="18547"/>
                      </a:cubicBezTo>
                      <a:cubicBezTo>
                        <a:pt x="230884" y="8550"/>
                        <a:pt x="237334" y="2423"/>
                        <a:pt x="247330" y="166"/>
                      </a:cubicBezTo>
                      <a:cubicBezTo>
                        <a:pt x="249587" y="-479"/>
                        <a:pt x="251845" y="811"/>
                        <a:pt x="252167" y="3068"/>
                      </a:cubicBezTo>
                      <a:cubicBezTo>
                        <a:pt x="252812" y="5326"/>
                        <a:pt x="251522" y="7583"/>
                        <a:pt x="249265" y="7905"/>
                      </a:cubicBezTo>
                      <a:cubicBezTo>
                        <a:pt x="242171" y="9840"/>
                        <a:pt x="237979" y="13710"/>
                        <a:pt x="235399" y="21126"/>
                      </a:cubicBezTo>
                      <a:cubicBezTo>
                        <a:pt x="235077" y="22094"/>
                        <a:pt x="234754" y="23061"/>
                        <a:pt x="234431" y="23706"/>
                      </a:cubicBezTo>
                      <a:cubicBezTo>
                        <a:pt x="233787" y="25318"/>
                        <a:pt x="232174" y="26286"/>
                        <a:pt x="230884" y="2628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93" name="Freeform: Shape 292">
                  <a:extLst>
                    <a:ext uri="{FF2B5EF4-FFF2-40B4-BE49-F238E27FC236}">
                      <a16:creationId xmlns:a16="http://schemas.microsoft.com/office/drawing/2014/main" id="{46DE2C4D-E54A-2FC0-C4DE-662270404097}"/>
                    </a:ext>
                  </a:extLst>
                </p:cNvPr>
                <p:cNvSpPr/>
                <p:nvPr/>
              </p:nvSpPr>
              <p:spPr>
                <a:xfrm>
                  <a:off x="8259984" y="2861152"/>
                  <a:ext cx="32246" cy="32246"/>
                </a:xfrm>
                <a:custGeom>
                  <a:avLst/>
                  <a:gdLst>
                    <a:gd name="connsiteX0" fmla="*/ 0 w 0"/>
                    <a:gd name="connsiteY0" fmla="*/ 19792 h 0"/>
                    <a:gd name="connsiteX1" fmla="*/ 6127 w 0"/>
                    <a:gd name="connsiteY1" fmla="*/ 11731 h 0"/>
                    <a:gd name="connsiteX2" fmla="*/ 12899 w 0"/>
                    <a:gd name="connsiteY2" fmla="*/ 2057 h 0"/>
                    <a:gd name="connsiteX3" fmla="*/ 18381 w 0"/>
                    <a:gd name="connsiteY3" fmla="*/ 445 h 0"/>
                    <a:gd name="connsiteX4" fmla="*/ 19993 w 0"/>
                    <a:gd name="connsiteY4" fmla="*/ 5926 h 0"/>
                    <a:gd name="connsiteX5" fmla="*/ 17736 w 0"/>
                    <a:gd name="connsiteY5" fmla="*/ 9796 h 0"/>
                    <a:gd name="connsiteX6" fmla="*/ 20638 w 0"/>
                    <a:gd name="connsiteY6" fmla="*/ 8828 h 0"/>
                    <a:gd name="connsiteX7" fmla="*/ 25797 w 0"/>
                    <a:gd name="connsiteY7" fmla="*/ 11086 h 0"/>
                    <a:gd name="connsiteX8" fmla="*/ 23540 w 0"/>
                    <a:gd name="connsiteY8" fmla="*/ 16245 h 0"/>
                    <a:gd name="connsiteX9" fmla="*/ 9029 w 0"/>
                    <a:gd name="connsiteY9" fmla="*/ 18825 h 0"/>
                    <a:gd name="connsiteX10" fmla="*/ 0 w 0"/>
                    <a:gd name="connsiteY10" fmla="*/ 1979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>
                      <a:moveTo>
                        <a:pt x="0" y="19792"/>
                      </a:moveTo>
                      <a:lnTo>
                        <a:pt x="6127" y="11731"/>
                      </a:lnTo>
                      <a:cubicBezTo>
                        <a:pt x="8384" y="8828"/>
                        <a:pt x="10641" y="5926"/>
                        <a:pt x="12899" y="2057"/>
                      </a:cubicBezTo>
                      <a:cubicBezTo>
                        <a:pt x="13866" y="122"/>
                        <a:pt x="16446" y="-523"/>
                        <a:pt x="18381" y="445"/>
                      </a:cubicBezTo>
                      <a:cubicBezTo>
                        <a:pt x="20315" y="1412"/>
                        <a:pt x="20961" y="3991"/>
                        <a:pt x="19993" y="5926"/>
                      </a:cubicBezTo>
                      <a:cubicBezTo>
                        <a:pt x="19348" y="7216"/>
                        <a:pt x="18381" y="8506"/>
                        <a:pt x="17736" y="9796"/>
                      </a:cubicBezTo>
                      <a:cubicBezTo>
                        <a:pt x="18703" y="9474"/>
                        <a:pt x="19993" y="9151"/>
                        <a:pt x="20638" y="8828"/>
                      </a:cubicBezTo>
                      <a:cubicBezTo>
                        <a:pt x="22573" y="8184"/>
                        <a:pt x="25153" y="9151"/>
                        <a:pt x="25797" y="11086"/>
                      </a:cubicBezTo>
                      <a:cubicBezTo>
                        <a:pt x="26442" y="13021"/>
                        <a:pt x="25475" y="15600"/>
                        <a:pt x="23540" y="16245"/>
                      </a:cubicBezTo>
                      <a:cubicBezTo>
                        <a:pt x="19993" y="17535"/>
                        <a:pt x="15156" y="18503"/>
                        <a:pt x="9029" y="18825"/>
                      </a:cubicBezTo>
                      <a:lnTo>
                        <a:pt x="0" y="19792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24E14B0B-CFC2-9A98-B35F-E55B86D400AA}"/>
                    </a:ext>
                  </a:extLst>
                </p:cNvPr>
                <p:cNvSpPr/>
                <p:nvPr/>
              </p:nvSpPr>
              <p:spPr>
                <a:xfrm>
                  <a:off x="8313707" y="2800206"/>
                  <a:ext cx="128986" cy="64493"/>
                </a:xfrm>
                <a:custGeom>
                  <a:avLst/>
                  <a:gdLst>
                    <a:gd name="connsiteX0" fmla="*/ 3999 w 128985"/>
                    <a:gd name="connsiteY0" fmla="*/ 75901 h 64492"/>
                    <a:gd name="connsiteX1" fmla="*/ 1741 w 128985"/>
                    <a:gd name="connsiteY1" fmla="*/ 75256 h 64492"/>
                    <a:gd name="connsiteX2" fmla="*/ 774 w 128985"/>
                    <a:gd name="connsiteY2" fmla="*/ 69774 h 64492"/>
                    <a:gd name="connsiteX3" fmla="*/ 3999 w 128985"/>
                    <a:gd name="connsiteY3" fmla="*/ 63970 h 64492"/>
                    <a:gd name="connsiteX4" fmla="*/ 6256 w 128985"/>
                    <a:gd name="connsiteY4" fmla="*/ 59778 h 64492"/>
                    <a:gd name="connsiteX5" fmla="*/ 7546 w 128985"/>
                    <a:gd name="connsiteY5" fmla="*/ 57521 h 64492"/>
                    <a:gd name="connsiteX6" fmla="*/ 14317 w 128985"/>
                    <a:gd name="connsiteY6" fmla="*/ 45590 h 64492"/>
                    <a:gd name="connsiteX7" fmla="*/ 19800 w 128985"/>
                    <a:gd name="connsiteY7" fmla="*/ 43977 h 64492"/>
                    <a:gd name="connsiteX8" fmla="*/ 21412 w 128985"/>
                    <a:gd name="connsiteY8" fmla="*/ 49459 h 64492"/>
                    <a:gd name="connsiteX9" fmla="*/ 14317 w 128985"/>
                    <a:gd name="connsiteY9" fmla="*/ 61713 h 64492"/>
                    <a:gd name="connsiteX10" fmla="*/ 13028 w 128985"/>
                    <a:gd name="connsiteY10" fmla="*/ 63970 h 64492"/>
                    <a:gd name="connsiteX11" fmla="*/ 10770 w 128985"/>
                    <a:gd name="connsiteY11" fmla="*/ 67840 h 64492"/>
                    <a:gd name="connsiteX12" fmla="*/ 6901 w 128985"/>
                    <a:gd name="connsiteY12" fmla="*/ 74611 h 64492"/>
                    <a:gd name="connsiteX13" fmla="*/ 3999 w 128985"/>
                    <a:gd name="connsiteY13" fmla="*/ 75901 h 64492"/>
                    <a:gd name="connsiteX14" fmla="*/ 36890 w 128985"/>
                    <a:gd name="connsiteY14" fmla="*/ 18825 h 64492"/>
                    <a:gd name="connsiteX15" fmla="*/ 33020 w 128985"/>
                    <a:gd name="connsiteY15" fmla="*/ 15600 h 64492"/>
                    <a:gd name="connsiteX16" fmla="*/ 36245 w 128985"/>
                    <a:gd name="connsiteY16" fmla="*/ 11086 h 64492"/>
                    <a:gd name="connsiteX17" fmla="*/ 38502 w 128985"/>
                    <a:gd name="connsiteY17" fmla="*/ 10763 h 64492"/>
                    <a:gd name="connsiteX18" fmla="*/ 65267 w 128985"/>
                    <a:gd name="connsiteY18" fmla="*/ 10763 h 64492"/>
                    <a:gd name="connsiteX19" fmla="*/ 69137 w 128985"/>
                    <a:gd name="connsiteY19" fmla="*/ 14955 h 64492"/>
                    <a:gd name="connsiteX20" fmla="*/ 64944 w 128985"/>
                    <a:gd name="connsiteY20" fmla="*/ 18825 h 64492"/>
                    <a:gd name="connsiteX21" fmla="*/ 38825 w 128985"/>
                    <a:gd name="connsiteY21" fmla="*/ 18825 h 64492"/>
                    <a:gd name="connsiteX22" fmla="*/ 37535 w 128985"/>
                    <a:gd name="connsiteY22" fmla="*/ 18825 h 64492"/>
                    <a:gd name="connsiteX23" fmla="*/ 36890 w 128985"/>
                    <a:gd name="connsiteY23" fmla="*/ 18825 h 64492"/>
                    <a:gd name="connsiteX24" fmla="*/ 104607 w 128985"/>
                    <a:gd name="connsiteY24" fmla="*/ 17858 h 64492"/>
                    <a:gd name="connsiteX25" fmla="*/ 100738 w 128985"/>
                    <a:gd name="connsiteY25" fmla="*/ 14633 h 64492"/>
                    <a:gd name="connsiteX26" fmla="*/ 103640 w 128985"/>
                    <a:gd name="connsiteY26" fmla="*/ 9796 h 64492"/>
                    <a:gd name="connsiteX27" fmla="*/ 129437 w 128985"/>
                    <a:gd name="connsiteY27" fmla="*/ 444 h 64492"/>
                    <a:gd name="connsiteX28" fmla="*/ 134919 w 128985"/>
                    <a:gd name="connsiteY28" fmla="*/ 2057 h 64492"/>
                    <a:gd name="connsiteX29" fmla="*/ 133307 w 128985"/>
                    <a:gd name="connsiteY29" fmla="*/ 7539 h 64492"/>
                    <a:gd name="connsiteX30" fmla="*/ 105575 w 128985"/>
                    <a:gd name="connsiteY30" fmla="*/ 17535 h 64492"/>
                    <a:gd name="connsiteX31" fmla="*/ 104607 w 128985"/>
                    <a:gd name="connsiteY31" fmla="*/ 17858 h 64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128985" h="64492">
                      <a:moveTo>
                        <a:pt x="3999" y="75901"/>
                      </a:moveTo>
                      <a:cubicBezTo>
                        <a:pt x="3354" y="75901"/>
                        <a:pt x="2386" y="75579"/>
                        <a:pt x="1741" y="75256"/>
                      </a:cubicBezTo>
                      <a:cubicBezTo>
                        <a:pt x="-194" y="73967"/>
                        <a:pt x="-516" y="71387"/>
                        <a:pt x="774" y="69774"/>
                      </a:cubicBezTo>
                      <a:cubicBezTo>
                        <a:pt x="2064" y="68162"/>
                        <a:pt x="3031" y="66227"/>
                        <a:pt x="3999" y="63970"/>
                      </a:cubicBezTo>
                      <a:cubicBezTo>
                        <a:pt x="4644" y="62680"/>
                        <a:pt x="5611" y="61068"/>
                        <a:pt x="6256" y="59778"/>
                      </a:cubicBezTo>
                      <a:lnTo>
                        <a:pt x="7546" y="57521"/>
                      </a:lnTo>
                      <a:cubicBezTo>
                        <a:pt x="9803" y="53651"/>
                        <a:pt x="12383" y="49459"/>
                        <a:pt x="14317" y="45590"/>
                      </a:cubicBezTo>
                      <a:cubicBezTo>
                        <a:pt x="15285" y="43655"/>
                        <a:pt x="17864" y="42687"/>
                        <a:pt x="19800" y="43977"/>
                      </a:cubicBezTo>
                      <a:cubicBezTo>
                        <a:pt x="21734" y="44945"/>
                        <a:pt x="22702" y="47524"/>
                        <a:pt x="21412" y="49459"/>
                      </a:cubicBezTo>
                      <a:cubicBezTo>
                        <a:pt x="19155" y="53651"/>
                        <a:pt x="16575" y="57843"/>
                        <a:pt x="14317" y="61713"/>
                      </a:cubicBezTo>
                      <a:lnTo>
                        <a:pt x="13028" y="63970"/>
                      </a:lnTo>
                      <a:cubicBezTo>
                        <a:pt x="12383" y="65260"/>
                        <a:pt x="11738" y="66550"/>
                        <a:pt x="10770" y="67840"/>
                      </a:cubicBezTo>
                      <a:cubicBezTo>
                        <a:pt x="9480" y="70097"/>
                        <a:pt x="8191" y="72354"/>
                        <a:pt x="6901" y="74611"/>
                      </a:cubicBezTo>
                      <a:cubicBezTo>
                        <a:pt x="6578" y="75256"/>
                        <a:pt x="5288" y="75901"/>
                        <a:pt x="3999" y="75901"/>
                      </a:cubicBezTo>
                      <a:close/>
                      <a:moveTo>
                        <a:pt x="36890" y="18825"/>
                      </a:moveTo>
                      <a:cubicBezTo>
                        <a:pt x="34955" y="18825"/>
                        <a:pt x="33343" y="17535"/>
                        <a:pt x="33020" y="15600"/>
                      </a:cubicBezTo>
                      <a:cubicBezTo>
                        <a:pt x="32698" y="13343"/>
                        <a:pt x="33988" y="11408"/>
                        <a:pt x="36245" y="11086"/>
                      </a:cubicBezTo>
                      <a:cubicBezTo>
                        <a:pt x="36890" y="11086"/>
                        <a:pt x="37858" y="10763"/>
                        <a:pt x="38502" y="10763"/>
                      </a:cubicBezTo>
                      <a:cubicBezTo>
                        <a:pt x="46887" y="10441"/>
                        <a:pt x="55593" y="10441"/>
                        <a:pt x="65267" y="10763"/>
                      </a:cubicBezTo>
                      <a:cubicBezTo>
                        <a:pt x="67524" y="10763"/>
                        <a:pt x="69137" y="12698"/>
                        <a:pt x="69137" y="14955"/>
                      </a:cubicBezTo>
                      <a:cubicBezTo>
                        <a:pt x="69137" y="17213"/>
                        <a:pt x="67201" y="19147"/>
                        <a:pt x="64944" y="18825"/>
                      </a:cubicBezTo>
                      <a:cubicBezTo>
                        <a:pt x="55593" y="18503"/>
                        <a:pt x="46887" y="18180"/>
                        <a:pt x="38825" y="18825"/>
                      </a:cubicBezTo>
                      <a:cubicBezTo>
                        <a:pt x="38502" y="18825"/>
                        <a:pt x="37858" y="18825"/>
                        <a:pt x="37535" y="18825"/>
                      </a:cubicBezTo>
                      <a:cubicBezTo>
                        <a:pt x="37212" y="18825"/>
                        <a:pt x="37212" y="18825"/>
                        <a:pt x="36890" y="18825"/>
                      </a:cubicBezTo>
                      <a:close/>
                      <a:moveTo>
                        <a:pt x="104607" y="17858"/>
                      </a:moveTo>
                      <a:cubicBezTo>
                        <a:pt x="102673" y="17858"/>
                        <a:pt x="101060" y="16568"/>
                        <a:pt x="100738" y="14633"/>
                      </a:cubicBezTo>
                      <a:cubicBezTo>
                        <a:pt x="100093" y="12376"/>
                        <a:pt x="101705" y="10441"/>
                        <a:pt x="103640" y="9796"/>
                      </a:cubicBezTo>
                      <a:cubicBezTo>
                        <a:pt x="114282" y="7216"/>
                        <a:pt x="123956" y="3347"/>
                        <a:pt x="129437" y="444"/>
                      </a:cubicBezTo>
                      <a:cubicBezTo>
                        <a:pt x="131372" y="-523"/>
                        <a:pt x="133952" y="122"/>
                        <a:pt x="134919" y="2057"/>
                      </a:cubicBezTo>
                      <a:cubicBezTo>
                        <a:pt x="135887" y="3992"/>
                        <a:pt x="135242" y="6571"/>
                        <a:pt x="133307" y="7539"/>
                      </a:cubicBezTo>
                      <a:cubicBezTo>
                        <a:pt x="127180" y="10763"/>
                        <a:pt x="116861" y="14955"/>
                        <a:pt x="105575" y="17535"/>
                      </a:cubicBezTo>
                      <a:cubicBezTo>
                        <a:pt x="105253" y="17858"/>
                        <a:pt x="104930" y="17858"/>
                        <a:pt x="104607" y="1785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95" name="Freeform: Shape 294">
                  <a:extLst>
                    <a:ext uri="{FF2B5EF4-FFF2-40B4-BE49-F238E27FC236}">
                      <a16:creationId xmlns:a16="http://schemas.microsoft.com/office/drawing/2014/main" id="{E27A9DCF-BFBD-3734-FDB5-C2987327DCEC}"/>
                    </a:ext>
                  </a:extLst>
                </p:cNvPr>
                <p:cNvSpPr/>
                <p:nvPr/>
              </p:nvSpPr>
              <p:spPr>
                <a:xfrm>
                  <a:off x="8471970" y="2813998"/>
                  <a:ext cx="32246" cy="32246"/>
                </a:xfrm>
                <a:custGeom>
                  <a:avLst/>
                  <a:gdLst>
                    <a:gd name="connsiteX0" fmla="*/ 16642 w 0"/>
                    <a:gd name="connsiteY0" fmla="*/ 12772 h 0"/>
                    <a:gd name="connsiteX1" fmla="*/ 15030 w 0"/>
                    <a:gd name="connsiteY1" fmla="*/ 12450 h 0"/>
                    <a:gd name="connsiteX2" fmla="*/ 2776 w 0"/>
                    <a:gd name="connsiteY2" fmla="*/ 7935 h 0"/>
                    <a:gd name="connsiteX3" fmla="*/ 196 w 0"/>
                    <a:gd name="connsiteY3" fmla="*/ 2776 h 0"/>
                    <a:gd name="connsiteX4" fmla="*/ 5356 w 0"/>
                    <a:gd name="connsiteY4" fmla="*/ 196 h 0"/>
                    <a:gd name="connsiteX5" fmla="*/ 18577 w 0"/>
                    <a:gd name="connsiteY5" fmla="*/ 5033 h 0"/>
                    <a:gd name="connsiteX6" fmla="*/ 20511 w 0"/>
                    <a:gd name="connsiteY6" fmla="*/ 10515 h 0"/>
                    <a:gd name="connsiteX7" fmla="*/ 16642 w 0"/>
                    <a:gd name="connsiteY7" fmla="*/ 1277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>
                      <a:moveTo>
                        <a:pt x="16642" y="12772"/>
                      </a:moveTo>
                      <a:cubicBezTo>
                        <a:pt x="15997" y="12772"/>
                        <a:pt x="15675" y="12772"/>
                        <a:pt x="15030" y="12450"/>
                      </a:cubicBezTo>
                      <a:cubicBezTo>
                        <a:pt x="9870" y="10193"/>
                        <a:pt x="6001" y="8903"/>
                        <a:pt x="2776" y="7935"/>
                      </a:cubicBezTo>
                      <a:cubicBezTo>
                        <a:pt x="519" y="7290"/>
                        <a:pt x="-449" y="5033"/>
                        <a:pt x="196" y="2776"/>
                      </a:cubicBezTo>
                      <a:cubicBezTo>
                        <a:pt x="841" y="518"/>
                        <a:pt x="3099" y="-449"/>
                        <a:pt x="5356" y="196"/>
                      </a:cubicBezTo>
                      <a:cubicBezTo>
                        <a:pt x="8580" y="1164"/>
                        <a:pt x="13095" y="2453"/>
                        <a:pt x="18577" y="5033"/>
                      </a:cubicBezTo>
                      <a:cubicBezTo>
                        <a:pt x="20511" y="6001"/>
                        <a:pt x="21479" y="8258"/>
                        <a:pt x="20511" y="10515"/>
                      </a:cubicBezTo>
                      <a:cubicBezTo>
                        <a:pt x="19544" y="12127"/>
                        <a:pt x="18254" y="12772"/>
                        <a:pt x="16642" y="1277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" name="Graphic 4">
                <a:extLst>
                  <a:ext uri="{FF2B5EF4-FFF2-40B4-BE49-F238E27FC236}">
                    <a16:creationId xmlns:a16="http://schemas.microsoft.com/office/drawing/2014/main" id="{C4031E3D-D88A-6847-5410-8D413B68D3F4}"/>
                  </a:ext>
                </a:extLst>
              </p:cNvPr>
              <p:cNvGrpSpPr/>
              <p:nvPr/>
            </p:nvGrpSpPr>
            <p:grpSpPr>
              <a:xfrm>
                <a:off x="8010898" y="2305022"/>
                <a:ext cx="660032" cy="308080"/>
                <a:chOff x="8010898" y="2305022"/>
                <a:chExt cx="660032" cy="308080"/>
              </a:xfrm>
              <a:grpFill/>
            </p:grpSpPr>
            <p:sp>
              <p:nvSpPr>
                <p:cNvPr id="286" name="Freeform: Shape 285">
                  <a:extLst>
                    <a:ext uri="{FF2B5EF4-FFF2-40B4-BE49-F238E27FC236}">
                      <a16:creationId xmlns:a16="http://schemas.microsoft.com/office/drawing/2014/main" id="{E9146007-5EA4-E6C8-928A-924836445F4C}"/>
                    </a:ext>
                  </a:extLst>
                </p:cNvPr>
                <p:cNvSpPr/>
                <p:nvPr/>
              </p:nvSpPr>
              <p:spPr>
                <a:xfrm>
                  <a:off x="8010898" y="2580856"/>
                  <a:ext cx="32246" cy="32246"/>
                </a:xfrm>
                <a:custGeom>
                  <a:avLst/>
                  <a:gdLst>
                    <a:gd name="connsiteX0" fmla="*/ 5302 w 0"/>
                    <a:gd name="connsiteY0" fmla="*/ 11482 h 0"/>
                    <a:gd name="connsiteX1" fmla="*/ 3368 w 0"/>
                    <a:gd name="connsiteY1" fmla="*/ 11482 h 0"/>
                    <a:gd name="connsiteX2" fmla="*/ 143 w 0"/>
                    <a:gd name="connsiteY2" fmla="*/ 6968 h 0"/>
                    <a:gd name="connsiteX3" fmla="*/ 4658 w 0"/>
                    <a:gd name="connsiteY3" fmla="*/ 3743 h 0"/>
                    <a:gd name="connsiteX4" fmla="*/ 7560 w 0"/>
                    <a:gd name="connsiteY4" fmla="*/ 3098 h 0"/>
                    <a:gd name="connsiteX5" fmla="*/ 8205 w 0"/>
                    <a:gd name="connsiteY5" fmla="*/ 2453 h 0"/>
                    <a:gd name="connsiteX6" fmla="*/ 9172 w 0"/>
                    <a:gd name="connsiteY6" fmla="*/ 2131 h 0"/>
                    <a:gd name="connsiteX7" fmla="*/ 15299 w 0"/>
                    <a:gd name="connsiteY7" fmla="*/ 196 h 0"/>
                    <a:gd name="connsiteX8" fmla="*/ 20458 w 0"/>
                    <a:gd name="connsiteY8" fmla="*/ 2776 h 0"/>
                    <a:gd name="connsiteX9" fmla="*/ 17879 w 0"/>
                    <a:gd name="connsiteY9" fmla="*/ 7935 h 0"/>
                    <a:gd name="connsiteX10" fmla="*/ 12397 w 0"/>
                    <a:gd name="connsiteY10" fmla="*/ 9870 h 0"/>
                    <a:gd name="connsiteX11" fmla="*/ 5302 w 0"/>
                    <a:gd name="connsiteY11" fmla="*/ 1148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5302" y="11482"/>
                      </a:moveTo>
                      <a:cubicBezTo>
                        <a:pt x="4658" y="11482"/>
                        <a:pt x="4013" y="11482"/>
                        <a:pt x="3368" y="11482"/>
                      </a:cubicBezTo>
                      <a:cubicBezTo>
                        <a:pt x="1111" y="11160"/>
                        <a:pt x="-502" y="9225"/>
                        <a:pt x="143" y="6968"/>
                      </a:cubicBezTo>
                      <a:cubicBezTo>
                        <a:pt x="466" y="4711"/>
                        <a:pt x="2400" y="3421"/>
                        <a:pt x="4658" y="3743"/>
                      </a:cubicBezTo>
                      <a:cubicBezTo>
                        <a:pt x="6593" y="4066"/>
                        <a:pt x="7560" y="3098"/>
                        <a:pt x="7560" y="3098"/>
                      </a:cubicBezTo>
                      <a:lnTo>
                        <a:pt x="8205" y="2453"/>
                      </a:lnTo>
                      <a:lnTo>
                        <a:pt x="9172" y="2131"/>
                      </a:lnTo>
                      <a:cubicBezTo>
                        <a:pt x="11752" y="1486"/>
                        <a:pt x="13687" y="841"/>
                        <a:pt x="15299" y="196"/>
                      </a:cubicBezTo>
                      <a:cubicBezTo>
                        <a:pt x="17556" y="-449"/>
                        <a:pt x="19814" y="519"/>
                        <a:pt x="20458" y="2776"/>
                      </a:cubicBezTo>
                      <a:cubicBezTo>
                        <a:pt x="21103" y="5033"/>
                        <a:pt x="20136" y="7290"/>
                        <a:pt x="17879" y="7935"/>
                      </a:cubicBezTo>
                      <a:cubicBezTo>
                        <a:pt x="16267" y="8580"/>
                        <a:pt x="14331" y="9225"/>
                        <a:pt x="12397" y="9870"/>
                      </a:cubicBezTo>
                      <a:cubicBezTo>
                        <a:pt x="11107" y="9870"/>
                        <a:pt x="8527" y="11482"/>
                        <a:pt x="5302" y="1148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87" name="Freeform: Shape 286">
                  <a:extLst>
                    <a:ext uri="{FF2B5EF4-FFF2-40B4-BE49-F238E27FC236}">
                      <a16:creationId xmlns:a16="http://schemas.microsoft.com/office/drawing/2014/main" id="{09BFBD20-B2A1-1483-D877-2D16BB57B4D3}"/>
                    </a:ext>
                  </a:extLst>
                </p:cNvPr>
                <p:cNvSpPr/>
                <p:nvPr/>
              </p:nvSpPr>
              <p:spPr>
                <a:xfrm>
                  <a:off x="8058247" y="2305022"/>
                  <a:ext cx="612683" cy="257972"/>
                </a:xfrm>
                <a:custGeom>
                  <a:avLst/>
                  <a:gdLst>
                    <a:gd name="connsiteX0" fmla="*/ 4066 w 612682"/>
                    <a:gd name="connsiteY0" fmla="*/ 268613 h 257971"/>
                    <a:gd name="connsiteX1" fmla="*/ 196 w 612682"/>
                    <a:gd name="connsiteY1" fmla="*/ 265711 h 257971"/>
                    <a:gd name="connsiteX2" fmla="*/ 2776 w 612682"/>
                    <a:gd name="connsiteY2" fmla="*/ 260552 h 257971"/>
                    <a:gd name="connsiteX3" fmla="*/ 11482 w 612682"/>
                    <a:gd name="connsiteY3" fmla="*/ 257972 h 257971"/>
                    <a:gd name="connsiteX4" fmla="*/ 27606 w 612682"/>
                    <a:gd name="connsiteY4" fmla="*/ 252168 h 257971"/>
                    <a:gd name="connsiteX5" fmla="*/ 33088 w 612682"/>
                    <a:gd name="connsiteY5" fmla="*/ 253780 h 257971"/>
                    <a:gd name="connsiteX6" fmla="*/ 31475 w 612682"/>
                    <a:gd name="connsiteY6" fmla="*/ 259262 h 257971"/>
                    <a:gd name="connsiteX7" fmla="*/ 13740 w 612682"/>
                    <a:gd name="connsiteY7" fmla="*/ 265711 h 257971"/>
                    <a:gd name="connsiteX8" fmla="*/ 5356 w 612682"/>
                    <a:gd name="connsiteY8" fmla="*/ 267968 h 257971"/>
                    <a:gd name="connsiteX9" fmla="*/ 4066 w 612682"/>
                    <a:gd name="connsiteY9" fmla="*/ 268613 h 257971"/>
                    <a:gd name="connsiteX10" fmla="*/ 124667 w 612682"/>
                    <a:gd name="connsiteY10" fmla="*/ 260874 h 257971"/>
                    <a:gd name="connsiteX11" fmla="*/ 120476 w 612682"/>
                    <a:gd name="connsiteY11" fmla="*/ 257004 h 257971"/>
                    <a:gd name="connsiteX12" fmla="*/ 124345 w 612682"/>
                    <a:gd name="connsiteY12" fmla="*/ 252812 h 257971"/>
                    <a:gd name="connsiteX13" fmla="*/ 142081 w 612682"/>
                    <a:gd name="connsiteY13" fmla="*/ 247975 h 257971"/>
                    <a:gd name="connsiteX14" fmla="*/ 148530 w 612682"/>
                    <a:gd name="connsiteY14" fmla="*/ 245396 h 257971"/>
                    <a:gd name="connsiteX15" fmla="*/ 153689 w 612682"/>
                    <a:gd name="connsiteY15" fmla="*/ 247653 h 257971"/>
                    <a:gd name="connsiteX16" fmla="*/ 151432 w 612682"/>
                    <a:gd name="connsiteY16" fmla="*/ 252812 h 257971"/>
                    <a:gd name="connsiteX17" fmla="*/ 145305 w 612682"/>
                    <a:gd name="connsiteY17" fmla="*/ 255392 h 257971"/>
                    <a:gd name="connsiteX18" fmla="*/ 124667 w 612682"/>
                    <a:gd name="connsiteY18" fmla="*/ 260874 h 257971"/>
                    <a:gd name="connsiteX19" fmla="*/ 124667 w 612682"/>
                    <a:gd name="connsiteY19" fmla="*/ 260874 h 257971"/>
                    <a:gd name="connsiteX20" fmla="*/ 88874 w 612682"/>
                    <a:gd name="connsiteY20" fmla="*/ 250555 h 257971"/>
                    <a:gd name="connsiteX21" fmla="*/ 87906 w 612682"/>
                    <a:gd name="connsiteY21" fmla="*/ 250555 h 257971"/>
                    <a:gd name="connsiteX22" fmla="*/ 83392 w 612682"/>
                    <a:gd name="connsiteY22" fmla="*/ 249265 h 257971"/>
                    <a:gd name="connsiteX23" fmla="*/ 62432 w 612682"/>
                    <a:gd name="connsiteY23" fmla="*/ 244751 h 257971"/>
                    <a:gd name="connsiteX24" fmla="*/ 58562 w 612682"/>
                    <a:gd name="connsiteY24" fmla="*/ 240559 h 257971"/>
                    <a:gd name="connsiteX25" fmla="*/ 62754 w 612682"/>
                    <a:gd name="connsiteY25" fmla="*/ 236689 h 257971"/>
                    <a:gd name="connsiteX26" fmla="*/ 85327 w 612682"/>
                    <a:gd name="connsiteY26" fmla="*/ 241526 h 257971"/>
                    <a:gd name="connsiteX27" fmla="*/ 89842 w 612682"/>
                    <a:gd name="connsiteY27" fmla="*/ 242816 h 257971"/>
                    <a:gd name="connsiteX28" fmla="*/ 92744 w 612682"/>
                    <a:gd name="connsiteY28" fmla="*/ 247653 h 257971"/>
                    <a:gd name="connsiteX29" fmla="*/ 88874 w 612682"/>
                    <a:gd name="connsiteY29" fmla="*/ 250555 h 257971"/>
                    <a:gd name="connsiteX30" fmla="*/ 187226 w 612682"/>
                    <a:gd name="connsiteY30" fmla="*/ 247008 h 257971"/>
                    <a:gd name="connsiteX31" fmla="*/ 183356 w 612682"/>
                    <a:gd name="connsiteY31" fmla="*/ 243138 h 257971"/>
                    <a:gd name="connsiteX32" fmla="*/ 187226 w 612682"/>
                    <a:gd name="connsiteY32" fmla="*/ 238946 h 257971"/>
                    <a:gd name="connsiteX33" fmla="*/ 198834 w 612682"/>
                    <a:gd name="connsiteY33" fmla="*/ 238624 h 257971"/>
                    <a:gd name="connsiteX34" fmla="*/ 213023 w 612682"/>
                    <a:gd name="connsiteY34" fmla="*/ 236689 h 257971"/>
                    <a:gd name="connsiteX35" fmla="*/ 217860 w 612682"/>
                    <a:gd name="connsiteY35" fmla="*/ 239591 h 257971"/>
                    <a:gd name="connsiteX36" fmla="*/ 214958 w 612682"/>
                    <a:gd name="connsiteY36" fmla="*/ 244428 h 257971"/>
                    <a:gd name="connsiteX37" fmla="*/ 198512 w 612682"/>
                    <a:gd name="connsiteY37" fmla="*/ 246363 h 257971"/>
                    <a:gd name="connsiteX38" fmla="*/ 187226 w 612682"/>
                    <a:gd name="connsiteY38" fmla="*/ 247008 h 257971"/>
                    <a:gd name="connsiteX39" fmla="*/ 187226 w 612682"/>
                    <a:gd name="connsiteY39" fmla="*/ 247008 h 257971"/>
                    <a:gd name="connsiteX40" fmla="*/ 248171 w 612682"/>
                    <a:gd name="connsiteY40" fmla="*/ 228950 h 257971"/>
                    <a:gd name="connsiteX41" fmla="*/ 244302 w 612682"/>
                    <a:gd name="connsiteY41" fmla="*/ 226370 h 257971"/>
                    <a:gd name="connsiteX42" fmla="*/ 246559 w 612682"/>
                    <a:gd name="connsiteY42" fmla="*/ 221211 h 257971"/>
                    <a:gd name="connsiteX43" fmla="*/ 254621 w 612682"/>
                    <a:gd name="connsiteY43" fmla="*/ 213472 h 257971"/>
                    <a:gd name="connsiteX44" fmla="*/ 255266 w 612682"/>
                    <a:gd name="connsiteY44" fmla="*/ 205732 h 257971"/>
                    <a:gd name="connsiteX45" fmla="*/ 255266 w 612682"/>
                    <a:gd name="connsiteY45" fmla="*/ 203153 h 257971"/>
                    <a:gd name="connsiteX46" fmla="*/ 259458 w 612682"/>
                    <a:gd name="connsiteY46" fmla="*/ 199283 h 257971"/>
                    <a:gd name="connsiteX47" fmla="*/ 263327 w 612682"/>
                    <a:gd name="connsiteY47" fmla="*/ 203475 h 257971"/>
                    <a:gd name="connsiteX48" fmla="*/ 263327 w 612682"/>
                    <a:gd name="connsiteY48" fmla="*/ 206055 h 257971"/>
                    <a:gd name="connsiteX49" fmla="*/ 262683 w 612682"/>
                    <a:gd name="connsiteY49" fmla="*/ 214762 h 257971"/>
                    <a:gd name="connsiteX50" fmla="*/ 249462 w 612682"/>
                    <a:gd name="connsiteY50" fmla="*/ 228628 h 257971"/>
                    <a:gd name="connsiteX51" fmla="*/ 248171 w 612682"/>
                    <a:gd name="connsiteY51" fmla="*/ 228950 h 257971"/>
                    <a:gd name="connsiteX52" fmla="*/ 277194 w 612682"/>
                    <a:gd name="connsiteY52" fmla="*/ 175421 h 257971"/>
                    <a:gd name="connsiteX53" fmla="*/ 274614 w 612682"/>
                    <a:gd name="connsiteY53" fmla="*/ 174453 h 257971"/>
                    <a:gd name="connsiteX54" fmla="*/ 274291 w 612682"/>
                    <a:gd name="connsiteY54" fmla="*/ 168649 h 257971"/>
                    <a:gd name="connsiteX55" fmla="*/ 283320 w 612682"/>
                    <a:gd name="connsiteY55" fmla="*/ 157685 h 257971"/>
                    <a:gd name="connsiteX56" fmla="*/ 291382 w 612682"/>
                    <a:gd name="connsiteY56" fmla="*/ 148011 h 257971"/>
                    <a:gd name="connsiteX57" fmla="*/ 297186 w 612682"/>
                    <a:gd name="connsiteY57" fmla="*/ 147689 h 257971"/>
                    <a:gd name="connsiteX58" fmla="*/ 297508 w 612682"/>
                    <a:gd name="connsiteY58" fmla="*/ 153493 h 257971"/>
                    <a:gd name="connsiteX59" fmla="*/ 289447 w 612682"/>
                    <a:gd name="connsiteY59" fmla="*/ 162845 h 257971"/>
                    <a:gd name="connsiteX60" fmla="*/ 280096 w 612682"/>
                    <a:gd name="connsiteY60" fmla="*/ 174131 h 257971"/>
                    <a:gd name="connsiteX61" fmla="*/ 277194 w 612682"/>
                    <a:gd name="connsiteY61" fmla="*/ 175421 h 257971"/>
                    <a:gd name="connsiteX62" fmla="*/ 536133 w 612682"/>
                    <a:gd name="connsiteY62" fmla="*/ 172519 h 257971"/>
                    <a:gd name="connsiteX63" fmla="*/ 533553 w 612682"/>
                    <a:gd name="connsiteY63" fmla="*/ 171551 h 257971"/>
                    <a:gd name="connsiteX64" fmla="*/ 532908 w 612682"/>
                    <a:gd name="connsiteY64" fmla="*/ 165747 h 257971"/>
                    <a:gd name="connsiteX65" fmla="*/ 537745 w 612682"/>
                    <a:gd name="connsiteY65" fmla="*/ 153493 h 257971"/>
                    <a:gd name="connsiteX66" fmla="*/ 538712 w 612682"/>
                    <a:gd name="connsiteY66" fmla="*/ 149624 h 257971"/>
                    <a:gd name="connsiteX67" fmla="*/ 545807 w 612682"/>
                    <a:gd name="connsiteY67" fmla="*/ 140595 h 257971"/>
                    <a:gd name="connsiteX68" fmla="*/ 549031 w 612682"/>
                    <a:gd name="connsiteY68" fmla="*/ 141562 h 257971"/>
                    <a:gd name="connsiteX69" fmla="*/ 550321 w 612682"/>
                    <a:gd name="connsiteY69" fmla="*/ 147044 h 257971"/>
                    <a:gd name="connsiteX70" fmla="*/ 547419 w 612682"/>
                    <a:gd name="connsiteY70" fmla="*/ 148979 h 257971"/>
                    <a:gd name="connsiteX71" fmla="*/ 546774 w 612682"/>
                    <a:gd name="connsiteY71" fmla="*/ 151558 h 257971"/>
                    <a:gd name="connsiteX72" fmla="*/ 545807 w 612682"/>
                    <a:gd name="connsiteY72" fmla="*/ 155106 h 257971"/>
                    <a:gd name="connsiteX73" fmla="*/ 539680 w 612682"/>
                    <a:gd name="connsiteY73" fmla="*/ 170261 h 257971"/>
                    <a:gd name="connsiteX74" fmla="*/ 536133 w 612682"/>
                    <a:gd name="connsiteY74" fmla="*/ 172519 h 257971"/>
                    <a:gd name="connsiteX75" fmla="*/ 581277 w 612682"/>
                    <a:gd name="connsiteY75" fmla="*/ 150591 h 257971"/>
                    <a:gd name="connsiteX76" fmla="*/ 578375 w 612682"/>
                    <a:gd name="connsiteY76" fmla="*/ 147689 h 257971"/>
                    <a:gd name="connsiteX77" fmla="*/ 575796 w 612682"/>
                    <a:gd name="connsiteY77" fmla="*/ 144787 h 257971"/>
                    <a:gd name="connsiteX78" fmla="*/ 588049 w 612682"/>
                    <a:gd name="connsiteY78" fmla="*/ 138660 h 257971"/>
                    <a:gd name="connsiteX79" fmla="*/ 589339 w 612682"/>
                    <a:gd name="connsiteY79" fmla="*/ 138660 h 257971"/>
                    <a:gd name="connsiteX80" fmla="*/ 589662 w 612682"/>
                    <a:gd name="connsiteY80" fmla="*/ 138660 h 257971"/>
                    <a:gd name="connsiteX81" fmla="*/ 590629 w 612682"/>
                    <a:gd name="connsiteY81" fmla="*/ 137370 h 257971"/>
                    <a:gd name="connsiteX82" fmla="*/ 600303 w 612682"/>
                    <a:gd name="connsiteY82" fmla="*/ 131243 h 257971"/>
                    <a:gd name="connsiteX83" fmla="*/ 600948 w 612682"/>
                    <a:gd name="connsiteY83" fmla="*/ 131243 h 257971"/>
                    <a:gd name="connsiteX84" fmla="*/ 604817 w 612682"/>
                    <a:gd name="connsiteY84" fmla="*/ 135435 h 257971"/>
                    <a:gd name="connsiteX85" fmla="*/ 600626 w 612682"/>
                    <a:gd name="connsiteY85" fmla="*/ 139305 h 257971"/>
                    <a:gd name="connsiteX86" fmla="*/ 600626 w 612682"/>
                    <a:gd name="connsiteY86" fmla="*/ 139305 h 257971"/>
                    <a:gd name="connsiteX87" fmla="*/ 600626 w 612682"/>
                    <a:gd name="connsiteY87" fmla="*/ 135435 h 257971"/>
                    <a:gd name="connsiteX88" fmla="*/ 600303 w 612682"/>
                    <a:gd name="connsiteY88" fmla="*/ 139305 h 257971"/>
                    <a:gd name="connsiteX89" fmla="*/ 597401 w 612682"/>
                    <a:gd name="connsiteY89" fmla="*/ 141562 h 257971"/>
                    <a:gd name="connsiteX90" fmla="*/ 589017 w 612682"/>
                    <a:gd name="connsiteY90" fmla="*/ 146399 h 257971"/>
                    <a:gd name="connsiteX91" fmla="*/ 588372 w 612682"/>
                    <a:gd name="connsiteY91" fmla="*/ 146399 h 257971"/>
                    <a:gd name="connsiteX92" fmla="*/ 581277 w 612682"/>
                    <a:gd name="connsiteY92" fmla="*/ 150591 h 257971"/>
                    <a:gd name="connsiteX93" fmla="*/ 316534 w 612682"/>
                    <a:gd name="connsiteY93" fmla="*/ 124794 h 257971"/>
                    <a:gd name="connsiteX94" fmla="*/ 312664 w 612682"/>
                    <a:gd name="connsiteY94" fmla="*/ 121569 h 257971"/>
                    <a:gd name="connsiteX95" fmla="*/ 310730 w 612682"/>
                    <a:gd name="connsiteY95" fmla="*/ 118989 h 257971"/>
                    <a:gd name="connsiteX96" fmla="*/ 305893 w 612682"/>
                    <a:gd name="connsiteY96" fmla="*/ 111895 h 257971"/>
                    <a:gd name="connsiteX97" fmla="*/ 304926 w 612682"/>
                    <a:gd name="connsiteY97" fmla="*/ 105446 h 257971"/>
                    <a:gd name="connsiteX98" fmla="*/ 312020 w 612682"/>
                    <a:gd name="connsiteY98" fmla="*/ 93515 h 257971"/>
                    <a:gd name="connsiteX99" fmla="*/ 316534 w 612682"/>
                    <a:gd name="connsiteY99" fmla="*/ 97062 h 257971"/>
                    <a:gd name="connsiteX100" fmla="*/ 313632 w 612682"/>
                    <a:gd name="connsiteY100" fmla="*/ 101576 h 257971"/>
                    <a:gd name="connsiteX101" fmla="*/ 312987 w 612682"/>
                    <a:gd name="connsiteY101" fmla="*/ 105446 h 257971"/>
                    <a:gd name="connsiteX102" fmla="*/ 313632 w 612682"/>
                    <a:gd name="connsiteY102" fmla="*/ 109316 h 257971"/>
                    <a:gd name="connsiteX103" fmla="*/ 316534 w 612682"/>
                    <a:gd name="connsiteY103" fmla="*/ 113508 h 257971"/>
                    <a:gd name="connsiteX104" fmla="*/ 320404 w 612682"/>
                    <a:gd name="connsiteY104" fmla="*/ 119957 h 257971"/>
                    <a:gd name="connsiteX105" fmla="*/ 317179 w 612682"/>
                    <a:gd name="connsiteY105" fmla="*/ 124794 h 257971"/>
                    <a:gd name="connsiteX106" fmla="*/ 316534 w 612682"/>
                    <a:gd name="connsiteY106" fmla="*/ 124794 h 257971"/>
                    <a:gd name="connsiteX107" fmla="*/ 629002 w 612682"/>
                    <a:gd name="connsiteY107" fmla="*/ 120602 h 257971"/>
                    <a:gd name="connsiteX108" fmla="*/ 624810 w 612682"/>
                    <a:gd name="connsiteY108" fmla="*/ 116732 h 257971"/>
                    <a:gd name="connsiteX109" fmla="*/ 616749 w 612682"/>
                    <a:gd name="connsiteY109" fmla="*/ 108348 h 257971"/>
                    <a:gd name="connsiteX110" fmla="*/ 611589 w 612682"/>
                    <a:gd name="connsiteY110" fmla="*/ 110605 h 257971"/>
                    <a:gd name="connsiteX111" fmla="*/ 609332 w 612682"/>
                    <a:gd name="connsiteY111" fmla="*/ 105446 h 257971"/>
                    <a:gd name="connsiteX112" fmla="*/ 609332 w 612682"/>
                    <a:gd name="connsiteY112" fmla="*/ 105123 h 257971"/>
                    <a:gd name="connsiteX113" fmla="*/ 609332 w 612682"/>
                    <a:gd name="connsiteY113" fmla="*/ 104479 h 257971"/>
                    <a:gd name="connsiteX114" fmla="*/ 609009 w 612682"/>
                    <a:gd name="connsiteY114" fmla="*/ 102866 h 257971"/>
                    <a:gd name="connsiteX115" fmla="*/ 609009 w 612682"/>
                    <a:gd name="connsiteY115" fmla="*/ 98674 h 257971"/>
                    <a:gd name="connsiteX116" fmla="*/ 613202 w 612682"/>
                    <a:gd name="connsiteY116" fmla="*/ 98352 h 257971"/>
                    <a:gd name="connsiteX117" fmla="*/ 618361 w 612682"/>
                    <a:gd name="connsiteY117" fmla="*/ 99964 h 257971"/>
                    <a:gd name="connsiteX118" fmla="*/ 632872 w 612682"/>
                    <a:gd name="connsiteY118" fmla="*/ 116410 h 257971"/>
                    <a:gd name="connsiteX119" fmla="*/ 629002 w 612682"/>
                    <a:gd name="connsiteY119" fmla="*/ 120602 h 257971"/>
                    <a:gd name="connsiteX120" fmla="*/ 629002 w 612682"/>
                    <a:gd name="connsiteY120" fmla="*/ 120602 h 257971"/>
                    <a:gd name="connsiteX121" fmla="*/ 345556 w 612682"/>
                    <a:gd name="connsiteY121" fmla="*/ 113185 h 257971"/>
                    <a:gd name="connsiteX122" fmla="*/ 341686 w 612682"/>
                    <a:gd name="connsiteY122" fmla="*/ 110605 h 257971"/>
                    <a:gd name="connsiteX123" fmla="*/ 344266 w 612682"/>
                    <a:gd name="connsiteY123" fmla="*/ 105446 h 257971"/>
                    <a:gd name="connsiteX124" fmla="*/ 351360 w 612682"/>
                    <a:gd name="connsiteY124" fmla="*/ 102544 h 257971"/>
                    <a:gd name="connsiteX125" fmla="*/ 368773 w 612682"/>
                    <a:gd name="connsiteY125" fmla="*/ 95127 h 257971"/>
                    <a:gd name="connsiteX126" fmla="*/ 374255 w 612682"/>
                    <a:gd name="connsiteY126" fmla="*/ 97062 h 257971"/>
                    <a:gd name="connsiteX127" fmla="*/ 372321 w 612682"/>
                    <a:gd name="connsiteY127" fmla="*/ 102544 h 257971"/>
                    <a:gd name="connsiteX128" fmla="*/ 354585 w 612682"/>
                    <a:gd name="connsiteY128" fmla="*/ 110283 h 257971"/>
                    <a:gd name="connsiteX129" fmla="*/ 347168 w 612682"/>
                    <a:gd name="connsiteY129" fmla="*/ 113185 h 257971"/>
                    <a:gd name="connsiteX130" fmla="*/ 345556 w 612682"/>
                    <a:gd name="connsiteY130" fmla="*/ 113185 h 257971"/>
                    <a:gd name="connsiteX131" fmla="*/ 597401 w 612682"/>
                    <a:gd name="connsiteY131" fmla="*/ 95450 h 257971"/>
                    <a:gd name="connsiteX132" fmla="*/ 593531 w 612682"/>
                    <a:gd name="connsiteY132" fmla="*/ 91902 h 257971"/>
                    <a:gd name="connsiteX133" fmla="*/ 591597 w 612682"/>
                    <a:gd name="connsiteY133" fmla="*/ 89000 h 257971"/>
                    <a:gd name="connsiteX134" fmla="*/ 583857 w 612682"/>
                    <a:gd name="connsiteY134" fmla="*/ 82873 h 257971"/>
                    <a:gd name="connsiteX135" fmla="*/ 580955 w 612682"/>
                    <a:gd name="connsiteY135" fmla="*/ 79326 h 257971"/>
                    <a:gd name="connsiteX136" fmla="*/ 576763 w 612682"/>
                    <a:gd name="connsiteY136" fmla="*/ 72555 h 257971"/>
                    <a:gd name="connsiteX137" fmla="*/ 579665 w 612682"/>
                    <a:gd name="connsiteY137" fmla="*/ 67718 h 257971"/>
                    <a:gd name="connsiteX138" fmla="*/ 584502 w 612682"/>
                    <a:gd name="connsiteY138" fmla="*/ 70620 h 257971"/>
                    <a:gd name="connsiteX139" fmla="*/ 587082 w 612682"/>
                    <a:gd name="connsiteY139" fmla="*/ 74167 h 257971"/>
                    <a:gd name="connsiteX140" fmla="*/ 589984 w 612682"/>
                    <a:gd name="connsiteY140" fmla="*/ 78036 h 257971"/>
                    <a:gd name="connsiteX141" fmla="*/ 594499 w 612682"/>
                    <a:gd name="connsiteY141" fmla="*/ 81584 h 257971"/>
                    <a:gd name="connsiteX142" fmla="*/ 601271 w 612682"/>
                    <a:gd name="connsiteY142" fmla="*/ 90935 h 257971"/>
                    <a:gd name="connsiteX143" fmla="*/ 597724 w 612682"/>
                    <a:gd name="connsiteY143" fmla="*/ 95450 h 257971"/>
                    <a:gd name="connsiteX144" fmla="*/ 597401 w 612682"/>
                    <a:gd name="connsiteY144" fmla="*/ 95450 h 257971"/>
                    <a:gd name="connsiteX145" fmla="*/ 404567 w 612682"/>
                    <a:gd name="connsiteY145" fmla="*/ 87065 h 257971"/>
                    <a:gd name="connsiteX146" fmla="*/ 401020 w 612682"/>
                    <a:gd name="connsiteY146" fmla="*/ 84808 h 257971"/>
                    <a:gd name="connsiteX147" fmla="*/ 402632 w 612682"/>
                    <a:gd name="connsiteY147" fmla="*/ 79326 h 257971"/>
                    <a:gd name="connsiteX148" fmla="*/ 415208 w 612682"/>
                    <a:gd name="connsiteY148" fmla="*/ 70942 h 257971"/>
                    <a:gd name="connsiteX149" fmla="*/ 425527 w 612682"/>
                    <a:gd name="connsiteY149" fmla="*/ 64493 h 257971"/>
                    <a:gd name="connsiteX150" fmla="*/ 430687 w 612682"/>
                    <a:gd name="connsiteY150" fmla="*/ 66750 h 257971"/>
                    <a:gd name="connsiteX151" fmla="*/ 428430 w 612682"/>
                    <a:gd name="connsiteY151" fmla="*/ 71910 h 257971"/>
                    <a:gd name="connsiteX152" fmla="*/ 420045 w 612682"/>
                    <a:gd name="connsiteY152" fmla="*/ 77069 h 257971"/>
                    <a:gd name="connsiteX153" fmla="*/ 406179 w 612682"/>
                    <a:gd name="connsiteY153" fmla="*/ 86098 h 257971"/>
                    <a:gd name="connsiteX154" fmla="*/ 404567 w 612682"/>
                    <a:gd name="connsiteY154" fmla="*/ 87065 h 257971"/>
                    <a:gd name="connsiteX155" fmla="*/ 461321 w 612682"/>
                    <a:gd name="connsiteY155" fmla="*/ 58366 h 257971"/>
                    <a:gd name="connsiteX156" fmla="*/ 458419 w 612682"/>
                    <a:gd name="connsiteY156" fmla="*/ 57076 h 257971"/>
                    <a:gd name="connsiteX157" fmla="*/ 458419 w 612682"/>
                    <a:gd name="connsiteY157" fmla="*/ 51272 h 257971"/>
                    <a:gd name="connsiteX158" fmla="*/ 463255 w 612682"/>
                    <a:gd name="connsiteY158" fmla="*/ 46112 h 257971"/>
                    <a:gd name="connsiteX159" fmla="*/ 478411 w 612682"/>
                    <a:gd name="connsiteY159" fmla="*/ 34504 h 257971"/>
                    <a:gd name="connsiteX160" fmla="*/ 480346 w 612682"/>
                    <a:gd name="connsiteY160" fmla="*/ 33859 h 257971"/>
                    <a:gd name="connsiteX161" fmla="*/ 485505 w 612682"/>
                    <a:gd name="connsiteY161" fmla="*/ 36116 h 257971"/>
                    <a:gd name="connsiteX162" fmla="*/ 483248 w 612682"/>
                    <a:gd name="connsiteY162" fmla="*/ 41275 h 257971"/>
                    <a:gd name="connsiteX163" fmla="*/ 481314 w 612682"/>
                    <a:gd name="connsiteY163" fmla="*/ 41920 h 257971"/>
                    <a:gd name="connsiteX164" fmla="*/ 469382 w 612682"/>
                    <a:gd name="connsiteY164" fmla="*/ 51594 h 257971"/>
                    <a:gd name="connsiteX165" fmla="*/ 464223 w 612682"/>
                    <a:gd name="connsiteY165" fmla="*/ 57076 h 257971"/>
                    <a:gd name="connsiteX166" fmla="*/ 461321 w 612682"/>
                    <a:gd name="connsiteY166" fmla="*/ 58366 h 257971"/>
                    <a:gd name="connsiteX167" fmla="*/ 581600 w 612682"/>
                    <a:gd name="connsiteY167" fmla="*/ 39341 h 257971"/>
                    <a:gd name="connsiteX168" fmla="*/ 579021 w 612682"/>
                    <a:gd name="connsiteY168" fmla="*/ 38373 h 257971"/>
                    <a:gd name="connsiteX169" fmla="*/ 578375 w 612682"/>
                    <a:gd name="connsiteY169" fmla="*/ 32569 h 257971"/>
                    <a:gd name="connsiteX170" fmla="*/ 583212 w 612682"/>
                    <a:gd name="connsiteY170" fmla="*/ 27409 h 257971"/>
                    <a:gd name="connsiteX171" fmla="*/ 589339 w 612682"/>
                    <a:gd name="connsiteY171" fmla="*/ 20638 h 257971"/>
                    <a:gd name="connsiteX172" fmla="*/ 594176 w 612682"/>
                    <a:gd name="connsiteY172" fmla="*/ 14188 h 257971"/>
                    <a:gd name="connsiteX173" fmla="*/ 595788 w 612682"/>
                    <a:gd name="connsiteY173" fmla="*/ 12254 h 257971"/>
                    <a:gd name="connsiteX174" fmla="*/ 601593 w 612682"/>
                    <a:gd name="connsiteY174" fmla="*/ 11609 h 257971"/>
                    <a:gd name="connsiteX175" fmla="*/ 602238 w 612682"/>
                    <a:gd name="connsiteY175" fmla="*/ 17413 h 257971"/>
                    <a:gd name="connsiteX176" fmla="*/ 600626 w 612682"/>
                    <a:gd name="connsiteY176" fmla="*/ 19348 h 257971"/>
                    <a:gd name="connsiteX177" fmla="*/ 596111 w 612682"/>
                    <a:gd name="connsiteY177" fmla="*/ 25152 h 257971"/>
                    <a:gd name="connsiteX178" fmla="*/ 589017 w 612682"/>
                    <a:gd name="connsiteY178" fmla="*/ 33214 h 257971"/>
                    <a:gd name="connsiteX179" fmla="*/ 584825 w 612682"/>
                    <a:gd name="connsiteY179" fmla="*/ 37728 h 257971"/>
                    <a:gd name="connsiteX180" fmla="*/ 581600 w 612682"/>
                    <a:gd name="connsiteY180" fmla="*/ 39341 h 257971"/>
                    <a:gd name="connsiteX181" fmla="*/ 520977 w 612682"/>
                    <a:gd name="connsiteY181" fmla="*/ 38373 h 257971"/>
                    <a:gd name="connsiteX182" fmla="*/ 516462 w 612682"/>
                    <a:gd name="connsiteY182" fmla="*/ 37406 h 257971"/>
                    <a:gd name="connsiteX183" fmla="*/ 513882 w 612682"/>
                    <a:gd name="connsiteY183" fmla="*/ 32246 h 257971"/>
                    <a:gd name="connsiteX184" fmla="*/ 519042 w 612682"/>
                    <a:gd name="connsiteY184" fmla="*/ 29667 h 257971"/>
                    <a:gd name="connsiteX185" fmla="*/ 520977 w 612682"/>
                    <a:gd name="connsiteY185" fmla="*/ 29989 h 257971"/>
                    <a:gd name="connsiteX186" fmla="*/ 524524 w 612682"/>
                    <a:gd name="connsiteY186" fmla="*/ 28377 h 257971"/>
                    <a:gd name="connsiteX187" fmla="*/ 537100 w 612682"/>
                    <a:gd name="connsiteY187" fmla="*/ 18058 h 257971"/>
                    <a:gd name="connsiteX188" fmla="*/ 542904 w 612682"/>
                    <a:gd name="connsiteY188" fmla="*/ 17413 h 257971"/>
                    <a:gd name="connsiteX189" fmla="*/ 543549 w 612682"/>
                    <a:gd name="connsiteY189" fmla="*/ 23217 h 257971"/>
                    <a:gd name="connsiteX190" fmla="*/ 529361 w 612682"/>
                    <a:gd name="connsiteY190" fmla="*/ 35149 h 257971"/>
                    <a:gd name="connsiteX191" fmla="*/ 520977 w 612682"/>
                    <a:gd name="connsiteY191" fmla="*/ 38373 h 257971"/>
                    <a:gd name="connsiteX192" fmla="*/ 578375 w 612682"/>
                    <a:gd name="connsiteY192" fmla="*/ 10641 h 257971"/>
                    <a:gd name="connsiteX193" fmla="*/ 571281 w 612682"/>
                    <a:gd name="connsiteY193" fmla="*/ 9996 h 257971"/>
                    <a:gd name="connsiteX194" fmla="*/ 562252 w 612682"/>
                    <a:gd name="connsiteY194" fmla="*/ 9029 h 257971"/>
                    <a:gd name="connsiteX195" fmla="*/ 558383 w 612682"/>
                    <a:gd name="connsiteY195" fmla="*/ 4837 h 257971"/>
                    <a:gd name="connsiteX196" fmla="*/ 562574 w 612682"/>
                    <a:gd name="connsiteY196" fmla="*/ 967 h 257971"/>
                    <a:gd name="connsiteX197" fmla="*/ 572249 w 612682"/>
                    <a:gd name="connsiteY197" fmla="*/ 1935 h 257971"/>
                    <a:gd name="connsiteX198" fmla="*/ 586759 w 612682"/>
                    <a:gd name="connsiteY198" fmla="*/ 322 h 257971"/>
                    <a:gd name="connsiteX199" fmla="*/ 587404 w 612682"/>
                    <a:gd name="connsiteY199" fmla="*/ 0 h 257971"/>
                    <a:gd name="connsiteX200" fmla="*/ 590952 w 612682"/>
                    <a:gd name="connsiteY200" fmla="*/ 7417 h 257971"/>
                    <a:gd name="connsiteX201" fmla="*/ 590306 w 612682"/>
                    <a:gd name="connsiteY201" fmla="*/ 7739 h 257971"/>
                    <a:gd name="connsiteX202" fmla="*/ 578375 w 612682"/>
                    <a:gd name="connsiteY202" fmla="*/ 10641 h 257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</a:cxnLst>
                  <a:rect l="l" t="t" r="r" b="b"/>
                  <a:pathLst>
                    <a:path w="612682" h="257971">
                      <a:moveTo>
                        <a:pt x="4066" y="268613"/>
                      </a:moveTo>
                      <a:cubicBezTo>
                        <a:pt x="2453" y="268613"/>
                        <a:pt x="841" y="267646"/>
                        <a:pt x="196" y="265711"/>
                      </a:cubicBezTo>
                      <a:cubicBezTo>
                        <a:pt x="-449" y="263454"/>
                        <a:pt x="519" y="261196"/>
                        <a:pt x="2776" y="260552"/>
                      </a:cubicBezTo>
                      <a:cubicBezTo>
                        <a:pt x="5356" y="259584"/>
                        <a:pt x="8258" y="258939"/>
                        <a:pt x="11482" y="257972"/>
                      </a:cubicBezTo>
                      <a:cubicBezTo>
                        <a:pt x="17609" y="256359"/>
                        <a:pt x="23091" y="254425"/>
                        <a:pt x="27606" y="252168"/>
                      </a:cubicBezTo>
                      <a:cubicBezTo>
                        <a:pt x="29540" y="251200"/>
                        <a:pt x="32120" y="251845"/>
                        <a:pt x="33088" y="253780"/>
                      </a:cubicBezTo>
                      <a:cubicBezTo>
                        <a:pt x="34055" y="255715"/>
                        <a:pt x="33410" y="258294"/>
                        <a:pt x="31475" y="259262"/>
                      </a:cubicBezTo>
                      <a:cubicBezTo>
                        <a:pt x="26316" y="261841"/>
                        <a:pt x="20511" y="264099"/>
                        <a:pt x="13740" y="265711"/>
                      </a:cubicBezTo>
                      <a:cubicBezTo>
                        <a:pt x="10515" y="266356"/>
                        <a:pt x="7935" y="267323"/>
                        <a:pt x="5356" y="267968"/>
                      </a:cubicBezTo>
                      <a:cubicBezTo>
                        <a:pt x="4711" y="268613"/>
                        <a:pt x="4388" y="268613"/>
                        <a:pt x="4066" y="268613"/>
                      </a:cubicBezTo>
                      <a:close/>
                      <a:moveTo>
                        <a:pt x="124667" y="260874"/>
                      </a:moveTo>
                      <a:cubicBezTo>
                        <a:pt x="122410" y="260874"/>
                        <a:pt x="120798" y="258939"/>
                        <a:pt x="120476" y="257004"/>
                      </a:cubicBezTo>
                      <a:cubicBezTo>
                        <a:pt x="120476" y="254747"/>
                        <a:pt x="122088" y="252812"/>
                        <a:pt x="124345" y="252812"/>
                      </a:cubicBezTo>
                      <a:cubicBezTo>
                        <a:pt x="130472" y="252812"/>
                        <a:pt x="135954" y="250555"/>
                        <a:pt x="142081" y="247975"/>
                      </a:cubicBezTo>
                      <a:cubicBezTo>
                        <a:pt x="144338" y="247008"/>
                        <a:pt x="146273" y="246363"/>
                        <a:pt x="148530" y="245396"/>
                      </a:cubicBezTo>
                      <a:cubicBezTo>
                        <a:pt x="150465" y="244751"/>
                        <a:pt x="153044" y="245718"/>
                        <a:pt x="153689" y="247653"/>
                      </a:cubicBezTo>
                      <a:cubicBezTo>
                        <a:pt x="154335" y="249588"/>
                        <a:pt x="153367" y="252168"/>
                        <a:pt x="151432" y="252812"/>
                      </a:cubicBezTo>
                      <a:cubicBezTo>
                        <a:pt x="149175" y="253457"/>
                        <a:pt x="147240" y="254425"/>
                        <a:pt x="145305" y="255392"/>
                      </a:cubicBezTo>
                      <a:cubicBezTo>
                        <a:pt x="139179" y="258294"/>
                        <a:pt x="132407" y="260874"/>
                        <a:pt x="124667" y="260874"/>
                      </a:cubicBezTo>
                      <a:cubicBezTo>
                        <a:pt x="124667" y="260874"/>
                        <a:pt x="124667" y="260874"/>
                        <a:pt x="124667" y="260874"/>
                      </a:cubicBezTo>
                      <a:close/>
                      <a:moveTo>
                        <a:pt x="88874" y="250555"/>
                      </a:moveTo>
                      <a:cubicBezTo>
                        <a:pt x="88551" y="250555"/>
                        <a:pt x="88229" y="250555"/>
                        <a:pt x="87906" y="250555"/>
                      </a:cubicBezTo>
                      <a:lnTo>
                        <a:pt x="83392" y="249265"/>
                      </a:lnTo>
                      <a:cubicBezTo>
                        <a:pt x="76298" y="247330"/>
                        <a:pt x="68881" y="245073"/>
                        <a:pt x="62432" y="244751"/>
                      </a:cubicBezTo>
                      <a:cubicBezTo>
                        <a:pt x="60174" y="244751"/>
                        <a:pt x="58562" y="242816"/>
                        <a:pt x="58562" y="240559"/>
                      </a:cubicBezTo>
                      <a:cubicBezTo>
                        <a:pt x="58562" y="238302"/>
                        <a:pt x="60819" y="236689"/>
                        <a:pt x="62754" y="236689"/>
                      </a:cubicBezTo>
                      <a:cubicBezTo>
                        <a:pt x="69848" y="237334"/>
                        <a:pt x="77588" y="239269"/>
                        <a:pt x="85327" y="241526"/>
                      </a:cubicBezTo>
                      <a:lnTo>
                        <a:pt x="89842" y="242816"/>
                      </a:lnTo>
                      <a:cubicBezTo>
                        <a:pt x="92099" y="243461"/>
                        <a:pt x="93389" y="245718"/>
                        <a:pt x="92744" y="247653"/>
                      </a:cubicBezTo>
                      <a:cubicBezTo>
                        <a:pt x="92099" y="249265"/>
                        <a:pt x="90486" y="250555"/>
                        <a:pt x="88874" y="250555"/>
                      </a:cubicBezTo>
                      <a:close/>
                      <a:moveTo>
                        <a:pt x="187226" y="247008"/>
                      </a:moveTo>
                      <a:cubicBezTo>
                        <a:pt x="184969" y="247008"/>
                        <a:pt x="183356" y="245396"/>
                        <a:pt x="183356" y="243138"/>
                      </a:cubicBezTo>
                      <a:cubicBezTo>
                        <a:pt x="183356" y="240881"/>
                        <a:pt x="184969" y="238946"/>
                        <a:pt x="187226" y="238946"/>
                      </a:cubicBezTo>
                      <a:cubicBezTo>
                        <a:pt x="190450" y="238624"/>
                        <a:pt x="194320" y="238624"/>
                        <a:pt x="198834" y="238624"/>
                      </a:cubicBezTo>
                      <a:cubicBezTo>
                        <a:pt x="203994" y="238624"/>
                        <a:pt x="208508" y="237979"/>
                        <a:pt x="213023" y="236689"/>
                      </a:cubicBezTo>
                      <a:cubicBezTo>
                        <a:pt x="215280" y="236044"/>
                        <a:pt x="217537" y="237334"/>
                        <a:pt x="217860" y="239591"/>
                      </a:cubicBezTo>
                      <a:cubicBezTo>
                        <a:pt x="218182" y="241849"/>
                        <a:pt x="217215" y="244106"/>
                        <a:pt x="214958" y="244428"/>
                      </a:cubicBezTo>
                      <a:cubicBezTo>
                        <a:pt x="209476" y="245718"/>
                        <a:pt x="203994" y="246363"/>
                        <a:pt x="198512" y="246363"/>
                      </a:cubicBezTo>
                      <a:cubicBezTo>
                        <a:pt x="194320" y="246686"/>
                        <a:pt x="190773" y="246686"/>
                        <a:pt x="187226" y="247008"/>
                      </a:cubicBezTo>
                      <a:cubicBezTo>
                        <a:pt x="187548" y="247008"/>
                        <a:pt x="187548" y="247008"/>
                        <a:pt x="187226" y="247008"/>
                      </a:cubicBezTo>
                      <a:close/>
                      <a:moveTo>
                        <a:pt x="248171" y="228950"/>
                      </a:moveTo>
                      <a:cubicBezTo>
                        <a:pt x="246559" y="228950"/>
                        <a:pt x="244947" y="227983"/>
                        <a:pt x="244302" y="226370"/>
                      </a:cubicBezTo>
                      <a:cubicBezTo>
                        <a:pt x="243657" y="224436"/>
                        <a:pt x="244624" y="221856"/>
                        <a:pt x="246559" y="221211"/>
                      </a:cubicBezTo>
                      <a:cubicBezTo>
                        <a:pt x="251719" y="219276"/>
                        <a:pt x="253976" y="217664"/>
                        <a:pt x="254621" y="213472"/>
                      </a:cubicBezTo>
                      <a:cubicBezTo>
                        <a:pt x="254943" y="210892"/>
                        <a:pt x="255266" y="208312"/>
                        <a:pt x="255266" y="205732"/>
                      </a:cubicBezTo>
                      <a:lnTo>
                        <a:pt x="255266" y="203153"/>
                      </a:lnTo>
                      <a:cubicBezTo>
                        <a:pt x="255266" y="200896"/>
                        <a:pt x="257200" y="199283"/>
                        <a:pt x="259458" y="199283"/>
                      </a:cubicBezTo>
                      <a:cubicBezTo>
                        <a:pt x="261715" y="199283"/>
                        <a:pt x="263327" y="201218"/>
                        <a:pt x="263327" y="203475"/>
                      </a:cubicBezTo>
                      <a:lnTo>
                        <a:pt x="263327" y="206055"/>
                      </a:lnTo>
                      <a:cubicBezTo>
                        <a:pt x="263327" y="208957"/>
                        <a:pt x="263005" y="211859"/>
                        <a:pt x="262683" y="214762"/>
                      </a:cubicBezTo>
                      <a:cubicBezTo>
                        <a:pt x="261070" y="224436"/>
                        <a:pt x="253976" y="227015"/>
                        <a:pt x="249462" y="228628"/>
                      </a:cubicBezTo>
                      <a:cubicBezTo>
                        <a:pt x="249139" y="228628"/>
                        <a:pt x="248816" y="228950"/>
                        <a:pt x="248171" y="228950"/>
                      </a:cubicBezTo>
                      <a:close/>
                      <a:moveTo>
                        <a:pt x="277194" y="175421"/>
                      </a:moveTo>
                      <a:cubicBezTo>
                        <a:pt x="276226" y="175421"/>
                        <a:pt x="275259" y="175098"/>
                        <a:pt x="274614" y="174453"/>
                      </a:cubicBezTo>
                      <a:cubicBezTo>
                        <a:pt x="273001" y="172841"/>
                        <a:pt x="273001" y="170261"/>
                        <a:pt x="274291" y="168649"/>
                      </a:cubicBezTo>
                      <a:cubicBezTo>
                        <a:pt x="277516" y="165102"/>
                        <a:pt x="280741" y="161232"/>
                        <a:pt x="283320" y="157685"/>
                      </a:cubicBezTo>
                      <a:cubicBezTo>
                        <a:pt x="285900" y="154461"/>
                        <a:pt x="288479" y="151236"/>
                        <a:pt x="291382" y="148011"/>
                      </a:cubicBezTo>
                      <a:cubicBezTo>
                        <a:pt x="292994" y="146399"/>
                        <a:pt x="295574" y="146077"/>
                        <a:pt x="297186" y="147689"/>
                      </a:cubicBezTo>
                      <a:cubicBezTo>
                        <a:pt x="298799" y="149301"/>
                        <a:pt x="299121" y="151881"/>
                        <a:pt x="297508" y="153493"/>
                      </a:cubicBezTo>
                      <a:cubicBezTo>
                        <a:pt x="294606" y="156718"/>
                        <a:pt x="292027" y="159620"/>
                        <a:pt x="289447" y="162845"/>
                      </a:cubicBezTo>
                      <a:cubicBezTo>
                        <a:pt x="286545" y="166392"/>
                        <a:pt x="283320" y="170261"/>
                        <a:pt x="280096" y="174131"/>
                      </a:cubicBezTo>
                      <a:cubicBezTo>
                        <a:pt x="279128" y="174776"/>
                        <a:pt x="278161" y="175421"/>
                        <a:pt x="277194" y="175421"/>
                      </a:cubicBezTo>
                      <a:close/>
                      <a:moveTo>
                        <a:pt x="536133" y="172519"/>
                      </a:moveTo>
                      <a:cubicBezTo>
                        <a:pt x="535165" y="172519"/>
                        <a:pt x="534520" y="172196"/>
                        <a:pt x="533553" y="171551"/>
                      </a:cubicBezTo>
                      <a:cubicBezTo>
                        <a:pt x="531940" y="170261"/>
                        <a:pt x="531295" y="167682"/>
                        <a:pt x="532908" y="165747"/>
                      </a:cubicBezTo>
                      <a:cubicBezTo>
                        <a:pt x="535488" y="162200"/>
                        <a:pt x="535810" y="161877"/>
                        <a:pt x="537745" y="153493"/>
                      </a:cubicBezTo>
                      <a:lnTo>
                        <a:pt x="538712" y="149624"/>
                      </a:lnTo>
                      <a:cubicBezTo>
                        <a:pt x="539357" y="146399"/>
                        <a:pt x="540969" y="140595"/>
                        <a:pt x="545807" y="140595"/>
                      </a:cubicBezTo>
                      <a:cubicBezTo>
                        <a:pt x="547096" y="140595"/>
                        <a:pt x="548064" y="140917"/>
                        <a:pt x="549031" y="141562"/>
                      </a:cubicBezTo>
                      <a:cubicBezTo>
                        <a:pt x="550966" y="142852"/>
                        <a:pt x="551289" y="145432"/>
                        <a:pt x="550321" y="147044"/>
                      </a:cubicBezTo>
                      <a:cubicBezTo>
                        <a:pt x="549676" y="148011"/>
                        <a:pt x="548386" y="148656"/>
                        <a:pt x="547419" y="148979"/>
                      </a:cubicBezTo>
                      <a:cubicBezTo>
                        <a:pt x="547096" y="149624"/>
                        <a:pt x="547096" y="150269"/>
                        <a:pt x="546774" y="151558"/>
                      </a:cubicBezTo>
                      <a:lnTo>
                        <a:pt x="545807" y="155106"/>
                      </a:lnTo>
                      <a:cubicBezTo>
                        <a:pt x="543549" y="163812"/>
                        <a:pt x="543227" y="165424"/>
                        <a:pt x="539680" y="170261"/>
                      </a:cubicBezTo>
                      <a:cubicBezTo>
                        <a:pt x="538712" y="172196"/>
                        <a:pt x="537422" y="172519"/>
                        <a:pt x="536133" y="172519"/>
                      </a:cubicBezTo>
                      <a:close/>
                      <a:moveTo>
                        <a:pt x="581277" y="150591"/>
                      </a:moveTo>
                      <a:lnTo>
                        <a:pt x="578375" y="147689"/>
                      </a:lnTo>
                      <a:lnTo>
                        <a:pt x="575796" y="144787"/>
                      </a:lnTo>
                      <a:cubicBezTo>
                        <a:pt x="580632" y="140272"/>
                        <a:pt x="584180" y="138660"/>
                        <a:pt x="588049" y="138660"/>
                      </a:cubicBezTo>
                      <a:cubicBezTo>
                        <a:pt x="588694" y="138660"/>
                        <a:pt x="589017" y="138660"/>
                        <a:pt x="589339" y="138660"/>
                      </a:cubicBezTo>
                      <a:lnTo>
                        <a:pt x="589662" y="138660"/>
                      </a:lnTo>
                      <a:cubicBezTo>
                        <a:pt x="589984" y="138337"/>
                        <a:pt x="589984" y="138015"/>
                        <a:pt x="590629" y="137370"/>
                      </a:cubicBezTo>
                      <a:cubicBezTo>
                        <a:pt x="593209" y="133178"/>
                        <a:pt x="596111" y="131243"/>
                        <a:pt x="600303" y="131243"/>
                      </a:cubicBezTo>
                      <a:lnTo>
                        <a:pt x="600948" y="131243"/>
                      </a:lnTo>
                      <a:cubicBezTo>
                        <a:pt x="603205" y="131243"/>
                        <a:pt x="604817" y="133178"/>
                        <a:pt x="604817" y="135435"/>
                      </a:cubicBezTo>
                      <a:cubicBezTo>
                        <a:pt x="604817" y="137692"/>
                        <a:pt x="602883" y="139305"/>
                        <a:pt x="600626" y="139305"/>
                      </a:cubicBezTo>
                      <a:cubicBezTo>
                        <a:pt x="600626" y="139305"/>
                        <a:pt x="600626" y="139305"/>
                        <a:pt x="600626" y="139305"/>
                      </a:cubicBezTo>
                      <a:lnTo>
                        <a:pt x="600626" y="135435"/>
                      </a:lnTo>
                      <a:lnTo>
                        <a:pt x="600303" y="139305"/>
                      </a:lnTo>
                      <a:cubicBezTo>
                        <a:pt x="599335" y="139305"/>
                        <a:pt x="598691" y="139305"/>
                        <a:pt x="597401" y="141562"/>
                      </a:cubicBezTo>
                      <a:cubicBezTo>
                        <a:pt x="595788" y="144142"/>
                        <a:pt x="593209" y="146721"/>
                        <a:pt x="589017" y="146399"/>
                      </a:cubicBezTo>
                      <a:cubicBezTo>
                        <a:pt x="588694" y="146399"/>
                        <a:pt x="588372" y="146399"/>
                        <a:pt x="588372" y="146399"/>
                      </a:cubicBezTo>
                      <a:cubicBezTo>
                        <a:pt x="586437" y="146721"/>
                        <a:pt x="584180" y="148011"/>
                        <a:pt x="581277" y="150591"/>
                      </a:cubicBezTo>
                      <a:close/>
                      <a:moveTo>
                        <a:pt x="316534" y="124794"/>
                      </a:moveTo>
                      <a:cubicBezTo>
                        <a:pt x="314599" y="124794"/>
                        <a:pt x="312987" y="123504"/>
                        <a:pt x="312664" y="121569"/>
                      </a:cubicBezTo>
                      <a:cubicBezTo>
                        <a:pt x="312664" y="120924"/>
                        <a:pt x="311375" y="119957"/>
                        <a:pt x="310730" y="118989"/>
                      </a:cubicBezTo>
                      <a:cubicBezTo>
                        <a:pt x="309117" y="117377"/>
                        <a:pt x="307183" y="115120"/>
                        <a:pt x="305893" y="111895"/>
                      </a:cubicBezTo>
                      <a:cubicBezTo>
                        <a:pt x="305248" y="109961"/>
                        <a:pt x="304926" y="107703"/>
                        <a:pt x="304926" y="105446"/>
                      </a:cubicBezTo>
                      <a:cubicBezTo>
                        <a:pt x="304926" y="98674"/>
                        <a:pt x="307505" y="94160"/>
                        <a:pt x="312020" y="93515"/>
                      </a:cubicBezTo>
                      <a:cubicBezTo>
                        <a:pt x="314277" y="93192"/>
                        <a:pt x="316211" y="94805"/>
                        <a:pt x="316534" y="97062"/>
                      </a:cubicBezTo>
                      <a:cubicBezTo>
                        <a:pt x="316857" y="98997"/>
                        <a:pt x="315567" y="100931"/>
                        <a:pt x="313632" y="101576"/>
                      </a:cubicBezTo>
                      <a:cubicBezTo>
                        <a:pt x="313309" y="102221"/>
                        <a:pt x="312987" y="103511"/>
                        <a:pt x="312987" y="105446"/>
                      </a:cubicBezTo>
                      <a:cubicBezTo>
                        <a:pt x="312987" y="107381"/>
                        <a:pt x="313309" y="108671"/>
                        <a:pt x="313632" y="109316"/>
                      </a:cubicBezTo>
                      <a:cubicBezTo>
                        <a:pt x="313954" y="110605"/>
                        <a:pt x="315244" y="111895"/>
                        <a:pt x="316534" y="113508"/>
                      </a:cubicBezTo>
                      <a:cubicBezTo>
                        <a:pt x="318146" y="115442"/>
                        <a:pt x="320081" y="117377"/>
                        <a:pt x="320404" y="119957"/>
                      </a:cubicBezTo>
                      <a:cubicBezTo>
                        <a:pt x="320726" y="122214"/>
                        <a:pt x="319436" y="124149"/>
                        <a:pt x="317179" y="124794"/>
                      </a:cubicBezTo>
                      <a:cubicBezTo>
                        <a:pt x="317179" y="124794"/>
                        <a:pt x="316857" y="124794"/>
                        <a:pt x="316534" y="124794"/>
                      </a:cubicBezTo>
                      <a:close/>
                      <a:moveTo>
                        <a:pt x="629002" y="120602"/>
                      </a:moveTo>
                      <a:cubicBezTo>
                        <a:pt x="626745" y="120602"/>
                        <a:pt x="625133" y="118989"/>
                        <a:pt x="624810" y="116732"/>
                      </a:cubicBezTo>
                      <a:cubicBezTo>
                        <a:pt x="624810" y="114152"/>
                        <a:pt x="621586" y="110928"/>
                        <a:pt x="616749" y="108348"/>
                      </a:cubicBezTo>
                      <a:cubicBezTo>
                        <a:pt x="615781" y="110283"/>
                        <a:pt x="613847" y="111250"/>
                        <a:pt x="611589" y="110605"/>
                      </a:cubicBezTo>
                      <a:cubicBezTo>
                        <a:pt x="609655" y="109961"/>
                        <a:pt x="608364" y="107381"/>
                        <a:pt x="609332" y="105446"/>
                      </a:cubicBezTo>
                      <a:cubicBezTo>
                        <a:pt x="609332" y="105446"/>
                        <a:pt x="609332" y="105123"/>
                        <a:pt x="609332" y="105123"/>
                      </a:cubicBezTo>
                      <a:cubicBezTo>
                        <a:pt x="609332" y="104801"/>
                        <a:pt x="609332" y="104801"/>
                        <a:pt x="609332" y="104479"/>
                      </a:cubicBezTo>
                      <a:cubicBezTo>
                        <a:pt x="609332" y="104156"/>
                        <a:pt x="609009" y="103511"/>
                        <a:pt x="609009" y="102866"/>
                      </a:cubicBezTo>
                      <a:lnTo>
                        <a:pt x="609009" y="98674"/>
                      </a:lnTo>
                      <a:lnTo>
                        <a:pt x="613202" y="98352"/>
                      </a:lnTo>
                      <a:cubicBezTo>
                        <a:pt x="614491" y="98352"/>
                        <a:pt x="615136" y="98674"/>
                        <a:pt x="618361" y="99964"/>
                      </a:cubicBezTo>
                      <a:cubicBezTo>
                        <a:pt x="627390" y="103834"/>
                        <a:pt x="632872" y="109961"/>
                        <a:pt x="632872" y="116410"/>
                      </a:cubicBezTo>
                      <a:cubicBezTo>
                        <a:pt x="633194" y="118667"/>
                        <a:pt x="631582" y="120602"/>
                        <a:pt x="629002" y="120602"/>
                      </a:cubicBezTo>
                      <a:cubicBezTo>
                        <a:pt x="629325" y="120602"/>
                        <a:pt x="629325" y="120602"/>
                        <a:pt x="629002" y="120602"/>
                      </a:cubicBezTo>
                      <a:close/>
                      <a:moveTo>
                        <a:pt x="345556" y="113185"/>
                      </a:moveTo>
                      <a:cubicBezTo>
                        <a:pt x="343943" y="113185"/>
                        <a:pt x="342331" y="112218"/>
                        <a:pt x="341686" y="110605"/>
                      </a:cubicBezTo>
                      <a:cubicBezTo>
                        <a:pt x="341041" y="108348"/>
                        <a:pt x="342009" y="106091"/>
                        <a:pt x="344266" y="105446"/>
                      </a:cubicBezTo>
                      <a:cubicBezTo>
                        <a:pt x="346523" y="104801"/>
                        <a:pt x="348781" y="103834"/>
                        <a:pt x="351360" y="102544"/>
                      </a:cubicBezTo>
                      <a:cubicBezTo>
                        <a:pt x="358777" y="99319"/>
                        <a:pt x="363614" y="97384"/>
                        <a:pt x="368773" y="95127"/>
                      </a:cubicBezTo>
                      <a:cubicBezTo>
                        <a:pt x="370708" y="94160"/>
                        <a:pt x="373288" y="95127"/>
                        <a:pt x="374255" y="97062"/>
                      </a:cubicBezTo>
                      <a:cubicBezTo>
                        <a:pt x="375223" y="98997"/>
                        <a:pt x="374255" y="101576"/>
                        <a:pt x="372321" y="102544"/>
                      </a:cubicBezTo>
                      <a:cubicBezTo>
                        <a:pt x="367161" y="104801"/>
                        <a:pt x="362324" y="107058"/>
                        <a:pt x="354585" y="110283"/>
                      </a:cubicBezTo>
                      <a:cubicBezTo>
                        <a:pt x="351683" y="111573"/>
                        <a:pt x="349425" y="112540"/>
                        <a:pt x="347168" y="113185"/>
                      </a:cubicBezTo>
                      <a:cubicBezTo>
                        <a:pt x="346523" y="113185"/>
                        <a:pt x="345878" y="113185"/>
                        <a:pt x="345556" y="113185"/>
                      </a:cubicBezTo>
                      <a:close/>
                      <a:moveTo>
                        <a:pt x="597401" y="95450"/>
                      </a:moveTo>
                      <a:cubicBezTo>
                        <a:pt x="595466" y="95450"/>
                        <a:pt x="593531" y="93837"/>
                        <a:pt x="593531" y="91902"/>
                      </a:cubicBezTo>
                      <a:cubicBezTo>
                        <a:pt x="593209" y="89645"/>
                        <a:pt x="593209" y="89645"/>
                        <a:pt x="591597" y="89000"/>
                      </a:cubicBezTo>
                      <a:cubicBezTo>
                        <a:pt x="589662" y="88033"/>
                        <a:pt x="586759" y="86743"/>
                        <a:pt x="583857" y="82873"/>
                      </a:cubicBezTo>
                      <a:cubicBezTo>
                        <a:pt x="582890" y="81584"/>
                        <a:pt x="581923" y="80294"/>
                        <a:pt x="580955" y="79326"/>
                      </a:cubicBezTo>
                      <a:cubicBezTo>
                        <a:pt x="579021" y="77069"/>
                        <a:pt x="577408" y="75134"/>
                        <a:pt x="576763" y="72555"/>
                      </a:cubicBezTo>
                      <a:cubicBezTo>
                        <a:pt x="576118" y="70297"/>
                        <a:pt x="577408" y="68040"/>
                        <a:pt x="579665" y="67718"/>
                      </a:cubicBezTo>
                      <a:cubicBezTo>
                        <a:pt x="581923" y="67073"/>
                        <a:pt x="584180" y="68363"/>
                        <a:pt x="584502" y="70620"/>
                      </a:cubicBezTo>
                      <a:cubicBezTo>
                        <a:pt x="584825" y="71265"/>
                        <a:pt x="585792" y="72555"/>
                        <a:pt x="587082" y="74167"/>
                      </a:cubicBezTo>
                      <a:cubicBezTo>
                        <a:pt x="588049" y="75134"/>
                        <a:pt x="589017" y="76424"/>
                        <a:pt x="589984" y="78036"/>
                      </a:cubicBezTo>
                      <a:cubicBezTo>
                        <a:pt x="591597" y="80294"/>
                        <a:pt x="592886" y="80939"/>
                        <a:pt x="594499" y="81584"/>
                      </a:cubicBezTo>
                      <a:cubicBezTo>
                        <a:pt x="597724" y="82873"/>
                        <a:pt x="600626" y="84808"/>
                        <a:pt x="601271" y="90935"/>
                      </a:cubicBezTo>
                      <a:cubicBezTo>
                        <a:pt x="601593" y="93192"/>
                        <a:pt x="599981" y="95127"/>
                        <a:pt x="597724" y="95450"/>
                      </a:cubicBezTo>
                      <a:cubicBezTo>
                        <a:pt x="597724" y="95450"/>
                        <a:pt x="597401" y="95450"/>
                        <a:pt x="597401" y="95450"/>
                      </a:cubicBezTo>
                      <a:close/>
                      <a:moveTo>
                        <a:pt x="404567" y="87065"/>
                      </a:moveTo>
                      <a:cubicBezTo>
                        <a:pt x="403277" y="87065"/>
                        <a:pt x="401665" y="86421"/>
                        <a:pt x="401020" y="84808"/>
                      </a:cubicBezTo>
                      <a:cubicBezTo>
                        <a:pt x="400052" y="82873"/>
                        <a:pt x="400698" y="80294"/>
                        <a:pt x="402632" y="79326"/>
                      </a:cubicBezTo>
                      <a:cubicBezTo>
                        <a:pt x="409081" y="76102"/>
                        <a:pt x="412306" y="73522"/>
                        <a:pt x="415208" y="70942"/>
                      </a:cubicBezTo>
                      <a:cubicBezTo>
                        <a:pt x="418433" y="68685"/>
                        <a:pt x="421012" y="66428"/>
                        <a:pt x="425527" y="64493"/>
                      </a:cubicBezTo>
                      <a:cubicBezTo>
                        <a:pt x="427462" y="63848"/>
                        <a:pt x="430041" y="64815"/>
                        <a:pt x="430687" y="66750"/>
                      </a:cubicBezTo>
                      <a:cubicBezTo>
                        <a:pt x="431654" y="68685"/>
                        <a:pt x="430364" y="71265"/>
                        <a:pt x="428430" y="71910"/>
                      </a:cubicBezTo>
                      <a:cubicBezTo>
                        <a:pt x="424882" y="73199"/>
                        <a:pt x="422625" y="74812"/>
                        <a:pt x="420045" y="77069"/>
                      </a:cubicBezTo>
                      <a:cubicBezTo>
                        <a:pt x="417143" y="79326"/>
                        <a:pt x="413274" y="82229"/>
                        <a:pt x="406179" y="86098"/>
                      </a:cubicBezTo>
                      <a:cubicBezTo>
                        <a:pt x="405857" y="86743"/>
                        <a:pt x="405212" y="87065"/>
                        <a:pt x="404567" y="87065"/>
                      </a:cubicBezTo>
                      <a:close/>
                      <a:moveTo>
                        <a:pt x="461321" y="58366"/>
                      </a:moveTo>
                      <a:cubicBezTo>
                        <a:pt x="460353" y="58366"/>
                        <a:pt x="459064" y="58044"/>
                        <a:pt x="458419" y="57076"/>
                      </a:cubicBezTo>
                      <a:cubicBezTo>
                        <a:pt x="456806" y="55464"/>
                        <a:pt x="456806" y="52884"/>
                        <a:pt x="458419" y="51272"/>
                      </a:cubicBezTo>
                      <a:cubicBezTo>
                        <a:pt x="460353" y="49659"/>
                        <a:pt x="461643" y="47725"/>
                        <a:pt x="463255" y="46112"/>
                      </a:cubicBezTo>
                      <a:cubicBezTo>
                        <a:pt x="467447" y="41598"/>
                        <a:pt x="471640" y="36761"/>
                        <a:pt x="478411" y="34504"/>
                      </a:cubicBezTo>
                      <a:lnTo>
                        <a:pt x="480346" y="33859"/>
                      </a:lnTo>
                      <a:cubicBezTo>
                        <a:pt x="482281" y="32891"/>
                        <a:pt x="484861" y="34181"/>
                        <a:pt x="485505" y="36116"/>
                      </a:cubicBezTo>
                      <a:cubicBezTo>
                        <a:pt x="486473" y="38051"/>
                        <a:pt x="485183" y="40631"/>
                        <a:pt x="483248" y="41275"/>
                      </a:cubicBezTo>
                      <a:lnTo>
                        <a:pt x="481314" y="41920"/>
                      </a:lnTo>
                      <a:cubicBezTo>
                        <a:pt x="476476" y="43855"/>
                        <a:pt x="472929" y="47402"/>
                        <a:pt x="469382" y="51594"/>
                      </a:cubicBezTo>
                      <a:cubicBezTo>
                        <a:pt x="467770" y="53529"/>
                        <a:pt x="465835" y="55141"/>
                        <a:pt x="464223" y="57076"/>
                      </a:cubicBezTo>
                      <a:cubicBezTo>
                        <a:pt x="463255" y="58044"/>
                        <a:pt x="462288" y="58366"/>
                        <a:pt x="461321" y="58366"/>
                      </a:cubicBezTo>
                      <a:close/>
                      <a:moveTo>
                        <a:pt x="581600" y="39341"/>
                      </a:moveTo>
                      <a:cubicBezTo>
                        <a:pt x="580632" y="39341"/>
                        <a:pt x="579665" y="39018"/>
                        <a:pt x="579021" y="38373"/>
                      </a:cubicBezTo>
                      <a:cubicBezTo>
                        <a:pt x="577408" y="37083"/>
                        <a:pt x="577086" y="34504"/>
                        <a:pt x="578375" y="32569"/>
                      </a:cubicBezTo>
                      <a:cubicBezTo>
                        <a:pt x="579988" y="30634"/>
                        <a:pt x="581600" y="29022"/>
                        <a:pt x="583212" y="27409"/>
                      </a:cubicBezTo>
                      <a:cubicBezTo>
                        <a:pt x="585470" y="25152"/>
                        <a:pt x="587727" y="23217"/>
                        <a:pt x="589339" y="20638"/>
                      </a:cubicBezTo>
                      <a:cubicBezTo>
                        <a:pt x="590629" y="18703"/>
                        <a:pt x="592241" y="16446"/>
                        <a:pt x="594176" y="14188"/>
                      </a:cubicBezTo>
                      <a:lnTo>
                        <a:pt x="595788" y="12254"/>
                      </a:lnTo>
                      <a:cubicBezTo>
                        <a:pt x="597078" y="10641"/>
                        <a:pt x="599658" y="10319"/>
                        <a:pt x="601593" y="11609"/>
                      </a:cubicBezTo>
                      <a:cubicBezTo>
                        <a:pt x="603205" y="12899"/>
                        <a:pt x="603528" y="15478"/>
                        <a:pt x="602238" y="17413"/>
                      </a:cubicBezTo>
                      <a:lnTo>
                        <a:pt x="600626" y="19348"/>
                      </a:lnTo>
                      <a:cubicBezTo>
                        <a:pt x="599013" y="21605"/>
                        <a:pt x="597078" y="23540"/>
                        <a:pt x="596111" y="25152"/>
                      </a:cubicBezTo>
                      <a:cubicBezTo>
                        <a:pt x="593854" y="28377"/>
                        <a:pt x="591274" y="30957"/>
                        <a:pt x="589017" y="33214"/>
                      </a:cubicBezTo>
                      <a:cubicBezTo>
                        <a:pt x="587404" y="34826"/>
                        <a:pt x="585792" y="36116"/>
                        <a:pt x="584825" y="37728"/>
                      </a:cubicBezTo>
                      <a:cubicBezTo>
                        <a:pt x="584180" y="39018"/>
                        <a:pt x="582890" y="39341"/>
                        <a:pt x="581600" y="39341"/>
                      </a:cubicBezTo>
                      <a:close/>
                      <a:moveTo>
                        <a:pt x="520977" y="38373"/>
                      </a:moveTo>
                      <a:cubicBezTo>
                        <a:pt x="519364" y="38373"/>
                        <a:pt x="518075" y="38051"/>
                        <a:pt x="516462" y="37406"/>
                      </a:cubicBezTo>
                      <a:cubicBezTo>
                        <a:pt x="514205" y="36761"/>
                        <a:pt x="513237" y="34504"/>
                        <a:pt x="513882" y="32246"/>
                      </a:cubicBezTo>
                      <a:cubicBezTo>
                        <a:pt x="514528" y="29989"/>
                        <a:pt x="516785" y="29022"/>
                        <a:pt x="519042" y="29667"/>
                      </a:cubicBezTo>
                      <a:cubicBezTo>
                        <a:pt x="520009" y="29989"/>
                        <a:pt x="520654" y="29989"/>
                        <a:pt x="520977" y="29989"/>
                      </a:cubicBezTo>
                      <a:cubicBezTo>
                        <a:pt x="521622" y="29989"/>
                        <a:pt x="522589" y="29344"/>
                        <a:pt x="524524" y="28377"/>
                      </a:cubicBezTo>
                      <a:cubicBezTo>
                        <a:pt x="530651" y="24185"/>
                        <a:pt x="533553" y="21928"/>
                        <a:pt x="537100" y="18058"/>
                      </a:cubicBezTo>
                      <a:cubicBezTo>
                        <a:pt x="538390" y="16446"/>
                        <a:pt x="540969" y="16123"/>
                        <a:pt x="542904" y="17413"/>
                      </a:cubicBezTo>
                      <a:cubicBezTo>
                        <a:pt x="544517" y="18703"/>
                        <a:pt x="544839" y="21283"/>
                        <a:pt x="543549" y="23217"/>
                      </a:cubicBezTo>
                      <a:cubicBezTo>
                        <a:pt x="539357" y="28054"/>
                        <a:pt x="535488" y="30957"/>
                        <a:pt x="529361" y="35149"/>
                      </a:cubicBezTo>
                      <a:cubicBezTo>
                        <a:pt x="525491" y="37728"/>
                        <a:pt x="523234" y="38373"/>
                        <a:pt x="520977" y="38373"/>
                      </a:cubicBezTo>
                      <a:close/>
                      <a:moveTo>
                        <a:pt x="578375" y="10641"/>
                      </a:moveTo>
                      <a:cubicBezTo>
                        <a:pt x="576118" y="10641"/>
                        <a:pt x="573861" y="10319"/>
                        <a:pt x="571281" y="9996"/>
                      </a:cubicBezTo>
                      <a:cubicBezTo>
                        <a:pt x="568701" y="9674"/>
                        <a:pt x="566122" y="9351"/>
                        <a:pt x="562252" y="9029"/>
                      </a:cubicBezTo>
                      <a:cubicBezTo>
                        <a:pt x="559995" y="9029"/>
                        <a:pt x="558383" y="7094"/>
                        <a:pt x="558383" y="4837"/>
                      </a:cubicBezTo>
                      <a:cubicBezTo>
                        <a:pt x="558383" y="2580"/>
                        <a:pt x="560317" y="967"/>
                        <a:pt x="562574" y="967"/>
                      </a:cubicBezTo>
                      <a:cubicBezTo>
                        <a:pt x="566444" y="1290"/>
                        <a:pt x="569669" y="1612"/>
                        <a:pt x="572249" y="1935"/>
                      </a:cubicBezTo>
                      <a:cubicBezTo>
                        <a:pt x="578375" y="2580"/>
                        <a:pt x="581277" y="2902"/>
                        <a:pt x="586759" y="322"/>
                      </a:cubicBezTo>
                      <a:lnTo>
                        <a:pt x="587404" y="0"/>
                      </a:lnTo>
                      <a:lnTo>
                        <a:pt x="590952" y="7417"/>
                      </a:lnTo>
                      <a:lnTo>
                        <a:pt x="590306" y="7739"/>
                      </a:lnTo>
                      <a:cubicBezTo>
                        <a:pt x="585792" y="9996"/>
                        <a:pt x="582245" y="10641"/>
                        <a:pt x="578375" y="10641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88" name="Freeform: Shape 287">
                  <a:extLst>
                    <a:ext uri="{FF2B5EF4-FFF2-40B4-BE49-F238E27FC236}">
                      <a16:creationId xmlns:a16="http://schemas.microsoft.com/office/drawing/2014/main" id="{0D9F9DDB-CAEB-D053-CB83-4E584125936F}"/>
                    </a:ext>
                  </a:extLst>
                </p:cNvPr>
                <p:cNvSpPr/>
                <p:nvPr/>
              </p:nvSpPr>
              <p:spPr>
                <a:xfrm>
                  <a:off x="8547623" y="2490198"/>
                  <a:ext cx="32246" cy="32246"/>
                </a:xfrm>
                <a:custGeom>
                  <a:avLst/>
                  <a:gdLst>
                    <a:gd name="connsiteX0" fmla="*/ 10964 w 0"/>
                    <a:gd name="connsiteY0" fmla="*/ 29264 h 0"/>
                    <a:gd name="connsiteX1" fmla="*/ 7094 w 0"/>
                    <a:gd name="connsiteY1" fmla="*/ 26039 h 0"/>
                    <a:gd name="connsiteX2" fmla="*/ 2579 w 0"/>
                    <a:gd name="connsiteY2" fmla="*/ 15720 h 0"/>
                    <a:gd name="connsiteX3" fmla="*/ 0 w 0"/>
                    <a:gd name="connsiteY3" fmla="*/ 12495 h 0"/>
                    <a:gd name="connsiteX4" fmla="*/ 2902 w 0"/>
                    <a:gd name="connsiteY4" fmla="*/ 9916 h 0"/>
                    <a:gd name="connsiteX5" fmla="*/ 12576 w 0"/>
                    <a:gd name="connsiteY5" fmla="*/ 1209 h 0"/>
                    <a:gd name="connsiteX6" fmla="*/ 18380 w 0"/>
                    <a:gd name="connsiteY6" fmla="*/ 1209 h 0"/>
                    <a:gd name="connsiteX7" fmla="*/ 18380 w 0"/>
                    <a:gd name="connsiteY7" fmla="*/ 7014 h 0"/>
                    <a:gd name="connsiteX8" fmla="*/ 10964 w 0"/>
                    <a:gd name="connsiteY8" fmla="*/ 14108 h 0"/>
                    <a:gd name="connsiteX9" fmla="*/ 14833 w 0"/>
                    <a:gd name="connsiteY9" fmla="*/ 24749 h 0"/>
                    <a:gd name="connsiteX10" fmla="*/ 11609 w 0"/>
                    <a:gd name="connsiteY10" fmla="*/ 29586 h 0"/>
                    <a:gd name="connsiteX11" fmla="*/ 10964 w 0"/>
                    <a:gd name="connsiteY11" fmla="*/ 2926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10964" y="29264"/>
                      </a:moveTo>
                      <a:cubicBezTo>
                        <a:pt x="9029" y="29264"/>
                        <a:pt x="7417" y="27974"/>
                        <a:pt x="7094" y="26039"/>
                      </a:cubicBezTo>
                      <a:cubicBezTo>
                        <a:pt x="6449" y="21847"/>
                        <a:pt x="4837" y="18300"/>
                        <a:pt x="2579" y="15720"/>
                      </a:cubicBezTo>
                      <a:lnTo>
                        <a:pt x="0" y="12495"/>
                      </a:lnTo>
                      <a:lnTo>
                        <a:pt x="2902" y="9916"/>
                      </a:lnTo>
                      <a:cubicBezTo>
                        <a:pt x="6771" y="6691"/>
                        <a:pt x="9996" y="3789"/>
                        <a:pt x="12576" y="1209"/>
                      </a:cubicBezTo>
                      <a:cubicBezTo>
                        <a:pt x="14188" y="-403"/>
                        <a:pt x="16768" y="-403"/>
                        <a:pt x="18380" y="1209"/>
                      </a:cubicBezTo>
                      <a:cubicBezTo>
                        <a:pt x="19993" y="2822"/>
                        <a:pt x="19993" y="5401"/>
                        <a:pt x="18380" y="7014"/>
                      </a:cubicBezTo>
                      <a:cubicBezTo>
                        <a:pt x="16123" y="9271"/>
                        <a:pt x="13866" y="11528"/>
                        <a:pt x="10964" y="14108"/>
                      </a:cubicBezTo>
                      <a:cubicBezTo>
                        <a:pt x="12898" y="17332"/>
                        <a:pt x="14188" y="20880"/>
                        <a:pt x="14833" y="24749"/>
                      </a:cubicBezTo>
                      <a:cubicBezTo>
                        <a:pt x="15156" y="27006"/>
                        <a:pt x="13866" y="28941"/>
                        <a:pt x="11609" y="29586"/>
                      </a:cubicBezTo>
                      <a:cubicBezTo>
                        <a:pt x="11286" y="29264"/>
                        <a:pt x="10964" y="29264"/>
                        <a:pt x="10964" y="29264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89" name="Freeform: Shape 288">
                  <a:extLst>
                    <a:ext uri="{FF2B5EF4-FFF2-40B4-BE49-F238E27FC236}">
                      <a16:creationId xmlns:a16="http://schemas.microsoft.com/office/drawing/2014/main" id="{5B8959D6-1841-FA3F-3047-A727CE4E75E1}"/>
                    </a:ext>
                  </a:extLst>
                </p:cNvPr>
                <p:cNvSpPr/>
                <p:nvPr/>
              </p:nvSpPr>
              <p:spPr>
                <a:xfrm>
                  <a:off x="8560077" y="2554488"/>
                  <a:ext cx="32246" cy="32246"/>
                </a:xfrm>
                <a:custGeom>
                  <a:avLst/>
                  <a:gdLst>
                    <a:gd name="connsiteX0" fmla="*/ 13988 w 0"/>
                    <a:gd name="connsiteY0" fmla="*/ 20760 h 0"/>
                    <a:gd name="connsiteX1" fmla="*/ 13988 w 0"/>
                    <a:gd name="connsiteY1" fmla="*/ 20760 h 0"/>
                    <a:gd name="connsiteX2" fmla="*/ 9151 w 0"/>
                    <a:gd name="connsiteY2" fmla="*/ 20115 h 0"/>
                    <a:gd name="connsiteX3" fmla="*/ 6571 w 0"/>
                    <a:gd name="connsiteY3" fmla="*/ 19792 h 0"/>
                    <a:gd name="connsiteX4" fmla="*/ 5604 w 0"/>
                    <a:gd name="connsiteY4" fmla="*/ 17535 h 0"/>
                    <a:gd name="connsiteX5" fmla="*/ 444 w 0"/>
                    <a:gd name="connsiteY5" fmla="*/ 5926 h 0"/>
                    <a:gd name="connsiteX6" fmla="*/ 2057 w 0"/>
                    <a:gd name="connsiteY6" fmla="*/ 445 h 0"/>
                    <a:gd name="connsiteX7" fmla="*/ 7539 w 0"/>
                    <a:gd name="connsiteY7" fmla="*/ 2057 h 0"/>
                    <a:gd name="connsiteX8" fmla="*/ 12375 w 0"/>
                    <a:gd name="connsiteY8" fmla="*/ 12698 h 0"/>
                    <a:gd name="connsiteX9" fmla="*/ 13666 w 0"/>
                    <a:gd name="connsiteY9" fmla="*/ 12698 h 0"/>
                    <a:gd name="connsiteX10" fmla="*/ 17535 w 0"/>
                    <a:gd name="connsiteY10" fmla="*/ 16890 h 0"/>
                    <a:gd name="connsiteX11" fmla="*/ 13988 w 0"/>
                    <a:gd name="connsiteY11" fmla="*/ 2076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13988" y="20760"/>
                      </a:moveTo>
                      <a:cubicBezTo>
                        <a:pt x="13988" y="20760"/>
                        <a:pt x="13988" y="20760"/>
                        <a:pt x="13988" y="20760"/>
                      </a:cubicBezTo>
                      <a:cubicBezTo>
                        <a:pt x="12375" y="20760"/>
                        <a:pt x="10764" y="20437"/>
                        <a:pt x="9151" y="20115"/>
                      </a:cubicBezTo>
                      <a:lnTo>
                        <a:pt x="6571" y="19792"/>
                      </a:lnTo>
                      <a:lnTo>
                        <a:pt x="5604" y="17535"/>
                      </a:lnTo>
                      <a:cubicBezTo>
                        <a:pt x="4314" y="13343"/>
                        <a:pt x="2379" y="9473"/>
                        <a:pt x="444" y="5926"/>
                      </a:cubicBezTo>
                      <a:cubicBezTo>
                        <a:pt x="-523" y="3992"/>
                        <a:pt x="122" y="1412"/>
                        <a:pt x="2057" y="445"/>
                      </a:cubicBezTo>
                      <a:cubicBezTo>
                        <a:pt x="3992" y="-523"/>
                        <a:pt x="6571" y="122"/>
                        <a:pt x="7539" y="2057"/>
                      </a:cubicBezTo>
                      <a:cubicBezTo>
                        <a:pt x="9151" y="5281"/>
                        <a:pt x="11086" y="8829"/>
                        <a:pt x="12375" y="12698"/>
                      </a:cubicBezTo>
                      <a:cubicBezTo>
                        <a:pt x="12698" y="12698"/>
                        <a:pt x="13343" y="12698"/>
                        <a:pt x="13666" y="12698"/>
                      </a:cubicBezTo>
                      <a:cubicBezTo>
                        <a:pt x="15923" y="12698"/>
                        <a:pt x="17535" y="14633"/>
                        <a:pt x="17535" y="16890"/>
                      </a:cubicBezTo>
                      <a:cubicBezTo>
                        <a:pt x="18180" y="19147"/>
                        <a:pt x="16245" y="20760"/>
                        <a:pt x="13988" y="2076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51B9873-00EF-753A-8A4B-107A26004B9D}"/>
                  </a:ext>
                </a:extLst>
              </p:cNvPr>
              <p:cNvSpPr/>
              <p:nvPr/>
            </p:nvSpPr>
            <p:spPr>
              <a:xfrm>
                <a:off x="7609250" y="2304015"/>
                <a:ext cx="1064133" cy="806162"/>
              </a:xfrm>
              <a:custGeom>
                <a:avLst/>
                <a:gdLst>
                  <a:gd name="connsiteX0" fmla="*/ 1066068 w 1064133"/>
                  <a:gd name="connsiteY0" fmla="*/ 104840 h 806162"/>
                  <a:gd name="connsiteX1" fmla="*/ 1060586 w 1064133"/>
                  <a:gd name="connsiteY1" fmla="*/ 110322 h 806162"/>
                  <a:gd name="connsiteX2" fmla="*/ 1049945 w 1064133"/>
                  <a:gd name="connsiteY2" fmla="*/ 112902 h 806162"/>
                  <a:gd name="connsiteX3" fmla="*/ 1046398 w 1064133"/>
                  <a:gd name="connsiteY3" fmla="*/ 93232 h 806162"/>
                  <a:gd name="connsiteX4" fmla="*/ 1035756 w 1064133"/>
                  <a:gd name="connsiteY4" fmla="*/ 81623 h 806162"/>
                  <a:gd name="connsiteX5" fmla="*/ 1030275 w 1064133"/>
                  <a:gd name="connsiteY5" fmla="*/ 67435 h 806162"/>
                  <a:gd name="connsiteX6" fmla="*/ 1027695 w 1064133"/>
                  <a:gd name="connsiteY6" fmla="*/ 45829 h 806162"/>
                  <a:gd name="connsiteX7" fmla="*/ 1041883 w 1064133"/>
                  <a:gd name="connsiteY7" fmla="*/ 24224 h 806162"/>
                  <a:gd name="connsiteX8" fmla="*/ 1048978 w 1064133"/>
                  <a:gd name="connsiteY8" fmla="*/ 39 h 806162"/>
                  <a:gd name="connsiteX9" fmla="*/ 1037369 w 1064133"/>
                  <a:gd name="connsiteY9" fmla="*/ 5521 h 806162"/>
                  <a:gd name="connsiteX10" fmla="*/ 1001575 w 1064133"/>
                  <a:gd name="connsiteY10" fmla="*/ 6489 h 806162"/>
                  <a:gd name="connsiteX11" fmla="*/ 992546 w 1064133"/>
                  <a:gd name="connsiteY11" fmla="*/ 17130 h 806162"/>
                  <a:gd name="connsiteX12" fmla="*/ 975456 w 1064133"/>
                  <a:gd name="connsiteY12" fmla="*/ 33253 h 806162"/>
                  <a:gd name="connsiteX13" fmla="*/ 953206 w 1064133"/>
                  <a:gd name="connsiteY13" fmla="*/ 32286 h 806162"/>
                  <a:gd name="connsiteX14" fmla="*/ 929021 w 1064133"/>
                  <a:gd name="connsiteY14" fmla="*/ 39380 h 806162"/>
                  <a:gd name="connsiteX15" fmla="*/ 888713 w 1064133"/>
                  <a:gd name="connsiteY15" fmla="*/ 66145 h 806162"/>
                  <a:gd name="connsiteX16" fmla="*/ 847437 w 1064133"/>
                  <a:gd name="connsiteY16" fmla="*/ 86783 h 806162"/>
                  <a:gd name="connsiteX17" fmla="*/ 801647 w 1064133"/>
                  <a:gd name="connsiteY17" fmla="*/ 107420 h 806162"/>
                  <a:gd name="connsiteX18" fmla="*/ 768433 w 1064133"/>
                  <a:gd name="connsiteY18" fmla="*/ 102906 h 806162"/>
                  <a:gd name="connsiteX19" fmla="*/ 758437 w 1064133"/>
                  <a:gd name="connsiteY19" fmla="*/ 111935 h 806162"/>
                  <a:gd name="connsiteX20" fmla="*/ 764564 w 1064133"/>
                  <a:gd name="connsiteY20" fmla="*/ 124511 h 806162"/>
                  <a:gd name="connsiteX21" fmla="*/ 747473 w 1064133"/>
                  <a:gd name="connsiteY21" fmla="*/ 146761 h 806162"/>
                  <a:gd name="connsiteX22" fmla="*/ 717806 w 1064133"/>
                  <a:gd name="connsiteY22" fmla="*/ 179975 h 806162"/>
                  <a:gd name="connsiteX23" fmla="*/ 707165 w 1064133"/>
                  <a:gd name="connsiteY23" fmla="*/ 214801 h 806162"/>
                  <a:gd name="connsiteX24" fmla="*/ 686527 w 1064133"/>
                  <a:gd name="connsiteY24" fmla="*/ 229957 h 806162"/>
                  <a:gd name="connsiteX25" fmla="*/ 647187 w 1064133"/>
                  <a:gd name="connsiteY25" fmla="*/ 243500 h 806162"/>
                  <a:gd name="connsiteX26" fmla="*/ 611393 w 1064133"/>
                  <a:gd name="connsiteY26" fmla="*/ 247047 h 806162"/>
                  <a:gd name="connsiteX27" fmla="*/ 573020 w 1064133"/>
                  <a:gd name="connsiteY27" fmla="*/ 257689 h 806162"/>
                  <a:gd name="connsiteX28" fmla="*/ 543353 w 1064133"/>
                  <a:gd name="connsiteY28" fmla="*/ 248660 h 806162"/>
                  <a:gd name="connsiteX29" fmla="*/ 498531 w 1064133"/>
                  <a:gd name="connsiteY29" fmla="*/ 243178 h 806162"/>
                  <a:gd name="connsiteX30" fmla="*/ 460802 w 1064133"/>
                  <a:gd name="connsiteY30" fmla="*/ 262848 h 806162"/>
                  <a:gd name="connsiteX31" fmla="*/ 411465 w 1064133"/>
                  <a:gd name="connsiteY31" fmla="*/ 281551 h 806162"/>
                  <a:gd name="connsiteX32" fmla="*/ 411142 w 1064133"/>
                  <a:gd name="connsiteY32" fmla="*/ 281551 h 806162"/>
                  <a:gd name="connsiteX33" fmla="*/ 404693 w 1064133"/>
                  <a:gd name="connsiteY33" fmla="*/ 283486 h 806162"/>
                  <a:gd name="connsiteX34" fmla="*/ 374704 w 1064133"/>
                  <a:gd name="connsiteY34" fmla="*/ 272522 h 806162"/>
                  <a:gd name="connsiteX35" fmla="*/ 338910 w 1064133"/>
                  <a:gd name="connsiteY35" fmla="*/ 294772 h 806162"/>
                  <a:gd name="connsiteX36" fmla="*/ 304729 w 1064133"/>
                  <a:gd name="connsiteY36" fmla="*/ 296707 h 806162"/>
                  <a:gd name="connsiteX37" fmla="*/ 283124 w 1064133"/>
                  <a:gd name="connsiteY37" fmla="*/ 305736 h 806162"/>
                  <a:gd name="connsiteX38" fmla="*/ 254425 w 1064133"/>
                  <a:gd name="connsiteY38" fmla="*/ 295740 h 806162"/>
                  <a:gd name="connsiteX39" fmla="*/ 213149 w 1064133"/>
                  <a:gd name="connsiteY39" fmla="*/ 309928 h 806162"/>
                  <a:gd name="connsiteX40" fmla="*/ 177356 w 1064133"/>
                  <a:gd name="connsiteY40" fmla="*/ 316055 h 806162"/>
                  <a:gd name="connsiteX41" fmla="*/ 132210 w 1064133"/>
                  <a:gd name="connsiteY41" fmla="*/ 312830 h 806162"/>
                  <a:gd name="connsiteX42" fmla="*/ 112863 w 1064133"/>
                  <a:gd name="connsiteY42" fmla="*/ 297997 h 806162"/>
                  <a:gd name="connsiteX43" fmla="*/ 93515 w 1064133"/>
                  <a:gd name="connsiteY43" fmla="*/ 304124 h 806162"/>
                  <a:gd name="connsiteX44" fmla="*/ 78681 w 1064133"/>
                  <a:gd name="connsiteY44" fmla="*/ 324439 h 806162"/>
                  <a:gd name="connsiteX45" fmla="*/ 53852 w 1064133"/>
                  <a:gd name="connsiteY45" fmla="*/ 334436 h 806162"/>
                  <a:gd name="connsiteX46" fmla="*/ 22895 w 1064133"/>
                  <a:gd name="connsiteY46" fmla="*/ 339272 h 806162"/>
                  <a:gd name="connsiteX47" fmla="*/ 23862 w 1064133"/>
                  <a:gd name="connsiteY47" fmla="*/ 346367 h 806162"/>
                  <a:gd name="connsiteX48" fmla="*/ 18380 w 1064133"/>
                  <a:gd name="connsiteY48" fmla="*/ 391189 h 806162"/>
                  <a:gd name="connsiteX49" fmla="*/ 4192 w 1064133"/>
                  <a:gd name="connsiteY49" fmla="*/ 434077 h 806162"/>
                  <a:gd name="connsiteX50" fmla="*/ 0 w 1064133"/>
                  <a:gd name="connsiteY50" fmla="*/ 442461 h 806162"/>
                  <a:gd name="connsiteX51" fmla="*/ 4837 w 1064133"/>
                  <a:gd name="connsiteY51" fmla="*/ 443106 h 806162"/>
                  <a:gd name="connsiteX52" fmla="*/ 17736 w 1064133"/>
                  <a:gd name="connsiteY52" fmla="*/ 460519 h 806162"/>
                  <a:gd name="connsiteX53" fmla="*/ 31924 w 1064133"/>
                  <a:gd name="connsiteY53" fmla="*/ 484059 h 806162"/>
                  <a:gd name="connsiteX54" fmla="*/ 25797 w 1064133"/>
                  <a:gd name="connsiteY54" fmla="*/ 511469 h 806162"/>
                  <a:gd name="connsiteX55" fmla="*/ 33214 w 1064133"/>
                  <a:gd name="connsiteY55" fmla="*/ 536299 h 806162"/>
                  <a:gd name="connsiteX56" fmla="*/ 39663 w 1064133"/>
                  <a:gd name="connsiteY56" fmla="*/ 559839 h 806162"/>
                  <a:gd name="connsiteX57" fmla="*/ 41921 w 1064133"/>
                  <a:gd name="connsiteY57" fmla="*/ 559839 h 806162"/>
                  <a:gd name="connsiteX58" fmla="*/ 56109 w 1064133"/>
                  <a:gd name="connsiteY58" fmla="*/ 550487 h 806162"/>
                  <a:gd name="connsiteX59" fmla="*/ 49982 w 1064133"/>
                  <a:gd name="connsiteY59" fmla="*/ 536943 h 806162"/>
                  <a:gd name="connsiteX60" fmla="*/ 48692 w 1064133"/>
                  <a:gd name="connsiteY60" fmla="*/ 520820 h 806162"/>
                  <a:gd name="connsiteX61" fmla="*/ 66750 w 1064133"/>
                  <a:gd name="connsiteY61" fmla="*/ 498570 h 806162"/>
                  <a:gd name="connsiteX62" fmla="*/ 87710 w 1064133"/>
                  <a:gd name="connsiteY62" fmla="*/ 483737 h 806162"/>
                  <a:gd name="connsiteX63" fmla="*/ 116087 w 1064133"/>
                  <a:gd name="connsiteY63" fmla="*/ 475030 h 806162"/>
                  <a:gd name="connsiteX64" fmla="*/ 142207 w 1064133"/>
                  <a:gd name="connsiteY64" fmla="*/ 474385 h 806162"/>
                  <a:gd name="connsiteX65" fmla="*/ 148334 w 1064133"/>
                  <a:gd name="connsiteY65" fmla="*/ 490509 h 806162"/>
                  <a:gd name="connsiteX66" fmla="*/ 178645 w 1064133"/>
                  <a:gd name="connsiteY66" fmla="*/ 481802 h 806162"/>
                  <a:gd name="connsiteX67" fmla="*/ 206055 w 1064133"/>
                  <a:gd name="connsiteY67" fmla="*/ 482447 h 806162"/>
                  <a:gd name="connsiteX68" fmla="*/ 232820 w 1064133"/>
                  <a:gd name="connsiteY68" fmla="*/ 489219 h 806162"/>
                  <a:gd name="connsiteX69" fmla="*/ 253135 w 1064133"/>
                  <a:gd name="connsiteY69" fmla="*/ 487929 h 806162"/>
                  <a:gd name="connsiteX70" fmla="*/ 263131 w 1064133"/>
                  <a:gd name="connsiteY70" fmla="*/ 507277 h 806162"/>
                  <a:gd name="connsiteX71" fmla="*/ 275385 w 1064133"/>
                  <a:gd name="connsiteY71" fmla="*/ 509212 h 806162"/>
                  <a:gd name="connsiteX72" fmla="*/ 286026 w 1064133"/>
                  <a:gd name="connsiteY72" fmla="*/ 491798 h 806162"/>
                  <a:gd name="connsiteX73" fmla="*/ 303439 w 1064133"/>
                  <a:gd name="connsiteY73" fmla="*/ 485672 h 806162"/>
                  <a:gd name="connsiteX74" fmla="*/ 316983 w 1064133"/>
                  <a:gd name="connsiteY74" fmla="*/ 475030 h 806162"/>
                  <a:gd name="connsiteX75" fmla="*/ 323754 w 1064133"/>
                  <a:gd name="connsiteY75" fmla="*/ 454715 h 806162"/>
                  <a:gd name="connsiteX76" fmla="*/ 344070 w 1064133"/>
                  <a:gd name="connsiteY76" fmla="*/ 454070 h 806162"/>
                  <a:gd name="connsiteX77" fmla="*/ 361483 w 1064133"/>
                  <a:gd name="connsiteY77" fmla="*/ 447298 h 806162"/>
                  <a:gd name="connsiteX78" fmla="*/ 385668 w 1064133"/>
                  <a:gd name="connsiteY78" fmla="*/ 440526 h 806162"/>
                  <a:gd name="connsiteX79" fmla="*/ 415979 w 1064133"/>
                  <a:gd name="connsiteY79" fmla="*/ 438592 h 806162"/>
                  <a:gd name="connsiteX80" fmla="*/ 442099 w 1064133"/>
                  <a:gd name="connsiteY80" fmla="*/ 441171 h 806162"/>
                  <a:gd name="connsiteX81" fmla="*/ 434038 w 1064133"/>
                  <a:gd name="connsiteY81" fmla="*/ 459874 h 806162"/>
                  <a:gd name="connsiteX82" fmla="*/ 432748 w 1064133"/>
                  <a:gd name="connsiteY82" fmla="*/ 492121 h 806162"/>
                  <a:gd name="connsiteX83" fmla="*/ 445646 w 1064133"/>
                  <a:gd name="connsiteY83" fmla="*/ 503407 h 806162"/>
                  <a:gd name="connsiteX84" fmla="*/ 486599 w 1064133"/>
                  <a:gd name="connsiteY84" fmla="*/ 499215 h 806162"/>
                  <a:gd name="connsiteX85" fmla="*/ 501433 w 1064133"/>
                  <a:gd name="connsiteY85" fmla="*/ 518563 h 806162"/>
                  <a:gd name="connsiteX86" fmla="*/ 524972 w 1064133"/>
                  <a:gd name="connsiteY86" fmla="*/ 525980 h 806162"/>
                  <a:gd name="connsiteX87" fmla="*/ 524327 w 1064133"/>
                  <a:gd name="connsiteY87" fmla="*/ 550809 h 806162"/>
                  <a:gd name="connsiteX88" fmla="*/ 539806 w 1064133"/>
                  <a:gd name="connsiteY88" fmla="*/ 567578 h 806162"/>
                  <a:gd name="connsiteX89" fmla="*/ 541096 w 1064133"/>
                  <a:gd name="connsiteY89" fmla="*/ 589183 h 806162"/>
                  <a:gd name="connsiteX90" fmla="*/ 526907 w 1064133"/>
                  <a:gd name="connsiteY90" fmla="*/ 605951 h 806162"/>
                  <a:gd name="connsiteX91" fmla="*/ 517556 w 1064133"/>
                  <a:gd name="connsiteY91" fmla="*/ 613368 h 806162"/>
                  <a:gd name="connsiteX92" fmla="*/ 493693 w 1064133"/>
                  <a:gd name="connsiteY92" fmla="*/ 625944 h 806162"/>
                  <a:gd name="connsiteX93" fmla="*/ 494661 w 1064133"/>
                  <a:gd name="connsiteY93" fmla="*/ 627556 h 806162"/>
                  <a:gd name="connsiteX94" fmla="*/ 497240 w 1064133"/>
                  <a:gd name="connsiteY94" fmla="*/ 636585 h 806162"/>
                  <a:gd name="connsiteX95" fmla="*/ 507882 w 1064133"/>
                  <a:gd name="connsiteY95" fmla="*/ 655288 h 806162"/>
                  <a:gd name="connsiteX96" fmla="*/ 492726 w 1064133"/>
                  <a:gd name="connsiteY96" fmla="*/ 665929 h 806162"/>
                  <a:gd name="connsiteX97" fmla="*/ 482407 w 1064133"/>
                  <a:gd name="connsiteY97" fmla="*/ 657545 h 806162"/>
                  <a:gd name="connsiteX98" fmla="*/ 469831 w 1064133"/>
                  <a:gd name="connsiteY98" fmla="*/ 667864 h 806162"/>
                  <a:gd name="connsiteX99" fmla="*/ 470799 w 1064133"/>
                  <a:gd name="connsiteY99" fmla="*/ 683987 h 806162"/>
                  <a:gd name="connsiteX100" fmla="*/ 468541 w 1064133"/>
                  <a:gd name="connsiteY100" fmla="*/ 701401 h 806162"/>
                  <a:gd name="connsiteX101" fmla="*/ 471766 w 1064133"/>
                  <a:gd name="connsiteY101" fmla="*/ 723328 h 806162"/>
                  <a:gd name="connsiteX102" fmla="*/ 468219 w 1064133"/>
                  <a:gd name="connsiteY102" fmla="*/ 736227 h 806162"/>
                  <a:gd name="connsiteX103" fmla="*/ 466606 w 1064133"/>
                  <a:gd name="connsiteY103" fmla="*/ 737839 h 806162"/>
                  <a:gd name="connsiteX104" fmla="*/ 473056 w 1064133"/>
                  <a:gd name="connsiteY104" fmla="*/ 743321 h 806162"/>
                  <a:gd name="connsiteX105" fmla="*/ 477248 w 1064133"/>
                  <a:gd name="connsiteY105" fmla="*/ 763636 h 806162"/>
                  <a:gd name="connsiteX106" fmla="*/ 480795 w 1064133"/>
                  <a:gd name="connsiteY106" fmla="*/ 786531 h 806162"/>
                  <a:gd name="connsiteX107" fmla="*/ 496595 w 1064133"/>
                  <a:gd name="connsiteY107" fmla="*/ 792336 h 806162"/>
                  <a:gd name="connsiteX108" fmla="*/ 511751 w 1064133"/>
                  <a:gd name="connsiteY108" fmla="*/ 795883 h 806162"/>
                  <a:gd name="connsiteX109" fmla="*/ 517233 w 1064133"/>
                  <a:gd name="connsiteY109" fmla="*/ 811684 h 806162"/>
                  <a:gd name="connsiteX110" fmla="*/ 529809 w 1064133"/>
                  <a:gd name="connsiteY110" fmla="*/ 801042 h 806162"/>
                  <a:gd name="connsiteX111" fmla="*/ 544643 w 1064133"/>
                  <a:gd name="connsiteY111" fmla="*/ 777825 h 806162"/>
                  <a:gd name="connsiteX112" fmla="*/ 558831 w 1064133"/>
                  <a:gd name="connsiteY112" fmla="*/ 753962 h 806162"/>
                  <a:gd name="connsiteX113" fmla="*/ 564958 w 1064133"/>
                  <a:gd name="connsiteY113" fmla="*/ 735259 h 806162"/>
                  <a:gd name="connsiteX114" fmla="*/ 575277 w 1064133"/>
                  <a:gd name="connsiteY114" fmla="*/ 751705 h 806162"/>
                  <a:gd name="connsiteX115" fmla="*/ 593980 w 1064133"/>
                  <a:gd name="connsiteY115" fmla="*/ 754930 h 806162"/>
                  <a:gd name="connsiteX116" fmla="*/ 606556 w 1064133"/>
                  <a:gd name="connsiteY116" fmla="*/ 752350 h 806162"/>
                  <a:gd name="connsiteX117" fmla="*/ 617197 w 1064133"/>
                  <a:gd name="connsiteY117" fmla="*/ 736227 h 806162"/>
                  <a:gd name="connsiteX118" fmla="*/ 611716 w 1064133"/>
                  <a:gd name="connsiteY118" fmla="*/ 716556 h 806162"/>
                  <a:gd name="connsiteX119" fmla="*/ 611716 w 1064133"/>
                  <a:gd name="connsiteY119" fmla="*/ 702368 h 806162"/>
                  <a:gd name="connsiteX120" fmla="*/ 615263 w 1064133"/>
                  <a:gd name="connsiteY120" fmla="*/ 680118 h 806162"/>
                  <a:gd name="connsiteX121" fmla="*/ 617842 w 1064133"/>
                  <a:gd name="connsiteY121" fmla="*/ 665929 h 806162"/>
                  <a:gd name="connsiteX122" fmla="*/ 640093 w 1064133"/>
                  <a:gd name="connsiteY122" fmla="*/ 637230 h 806162"/>
                  <a:gd name="connsiteX123" fmla="*/ 645574 w 1064133"/>
                  <a:gd name="connsiteY123" fmla="*/ 616592 h 806162"/>
                  <a:gd name="connsiteX124" fmla="*/ 651701 w 1064133"/>
                  <a:gd name="connsiteY124" fmla="*/ 583378 h 806162"/>
                  <a:gd name="connsiteX125" fmla="*/ 669759 w 1064133"/>
                  <a:gd name="connsiteY125" fmla="*/ 553067 h 806162"/>
                  <a:gd name="connsiteX126" fmla="*/ 660730 w 1064133"/>
                  <a:gd name="connsiteY126" fmla="*/ 527914 h 806162"/>
                  <a:gd name="connsiteX127" fmla="*/ 657183 w 1064133"/>
                  <a:gd name="connsiteY127" fmla="*/ 505664 h 806162"/>
                  <a:gd name="connsiteX128" fmla="*/ 689430 w 1064133"/>
                  <a:gd name="connsiteY128" fmla="*/ 460842 h 806162"/>
                  <a:gd name="connsiteX129" fmla="*/ 722644 w 1064133"/>
                  <a:gd name="connsiteY129" fmla="*/ 446653 h 806162"/>
                  <a:gd name="connsiteX130" fmla="*/ 733285 w 1064133"/>
                  <a:gd name="connsiteY130" fmla="*/ 457295 h 806162"/>
                  <a:gd name="connsiteX131" fmla="*/ 754890 w 1064133"/>
                  <a:gd name="connsiteY131" fmla="*/ 436657 h 806162"/>
                  <a:gd name="connsiteX132" fmla="*/ 745861 w 1064133"/>
                  <a:gd name="connsiteY132" fmla="*/ 401831 h 806162"/>
                  <a:gd name="connsiteX133" fmla="*/ 743926 w 1064133"/>
                  <a:gd name="connsiteY133" fmla="*/ 371519 h 806162"/>
                  <a:gd name="connsiteX134" fmla="*/ 766176 w 1064133"/>
                  <a:gd name="connsiteY134" fmla="*/ 341852 h 806162"/>
                  <a:gd name="connsiteX135" fmla="*/ 785846 w 1064133"/>
                  <a:gd name="connsiteY135" fmla="*/ 307671 h 806162"/>
                  <a:gd name="connsiteX136" fmla="*/ 795843 w 1064133"/>
                  <a:gd name="connsiteY136" fmla="*/ 315733 h 806162"/>
                  <a:gd name="connsiteX137" fmla="*/ 807451 w 1064133"/>
                  <a:gd name="connsiteY137" fmla="*/ 305091 h 806162"/>
                  <a:gd name="connsiteX138" fmla="*/ 824542 w 1064133"/>
                  <a:gd name="connsiteY138" fmla="*/ 279939 h 806162"/>
                  <a:gd name="connsiteX139" fmla="*/ 861303 w 1064133"/>
                  <a:gd name="connsiteY139" fmla="*/ 258334 h 806162"/>
                  <a:gd name="connsiteX140" fmla="*/ 882908 w 1064133"/>
                  <a:gd name="connsiteY140" fmla="*/ 237696 h 806162"/>
                  <a:gd name="connsiteX141" fmla="*/ 907093 w 1064133"/>
                  <a:gd name="connsiteY141" fmla="*/ 220605 h 806162"/>
                  <a:gd name="connsiteX142" fmla="*/ 959010 w 1064133"/>
                  <a:gd name="connsiteY142" fmla="*/ 182232 h 806162"/>
                  <a:gd name="connsiteX143" fmla="*/ 982228 w 1064133"/>
                  <a:gd name="connsiteY143" fmla="*/ 171591 h 806162"/>
                  <a:gd name="connsiteX144" fmla="*/ 991257 w 1064133"/>
                  <a:gd name="connsiteY144" fmla="*/ 150953 h 806162"/>
                  <a:gd name="connsiteX145" fmla="*/ 1006413 w 1064133"/>
                  <a:gd name="connsiteY145" fmla="*/ 154500 h 806162"/>
                  <a:gd name="connsiteX146" fmla="*/ 1027050 w 1064133"/>
                  <a:gd name="connsiteY146" fmla="*/ 147406 h 806162"/>
                  <a:gd name="connsiteX147" fmla="*/ 1042206 w 1064133"/>
                  <a:gd name="connsiteY147" fmla="*/ 139344 h 806162"/>
                  <a:gd name="connsiteX148" fmla="*/ 1058329 w 1064133"/>
                  <a:gd name="connsiteY148" fmla="*/ 134830 h 806162"/>
                  <a:gd name="connsiteX149" fmla="*/ 1075420 w 1064133"/>
                  <a:gd name="connsiteY149" fmla="*/ 122254 h 806162"/>
                  <a:gd name="connsiteX150" fmla="*/ 1066068 w 1064133"/>
                  <a:gd name="connsiteY150" fmla="*/ 104840 h 80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</a:cxnLst>
                <a:rect l="l" t="t" r="r" b="b"/>
                <a:pathLst>
                  <a:path w="1064133" h="806162">
                    <a:moveTo>
                      <a:pt x="1066068" y="104840"/>
                    </a:moveTo>
                    <a:cubicBezTo>
                      <a:pt x="1058007" y="101293"/>
                      <a:pt x="1066068" y="104840"/>
                      <a:pt x="1060586" y="110322"/>
                    </a:cubicBezTo>
                    <a:cubicBezTo>
                      <a:pt x="1055105" y="115804"/>
                      <a:pt x="1052525" y="117417"/>
                      <a:pt x="1049945" y="112902"/>
                    </a:cubicBezTo>
                    <a:cubicBezTo>
                      <a:pt x="1047365" y="108388"/>
                      <a:pt x="1047365" y="102261"/>
                      <a:pt x="1046398" y="93232"/>
                    </a:cubicBezTo>
                    <a:cubicBezTo>
                      <a:pt x="1045430" y="84203"/>
                      <a:pt x="1040916" y="88717"/>
                      <a:pt x="1035756" y="81623"/>
                    </a:cubicBezTo>
                    <a:cubicBezTo>
                      <a:pt x="1030275" y="74529"/>
                      <a:pt x="1027695" y="73561"/>
                      <a:pt x="1030275" y="67435"/>
                    </a:cubicBezTo>
                    <a:cubicBezTo>
                      <a:pt x="1032854" y="61308"/>
                      <a:pt x="1028340" y="54858"/>
                      <a:pt x="1027695" y="45829"/>
                    </a:cubicBezTo>
                    <a:cubicBezTo>
                      <a:pt x="1026727" y="36800"/>
                      <a:pt x="1036724" y="32286"/>
                      <a:pt x="1041883" y="24224"/>
                    </a:cubicBezTo>
                    <a:cubicBezTo>
                      <a:pt x="1047365" y="16163"/>
                      <a:pt x="1065101" y="-928"/>
                      <a:pt x="1048978" y="39"/>
                    </a:cubicBezTo>
                    <a:cubicBezTo>
                      <a:pt x="1032854" y="1007"/>
                      <a:pt x="1048978" y="39"/>
                      <a:pt x="1037369" y="5521"/>
                    </a:cubicBezTo>
                    <a:cubicBezTo>
                      <a:pt x="1025760" y="11003"/>
                      <a:pt x="1023180" y="5521"/>
                      <a:pt x="1001575" y="6489"/>
                    </a:cubicBezTo>
                    <a:cubicBezTo>
                      <a:pt x="979970" y="7456"/>
                      <a:pt x="998028" y="9069"/>
                      <a:pt x="992546" y="17130"/>
                    </a:cubicBezTo>
                    <a:cubicBezTo>
                      <a:pt x="987064" y="25192"/>
                      <a:pt x="983517" y="27771"/>
                      <a:pt x="975456" y="33253"/>
                    </a:cubicBezTo>
                    <a:cubicBezTo>
                      <a:pt x="967394" y="38735"/>
                      <a:pt x="969329" y="33253"/>
                      <a:pt x="953206" y="32286"/>
                    </a:cubicBezTo>
                    <a:cubicBezTo>
                      <a:pt x="937082" y="31319"/>
                      <a:pt x="943209" y="34221"/>
                      <a:pt x="929021" y="39380"/>
                    </a:cubicBezTo>
                    <a:cubicBezTo>
                      <a:pt x="914832" y="44862"/>
                      <a:pt x="912897" y="61630"/>
                      <a:pt x="888713" y="66145"/>
                    </a:cubicBezTo>
                    <a:cubicBezTo>
                      <a:pt x="864528" y="70659"/>
                      <a:pt x="872589" y="75174"/>
                      <a:pt x="847437" y="86783"/>
                    </a:cubicBezTo>
                    <a:cubicBezTo>
                      <a:pt x="822285" y="98391"/>
                      <a:pt x="818738" y="100326"/>
                      <a:pt x="801647" y="107420"/>
                    </a:cubicBezTo>
                    <a:cubicBezTo>
                      <a:pt x="784557" y="114514"/>
                      <a:pt x="779397" y="114514"/>
                      <a:pt x="768433" y="102906"/>
                    </a:cubicBezTo>
                    <a:cubicBezTo>
                      <a:pt x="757792" y="91297"/>
                      <a:pt x="756825" y="106453"/>
                      <a:pt x="758437" y="111935"/>
                    </a:cubicBezTo>
                    <a:cubicBezTo>
                      <a:pt x="760372" y="117417"/>
                      <a:pt x="767466" y="119996"/>
                      <a:pt x="764564" y="124511"/>
                    </a:cubicBezTo>
                    <a:cubicBezTo>
                      <a:pt x="761984" y="129025"/>
                      <a:pt x="758437" y="136120"/>
                      <a:pt x="747473" y="146761"/>
                    </a:cubicBezTo>
                    <a:cubicBezTo>
                      <a:pt x="736832" y="157402"/>
                      <a:pt x="730382" y="168366"/>
                      <a:pt x="717806" y="179975"/>
                    </a:cubicBezTo>
                    <a:cubicBezTo>
                      <a:pt x="705230" y="191584"/>
                      <a:pt x="708777" y="204160"/>
                      <a:pt x="707165" y="214801"/>
                    </a:cubicBezTo>
                    <a:cubicBezTo>
                      <a:pt x="705230" y="225442"/>
                      <a:pt x="695557" y="224797"/>
                      <a:pt x="686527" y="229957"/>
                    </a:cubicBezTo>
                    <a:cubicBezTo>
                      <a:pt x="677498" y="235439"/>
                      <a:pt x="665889" y="243500"/>
                      <a:pt x="647187" y="243500"/>
                    </a:cubicBezTo>
                    <a:cubicBezTo>
                      <a:pt x="628484" y="243500"/>
                      <a:pt x="626549" y="245435"/>
                      <a:pt x="611393" y="247047"/>
                    </a:cubicBezTo>
                    <a:cubicBezTo>
                      <a:pt x="596237" y="248982"/>
                      <a:pt x="586241" y="257689"/>
                      <a:pt x="573020" y="257689"/>
                    </a:cubicBezTo>
                    <a:cubicBezTo>
                      <a:pt x="559476" y="257689"/>
                      <a:pt x="558831" y="252207"/>
                      <a:pt x="543353" y="248660"/>
                    </a:cubicBezTo>
                    <a:cubicBezTo>
                      <a:pt x="528197" y="245113"/>
                      <a:pt x="509172" y="237051"/>
                      <a:pt x="498531" y="243178"/>
                    </a:cubicBezTo>
                    <a:cubicBezTo>
                      <a:pt x="487889" y="249305"/>
                      <a:pt x="482407" y="257366"/>
                      <a:pt x="460802" y="262848"/>
                    </a:cubicBezTo>
                    <a:cubicBezTo>
                      <a:pt x="439197" y="268330"/>
                      <a:pt x="434682" y="274457"/>
                      <a:pt x="411465" y="281551"/>
                    </a:cubicBezTo>
                    <a:cubicBezTo>
                      <a:pt x="411465" y="281551"/>
                      <a:pt x="411142" y="281551"/>
                      <a:pt x="411142" y="281551"/>
                    </a:cubicBezTo>
                    <a:cubicBezTo>
                      <a:pt x="411142" y="281551"/>
                      <a:pt x="408885" y="284131"/>
                      <a:pt x="404693" y="283486"/>
                    </a:cubicBezTo>
                    <a:cubicBezTo>
                      <a:pt x="389860" y="287678"/>
                      <a:pt x="394697" y="282841"/>
                      <a:pt x="374704" y="272522"/>
                    </a:cubicBezTo>
                    <a:cubicBezTo>
                      <a:pt x="352454" y="260913"/>
                      <a:pt x="355033" y="294772"/>
                      <a:pt x="338910" y="294772"/>
                    </a:cubicBezTo>
                    <a:cubicBezTo>
                      <a:pt x="322787" y="294772"/>
                      <a:pt x="315693" y="300254"/>
                      <a:pt x="304729" y="296707"/>
                    </a:cubicBezTo>
                    <a:cubicBezTo>
                      <a:pt x="294088" y="293160"/>
                      <a:pt x="288606" y="298642"/>
                      <a:pt x="283124" y="305736"/>
                    </a:cubicBezTo>
                    <a:cubicBezTo>
                      <a:pt x="277642" y="312830"/>
                      <a:pt x="273128" y="303801"/>
                      <a:pt x="254425" y="295740"/>
                    </a:cubicBezTo>
                    <a:cubicBezTo>
                      <a:pt x="235722" y="287678"/>
                      <a:pt x="237334" y="309928"/>
                      <a:pt x="213149" y="309928"/>
                    </a:cubicBezTo>
                    <a:cubicBezTo>
                      <a:pt x="188964" y="309928"/>
                      <a:pt x="199606" y="310896"/>
                      <a:pt x="177356" y="316055"/>
                    </a:cubicBezTo>
                    <a:cubicBezTo>
                      <a:pt x="155105" y="321537"/>
                      <a:pt x="138982" y="315733"/>
                      <a:pt x="132210" y="312830"/>
                    </a:cubicBezTo>
                    <a:cubicBezTo>
                      <a:pt x="125439" y="310251"/>
                      <a:pt x="122859" y="297997"/>
                      <a:pt x="112863" y="297997"/>
                    </a:cubicBezTo>
                    <a:cubicBezTo>
                      <a:pt x="102866" y="297997"/>
                      <a:pt x="101576" y="299932"/>
                      <a:pt x="93515" y="304124"/>
                    </a:cubicBezTo>
                    <a:cubicBezTo>
                      <a:pt x="85453" y="308316"/>
                      <a:pt x="86743" y="314120"/>
                      <a:pt x="78681" y="324439"/>
                    </a:cubicBezTo>
                    <a:cubicBezTo>
                      <a:pt x="70620" y="334758"/>
                      <a:pt x="68685" y="334436"/>
                      <a:pt x="53852" y="334436"/>
                    </a:cubicBezTo>
                    <a:cubicBezTo>
                      <a:pt x="42243" y="334436"/>
                      <a:pt x="30312" y="338305"/>
                      <a:pt x="22895" y="339272"/>
                    </a:cubicBezTo>
                    <a:cubicBezTo>
                      <a:pt x="23540" y="341530"/>
                      <a:pt x="23862" y="344109"/>
                      <a:pt x="23862" y="346367"/>
                    </a:cubicBezTo>
                    <a:cubicBezTo>
                      <a:pt x="23862" y="366037"/>
                      <a:pt x="18380" y="372486"/>
                      <a:pt x="18380" y="391189"/>
                    </a:cubicBezTo>
                    <a:cubicBezTo>
                      <a:pt x="18380" y="409892"/>
                      <a:pt x="9352" y="424403"/>
                      <a:pt x="4192" y="434077"/>
                    </a:cubicBezTo>
                    <a:cubicBezTo>
                      <a:pt x="2580" y="436979"/>
                      <a:pt x="1290" y="439559"/>
                      <a:pt x="0" y="442461"/>
                    </a:cubicBezTo>
                    <a:cubicBezTo>
                      <a:pt x="1935" y="442784"/>
                      <a:pt x="3870" y="443106"/>
                      <a:pt x="4837" y="443106"/>
                    </a:cubicBezTo>
                    <a:cubicBezTo>
                      <a:pt x="9029" y="443106"/>
                      <a:pt x="14833" y="455360"/>
                      <a:pt x="17736" y="460519"/>
                    </a:cubicBezTo>
                    <a:cubicBezTo>
                      <a:pt x="20315" y="466001"/>
                      <a:pt x="31924" y="479222"/>
                      <a:pt x="31924" y="484059"/>
                    </a:cubicBezTo>
                    <a:cubicBezTo>
                      <a:pt x="31924" y="488896"/>
                      <a:pt x="26442" y="506309"/>
                      <a:pt x="25797" y="511469"/>
                    </a:cubicBezTo>
                    <a:cubicBezTo>
                      <a:pt x="25152" y="516951"/>
                      <a:pt x="24507" y="527592"/>
                      <a:pt x="33214" y="536299"/>
                    </a:cubicBezTo>
                    <a:cubicBezTo>
                      <a:pt x="41598" y="544683"/>
                      <a:pt x="38696" y="555324"/>
                      <a:pt x="39663" y="559839"/>
                    </a:cubicBezTo>
                    <a:cubicBezTo>
                      <a:pt x="40308" y="559839"/>
                      <a:pt x="41275" y="559839"/>
                      <a:pt x="41921" y="559839"/>
                    </a:cubicBezTo>
                    <a:cubicBezTo>
                      <a:pt x="54819" y="560483"/>
                      <a:pt x="56109" y="554356"/>
                      <a:pt x="56109" y="550487"/>
                    </a:cubicBezTo>
                    <a:cubicBezTo>
                      <a:pt x="56109" y="546617"/>
                      <a:pt x="53529" y="542425"/>
                      <a:pt x="49982" y="536943"/>
                    </a:cubicBezTo>
                    <a:cubicBezTo>
                      <a:pt x="46757" y="531462"/>
                      <a:pt x="38696" y="527592"/>
                      <a:pt x="48692" y="520820"/>
                    </a:cubicBezTo>
                    <a:cubicBezTo>
                      <a:pt x="58689" y="514048"/>
                      <a:pt x="64815" y="507277"/>
                      <a:pt x="66750" y="498570"/>
                    </a:cubicBezTo>
                    <a:cubicBezTo>
                      <a:pt x="68685" y="489863"/>
                      <a:pt x="75457" y="485027"/>
                      <a:pt x="87710" y="483737"/>
                    </a:cubicBezTo>
                    <a:cubicBezTo>
                      <a:pt x="99964" y="482447"/>
                      <a:pt x="106413" y="475030"/>
                      <a:pt x="116087" y="475030"/>
                    </a:cubicBezTo>
                    <a:cubicBezTo>
                      <a:pt x="125439" y="475030"/>
                      <a:pt x="138982" y="468258"/>
                      <a:pt x="142207" y="474385"/>
                    </a:cubicBezTo>
                    <a:cubicBezTo>
                      <a:pt x="145432" y="480512"/>
                      <a:pt x="138982" y="491153"/>
                      <a:pt x="148334" y="490509"/>
                    </a:cubicBezTo>
                    <a:cubicBezTo>
                      <a:pt x="157685" y="489863"/>
                      <a:pt x="162522" y="479867"/>
                      <a:pt x="178645" y="481802"/>
                    </a:cubicBezTo>
                    <a:cubicBezTo>
                      <a:pt x="194769" y="483737"/>
                      <a:pt x="195414" y="485994"/>
                      <a:pt x="206055" y="482447"/>
                    </a:cubicBezTo>
                    <a:cubicBezTo>
                      <a:pt x="216696" y="479222"/>
                      <a:pt x="227660" y="483092"/>
                      <a:pt x="232820" y="489219"/>
                    </a:cubicBezTo>
                    <a:cubicBezTo>
                      <a:pt x="238301" y="495346"/>
                      <a:pt x="250233" y="491798"/>
                      <a:pt x="253135" y="487929"/>
                    </a:cubicBezTo>
                    <a:cubicBezTo>
                      <a:pt x="255715" y="483737"/>
                      <a:pt x="257327" y="498570"/>
                      <a:pt x="263131" y="507277"/>
                    </a:cubicBezTo>
                    <a:cubicBezTo>
                      <a:pt x="268935" y="515983"/>
                      <a:pt x="271193" y="514693"/>
                      <a:pt x="275385" y="509212"/>
                    </a:cubicBezTo>
                    <a:cubicBezTo>
                      <a:pt x="279577" y="503729"/>
                      <a:pt x="279577" y="492443"/>
                      <a:pt x="286026" y="491798"/>
                    </a:cubicBezTo>
                    <a:cubicBezTo>
                      <a:pt x="292798" y="491153"/>
                      <a:pt x="287961" y="486316"/>
                      <a:pt x="303439" y="485672"/>
                    </a:cubicBezTo>
                    <a:cubicBezTo>
                      <a:pt x="318918" y="485027"/>
                      <a:pt x="310856" y="481480"/>
                      <a:pt x="316983" y="475030"/>
                    </a:cubicBezTo>
                    <a:cubicBezTo>
                      <a:pt x="323110" y="468258"/>
                      <a:pt x="316338" y="459552"/>
                      <a:pt x="323754" y="454715"/>
                    </a:cubicBezTo>
                    <a:cubicBezTo>
                      <a:pt x="331171" y="449878"/>
                      <a:pt x="339233" y="448588"/>
                      <a:pt x="344070" y="454070"/>
                    </a:cubicBezTo>
                    <a:cubicBezTo>
                      <a:pt x="348907" y="459552"/>
                      <a:pt x="358258" y="454715"/>
                      <a:pt x="361483" y="447298"/>
                    </a:cubicBezTo>
                    <a:cubicBezTo>
                      <a:pt x="364707" y="439882"/>
                      <a:pt x="376316" y="436012"/>
                      <a:pt x="385668" y="440526"/>
                    </a:cubicBezTo>
                    <a:cubicBezTo>
                      <a:pt x="395019" y="445041"/>
                      <a:pt x="408563" y="440526"/>
                      <a:pt x="415979" y="438592"/>
                    </a:cubicBezTo>
                    <a:cubicBezTo>
                      <a:pt x="423396" y="436657"/>
                      <a:pt x="444356" y="436657"/>
                      <a:pt x="442099" y="441171"/>
                    </a:cubicBezTo>
                    <a:cubicBezTo>
                      <a:pt x="440164" y="446008"/>
                      <a:pt x="429200" y="451813"/>
                      <a:pt x="434038" y="459874"/>
                    </a:cubicBezTo>
                    <a:cubicBezTo>
                      <a:pt x="438874" y="467936"/>
                      <a:pt x="434038" y="488251"/>
                      <a:pt x="432748" y="492121"/>
                    </a:cubicBezTo>
                    <a:cubicBezTo>
                      <a:pt x="431458" y="496313"/>
                      <a:pt x="438229" y="506309"/>
                      <a:pt x="445646" y="503407"/>
                    </a:cubicBezTo>
                    <a:cubicBezTo>
                      <a:pt x="453063" y="500827"/>
                      <a:pt x="474023" y="486639"/>
                      <a:pt x="486599" y="499215"/>
                    </a:cubicBezTo>
                    <a:cubicBezTo>
                      <a:pt x="499498" y="512114"/>
                      <a:pt x="491436" y="517273"/>
                      <a:pt x="501433" y="518563"/>
                    </a:cubicBezTo>
                    <a:cubicBezTo>
                      <a:pt x="511429" y="519853"/>
                      <a:pt x="526907" y="519208"/>
                      <a:pt x="524972" y="525980"/>
                    </a:cubicBezTo>
                    <a:cubicBezTo>
                      <a:pt x="523038" y="532751"/>
                      <a:pt x="513686" y="543393"/>
                      <a:pt x="524327" y="550809"/>
                    </a:cubicBezTo>
                    <a:cubicBezTo>
                      <a:pt x="534969" y="558226"/>
                      <a:pt x="534324" y="556291"/>
                      <a:pt x="539806" y="567578"/>
                    </a:cubicBezTo>
                    <a:cubicBezTo>
                      <a:pt x="545288" y="578864"/>
                      <a:pt x="543030" y="576929"/>
                      <a:pt x="541096" y="589183"/>
                    </a:cubicBezTo>
                    <a:cubicBezTo>
                      <a:pt x="539161" y="601436"/>
                      <a:pt x="532389" y="603371"/>
                      <a:pt x="526907" y="605951"/>
                    </a:cubicBezTo>
                    <a:cubicBezTo>
                      <a:pt x="521425" y="608531"/>
                      <a:pt x="524972" y="606596"/>
                      <a:pt x="517556" y="613368"/>
                    </a:cubicBezTo>
                    <a:cubicBezTo>
                      <a:pt x="512074" y="618205"/>
                      <a:pt x="503045" y="618849"/>
                      <a:pt x="493693" y="625944"/>
                    </a:cubicBezTo>
                    <a:cubicBezTo>
                      <a:pt x="494338" y="626266"/>
                      <a:pt x="494661" y="626911"/>
                      <a:pt x="494661" y="627556"/>
                    </a:cubicBezTo>
                    <a:cubicBezTo>
                      <a:pt x="494984" y="631748"/>
                      <a:pt x="496918" y="634328"/>
                      <a:pt x="497240" y="636585"/>
                    </a:cubicBezTo>
                    <a:cubicBezTo>
                      <a:pt x="497563" y="638842"/>
                      <a:pt x="507882" y="650451"/>
                      <a:pt x="507882" y="655288"/>
                    </a:cubicBezTo>
                    <a:cubicBezTo>
                      <a:pt x="507882" y="660125"/>
                      <a:pt x="496273" y="663027"/>
                      <a:pt x="492726" y="665929"/>
                    </a:cubicBezTo>
                    <a:cubicBezTo>
                      <a:pt x="489179" y="669154"/>
                      <a:pt x="485632" y="661093"/>
                      <a:pt x="482407" y="657545"/>
                    </a:cubicBezTo>
                    <a:cubicBezTo>
                      <a:pt x="479183" y="653998"/>
                      <a:pt x="471121" y="657868"/>
                      <a:pt x="469831" y="667864"/>
                    </a:cubicBezTo>
                    <a:cubicBezTo>
                      <a:pt x="468541" y="677861"/>
                      <a:pt x="470154" y="680118"/>
                      <a:pt x="470799" y="683987"/>
                    </a:cubicBezTo>
                    <a:cubicBezTo>
                      <a:pt x="471443" y="687857"/>
                      <a:pt x="473378" y="694629"/>
                      <a:pt x="468541" y="701401"/>
                    </a:cubicBezTo>
                    <a:cubicBezTo>
                      <a:pt x="463704" y="708172"/>
                      <a:pt x="471121" y="721071"/>
                      <a:pt x="471766" y="723328"/>
                    </a:cubicBezTo>
                    <a:cubicBezTo>
                      <a:pt x="472088" y="725585"/>
                      <a:pt x="469509" y="735582"/>
                      <a:pt x="468219" y="736227"/>
                    </a:cubicBezTo>
                    <a:cubicBezTo>
                      <a:pt x="467896" y="736549"/>
                      <a:pt x="467252" y="736872"/>
                      <a:pt x="466606" y="737839"/>
                    </a:cubicBezTo>
                    <a:cubicBezTo>
                      <a:pt x="469509" y="740096"/>
                      <a:pt x="471766" y="742031"/>
                      <a:pt x="473056" y="743321"/>
                    </a:cubicBezTo>
                    <a:cubicBezTo>
                      <a:pt x="482407" y="754607"/>
                      <a:pt x="482407" y="749125"/>
                      <a:pt x="477248" y="763636"/>
                    </a:cubicBezTo>
                    <a:cubicBezTo>
                      <a:pt x="471766" y="777825"/>
                      <a:pt x="472411" y="779437"/>
                      <a:pt x="480795" y="786531"/>
                    </a:cubicBezTo>
                    <a:cubicBezTo>
                      <a:pt x="489179" y="793626"/>
                      <a:pt x="490791" y="796528"/>
                      <a:pt x="496595" y="792336"/>
                    </a:cubicBezTo>
                    <a:cubicBezTo>
                      <a:pt x="502400" y="788144"/>
                      <a:pt x="511751" y="786209"/>
                      <a:pt x="511751" y="795883"/>
                    </a:cubicBezTo>
                    <a:cubicBezTo>
                      <a:pt x="511751" y="805879"/>
                      <a:pt x="509172" y="808136"/>
                      <a:pt x="517233" y="811684"/>
                    </a:cubicBezTo>
                    <a:cubicBezTo>
                      <a:pt x="525295" y="815231"/>
                      <a:pt x="525618" y="812006"/>
                      <a:pt x="529809" y="801042"/>
                    </a:cubicBezTo>
                    <a:cubicBezTo>
                      <a:pt x="534001" y="790078"/>
                      <a:pt x="535936" y="784596"/>
                      <a:pt x="544643" y="777825"/>
                    </a:cubicBezTo>
                    <a:cubicBezTo>
                      <a:pt x="553027" y="771053"/>
                      <a:pt x="558509" y="766216"/>
                      <a:pt x="558831" y="753962"/>
                    </a:cubicBezTo>
                    <a:cubicBezTo>
                      <a:pt x="559154" y="741709"/>
                      <a:pt x="560766" y="737839"/>
                      <a:pt x="564958" y="735259"/>
                    </a:cubicBezTo>
                    <a:cubicBezTo>
                      <a:pt x="569473" y="732680"/>
                      <a:pt x="569795" y="741064"/>
                      <a:pt x="575277" y="751705"/>
                    </a:cubicBezTo>
                    <a:cubicBezTo>
                      <a:pt x="580759" y="762346"/>
                      <a:pt x="583339" y="758799"/>
                      <a:pt x="593980" y="754930"/>
                    </a:cubicBezTo>
                    <a:cubicBezTo>
                      <a:pt x="597527" y="753640"/>
                      <a:pt x="603976" y="752350"/>
                      <a:pt x="606556" y="752350"/>
                    </a:cubicBezTo>
                    <a:cubicBezTo>
                      <a:pt x="609136" y="752350"/>
                      <a:pt x="613650" y="746868"/>
                      <a:pt x="617197" y="736227"/>
                    </a:cubicBezTo>
                    <a:cubicBezTo>
                      <a:pt x="620745" y="725585"/>
                      <a:pt x="616230" y="726230"/>
                      <a:pt x="611716" y="716556"/>
                    </a:cubicBezTo>
                    <a:cubicBezTo>
                      <a:pt x="607201" y="706560"/>
                      <a:pt x="609781" y="707527"/>
                      <a:pt x="611716" y="702368"/>
                    </a:cubicBezTo>
                    <a:cubicBezTo>
                      <a:pt x="613650" y="696886"/>
                      <a:pt x="621712" y="689792"/>
                      <a:pt x="615263" y="680118"/>
                    </a:cubicBezTo>
                    <a:cubicBezTo>
                      <a:pt x="609136" y="670121"/>
                      <a:pt x="615263" y="672056"/>
                      <a:pt x="617842" y="665929"/>
                    </a:cubicBezTo>
                    <a:cubicBezTo>
                      <a:pt x="620422" y="659803"/>
                      <a:pt x="632031" y="643679"/>
                      <a:pt x="640093" y="637230"/>
                    </a:cubicBezTo>
                    <a:cubicBezTo>
                      <a:pt x="648154" y="631103"/>
                      <a:pt x="646219" y="624654"/>
                      <a:pt x="645574" y="616592"/>
                    </a:cubicBezTo>
                    <a:cubicBezTo>
                      <a:pt x="644607" y="608531"/>
                      <a:pt x="649122" y="594342"/>
                      <a:pt x="651701" y="583378"/>
                    </a:cubicBezTo>
                    <a:cubicBezTo>
                      <a:pt x="654281" y="572737"/>
                      <a:pt x="663310" y="568222"/>
                      <a:pt x="669759" y="553067"/>
                    </a:cubicBezTo>
                    <a:cubicBezTo>
                      <a:pt x="675886" y="537911"/>
                      <a:pt x="667180" y="537911"/>
                      <a:pt x="660730" y="527914"/>
                    </a:cubicBezTo>
                    <a:cubicBezTo>
                      <a:pt x="654603" y="517918"/>
                      <a:pt x="654603" y="514371"/>
                      <a:pt x="657183" y="505664"/>
                    </a:cubicBezTo>
                    <a:cubicBezTo>
                      <a:pt x="659763" y="496635"/>
                      <a:pt x="682335" y="469871"/>
                      <a:pt x="689430" y="460842"/>
                    </a:cubicBezTo>
                    <a:cubicBezTo>
                      <a:pt x="696524" y="451813"/>
                      <a:pt x="712647" y="445686"/>
                      <a:pt x="722644" y="446653"/>
                    </a:cubicBezTo>
                    <a:cubicBezTo>
                      <a:pt x="732640" y="447621"/>
                      <a:pt x="726191" y="460197"/>
                      <a:pt x="733285" y="457295"/>
                    </a:cubicBezTo>
                    <a:cubicBezTo>
                      <a:pt x="740379" y="454715"/>
                      <a:pt x="748441" y="446653"/>
                      <a:pt x="754890" y="436657"/>
                    </a:cubicBezTo>
                    <a:cubicBezTo>
                      <a:pt x="761017" y="426660"/>
                      <a:pt x="751343" y="412472"/>
                      <a:pt x="745861" y="401831"/>
                    </a:cubicBezTo>
                    <a:cubicBezTo>
                      <a:pt x="740379" y="391189"/>
                      <a:pt x="741347" y="391189"/>
                      <a:pt x="743926" y="371519"/>
                    </a:cubicBezTo>
                    <a:cubicBezTo>
                      <a:pt x="746506" y="351849"/>
                      <a:pt x="766176" y="350881"/>
                      <a:pt x="766176" y="341852"/>
                    </a:cubicBezTo>
                    <a:cubicBezTo>
                      <a:pt x="766176" y="332823"/>
                      <a:pt x="777785" y="318635"/>
                      <a:pt x="785846" y="307671"/>
                    </a:cubicBezTo>
                    <a:cubicBezTo>
                      <a:pt x="793908" y="297030"/>
                      <a:pt x="789393" y="313798"/>
                      <a:pt x="795843" y="315733"/>
                    </a:cubicBezTo>
                    <a:cubicBezTo>
                      <a:pt x="801970" y="317667"/>
                      <a:pt x="802937" y="313798"/>
                      <a:pt x="807451" y="305091"/>
                    </a:cubicBezTo>
                    <a:cubicBezTo>
                      <a:pt x="811966" y="296062"/>
                      <a:pt x="816481" y="287033"/>
                      <a:pt x="824542" y="279939"/>
                    </a:cubicBezTo>
                    <a:cubicBezTo>
                      <a:pt x="832604" y="272845"/>
                      <a:pt x="851307" y="266395"/>
                      <a:pt x="861303" y="258334"/>
                    </a:cubicBezTo>
                    <a:cubicBezTo>
                      <a:pt x="871300" y="250272"/>
                      <a:pt x="878394" y="251240"/>
                      <a:pt x="882908" y="237696"/>
                    </a:cubicBezTo>
                    <a:cubicBezTo>
                      <a:pt x="887423" y="224153"/>
                      <a:pt x="897097" y="221573"/>
                      <a:pt x="907093" y="220605"/>
                    </a:cubicBezTo>
                    <a:cubicBezTo>
                      <a:pt x="917090" y="219638"/>
                      <a:pt x="952883" y="192873"/>
                      <a:pt x="959010" y="182232"/>
                    </a:cubicBezTo>
                    <a:cubicBezTo>
                      <a:pt x="965137" y="171591"/>
                      <a:pt x="976101" y="179652"/>
                      <a:pt x="982228" y="171591"/>
                    </a:cubicBezTo>
                    <a:cubicBezTo>
                      <a:pt x="988354" y="163529"/>
                      <a:pt x="987710" y="165464"/>
                      <a:pt x="991257" y="150953"/>
                    </a:cubicBezTo>
                    <a:cubicBezTo>
                      <a:pt x="994804" y="136765"/>
                      <a:pt x="997383" y="152888"/>
                      <a:pt x="1006413" y="154500"/>
                    </a:cubicBezTo>
                    <a:cubicBezTo>
                      <a:pt x="1015441" y="156435"/>
                      <a:pt x="1016409" y="157080"/>
                      <a:pt x="1027050" y="147406"/>
                    </a:cubicBezTo>
                    <a:cubicBezTo>
                      <a:pt x="1037691" y="137410"/>
                      <a:pt x="1037691" y="146438"/>
                      <a:pt x="1042206" y="139344"/>
                    </a:cubicBezTo>
                    <a:cubicBezTo>
                      <a:pt x="1046721" y="132250"/>
                      <a:pt x="1049300" y="136765"/>
                      <a:pt x="1058329" y="134830"/>
                    </a:cubicBezTo>
                    <a:cubicBezTo>
                      <a:pt x="1067358" y="132895"/>
                      <a:pt x="1068970" y="130315"/>
                      <a:pt x="1075420" y="122254"/>
                    </a:cubicBezTo>
                    <a:cubicBezTo>
                      <a:pt x="1082191" y="115482"/>
                      <a:pt x="1074130" y="108388"/>
                      <a:pt x="1066068" y="10484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3C8E626-4BFA-8B95-4F40-F64994A04D5F}"/>
                  </a:ext>
                </a:extLst>
              </p:cNvPr>
              <p:cNvSpPr/>
              <p:nvPr/>
            </p:nvSpPr>
            <p:spPr>
              <a:xfrm>
                <a:off x="7643777" y="2743404"/>
                <a:ext cx="483697" cy="193479"/>
              </a:xfrm>
              <a:custGeom>
                <a:avLst/>
                <a:gdLst>
                  <a:gd name="connsiteX0" fmla="*/ 504957 w 483697"/>
                  <a:gd name="connsiteY0" fmla="*/ 130446 h 193478"/>
                  <a:gd name="connsiteX1" fmla="*/ 489479 w 483697"/>
                  <a:gd name="connsiteY1" fmla="*/ 113678 h 193478"/>
                  <a:gd name="connsiteX2" fmla="*/ 490124 w 483697"/>
                  <a:gd name="connsiteY2" fmla="*/ 88848 h 193478"/>
                  <a:gd name="connsiteX3" fmla="*/ 466583 w 483697"/>
                  <a:gd name="connsiteY3" fmla="*/ 81432 h 193478"/>
                  <a:gd name="connsiteX4" fmla="*/ 451750 w 483697"/>
                  <a:gd name="connsiteY4" fmla="*/ 62084 h 193478"/>
                  <a:gd name="connsiteX5" fmla="*/ 410797 w 483697"/>
                  <a:gd name="connsiteY5" fmla="*/ 66276 h 193478"/>
                  <a:gd name="connsiteX6" fmla="*/ 397899 w 483697"/>
                  <a:gd name="connsiteY6" fmla="*/ 54989 h 193478"/>
                  <a:gd name="connsiteX7" fmla="*/ 399188 w 483697"/>
                  <a:gd name="connsiteY7" fmla="*/ 22743 h 193478"/>
                  <a:gd name="connsiteX8" fmla="*/ 407250 w 483697"/>
                  <a:gd name="connsiteY8" fmla="*/ 4040 h 193478"/>
                  <a:gd name="connsiteX9" fmla="*/ 381131 w 483697"/>
                  <a:gd name="connsiteY9" fmla="*/ 1460 h 193478"/>
                  <a:gd name="connsiteX10" fmla="*/ 350819 w 483697"/>
                  <a:gd name="connsiteY10" fmla="*/ 3395 h 193478"/>
                  <a:gd name="connsiteX11" fmla="*/ 326634 w 483697"/>
                  <a:gd name="connsiteY11" fmla="*/ 10167 h 193478"/>
                  <a:gd name="connsiteX12" fmla="*/ 309221 w 483697"/>
                  <a:gd name="connsiteY12" fmla="*/ 16939 h 193478"/>
                  <a:gd name="connsiteX13" fmla="*/ 288906 w 483697"/>
                  <a:gd name="connsiteY13" fmla="*/ 17584 h 193478"/>
                  <a:gd name="connsiteX14" fmla="*/ 282134 w 483697"/>
                  <a:gd name="connsiteY14" fmla="*/ 37899 h 193478"/>
                  <a:gd name="connsiteX15" fmla="*/ 268590 w 483697"/>
                  <a:gd name="connsiteY15" fmla="*/ 48540 h 193478"/>
                  <a:gd name="connsiteX16" fmla="*/ 251177 w 483697"/>
                  <a:gd name="connsiteY16" fmla="*/ 54667 h 193478"/>
                  <a:gd name="connsiteX17" fmla="*/ 240536 w 483697"/>
                  <a:gd name="connsiteY17" fmla="*/ 72080 h 193478"/>
                  <a:gd name="connsiteX18" fmla="*/ 228282 w 483697"/>
                  <a:gd name="connsiteY18" fmla="*/ 70145 h 193478"/>
                  <a:gd name="connsiteX19" fmla="*/ 218286 w 483697"/>
                  <a:gd name="connsiteY19" fmla="*/ 50798 h 193478"/>
                  <a:gd name="connsiteX20" fmla="*/ 197971 w 483697"/>
                  <a:gd name="connsiteY20" fmla="*/ 52087 h 193478"/>
                  <a:gd name="connsiteX21" fmla="*/ 171206 w 483697"/>
                  <a:gd name="connsiteY21" fmla="*/ 45316 h 193478"/>
                  <a:gd name="connsiteX22" fmla="*/ 143797 w 483697"/>
                  <a:gd name="connsiteY22" fmla="*/ 44671 h 193478"/>
                  <a:gd name="connsiteX23" fmla="*/ 113485 w 483697"/>
                  <a:gd name="connsiteY23" fmla="*/ 53377 h 193478"/>
                  <a:gd name="connsiteX24" fmla="*/ 107358 w 483697"/>
                  <a:gd name="connsiteY24" fmla="*/ 37254 h 193478"/>
                  <a:gd name="connsiteX25" fmla="*/ 81238 w 483697"/>
                  <a:gd name="connsiteY25" fmla="*/ 37899 h 193478"/>
                  <a:gd name="connsiteX26" fmla="*/ 52861 w 483697"/>
                  <a:gd name="connsiteY26" fmla="*/ 46606 h 193478"/>
                  <a:gd name="connsiteX27" fmla="*/ 31901 w 483697"/>
                  <a:gd name="connsiteY27" fmla="*/ 61439 h 193478"/>
                  <a:gd name="connsiteX28" fmla="*/ 13843 w 483697"/>
                  <a:gd name="connsiteY28" fmla="*/ 83689 h 193478"/>
                  <a:gd name="connsiteX29" fmla="*/ 15133 w 483697"/>
                  <a:gd name="connsiteY29" fmla="*/ 99812 h 193478"/>
                  <a:gd name="connsiteX30" fmla="*/ 21260 w 483697"/>
                  <a:gd name="connsiteY30" fmla="*/ 113356 h 193478"/>
                  <a:gd name="connsiteX31" fmla="*/ 7072 w 483697"/>
                  <a:gd name="connsiteY31" fmla="*/ 122707 h 193478"/>
                  <a:gd name="connsiteX32" fmla="*/ 4814 w 483697"/>
                  <a:gd name="connsiteY32" fmla="*/ 122707 h 193478"/>
                  <a:gd name="connsiteX33" fmla="*/ 5137 w 483697"/>
                  <a:gd name="connsiteY33" fmla="*/ 123675 h 193478"/>
                  <a:gd name="connsiteX34" fmla="*/ 4169 w 483697"/>
                  <a:gd name="connsiteY34" fmla="*/ 143023 h 193478"/>
                  <a:gd name="connsiteX35" fmla="*/ 622 w 483697"/>
                  <a:gd name="connsiteY35" fmla="*/ 164628 h 193478"/>
                  <a:gd name="connsiteX36" fmla="*/ 10941 w 483697"/>
                  <a:gd name="connsiteY36" fmla="*/ 178494 h 193478"/>
                  <a:gd name="connsiteX37" fmla="*/ 39641 w 483697"/>
                  <a:gd name="connsiteY37" fmla="*/ 180751 h 193478"/>
                  <a:gd name="connsiteX38" fmla="*/ 60278 w 483697"/>
                  <a:gd name="connsiteY38" fmla="*/ 188168 h 193478"/>
                  <a:gd name="connsiteX39" fmla="*/ 90590 w 483697"/>
                  <a:gd name="connsiteY39" fmla="*/ 196229 h 193478"/>
                  <a:gd name="connsiteX40" fmla="*/ 127028 w 483697"/>
                  <a:gd name="connsiteY40" fmla="*/ 192682 h 193478"/>
                  <a:gd name="connsiteX41" fmla="*/ 148956 w 483697"/>
                  <a:gd name="connsiteY41" fmla="*/ 183653 h 193478"/>
                  <a:gd name="connsiteX42" fmla="*/ 191199 w 483697"/>
                  <a:gd name="connsiteY42" fmla="*/ 186233 h 193478"/>
                  <a:gd name="connsiteX43" fmla="*/ 216351 w 483697"/>
                  <a:gd name="connsiteY43" fmla="*/ 182686 h 193478"/>
                  <a:gd name="connsiteX44" fmla="*/ 228605 w 483697"/>
                  <a:gd name="connsiteY44" fmla="*/ 176881 h 193478"/>
                  <a:gd name="connsiteX45" fmla="*/ 259561 w 483697"/>
                  <a:gd name="connsiteY45" fmla="*/ 176559 h 193478"/>
                  <a:gd name="connsiteX46" fmla="*/ 286648 w 483697"/>
                  <a:gd name="connsiteY46" fmla="*/ 183331 h 193478"/>
                  <a:gd name="connsiteX47" fmla="*/ 309221 w 483697"/>
                  <a:gd name="connsiteY47" fmla="*/ 184943 h 193478"/>
                  <a:gd name="connsiteX48" fmla="*/ 333406 w 483697"/>
                  <a:gd name="connsiteY48" fmla="*/ 186233 h 193478"/>
                  <a:gd name="connsiteX49" fmla="*/ 347594 w 483697"/>
                  <a:gd name="connsiteY49" fmla="*/ 184298 h 193478"/>
                  <a:gd name="connsiteX50" fmla="*/ 375004 w 483697"/>
                  <a:gd name="connsiteY50" fmla="*/ 171399 h 193478"/>
                  <a:gd name="connsiteX51" fmla="*/ 399834 w 483697"/>
                  <a:gd name="connsiteY51" fmla="*/ 172689 h 193478"/>
                  <a:gd name="connsiteX52" fmla="*/ 420149 w 483697"/>
                  <a:gd name="connsiteY52" fmla="*/ 182686 h 193478"/>
                  <a:gd name="connsiteX53" fmla="*/ 442399 w 483697"/>
                  <a:gd name="connsiteY53" fmla="*/ 189135 h 193478"/>
                  <a:gd name="connsiteX54" fmla="*/ 458845 w 483697"/>
                  <a:gd name="connsiteY54" fmla="*/ 189780 h 193478"/>
                  <a:gd name="connsiteX55" fmla="*/ 482707 w 483697"/>
                  <a:gd name="connsiteY55" fmla="*/ 177204 h 193478"/>
                  <a:gd name="connsiteX56" fmla="*/ 492058 w 483697"/>
                  <a:gd name="connsiteY56" fmla="*/ 169787 h 193478"/>
                  <a:gd name="connsiteX57" fmla="*/ 506247 w 483697"/>
                  <a:gd name="connsiteY57" fmla="*/ 153019 h 193478"/>
                  <a:gd name="connsiteX58" fmla="*/ 504957 w 483697"/>
                  <a:gd name="connsiteY58" fmla="*/ 130446 h 193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83697" h="193478">
                    <a:moveTo>
                      <a:pt x="504957" y="130446"/>
                    </a:moveTo>
                    <a:cubicBezTo>
                      <a:pt x="499475" y="119160"/>
                      <a:pt x="500120" y="121095"/>
                      <a:pt x="489479" y="113678"/>
                    </a:cubicBezTo>
                    <a:cubicBezTo>
                      <a:pt x="478837" y="106262"/>
                      <a:pt x="488189" y="95620"/>
                      <a:pt x="490124" y="88848"/>
                    </a:cubicBezTo>
                    <a:cubicBezTo>
                      <a:pt x="492058" y="82077"/>
                      <a:pt x="476580" y="82721"/>
                      <a:pt x="466583" y="81432"/>
                    </a:cubicBezTo>
                    <a:cubicBezTo>
                      <a:pt x="456587" y="80142"/>
                      <a:pt x="464649" y="74660"/>
                      <a:pt x="451750" y="62084"/>
                    </a:cubicBezTo>
                    <a:cubicBezTo>
                      <a:pt x="438852" y="49185"/>
                      <a:pt x="418214" y="63374"/>
                      <a:pt x="410797" y="66276"/>
                    </a:cubicBezTo>
                    <a:cubicBezTo>
                      <a:pt x="403381" y="68855"/>
                      <a:pt x="396609" y="58859"/>
                      <a:pt x="397899" y="54989"/>
                    </a:cubicBezTo>
                    <a:cubicBezTo>
                      <a:pt x="399188" y="50798"/>
                      <a:pt x="404026" y="30805"/>
                      <a:pt x="399188" y="22743"/>
                    </a:cubicBezTo>
                    <a:cubicBezTo>
                      <a:pt x="394352" y="14681"/>
                      <a:pt x="405315" y="8555"/>
                      <a:pt x="407250" y="4040"/>
                    </a:cubicBezTo>
                    <a:cubicBezTo>
                      <a:pt x="409185" y="-797"/>
                      <a:pt x="388547" y="-797"/>
                      <a:pt x="381131" y="1460"/>
                    </a:cubicBezTo>
                    <a:cubicBezTo>
                      <a:pt x="373714" y="3395"/>
                      <a:pt x="360171" y="8232"/>
                      <a:pt x="350819" y="3395"/>
                    </a:cubicBezTo>
                    <a:cubicBezTo>
                      <a:pt x="341468" y="-1442"/>
                      <a:pt x="329859" y="2750"/>
                      <a:pt x="326634" y="10167"/>
                    </a:cubicBezTo>
                    <a:cubicBezTo>
                      <a:pt x="323410" y="17584"/>
                      <a:pt x="313736" y="22421"/>
                      <a:pt x="309221" y="16939"/>
                    </a:cubicBezTo>
                    <a:cubicBezTo>
                      <a:pt x="304384" y="11457"/>
                      <a:pt x="296322" y="12747"/>
                      <a:pt x="288906" y="17584"/>
                    </a:cubicBezTo>
                    <a:cubicBezTo>
                      <a:pt x="281489" y="22421"/>
                      <a:pt x="288261" y="31127"/>
                      <a:pt x="282134" y="37899"/>
                    </a:cubicBezTo>
                    <a:cubicBezTo>
                      <a:pt x="276007" y="44671"/>
                      <a:pt x="284069" y="47895"/>
                      <a:pt x="268590" y="48540"/>
                    </a:cubicBezTo>
                    <a:cubicBezTo>
                      <a:pt x="253112" y="49185"/>
                      <a:pt x="257949" y="54022"/>
                      <a:pt x="251177" y="54667"/>
                    </a:cubicBezTo>
                    <a:cubicBezTo>
                      <a:pt x="244406" y="55312"/>
                      <a:pt x="244406" y="66921"/>
                      <a:pt x="240536" y="72080"/>
                    </a:cubicBezTo>
                    <a:cubicBezTo>
                      <a:pt x="236666" y="77240"/>
                      <a:pt x="234409" y="78852"/>
                      <a:pt x="228282" y="70145"/>
                    </a:cubicBezTo>
                    <a:cubicBezTo>
                      <a:pt x="222155" y="61439"/>
                      <a:pt x="220866" y="46606"/>
                      <a:pt x="218286" y="50798"/>
                    </a:cubicBezTo>
                    <a:cubicBezTo>
                      <a:pt x="215706" y="54989"/>
                      <a:pt x="203452" y="58214"/>
                      <a:pt x="197971" y="52087"/>
                    </a:cubicBezTo>
                    <a:cubicBezTo>
                      <a:pt x="192489" y="45961"/>
                      <a:pt x="181847" y="42091"/>
                      <a:pt x="171206" y="45316"/>
                    </a:cubicBezTo>
                    <a:cubicBezTo>
                      <a:pt x="160565" y="48540"/>
                      <a:pt x="159920" y="46606"/>
                      <a:pt x="143797" y="44671"/>
                    </a:cubicBezTo>
                    <a:cubicBezTo>
                      <a:pt x="127673" y="42736"/>
                      <a:pt x="122836" y="52732"/>
                      <a:pt x="113485" y="53377"/>
                    </a:cubicBezTo>
                    <a:cubicBezTo>
                      <a:pt x="104133" y="54022"/>
                      <a:pt x="110905" y="43381"/>
                      <a:pt x="107358" y="37254"/>
                    </a:cubicBezTo>
                    <a:cubicBezTo>
                      <a:pt x="104133" y="31127"/>
                      <a:pt x="90590" y="37899"/>
                      <a:pt x="81238" y="37899"/>
                    </a:cubicBezTo>
                    <a:cubicBezTo>
                      <a:pt x="71887" y="37899"/>
                      <a:pt x="65115" y="45316"/>
                      <a:pt x="52861" y="46606"/>
                    </a:cubicBezTo>
                    <a:cubicBezTo>
                      <a:pt x="40608" y="47895"/>
                      <a:pt x="34158" y="52732"/>
                      <a:pt x="31901" y="61439"/>
                    </a:cubicBezTo>
                    <a:cubicBezTo>
                      <a:pt x="29967" y="70145"/>
                      <a:pt x="23840" y="76917"/>
                      <a:pt x="13843" y="83689"/>
                    </a:cubicBezTo>
                    <a:cubicBezTo>
                      <a:pt x="3847" y="90461"/>
                      <a:pt x="11909" y="94330"/>
                      <a:pt x="15133" y="99812"/>
                    </a:cubicBezTo>
                    <a:cubicBezTo>
                      <a:pt x="18358" y="105294"/>
                      <a:pt x="21260" y="109164"/>
                      <a:pt x="21260" y="113356"/>
                    </a:cubicBezTo>
                    <a:cubicBezTo>
                      <a:pt x="21260" y="117548"/>
                      <a:pt x="19970" y="123352"/>
                      <a:pt x="7072" y="122707"/>
                    </a:cubicBezTo>
                    <a:cubicBezTo>
                      <a:pt x="6426" y="122707"/>
                      <a:pt x="5459" y="122707"/>
                      <a:pt x="4814" y="122707"/>
                    </a:cubicBezTo>
                    <a:cubicBezTo>
                      <a:pt x="4814" y="123030"/>
                      <a:pt x="4814" y="123352"/>
                      <a:pt x="5137" y="123675"/>
                    </a:cubicBezTo>
                    <a:cubicBezTo>
                      <a:pt x="7072" y="127867"/>
                      <a:pt x="5459" y="139475"/>
                      <a:pt x="4169" y="143023"/>
                    </a:cubicBezTo>
                    <a:cubicBezTo>
                      <a:pt x="2880" y="146570"/>
                      <a:pt x="-1635" y="155921"/>
                      <a:pt x="622" y="164628"/>
                    </a:cubicBezTo>
                    <a:cubicBezTo>
                      <a:pt x="2880" y="173012"/>
                      <a:pt x="7394" y="178494"/>
                      <a:pt x="10941" y="178494"/>
                    </a:cubicBezTo>
                    <a:cubicBezTo>
                      <a:pt x="14488" y="178494"/>
                      <a:pt x="26742" y="182041"/>
                      <a:pt x="39641" y="180751"/>
                    </a:cubicBezTo>
                    <a:cubicBezTo>
                      <a:pt x="52539" y="179461"/>
                      <a:pt x="44155" y="188168"/>
                      <a:pt x="60278" y="188168"/>
                    </a:cubicBezTo>
                    <a:cubicBezTo>
                      <a:pt x="76402" y="188168"/>
                      <a:pt x="78336" y="191392"/>
                      <a:pt x="90590" y="196229"/>
                    </a:cubicBezTo>
                    <a:cubicBezTo>
                      <a:pt x="102844" y="201066"/>
                      <a:pt x="105746" y="199131"/>
                      <a:pt x="127028" y="192682"/>
                    </a:cubicBezTo>
                    <a:cubicBezTo>
                      <a:pt x="148311" y="185910"/>
                      <a:pt x="138315" y="186555"/>
                      <a:pt x="148956" y="183653"/>
                    </a:cubicBezTo>
                    <a:cubicBezTo>
                      <a:pt x="159275" y="180751"/>
                      <a:pt x="177978" y="182686"/>
                      <a:pt x="191199" y="186233"/>
                    </a:cubicBezTo>
                    <a:cubicBezTo>
                      <a:pt x="204742" y="189780"/>
                      <a:pt x="207645" y="185588"/>
                      <a:pt x="216351" y="182686"/>
                    </a:cubicBezTo>
                    <a:cubicBezTo>
                      <a:pt x="225058" y="179783"/>
                      <a:pt x="222801" y="179461"/>
                      <a:pt x="228605" y="176881"/>
                    </a:cubicBezTo>
                    <a:cubicBezTo>
                      <a:pt x="234409" y="174624"/>
                      <a:pt x="246018" y="175914"/>
                      <a:pt x="259561" y="176559"/>
                    </a:cubicBezTo>
                    <a:cubicBezTo>
                      <a:pt x="273105" y="177204"/>
                      <a:pt x="278264" y="179783"/>
                      <a:pt x="286648" y="183331"/>
                    </a:cubicBezTo>
                    <a:cubicBezTo>
                      <a:pt x="295033" y="186555"/>
                      <a:pt x="296645" y="186233"/>
                      <a:pt x="309221" y="184943"/>
                    </a:cubicBezTo>
                    <a:cubicBezTo>
                      <a:pt x="321797" y="183653"/>
                      <a:pt x="328569" y="189135"/>
                      <a:pt x="333406" y="186233"/>
                    </a:cubicBezTo>
                    <a:cubicBezTo>
                      <a:pt x="338243" y="183653"/>
                      <a:pt x="342112" y="183008"/>
                      <a:pt x="347594" y="184298"/>
                    </a:cubicBezTo>
                    <a:cubicBezTo>
                      <a:pt x="353076" y="185588"/>
                      <a:pt x="365007" y="179461"/>
                      <a:pt x="375004" y="171399"/>
                    </a:cubicBezTo>
                    <a:cubicBezTo>
                      <a:pt x="385000" y="163338"/>
                      <a:pt x="389837" y="172689"/>
                      <a:pt x="399834" y="172689"/>
                    </a:cubicBezTo>
                    <a:cubicBezTo>
                      <a:pt x="409830" y="172689"/>
                      <a:pt x="415312" y="180106"/>
                      <a:pt x="420149" y="182686"/>
                    </a:cubicBezTo>
                    <a:cubicBezTo>
                      <a:pt x="424986" y="185265"/>
                      <a:pt x="435627" y="189135"/>
                      <a:pt x="442399" y="189135"/>
                    </a:cubicBezTo>
                    <a:cubicBezTo>
                      <a:pt x="447881" y="189135"/>
                      <a:pt x="455943" y="187845"/>
                      <a:pt x="458845" y="189780"/>
                    </a:cubicBezTo>
                    <a:cubicBezTo>
                      <a:pt x="468196" y="182686"/>
                      <a:pt x="477548" y="182041"/>
                      <a:pt x="482707" y="177204"/>
                    </a:cubicBezTo>
                    <a:cubicBezTo>
                      <a:pt x="490124" y="170432"/>
                      <a:pt x="486899" y="172367"/>
                      <a:pt x="492058" y="169787"/>
                    </a:cubicBezTo>
                    <a:cubicBezTo>
                      <a:pt x="497540" y="167207"/>
                      <a:pt x="504312" y="164950"/>
                      <a:pt x="506247" y="153019"/>
                    </a:cubicBezTo>
                    <a:cubicBezTo>
                      <a:pt x="508504" y="139798"/>
                      <a:pt x="510439" y="141733"/>
                      <a:pt x="504957" y="13044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0EFD8A18-ED99-6713-E6C7-C23278577DEA}"/>
                  </a:ext>
                </a:extLst>
              </p:cNvPr>
              <p:cNvSpPr/>
              <p:nvPr/>
            </p:nvSpPr>
            <p:spPr>
              <a:xfrm>
                <a:off x="6504196" y="2542011"/>
                <a:ext cx="838408" cy="612683"/>
              </a:xfrm>
              <a:custGeom>
                <a:avLst/>
                <a:gdLst>
                  <a:gd name="connsiteX0" fmla="*/ 851274 w 838408"/>
                  <a:gd name="connsiteY0" fmla="*/ 176733 h 612683"/>
                  <a:gd name="connsiteX1" fmla="*/ 832572 w 838408"/>
                  <a:gd name="connsiteY1" fmla="*/ 161900 h 612683"/>
                  <a:gd name="connsiteX2" fmla="*/ 823542 w 838408"/>
                  <a:gd name="connsiteY2" fmla="*/ 161578 h 612683"/>
                  <a:gd name="connsiteX3" fmla="*/ 813546 w 838408"/>
                  <a:gd name="connsiteY3" fmla="*/ 189310 h 612683"/>
                  <a:gd name="connsiteX4" fmla="*/ 804194 w 838408"/>
                  <a:gd name="connsiteY4" fmla="*/ 185118 h 612683"/>
                  <a:gd name="connsiteX5" fmla="*/ 793553 w 838408"/>
                  <a:gd name="connsiteY5" fmla="*/ 173831 h 612683"/>
                  <a:gd name="connsiteX6" fmla="*/ 771948 w 838408"/>
                  <a:gd name="connsiteY6" fmla="*/ 170607 h 612683"/>
                  <a:gd name="connsiteX7" fmla="*/ 765176 w 838408"/>
                  <a:gd name="connsiteY7" fmla="*/ 179958 h 612683"/>
                  <a:gd name="connsiteX8" fmla="*/ 753890 w 838408"/>
                  <a:gd name="connsiteY8" fmla="*/ 188665 h 612683"/>
                  <a:gd name="connsiteX9" fmla="*/ 739702 w 838408"/>
                  <a:gd name="connsiteY9" fmla="*/ 191889 h 612683"/>
                  <a:gd name="connsiteX10" fmla="*/ 722288 w 838408"/>
                  <a:gd name="connsiteY10" fmla="*/ 182538 h 612683"/>
                  <a:gd name="connsiteX11" fmla="*/ 668114 w 838408"/>
                  <a:gd name="connsiteY11" fmla="*/ 187375 h 612683"/>
                  <a:gd name="connsiteX12" fmla="*/ 615553 w 838408"/>
                  <a:gd name="connsiteY12" fmla="*/ 180926 h 612683"/>
                  <a:gd name="connsiteX13" fmla="*/ 544611 w 838408"/>
                  <a:gd name="connsiteY13" fmla="*/ 174476 h 612683"/>
                  <a:gd name="connsiteX14" fmla="*/ 473991 w 838408"/>
                  <a:gd name="connsiteY14" fmla="*/ 158353 h 612683"/>
                  <a:gd name="connsiteX15" fmla="*/ 441422 w 838408"/>
                  <a:gd name="connsiteY15" fmla="*/ 167060 h 612683"/>
                  <a:gd name="connsiteX16" fmla="*/ 412078 w 838408"/>
                  <a:gd name="connsiteY16" fmla="*/ 155451 h 612683"/>
                  <a:gd name="connsiteX17" fmla="*/ 402404 w 838408"/>
                  <a:gd name="connsiteY17" fmla="*/ 119012 h 612683"/>
                  <a:gd name="connsiteX18" fmla="*/ 363385 w 838408"/>
                  <a:gd name="connsiteY18" fmla="*/ 130299 h 612683"/>
                  <a:gd name="connsiteX19" fmla="*/ 291153 w 838408"/>
                  <a:gd name="connsiteY19" fmla="*/ 109983 h 612683"/>
                  <a:gd name="connsiteX20" fmla="*/ 224081 w 838408"/>
                  <a:gd name="connsiteY20" fmla="*/ 89668 h 612683"/>
                  <a:gd name="connsiteX21" fmla="*/ 225370 w 838408"/>
                  <a:gd name="connsiteY21" fmla="*/ 65483 h 612683"/>
                  <a:gd name="connsiteX22" fmla="*/ 218599 w 838408"/>
                  <a:gd name="connsiteY22" fmla="*/ 37106 h 612683"/>
                  <a:gd name="connsiteX23" fmla="*/ 192479 w 838408"/>
                  <a:gd name="connsiteY23" fmla="*/ 22273 h 612683"/>
                  <a:gd name="connsiteX24" fmla="*/ 166359 w 838408"/>
                  <a:gd name="connsiteY24" fmla="*/ 27110 h 612683"/>
                  <a:gd name="connsiteX25" fmla="*/ 150236 w 838408"/>
                  <a:gd name="connsiteY25" fmla="*/ 4860 h 612683"/>
                  <a:gd name="connsiteX26" fmla="*/ 123472 w 838408"/>
                  <a:gd name="connsiteY26" fmla="*/ 6794 h 612683"/>
                  <a:gd name="connsiteX27" fmla="*/ 101222 w 838408"/>
                  <a:gd name="connsiteY27" fmla="*/ 12276 h 612683"/>
                  <a:gd name="connsiteX28" fmla="*/ 80261 w 838408"/>
                  <a:gd name="connsiteY28" fmla="*/ 34526 h 612683"/>
                  <a:gd name="connsiteX29" fmla="*/ 58979 w 838408"/>
                  <a:gd name="connsiteY29" fmla="*/ 16468 h 612683"/>
                  <a:gd name="connsiteX30" fmla="*/ 78004 w 838408"/>
                  <a:gd name="connsiteY30" fmla="*/ 30979 h 612683"/>
                  <a:gd name="connsiteX31" fmla="*/ 87678 w 838408"/>
                  <a:gd name="connsiteY31" fmla="*/ 55487 h 612683"/>
                  <a:gd name="connsiteX32" fmla="*/ 101866 w 838408"/>
                  <a:gd name="connsiteY32" fmla="*/ 80317 h 612683"/>
                  <a:gd name="connsiteX33" fmla="*/ 123472 w 838408"/>
                  <a:gd name="connsiteY33" fmla="*/ 118690 h 612683"/>
                  <a:gd name="connsiteX34" fmla="*/ 145077 w 838408"/>
                  <a:gd name="connsiteY34" fmla="*/ 139650 h 612683"/>
                  <a:gd name="connsiteX35" fmla="*/ 163135 w 838408"/>
                  <a:gd name="connsiteY35" fmla="*/ 155128 h 612683"/>
                  <a:gd name="connsiteX36" fmla="*/ 141530 w 838408"/>
                  <a:gd name="connsiteY36" fmla="*/ 169962 h 612683"/>
                  <a:gd name="connsiteX37" fmla="*/ 126696 w 838408"/>
                  <a:gd name="connsiteY37" fmla="*/ 181248 h 612683"/>
                  <a:gd name="connsiteX38" fmla="*/ 107993 w 838408"/>
                  <a:gd name="connsiteY38" fmla="*/ 194147 h 612683"/>
                  <a:gd name="connsiteX39" fmla="*/ 117345 w 838408"/>
                  <a:gd name="connsiteY39" fmla="*/ 212205 h 612683"/>
                  <a:gd name="connsiteX40" fmla="*/ 147656 w 838408"/>
                  <a:gd name="connsiteY40" fmla="*/ 238324 h 612683"/>
                  <a:gd name="connsiteX41" fmla="*/ 126051 w 838408"/>
                  <a:gd name="connsiteY41" fmla="*/ 246386 h 612683"/>
                  <a:gd name="connsiteX42" fmla="*/ 121859 w 838408"/>
                  <a:gd name="connsiteY42" fmla="*/ 271216 h 612683"/>
                  <a:gd name="connsiteX43" fmla="*/ 146689 w 838408"/>
                  <a:gd name="connsiteY43" fmla="*/ 288629 h 612683"/>
                  <a:gd name="connsiteX44" fmla="*/ 186352 w 838408"/>
                  <a:gd name="connsiteY44" fmla="*/ 308944 h 612683"/>
                  <a:gd name="connsiteX45" fmla="*/ 206667 w 838408"/>
                  <a:gd name="connsiteY45" fmla="*/ 332484 h 612683"/>
                  <a:gd name="connsiteX46" fmla="*/ 182160 w 838408"/>
                  <a:gd name="connsiteY46" fmla="*/ 346673 h 612683"/>
                  <a:gd name="connsiteX47" fmla="*/ 134435 w 838408"/>
                  <a:gd name="connsiteY47" fmla="*/ 352154 h 612683"/>
                  <a:gd name="connsiteX48" fmla="*/ 100254 w 838408"/>
                  <a:gd name="connsiteY48" fmla="*/ 380531 h 612683"/>
                  <a:gd name="connsiteX49" fmla="*/ 49950 w 838408"/>
                  <a:gd name="connsiteY49" fmla="*/ 427611 h 612683"/>
                  <a:gd name="connsiteX50" fmla="*/ 14479 w 838408"/>
                  <a:gd name="connsiteY50" fmla="*/ 451151 h 612683"/>
                  <a:gd name="connsiteX51" fmla="*/ 2225 w 838408"/>
                  <a:gd name="connsiteY51" fmla="*/ 484043 h 612683"/>
                  <a:gd name="connsiteX52" fmla="*/ 14479 w 838408"/>
                  <a:gd name="connsiteY52" fmla="*/ 539184 h 612683"/>
                  <a:gd name="connsiteX53" fmla="*/ 33182 w 838408"/>
                  <a:gd name="connsiteY53" fmla="*/ 575945 h 612683"/>
                  <a:gd name="connsiteX54" fmla="*/ 64138 w 838408"/>
                  <a:gd name="connsiteY54" fmla="*/ 587554 h 612683"/>
                  <a:gd name="connsiteX55" fmla="*/ 113153 w 838408"/>
                  <a:gd name="connsiteY55" fmla="*/ 569496 h 612683"/>
                  <a:gd name="connsiteX56" fmla="*/ 135403 w 838408"/>
                  <a:gd name="connsiteY56" fmla="*/ 566916 h 612683"/>
                  <a:gd name="connsiteX57" fmla="*/ 150236 w 838408"/>
                  <a:gd name="connsiteY57" fmla="*/ 585619 h 612683"/>
                  <a:gd name="connsiteX58" fmla="*/ 171196 w 838408"/>
                  <a:gd name="connsiteY58" fmla="*/ 584329 h 612683"/>
                  <a:gd name="connsiteX59" fmla="*/ 179258 w 838408"/>
                  <a:gd name="connsiteY59" fmla="*/ 600452 h 612683"/>
                  <a:gd name="connsiteX60" fmla="*/ 200863 w 838408"/>
                  <a:gd name="connsiteY60" fmla="*/ 613351 h 612683"/>
                  <a:gd name="connsiteX61" fmla="*/ 221178 w 838408"/>
                  <a:gd name="connsiteY61" fmla="*/ 613351 h 612683"/>
                  <a:gd name="connsiteX62" fmla="*/ 240526 w 838408"/>
                  <a:gd name="connsiteY62" fmla="*/ 602710 h 612683"/>
                  <a:gd name="connsiteX63" fmla="*/ 268903 w 838408"/>
                  <a:gd name="connsiteY63" fmla="*/ 586586 h 612683"/>
                  <a:gd name="connsiteX64" fmla="*/ 284382 w 838408"/>
                  <a:gd name="connsiteY64" fmla="*/ 602710 h 612683"/>
                  <a:gd name="connsiteX65" fmla="*/ 305342 w 838408"/>
                  <a:gd name="connsiteY65" fmla="*/ 605289 h 612683"/>
                  <a:gd name="connsiteX66" fmla="*/ 321465 w 838408"/>
                  <a:gd name="connsiteY66" fmla="*/ 605289 h 612683"/>
                  <a:gd name="connsiteX67" fmla="*/ 340813 w 838408"/>
                  <a:gd name="connsiteY67" fmla="*/ 587876 h 612683"/>
                  <a:gd name="connsiteX68" fmla="*/ 381121 w 838408"/>
                  <a:gd name="connsiteY68" fmla="*/ 569818 h 612683"/>
                  <a:gd name="connsiteX69" fmla="*/ 416592 w 838408"/>
                  <a:gd name="connsiteY69" fmla="*/ 551760 h 612683"/>
                  <a:gd name="connsiteX70" fmla="*/ 429491 w 838408"/>
                  <a:gd name="connsiteY70" fmla="*/ 524996 h 612683"/>
                  <a:gd name="connsiteX71" fmla="*/ 454320 w 838408"/>
                  <a:gd name="connsiteY71" fmla="*/ 523061 h 612683"/>
                  <a:gd name="connsiteX72" fmla="*/ 475925 w 838408"/>
                  <a:gd name="connsiteY72" fmla="*/ 526285 h 612683"/>
                  <a:gd name="connsiteX73" fmla="*/ 494628 w 838408"/>
                  <a:gd name="connsiteY73" fmla="*/ 533702 h 612683"/>
                  <a:gd name="connsiteX74" fmla="*/ 503335 w 838408"/>
                  <a:gd name="connsiteY74" fmla="*/ 551115 h 612683"/>
                  <a:gd name="connsiteX75" fmla="*/ 523650 w 838408"/>
                  <a:gd name="connsiteY75" fmla="*/ 561112 h 612683"/>
                  <a:gd name="connsiteX76" fmla="*/ 545255 w 838408"/>
                  <a:gd name="connsiteY76" fmla="*/ 590778 h 612683"/>
                  <a:gd name="connsiteX77" fmla="*/ 563958 w 838408"/>
                  <a:gd name="connsiteY77" fmla="*/ 594326 h 612683"/>
                  <a:gd name="connsiteX78" fmla="*/ 570730 w 838408"/>
                  <a:gd name="connsiteY78" fmla="*/ 568851 h 612683"/>
                  <a:gd name="connsiteX79" fmla="*/ 584919 w 838408"/>
                  <a:gd name="connsiteY79" fmla="*/ 553695 h 612683"/>
                  <a:gd name="connsiteX80" fmla="*/ 593303 w 838408"/>
                  <a:gd name="connsiteY80" fmla="*/ 555952 h 612683"/>
                  <a:gd name="connsiteX81" fmla="*/ 619745 w 838408"/>
                  <a:gd name="connsiteY81" fmla="*/ 551760 h 612683"/>
                  <a:gd name="connsiteX82" fmla="*/ 641350 w 838408"/>
                  <a:gd name="connsiteY82" fmla="*/ 544988 h 612683"/>
                  <a:gd name="connsiteX83" fmla="*/ 657796 w 838408"/>
                  <a:gd name="connsiteY83" fmla="*/ 541441 h 612683"/>
                  <a:gd name="connsiteX84" fmla="*/ 665857 w 838408"/>
                  <a:gd name="connsiteY84" fmla="*/ 520804 h 612683"/>
                  <a:gd name="connsiteX85" fmla="*/ 675209 w 838408"/>
                  <a:gd name="connsiteY85" fmla="*/ 495329 h 612683"/>
                  <a:gd name="connsiteX86" fmla="*/ 681980 w 838408"/>
                  <a:gd name="connsiteY86" fmla="*/ 465340 h 612683"/>
                  <a:gd name="connsiteX87" fmla="*/ 702941 w 838408"/>
                  <a:gd name="connsiteY87" fmla="*/ 438897 h 612683"/>
                  <a:gd name="connsiteX88" fmla="*/ 714549 w 838408"/>
                  <a:gd name="connsiteY88" fmla="*/ 422774 h 612683"/>
                  <a:gd name="connsiteX89" fmla="*/ 736154 w 838408"/>
                  <a:gd name="connsiteY89" fmla="*/ 417937 h 612683"/>
                  <a:gd name="connsiteX90" fmla="*/ 747763 w 838408"/>
                  <a:gd name="connsiteY90" fmla="*/ 401491 h 612683"/>
                  <a:gd name="connsiteX91" fmla="*/ 762919 w 838408"/>
                  <a:gd name="connsiteY91" fmla="*/ 400524 h 612683"/>
                  <a:gd name="connsiteX92" fmla="*/ 783557 w 838408"/>
                  <a:gd name="connsiteY92" fmla="*/ 411165 h 612683"/>
                  <a:gd name="connsiteX93" fmla="*/ 788071 w 838408"/>
                  <a:gd name="connsiteY93" fmla="*/ 429546 h 612683"/>
                  <a:gd name="connsiteX94" fmla="*/ 790006 w 838408"/>
                  <a:gd name="connsiteY94" fmla="*/ 435350 h 612683"/>
                  <a:gd name="connsiteX95" fmla="*/ 790651 w 838408"/>
                  <a:gd name="connsiteY95" fmla="*/ 393108 h 612683"/>
                  <a:gd name="connsiteX96" fmla="*/ 800647 w 838408"/>
                  <a:gd name="connsiteY96" fmla="*/ 368278 h 612683"/>
                  <a:gd name="connsiteX97" fmla="*/ 819350 w 838408"/>
                  <a:gd name="connsiteY97" fmla="*/ 352154 h 612683"/>
                  <a:gd name="connsiteX98" fmla="*/ 820640 w 838408"/>
                  <a:gd name="connsiteY98" fmla="*/ 326035 h 612683"/>
                  <a:gd name="connsiteX99" fmla="*/ 796455 w 838408"/>
                  <a:gd name="connsiteY99" fmla="*/ 295078 h 612683"/>
                  <a:gd name="connsiteX100" fmla="*/ 787104 w 838408"/>
                  <a:gd name="connsiteY100" fmla="*/ 259607 h 612683"/>
                  <a:gd name="connsiteX101" fmla="*/ 809999 w 838408"/>
                  <a:gd name="connsiteY101" fmla="*/ 240904 h 612683"/>
                  <a:gd name="connsiteX102" fmla="*/ 838376 w 838408"/>
                  <a:gd name="connsiteY102" fmla="*/ 219299 h 612683"/>
                  <a:gd name="connsiteX103" fmla="*/ 851274 w 838408"/>
                  <a:gd name="connsiteY103" fmla="*/ 176733 h 612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838408" h="612683">
                    <a:moveTo>
                      <a:pt x="851274" y="176733"/>
                    </a:moveTo>
                    <a:cubicBezTo>
                      <a:pt x="849984" y="164480"/>
                      <a:pt x="845792" y="160610"/>
                      <a:pt x="832572" y="161900"/>
                    </a:cubicBezTo>
                    <a:cubicBezTo>
                      <a:pt x="829347" y="162223"/>
                      <a:pt x="826445" y="161900"/>
                      <a:pt x="823542" y="161578"/>
                    </a:cubicBezTo>
                    <a:cubicBezTo>
                      <a:pt x="819673" y="170929"/>
                      <a:pt x="815803" y="188987"/>
                      <a:pt x="813546" y="189310"/>
                    </a:cubicBezTo>
                    <a:cubicBezTo>
                      <a:pt x="810966" y="189955"/>
                      <a:pt x="808709" y="188020"/>
                      <a:pt x="804194" y="185118"/>
                    </a:cubicBezTo>
                    <a:cubicBezTo>
                      <a:pt x="799357" y="182538"/>
                      <a:pt x="797423" y="180926"/>
                      <a:pt x="793553" y="173831"/>
                    </a:cubicBezTo>
                    <a:cubicBezTo>
                      <a:pt x="789361" y="166415"/>
                      <a:pt x="784202" y="168994"/>
                      <a:pt x="771948" y="170607"/>
                    </a:cubicBezTo>
                    <a:cubicBezTo>
                      <a:pt x="759694" y="171897"/>
                      <a:pt x="767111" y="174799"/>
                      <a:pt x="765176" y="179958"/>
                    </a:cubicBezTo>
                    <a:cubicBezTo>
                      <a:pt x="763242" y="185440"/>
                      <a:pt x="759049" y="187375"/>
                      <a:pt x="753890" y="188665"/>
                    </a:cubicBezTo>
                    <a:cubicBezTo>
                      <a:pt x="748408" y="189955"/>
                      <a:pt x="748408" y="192857"/>
                      <a:pt x="739702" y="191889"/>
                    </a:cubicBezTo>
                    <a:cubicBezTo>
                      <a:pt x="730995" y="191244"/>
                      <a:pt x="732930" y="183183"/>
                      <a:pt x="722288" y="182538"/>
                    </a:cubicBezTo>
                    <a:cubicBezTo>
                      <a:pt x="691332" y="180603"/>
                      <a:pt x="701328" y="209625"/>
                      <a:pt x="668114" y="187375"/>
                    </a:cubicBezTo>
                    <a:cubicBezTo>
                      <a:pt x="644897" y="171897"/>
                      <a:pt x="643930" y="167705"/>
                      <a:pt x="615553" y="180926"/>
                    </a:cubicBezTo>
                    <a:cubicBezTo>
                      <a:pt x="593303" y="191244"/>
                      <a:pt x="567183" y="183828"/>
                      <a:pt x="544611" y="174476"/>
                    </a:cubicBezTo>
                    <a:cubicBezTo>
                      <a:pt x="522038" y="165125"/>
                      <a:pt x="498176" y="154161"/>
                      <a:pt x="473991" y="158353"/>
                    </a:cubicBezTo>
                    <a:cubicBezTo>
                      <a:pt x="463027" y="160288"/>
                      <a:pt x="452386" y="165447"/>
                      <a:pt x="441422" y="167060"/>
                    </a:cubicBezTo>
                    <a:cubicBezTo>
                      <a:pt x="430135" y="168672"/>
                      <a:pt x="417237" y="165447"/>
                      <a:pt x="412078" y="155451"/>
                    </a:cubicBezTo>
                    <a:cubicBezTo>
                      <a:pt x="406273" y="143842"/>
                      <a:pt x="412400" y="127074"/>
                      <a:pt x="402404" y="119012"/>
                    </a:cubicBezTo>
                    <a:cubicBezTo>
                      <a:pt x="391117" y="109983"/>
                      <a:pt x="375961" y="122882"/>
                      <a:pt x="363385" y="130299"/>
                    </a:cubicBezTo>
                    <a:cubicBezTo>
                      <a:pt x="333074" y="148357"/>
                      <a:pt x="313403" y="126429"/>
                      <a:pt x="291153" y="109983"/>
                    </a:cubicBezTo>
                    <a:cubicBezTo>
                      <a:pt x="269226" y="93860"/>
                      <a:pt x="250845" y="91603"/>
                      <a:pt x="224081" y="89668"/>
                    </a:cubicBezTo>
                    <a:cubicBezTo>
                      <a:pt x="214729" y="89023"/>
                      <a:pt x="223436" y="72900"/>
                      <a:pt x="225370" y="65483"/>
                    </a:cubicBezTo>
                    <a:cubicBezTo>
                      <a:pt x="227305" y="58066"/>
                      <a:pt x="222791" y="43878"/>
                      <a:pt x="218599" y="37106"/>
                    </a:cubicBezTo>
                    <a:cubicBezTo>
                      <a:pt x="214407" y="30334"/>
                      <a:pt x="206345" y="22273"/>
                      <a:pt x="192479" y="22273"/>
                    </a:cubicBezTo>
                    <a:cubicBezTo>
                      <a:pt x="178613" y="22273"/>
                      <a:pt x="177001" y="27110"/>
                      <a:pt x="166359" y="27110"/>
                    </a:cubicBezTo>
                    <a:cubicBezTo>
                      <a:pt x="155718" y="27110"/>
                      <a:pt x="158298" y="11632"/>
                      <a:pt x="150236" y="4860"/>
                    </a:cubicBezTo>
                    <a:cubicBezTo>
                      <a:pt x="142175" y="-1912"/>
                      <a:pt x="131533" y="-1912"/>
                      <a:pt x="123472" y="6794"/>
                    </a:cubicBezTo>
                    <a:cubicBezTo>
                      <a:pt x="115410" y="15501"/>
                      <a:pt x="116700" y="14856"/>
                      <a:pt x="101222" y="12276"/>
                    </a:cubicBezTo>
                    <a:cubicBezTo>
                      <a:pt x="85743" y="9697"/>
                      <a:pt x="83163" y="42588"/>
                      <a:pt x="80261" y="34526"/>
                    </a:cubicBezTo>
                    <a:cubicBezTo>
                      <a:pt x="78004" y="27755"/>
                      <a:pt x="67685" y="22595"/>
                      <a:pt x="58979" y="16468"/>
                    </a:cubicBezTo>
                    <a:cubicBezTo>
                      <a:pt x="66073" y="21628"/>
                      <a:pt x="74134" y="25820"/>
                      <a:pt x="78004" y="30979"/>
                    </a:cubicBezTo>
                    <a:cubicBezTo>
                      <a:pt x="79616" y="43555"/>
                      <a:pt x="85098" y="50005"/>
                      <a:pt x="87678" y="55487"/>
                    </a:cubicBezTo>
                    <a:cubicBezTo>
                      <a:pt x="90903" y="62903"/>
                      <a:pt x="94450" y="71610"/>
                      <a:pt x="101866" y="80317"/>
                    </a:cubicBezTo>
                    <a:cubicBezTo>
                      <a:pt x="109283" y="89023"/>
                      <a:pt x="111863" y="117400"/>
                      <a:pt x="123472" y="118690"/>
                    </a:cubicBezTo>
                    <a:cubicBezTo>
                      <a:pt x="134758" y="119980"/>
                      <a:pt x="140240" y="127396"/>
                      <a:pt x="145077" y="139650"/>
                    </a:cubicBezTo>
                    <a:cubicBezTo>
                      <a:pt x="149914" y="151904"/>
                      <a:pt x="163780" y="148357"/>
                      <a:pt x="163135" y="155128"/>
                    </a:cubicBezTo>
                    <a:cubicBezTo>
                      <a:pt x="162490" y="161900"/>
                      <a:pt x="155718" y="169962"/>
                      <a:pt x="141530" y="169962"/>
                    </a:cubicBezTo>
                    <a:cubicBezTo>
                      <a:pt x="127341" y="169962"/>
                      <a:pt x="132178" y="180603"/>
                      <a:pt x="126696" y="181248"/>
                    </a:cubicBezTo>
                    <a:cubicBezTo>
                      <a:pt x="121214" y="181893"/>
                      <a:pt x="110573" y="186085"/>
                      <a:pt x="107993" y="194147"/>
                    </a:cubicBezTo>
                    <a:cubicBezTo>
                      <a:pt x="105414" y="202208"/>
                      <a:pt x="112185" y="210270"/>
                      <a:pt x="117345" y="212205"/>
                    </a:cubicBezTo>
                    <a:cubicBezTo>
                      <a:pt x="122827" y="214139"/>
                      <a:pt x="148946" y="233810"/>
                      <a:pt x="147656" y="238324"/>
                    </a:cubicBezTo>
                    <a:cubicBezTo>
                      <a:pt x="146366" y="243161"/>
                      <a:pt x="137015" y="243806"/>
                      <a:pt x="126051" y="246386"/>
                    </a:cubicBezTo>
                    <a:cubicBezTo>
                      <a:pt x="115410" y="248966"/>
                      <a:pt x="116700" y="268636"/>
                      <a:pt x="121859" y="271216"/>
                    </a:cubicBezTo>
                    <a:cubicBezTo>
                      <a:pt x="127341" y="273795"/>
                      <a:pt x="139917" y="279922"/>
                      <a:pt x="146689" y="288629"/>
                    </a:cubicBezTo>
                    <a:cubicBezTo>
                      <a:pt x="153461" y="297335"/>
                      <a:pt x="172164" y="306042"/>
                      <a:pt x="186352" y="308944"/>
                    </a:cubicBezTo>
                    <a:cubicBezTo>
                      <a:pt x="200541" y="311846"/>
                      <a:pt x="210537" y="325712"/>
                      <a:pt x="206667" y="332484"/>
                    </a:cubicBezTo>
                    <a:cubicBezTo>
                      <a:pt x="202153" y="339256"/>
                      <a:pt x="200218" y="346673"/>
                      <a:pt x="182160" y="346673"/>
                    </a:cubicBezTo>
                    <a:cubicBezTo>
                      <a:pt x="164102" y="346673"/>
                      <a:pt x="147334" y="345383"/>
                      <a:pt x="134435" y="352154"/>
                    </a:cubicBezTo>
                    <a:cubicBezTo>
                      <a:pt x="121537" y="358926"/>
                      <a:pt x="115732" y="370213"/>
                      <a:pt x="100254" y="380531"/>
                    </a:cubicBezTo>
                    <a:cubicBezTo>
                      <a:pt x="84776" y="390850"/>
                      <a:pt x="58011" y="426321"/>
                      <a:pt x="49950" y="427611"/>
                    </a:cubicBezTo>
                    <a:cubicBezTo>
                      <a:pt x="41888" y="428901"/>
                      <a:pt x="20283" y="441800"/>
                      <a:pt x="14479" y="451151"/>
                    </a:cubicBezTo>
                    <a:cubicBezTo>
                      <a:pt x="8352" y="460503"/>
                      <a:pt x="10287" y="474691"/>
                      <a:pt x="2225" y="484043"/>
                    </a:cubicBezTo>
                    <a:cubicBezTo>
                      <a:pt x="-5837" y="493394"/>
                      <a:pt x="10287" y="526285"/>
                      <a:pt x="14479" y="539184"/>
                    </a:cubicBezTo>
                    <a:cubicBezTo>
                      <a:pt x="18348" y="551438"/>
                      <a:pt x="31569" y="568528"/>
                      <a:pt x="33182" y="575945"/>
                    </a:cubicBezTo>
                    <a:cubicBezTo>
                      <a:pt x="48015" y="579815"/>
                      <a:pt x="56399" y="587554"/>
                      <a:pt x="64138" y="587554"/>
                    </a:cubicBezTo>
                    <a:cubicBezTo>
                      <a:pt x="74780" y="587554"/>
                      <a:pt x="106381" y="576912"/>
                      <a:pt x="113153" y="569496"/>
                    </a:cubicBezTo>
                    <a:cubicBezTo>
                      <a:pt x="119924" y="562079"/>
                      <a:pt x="126696" y="564014"/>
                      <a:pt x="135403" y="566916"/>
                    </a:cubicBezTo>
                    <a:cubicBezTo>
                      <a:pt x="144109" y="569496"/>
                      <a:pt x="142175" y="583039"/>
                      <a:pt x="150236" y="585619"/>
                    </a:cubicBezTo>
                    <a:cubicBezTo>
                      <a:pt x="158298" y="588199"/>
                      <a:pt x="155073" y="583039"/>
                      <a:pt x="171196" y="584329"/>
                    </a:cubicBezTo>
                    <a:cubicBezTo>
                      <a:pt x="187320" y="585619"/>
                      <a:pt x="175388" y="593681"/>
                      <a:pt x="179258" y="600452"/>
                    </a:cubicBezTo>
                    <a:cubicBezTo>
                      <a:pt x="183450" y="607224"/>
                      <a:pt x="192157" y="607869"/>
                      <a:pt x="200863" y="613351"/>
                    </a:cubicBezTo>
                    <a:cubicBezTo>
                      <a:pt x="209570" y="618833"/>
                      <a:pt x="215696" y="623992"/>
                      <a:pt x="221178" y="613351"/>
                    </a:cubicBezTo>
                    <a:cubicBezTo>
                      <a:pt x="226660" y="602710"/>
                      <a:pt x="234077" y="607224"/>
                      <a:pt x="240526" y="602710"/>
                    </a:cubicBezTo>
                    <a:cubicBezTo>
                      <a:pt x="247298" y="597873"/>
                      <a:pt x="260842" y="585941"/>
                      <a:pt x="268903" y="586586"/>
                    </a:cubicBezTo>
                    <a:cubicBezTo>
                      <a:pt x="276965" y="587231"/>
                      <a:pt x="281157" y="596583"/>
                      <a:pt x="284382" y="602710"/>
                    </a:cubicBezTo>
                    <a:cubicBezTo>
                      <a:pt x="287606" y="608836"/>
                      <a:pt x="291798" y="605289"/>
                      <a:pt x="305342" y="605289"/>
                    </a:cubicBezTo>
                    <a:cubicBezTo>
                      <a:pt x="318885" y="605289"/>
                      <a:pt x="315983" y="605289"/>
                      <a:pt x="321465" y="605289"/>
                    </a:cubicBezTo>
                    <a:cubicBezTo>
                      <a:pt x="326947" y="605289"/>
                      <a:pt x="332106" y="595293"/>
                      <a:pt x="340813" y="587876"/>
                    </a:cubicBezTo>
                    <a:cubicBezTo>
                      <a:pt x="349519" y="580460"/>
                      <a:pt x="371124" y="575623"/>
                      <a:pt x="381121" y="569818"/>
                    </a:cubicBezTo>
                    <a:cubicBezTo>
                      <a:pt x="391117" y="563691"/>
                      <a:pt x="411432" y="561757"/>
                      <a:pt x="416592" y="551760"/>
                    </a:cubicBezTo>
                    <a:cubicBezTo>
                      <a:pt x="422074" y="541764"/>
                      <a:pt x="425944" y="531445"/>
                      <a:pt x="429491" y="524996"/>
                    </a:cubicBezTo>
                    <a:cubicBezTo>
                      <a:pt x="432715" y="518224"/>
                      <a:pt x="451096" y="520804"/>
                      <a:pt x="454320" y="523061"/>
                    </a:cubicBezTo>
                    <a:cubicBezTo>
                      <a:pt x="457545" y="524996"/>
                      <a:pt x="469799" y="529188"/>
                      <a:pt x="475925" y="526285"/>
                    </a:cubicBezTo>
                    <a:cubicBezTo>
                      <a:pt x="482052" y="523706"/>
                      <a:pt x="490114" y="529510"/>
                      <a:pt x="494628" y="533702"/>
                    </a:cubicBezTo>
                    <a:cubicBezTo>
                      <a:pt x="499465" y="537894"/>
                      <a:pt x="501400" y="544343"/>
                      <a:pt x="503335" y="551115"/>
                    </a:cubicBezTo>
                    <a:cubicBezTo>
                      <a:pt x="505270" y="557887"/>
                      <a:pt x="514621" y="557887"/>
                      <a:pt x="523650" y="561112"/>
                    </a:cubicBezTo>
                    <a:cubicBezTo>
                      <a:pt x="532357" y="564336"/>
                      <a:pt x="542353" y="586909"/>
                      <a:pt x="545255" y="590778"/>
                    </a:cubicBezTo>
                    <a:cubicBezTo>
                      <a:pt x="548480" y="594970"/>
                      <a:pt x="561379" y="598517"/>
                      <a:pt x="563958" y="594326"/>
                    </a:cubicBezTo>
                    <a:cubicBezTo>
                      <a:pt x="566538" y="590134"/>
                      <a:pt x="570730" y="579170"/>
                      <a:pt x="570730" y="568851"/>
                    </a:cubicBezTo>
                    <a:cubicBezTo>
                      <a:pt x="570730" y="558532"/>
                      <a:pt x="576535" y="560789"/>
                      <a:pt x="584919" y="553695"/>
                    </a:cubicBezTo>
                    <a:cubicBezTo>
                      <a:pt x="593303" y="546601"/>
                      <a:pt x="589111" y="555952"/>
                      <a:pt x="593303" y="555952"/>
                    </a:cubicBezTo>
                    <a:cubicBezTo>
                      <a:pt x="597495" y="555952"/>
                      <a:pt x="612651" y="551760"/>
                      <a:pt x="619745" y="551760"/>
                    </a:cubicBezTo>
                    <a:cubicBezTo>
                      <a:pt x="626839" y="551760"/>
                      <a:pt x="638125" y="551760"/>
                      <a:pt x="641350" y="544988"/>
                    </a:cubicBezTo>
                    <a:cubicBezTo>
                      <a:pt x="644575" y="538217"/>
                      <a:pt x="649734" y="541764"/>
                      <a:pt x="657796" y="541441"/>
                    </a:cubicBezTo>
                    <a:cubicBezTo>
                      <a:pt x="665857" y="541119"/>
                      <a:pt x="666180" y="530155"/>
                      <a:pt x="665857" y="520804"/>
                    </a:cubicBezTo>
                    <a:cubicBezTo>
                      <a:pt x="665535" y="511452"/>
                      <a:pt x="669404" y="505648"/>
                      <a:pt x="675209" y="495329"/>
                    </a:cubicBezTo>
                    <a:cubicBezTo>
                      <a:pt x="681013" y="485010"/>
                      <a:pt x="680690" y="477271"/>
                      <a:pt x="681980" y="465340"/>
                    </a:cubicBezTo>
                    <a:cubicBezTo>
                      <a:pt x="683270" y="453086"/>
                      <a:pt x="698104" y="443734"/>
                      <a:pt x="702941" y="438897"/>
                    </a:cubicBezTo>
                    <a:cubicBezTo>
                      <a:pt x="707778" y="434060"/>
                      <a:pt x="706165" y="428256"/>
                      <a:pt x="714549" y="422774"/>
                    </a:cubicBezTo>
                    <a:cubicBezTo>
                      <a:pt x="722934" y="417292"/>
                      <a:pt x="729705" y="422452"/>
                      <a:pt x="736154" y="417937"/>
                    </a:cubicBezTo>
                    <a:cubicBezTo>
                      <a:pt x="742281" y="413423"/>
                      <a:pt x="744216" y="412133"/>
                      <a:pt x="747763" y="401491"/>
                    </a:cubicBezTo>
                    <a:cubicBezTo>
                      <a:pt x="751310" y="390850"/>
                      <a:pt x="756147" y="398912"/>
                      <a:pt x="762919" y="400524"/>
                    </a:cubicBezTo>
                    <a:cubicBezTo>
                      <a:pt x="769691" y="402459"/>
                      <a:pt x="779042" y="407618"/>
                      <a:pt x="783557" y="411165"/>
                    </a:cubicBezTo>
                    <a:cubicBezTo>
                      <a:pt x="788071" y="414713"/>
                      <a:pt x="788071" y="425999"/>
                      <a:pt x="788071" y="429546"/>
                    </a:cubicBezTo>
                    <a:cubicBezTo>
                      <a:pt x="788071" y="430836"/>
                      <a:pt x="788716" y="432771"/>
                      <a:pt x="790006" y="435350"/>
                    </a:cubicBezTo>
                    <a:cubicBezTo>
                      <a:pt x="810966" y="419872"/>
                      <a:pt x="792908" y="401491"/>
                      <a:pt x="790651" y="393108"/>
                    </a:cubicBezTo>
                    <a:cubicBezTo>
                      <a:pt x="788071" y="383756"/>
                      <a:pt x="791941" y="375049"/>
                      <a:pt x="800647" y="368278"/>
                    </a:cubicBezTo>
                    <a:cubicBezTo>
                      <a:pt x="809354" y="361506"/>
                      <a:pt x="813546" y="353444"/>
                      <a:pt x="819350" y="352154"/>
                    </a:cubicBezTo>
                    <a:cubicBezTo>
                      <a:pt x="825155" y="350864"/>
                      <a:pt x="828057" y="342803"/>
                      <a:pt x="820640" y="326035"/>
                    </a:cubicBezTo>
                    <a:cubicBezTo>
                      <a:pt x="813223" y="309266"/>
                      <a:pt x="805807" y="305075"/>
                      <a:pt x="796455" y="295078"/>
                    </a:cubicBezTo>
                    <a:cubicBezTo>
                      <a:pt x="787104" y="285082"/>
                      <a:pt x="785814" y="266056"/>
                      <a:pt x="787104" y="259607"/>
                    </a:cubicBezTo>
                    <a:cubicBezTo>
                      <a:pt x="788394" y="252835"/>
                      <a:pt x="808709" y="254125"/>
                      <a:pt x="809999" y="240904"/>
                    </a:cubicBezTo>
                    <a:cubicBezTo>
                      <a:pt x="811289" y="227361"/>
                      <a:pt x="830314" y="226071"/>
                      <a:pt x="838376" y="219299"/>
                    </a:cubicBezTo>
                    <a:cubicBezTo>
                      <a:pt x="846438" y="212527"/>
                      <a:pt x="852564" y="188665"/>
                      <a:pt x="851274" y="17673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D52F664-E81E-3418-4B68-C171CA4F369B}"/>
                  </a:ext>
                </a:extLst>
              </p:cNvPr>
              <p:cNvSpPr/>
              <p:nvPr/>
            </p:nvSpPr>
            <p:spPr>
              <a:xfrm>
                <a:off x="6504196" y="2542011"/>
                <a:ext cx="838408" cy="612683"/>
              </a:xfrm>
              <a:custGeom>
                <a:avLst/>
                <a:gdLst>
                  <a:gd name="connsiteX0" fmla="*/ 851274 w 838408"/>
                  <a:gd name="connsiteY0" fmla="*/ 176733 h 612683"/>
                  <a:gd name="connsiteX1" fmla="*/ 832572 w 838408"/>
                  <a:gd name="connsiteY1" fmla="*/ 161900 h 612683"/>
                  <a:gd name="connsiteX2" fmla="*/ 823542 w 838408"/>
                  <a:gd name="connsiteY2" fmla="*/ 161578 h 612683"/>
                  <a:gd name="connsiteX3" fmla="*/ 813546 w 838408"/>
                  <a:gd name="connsiteY3" fmla="*/ 189310 h 612683"/>
                  <a:gd name="connsiteX4" fmla="*/ 804194 w 838408"/>
                  <a:gd name="connsiteY4" fmla="*/ 185118 h 612683"/>
                  <a:gd name="connsiteX5" fmla="*/ 793553 w 838408"/>
                  <a:gd name="connsiteY5" fmla="*/ 173831 h 612683"/>
                  <a:gd name="connsiteX6" fmla="*/ 771948 w 838408"/>
                  <a:gd name="connsiteY6" fmla="*/ 170607 h 612683"/>
                  <a:gd name="connsiteX7" fmla="*/ 765176 w 838408"/>
                  <a:gd name="connsiteY7" fmla="*/ 179958 h 612683"/>
                  <a:gd name="connsiteX8" fmla="*/ 753890 w 838408"/>
                  <a:gd name="connsiteY8" fmla="*/ 188665 h 612683"/>
                  <a:gd name="connsiteX9" fmla="*/ 739702 w 838408"/>
                  <a:gd name="connsiteY9" fmla="*/ 191889 h 612683"/>
                  <a:gd name="connsiteX10" fmla="*/ 722288 w 838408"/>
                  <a:gd name="connsiteY10" fmla="*/ 182538 h 612683"/>
                  <a:gd name="connsiteX11" fmla="*/ 668114 w 838408"/>
                  <a:gd name="connsiteY11" fmla="*/ 187375 h 612683"/>
                  <a:gd name="connsiteX12" fmla="*/ 615553 w 838408"/>
                  <a:gd name="connsiteY12" fmla="*/ 180926 h 612683"/>
                  <a:gd name="connsiteX13" fmla="*/ 544611 w 838408"/>
                  <a:gd name="connsiteY13" fmla="*/ 174476 h 612683"/>
                  <a:gd name="connsiteX14" fmla="*/ 473991 w 838408"/>
                  <a:gd name="connsiteY14" fmla="*/ 158353 h 612683"/>
                  <a:gd name="connsiteX15" fmla="*/ 441422 w 838408"/>
                  <a:gd name="connsiteY15" fmla="*/ 167060 h 612683"/>
                  <a:gd name="connsiteX16" fmla="*/ 412078 w 838408"/>
                  <a:gd name="connsiteY16" fmla="*/ 155451 h 612683"/>
                  <a:gd name="connsiteX17" fmla="*/ 402404 w 838408"/>
                  <a:gd name="connsiteY17" fmla="*/ 119012 h 612683"/>
                  <a:gd name="connsiteX18" fmla="*/ 363385 w 838408"/>
                  <a:gd name="connsiteY18" fmla="*/ 130299 h 612683"/>
                  <a:gd name="connsiteX19" fmla="*/ 291153 w 838408"/>
                  <a:gd name="connsiteY19" fmla="*/ 109983 h 612683"/>
                  <a:gd name="connsiteX20" fmla="*/ 224081 w 838408"/>
                  <a:gd name="connsiteY20" fmla="*/ 89668 h 612683"/>
                  <a:gd name="connsiteX21" fmla="*/ 225370 w 838408"/>
                  <a:gd name="connsiteY21" fmla="*/ 65483 h 612683"/>
                  <a:gd name="connsiteX22" fmla="*/ 218599 w 838408"/>
                  <a:gd name="connsiteY22" fmla="*/ 37106 h 612683"/>
                  <a:gd name="connsiteX23" fmla="*/ 192479 w 838408"/>
                  <a:gd name="connsiteY23" fmla="*/ 22273 h 612683"/>
                  <a:gd name="connsiteX24" fmla="*/ 166359 w 838408"/>
                  <a:gd name="connsiteY24" fmla="*/ 27110 h 612683"/>
                  <a:gd name="connsiteX25" fmla="*/ 150236 w 838408"/>
                  <a:gd name="connsiteY25" fmla="*/ 4860 h 612683"/>
                  <a:gd name="connsiteX26" fmla="*/ 123472 w 838408"/>
                  <a:gd name="connsiteY26" fmla="*/ 6794 h 612683"/>
                  <a:gd name="connsiteX27" fmla="*/ 101222 w 838408"/>
                  <a:gd name="connsiteY27" fmla="*/ 12276 h 612683"/>
                  <a:gd name="connsiteX28" fmla="*/ 80261 w 838408"/>
                  <a:gd name="connsiteY28" fmla="*/ 34526 h 612683"/>
                  <a:gd name="connsiteX29" fmla="*/ 58979 w 838408"/>
                  <a:gd name="connsiteY29" fmla="*/ 16468 h 612683"/>
                  <a:gd name="connsiteX30" fmla="*/ 78004 w 838408"/>
                  <a:gd name="connsiteY30" fmla="*/ 30979 h 612683"/>
                  <a:gd name="connsiteX31" fmla="*/ 87678 w 838408"/>
                  <a:gd name="connsiteY31" fmla="*/ 55487 h 612683"/>
                  <a:gd name="connsiteX32" fmla="*/ 101866 w 838408"/>
                  <a:gd name="connsiteY32" fmla="*/ 80317 h 612683"/>
                  <a:gd name="connsiteX33" fmla="*/ 123472 w 838408"/>
                  <a:gd name="connsiteY33" fmla="*/ 118690 h 612683"/>
                  <a:gd name="connsiteX34" fmla="*/ 145077 w 838408"/>
                  <a:gd name="connsiteY34" fmla="*/ 139650 h 612683"/>
                  <a:gd name="connsiteX35" fmla="*/ 163135 w 838408"/>
                  <a:gd name="connsiteY35" fmla="*/ 155128 h 612683"/>
                  <a:gd name="connsiteX36" fmla="*/ 141530 w 838408"/>
                  <a:gd name="connsiteY36" fmla="*/ 169962 h 612683"/>
                  <a:gd name="connsiteX37" fmla="*/ 126696 w 838408"/>
                  <a:gd name="connsiteY37" fmla="*/ 181248 h 612683"/>
                  <a:gd name="connsiteX38" fmla="*/ 107993 w 838408"/>
                  <a:gd name="connsiteY38" fmla="*/ 194147 h 612683"/>
                  <a:gd name="connsiteX39" fmla="*/ 117345 w 838408"/>
                  <a:gd name="connsiteY39" fmla="*/ 212205 h 612683"/>
                  <a:gd name="connsiteX40" fmla="*/ 147656 w 838408"/>
                  <a:gd name="connsiteY40" fmla="*/ 238324 h 612683"/>
                  <a:gd name="connsiteX41" fmla="*/ 126051 w 838408"/>
                  <a:gd name="connsiteY41" fmla="*/ 246386 h 612683"/>
                  <a:gd name="connsiteX42" fmla="*/ 121859 w 838408"/>
                  <a:gd name="connsiteY42" fmla="*/ 271216 h 612683"/>
                  <a:gd name="connsiteX43" fmla="*/ 146689 w 838408"/>
                  <a:gd name="connsiteY43" fmla="*/ 288629 h 612683"/>
                  <a:gd name="connsiteX44" fmla="*/ 186352 w 838408"/>
                  <a:gd name="connsiteY44" fmla="*/ 308944 h 612683"/>
                  <a:gd name="connsiteX45" fmla="*/ 206667 w 838408"/>
                  <a:gd name="connsiteY45" fmla="*/ 332484 h 612683"/>
                  <a:gd name="connsiteX46" fmla="*/ 182160 w 838408"/>
                  <a:gd name="connsiteY46" fmla="*/ 346673 h 612683"/>
                  <a:gd name="connsiteX47" fmla="*/ 134435 w 838408"/>
                  <a:gd name="connsiteY47" fmla="*/ 352154 h 612683"/>
                  <a:gd name="connsiteX48" fmla="*/ 100254 w 838408"/>
                  <a:gd name="connsiteY48" fmla="*/ 380531 h 612683"/>
                  <a:gd name="connsiteX49" fmla="*/ 49950 w 838408"/>
                  <a:gd name="connsiteY49" fmla="*/ 427611 h 612683"/>
                  <a:gd name="connsiteX50" fmla="*/ 14479 w 838408"/>
                  <a:gd name="connsiteY50" fmla="*/ 451151 h 612683"/>
                  <a:gd name="connsiteX51" fmla="*/ 2225 w 838408"/>
                  <a:gd name="connsiteY51" fmla="*/ 484043 h 612683"/>
                  <a:gd name="connsiteX52" fmla="*/ 14479 w 838408"/>
                  <a:gd name="connsiteY52" fmla="*/ 539184 h 612683"/>
                  <a:gd name="connsiteX53" fmla="*/ 33182 w 838408"/>
                  <a:gd name="connsiteY53" fmla="*/ 575945 h 612683"/>
                  <a:gd name="connsiteX54" fmla="*/ 64138 w 838408"/>
                  <a:gd name="connsiteY54" fmla="*/ 587554 h 612683"/>
                  <a:gd name="connsiteX55" fmla="*/ 113153 w 838408"/>
                  <a:gd name="connsiteY55" fmla="*/ 569496 h 612683"/>
                  <a:gd name="connsiteX56" fmla="*/ 135403 w 838408"/>
                  <a:gd name="connsiteY56" fmla="*/ 566916 h 612683"/>
                  <a:gd name="connsiteX57" fmla="*/ 150236 w 838408"/>
                  <a:gd name="connsiteY57" fmla="*/ 585619 h 612683"/>
                  <a:gd name="connsiteX58" fmla="*/ 171196 w 838408"/>
                  <a:gd name="connsiteY58" fmla="*/ 584329 h 612683"/>
                  <a:gd name="connsiteX59" fmla="*/ 179258 w 838408"/>
                  <a:gd name="connsiteY59" fmla="*/ 600452 h 612683"/>
                  <a:gd name="connsiteX60" fmla="*/ 200863 w 838408"/>
                  <a:gd name="connsiteY60" fmla="*/ 613351 h 612683"/>
                  <a:gd name="connsiteX61" fmla="*/ 221178 w 838408"/>
                  <a:gd name="connsiteY61" fmla="*/ 613351 h 612683"/>
                  <a:gd name="connsiteX62" fmla="*/ 240526 w 838408"/>
                  <a:gd name="connsiteY62" fmla="*/ 602710 h 612683"/>
                  <a:gd name="connsiteX63" fmla="*/ 268903 w 838408"/>
                  <a:gd name="connsiteY63" fmla="*/ 586586 h 612683"/>
                  <a:gd name="connsiteX64" fmla="*/ 284382 w 838408"/>
                  <a:gd name="connsiteY64" fmla="*/ 602710 h 612683"/>
                  <a:gd name="connsiteX65" fmla="*/ 305342 w 838408"/>
                  <a:gd name="connsiteY65" fmla="*/ 605289 h 612683"/>
                  <a:gd name="connsiteX66" fmla="*/ 321465 w 838408"/>
                  <a:gd name="connsiteY66" fmla="*/ 605289 h 612683"/>
                  <a:gd name="connsiteX67" fmla="*/ 340813 w 838408"/>
                  <a:gd name="connsiteY67" fmla="*/ 587876 h 612683"/>
                  <a:gd name="connsiteX68" fmla="*/ 381121 w 838408"/>
                  <a:gd name="connsiteY68" fmla="*/ 569818 h 612683"/>
                  <a:gd name="connsiteX69" fmla="*/ 416592 w 838408"/>
                  <a:gd name="connsiteY69" fmla="*/ 551760 h 612683"/>
                  <a:gd name="connsiteX70" fmla="*/ 429491 w 838408"/>
                  <a:gd name="connsiteY70" fmla="*/ 524996 h 612683"/>
                  <a:gd name="connsiteX71" fmla="*/ 454320 w 838408"/>
                  <a:gd name="connsiteY71" fmla="*/ 523061 h 612683"/>
                  <a:gd name="connsiteX72" fmla="*/ 475925 w 838408"/>
                  <a:gd name="connsiteY72" fmla="*/ 526285 h 612683"/>
                  <a:gd name="connsiteX73" fmla="*/ 494628 w 838408"/>
                  <a:gd name="connsiteY73" fmla="*/ 533702 h 612683"/>
                  <a:gd name="connsiteX74" fmla="*/ 503335 w 838408"/>
                  <a:gd name="connsiteY74" fmla="*/ 551115 h 612683"/>
                  <a:gd name="connsiteX75" fmla="*/ 523650 w 838408"/>
                  <a:gd name="connsiteY75" fmla="*/ 561112 h 612683"/>
                  <a:gd name="connsiteX76" fmla="*/ 545255 w 838408"/>
                  <a:gd name="connsiteY76" fmla="*/ 590778 h 612683"/>
                  <a:gd name="connsiteX77" fmla="*/ 563958 w 838408"/>
                  <a:gd name="connsiteY77" fmla="*/ 594326 h 612683"/>
                  <a:gd name="connsiteX78" fmla="*/ 570730 w 838408"/>
                  <a:gd name="connsiteY78" fmla="*/ 568851 h 612683"/>
                  <a:gd name="connsiteX79" fmla="*/ 584919 w 838408"/>
                  <a:gd name="connsiteY79" fmla="*/ 553695 h 612683"/>
                  <a:gd name="connsiteX80" fmla="*/ 593303 w 838408"/>
                  <a:gd name="connsiteY80" fmla="*/ 555952 h 612683"/>
                  <a:gd name="connsiteX81" fmla="*/ 619745 w 838408"/>
                  <a:gd name="connsiteY81" fmla="*/ 551760 h 612683"/>
                  <a:gd name="connsiteX82" fmla="*/ 641350 w 838408"/>
                  <a:gd name="connsiteY82" fmla="*/ 544988 h 612683"/>
                  <a:gd name="connsiteX83" fmla="*/ 657796 w 838408"/>
                  <a:gd name="connsiteY83" fmla="*/ 541441 h 612683"/>
                  <a:gd name="connsiteX84" fmla="*/ 665857 w 838408"/>
                  <a:gd name="connsiteY84" fmla="*/ 520804 h 612683"/>
                  <a:gd name="connsiteX85" fmla="*/ 675209 w 838408"/>
                  <a:gd name="connsiteY85" fmla="*/ 495329 h 612683"/>
                  <a:gd name="connsiteX86" fmla="*/ 681980 w 838408"/>
                  <a:gd name="connsiteY86" fmla="*/ 465340 h 612683"/>
                  <a:gd name="connsiteX87" fmla="*/ 702941 w 838408"/>
                  <a:gd name="connsiteY87" fmla="*/ 438897 h 612683"/>
                  <a:gd name="connsiteX88" fmla="*/ 714549 w 838408"/>
                  <a:gd name="connsiteY88" fmla="*/ 422774 h 612683"/>
                  <a:gd name="connsiteX89" fmla="*/ 736154 w 838408"/>
                  <a:gd name="connsiteY89" fmla="*/ 417937 h 612683"/>
                  <a:gd name="connsiteX90" fmla="*/ 747763 w 838408"/>
                  <a:gd name="connsiteY90" fmla="*/ 401491 h 612683"/>
                  <a:gd name="connsiteX91" fmla="*/ 762919 w 838408"/>
                  <a:gd name="connsiteY91" fmla="*/ 400524 h 612683"/>
                  <a:gd name="connsiteX92" fmla="*/ 783557 w 838408"/>
                  <a:gd name="connsiteY92" fmla="*/ 411165 h 612683"/>
                  <a:gd name="connsiteX93" fmla="*/ 788071 w 838408"/>
                  <a:gd name="connsiteY93" fmla="*/ 429546 h 612683"/>
                  <a:gd name="connsiteX94" fmla="*/ 790006 w 838408"/>
                  <a:gd name="connsiteY94" fmla="*/ 435350 h 612683"/>
                  <a:gd name="connsiteX95" fmla="*/ 790651 w 838408"/>
                  <a:gd name="connsiteY95" fmla="*/ 393108 h 612683"/>
                  <a:gd name="connsiteX96" fmla="*/ 800647 w 838408"/>
                  <a:gd name="connsiteY96" fmla="*/ 368278 h 612683"/>
                  <a:gd name="connsiteX97" fmla="*/ 819350 w 838408"/>
                  <a:gd name="connsiteY97" fmla="*/ 352154 h 612683"/>
                  <a:gd name="connsiteX98" fmla="*/ 820640 w 838408"/>
                  <a:gd name="connsiteY98" fmla="*/ 326035 h 612683"/>
                  <a:gd name="connsiteX99" fmla="*/ 796455 w 838408"/>
                  <a:gd name="connsiteY99" fmla="*/ 295078 h 612683"/>
                  <a:gd name="connsiteX100" fmla="*/ 787104 w 838408"/>
                  <a:gd name="connsiteY100" fmla="*/ 259607 h 612683"/>
                  <a:gd name="connsiteX101" fmla="*/ 809999 w 838408"/>
                  <a:gd name="connsiteY101" fmla="*/ 240904 h 612683"/>
                  <a:gd name="connsiteX102" fmla="*/ 838376 w 838408"/>
                  <a:gd name="connsiteY102" fmla="*/ 219299 h 612683"/>
                  <a:gd name="connsiteX103" fmla="*/ 851274 w 838408"/>
                  <a:gd name="connsiteY103" fmla="*/ 176733 h 612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838408" h="612683">
                    <a:moveTo>
                      <a:pt x="851274" y="176733"/>
                    </a:moveTo>
                    <a:cubicBezTo>
                      <a:pt x="849984" y="164480"/>
                      <a:pt x="845792" y="160610"/>
                      <a:pt x="832572" y="161900"/>
                    </a:cubicBezTo>
                    <a:cubicBezTo>
                      <a:pt x="829347" y="162223"/>
                      <a:pt x="826445" y="161900"/>
                      <a:pt x="823542" y="161578"/>
                    </a:cubicBezTo>
                    <a:cubicBezTo>
                      <a:pt x="819673" y="170929"/>
                      <a:pt x="815803" y="188987"/>
                      <a:pt x="813546" y="189310"/>
                    </a:cubicBezTo>
                    <a:cubicBezTo>
                      <a:pt x="810966" y="189955"/>
                      <a:pt x="808709" y="188020"/>
                      <a:pt x="804194" y="185118"/>
                    </a:cubicBezTo>
                    <a:cubicBezTo>
                      <a:pt x="799357" y="182538"/>
                      <a:pt x="797423" y="180926"/>
                      <a:pt x="793553" y="173831"/>
                    </a:cubicBezTo>
                    <a:cubicBezTo>
                      <a:pt x="789361" y="166415"/>
                      <a:pt x="784202" y="168994"/>
                      <a:pt x="771948" y="170607"/>
                    </a:cubicBezTo>
                    <a:cubicBezTo>
                      <a:pt x="759694" y="171897"/>
                      <a:pt x="767111" y="174799"/>
                      <a:pt x="765176" y="179958"/>
                    </a:cubicBezTo>
                    <a:cubicBezTo>
                      <a:pt x="763242" y="185440"/>
                      <a:pt x="759049" y="187375"/>
                      <a:pt x="753890" y="188665"/>
                    </a:cubicBezTo>
                    <a:cubicBezTo>
                      <a:pt x="748408" y="189955"/>
                      <a:pt x="748408" y="192857"/>
                      <a:pt x="739702" y="191889"/>
                    </a:cubicBezTo>
                    <a:cubicBezTo>
                      <a:pt x="730995" y="191244"/>
                      <a:pt x="732930" y="183183"/>
                      <a:pt x="722288" y="182538"/>
                    </a:cubicBezTo>
                    <a:cubicBezTo>
                      <a:pt x="691332" y="180603"/>
                      <a:pt x="701328" y="209625"/>
                      <a:pt x="668114" y="187375"/>
                    </a:cubicBezTo>
                    <a:cubicBezTo>
                      <a:pt x="644897" y="171897"/>
                      <a:pt x="643930" y="167705"/>
                      <a:pt x="615553" y="180926"/>
                    </a:cubicBezTo>
                    <a:cubicBezTo>
                      <a:pt x="593303" y="191244"/>
                      <a:pt x="567183" y="183828"/>
                      <a:pt x="544611" y="174476"/>
                    </a:cubicBezTo>
                    <a:cubicBezTo>
                      <a:pt x="522038" y="165125"/>
                      <a:pt x="498176" y="154161"/>
                      <a:pt x="473991" y="158353"/>
                    </a:cubicBezTo>
                    <a:cubicBezTo>
                      <a:pt x="463027" y="160288"/>
                      <a:pt x="452386" y="165447"/>
                      <a:pt x="441422" y="167060"/>
                    </a:cubicBezTo>
                    <a:cubicBezTo>
                      <a:pt x="430135" y="168672"/>
                      <a:pt x="417237" y="165447"/>
                      <a:pt x="412078" y="155451"/>
                    </a:cubicBezTo>
                    <a:cubicBezTo>
                      <a:pt x="406273" y="143842"/>
                      <a:pt x="412400" y="127074"/>
                      <a:pt x="402404" y="119012"/>
                    </a:cubicBezTo>
                    <a:cubicBezTo>
                      <a:pt x="391117" y="109983"/>
                      <a:pt x="375961" y="122882"/>
                      <a:pt x="363385" y="130299"/>
                    </a:cubicBezTo>
                    <a:cubicBezTo>
                      <a:pt x="333074" y="148357"/>
                      <a:pt x="313403" y="126429"/>
                      <a:pt x="291153" y="109983"/>
                    </a:cubicBezTo>
                    <a:cubicBezTo>
                      <a:pt x="269226" y="93860"/>
                      <a:pt x="250845" y="91603"/>
                      <a:pt x="224081" y="89668"/>
                    </a:cubicBezTo>
                    <a:cubicBezTo>
                      <a:pt x="214729" y="89023"/>
                      <a:pt x="223436" y="72900"/>
                      <a:pt x="225370" y="65483"/>
                    </a:cubicBezTo>
                    <a:cubicBezTo>
                      <a:pt x="227305" y="58066"/>
                      <a:pt x="222791" y="43878"/>
                      <a:pt x="218599" y="37106"/>
                    </a:cubicBezTo>
                    <a:cubicBezTo>
                      <a:pt x="214407" y="30334"/>
                      <a:pt x="206345" y="22273"/>
                      <a:pt x="192479" y="22273"/>
                    </a:cubicBezTo>
                    <a:cubicBezTo>
                      <a:pt x="178613" y="22273"/>
                      <a:pt x="177001" y="27110"/>
                      <a:pt x="166359" y="27110"/>
                    </a:cubicBezTo>
                    <a:cubicBezTo>
                      <a:pt x="155718" y="27110"/>
                      <a:pt x="158298" y="11632"/>
                      <a:pt x="150236" y="4860"/>
                    </a:cubicBezTo>
                    <a:cubicBezTo>
                      <a:pt x="142175" y="-1912"/>
                      <a:pt x="131533" y="-1912"/>
                      <a:pt x="123472" y="6794"/>
                    </a:cubicBezTo>
                    <a:cubicBezTo>
                      <a:pt x="115410" y="15501"/>
                      <a:pt x="116700" y="14856"/>
                      <a:pt x="101222" y="12276"/>
                    </a:cubicBezTo>
                    <a:cubicBezTo>
                      <a:pt x="85743" y="9697"/>
                      <a:pt x="83163" y="42588"/>
                      <a:pt x="80261" y="34526"/>
                    </a:cubicBezTo>
                    <a:cubicBezTo>
                      <a:pt x="78004" y="27755"/>
                      <a:pt x="67685" y="22595"/>
                      <a:pt x="58979" y="16468"/>
                    </a:cubicBezTo>
                    <a:cubicBezTo>
                      <a:pt x="66073" y="21628"/>
                      <a:pt x="74134" y="25820"/>
                      <a:pt x="78004" y="30979"/>
                    </a:cubicBezTo>
                    <a:cubicBezTo>
                      <a:pt x="79616" y="43555"/>
                      <a:pt x="85098" y="50005"/>
                      <a:pt x="87678" y="55487"/>
                    </a:cubicBezTo>
                    <a:cubicBezTo>
                      <a:pt x="90903" y="62903"/>
                      <a:pt x="94450" y="71610"/>
                      <a:pt x="101866" y="80317"/>
                    </a:cubicBezTo>
                    <a:cubicBezTo>
                      <a:pt x="109283" y="89023"/>
                      <a:pt x="111863" y="117400"/>
                      <a:pt x="123472" y="118690"/>
                    </a:cubicBezTo>
                    <a:cubicBezTo>
                      <a:pt x="134758" y="119980"/>
                      <a:pt x="140240" y="127396"/>
                      <a:pt x="145077" y="139650"/>
                    </a:cubicBezTo>
                    <a:cubicBezTo>
                      <a:pt x="149914" y="151904"/>
                      <a:pt x="163780" y="148357"/>
                      <a:pt x="163135" y="155128"/>
                    </a:cubicBezTo>
                    <a:cubicBezTo>
                      <a:pt x="162490" y="161900"/>
                      <a:pt x="155718" y="169962"/>
                      <a:pt x="141530" y="169962"/>
                    </a:cubicBezTo>
                    <a:cubicBezTo>
                      <a:pt x="127341" y="169962"/>
                      <a:pt x="132178" y="180603"/>
                      <a:pt x="126696" y="181248"/>
                    </a:cubicBezTo>
                    <a:cubicBezTo>
                      <a:pt x="121214" y="181893"/>
                      <a:pt x="110573" y="186085"/>
                      <a:pt x="107993" y="194147"/>
                    </a:cubicBezTo>
                    <a:cubicBezTo>
                      <a:pt x="105414" y="202208"/>
                      <a:pt x="112185" y="210270"/>
                      <a:pt x="117345" y="212205"/>
                    </a:cubicBezTo>
                    <a:cubicBezTo>
                      <a:pt x="122827" y="214139"/>
                      <a:pt x="148946" y="233810"/>
                      <a:pt x="147656" y="238324"/>
                    </a:cubicBezTo>
                    <a:cubicBezTo>
                      <a:pt x="146366" y="243161"/>
                      <a:pt x="137015" y="243806"/>
                      <a:pt x="126051" y="246386"/>
                    </a:cubicBezTo>
                    <a:cubicBezTo>
                      <a:pt x="115410" y="248966"/>
                      <a:pt x="116700" y="268636"/>
                      <a:pt x="121859" y="271216"/>
                    </a:cubicBezTo>
                    <a:cubicBezTo>
                      <a:pt x="127341" y="273795"/>
                      <a:pt x="139917" y="279922"/>
                      <a:pt x="146689" y="288629"/>
                    </a:cubicBezTo>
                    <a:cubicBezTo>
                      <a:pt x="153461" y="297335"/>
                      <a:pt x="172164" y="306042"/>
                      <a:pt x="186352" y="308944"/>
                    </a:cubicBezTo>
                    <a:cubicBezTo>
                      <a:pt x="200541" y="311846"/>
                      <a:pt x="210537" y="325712"/>
                      <a:pt x="206667" y="332484"/>
                    </a:cubicBezTo>
                    <a:cubicBezTo>
                      <a:pt x="202153" y="339256"/>
                      <a:pt x="200218" y="346673"/>
                      <a:pt x="182160" y="346673"/>
                    </a:cubicBezTo>
                    <a:cubicBezTo>
                      <a:pt x="164102" y="346673"/>
                      <a:pt x="147334" y="345383"/>
                      <a:pt x="134435" y="352154"/>
                    </a:cubicBezTo>
                    <a:cubicBezTo>
                      <a:pt x="121537" y="358926"/>
                      <a:pt x="115732" y="370213"/>
                      <a:pt x="100254" y="380531"/>
                    </a:cubicBezTo>
                    <a:cubicBezTo>
                      <a:pt x="84776" y="390850"/>
                      <a:pt x="58011" y="426321"/>
                      <a:pt x="49950" y="427611"/>
                    </a:cubicBezTo>
                    <a:cubicBezTo>
                      <a:pt x="41888" y="428901"/>
                      <a:pt x="20283" y="441800"/>
                      <a:pt x="14479" y="451151"/>
                    </a:cubicBezTo>
                    <a:cubicBezTo>
                      <a:pt x="8352" y="460503"/>
                      <a:pt x="10287" y="474691"/>
                      <a:pt x="2225" y="484043"/>
                    </a:cubicBezTo>
                    <a:cubicBezTo>
                      <a:pt x="-5837" y="493394"/>
                      <a:pt x="10287" y="526285"/>
                      <a:pt x="14479" y="539184"/>
                    </a:cubicBezTo>
                    <a:cubicBezTo>
                      <a:pt x="18348" y="551438"/>
                      <a:pt x="31569" y="568528"/>
                      <a:pt x="33182" y="575945"/>
                    </a:cubicBezTo>
                    <a:cubicBezTo>
                      <a:pt x="48015" y="579815"/>
                      <a:pt x="56399" y="587554"/>
                      <a:pt x="64138" y="587554"/>
                    </a:cubicBezTo>
                    <a:cubicBezTo>
                      <a:pt x="74780" y="587554"/>
                      <a:pt x="106381" y="576912"/>
                      <a:pt x="113153" y="569496"/>
                    </a:cubicBezTo>
                    <a:cubicBezTo>
                      <a:pt x="119924" y="562079"/>
                      <a:pt x="126696" y="564014"/>
                      <a:pt x="135403" y="566916"/>
                    </a:cubicBezTo>
                    <a:cubicBezTo>
                      <a:pt x="144109" y="569496"/>
                      <a:pt x="142175" y="583039"/>
                      <a:pt x="150236" y="585619"/>
                    </a:cubicBezTo>
                    <a:cubicBezTo>
                      <a:pt x="158298" y="588199"/>
                      <a:pt x="155073" y="583039"/>
                      <a:pt x="171196" y="584329"/>
                    </a:cubicBezTo>
                    <a:cubicBezTo>
                      <a:pt x="187320" y="585619"/>
                      <a:pt x="175388" y="593681"/>
                      <a:pt x="179258" y="600452"/>
                    </a:cubicBezTo>
                    <a:cubicBezTo>
                      <a:pt x="183450" y="607224"/>
                      <a:pt x="192157" y="607869"/>
                      <a:pt x="200863" y="613351"/>
                    </a:cubicBezTo>
                    <a:cubicBezTo>
                      <a:pt x="209570" y="618833"/>
                      <a:pt x="215696" y="623992"/>
                      <a:pt x="221178" y="613351"/>
                    </a:cubicBezTo>
                    <a:cubicBezTo>
                      <a:pt x="226660" y="602710"/>
                      <a:pt x="234077" y="607224"/>
                      <a:pt x="240526" y="602710"/>
                    </a:cubicBezTo>
                    <a:cubicBezTo>
                      <a:pt x="247298" y="597873"/>
                      <a:pt x="260842" y="585941"/>
                      <a:pt x="268903" y="586586"/>
                    </a:cubicBezTo>
                    <a:cubicBezTo>
                      <a:pt x="276965" y="587231"/>
                      <a:pt x="281157" y="596583"/>
                      <a:pt x="284382" y="602710"/>
                    </a:cubicBezTo>
                    <a:cubicBezTo>
                      <a:pt x="287606" y="608836"/>
                      <a:pt x="291798" y="605289"/>
                      <a:pt x="305342" y="605289"/>
                    </a:cubicBezTo>
                    <a:cubicBezTo>
                      <a:pt x="318885" y="605289"/>
                      <a:pt x="315983" y="605289"/>
                      <a:pt x="321465" y="605289"/>
                    </a:cubicBezTo>
                    <a:cubicBezTo>
                      <a:pt x="326947" y="605289"/>
                      <a:pt x="332106" y="595293"/>
                      <a:pt x="340813" y="587876"/>
                    </a:cubicBezTo>
                    <a:cubicBezTo>
                      <a:pt x="349519" y="580460"/>
                      <a:pt x="371124" y="575623"/>
                      <a:pt x="381121" y="569818"/>
                    </a:cubicBezTo>
                    <a:cubicBezTo>
                      <a:pt x="391117" y="563691"/>
                      <a:pt x="411432" y="561757"/>
                      <a:pt x="416592" y="551760"/>
                    </a:cubicBezTo>
                    <a:cubicBezTo>
                      <a:pt x="422074" y="541764"/>
                      <a:pt x="425944" y="531445"/>
                      <a:pt x="429491" y="524996"/>
                    </a:cubicBezTo>
                    <a:cubicBezTo>
                      <a:pt x="432715" y="518224"/>
                      <a:pt x="451096" y="520804"/>
                      <a:pt x="454320" y="523061"/>
                    </a:cubicBezTo>
                    <a:cubicBezTo>
                      <a:pt x="457545" y="524996"/>
                      <a:pt x="469799" y="529188"/>
                      <a:pt x="475925" y="526285"/>
                    </a:cubicBezTo>
                    <a:cubicBezTo>
                      <a:pt x="482052" y="523706"/>
                      <a:pt x="490114" y="529510"/>
                      <a:pt x="494628" y="533702"/>
                    </a:cubicBezTo>
                    <a:cubicBezTo>
                      <a:pt x="499465" y="537894"/>
                      <a:pt x="501400" y="544343"/>
                      <a:pt x="503335" y="551115"/>
                    </a:cubicBezTo>
                    <a:cubicBezTo>
                      <a:pt x="505270" y="557887"/>
                      <a:pt x="514621" y="557887"/>
                      <a:pt x="523650" y="561112"/>
                    </a:cubicBezTo>
                    <a:cubicBezTo>
                      <a:pt x="532357" y="564336"/>
                      <a:pt x="542353" y="586909"/>
                      <a:pt x="545255" y="590778"/>
                    </a:cubicBezTo>
                    <a:cubicBezTo>
                      <a:pt x="548480" y="594970"/>
                      <a:pt x="561379" y="598517"/>
                      <a:pt x="563958" y="594326"/>
                    </a:cubicBezTo>
                    <a:cubicBezTo>
                      <a:pt x="566538" y="590134"/>
                      <a:pt x="570730" y="579170"/>
                      <a:pt x="570730" y="568851"/>
                    </a:cubicBezTo>
                    <a:cubicBezTo>
                      <a:pt x="570730" y="558532"/>
                      <a:pt x="576535" y="560789"/>
                      <a:pt x="584919" y="553695"/>
                    </a:cubicBezTo>
                    <a:cubicBezTo>
                      <a:pt x="593303" y="546601"/>
                      <a:pt x="589111" y="555952"/>
                      <a:pt x="593303" y="555952"/>
                    </a:cubicBezTo>
                    <a:cubicBezTo>
                      <a:pt x="597495" y="555952"/>
                      <a:pt x="612651" y="551760"/>
                      <a:pt x="619745" y="551760"/>
                    </a:cubicBezTo>
                    <a:cubicBezTo>
                      <a:pt x="626839" y="551760"/>
                      <a:pt x="638125" y="551760"/>
                      <a:pt x="641350" y="544988"/>
                    </a:cubicBezTo>
                    <a:cubicBezTo>
                      <a:pt x="644575" y="538217"/>
                      <a:pt x="649734" y="541764"/>
                      <a:pt x="657796" y="541441"/>
                    </a:cubicBezTo>
                    <a:cubicBezTo>
                      <a:pt x="665857" y="541119"/>
                      <a:pt x="666180" y="530155"/>
                      <a:pt x="665857" y="520804"/>
                    </a:cubicBezTo>
                    <a:cubicBezTo>
                      <a:pt x="665535" y="511452"/>
                      <a:pt x="669404" y="505648"/>
                      <a:pt x="675209" y="495329"/>
                    </a:cubicBezTo>
                    <a:cubicBezTo>
                      <a:pt x="681013" y="485010"/>
                      <a:pt x="680690" y="477271"/>
                      <a:pt x="681980" y="465340"/>
                    </a:cubicBezTo>
                    <a:cubicBezTo>
                      <a:pt x="683270" y="453086"/>
                      <a:pt x="698104" y="443734"/>
                      <a:pt x="702941" y="438897"/>
                    </a:cubicBezTo>
                    <a:cubicBezTo>
                      <a:pt x="707778" y="434060"/>
                      <a:pt x="706165" y="428256"/>
                      <a:pt x="714549" y="422774"/>
                    </a:cubicBezTo>
                    <a:cubicBezTo>
                      <a:pt x="722934" y="417292"/>
                      <a:pt x="729705" y="422452"/>
                      <a:pt x="736154" y="417937"/>
                    </a:cubicBezTo>
                    <a:cubicBezTo>
                      <a:pt x="742281" y="413423"/>
                      <a:pt x="744216" y="412133"/>
                      <a:pt x="747763" y="401491"/>
                    </a:cubicBezTo>
                    <a:cubicBezTo>
                      <a:pt x="751310" y="390850"/>
                      <a:pt x="756147" y="398912"/>
                      <a:pt x="762919" y="400524"/>
                    </a:cubicBezTo>
                    <a:cubicBezTo>
                      <a:pt x="769691" y="402459"/>
                      <a:pt x="779042" y="407618"/>
                      <a:pt x="783557" y="411165"/>
                    </a:cubicBezTo>
                    <a:cubicBezTo>
                      <a:pt x="788071" y="414713"/>
                      <a:pt x="788071" y="425999"/>
                      <a:pt x="788071" y="429546"/>
                    </a:cubicBezTo>
                    <a:cubicBezTo>
                      <a:pt x="788071" y="430836"/>
                      <a:pt x="788716" y="432771"/>
                      <a:pt x="790006" y="435350"/>
                    </a:cubicBezTo>
                    <a:cubicBezTo>
                      <a:pt x="810966" y="419872"/>
                      <a:pt x="792908" y="401491"/>
                      <a:pt x="790651" y="393108"/>
                    </a:cubicBezTo>
                    <a:cubicBezTo>
                      <a:pt x="788071" y="383756"/>
                      <a:pt x="791941" y="375049"/>
                      <a:pt x="800647" y="368278"/>
                    </a:cubicBezTo>
                    <a:cubicBezTo>
                      <a:pt x="809354" y="361506"/>
                      <a:pt x="813546" y="353444"/>
                      <a:pt x="819350" y="352154"/>
                    </a:cubicBezTo>
                    <a:cubicBezTo>
                      <a:pt x="825155" y="350864"/>
                      <a:pt x="828057" y="342803"/>
                      <a:pt x="820640" y="326035"/>
                    </a:cubicBezTo>
                    <a:cubicBezTo>
                      <a:pt x="813223" y="309266"/>
                      <a:pt x="805807" y="305075"/>
                      <a:pt x="796455" y="295078"/>
                    </a:cubicBezTo>
                    <a:cubicBezTo>
                      <a:pt x="787104" y="285082"/>
                      <a:pt x="785814" y="266056"/>
                      <a:pt x="787104" y="259607"/>
                    </a:cubicBezTo>
                    <a:cubicBezTo>
                      <a:pt x="788394" y="252835"/>
                      <a:pt x="808709" y="254125"/>
                      <a:pt x="809999" y="240904"/>
                    </a:cubicBezTo>
                    <a:cubicBezTo>
                      <a:pt x="811289" y="227361"/>
                      <a:pt x="830314" y="226071"/>
                      <a:pt x="838376" y="219299"/>
                    </a:cubicBezTo>
                    <a:cubicBezTo>
                      <a:pt x="846438" y="212527"/>
                      <a:pt x="852564" y="188665"/>
                      <a:pt x="851274" y="17673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A70DA81-77C1-0854-0282-0C8E3DB92354}"/>
                  </a:ext>
                </a:extLst>
              </p:cNvPr>
              <p:cNvSpPr/>
              <p:nvPr/>
            </p:nvSpPr>
            <p:spPr>
              <a:xfrm>
                <a:off x="6172025" y="3496483"/>
                <a:ext cx="1064133" cy="935148"/>
              </a:xfrm>
              <a:custGeom>
                <a:avLst/>
                <a:gdLst>
                  <a:gd name="connsiteX0" fmla="*/ 1094768 w 1064133"/>
                  <a:gd name="connsiteY0" fmla="*/ 139996 h 935148"/>
                  <a:gd name="connsiteX1" fmla="*/ 1071873 w 1064133"/>
                  <a:gd name="connsiteY1" fmla="*/ 130645 h 935148"/>
                  <a:gd name="connsiteX2" fmla="*/ 1053170 w 1064133"/>
                  <a:gd name="connsiteY2" fmla="*/ 107750 h 935148"/>
                  <a:gd name="connsiteX3" fmla="*/ 1022213 w 1064133"/>
                  <a:gd name="connsiteY3" fmla="*/ 113232 h 935148"/>
                  <a:gd name="connsiteX4" fmla="*/ 1001898 w 1064133"/>
                  <a:gd name="connsiteY4" fmla="*/ 78406 h 935148"/>
                  <a:gd name="connsiteX5" fmla="*/ 968361 w 1064133"/>
                  <a:gd name="connsiteY5" fmla="*/ 66152 h 935148"/>
                  <a:gd name="connsiteX6" fmla="*/ 963524 w 1064133"/>
                  <a:gd name="connsiteY6" fmla="*/ 56800 h 935148"/>
                  <a:gd name="connsiteX7" fmla="*/ 939340 w 1064133"/>
                  <a:gd name="connsiteY7" fmla="*/ 45192 h 935148"/>
                  <a:gd name="connsiteX8" fmla="*/ 902256 w 1064133"/>
                  <a:gd name="connsiteY8" fmla="*/ 32938 h 935148"/>
                  <a:gd name="connsiteX9" fmla="*/ 886133 w 1064133"/>
                  <a:gd name="connsiteY9" fmla="*/ 21652 h 935148"/>
                  <a:gd name="connsiteX10" fmla="*/ 858723 w 1064133"/>
                  <a:gd name="connsiteY10" fmla="*/ 13590 h 935148"/>
                  <a:gd name="connsiteX11" fmla="*/ 837763 w 1064133"/>
                  <a:gd name="connsiteY11" fmla="*/ 47 h 935148"/>
                  <a:gd name="connsiteX12" fmla="*/ 827767 w 1064133"/>
                  <a:gd name="connsiteY12" fmla="*/ 16815 h 935148"/>
                  <a:gd name="connsiteX13" fmla="*/ 833249 w 1064133"/>
                  <a:gd name="connsiteY13" fmla="*/ 29068 h 935148"/>
                  <a:gd name="connsiteX14" fmla="*/ 833249 w 1064133"/>
                  <a:gd name="connsiteY14" fmla="*/ 56478 h 935148"/>
                  <a:gd name="connsiteX15" fmla="*/ 830669 w 1064133"/>
                  <a:gd name="connsiteY15" fmla="*/ 88724 h 935148"/>
                  <a:gd name="connsiteX16" fmla="*/ 809064 w 1064133"/>
                  <a:gd name="connsiteY16" fmla="*/ 112909 h 935148"/>
                  <a:gd name="connsiteX17" fmla="*/ 794876 w 1064133"/>
                  <a:gd name="connsiteY17" fmla="*/ 99366 h 935148"/>
                  <a:gd name="connsiteX18" fmla="*/ 771335 w 1064133"/>
                  <a:gd name="connsiteY18" fmla="*/ 96141 h 935148"/>
                  <a:gd name="connsiteX19" fmla="*/ 732962 w 1064133"/>
                  <a:gd name="connsiteY19" fmla="*/ 86790 h 935148"/>
                  <a:gd name="connsiteX20" fmla="*/ 701361 w 1064133"/>
                  <a:gd name="connsiteY20" fmla="*/ 98076 h 935148"/>
                  <a:gd name="connsiteX21" fmla="*/ 663632 w 1064133"/>
                  <a:gd name="connsiteY21" fmla="*/ 96141 h 935148"/>
                  <a:gd name="connsiteX22" fmla="*/ 661697 w 1064133"/>
                  <a:gd name="connsiteY22" fmla="*/ 59703 h 935148"/>
                  <a:gd name="connsiteX23" fmla="*/ 643640 w 1064133"/>
                  <a:gd name="connsiteY23" fmla="*/ 28746 h 935148"/>
                  <a:gd name="connsiteX24" fmla="*/ 579147 w 1064133"/>
                  <a:gd name="connsiteY24" fmla="*/ 33583 h 935148"/>
                  <a:gd name="connsiteX25" fmla="*/ 528197 w 1064133"/>
                  <a:gd name="connsiteY25" fmla="*/ 42934 h 935148"/>
                  <a:gd name="connsiteX26" fmla="*/ 491114 w 1064133"/>
                  <a:gd name="connsiteY26" fmla="*/ 25521 h 935148"/>
                  <a:gd name="connsiteX27" fmla="*/ 471443 w 1064133"/>
                  <a:gd name="connsiteY27" fmla="*/ 15525 h 935148"/>
                  <a:gd name="connsiteX28" fmla="*/ 474991 w 1064133"/>
                  <a:gd name="connsiteY28" fmla="*/ 21974 h 935148"/>
                  <a:gd name="connsiteX29" fmla="*/ 467574 w 1064133"/>
                  <a:gd name="connsiteY29" fmla="*/ 49706 h 935148"/>
                  <a:gd name="connsiteX30" fmla="*/ 435972 w 1064133"/>
                  <a:gd name="connsiteY30" fmla="*/ 67764 h 935148"/>
                  <a:gd name="connsiteX31" fmla="*/ 393085 w 1064133"/>
                  <a:gd name="connsiteY31" fmla="*/ 96786 h 935148"/>
                  <a:gd name="connsiteX32" fmla="*/ 395019 w 1064133"/>
                  <a:gd name="connsiteY32" fmla="*/ 137094 h 935148"/>
                  <a:gd name="connsiteX33" fmla="*/ 382121 w 1064133"/>
                  <a:gd name="connsiteY33" fmla="*/ 155152 h 935148"/>
                  <a:gd name="connsiteX34" fmla="*/ 361805 w 1064133"/>
                  <a:gd name="connsiteY34" fmla="*/ 181272 h 935148"/>
                  <a:gd name="connsiteX35" fmla="*/ 351809 w 1064133"/>
                  <a:gd name="connsiteY35" fmla="*/ 214163 h 935148"/>
                  <a:gd name="connsiteX36" fmla="*/ 346972 w 1064133"/>
                  <a:gd name="connsiteY36" fmla="*/ 241573 h 935148"/>
                  <a:gd name="connsiteX37" fmla="*/ 332784 w 1064133"/>
                  <a:gd name="connsiteY37" fmla="*/ 265758 h 935148"/>
                  <a:gd name="connsiteX38" fmla="*/ 298602 w 1064133"/>
                  <a:gd name="connsiteY38" fmla="*/ 289298 h 935148"/>
                  <a:gd name="connsiteX39" fmla="*/ 242816 w 1064133"/>
                  <a:gd name="connsiteY39" fmla="*/ 287363 h 935148"/>
                  <a:gd name="connsiteX40" fmla="*/ 213794 w 1064133"/>
                  <a:gd name="connsiteY40" fmla="*/ 314772 h 935148"/>
                  <a:gd name="connsiteX41" fmla="*/ 206377 w 1064133"/>
                  <a:gd name="connsiteY41" fmla="*/ 337667 h 935148"/>
                  <a:gd name="connsiteX42" fmla="*/ 186062 w 1064133"/>
                  <a:gd name="connsiteY42" fmla="*/ 351856 h 935148"/>
                  <a:gd name="connsiteX43" fmla="*/ 173808 w 1064133"/>
                  <a:gd name="connsiteY43" fmla="*/ 375396 h 935148"/>
                  <a:gd name="connsiteX44" fmla="*/ 170584 w 1064133"/>
                  <a:gd name="connsiteY44" fmla="*/ 406997 h 935148"/>
                  <a:gd name="connsiteX45" fmla="*/ 178000 w 1064133"/>
                  <a:gd name="connsiteY45" fmla="*/ 440534 h 935148"/>
                  <a:gd name="connsiteX46" fmla="*/ 180580 w 1064133"/>
                  <a:gd name="connsiteY46" fmla="*/ 485679 h 935148"/>
                  <a:gd name="connsiteX47" fmla="*/ 204120 w 1064133"/>
                  <a:gd name="connsiteY47" fmla="*/ 508574 h 935148"/>
                  <a:gd name="connsiteX48" fmla="*/ 236367 w 1064133"/>
                  <a:gd name="connsiteY48" fmla="*/ 514700 h 935148"/>
                  <a:gd name="connsiteX49" fmla="*/ 243783 w 1064133"/>
                  <a:gd name="connsiteY49" fmla="*/ 533404 h 935148"/>
                  <a:gd name="connsiteX50" fmla="*/ 221533 w 1064133"/>
                  <a:gd name="connsiteY50" fmla="*/ 544045 h 935148"/>
                  <a:gd name="connsiteX51" fmla="*/ 171874 w 1064133"/>
                  <a:gd name="connsiteY51" fmla="*/ 530501 h 935148"/>
                  <a:gd name="connsiteX52" fmla="*/ 143497 w 1064133"/>
                  <a:gd name="connsiteY52" fmla="*/ 506317 h 935148"/>
                  <a:gd name="connsiteX53" fmla="*/ 97707 w 1064133"/>
                  <a:gd name="connsiteY53" fmla="*/ 494063 h 935148"/>
                  <a:gd name="connsiteX54" fmla="*/ 104478 w 1064133"/>
                  <a:gd name="connsiteY54" fmla="*/ 545012 h 935148"/>
                  <a:gd name="connsiteX55" fmla="*/ 118022 w 1064133"/>
                  <a:gd name="connsiteY55" fmla="*/ 581451 h 935148"/>
                  <a:gd name="connsiteX56" fmla="*/ 134145 w 1064133"/>
                  <a:gd name="connsiteY56" fmla="*/ 612407 h 935148"/>
                  <a:gd name="connsiteX57" fmla="*/ 151558 w 1064133"/>
                  <a:gd name="connsiteY57" fmla="*/ 664969 h 935148"/>
                  <a:gd name="connsiteX58" fmla="*/ 146076 w 1064133"/>
                  <a:gd name="connsiteY58" fmla="*/ 722690 h 935148"/>
                  <a:gd name="connsiteX59" fmla="*/ 124471 w 1064133"/>
                  <a:gd name="connsiteY59" fmla="*/ 760419 h 935148"/>
                  <a:gd name="connsiteX60" fmla="*/ 96095 w 1064133"/>
                  <a:gd name="connsiteY60" fmla="*/ 799437 h 935148"/>
                  <a:gd name="connsiteX61" fmla="*/ 58366 w 1064133"/>
                  <a:gd name="connsiteY61" fmla="*/ 838455 h 935148"/>
                  <a:gd name="connsiteX62" fmla="*/ 31602 w 1064133"/>
                  <a:gd name="connsiteY62" fmla="*/ 878763 h 935148"/>
                  <a:gd name="connsiteX63" fmla="*/ 8706 w 1064133"/>
                  <a:gd name="connsiteY63" fmla="*/ 921651 h 935148"/>
                  <a:gd name="connsiteX64" fmla="*/ 0 w 1064133"/>
                  <a:gd name="connsiteY64" fmla="*/ 938419 h 935148"/>
                  <a:gd name="connsiteX65" fmla="*/ 16768 w 1064133"/>
                  <a:gd name="connsiteY65" fmla="*/ 936485 h 935148"/>
                  <a:gd name="connsiteX66" fmla="*/ 73199 w 1064133"/>
                  <a:gd name="connsiteY66" fmla="*/ 916169 h 935148"/>
                  <a:gd name="connsiteX67" fmla="*/ 106736 w 1064133"/>
                  <a:gd name="connsiteY67" fmla="*/ 907463 h 935148"/>
                  <a:gd name="connsiteX68" fmla="*/ 142207 w 1064133"/>
                  <a:gd name="connsiteY68" fmla="*/ 888760 h 935148"/>
                  <a:gd name="connsiteX69" fmla="*/ 175743 w 1064133"/>
                  <a:gd name="connsiteY69" fmla="*/ 875216 h 935148"/>
                  <a:gd name="connsiteX70" fmla="*/ 170261 w 1064133"/>
                  <a:gd name="connsiteY70" fmla="*/ 818140 h 935148"/>
                  <a:gd name="connsiteX71" fmla="*/ 206700 w 1064133"/>
                  <a:gd name="connsiteY71" fmla="*/ 805886 h 935148"/>
                  <a:gd name="connsiteX72" fmla="*/ 216696 w 1064133"/>
                  <a:gd name="connsiteY72" fmla="*/ 840068 h 935148"/>
                  <a:gd name="connsiteX73" fmla="*/ 252167 w 1064133"/>
                  <a:gd name="connsiteY73" fmla="*/ 835231 h 935148"/>
                  <a:gd name="connsiteX74" fmla="*/ 276997 w 1064133"/>
                  <a:gd name="connsiteY74" fmla="*/ 820397 h 935148"/>
                  <a:gd name="connsiteX75" fmla="*/ 303117 w 1064133"/>
                  <a:gd name="connsiteY75" fmla="*/ 814270 h 935148"/>
                  <a:gd name="connsiteX76" fmla="*/ 312468 w 1064133"/>
                  <a:gd name="connsiteY76" fmla="*/ 774607 h 935148"/>
                  <a:gd name="connsiteX77" fmla="*/ 337298 w 1064133"/>
                  <a:gd name="connsiteY77" fmla="*/ 746230 h 935148"/>
                  <a:gd name="connsiteX78" fmla="*/ 358258 w 1064133"/>
                  <a:gd name="connsiteY78" fmla="*/ 753647 h 935148"/>
                  <a:gd name="connsiteX79" fmla="*/ 374382 w 1064133"/>
                  <a:gd name="connsiteY79" fmla="*/ 728817 h 935148"/>
                  <a:gd name="connsiteX80" fmla="*/ 371802 w 1064133"/>
                  <a:gd name="connsiteY80" fmla="*/ 703343 h 935148"/>
                  <a:gd name="connsiteX81" fmla="*/ 405983 w 1064133"/>
                  <a:gd name="connsiteY81" fmla="*/ 689799 h 935148"/>
                  <a:gd name="connsiteX82" fmla="*/ 432103 w 1064133"/>
                  <a:gd name="connsiteY82" fmla="*/ 710114 h 935148"/>
                  <a:gd name="connsiteX83" fmla="*/ 460480 w 1064133"/>
                  <a:gd name="connsiteY83" fmla="*/ 731719 h 935148"/>
                  <a:gd name="connsiteX84" fmla="*/ 494661 w 1064133"/>
                  <a:gd name="connsiteY84" fmla="*/ 750422 h 935148"/>
                  <a:gd name="connsiteX85" fmla="*/ 545610 w 1064133"/>
                  <a:gd name="connsiteY85" fmla="*/ 747198 h 935148"/>
                  <a:gd name="connsiteX86" fmla="*/ 550447 w 1064133"/>
                  <a:gd name="connsiteY86" fmla="*/ 731074 h 935148"/>
                  <a:gd name="connsiteX87" fmla="*/ 622357 w 1064133"/>
                  <a:gd name="connsiteY87" fmla="*/ 669806 h 935148"/>
                  <a:gd name="connsiteX88" fmla="*/ 622357 w 1064133"/>
                  <a:gd name="connsiteY88" fmla="*/ 669806 h 935148"/>
                  <a:gd name="connsiteX89" fmla="*/ 637513 w 1064133"/>
                  <a:gd name="connsiteY89" fmla="*/ 654328 h 935148"/>
                  <a:gd name="connsiteX90" fmla="*/ 674596 w 1064133"/>
                  <a:gd name="connsiteY90" fmla="*/ 615310 h 935148"/>
                  <a:gd name="connsiteX91" fmla="*/ 702006 w 1064133"/>
                  <a:gd name="connsiteY91" fmla="*/ 589190 h 935148"/>
                  <a:gd name="connsiteX92" fmla="*/ 770691 w 1064133"/>
                  <a:gd name="connsiteY92" fmla="*/ 551461 h 935148"/>
                  <a:gd name="connsiteX93" fmla="*/ 839376 w 1064133"/>
                  <a:gd name="connsiteY93" fmla="*/ 524697 h 935148"/>
                  <a:gd name="connsiteX94" fmla="*/ 908060 w 1064133"/>
                  <a:gd name="connsiteY94" fmla="*/ 497610 h 935148"/>
                  <a:gd name="connsiteX95" fmla="*/ 921604 w 1064133"/>
                  <a:gd name="connsiteY95" fmla="*/ 479874 h 935148"/>
                  <a:gd name="connsiteX96" fmla="*/ 943209 w 1064133"/>
                  <a:gd name="connsiteY96" fmla="*/ 447950 h 935148"/>
                  <a:gd name="connsiteX97" fmla="*/ 981583 w 1064133"/>
                  <a:gd name="connsiteY97" fmla="*/ 422798 h 935148"/>
                  <a:gd name="connsiteX98" fmla="*/ 980293 w 1064133"/>
                  <a:gd name="connsiteY98" fmla="*/ 403773 h 935148"/>
                  <a:gd name="connsiteX99" fmla="*/ 979970 w 1064133"/>
                  <a:gd name="connsiteY99" fmla="*/ 388294 h 935148"/>
                  <a:gd name="connsiteX100" fmla="*/ 996416 w 1064133"/>
                  <a:gd name="connsiteY100" fmla="*/ 368624 h 935148"/>
                  <a:gd name="connsiteX101" fmla="*/ 1020601 w 1064133"/>
                  <a:gd name="connsiteY101" fmla="*/ 349921 h 935148"/>
                  <a:gd name="connsiteX102" fmla="*/ 1018988 w 1064133"/>
                  <a:gd name="connsiteY102" fmla="*/ 335410 h 935148"/>
                  <a:gd name="connsiteX103" fmla="*/ 1002220 w 1064133"/>
                  <a:gd name="connsiteY103" fmla="*/ 334443 h 935148"/>
                  <a:gd name="connsiteX104" fmla="*/ 1010604 w 1064133"/>
                  <a:gd name="connsiteY104" fmla="*/ 327671 h 935148"/>
                  <a:gd name="connsiteX105" fmla="*/ 1017376 w 1064133"/>
                  <a:gd name="connsiteY105" fmla="*/ 317674 h 935148"/>
                  <a:gd name="connsiteX106" fmla="*/ 999641 w 1064133"/>
                  <a:gd name="connsiteY106" fmla="*/ 291555 h 935148"/>
                  <a:gd name="connsiteX107" fmla="*/ 990612 w 1064133"/>
                  <a:gd name="connsiteY107" fmla="*/ 234801 h 935148"/>
                  <a:gd name="connsiteX108" fmla="*/ 1045753 w 1064133"/>
                  <a:gd name="connsiteY108" fmla="*/ 180627 h 935148"/>
                  <a:gd name="connsiteX109" fmla="*/ 1076065 w 1064133"/>
                  <a:gd name="connsiteY109" fmla="*/ 178692 h 935148"/>
                  <a:gd name="connsiteX110" fmla="*/ 1095090 w 1064133"/>
                  <a:gd name="connsiteY110" fmla="*/ 167083 h 935148"/>
                  <a:gd name="connsiteX111" fmla="*/ 1094768 w 1064133"/>
                  <a:gd name="connsiteY111" fmla="*/ 139996 h 935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1064133" h="935148">
                    <a:moveTo>
                      <a:pt x="1094768" y="139996"/>
                    </a:moveTo>
                    <a:cubicBezTo>
                      <a:pt x="1094768" y="133225"/>
                      <a:pt x="1079934" y="131935"/>
                      <a:pt x="1071873" y="130645"/>
                    </a:cubicBezTo>
                    <a:cubicBezTo>
                      <a:pt x="1063811" y="129355"/>
                      <a:pt x="1066391" y="114522"/>
                      <a:pt x="1053170" y="107750"/>
                    </a:cubicBezTo>
                    <a:cubicBezTo>
                      <a:pt x="1039626" y="100978"/>
                      <a:pt x="1028985" y="110330"/>
                      <a:pt x="1022213" y="113232"/>
                    </a:cubicBezTo>
                    <a:cubicBezTo>
                      <a:pt x="1015441" y="115812"/>
                      <a:pt x="1009959" y="99688"/>
                      <a:pt x="1001898" y="78406"/>
                    </a:cubicBezTo>
                    <a:cubicBezTo>
                      <a:pt x="993836" y="57123"/>
                      <a:pt x="972231" y="78406"/>
                      <a:pt x="968361" y="66152"/>
                    </a:cubicBezTo>
                    <a:cubicBezTo>
                      <a:pt x="967717" y="63895"/>
                      <a:pt x="965782" y="60670"/>
                      <a:pt x="963524" y="56800"/>
                    </a:cubicBezTo>
                    <a:cubicBezTo>
                      <a:pt x="957398" y="58413"/>
                      <a:pt x="951271" y="53576"/>
                      <a:pt x="939340" y="45192"/>
                    </a:cubicBezTo>
                    <a:cubicBezTo>
                      <a:pt x="925151" y="35195"/>
                      <a:pt x="918380" y="35840"/>
                      <a:pt x="902256" y="32938"/>
                    </a:cubicBezTo>
                    <a:cubicBezTo>
                      <a:pt x="886133" y="30358"/>
                      <a:pt x="893550" y="25521"/>
                      <a:pt x="886133" y="21652"/>
                    </a:cubicBezTo>
                    <a:cubicBezTo>
                      <a:pt x="878716" y="17460"/>
                      <a:pt x="870010" y="21652"/>
                      <a:pt x="858723" y="13590"/>
                    </a:cubicBezTo>
                    <a:cubicBezTo>
                      <a:pt x="847437" y="5528"/>
                      <a:pt x="842600" y="-598"/>
                      <a:pt x="837763" y="47"/>
                    </a:cubicBezTo>
                    <a:cubicBezTo>
                      <a:pt x="832926" y="692"/>
                      <a:pt x="825510" y="13590"/>
                      <a:pt x="827767" y="16815"/>
                    </a:cubicBezTo>
                    <a:cubicBezTo>
                      <a:pt x="829702" y="20039"/>
                      <a:pt x="834539" y="22942"/>
                      <a:pt x="833249" y="29068"/>
                    </a:cubicBezTo>
                    <a:cubicBezTo>
                      <a:pt x="831959" y="35195"/>
                      <a:pt x="828412" y="44547"/>
                      <a:pt x="833249" y="56478"/>
                    </a:cubicBezTo>
                    <a:cubicBezTo>
                      <a:pt x="838086" y="68732"/>
                      <a:pt x="835184" y="76793"/>
                      <a:pt x="830669" y="88724"/>
                    </a:cubicBezTo>
                    <a:cubicBezTo>
                      <a:pt x="825832" y="100978"/>
                      <a:pt x="817770" y="112909"/>
                      <a:pt x="809064" y="112909"/>
                    </a:cubicBezTo>
                    <a:cubicBezTo>
                      <a:pt x="800357" y="112909"/>
                      <a:pt x="793586" y="109685"/>
                      <a:pt x="794876" y="99366"/>
                    </a:cubicBezTo>
                    <a:cubicBezTo>
                      <a:pt x="796165" y="89047"/>
                      <a:pt x="781332" y="95174"/>
                      <a:pt x="771335" y="96141"/>
                    </a:cubicBezTo>
                    <a:cubicBezTo>
                      <a:pt x="761339" y="97109"/>
                      <a:pt x="751988" y="95496"/>
                      <a:pt x="732962" y="86790"/>
                    </a:cubicBezTo>
                    <a:cubicBezTo>
                      <a:pt x="714259" y="78083"/>
                      <a:pt x="708132" y="90982"/>
                      <a:pt x="701361" y="98076"/>
                    </a:cubicBezTo>
                    <a:cubicBezTo>
                      <a:pt x="694589" y="105493"/>
                      <a:pt x="673951" y="102913"/>
                      <a:pt x="663632" y="96141"/>
                    </a:cubicBezTo>
                    <a:cubicBezTo>
                      <a:pt x="653636" y="89369"/>
                      <a:pt x="655571" y="76793"/>
                      <a:pt x="661697" y="59703"/>
                    </a:cubicBezTo>
                    <a:cubicBezTo>
                      <a:pt x="667824" y="42934"/>
                      <a:pt x="655571" y="35518"/>
                      <a:pt x="643640" y="28746"/>
                    </a:cubicBezTo>
                    <a:cubicBezTo>
                      <a:pt x="631386" y="21974"/>
                      <a:pt x="606556" y="34873"/>
                      <a:pt x="579147" y="33583"/>
                    </a:cubicBezTo>
                    <a:cubicBezTo>
                      <a:pt x="551737" y="32293"/>
                      <a:pt x="548190" y="39710"/>
                      <a:pt x="528197" y="42934"/>
                    </a:cubicBezTo>
                    <a:cubicBezTo>
                      <a:pt x="507882" y="46159"/>
                      <a:pt x="508849" y="41645"/>
                      <a:pt x="491114" y="25521"/>
                    </a:cubicBezTo>
                    <a:cubicBezTo>
                      <a:pt x="485954" y="21007"/>
                      <a:pt x="478860" y="17782"/>
                      <a:pt x="471443" y="15525"/>
                    </a:cubicBezTo>
                    <a:cubicBezTo>
                      <a:pt x="472733" y="17137"/>
                      <a:pt x="474023" y="19394"/>
                      <a:pt x="474991" y="21974"/>
                    </a:cubicBezTo>
                    <a:cubicBezTo>
                      <a:pt x="479505" y="33583"/>
                      <a:pt x="476280" y="46482"/>
                      <a:pt x="467574" y="49706"/>
                    </a:cubicBezTo>
                    <a:cubicBezTo>
                      <a:pt x="458867" y="52931"/>
                      <a:pt x="450161" y="58413"/>
                      <a:pt x="435972" y="67764"/>
                    </a:cubicBezTo>
                    <a:cubicBezTo>
                      <a:pt x="421784" y="77116"/>
                      <a:pt x="407595" y="79051"/>
                      <a:pt x="393085" y="96786"/>
                    </a:cubicBezTo>
                    <a:cubicBezTo>
                      <a:pt x="378251" y="114199"/>
                      <a:pt x="390505" y="128388"/>
                      <a:pt x="395019" y="137094"/>
                    </a:cubicBezTo>
                    <a:cubicBezTo>
                      <a:pt x="399856" y="145801"/>
                      <a:pt x="385668" y="155152"/>
                      <a:pt x="382121" y="155152"/>
                    </a:cubicBezTo>
                    <a:cubicBezTo>
                      <a:pt x="378896" y="155152"/>
                      <a:pt x="367932" y="172565"/>
                      <a:pt x="361805" y="181272"/>
                    </a:cubicBezTo>
                    <a:cubicBezTo>
                      <a:pt x="355679" y="189978"/>
                      <a:pt x="349552" y="202232"/>
                      <a:pt x="351809" y="214163"/>
                    </a:cubicBezTo>
                    <a:cubicBezTo>
                      <a:pt x="354066" y="226095"/>
                      <a:pt x="356646" y="239638"/>
                      <a:pt x="346972" y="241573"/>
                    </a:cubicBezTo>
                    <a:cubicBezTo>
                      <a:pt x="337298" y="243508"/>
                      <a:pt x="341490" y="248990"/>
                      <a:pt x="332784" y="265758"/>
                    </a:cubicBezTo>
                    <a:cubicBezTo>
                      <a:pt x="324077" y="282526"/>
                      <a:pt x="309244" y="289942"/>
                      <a:pt x="298602" y="289298"/>
                    </a:cubicBezTo>
                    <a:cubicBezTo>
                      <a:pt x="287961" y="288653"/>
                      <a:pt x="261519" y="287363"/>
                      <a:pt x="242816" y="287363"/>
                    </a:cubicBezTo>
                    <a:cubicBezTo>
                      <a:pt x="224113" y="287363"/>
                      <a:pt x="220566" y="310903"/>
                      <a:pt x="213794" y="314772"/>
                    </a:cubicBezTo>
                    <a:cubicBezTo>
                      <a:pt x="207022" y="318642"/>
                      <a:pt x="212504" y="329606"/>
                      <a:pt x="206377" y="337667"/>
                    </a:cubicBezTo>
                    <a:cubicBezTo>
                      <a:pt x="200251" y="345729"/>
                      <a:pt x="193479" y="351856"/>
                      <a:pt x="186062" y="351856"/>
                    </a:cubicBezTo>
                    <a:cubicBezTo>
                      <a:pt x="178645" y="351856"/>
                      <a:pt x="173808" y="357983"/>
                      <a:pt x="173808" y="375396"/>
                    </a:cubicBezTo>
                    <a:cubicBezTo>
                      <a:pt x="173808" y="392809"/>
                      <a:pt x="168327" y="397646"/>
                      <a:pt x="170584" y="406997"/>
                    </a:cubicBezTo>
                    <a:cubicBezTo>
                      <a:pt x="172519" y="416349"/>
                      <a:pt x="178000" y="428602"/>
                      <a:pt x="178000" y="440534"/>
                    </a:cubicBezTo>
                    <a:cubicBezTo>
                      <a:pt x="178000" y="452465"/>
                      <a:pt x="179935" y="474070"/>
                      <a:pt x="180580" y="485679"/>
                    </a:cubicBezTo>
                    <a:cubicBezTo>
                      <a:pt x="181225" y="496965"/>
                      <a:pt x="193479" y="504382"/>
                      <a:pt x="204120" y="508574"/>
                    </a:cubicBezTo>
                    <a:cubicBezTo>
                      <a:pt x="214761" y="512766"/>
                      <a:pt x="226370" y="514700"/>
                      <a:pt x="236367" y="514700"/>
                    </a:cubicBezTo>
                    <a:cubicBezTo>
                      <a:pt x="246363" y="514700"/>
                      <a:pt x="245073" y="527599"/>
                      <a:pt x="243783" y="533404"/>
                    </a:cubicBezTo>
                    <a:cubicBezTo>
                      <a:pt x="242493" y="539530"/>
                      <a:pt x="230240" y="556944"/>
                      <a:pt x="221533" y="544045"/>
                    </a:cubicBezTo>
                    <a:cubicBezTo>
                      <a:pt x="212827" y="531146"/>
                      <a:pt x="174453" y="542755"/>
                      <a:pt x="171874" y="530501"/>
                    </a:cubicBezTo>
                    <a:cubicBezTo>
                      <a:pt x="169294" y="518248"/>
                      <a:pt x="157040" y="508896"/>
                      <a:pt x="143497" y="506317"/>
                    </a:cubicBezTo>
                    <a:cubicBezTo>
                      <a:pt x="129953" y="503737"/>
                      <a:pt x="111250" y="467298"/>
                      <a:pt x="97707" y="494063"/>
                    </a:cubicBezTo>
                    <a:cubicBezTo>
                      <a:pt x="84163" y="520827"/>
                      <a:pt x="98997" y="538563"/>
                      <a:pt x="104478" y="545012"/>
                    </a:cubicBezTo>
                    <a:cubicBezTo>
                      <a:pt x="109960" y="551461"/>
                      <a:pt x="112540" y="570487"/>
                      <a:pt x="118022" y="581451"/>
                    </a:cubicBezTo>
                    <a:cubicBezTo>
                      <a:pt x="123504" y="592092"/>
                      <a:pt x="134145" y="603056"/>
                      <a:pt x="134145" y="612407"/>
                    </a:cubicBezTo>
                    <a:cubicBezTo>
                      <a:pt x="134145" y="621759"/>
                      <a:pt x="146399" y="645944"/>
                      <a:pt x="151558" y="664969"/>
                    </a:cubicBezTo>
                    <a:cubicBezTo>
                      <a:pt x="157040" y="683672"/>
                      <a:pt x="150268" y="691734"/>
                      <a:pt x="146076" y="722690"/>
                    </a:cubicBezTo>
                    <a:cubicBezTo>
                      <a:pt x="141885" y="753647"/>
                      <a:pt x="136725" y="751067"/>
                      <a:pt x="124471" y="760419"/>
                    </a:cubicBezTo>
                    <a:cubicBezTo>
                      <a:pt x="112218" y="769770"/>
                      <a:pt x="108348" y="784604"/>
                      <a:pt x="96095" y="799437"/>
                    </a:cubicBezTo>
                    <a:cubicBezTo>
                      <a:pt x="83841" y="814270"/>
                      <a:pt x="75779" y="827814"/>
                      <a:pt x="58366" y="838455"/>
                    </a:cubicBezTo>
                    <a:cubicBezTo>
                      <a:pt x="40953" y="849097"/>
                      <a:pt x="38051" y="874894"/>
                      <a:pt x="31602" y="878763"/>
                    </a:cubicBezTo>
                    <a:cubicBezTo>
                      <a:pt x="25152" y="882633"/>
                      <a:pt x="16768" y="905528"/>
                      <a:pt x="8706" y="921651"/>
                    </a:cubicBezTo>
                    <a:cubicBezTo>
                      <a:pt x="6449" y="925843"/>
                      <a:pt x="3225" y="931970"/>
                      <a:pt x="0" y="938419"/>
                    </a:cubicBezTo>
                    <a:cubicBezTo>
                      <a:pt x="4192" y="937774"/>
                      <a:pt x="9674" y="937130"/>
                      <a:pt x="16768" y="936485"/>
                    </a:cubicBezTo>
                    <a:cubicBezTo>
                      <a:pt x="42243" y="933905"/>
                      <a:pt x="61913" y="925198"/>
                      <a:pt x="73199" y="916169"/>
                    </a:cubicBezTo>
                    <a:cubicBezTo>
                      <a:pt x="84486" y="907463"/>
                      <a:pt x="85453" y="908108"/>
                      <a:pt x="106736" y="907463"/>
                    </a:cubicBezTo>
                    <a:cubicBezTo>
                      <a:pt x="128341" y="906818"/>
                      <a:pt x="127696" y="881343"/>
                      <a:pt x="142207" y="888760"/>
                    </a:cubicBezTo>
                    <a:cubicBezTo>
                      <a:pt x="157040" y="896176"/>
                      <a:pt x="175743" y="888760"/>
                      <a:pt x="175743" y="875216"/>
                    </a:cubicBezTo>
                    <a:cubicBezTo>
                      <a:pt x="175743" y="861673"/>
                      <a:pt x="165102" y="825557"/>
                      <a:pt x="170261" y="818140"/>
                    </a:cubicBezTo>
                    <a:cubicBezTo>
                      <a:pt x="175743" y="810723"/>
                      <a:pt x="192511" y="795245"/>
                      <a:pt x="206700" y="805886"/>
                    </a:cubicBezTo>
                    <a:cubicBezTo>
                      <a:pt x="220888" y="816528"/>
                      <a:pt x="207990" y="832651"/>
                      <a:pt x="216696" y="840068"/>
                    </a:cubicBezTo>
                    <a:cubicBezTo>
                      <a:pt x="225403" y="847484"/>
                      <a:pt x="239591" y="835231"/>
                      <a:pt x="252167" y="835231"/>
                    </a:cubicBezTo>
                    <a:cubicBezTo>
                      <a:pt x="265066" y="835231"/>
                      <a:pt x="258294" y="806854"/>
                      <a:pt x="276997" y="820397"/>
                    </a:cubicBezTo>
                    <a:cubicBezTo>
                      <a:pt x="295700" y="833941"/>
                      <a:pt x="301182" y="822332"/>
                      <a:pt x="303117" y="814270"/>
                    </a:cubicBezTo>
                    <a:cubicBezTo>
                      <a:pt x="305052" y="806209"/>
                      <a:pt x="309244" y="782669"/>
                      <a:pt x="312468" y="774607"/>
                    </a:cubicBezTo>
                    <a:cubicBezTo>
                      <a:pt x="315693" y="766546"/>
                      <a:pt x="328592" y="749777"/>
                      <a:pt x="337298" y="746230"/>
                    </a:cubicBezTo>
                    <a:cubicBezTo>
                      <a:pt x="346005" y="742683"/>
                      <a:pt x="350842" y="760419"/>
                      <a:pt x="358258" y="753647"/>
                    </a:cubicBezTo>
                    <a:cubicBezTo>
                      <a:pt x="365675" y="746875"/>
                      <a:pt x="367610" y="740748"/>
                      <a:pt x="374382" y="728817"/>
                    </a:cubicBezTo>
                    <a:cubicBezTo>
                      <a:pt x="381153" y="716564"/>
                      <a:pt x="355034" y="703987"/>
                      <a:pt x="371802" y="703343"/>
                    </a:cubicBezTo>
                    <a:cubicBezTo>
                      <a:pt x="388570" y="702698"/>
                      <a:pt x="398566" y="697861"/>
                      <a:pt x="405983" y="689799"/>
                    </a:cubicBezTo>
                    <a:cubicBezTo>
                      <a:pt x="413400" y="681737"/>
                      <a:pt x="422751" y="697861"/>
                      <a:pt x="432103" y="710114"/>
                    </a:cubicBezTo>
                    <a:cubicBezTo>
                      <a:pt x="441454" y="722368"/>
                      <a:pt x="456288" y="722368"/>
                      <a:pt x="460480" y="731719"/>
                    </a:cubicBezTo>
                    <a:cubicBezTo>
                      <a:pt x="464671" y="741071"/>
                      <a:pt x="462414" y="757194"/>
                      <a:pt x="494661" y="750422"/>
                    </a:cubicBezTo>
                    <a:cubicBezTo>
                      <a:pt x="526907" y="743651"/>
                      <a:pt x="531744" y="751067"/>
                      <a:pt x="545610" y="747198"/>
                    </a:cubicBezTo>
                    <a:cubicBezTo>
                      <a:pt x="559476" y="743328"/>
                      <a:pt x="536904" y="752035"/>
                      <a:pt x="550447" y="731074"/>
                    </a:cubicBezTo>
                    <a:cubicBezTo>
                      <a:pt x="562379" y="712694"/>
                      <a:pt x="575277" y="670774"/>
                      <a:pt x="622357" y="669806"/>
                    </a:cubicBezTo>
                    <a:lnTo>
                      <a:pt x="622357" y="669806"/>
                    </a:lnTo>
                    <a:cubicBezTo>
                      <a:pt x="624292" y="665292"/>
                      <a:pt x="628484" y="663679"/>
                      <a:pt x="637513" y="654328"/>
                    </a:cubicBezTo>
                    <a:cubicBezTo>
                      <a:pt x="651056" y="640784"/>
                      <a:pt x="666534" y="628853"/>
                      <a:pt x="674596" y="615310"/>
                    </a:cubicBezTo>
                    <a:cubicBezTo>
                      <a:pt x="682658" y="601766"/>
                      <a:pt x="695556" y="604668"/>
                      <a:pt x="702006" y="589190"/>
                    </a:cubicBezTo>
                    <a:cubicBezTo>
                      <a:pt x="708778" y="573712"/>
                      <a:pt x="751665" y="566295"/>
                      <a:pt x="770691" y="551461"/>
                    </a:cubicBezTo>
                    <a:cubicBezTo>
                      <a:pt x="789394" y="536628"/>
                      <a:pt x="809064" y="536306"/>
                      <a:pt x="839376" y="524697"/>
                    </a:cubicBezTo>
                    <a:cubicBezTo>
                      <a:pt x="869687" y="513088"/>
                      <a:pt x="904191" y="498900"/>
                      <a:pt x="908060" y="497610"/>
                    </a:cubicBezTo>
                    <a:cubicBezTo>
                      <a:pt x="911608" y="496320"/>
                      <a:pt x="917412" y="486001"/>
                      <a:pt x="921604" y="479874"/>
                    </a:cubicBezTo>
                    <a:cubicBezTo>
                      <a:pt x="925796" y="473748"/>
                      <a:pt x="934180" y="454077"/>
                      <a:pt x="943209" y="447950"/>
                    </a:cubicBezTo>
                    <a:cubicBezTo>
                      <a:pt x="952238" y="441824"/>
                      <a:pt x="976101" y="428280"/>
                      <a:pt x="981583" y="422798"/>
                    </a:cubicBezTo>
                    <a:cubicBezTo>
                      <a:pt x="987064" y="417316"/>
                      <a:pt x="983517" y="409899"/>
                      <a:pt x="980293" y="403773"/>
                    </a:cubicBezTo>
                    <a:cubicBezTo>
                      <a:pt x="977068" y="397323"/>
                      <a:pt x="978358" y="393776"/>
                      <a:pt x="979970" y="388294"/>
                    </a:cubicBezTo>
                    <a:cubicBezTo>
                      <a:pt x="981583" y="382812"/>
                      <a:pt x="986097" y="378620"/>
                      <a:pt x="996416" y="368624"/>
                    </a:cubicBezTo>
                    <a:cubicBezTo>
                      <a:pt x="1006735" y="358628"/>
                      <a:pt x="1015119" y="357015"/>
                      <a:pt x="1020601" y="349921"/>
                    </a:cubicBezTo>
                    <a:cubicBezTo>
                      <a:pt x="1026083" y="342827"/>
                      <a:pt x="1022213" y="338957"/>
                      <a:pt x="1018988" y="335410"/>
                    </a:cubicBezTo>
                    <a:cubicBezTo>
                      <a:pt x="1015764" y="332186"/>
                      <a:pt x="1010604" y="335410"/>
                      <a:pt x="1002220" y="334443"/>
                    </a:cubicBezTo>
                    <a:cubicBezTo>
                      <a:pt x="993836" y="333475"/>
                      <a:pt x="1004155" y="331540"/>
                      <a:pt x="1010604" y="327671"/>
                    </a:cubicBezTo>
                    <a:cubicBezTo>
                      <a:pt x="1017054" y="324124"/>
                      <a:pt x="1017376" y="323157"/>
                      <a:pt x="1017376" y="317674"/>
                    </a:cubicBezTo>
                    <a:cubicBezTo>
                      <a:pt x="1017376" y="312193"/>
                      <a:pt x="1013829" y="312193"/>
                      <a:pt x="999641" y="291555"/>
                    </a:cubicBezTo>
                    <a:cubicBezTo>
                      <a:pt x="985775" y="270917"/>
                      <a:pt x="976746" y="258986"/>
                      <a:pt x="990612" y="234801"/>
                    </a:cubicBezTo>
                    <a:cubicBezTo>
                      <a:pt x="1004478" y="210616"/>
                      <a:pt x="1035757" y="182884"/>
                      <a:pt x="1045753" y="180627"/>
                    </a:cubicBezTo>
                    <a:cubicBezTo>
                      <a:pt x="1055749" y="178370"/>
                      <a:pt x="1062199" y="184174"/>
                      <a:pt x="1076065" y="178692"/>
                    </a:cubicBezTo>
                    <a:cubicBezTo>
                      <a:pt x="1086384" y="174822"/>
                      <a:pt x="1092510" y="169663"/>
                      <a:pt x="1095090" y="167083"/>
                    </a:cubicBezTo>
                    <a:cubicBezTo>
                      <a:pt x="1096703" y="154185"/>
                      <a:pt x="1094768" y="144511"/>
                      <a:pt x="1094768" y="13999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6113E75-5276-2617-19DD-840EAAFCC9D8}"/>
                  </a:ext>
                </a:extLst>
              </p:cNvPr>
              <p:cNvSpPr/>
              <p:nvPr/>
            </p:nvSpPr>
            <p:spPr>
              <a:xfrm>
                <a:off x="6508033" y="2936897"/>
                <a:ext cx="773915" cy="644930"/>
              </a:xfrm>
              <a:custGeom>
                <a:avLst/>
                <a:gdLst>
                  <a:gd name="connsiteX0" fmla="*/ 805839 w 773915"/>
                  <a:gd name="connsiteY0" fmla="*/ 139139 h 644929"/>
                  <a:gd name="connsiteX1" fmla="*/ 801002 w 773915"/>
                  <a:gd name="connsiteY1" fmla="*/ 121081 h 644929"/>
                  <a:gd name="connsiteX2" fmla="*/ 796165 w 773915"/>
                  <a:gd name="connsiteY2" fmla="*/ 105925 h 644929"/>
                  <a:gd name="connsiteX3" fmla="*/ 800680 w 773915"/>
                  <a:gd name="connsiteY3" fmla="*/ 68842 h 644929"/>
                  <a:gd name="connsiteX4" fmla="*/ 794553 w 773915"/>
                  <a:gd name="connsiteY4" fmla="*/ 50784 h 644929"/>
                  <a:gd name="connsiteX5" fmla="*/ 784234 w 773915"/>
                  <a:gd name="connsiteY5" fmla="*/ 33693 h 644929"/>
                  <a:gd name="connsiteX6" fmla="*/ 779720 w 773915"/>
                  <a:gd name="connsiteY6" fmla="*/ 15313 h 644929"/>
                  <a:gd name="connsiteX7" fmla="*/ 759082 w 773915"/>
                  <a:gd name="connsiteY7" fmla="*/ 4671 h 644929"/>
                  <a:gd name="connsiteX8" fmla="*/ 743926 w 773915"/>
                  <a:gd name="connsiteY8" fmla="*/ 5638 h 644929"/>
                  <a:gd name="connsiteX9" fmla="*/ 732317 w 773915"/>
                  <a:gd name="connsiteY9" fmla="*/ 22084 h 644929"/>
                  <a:gd name="connsiteX10" fmla="*/ 710712 w 773915"/>
                  <a:gd name="connsiteY10" fmla="*/ 26921 h 644929"/>
                  <a:gd name="connsiteX11" fmla="*/ 699103 w 773915"/>
                  <a:gd name="connsiteY11" fmla="*/ 43045 h 644929"/>
                  <a:gd name="connsiteX12" fmla="*/ 678143 w 773915"/>
                  <a:gd name="connsiteY12" fmla="*/ 69487 h 644929"/>
                  <a:gd name="connsiteX13" fmla="*/ 671371 w 773915"/>
                  <a:gd name="connsiteY13" fmla="*/ 99476 h 644929"/>
                  <a:gd name="connsiteX14" fmla="*/ 662020 w 773915"/>
                  <a:gd name="connsiteY14" fmla="*/ 124951 h 644929"/>
                  <a:gd name="connsiteX15" fmla="*/ 653958 w 773915"/>
                  <a:gd name="connsiteY15" fmla="*/ 145588 h 644929"/>
                  <a:gd name="connsiteX16" fmla="*/ 637513 w 773915"/>
                  <a:gd name="connsiteY16" fmla="*/ 149135 h 644929"/>
                  <a:gd name="connsiteX17" fmla="*/ 615908 w 773915"/>
                  <a:gd name="connsiteY17" fmla="*/ 155907 h 644929"/>
                  <a:gd name="connsiteX18" fmla="*/ 589465 w 773915"/>
                  <a:gd name="connsiteY18" fmla="*/ 160099 h 644929"/>
                  <a:gd name="connsiteX19" fmla="*/ 581082 w 773915"/>
                  <a:gd name="connsiteY19" fmla="*/ 157842 h 644929"/>
                  <a:gd name="connsiteX20" fmla="*/ 566893 w 773915"/>
                  <a:gd name="connsiteY20" fmla="*/ 172998 h 644929"/>
                  <a:gd name="connsiteX21" fmla="*/ 560121 w 773915"/>
                  <a:gd name="connsiteY21" fmla="*/ 198473 h 644929"/>
                  <a:gd name="connsiteX22" fmla="*/ 541418 w 773915"/>
                  <a:gd name="connsiteY22" fmla="*/ 194925 h 644929"/>
                  <a:gd name="connsiteX23" fmla="*/ 519813 w 773915"/>
                  <a:gd name="connsiteY23" fmla="*/ 165259 h 644929"/>
                  <a:gd name="connsiteX24" fmla="*/ 499498 w 773915"/>
                  <a:gd name="connsiteY24" fmla="*/ 155262 h 644929"/>
                  <a:gd name="connsiteX25" fmla="*/ 490791 w 773915"/>
                  <a:gd name="connsiteY25" fmla="*/ 137849 h 644929"/>
                  <a:gd name="connsiteX26" fmla="*/ 472088 w 773915"/>
                  <a:gd name="connsiteY26" fmla="*/ 130432 h 644929"/>
                  <a:gd name="connsiteX27" fmla="*/ 450483 w 773915"/>
                  <a:gd name="connsiteY27" fmla="*/ 127208 h 644929"/>
                  <a:gd name="connsiteX28" fmla="*/ 425654 w 773915"/>
                  <a:gd name="connsiteY28" fmla="*/ 129143 h 644929"/>
                  <a:gd name="connsiteX29" fmla="*/ 412755 w 773915"/>
                  <a:gd name="connsiteY29" fmla="*/ 155907 h 644929"/>
                  <a:gd name="connsiteX30" fmla="*/ 377284 w 773915"/>
                  <a:gd name="connsiteY30" fmla="*/ 173965 h 644929"/>
                  <a:gd name="connsiteX31" fmla="*/ 336976 w 773915"/>
                  <a:gd name="connsiteY31" fmla="*/ 192023 h 644929"/>
                  <a:gd name="connsiteX32" fmla="*/ 316660 w 773915"/>
                  <a:gd name="connsiteY32" fmla="*/ 209759 h 644929"/>
                  <a:gd name="connsiteX33" fmla="*/ 300537 w 773915"/>
                  <a:gd name="connsiteY33" fmla="*/ 209759 h 644929"/>
                  <a:gd name="connsiteX34" fmla="*/ 279577 w 773915"/>
                  <a:gd name="connsiteY34" fmla="*/ 207179 h 644929"/>
                  <a:gd name="connsiteX35" fmla="*/ 264099 w 773915"/>
                  <a:gd name="connsiteY35" fmla="*/ 191056 h 644929"/>
                  <a:gd name="connsiteX36" fmla="*/ 235722 w 773915"/>
                  <a:gd name="connsiteY36" fmla="*/ 207179 h 644929"/>
                  <a:gd name="connsiteX37" fmla="*/ 216374 w 773915"/>
                  <a:gd name="connsiteY37" fmla="*/ 217820 h 644929"/>
                  <a:gd name="connsiteX38" fmla="*/ 196059 w 773915"/>
                  <a:gd name="connsiteY38" fmla="*/ 217820 h 644929"/>
                  <a:gd name="connsiteX39" fmla="*/ 174454 w 773915"/>
                  <a:gd name="connsiteY39" fmla="*/ 204922 h 644929"/>
                  <a:gd name="connsiteX40" fmla="*/ 166392 w 773915"/>
                  <a:gd name="connsiteY40" fmla="*/ 188799 h 644929"/>
                  <a:gd name="connsiteX41" fmla="*/ 145432 w 773915"/>
                  <a:gd name="connsiteY41" fmla="*/ 190088 h 644929"/>
                  <a:gd name="connsiteX42" fmla="*/ 130598 w 773915"/>
                  <a:gd name="connsiteY42" fmla="*/ 171385 h 644929"/>
                  <a:gd name="connsiteX43" fmla="*/ 108348 w 773915"/>
                  <a:gd name="connsiteY43" fmla="*/ 173965 h 644929"/>
                  <a:gd name="connsiteX44" fmla="*/ 59334 w 773915"/>
                  <a:gd name="connsiteY44" fmla="*/ 192023 h 644929"/>
                  <a:gd name="connsiteX45" fmla="*/ 28377 w 773915"/>
                  <a:gd name="connsiteY45" fmla="*/ 180414 h 644929"/>
                  <a:gd name="connsiteX46" fmla="*/ 28699 w 773915"/>
                  <a:gd name="connsiteY46" fmla="*/ 181382 h 644929"/>
                  <a:gd name="connsiteX47" fmla="*/ 9997 w 773915"/>
                  <a:gd name="connsiteY47" fmla="*/ 211694 h 644929"/>
                  <a:gd name="connsiteX48" fmla="*/ 6772 w 773915"/>
                  <a:gd name="connsiteY48" fmla="*/ 250067 h 644929"/>
                  <a:gd name="connsiteX49" fmla="*/ 0 w 773915"/>
                  <a:gd name="connsiteY49" fmla="*/ 275219 h 644929"/>
                  <a:gd name="connsiteX50" fmla="*/ 0 w 773915"/>
                  <a:gd name="connsiteY50" fmla="*/ 275219 h 644929"/>
                  <a:gd name="connsiteX51" fmla="*/ 27732 w 773915"/>
                  <a:gd name="connsiteY51" fmla="*/ 292632 h 644929"/>
                  <a:gd name="connsiteX52" fmla="*/ 56431 w 773915"/>
                  <a:gd name="connsiteY52" fmla="*/ 315850 h 644929"/>
                  <a:gd name="connsiteX53" fmla="*/ 77069 w 773915"/>
                  <a:gd name="connsiteY53" fmla="*/ 341969 h 644929"/>
                  <a:gd name="connsiteX54" fmla="*/ 96739 w 773915"/>
                  <a:gd name="connsiteY54" fmla="*/ 368089 h 644929"/>
                  <a:gd name="connsiteX55" fmla="*/ 123504 w 773915"/>
                  <a:gd name="connsiteY55" fmla="*/ 379698 h 644929"/>
                  <a:gd name="connsiteX56" fmla="*/ 132533 w 773915"/>
                  <a:gd name="connsiteY56" fmla="*/ 410977 h 644929"/>
                  <a:gd name="connsiteX57" fmla="*/ 135113 w 773915"/>
                  <a:gd name="connsiteY57" fmla="*/ 442256 h 644929"/>
                  <a:gd name="connsiteX58" fmla="*/ 165425 w 773915"/>
                  <a:gd name="connsiteY58" fmla="*/ 483531 h 644929"/>
                  <a:gd name="connsiteX59" fmla="*/ 188642 w 773915"/>
                  <a:gd name="connsiteY59" fmla="*/ 510296 h 644929"/>
                  <a:gd name="connsiteX60" fmla="*/ 141240 w 773915"/>
                  <a:gd name="connsiteY60" fmla="*/ 558666 h 644929"/>
                  <a:gd name="connsiteX61" fmla="*/ 134790 w 773915"/>
                  <a:gd name="connsiteY61" fmla="*/ 575434 h 644929"/>
                  <a:gd name="connsiteX62" fmla="*/ 154461 w 773915"/>
                  <a:gd name="connsiteY62" fmla="*/ 585430 h 644929"/>
                  <a:gd name="connsiteX63" fmla="*/ 191544 w 773915"/>
                  <a:gd name="connsiteY63" fmla="*/ 602844 h 644929"/>
                  <a:gd name="connsiteX64" fmla="*/ 242494 w 773915"/>
                  <a:gd name="connsiteY64" fmla="*/ 593492 h 644929"/>
                  <a:gd name="connsiteX65" fmla="*/ 306987 w 773915"/>
                  <a:gd name="connsiteY65" fmla="*/ 588655 h 644929"/>
                  <a:gd name="connsiteX66" fmla="*/ 325044 w 773915"/>
                  <a:gd name="connsiteY66" fmla="*/ 619612 h 644929"/>
                  <a:gd name="connsiteX67" fmla="*/ 326979 w 773915"/>
                  <a:gd name="connsiteY67" fmla="*/ 656050 h 644929"/>
                  <a:gd name="connsiteX68" fmla="*/ 364708 w 773915"/>
                  <a:gd name="connsiteY68" fmla="*/ 657985 h 644929"/>
                  <a:gd name="connsiteX69" fmla="*/ 396309 w 773915"/>
                  <a:gd name="connsiteY69" fmla="*/ 646699 h 644929"/>
                  <a:gd name="connsiteX70" fmla="*/ 434683 w 773915"/>
                  <a:gd name="connsiteY70" fmla="*/ 656050 h 644929"/>
                  <a:gd name="connsiteX71" fmla="*/ 458222 w 773915"/>
                  <a:gd name="connsiteY71" fmla="*/ 659275 h 644929"/>
                  <a:gd name="connsiteX72" fmla="*/ 472411 w 773915"/>
                  <a:gd name="connsiteY72" fmla="*/ 672818 h 644929"/>
                  <a:gd name="connsiteX73" fmla="*/ 494016 w 773915"/>
                  <a:gd name="connsiteY73" fmla="*/ 648634 h 644929"/>
                  <a:gd name="connsiteX74" fmla="*/ 496596 w 773915"/>
                  <a:gd name="connsiteY74" fmla="*/ 616387 h 644929"/>
                  <a:gd name="connsiteX75" fmla="*/ 496596 w 773915"/>
                  <a:gd name="connsiteY75" fmla="*/ 588978 h 644929"/>
                  <a:gd name="connsiteX76" fmla="*/ 491114 w 773915"/>
                  <a:gd name="connsiteY76" fmla="*/ 576724 h 644929"/>
                  <a:gd name="connsiteX77" fmla="*/ 501110 w 773915"/>
                  <a:gd name="connsiteY77" fmla="*/ 559956 h 644929"/>
                  <a:gd name="connsiteX78" fmla="*/ 522070 w 773915"/>
                  <a:gd name="connsiteY78" fmla="*/ 573499 h 644929"/>
                  <a:gd name="connsiteX79" fmla="*/ 549480 w 773915"/>
                  <a:gd name="connsiteY79" fmla="*/ 581561 h 644929"/>
                  <a:gd name="connsiteX80" fmla="*/ 565603 w 773915"/>
                  <a:gd name="connsiteY80" fmla="*/ 592847 h 644929"/>
                  <a:gd name="connsiteX81" fmla="*/ 602687 w 773915"/>
                  <a:gd name="connsiteY81" fmla="*/ 605101 h 644929"/>
                  <a:gd name="connsiteX82" fmla="*/ 630096 w 773915"/>
                  <a:gd name="connsiteY82" fmla="*/ 615097 h 644929"/>
                  <a:gd name="connsiteX83" fmla="*/ 649444 w 773915"/>
                  <a:gd name="connsiteY83" fmla="*/ 599619 h 644929"/>
                  <a:gd name="connsiteX84" fmla="*/ 640737 w 773915"/>
                  <a:gd name="connsiteY84" fmla="*/ 579304 h 644929"/>
                  <a:gd name="connsiteX85" fmla="*/ 630741 w 773915"/>
                  <a:gd name="connsiteY85" fmla="*/ 562535 h 644929"/>
                  <a:gd name="connsiteX86" fmla="*/ 618487 w 773915"/>
                  <a:gd name="connsiteY86" fmla="*/ 545767 h 644929"/>
                  <a:gd name="connsiteX87" fmla="*/ 592368 w 773915"/>
                  <a:gd name="connsiteY87" fmla="*/ 525452 h 644929"/>
                  <a:gd name="connsiteX88" fmla="*/ 570763 w 773915"/>
                  <a:gd name="connsiteY88" fmla="*/ 514811 h 644929"/>
                  <a:gd name="connsiteX89" fmla="*/ 572052 w 773915"/>
                  <a:gd name="connsiteY89" fmla="*/ 485789 h 644929"/>
                  <a:gd name="connsiteX90" fmla="*/ 576889 w 773915"/>
                  <a:gd name="connsiteY90" fmla="*/ 479662 h 644929"/>
                  <a:gd name="connsiteX91" fmla="*/ 555929 w 773915"/>
                  <a:gd name="connsiteY91" fmla="*/ 469665 h 644929"/>
                  <a:gd name="connsiteX92" fmla="*/ 519491 w 773915"/>
                  <a:gd name="connsiteY92" fmla="*/ 470310 h 644929"/>
                  <a:gd name="connsiteX93" fmla="*/ 495951 w 773915"/>
                  <a:gd name="connsiteY93" fmla="*/ 450963 h 644929"/>
                  <a:gd name="connsiteX94" fmla="*/ 469186 w 773915"/>
                  <a:gd name="connsiteY94" fmla="*/ 442901 h 644929"/>
                  <a:gd name="connsiteX95" fmla="*/ 456932 w 773915"/>
                  <a:gd name="connsiteY95" fmla="*/ 411299 h 644929"/>
                  <a:gd name="connsiteX96" fmla="*/ 463059 w 773915"/>
                  <a:gd name="connsiteY96" fmla="*/ 393886 h 644929"/>
                  <a:gd name="connsiteX97" fmla="*/ 473701 w 773915"/>
                  <a:gd name="connsiteY97" fmla="*/ 376473 h 644929"/>
                  <a:gd name="connsiteX98" fmla="*/ 485954 w 773915"/>
                  <a:gd name="connsiteY98" fmla="*/ 374538 h 644929"/>
                  <a:gd name="connsiteX99" fmla="*/ 494016 w 773915"/>
                  <a:gd name="connsiteY99" fmla="*/ 357770 h 644929"/>
                  <a:gd name="connsiteX100" fmla="*/ 514976 w 773915"/>
                  <a:gd name="connsiteY100" fmla="*/ 364542 h 644929"/>
                  <a:gd name="connsiteX101" fmla="*/ 531744 w 773915"/>
                  <a:gd name="connsiteY101" fmla="*/ 381955 h 644929"/>
                  <a:gd name="connsiteX102" fmla="*/ 552704 w 773915"/>
                  <a:gd name="connsiteY102" fmla="*/ 363897 h 644929"/>
                  <a:gd name="connsiteX103" fmla="*/ 570118 w 773915"/>
                  <a:gd name="connsiteY103" fmla="*/ 345194 h 644929"/>
                  <a:gd name="connsiteX104" fmla="*/ 599139 w 773915"/>
                  <a:gd name="connsiteY104" fmla="*/ 331650 h 644929"/>
                  <a:gd name="connsiteX105" fmla="*/ 625904 w 773915"/>
                  <a:gd name="connsiteY105" fmla="*/ 319397 h 644929"/>
                  <a:gd name="connsiteX106" fmla="*/ 630741 w 773915"/>
                  <a:gd name="connsiteY106" fmla="*/ 302629 h 644929"/>
                  <a:gd name="connsiteX107" fmla="*/ 645574 w 773915"/>
                  <a:gd name="connsiteY107" fmla="*/ 290375 h 644929"/>
                  <a:gd name="connsiteX108" fmla="*/ 668469 w 773915"/>
                  <a:gd name="connsiteY108" fmla="*/ 302629 h 644929"/>
                  <a:gd name="connsiteX109" fmla="*/ 698136 w 773915"/>
                  <a:gd name="connsiteY109" fmla="*/ 288118 h 644929"/>
                  <a:gd name="connsiteX110" fmla="*/ 709745 w 773915"/>
                  <a:gd name="connsiteY110" fmla="*/ 275542 h 644929"/>
                  <a:gd name="connsiteX111" fmla="*/ 729415 w 773915"/>
                  <a:gd name="connsiteY111" fmla="*/ 263933 h 644929"/>
                  <a:gd name="connsiteX112" fmla="*/ 745538 w 773915"/>
                  <a:gd name="connsiteY112" fmla="*/ 245875 h 644929"/>
                  <a:gd name="connsiteX113" fmla="*/ 772303 w 773915"/>
                  <a:gd name="connsiteY113" fmla="*/ 211049 h 644929"/>
                  <a:gd name="connsiteX114" fmla="*/ 792941 w 773915"/>
                  <a:gd name="connsiteY114" fmla="*/ 182349 h 644929"/>
                  <a:gd name="connsiteX115" fmla="*/ 795198 w 773915"/>
                  <a:gd name="connsiteY115" fmla="*/ 156230 h 644929"/>
                  <a:gd name="connsiteX116" fmla="*/ 805839 w 773915"/>
                  <a:gd name="connsiteY116" fmla="*/ 139139 h 644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</a:cxnLst>
                <a:rect l="l" t="t" r="r" b="b"/>
                <a:pathLst>
                  <a:path w="773915" h="644929">
                    <a:moveTo>
                      <a:pt x="805839" y="139139"/>
                    </a:moveTo>
                    <a:cubicBezTo>
                      <a:pt x="805839" y="130110"/>
                      <a:pt x="803904" y="124951"/>
                      <a:pt x="801002" y="121081"/>
                    </a:cubicBezTo>
                    <a:cubicBezTo>
                      <a:pt x="798100" y="117211"/>
                      <a:pt x="790361" y="110762"/>
                      <a:pt x="796165" y="105925"/>
                    </a:cubicBezTo>
                    <a:cubicBezTo>
                      <a:pt x="801970" y="101088"/>
                      <a:pt x="800680" y="78516"/>
                      <a:pt x="800680" y="68842"/>
                    </a:cubicBezTo>
                    <a:cubicBezTo>
                      <a:pt x="800680" y="58845"/>
                      <a:pt x="798745" y="53686"/>
                      <a:pt x="794553" y="50784"/>
                    </a:cubicBezTo>
                    <a:cubicBezTo>
                      <a:pt x="790039" y="48204"/>
                      <a:pt x="784234" y="37240"/>
                      <a:pt x="784234" y="33693"/>
                    </a:cubicBezTo>
                    <a:cubicBezTo>
                      <a:pt x="784234" y="30146"/>
                      <a:pt x="784234" y="18860"/>
                      <a:pt x="779720" y="15313"/>
                    </a:cubicBezTo>
                    <a:cubicBezTo>
                      <a:pt x="775205" y="11765"/>
                      <a:pt x="765854" y="6284"/>
                      <a:pt x="759082" y="4671"/>
                    </a:cubicBezTo>
                    <a:cubicBezTo>
                      <a:pt x="752310" y="2736"/>
                      <a:pt x="747473" y="-5325"/>
                      <a:pt x="743926" y="5638"/>
                    </a:cubicBezTo>
                    <a:cubicBezTo>
                      <a:pt x="740379" y="16280"/>
                      <a:pt x="738444" y="17892"/>
                      <a:pt x="732317" y="22084"/>
                    </a:cubicBezTo>
                    <a:cubicBezTo>
                      <a:pt x="726191" y="26599"/>
                      <a:pt x="719419" y="21762"/>
                      <a:pt x="710712" y="26921"/>
                    </a:cubicBezTo>
                    <a:cubicBezTo>
                      <a:pt x="702328" y="32403"/>
                      <a:pt x="703940" y="38207"/>
                      <a:pt x="699103" y="43045"/>
                    </a:cubicBezTo>
                    <a:cubicBezTo>
                      <a:pt x="694266" y="47882"/>
                      <a:pt x="679433" y="57233"/>
                      <a:pt x="678143" y="69487"/>
                    </a:cubicBezTo>
                    <a:cubicBezTo>
                      <a:pt x="676853" y="81740"/>
                      <a:pt x="677176" y="89157"/>
                      <a:pt x="671371" y="99476"/>
                    </a:cubicBezTo>
                    <a:cubicBezTo>
                      <a:pt x="665567" y="109795"/>
                      <a:pt x="661375" y="115599"/>
                      <a:pt x="662020" y="124951"/>
                    </a:cubicBezTo>
                    <a:cubicBezTo>
                      <a:pt x="662343" y="134302"/>
                      <a:pt x="662020" y="145266"/>
                      <a:pt x="653958" y="145588"/>
                    </a:cubicBezTo>
                    <a:cubicBezTo>
                      <a:pt x="645897" y="145911"/>
                      <a:pt x="640415" y="142364"/>
                      <a:pt x="637513" y="149135"/>
                    </a:cubicBezTo>
                    <a:cubicBezTo>
                      <a:pt x="634288" y="155907"/>
                      <a:pt x="623324" y="155907"/>
                      <a:pt x="615908" y="155907"/>
                    </a:cubicBezTo>
                    <a:cubicBezTo>
                      <a:pt x="608491" y="155907"/>
                      <a:pt x="593980" y="160099"/>
                      <a:pt x="589465" y="160099"/>
                    </a:cubicBezTo>
                    <a:cubicBezTo>
                      <a:pt x="584951" y="160099"/>
                      <a:pt x="589465" y="150748"/>
                      <a:pt x="581082" y="157842"/>
                    </a:cubicBezTo>
                    <a:cubicBezTo>
                      <a:pt x="572697" y="164936"/>
                      <a:pt x="566893" y="162679"/>
                      <a:pt x="566893" y="172998"/>
                    </a:cubicBezTo>
                    <a:cubicBezTo>
                      <a:pt x="566893" y="183317"/>
                      <a:pt x="562701" y="194603"/>
                      <a:pt x="560121" y="198473"/>
                    </a:cubicBezTo>
                    <a:cubicBezTo>
                      <a:pt x="557541" y="202342"/>
                      <a:pt x="544321" y="198795"/>
                      <a:pt x="541418" y="194925"/>
                    </a:cubicBezTo>
                    <a:cubicBezTo>
                      <a:pt x="538194" y="190733"/>
                      <a:pt x="528520" y="168483"/>
                      <a:pt x="519813" y="165259"/>
                    </a:cubicBezTo>
                    <a:cubicBezTo>
                      <a:pt x="511106" y="162034"/>
                      <a:pt x="501755" y="162034"/>
                      <a:pt x="499498" y="155262"/>
                    </a:cubicBezTo>
                    <a:cubicBezTo>
                      <a:pt x="497563" y="148490"/>
                      <a:pt x="495306" y="141719"/>
                      <a:pt x="490791" y="137849"/>
                    </a:cubicBezTo>
                    <a:cubicBezTo>
                      <a:pt x="485954" y="133657"/>
                      <a:pt x="477893" y="127853"/>
                      <a:pt x="472088" y="130432"/>
                    </a:cubicBezTo>
                    <a:cubicBezTo>
                      <a:pt x="465962" y="133012"/>
                      <a:pt x="454030" y="129143"/>
                      <a:pt x="450483" y="127208"/>
                    </a:cubicBezTo>
                    <a:cubicBezTo>
                      <a:pt x="447259" y="125273"/>
                      <a:pt x="428878" y="122371"/>
                      <a:pt x="425654" y="129143"/>
                    </a:cubicBezTo>
                    <a:cubicBezTo>
                      <a:pt x="422429" y="135914"/>
                      <a:pt x="418237" y="145911"/>
                      <a:pt x="412755" y="155907"/>
                    </a:cubicBezTo>
                    <a:cubicBezTo>
                      <a:pt x="407273" y="165904"/>
                      <a:pt x="387280" y="168161"/>
                      <a:pt x="377284" y="173965"/>
                    </a:cubicBezTo>
                    <a:cubicBezTo>
                      <a:pt x="367287" y="180092"/>
                      <a:pt x="345682" y="184607"/>
                      <a:pt x="336976" y="192023"/>
                    </a:cubicBezTo>
                    <a:cubicBezTo>
                      <a:pt x="327302" y="199762"/>
                      <a:pt x="322142" y="209759"/>
                      <a:pt x="316660" y="209759"/>
                    </a:cubicBezTo>
                    <a:cubicBezTo>
                      <a:pt x="311178" y="209759"/>
                      <a:pt x="314081" y="209759"/>
                      <a:pt x="300537" y="209759"/>
                    </a:cubicBezTo>
                    <a:cubicBezTo>
                      <a:pt x="286994" y="209759"/>
                      <a:pt x="283124" y="212983"/>
                      <a:pt x="279577" y="207179"/>
                    </a:cubicBezTo>
                    <a:cubicBezTo>
                      <a:pt x="276352" y="201052"/>
                      <a:pt x="272160" y="191701"/>
                      <a:pt x="264099" y="191056"/>
                    </a:cubicBezTo>
                    <a:cubicBezTo>
                      <a:pt x="256037" y="190411"/>
                      <a:pt x="242494" y="202342"/>
                      <a:pt x="235722" y="207179"/>
                    </a:cubicBezTo>
                    <a:cubicBezTo>
                      <a:pt x="228950" y="212016"/>
                      <a:pt x="221533" y="207179"/>
                      <a:pt x="216374" y="217820"/>
                    </a:cubicBezTo>
                    <a:cubicBezTo>
                      <a:pt x="210892" y="228462"/>
                      <a:pt x="205088" y="223302"/>
                      <a:pt x="196059" y="217820"/>
                    </a:cubicBezTo>
                    <a:cubicBezTo>
                      <a:pt x="187352" y="212339"/>
                      <a:pt x="178645" y="211694"/>
                      <a:pt x="174454" y="204922"/>
                    </a:cubicBezTo>
                    <a:cubicBezTo>
                      <a:pt x="170261" y="198150"/>
                      <a:pt x="182515" y="190088"/>
                      <a:pt x="166392" y="188799"/>
                    </a:cubicBezTo>
                    <a:cubicBezTo>
                      <a:pt x="150269" y="187509"/>
                      <a:pt x="153493" y="192991"/>
                      <a:pt x="145432" y="190088"/>
                    </a:cubicBezTo>
                    <a:cubicBezTo>
                      <a:pt x="137370" y="187186"/>
                      <a:pt x="139305" y="173965"/>
                      <a:pt x="130598" y="171385"/>
                    </a:cubicBezTo>
                    <a:cubicBezTo>
                      <a:pt x="121892" y="168806"/>
                      <a:pt x="115120" y="166549"/>
                      <a:pt x="108348" y="173965"/>
                    </a:cubicBezTo>
                    <a:cubicBezTo>
                      <a:pt x="101576" y="181382"/>
                      <a:pt x="69975" y="192023"/>
                      <a:pt x="59334" y="192023"/>
                    </a:cubicBezTo>
                    <a:cubicBezTo>
                      <a:pt x="51272" y="192023"/>
                      <a:pt x="43210" y="184284"/>
                      <a:pt x="28377" y="180414"/>
                    </a:cubicBezTo>
                    <a:cubicBezTo>
                      <a:pt x="28377" y="180737"/>
                      <a:pt x="28699" y="181059"/>
                      <a:pt x="28699" y="181382"/>
                    </a:cubicBezTo>
                    <a:cubicBezTo>
                      <a:pt x="29344" y="188154"/>
                      <a:pt x="21928" y="200730"/>
                      <a:pt x="9997" y="211694"/>
                    </a:cubicBezTo>
                    <a:cubicBezTo>
                      <a:pt x="-2257" y="222335"/>
                      <a:pt x="19348" y="242005"/>
                      <a:pt x="6772" y="250067"/>
                    </a:cubicBezTo>
                    <a:cubicBezTo>
                      <a:pt x="-3225" y="256516"/>
                      <a:pt x="2257" y="265545"/>
                      <a:pt x="0" y="275219"/>
                    </a:cubicBezTo>
                    <a:lnTo>
                      <a:pt x="0" y="275219"/>
                    </a:lnTo>
                    <a:cubicBezTo>
                      <a:pt x="19993" y="277154"/>
                      <a:pt x="20960" y="284248"/>
                      <a:pt x="27732" y="292632"/>
                    </a:cubicBezTo>
                    <a:cubicBezTo>
                      <a:pt x="35794" y="302629"/>
                      <a:pt x="46435" y="307788"/>
                      <a:pt x="56431" y="315850"/>
                    </a:cubicBezTo>
                    <a:cubicBezTo>
                      <a:pt x="66428" y="323911"/>
                      <a:pt x="71587" y="327459"/>
                      <a:pt x="77069" y="341969"/>
                    </a:cubicBezTo>
                    <a:cubicBezTo>
                      <a:pt x="82551" y="356158"/>
                      <a:pt x="82551" y="356158"/>
                      <a:pt x="96739" y="368089"/>
                    </a:cubicBezTo>
                    <a:cubicBezTo>
                      <a:pt x="110928" y="379698"/>
                      <a:pt x="121892" y="373571"/>
                      <a:pt x="123504" y="379698"/>
                    </a:cubicBezTo>
                    <a:cubicBezTo>
                      <a:pt x="125439" y="385825"/>
                      <a:pt x="118990" y="399368"/>
                      <a:pt x="132533" y="410977"/>
                    </a:cubicBezTo>
                    <a:cubicBezTo>
                      <a:pt x="146076" y="422586"/>
                      <a:pt x="130598" y="429035"/>
                      <a:pt x="135113" y="442256"/>
                    </a:cubicBezTo>
                    <a:cubicBezTo>
                      <a:pt x="139627" y="455799"/>
                      <a:pt x="150269" y="473535"/>
                      <a:pt x="165425" y="483531"/>
                    </a:cubicBezTo>
                    <a:cubicBezTo>
                      <a:pt x="180580" y="493528"/>
                      <a:pt x="192189" y="497720"/>
                      <a:pt x="188642" y="510296"/>
                    </a:cubicBezTo>
                    <a:cubicBezTo>
                      <a:pt x="185095" y="522872"/>
                      <a:pt x="158330" y="547057"/>
                      <a:pt x="141240" y="558666"/>
                    </a:cubicBezTo>
                    <a:cubicBezTo>
                      <a:pt x="128341" y="567695"/>
                      <a:pt x="130921" y="569630"/>
                      <a:pt x="134790" y="575434"/>
                    </a:cubicBezTo>
                    <a:cubicBezTo>
                      <a:pt x="142207" y="577691"/>
                      <a:pt x="149624" y="580916"/>
                      <a:pt x="154461" y="585430"/>
                    </a:cubicBezTo>
                    <a:cubicBezTo>
                      <a:pt x="171874" y="601554"/>
                      <a:pt x="171229" y="606391"/>
                      <a:pt x="191544" y="602844"/>
                    </a:cubicBezTo>
                    <a:cubicBezTo>
                      <a:pt x="211859" y="599619"/>
                      <a:pt x="215084" y="592202"/>
                      <a:pt x="242494" y="593492"/>
                    </a:cubicBezTo>
                    <a:cubicBezTo>
                      <a:pt x="269903" y="594782"/>
                      <a:pt x="295055" y="582206"/>
                      <a:pt x="306987" y="588655"/>
                    </a:cubicBezTo>
                    <a:cubicBezTo>
                      <a:pt x="319240" y="595427"/>
                      <a:pt x="331171" y="602844"/>
                      <a:pt x="325044" y="619612"/>
                    </a:cubicBezTo>
                    <a:cubicBezTo>
                      <a:pt x="318918" y="636380"/>
                      <a:pt x="316983" y="649278"/>
                      <a:pt x="326979" y="656050"/>
                    </a:cubicBezTo>
                    <a:cubicBezTo>
                      <a:pt x="336976" y="662822"/>
                      <a:pt x="357936" y="665402"/>
                      <a:pt x="364708" y="657985"/>
                    </a:cubicBezTo>
                    <a:cubicBezTo>
                      <a:pt x="371479" y="650568"/>
                      <a:pt x="377606" y="637670"/>
                      <a:pt x="396309" y="646699"/>
                    </a:cubicBezTo>
                    <a:cubicBezTo>
                      <a:pt x="415012" y="655405"/>
                      <a:pt x="424686" y="656695"/>
                      <a:pt x="434683" y="656050"/>
                    </a:cubicBezTo>
                    <a:cubicBezTo>
                      <a:pt x="444679" y="655405"/>
                      <a:pt x="459512" y="649278"/>
                      <a:pt x="458222" y="659275"/>
                    </a:cubicBezTo>
                    <a:cubicBezTo>
                      <a:pt x="456932" y="669271"/>
                      <a:pt x="463704" y="672818"/>
                      <a:pt x="472411" y="672818"/>
                    </a:cubicBezTo>
                    <a:cubicBezTo>
                      <a:pt x="481117" y="672818"/>
                      <a:pt x="489179" y="660565"/>
                      <a:pt x="494016" y="648634"/>
                    </a:cubicBezTo>
                    <a:cubicBezTo>
                      <a:pt x="498853" y="636380"/>
                      <a:pt x="501433" y="628318"/>
                      <a:pt x="496596" y="616387"/>
                    </a:cubicBezTo>
                    <a:cubicBezTo>
                      <a:pt x="491759" y="604133"/>
                      <a:pt x="495306" y="594782"/>
                      <a:pt x="496596" y="588978"/>
                    </a:cubicBezTo>
                    <a:cubicBezTo>
                      <a:pt x="497886" y="582851"/>
                      <a:pt x="493371" y="580271"/>
                      <a:pt x="491114" y="576724"/>
                    </a:cubicBezTo>
                    <a:cubicBezTo>
                      <a:pt x="489179" y="573499"/>
                      <a:pt x="496596" y="560600"/>
                      <a:pt x="501110" y="559956"/>
                    </a:cubicBezTo>
                    <a:cubicBezTo>
                      <a:pt x="505947" y="559311"/>
                      <a:pt x="510462" y="565438"/>
                      <a:pt x="522070" y="573499"/>
                    </a:cubicBezTo>
                    <a:cubicBezTo>
                      <a:pt x="533357" y="581561"/>
                      <a:pt x="542386" y="577691"/>
                      <a:pt x="549480" y="581561"/>
                    </a:cubicBezTo>
                    <a:cubicBezTo>
                      <a:pt x="556897" y="585753"/>
                      <a:pt x="549480" y="590267"/>
                      <a:pt x="565603" y="592847"/>
                    </a:cubicBezTo>
                    <a:cubicBezTo>
                      <a:pt x="581726" y="595427"/>
                      <a:pt x="588498" y="594782"/>
                      <a:pt x="602687" y="605101"/>
                    </a:cubicBezTo>
                    <a:cubicBezTo>
                      <a:pt x="616875" y="615420"/>
                      <a:pt x="623002" y="619934"/>
                      <a:pt x="630096" y="615097"/>
                    </a:cubicBezTo>
                    <a:cubicBezTo>
                      <a:pt x="637513" y="610260"/>
                      <a:pt x="654926" y="605101"/>
                      <a:pt x="649444" y="599619"/>
                    </a:cubicBezTo>
                    <a:cubicBezTo>
                      <a:pt x="643962" y="594137"/>
                      <a:pt x="648154" y="582206"/>
                      <a:pt x="640737" y="579304"/>
                    </a:cubicBezTo>
                    <a:cubicBezTo>
                      <a:pt x="633321" y="576724"/>
                      <a:pt x="632031" y="567050"/>
                      <a:pt x="630741" y="562535"/>
                    </a:cubicBezTo>
                    <a:cubicBezTo>
                      <a:pt x="629451" y="557698"/>
                      <a:pt x="630741" y="547702"/>
                      <a:pt x="618487" y="545767"/>
                    </a:cubicBezTo>
                    <a:cubicBezTo>
                      <a:pt x="606234" y="543832"/>
                      <a:pt x="603654" y="530289"/>
                      <a:pt x="592368" y="525452"/>
                    </a:cubicBezTo>
                    <a:cubicBezTo>
                      <a:pt x="581082" y="520615"/>
                      <a:pt x="574310" y="518035"/>
                      <a:pt x="570763" y="514811"/>
                    </a:cubicBezTo>
                    <a:cubicBezTo>
                      <a:pt x="567216" y="511586"/>
                      <a:pt x="567538" y="491916"/>
                      <a:pt x="572052" y="485789"/>
                    </a:cubicBezTo>
                    <a:cubicBezTo>
                      <a:pt x="576889" y="479662"/>
                      <a:pt x="578824" y="484499"/>
                      <a:pt x="576889" y="479662"/>
                    </a:cubicBezTo>
                    <a:cubicBezTo>
                      <a:pt x="574955" y="474825"/>
                      <a:pt x="572052" y="468376"/>
                      <a:pt x="555929" y="469665"/>
                    </a:cubicBezTo>
                    <a:cubicBezTo>
                      <a:pt x="539806" y="470955"/>
                      <a:pt x="527552" y="476437"/>
                      <a:pt x="519491" y="470310"/>
                    </a:cubicBezTo>
                    <a:cubicBezTo>
                      <a:pt x="511429" y="464184"/>
                      <a:pt x="504657" y="452252"/>
                      <a:pt x="495951" y="450963"/>
                    </a:cubicBezTo>
                    <a:cubicBezTo>
                      <a:pt x="487244" y="449673"/>
                      <a:pt x="477893" y="443546"/>
                      <a:pt x="469186" y="442901"/>
                    </a:cubicBezTo>
                    <a:cubicBezTo>
                      <a:pt x="460480" y="442256"/>
                      <a:pt x="450483" y="420006"/>
                      <a:pt x="456932" y="411299"/>
                    </a:cubicBezTo>
                    <a:cubicBezTo>
                      <a:pt x="463704" y="402593"/>
                      <a:pt x="463704" y="399046"/>
                      <a:pt x="463059" y="393886"/>
                    </a:cubicBezTo>
                    <a:cubicBezTo>
                      <a:pt x="462414" y="388404"/>
                      <a:pt x="468541" y="376473"/>
                      <a:pt x="473701" y="376473"/>
                    </a:cubicBezTo>
                    <a:cubicBezTo>
                      <a:pt x="478860" y="376473"/>
                      <a:pt x="481762" y="380665"/>
                      <a:pt x="485954" y="374538"/>
                    </a:cubicBezTo>
                    <a:cubicBezTo>
                      <a:pt x="490146" y="368411"/>
                      <a:pt x="485309" y="358415"/>
                      <a:pt x="494016" y="357770"/>
                    </a:cubicBezTo>
                    <a:cubicBezTo>
                      <a:pt x="502723" y="357125"/>
                      <a:pt x="514976" y="355835"/>
                      <a:pt x="514976" y="364542"/>
                    </a:cubicBezTo>
                    <a:cubicBezTo>
                      <a:pt x="514976" y="373248"/>
                      <a:pt x="518201" y="381955"/>
                      <a:pt x="531744" y="381955"/>
                    </a:cubicBezTo>
                    <a:cubicBezTo>
                      <a:pt x="545288" y="381955"/>
                      <a:pt x="552060" y="367767"/>
                      <a:pt x="552704" y="363897"/>
                    </a:cubicBezTo>
                    <a:cubicBezTo>
                      <a:pt x="553350" y="359705"/>
                      <a:pt x="560121" y="349708"/>
                      <a:pt x="570118" y="345194"/>
                    </a:cubicBezTo>
                    <a:cubicBezTo>
                      <a:pt x="580114" y="340357"/>
                      <a:pt x="581404" y="333908"/>
                      <a:pt x="599139" y="331650"/>
                    </a:cubicBezTo>
                    <a:cubicBezTo>
                      <a:pt x="616875" y="329393"/>
                      <a:pt x="623324" y="324879"/>
                      <a:pt x="625904" y="319397"/>
                    </a:cubicBezTo>
                    <a:cubicBezTo>
                      <a:pt x="628484" y="313915"/>
                      <a:pt x="628484" y="307143"/>
                      <a:pt x="630741" y="302629"/>
                    </a:cubicBezTo>
                    <a:cubicBezTo>
                      <a:pt x="632676" y="297792"/>
                      <a:pt x="638158" y="289085"/>
                      <a:pt x="645574" y="290375"/>
                    </a:cubicBezTo>
                    <a:cubicBezTo>
                      <a:pt x="652991" y="291665"/>
                      <a:pt x="662343" y="299727"/>
                      <a:pt x="668469" y="302629"/>
                    </a:cubicBezTo>
                    <a:cubicBezTo>
                      <a:pt x="674596" y="305208"/>
                      <a:pt x="689430" y="288118"/>
                      <a:pt x="698136" y="288118"/>
                    </a:cubicBezTo>
                    <a:cubicBezTo>
                      <a:pt x="707165" y="288118"/>
                      <a:pt x="700716" y="291665"/>
                      <a:pt x="709745" y="275542"/>
                    </a:cubicBezTo>
                    <a:cubicBezTo>
                      <a:pt x="718774" y="259418"/>
                      <a:pt x="723288" y="262966"/>
                      <a:pt x="729415" y="263933"/>
                    </a:cubicBezTo>
                    <a:cubicBezTo>
                      <a:pt x="735542" y="264900"/>
                      <a:pt x="728448" y="256839"/>
                      <a:pt x="745538" y="245875"/>
                    </a:cubicBezTo>
                    <a:cubicBezTo>
                      <a:pt x="762629" y="235234"/>
                      <a:pt x="760694" y="215563"/>
                      <a:pt x="772303" y="211049"/>
                    </a:cubicBezTo>
                    <a:cubicBezTo>
                      <a:pt x="783912" y="206534"/>
                      <a:pt x="786491" y="194925"/>
                      <a:pt x="792941" y="182349"/>
                    </a:cubicBezTo>
                    <a:cubicBezTo>
                      <a:pt x="799067" y="169773"/>
                      <a:pt x="788749" y="163646"/>
                      <a:pt x="795198" y="156230"/>
                    </a:cubicBezTo>
                    <a:cubicBezTo>
                      <a:pt x="802615" y="149135"/>
                      <a:pt x="805839" y="148168"/>
                      <a:pt x="805839" y="13913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B7D8083-A81C-16CA-E355-5FF831F3CA45}"/>
                  </a:ext>
                </a:extLst>
              </p:cNvPr>
              <p:cNvSpPr/>
              <p:nvPr/>
            </p:nvSpPr>
            <p:spPr>
              <a:xfrm>
                <a:off x="5960891" y="3211793"/>
                <a:ext cx="709422" cy="1225366"/>
              </a:xfrm>
              <a:custGeom>
                <a:avLst/>
                <a:gdLst>
                  <a:gd name="connsiteX0" fmla="*/ 713212 w 709422"/>
                  <a:gd name="connsiteY0" fmla="*/ 208313 h 1225366"/>
                  <a:gd name="connsiteX1" fmla="*/ 682900 w 709422"/>
                  <a:gd name="connsiteY1" fmla="*/ 167037 h 1225366"/>
                  <a:gd name="connsiteX2" fmla="*/ 680321 w 709422"/>
                  <a:gd name="connsiteY2" fmla="*/ 135758 h 1225366"/>
                  <a:gd name="connsiteX3" fmla="*/ 671292 w 709422"/>
                  <a:gd name="connsiteY3" fmla="*/ 104479 h 1225366"/>
                  <a:gd name="connsiteX4" fmla="*/ 644527 w 709422"/>
                  <a:gd name="connsiteY4" fmla="*/ 92870 h 1225366"/>
                  <a:gd name="connsiteX5" fmla="*/ 624857 w 709422"/>
                  <a:gd name="connsiteY5" fmla="*/ 66750 h 1225366"/>
                  <a:gd name="connsiteX6" fmla="*/ 604219 w 709422"/>
                  <a:gd name="connsiteY6" fmla="*/ 40631 h 1225366"/>
                  <a:gd name="connsiteX7" fmla="*/ 575520 w 709422"/>
                  <a:gd name="connsiteY7" fmla="*/ 17413 h 1225366"/>
                  <a:gd name="connsiteX8" fmla="*/ 547788 w 709422"/>
                  <a:gd name="connsiteY8" fmla="*/ 0 h 1225366"/>
                  <a:gd name="connsiteX9" fmla="*/ 543596 w 709422"/>
                  <a:gd name="connsiteY9" fmla="*/ 8062 h 1225366"/>
                  <a:gd name="connsiteX10" fmla="*/ 519089 w 709422"/>
                  <a:gd name="connsiteY10" fmla="*/ 40631 h 1225366"/>
                  <a:gd name="connsiteX11" fmla="*/ 464592 w 709422"/>
                  <a:gd name="connsiteY11" fmla="*/ 38696 h 1225366"/>
                  <a:gd name="connsiteX12" fmla="*/ 448146 w 709422"/>
                  <a:gd name="connsiteY12" fmla="*/ 15801 h 1225366"/>
                  <a:gd name="connsiteX13" fmla="*/ 433958 w 709422"/>
                  <a:gd name="connsiteY13" fmla="*/ 34181 h 1225366"/>
                  <a:gd name="connsiteX14" fmla="*/ 383653 w 709422"/>
                  <a:gd name="connsiteY14" fmla="*/ 59334 h 1225366"/>
                  <a:gd name="connsiteX15" fmla="*/ 328189 w 709422"/>
                  <a:gd name="connsiteY15" fmla="*/ 59334 h 1225366"/>
                  <a:gd name="connsiteX16" fmla="*/ 290461 w 709422"/>
                  <a:gd name="connsiteY16" fmla="*/ 61268 h 1225366"/>
                  <a:gd name="connsiteX17" fmla="*/ 240157 w 709422"/>
                  <a:gd name="connsiteY17" fmla="*/ 40631 h 1225366"/>
                  <a:gd name="connsiteX18" fmla="*/ 252733 w 709422"/>
                  <a:gd name="connsiteY18" fmla="*/ 87066 h 1225366"/>
                  <a:gd name="connsiteX19" fmla="*/ 242091 w 709422"/>
                  <a:gd name="connsiteY19" fmla="*/ 112218 h 1225366"/>
                  <a:gd name="connsiteX20" fmla="*/ 265309 w 709422"/>
                  <a:gd name="connsiteY20" fmla="*/ 124794 h 1225366"/>
                  <a:gd name="connsiteX21" fmla="*/ 287559 w 709422"/>
                  <a:gd name="connsiteY21" fmla="*/ 121247 h 1225366"/>
                  <a:gd name="connsiteX22" fmla="*/ 308197 w 709422"/>
                  <a:gd name="connsiteY22" fmla="*/ 132856 h 1225366"/>
                  <a:gd name="connsiteX23" fmla="*/ 326899 w 709422"/>
                  <a:gd name="connsiteY23" fmla="*/ 147044 h 1225366"/>
                  <a:gd name="connsiteX24" fmla="*/ 342055 w 709422"/>
                  <a:gd name="connsiteY24" fmla="*/ 171229 h 1225366"/>
                  <a:gd name="connsiteX25" fmla="*/ 334961 w 709422"/>
                  <a:gd name="connsiteY25" fmla="*/ 187352 h 1225366"/>
                  <a:gd name="connsiteX26" fmla="*/ 321418 w 709422"/>
                  <a:gd name="connsiteY26" fmla="*/ 200896 h 1225366"/>
                  <a:gd name="connsiteX27" fmla="*/ 302714 w 709422"/>
                  <a:gd name="connsiteY27" fmla="*/ 222501 h 1225366"/>
                  <a:gd name="connsiteX28" fmla="*/ 280465 w 709422"/>
                  <a:gd name="connsiteY28" fmla="*/ 237657 h 1225366"/>
                  <a:gd name="connsiteX29" fmla="*/ 266921 w 709422"/>
                  <a:gd name="connsiteY29" fmla="*/ 277965 h 1225366"/>
                  <a:gd name="connsiteX30" fmla="*/ 254345 w 709422"/>
                  <a:gd name="connsiteY30" fmla="*/ 296023 h 1225366"/>
                  <a:gd name="connsiteX31" fmla="*/ 206943 w 709422"/>
                  <a:gd name="connsiteY31" fmla="*/ 318273 h 1225366"/>
                  <a:gd name="connsiteX32" fmla="*/ 175664 w 709422"/>
                  <a:gd name="connsiteY32" fmla="*/ 320853 h 1225366"/>
                  <a:gd name="connsiteX33" fmla="*/ 155026 w 709422"/>
                  <a:gd name="connsiteY33" fmla="*/ 352132 h 1225366"/>
                  <a:gd name="connsiteX34" fmla="*/ 131808 w 709422"/>
                  <a:gd name="connsiteY34" fmla="*/ 382443 h 1225366"/>
                  <a:gd name="connsiteX35" fmla="*/ 113750 w 709422"/>
                  <a:gd name="connsiteY35" fmla="*/ 411143 h 1225366"/>
                  <a:gd name="connsiteX36" fmla="*/ 103109 w 709422"/>
                  <a:gd name="connsiteY36" fmla="*/ 452418 h 1225366"/>
                  <a:gd name="connsiteX37" fmla="*/ 86018 w 709422"/>
                  <a:gd name="connsiteY37" fmla="*/ 491759 h 1225366"/>
                  <a:gd name="connsiteX38" fmla="*/ 81504 w 709422"/>
                  <a:gd name="connsiteY38" fmla="*/ 537549 h 1225366"/>
                  <a:gd name="connsiteX39" fmla="*/ 71507 w 709422"/>
                  <a:gd name="connsiteY39" fmla="*/ 555607 h 1225366"/>
                  <a:gd name="connsiteX40" fmla="*/ 56029 w 709422"/>
                  <a:gd name="connsiteY40" fmla="*/ 556252 h 1225366"/>
                  <a:gd name="connsiteX41" fmla="*/ 56029 w 709422"/>
                  <a:gd name="connsiteY41" fmla="*/ 556252 h 1225366"/>
                  <a:gd name="connsiteX42" fmla="*/ 53449 w 709422"/>
                  <a:gd name="connsiteY42" fmla="*/ 559154 h 1225366"/>
                  <a:gd name="connsiteX43" fmla="*/ 37326 w 709422"/>
                  <a:gd name="connsiteY43" fmla="*/ 607524 h 1225366"/>
                  <a:gd name="connsiteX44" fmla="*/ 53449 w 709422"/>
                  <a:gd name="connsiteY44" fmla="*/ 640738 h 1225366"/>
                  <a:gd name="connsiteX45" fmla="*/ 51515 w 709422"/>
                  <a:gd name="connsiteY45" fmla="*/ 677499 h 1225366"/>
                  <a:gd name="connsiteX46" fmla="*/ 57641 w 709422"/>
                  <a:gd name="connsiteY46" fmla="*/ 701684 h 1225366"/>
                  <a:gd name="connsiteX47" fmla="*/ 56674 w 709422"/>
                  <a:gd name="connsiteY47" fmla="*/ 723934 h 1225366"/>
                  <a:gd name="connsiteX48" fmla="*/ 44098 w 709422"/>
                  <a:gd name="connsiteY48" fmla="*/ 747151 h 1225366"/>
                  <a:gd name="connsiteX49" fmla="*/ 39583 w 709422"/>
                  <a:gd name="connsiteY49" fmla="*/ 773916 h 1225366"/>
                  <a:gd name="connsiteX50" fmla="*/ 50225 w 709422"/>
                  <a:gd name="connsiteY50" fmla="*/ 801648 h 1225366"/>
                  <a:gd name="connsiteX51" fmla="*/ 39583 w 709422"/>
                  <a:gd name="connsiteY51" fmla="*/ 821318 h 1225366"/>
                  <a:gd name="connsiteX52" fmla="*/ 62801 w 709422"/>
                  <a:gd name="connsiteY52" fmla="*/ 847438 h 1225366"/>
                  <a:gd name="connsiteX53" fmla="*/ 81504 w 709422"/>
                  <a:gd name="connsiteY53" fmla="*/ 878717 h 1225366"/>
                  <a:gd name="connsiteX54" fmla="*/ 107623 w 709422"/>
                  <a:gd name="connsiteY54" fmla="*/ 909996 h 1225366"/>
                  <a:gd name="connsiteX55" fmla="*/ 86986 w 709422"/>
                  <a:gd name="connsiteY55" fmla="*/ 936761 h 1225366"/>
                  <a:gd name="connsiteX56" fmla="*/ 65381 w 709422"/>
                  <a:gd name="connsiteY56" fmla="*/ 933213 h 1225366"/>
                  <a:gd name="connsiteX57" fmla="*/ 35069 w 709422"/>
                  <a:gd name="connsiteY57" fmla="*/ 941275 h 1225366"/>
                  <a:gd name="connsiteX58" fmla="*/ 9917 w 709422"/>
                  <a:gd name="connsiteY58" fmla="*/ 985130 h 1225366"/>
                  <a:gd name="connsiteX59" fmla="*/ 2822 w 709422"/>
                  <a:gd name="connsiteY59" fmla="*/ 1019957 h 1225366"/>
                  <a:gd name="connsiteX60" fmla="*/ 1533 w 709422"/>
                  <a:gd name="connsiteY60" fmla="*/ 1043819 h 1225366"/>
                  <a:gd name="connsiteX61" fmla="*/ 1533 w 709422"/>
                  <a:gd name="connsiteY61" fmla="*/ 1043819 h 1225366"/>
                  <a:gd name="connsiteX62" fmla="*/ 14109 w 709422"/>
                  <a:gd name="connsiteY62" fmla="*/ 1062199 h 1225366"/>
                  <a:gd name="connsiteX63" fmla="*/ 56351 w 709422"/>
                  <a:gd name="connsiteY63" fmla="*/ 1079613 h 1225366"/>
                  <a:gd name="connsiteX64" fmla="*/ 97305 w 709422"/>
                  <a:gd name="connsiteY64" fmla="*/ 1134109 h 1225366"/>
                  <a:gd name="connsiteX65" fmla="*/ 107301 w 709422"/>
                  <a:gd name="connsiteY65" fmla="*/ 1158294 h 1225366"/>
                  <a:gd name="connsiteX66" fmla="*/ 124069 w 709422"/>
                  <a:gd name="connsiteY66" fmla="*/ 1169580 h 1225366"/>
                  <a:gd name="connsiteX67" fmla="*/ 140837 w 709422"/>
                  <a:gd name="connsiteY67" fmla="*/ 1186348 h 1225366"/>
                  <a:gd name="connsiteX68" fmla="*/ 142772 w 709422"/>
                  <a:gd name="connsiteY68" fmla="*/ 1223432 h 1225366"/>
                  <a:gd name="connsiteX69" fmla="*/ 142127 w 709422"/>
                  <a:gd name="connsiteY69" fmla="*/ 1236008 h 1225366"/>
                  <a:gd name="connsiteX70" fmla="*/ 142127 w 709422"/>
                  <a:gd name="connsiteY70" fmla="*/ 1236008 h 1225366"/>
                  <a:gd name="connsiteX71" fmla="*/ 155993 w 709422"/>
                  <a:gd name="connsiteY71" fmla="*/ 1232783 h 1225366"/>
                  <a:gd name="connsiteX72" fmla="*/ 181468 w 709422"/>
                  <a:gd name="connsiteY72" fmla="*/ 1222787 h 1225366"/>
                  <a:gd name="connsiteX73" fmla="*/ 211135 w 709422"/>
                  <a:gd name="connsiteY73" fmla="*/ 1222787 h 1225366"/>
                  <a:gd name="connsiteX74" fmla="*/ 219841 w 709422"/>
                  <a:gd name="connsiteY74" fmla="*/ 1206019 h 1225366"/>
                  <a:gd name="connsiteX75" fmla="*/ 242736 w 709422"/>
                  <a:gd name="connsiteY75" fmla="*/ 1163131 h 1225366"/>
                  <a:gd name="connsiteX76" fmla="*/ 269501 w 709422"/>
                  <a:gd name="connsiteY76" fmla="*/ 1122823 h 1225366"/>
                  <a:gd name="connsiteX77" fmla="*/ 307229 w 709422"/>
                  <a:gd name="connsiteY77" fmla="*/ 1083804 h 1225366"/>
                  <a:gd name="connsiteX78" fmla="*/ 335606 w 709422"/>
                  <a:gd name="connsiteY78" fmla="*/ 1044786 h 1225366"/>
                  <a:gd name="connsiteX79" fmla="*/ 357211 w 709422"/>
                  <a:gd name="connsiteY79" fmla="*/ 1007058 h 1225366"/>
                  <a:gd name="connsiteX80" fmla="*/ 362693 w 709422"/>
                  <a:gd name="connsiteY80" fmla="*/ 949337 h 1225366"/>
                  <a:gd name="connsiteX81" fmla="*/ 345280 w 709422"/>
                  <a:gd name="connsiteY81" fmla="*/ 896775 h 1225366"/>
                  <a:gd name="connsiteX82" fmla="*/ 329157 w 709422"/>
                  <a:gd name="connsiteY82" fmla="*/ 865818 h 1225366"/>
                  <a:gd name="connsiteX83" fmla="*/ 315613 w 709422"/>
                  <a:gd name="connsiteY83" fmla="*/ 829380 h 1225366"/>
                  <a:gd name="connsiteX84" fmla="*/ 308841 w 709422"/>
                  <a:gd name="connsiteY84" fmla="*/ 778430 h 1225366"/>
                  <a:gd name="connsiteX85" fmla="*/ 354631 w 709422"/>
                  <a:gd name="connsiteY85" fmla="*/ 790684 h 1225366"/>
                  <a:gd name="connsiteX86" fmla="*/ 383008 w 709422"/>
                  <a:gd name="connsiteY86" fmla="*/ 814869 h 1225366"/>
                  <a:gd name="connsiteX87" fmla="*/ 432668 w 709422"/>
                  <a:gd name="connsiteY87" fmla="*/ 828412 h 1225366"/>
                  <a:gd name="connsiteX88" fmla="*/ 454918 w 709422"/>
                  <a:gd name="connsiteY88" fmla="*/ 817771 h 1225366"/>
                  <a:gd name="connsiteX89" fmla="*/ 447501 w 709422"/>
                  <a:gd name="connsiteY89" fmla="*/ 799068 h 1225366"/>
                  <a:gd name="connsiteX90" fmla="*/ 415255 w 709422"/>
                  <a:gd name="connsiteY90" fmla="*/ 792941 h 1225366"/>
                  <a:gd name="connsiteX91" fmla="*/ 391715 w 709422"/>
                  <a:gd name="connsiteY91" fmla="*/ 770046 h 1225366"/>
                  <a:gd name="connsiteX92" fmla="*/ 389135 w 709422"/>
                  <a:gd name="connsiteY92" fmla="*/ 724901 h 1225366"/>
                  <a:gd name="connsiteX93" fmla="*/ 381718 w 709422"/>
                  <a:gd name="connsiteY93" fmla="*/ 691365 h 1225366"/>
                  <a:gd name="connsiteX94" fmla="*/ 384943 w 709422"/>
                  <a:gd name="connsiteY94" fmla="*/ 659763 h 1225366"/>
                  <a:gd name="connsiteX95" fmla="*/ 397197 w 709422"/>
                  <a:gd name="connsiteY95" fmla="*/ 636223 h 1225366"/>
                  <a:gd name="connsiteX96" fmla="*/ 417512 w 709422"/>
                  <a:gd name="connsiteY96" fmla="*/ 622035 h 1225366"/>
                  <a:gd name="connsiteX97" fmla="*/ 424929 w 709422"/>
                  <a:gd name="connsiteY97" fmla="*/ 599140 h 1225366"/>
                  <a:gd name="connsiteX98" fmla="*/ 453951 w 709422"/>
                  <a:gd name="connsiteY98" fmla="*/ 571730 h 1225366"/>
                  <a:gd name="connsiteX99" fmla="*/ 509737 w 709422"/>
                  <a:gd name="connsiteY99" fmla="*/ 573665 h 1225366"/>
                  <a:gd name="connsiteX100" fmla="*/ 543918 w 709422"/>
                  <a:gd name="connsiteY100" fmla="*/ 550125 h 1225366"/>
                  <a:gd name="connsiteX101" fmla="*/ 558107 w 709422"/>
                  <a:gd name="connsiteY101" fmla="*/ 525940 h 1225366"/>
                  <a:gd name="connsiteX102" fmla="*/ 562943 w 709422"/>
                  <a:gd name="connsiteY102" fmla="*/ 498531 h 1225366"/>
                  <a:gd name="connsiteX103" fmla="*/ 572940 w 709422"/>
                  <a:gd name="connsiteY103" fmla="*/ 465639 h 1225366"/>
                  <a:gd name="connsiteX104" fmla="*/ 593255 w 709422"/>
                  <a:gd name="connsiteY104" fmla="*/ 439520 h 1225366"/>
                  <a:gd name="connsiteX105" fmla="*/ 606154 w 709422"/>
                  <a:gd name="connsiteY105" fmla="*/ 421462 h 1225366"/>
                  <a:gd name="connsiteX106" fmla="*/ 604219 w 709422"/>
                  <a:gd name="connsiteY106" fmla="*/ 381153 h 1225366"/>
                  <a:gd name="connsiteX107" fmla="*/ 647107 w 709422"/>
                  <a:gd name="connsiteY107" fmla="*/ 352132 h 1225366"/>
                  <a:gd name="connsiteX108" fmla="*/ 678708 w 709422"/>
                  <a:gd name="connsiteY108" fmla="*/ 334074 h 1225366"/>
                  <a:gd name="connsiteX109" fmla="*/ 686125 w 709422"/>
                  <a:gd name="connsiteY109" fmla="*/ 306342 h 1225366"/>
                  <a:gd name="connsiteX110" fmla="*/ 688705 w 709422"/>
                  <a:gd name="connsiteY110" fmla="*/ 283124 h 1225366"/>
                  <a:gd name="connsiteX111" fmla="*/ 736107 w 709422"/>
                  <a:gd name="connsiteY111" fmla="*/ 234755 h 1225366"/>
                  <a:gd name="connsiteX112" fmla="*/ 713212 w 709422"/>
                  <a:gd name="connsiteY112" fmla="*/ 208313 h 1225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</a:cxnLst>
                <a:rect l="l" t="t" r="r" b="b"/>
                <a:pathLst>
                  <a:path w="709422" h="1225366">
                    <a:moveTo>
                      <a:pt x="713212" y="208313"/>
                    </a:moveTo>
                    <a:cubicBezTo>
                      <a:pt x="698056" y="198316"/>
                      <a:pt x="687093" y="180581"/>
                      <a:pt x="682900" y="167037"/>
                    </a:cubicBezTo>
                    <a:cubicBezTo>
                      <a:pt x="678386" y="153493"/>
                      <a:pt x="693542" y="147366"/>
                      <a:pt x="680321" y="135758"/>
                    </a:cubicBezTo>
                    <a:cubicBezTo>
                      <a:pt x="666777" y="124149"/>
                      <a:pt x="673227" y="110605"/>
                      <a:pt x="671292" y="104479"/>
                    </a:cubicBezTo>
                    <a:cubicBezTo>
                      <a:pt x="669357" y="98352"/>
                      <a:pt x="658716" y="104479"/>
                      <a:pt x="644527" y="92870"/>
                    </a:cubicBezTo>
                    <a:cubicBezTo>
                      <a:pt x="630339" y="81261"/>
                      <a:pt x="630339" y="81261"/>
                      <a:pt x="624857" y="66750"/>
                    </a:cubicBezTo>
                    <a:cubicBezTo>
                      <a:pt x="619375" y="52562"/>
                      <a:pt x="614216" y="48692"/>
                      <a:pt x="604219" y="40631"/>
                    </a:cubicBezTo>
                    <a:cubicBezTo>
                      <a:pt x="594223" y="32569"/>
                      <a:pt x="583581" y="27087"/>
                      <a:pt x="575520" y="17413"/>
                    </a:cubicBezTo>
                    <a:cubicBezTo>
                      <a:pt x="568748" y="9029"/>
                      <a:pt x="567458" y="2257"/>
                      <a:pt x="547788" y="0"/>
                    </a:cubicBezTo>
                    <a:cubicBezTo>
                      <a:pt x="547143" y="2580"/>
                      <a:pt x="545853" y="5160"/>
                      <a:pt x="543596" y="8062"/>
                    </a:cubicBezTo>
                    <a:cubicBezTo>
                      <a:pt x="532955" y="20315"/>
                      <a:pt x="531665" y="35471"/>
                      <a:pt x="519089" y="40631"/>
                    </a:cubicBezTo>
                    <a:cubicBezTo>
                      <a:pt x="506512" y="46112"/>
                      <a:pt x="476845" y="48692"/>
                      <a:pt x="464592" y="38696"/>
                    </a:cubicBezTo>
                    <a:cubicBezTo>
                      <a:pt x="452983" y="29344"/>
                      <a:pt x="459110" y="26442"/>
                      <a:pt x="448146" y="15801"/>
                    </a:cubicBezTo>
                    <a:cubicBezTo>
                      <a:pt x="443632" y="21605"/>
                      <a:pt x="438795" y="27732"/>
                      <a:pt x="433958" y="34181"/>
                    </a:cubicBezTo>
                    <a:cubicBezTo>
                      <a:pt x="415900" y="59334"/>
                      <a:pt x="405258" y="60946"/>
                      <a:pt x="383653" y="59334"/>
                    </a:cubicBezTo>
                    <a:cubicBezTo>
                      <a:pt x="362048" y="57399"/>
                      <a:pt x="356889" y="57399"/>
                      <a:pt x="328189" y="59334"/>
                    </a:cubicBezTo>
                    <a:cubicBezTo>
                      <a:pt x="299490" y="61268"/>
                      <a:pt x="306584" y="59334"/>
                      <a:pt x="290461" y="61268"/>
                    </a:cubicBezTo>
                    <a:cubicBezTo>
                      <a:pt x="274338" y="63203"/>
                      <a:pt x="260794" y="31602"/>
                      <a:pt x="240157" y="40631"/>
                    </a:cubicBezTo>
                    <a:cubicBezTo>
                      <a:pt x="219519" y="49660"/>
                      <a:pt x="261762" y="70297"/>
                      <a:pt x="252733" y="87066"/>
                    </a:cubicBezTo>
                    <a:cubicBezTo>
                      <a:pt x="243704" y="104156"/>
                      <a:pt x="239189" y="98674"/>
                      <a:pt x="242091" y="112218"/>
                    </a:cubicBezTo>
                    <a:cubicBezTo>
                      <a:pt x="244671" y="125761"/>
                      <a:pt x="249185" y="127374"/>
                      <a:pt x="265309" y="124794"/>
                    </a:cubicBezTo>
                    <a:cubicBezTo>
                      <a:pt x="281432" y="122214"/>
                      <a:pt x="276917" y="112218"/>
                      <a:pt x="287559" y="121247"/>
                    </a:cubicBezTo>
                    <a:cubicBezTo>
                      <a:pt x="298200" y="130276"/>
                      <a:pt x="302714" y="120280"/>
                      <a:pt x="308197" y="132856"/>
                    </a:cubicBezTo>
                    <a:cubicBezTo>
                      <a:pt x="313678" y="145432"/>
                      <a:pt x="312711" y="140917"/>
                      <a:pt x="326899" y="147044"/>
                    </a:cubicBezTo>
                    <a:cubicBezTo>
                      <a:pt x="341088" y="153171"/>
                      <a:pt x="342055" y="159620"/>
                      <a:pt x="342055" y="171229"/>
                    </a:cubicBezTo>
                    <a:cubicBezTo>
                      <a:pt x="342055" y="182838"/>
                      <a:pt x="334961" y="178323"/>
                      <a:pt x="334961" y="187352"/>
                    </a:cubicBezTo>
                    <a:cubicBezTo>
                      <a:pt x="334961" y="196381"/>
                      <a:pt x="330446" y="182838"/>
                      <a:pt x="321418" y="200896"/>
                    </a:cubicBezTo>
                    <a:cubicBezTo>
                      <a:pt x="312389" y="218954"/>
                      <a:pt x="314323" y="214439"/>
                      <a:pt x="302714" y="222501"/>
                    </a:cubicBezTo>
                    <a:cubicBezTo>
                      <a:pt x="291106" y="230562"/>
                      <a:pt x="292718" y="222501"/>
                      <a:pt x="280465" y="237657"/>
                    </a:cubicBezTo>
                    <a:cubicBezTo>
                      <a:pt x="268211" y="252813"/>
                      <a:pt x="274338" y="267968"/>
                      <a:pt x="266921" y="277965"/>
                    </a:cubicBezTo>
                    <a:cubicBezTo>
                      <a:pt x="259827" y="287961"/>
                      <a:pt x="269501" y="286026"/>
                      <a:pt x="254345" y="296023"/>
                    </a:cubicBezTo>
                    <a:cubicBezTo>
                      <a:pt x="239189" y="306019"/>
                      <a:pt x="215004" y="318273"/>
                      <a:pt x="206943" y="318273"/>
                    </a:cubicBezTo>
                    <a:cubicBezTo>
                      <a:pt x="198881" y="318273"/>
                      <a:pt x="185337" y="313758"/>
                      <a:pt x="175664" y="320853"/>
                    </a:cubicBezTo>
                    <a:cubicBezTo>
                      <a:pt x="165667" y="327947"/>
                      <a:pt x="170182" y="337943"/>
                      <a:pt x="155026" y="352132"/>
                    </a:cubicBezTo>
                    <a:cubicBezTo>
                      <a:pt x="139870" y="366320"/>
                      <a:pt x="136968" y="361161"/>
                      <a:pt x="131808" y="382443"/>
                    </a:cubicBezTo>
                    <a:cubicBezTo>
                      <a:pt x="126327" y="404049"/>
                      <a:pt x="115685" y="392440"/>
                      <a:pt x="113750" y="411143"/>
                    </a:cubicBezTo>
                    <a:cubicBezTo>
                      <a:pt x="111815" y="429846"/>
                      <a:pt x="119877" y="441454"/>
                      <a:pt x="103109" y="452418"/>
                    </a:cubicBezTo>
                    <a:cubicBezTo>
                      <a:pt x="86018" y="463060"/>
                      <a:pt x="86018" y="474668"/>
                      <a:pt x="86018" y="491759"/>
                    </a:cubicBezTo>
                    <a:cubicBezTo>
                      <a:pt x="86018" y="508850"/>
                      <a:pt x="88598" y="529488"/>
                      <a:pt x="81504" y="537549"/>
                    </a:cubicBezTo>
                    <a:cubicBezTo>
                      <a:pt x="74410" y="545611"/>
                      <a:pt x="76022" y="545611"/>
                      <a:pt x="71507" y="555607"/>
                    </a:cubicBezTo>
                    <a:cubicBezTo>
                      <a:pt x="68928" y="561089"/>
                      <a:pt x="66026" y="559477"/>
                      <a:pt x="56029" y="556252"/>
                    </a:cubicBezTo>
                    <a:lnTo>
                      <a:pt x="56029" y="556252"/>
                    </a:lnTo>
                    <a:cubicBezTo>
                      <a:pt x="55384" y="557220"/>
                      <a:pt x="54739" y="558187"/>
                      <a:pt x="53449" y="559154"/>
                    </a:cubicBezTo>
                    <a:cubicBezTo>
                      <a:pt x="42808" y="569796"/>
                      <a:pt x="24750" y="581404"/>
                      <a:pt x="37326" y="607524"/>
                    </a:cubicBezTo>
                    <a:cubicBezTo>
                      <a:pt x="49902" y="633644"/>
                      <a:pt x="54417" y="615586"/>
                      <a:pt x="53449" y="640738"/>
                    </a:cubicBezTo>
                    <a:cubicBezTo>
                      <a:pt x="52482" y="665890"/>
                      <a:pt x="56997" y="664923"/>
                      <a:pt x="51515" y="677499"/>
                    </a:cubicBezTo>
                    <a:cubicBezTo>
                      <a:pt x="46033" y="690075"/>
                      <a:pt x="47000" y="698136"/>
                      <a:pt x="57641" y="701684"/>
                    </a:cubicBezTo>
                    <a:cubicBezTo>
                      <a:pt x="68283" y="705231"/>
                      <a:pt x="54094" y="707811"/>
                      <a:pt x="56674" y="723934"/>
                    </a:cubicBezTo>
                    <a:cubicBezTo>
                      <a:pt x="59254" y="740057"/>
                      <a:pt x="54094" y="737477"/>
                      <a:pt x="44098" y="747151"/>
                    </a:cubicBezTo>
                    <a:cubicBezTo>
                      <a:pt x="34102" y="757148"/>
                      <a:pt x="25395" y="769401"/>
                      <a:pt x="39583" y="773916"/>
                    </a:cubicBezTo>
                    <a:cubicBezTo>
                      <a:pt x="53772" y="778430"/>
                      <a:pt x="51192" y="794554"/>
                      <a:pt x="50225" y="801648"/>
                    </a:cubicBezTo>
                    <a:cubicBezTo>
                      <a:pt x="49257" y="808742"/>
                      <a:pt x="36681" y="808742"/>
                      <a:pt x="39583" y="821318"/>
                    </a:cubicBezTo>
                    <a:cubicBezTo>
                      <a:pt x="42163" y="833894"/>
                      <a:pt x="57641" y="834862"/>
                      <a:pt x="62801" y="847438"/>
                    </a:cubicBezTo>
                    <a:cubicBezTo>
                      <a:pt x="68283" y="860014"/>
                      <a:pt x="72797" y="873557"/>
                      <a:pt x="81504" y="878717"/>
                    </a:cubicBezTo>
                    <a:cubicBezTo>
                      <a:pt x="90210" y="883876"/>
                      <a:pt x="108268" y="892260"/>
                      <a:pt x="107623" y="909996"/>
                    </a:cubicBezTo>
                    <a:cubicBezTo>
                      <a:pt x="106656" y="928054"/>
                      <a:pt x="92468" y="936761"/>
                      <a:pt x="86986" y="936761"/>
                    </a:cubicBezTo>
                    <a:cubicBezTo>
                      <a:pt x="81504" y="936761"/>
                      <a:pt x="71830" y="941275"/>
                      <a:pt x="65381" y="933213"/>
                    </a:cubicBezTo>
                    <a:cubicBezTo>
                      <a:pt x="59254" y="925152"/>
                      <a:pt x="42163" y="933213"/>
                      <a:pt x="35069" y="941275"/>
                    </a:cubicBezTo>
                    <a:cubicBezTo>
                      <a:pt x="27975" y="949337"/>
                      <a:pt x="8304" y="968040"/>
                      <a:pt x="9917" y="985130"/>
                    </a:cubicBezTo>
                    <a:cubicBezTo>
                      <a:pt x="11851" y="1002221"/>
                      <a:pt x="10884" y="1011250"/>
                      <a:pt x="2822" y="1019957"/>
                    </a:cubicBezTo>
                    <a:cubicBezTo>
                      <a:pt x="-2659" y="1026083"/>
                      <a:pt x="1533" y="1036725"/>
                      <a:pt x="1533" y="1043819"/>
                    </a:cubicBezTo>
                    <a:lnTo>
                      <a:pt x="1533" y="1043819"/>
                    </a:lnTo>
                    <a:cubicBezTo>
                      <a:pt x="6370" y="1048011"/>
                      <a:pt x="9917" y="1053815"/>
                      <a:pt x="14109" y="1062199"/>
                    </a:cubicBezTo>
                    <a:cubicBezTo>
                      <a:pt x="20880" y="1075098"/>
                      <a:pt x="29587" y="1061555"/>
                      <a:pt x="56351" y="1079613"/>
                    </a:cubicBezTo>
                    <a:cubicBezTo>
                      <a:pt x="83116" y="1097670"/>
                      <a:pt x="97305" y="1116696"/>
                      <a:pt x="97305" y="1134109"/>
                    </a:cubicBezTo>
                    <a:cubicBezTo>
                      <a:pt x="97305" y="1151522"/>
                      <a:pt x="98595" y="1165066"/>
                      <a:pt x="107301" y="1158294"/>
                    </a:cubicBezTo>
                    <a:cubicBezTo>
                      <a:pt x="116008" y="1151522"/>
                      <a:pt x="112783" y="1160874"/>
                      <a:pt x="124069" y="1169580"/>
                    </a:cubicBezTo>
                    <a:cubicBezTo>
                      <a:pt x="135355" y="1178287"/>
                      <a:pt x="138903" y="1167646"/>
                      <a:pt x="140837" y="1186348"/>
                    </a:cubicBezTo>
                    <a:cubicBezTo>
                      <a:pt x="142772" y="1205051"/>
                      <a:pt x="139547" y="1214725"/>
                      <a:pt x="142772" y="1223432"/>
                    </a:cubicBezTo>
                    <a:cubicBezTo>
                      <a:pt x="144384" y="1227301"/>
                      <a:pt x="143739" y="1231816"/>
                      <a:pt x="142127" y="1236008"/>
                    </a:cubicBezTo>
                    <a:lnTo>
                      <a:pt x="142127" y="1236008"/>
                    </a:lnTo>
                    <a:cubicBezTo>
                      <a:pt x="149544" y="1235685"/>
                      <a:pt x="155026" y="1234718"/>
                      <a:pt x="155993" y="1232783"/>
                    </a:cubicBezTo>
                    <a:cubicBezTo>
                      <a:pt x="158573" y="1227946"/>
                      <a:pt x="161475" y="1219885"/>
                      <a:pt x="181468" y="1222787"/>
                    </a:cubicBezTo>
                    <a:cubicBezTo>
                      <a:pt x="195979" y="1224722"/>
                      <a:pt x="200493" y="1224077"/>
                      <a:pt x="211135" y="1222787"/>
                    </a:cubicBezTo>
                    <a:cubicBezTo>
                      <a:pt x="214682" y="1216338"/>
                      <a:pt x="217584" y="1210211"/>
                      <a:pt x="219841" y="1206019"/>
                    </a:cubicBezTo>
                    <a:cubicBezTo>
                      <a:pt x="227903" y="1189895"/>
                      <a:pt x="235964" y="1167000"/>
                      <a:pt x="242736" y="1163131"/>
                    </a:cubicBezTo>
                    <a:cubicBezTo>
                      <a:pt x="249508" y="1159261"/>
                      <a:pt x="252088" y="1133464"/>
                      <a:pt x="269501" y="1122823"/>
                    </a:cubicBezTo>
                    <a:cubicBezTo>
                      <a:pt x="286914" y="1112182"/>
                      <a:pt x="294975" y="1098638"/>
                      <a:pt x="307229" y="1083804"/>
                    </a:cubicBezTo>
                    <a:cubicBezTo>
                      <a:pt x="319483" y="1068971"/>
                      <a:pt x="323352" y="1054138"/>
                      <a:pt x="335606" y="1044786"/>
                    </a:cubicBezTo>
                    <a:cubicBezTo>
                      <a:pt x="347860" y="1035435"/>
                      <a:pt x="353019" y="1038014"/>
                      <a:pt x="357211" y="1007058"/>
                    </a:cubicBezTo>
                    <a:cubicBezTo>
                      <a:pt x="361403" y="976101"/>
                      <a:pt x="367852" y="968040"/>
                      <a:pt x="362693" y="949337"/>
                    </a:cubicBezTo>
                    <a:cubicBezTo>
                      <a:pt x="357211" y="930634"/>
                      <a:pt x="345280" y="906449"/>
                      <a:pt x="345280" y="896775"/>
                    </a:cubicBezTo>
                    <a:cubicBezTo>
                      <a:pt x="345280" y="887423"/>
                      <a:pt x="334639" y="876460"/>
                      <a:pt x="329157" y="865818"/>
                    </a:cubicBezTo>
                    <a:cubicBezTo>
                      <a:pt x="323675" y="855177"/>
                      <a:pt x="321095" y="836151"/>
                      <a:pt x="315613" y="829380"/>
                    </a:cubicBezTo>
                    <a:cubicBezTo>
                      <a:pt x="310131" y="822608"/>
                      <a:pt x="295298" y="805195"/>
                      <a:pt x="308841" y="778430"/>
                    </a:cubicBezTo>
                    <a:cubicBezTo>
                      <a:pt x="322385" y="751666"/>
                      <a:pt x="341088" y="787782"/>
                      <a:pt x="354631" y="790684"/>
                    </a:cubicBezTo>
                    <a:cubicBezTo>
                      <a:pt x="368175" y="793264"/>
                      <a:pt x="380106" y="802938"/>
                      <a:pt x="383008" y="814869"/>
                    </a:cubicBezTo>
                    <a:cubicBezTo>
                      <a:pt x="385588" y="827122"/>
                      <a:pt x="423961" y="815514"/>
                      <a:pt x="432668" y="828412"/>
                    </a:cubicBezTo>
                    <a:cubicBezTo>
                      <a:pt x="441374" y="841311"/>
                      <a:pt x="453628" y="823575"/>
                      <a:pt x="454918" y="817771"/>
                    </a:cubicBezTo>
                    <a:cubicBezTo>
                      <a:pt x="456208" y="811644"/>
                      <a:pt x="457498" y="799068"/>
                      <a:pt x="447501" y="799068"/>
                    </a:cubicBezTo>
                    <a:cubicBezTo>
                      <a:pt x="437505" y="799068"/>
                      <a:pt x="425896" y="797133"/>
                      <a:pt x="415255" y="792941"/>
                    </a:cubicBezTo>
                    <a:cubicBezTo>
                      <a:pt x="404613" y="788749"/>
                      <a:pt x="392360" y="781655"/>
                      <a:pt x="391715" y="770046"/>
                    </a:cubicBezTo>
                    <a:cubicBezTo>
                      <a:pt x="391070" y="758760"/>
                      <a:pt x="389135" y="737155"/>
                      <a:pt x="389135" y="724901"/>
                    </a:cubicBezTo>
                    <a:cubicBezTo>
                      <a:pt x="389135" y="712648"/>
                      <a:pt x="383653" y="700716"/>
                      <a:pt x="381718" y="691365"/>
                    </a:cubicBezTo>
                    <a:cubicBezTo>
                      <a:pt x="379784" y="682013"/>
                      <a:pt x="384943" y="677176"/>
                      <a:pt x="384943" y="659763"/>
                    </a:cubicBezTo>
                    <a:cubicBezTo>
                      <a:pt x="384943" y="642350"/>
                      <a:pt x="389780" y="636223"/>
                      <a:pt x="397197" y="636223"/>
                    </a:cubicBezTo>
                    <a:cubicBezTo>
                      <a:pt x="404613" y="636223"/>
                      <a:pt x="411385" y="630096"/>
                      <a:pt x="417512" y="622035"/>
                    </a:cubicBezTo>
                    <a:cubicBezTo>
                      <a:pt x="423639" y="613973"/>
                      <a:pt x="418157" y="603332"/>
                      <a:pt x="424929" y="599140"/>
                    </a:cubicBezTo>
                    <a:cubicBezTo>
                      <a:pt x="431700" y="594948"/>
                      <a:pt x="434925" y="571730"/>
                      <a:pt x="453951" y="571730"/>
                    </a:cubicBezTo>
                    <a:cubicBezTo>
                      <a:pt x="472654" y="571730"/>
                      <a:pt x="499096" y="573020"/>
                      <a:pt x="509737" y="573665"/>
                    </a:cubicBezTo>
                    <a:cubicBezTo>
                      <a:pt x="520378" y="574310"/>
                      <a:pt x="535212" y="566893"/>
                      <a:pt x="543918" y="550125"/>
                    </a:cubicBezTo>
                    <a:cubicBezTo>
                      <a:pt x="552625" y="533357"/>
                      <a:pt x="548755" y="527875"/>
                      <a:pt x="558107" y="525940"/>
                    </a:cubicBezTo>
                    <a:cubicBezTo>
                      <a:pt x="567458" y="524005"/>
                      <a:pt x="564878" y="510462"/>
                      <a:pt x="562943" y="498531"/>
                    </a:cubicBezTo>
                    <a:cubicBezTo>
                      <a:pt x="561009" y="486600"/>
                      <a:pt x="567136" y="474346"/>
                      <a:pt x="572940" y="465639"/>
                    </a:cubicBezTo>
                    <a:cubicBezTo>
                      <a:pt x="579067" y="456933"/>
                      <a:pt x="589708" y="439520"/>
                      <a:pt x="593255" y="439520"/>
                    </a:cubicBezTo>
                    <a:cubicBezTo>
                      <a:pt x="596480" y="439520"/>
                      <a:pt x="610668" y="430168"/>
                      <a:pt x="606154" y="421462"/>
                    </a:cubicBezTo>
                    <a:cubicBezTo>
                      <a:pt x="601317" y="412755"/>
                      <a:pt x="589386" y="398567"/>
                      <a:pt x="604219" y="381153"/>
                    </a:cubicBezTo>
                    <a:cubicBezTo>
                      <a:pt x="619053" y="363741"/>
                      <a:pt x="633241" y="361806"/>
                      <a:pt x="647107" y="352132"/>
                    </a:cubicBezTo>
                    <a:cubicBezTo>
                      <a:pt x="661295" y="342780"/>
                      <a:pt x="670002" y="337298"/>
                      <a:pt x="678708" y="334074"/>
                    </a:cubicBezTo>
                    <a:cubicBezTo>
                      <a:pt x="687415" y="330849"/>
                      <a:pt x="690640" y="317950"/>
                      <a:pt x="686125" y="306342"/>
                    </a:cubicBezTo>
                    <a:cubicBezTo>
                      <a:pt x="681611" y="294733"/>
                      <a:pt x="671937" y="294733"/>
                      <a:pt x="688705" y="283124"/>
                    </a:cubicBezTo>
                    <a:cubicBezTo>
                      <a:pt x="705795" y="271516"/>
                      <a:pt x="732560" y="247331"/>
                      <a:pt x="736107" y="234755"/>
                    </a:cubicBezTo>
                    <a:cubicBezTo>
                      <a:pt x="740299" y="222501"/>
                      <a:pt x="728691" y="217986"/>
                      <a:pt x="713212" y="20831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57083C1-D5F1-3CF5-D0DF-7AFF9C7BED98}"/>
                  </a:ext>
                </a:extLst>
              </p:cNvPr>
              <p:cNvSpPr/>
              <p:nvPr/>
            </p:nvSpPr>
            <p:spPr>
              <a:xfrm>
                <a:off x="5299006" y="4166612"/>
                <a:ext cx="1483338" cy="1386599"/>
              </a:xfrm>
              <a:custGeom>
                <a:avLst/>
                <a:gdLst>
                  <a:gd name="connsiteX0" fmla="*/ 1425724 w 1483337"/>
                  <a:gd name="connsiteY0" fmla="*/ 61591 h 1386598"/>
                  <a:gd name="connsiteX1" fmla="*/ 1420887 w 1483337"/>
                  <a:gd name="connsiteY1" fmla="*/ 77714 h 1386598"/>
                  <a:gd name="connsiteX2" fmla="*/ 1369937 w 1483337"/>
                  <a:gd name="connsiteY2" fmla="*/ 80939 h 1386598"/>
                  <a:gd name="connsiteX3" fmla="*/ 1335756 w 1483337"/>
                  <a:gd name="connsiteY3" fmla="*/ 62236 h 1386598"/>
                  <a:gd name="connsiteX4" fmla="*/ 1307379 w 1483337"/>
                  <a:gd name="connsiteY4" fmla="*/ 40631 h 1386598"/>
                  <a:gd name="connsiteX5" fmla="*/ 1281259 w 1483337"/>
                  <a:gd name="connsiteY5" fmla="*/ 20315 h 1386598"/>
                  <a:gd name="connsiteX6" fmla="*/ 1247078 w 1483337"/>
                  <a:gd name="connsiteY6" fmla="*/ 33859 h 1386598"/>
                  <a:gd name="connsiteX7" fmla="*/ 1249658 w 1483337"/>
                  <a:gd name="connsiteY7" fmla="*/ 59334 h 1386598"/>
                  <a:gd name="connsiteX8" fmla="*/ 1233535 w 1483337"/>
                  <a:gd name="connsiteY8" fmla="*/ 84163 h 1386598"/>
                  <a:gd name="connsiteX9" fmla="*/ 1212574 w 1483337"/>
                  <a:gd name="connsiteY9" fmla="*/ 76747 h 1386598"/>
                  <a:gd name="connsiteX10" fmla="*/ 1187745 w 1483337"/>
                  <a:gd name="connsiteY10" fmla="*/ 105124 h 1386598"/>
                  <a:gd name="connsiteX11" fmla="*/ 1178393 w 1483337"/>
                  <a:gd name="connsiteY11" fmla="*/ 144787 h 1386598"/>
                  <a:gd name="connsiteX12" fmla="*/ 1152273 w 1483337"/>
                  <a:gd name="connsiteY12" fmla="*/ 150914 h 1386598"/>
                  <a:gd name="connsiteX13" fmla="*/ 1127444 w 1483337"/>
                  <a:gd name="connsiteY13" fmla="*/ 165747 h 1386598"/>
                  <a:gd name="connsiteX14" fmla="*/ 1091973 w 1483337"/>
                  <a:gd name="connsiteY14" fmla="*/ 170584 h 1386598"/>
                  <a:gd name="connsiteX15" fmla="*/ 1081976 w 1483337"/>
                  <a:gd name="connsiteY15" fmla="*/ 136403 h 1386598"/>
                  <a:gd name="connsiteX16" fmla="*/ 1045538 w 1483337"/>
                  <a:gd name="connsiteY16" fmla="*/ 148656 h 1386598"/>
                  <a:gd name="connsiteX17" fmla="*/ 1051019 w 1483337"/>
                  <a:gd name="connsiteY17" fmla="*/ 205733 h 1386598"/>
                  <a:gd name="connsiteX18" fmla="*/ 1017483 w 1483337"/>
                  <a:gd name="connsiteY18" fmla="*/ 219276 h 1386598"/>
                  <a:gd name="connsiteX19" fmla="*/ 982012 w 1483337"/>
                  <a:gd name="connsiteY19" fmla="*/ 237979 h 1386598"/>
                  <a:gd name="connsiteX20" fmla="*/ 948476 w 1483337"/>
                  <a:gd name="connsiteY20" fmla="*/ 246686 h 1386598"/>
                  <a:gd name="connsiteX21" fmla="*/ 892044 w 1483337"/>
                  <a:gd name="connsiteY21" fmla="*/ 267001 h 1386598"/>
                  <a:gd name="connsiteX22" fmla="*/ 845610 w 1483337"/>
                  <a:gd name="connsiteY22" fmla="*/ 268936 h 1386598"/>
                  <a:gd name="connsiteX23" fmla="*/ 820135 w 1483337"/>
                  <a:gd name="connsiteY23" fmla="*/ 278932 h 1386598"/>
                  <a:gd name="connsiteX24" fmla="*/ 806269 w 1483337"/>
                  <a:gd name="connsiteY24" fmla="*/ 282157 h 1386598"/>
                  <a:gd name="connsiteX25" fmla="*/ 797240 w 1483337"/>
                  <a:gd name="connsiteY25" fmla="*/ 293766 h 1386598"/>
                  <a:gd name="connsiteX26" fmla="*/ 774345 w 1483337"/>
                  <a:gd name="connsiteY26" fmla="*/ 309244 h 1386598"/>
                  <a:gd name="connsiteX27" fmla="*/ 791113 w 1483337"/>
                  <a:gd name="connsiteY27" fmla="*/ 331494 h 1386598"/>
                  <a:gd name="connsiteX28" fmla="*/ 817233 w 1483337"/>
                  <a:gd name="connsiteY28" fmla="*/ 350197 h 1386598"/>
                  <a:gd name="connsiteX29" fmla="*/ 847544 w 1483337"/>
                  <a:gd name="connsiteY29" fmla="*/ 368900 h 1386598"/>
                  <a:gd name="connsiteX30" fmla="*/ 842062 w 1483337"/>
                  <a:gd name="connsiteY30" fmla="*/ 393085 h 1386598"/>
                  <a:gd name="connsiteX31" fmla="*/ 815943 w 1483337"/>
                  <a:gd name="connsiteY31" fmla="*/ 408563 h 1386598"/>
                  <a:gd name="connsiteX32" fmla="*/ 774345 w 1483337"/>
                  <a:gd name="connsiteY32" fmla="*/ 423397 h 1386598"/>
                  <a:gd name="connsiteX33" fmla="*/ 748225 w 1483337"/>
                  <a:gd name="connsiteY33" fmla="*/ 437585 h 1386598"/>
                  <a:gd name="connsiteX34" fmla="*/ 726620 w 1483337"/>
                  <a:gd name="connsiteY34" fmla="*/ 432748 h 1386598"/>
                  <a:gd name="connsiteX35" fmla="*/ 699211 w 1483337"/>
                  <a:gd name="connsiteY35" fmla="*/ 435328 h 1386598"/>
                  <a:gd name="connsiteX36" fmla="*/ 697921 w 1483337"/>
                  <a:gd name="connsiteY36" fmla="*/ 445324 h 1386598"/>
                  <a:gd name="connsiteX37" fmla="*/ 682442 w 1483337"/>
                  <a:gd name="connsiteY37" fmla="*/ 455965 h 1386598"/>
                  <a:gd name="connsiteX38" fmla="*/ 716624 w 1483337"/>
                  <a:gd name="connsiteY38" fmla="*/ 478215 h 1386598"/>
                  <a:gd name="connsiteX39" fmla="*/ 701145 w 1483337"/>
                  <a:gd name="connsiteY39" fmla="*/ 497563 h 1386598"/>
                  <a:gd name="connsiteX40" fmla="*/ 667609 w 1483337"/>
                  <a:gd name="connsiteY40" fmla="*/ 478861 h 1386598"/>
                  <a:gd name="connsiteX41" fmla="*/ 637942 w 1483337"/>
                  <a:gd name="connsiteY41" fmla="*/ 451451 h 1386598"/>
                  <a:gd name="connsiteX42" fmla="*/ 618594 w 1483337"/>
                  <a:gd name="connsiteY42" fmla="*/ 478861 h 1386598"/>
                  <a:gd name="connsiteX43" fmla="*/ 609888 w 1483337"/>
                  <a:gd name="connsiteY43" fmla="*/ 515299 h 1386598"/>
                  <a:gd name="connsiteX44" fmla="*/ 568935 w 1483337"/>
                  <a:gd name="connsiteY44" fmla="*/ 511107 h 1386598"/>
                  <a:gd name="connsiteX45" fmla="*/ 509924 w 1483337"/>
                  <a:gd name="connsiteY45" fmla="*/ 530455 h 1386598"/>
                  <a:gd name="connsiteX46" fmla="*/ 474453 w 1483337"/>
                  <a:gd name="connsiteY46" fmla="*/ 552705 h 1386598"/>
                  <a:gd name="connsiteX47" fmla="*/ 464456 w 1483337"/>
                  <a:gd name="connsiteY47" fmla="*/ 594303 h 1386598"/>
                  <a:gd name="connsiteX48" fmla="*/ 439627 w 1483337"/>
                  <a:gd name="connsiteY48" fmla="*/ 601075 h 1386598"/>
                  <a:gd name="connsiteX49" fmla="*/ 401898 w 1483337"/>
                  <a:gd name="connsiteY49" fmla="*/ 617843 h 1386598"/>
                  <a:gd name="connsiteX50" fmla="*/ 370942 w 1483337"/>
                  <a:gd name="connsiteY50" fmla="*/ 635901 h 1386598"/>
                  <a:gd name="connsiteX51" fmla="*/ 315800 w 1483337"/>
                  <a:gd name="connsiteY51" fmla="*/ 631064 h 1386598"/>
                  <a:gd name="connsiteX52" fmla="*/ 273557 w 1483337"/>
                  <a:gd name="connsiteY52" fmla="*/ 662021 h 1386598"/>
                  <a:gd name="connsiteX53" fmla="*/ 240021 w 1483337"/>
                  <a:gd name="connsiteY53" fmla="*/ 670727 h 1386598"/>
                  <a:gd name="connsiteX54" fmla="*/ 196488 w 1483337"/>
                  <a:gd name="connsiteY54" fmla="*/ 668792 h 1386598"/>
                  <a:gd name="connsiteX55" fmla="*/ 157470 w 1483337"/>
                  <a:gd name="connsiteY55" fmla="*/ 653959 h 1386598"/>
                  <a:gd name="connsiteX56" fmla="*/ 143926 w 1483337"/>
                  <a:gd name="connsiteY56" fmla="*/ 631709 h 1386598"/>
                  <a:gd name="connsiteX57" fmla="*/ 108455 w 1483337"/>
                  <a:gd name="connsiteY57" fmla="*/ 629774 h 1386598"/>
                  <a:gd name="connsiteX58" fmla="*/ 75241 w 1483337"/>
                  <a:gd name="connsiteY58" fmla="*/ 630741 h 1386598"/>
                  <a:gd name="connsiteX59" fmla="*/ 61053 w 1483337"/>
                  <a:gd name="connsiteY59" fmla="*/ 668470 h 1386598"/>
                  <a:gd name="connsiteX60" fmla="*/ 63633 w 1483337"/>
                  <a:gd name="connsiteY60" fmla="*/ 697169 h 1386598"/>
                  <a:gd name="connsiteX61" fmla="*/ 48477 w 1483337"/>
                  <a:gd name="connsiteY61" fmla="*/ 718774 h 1386598"/>
                  <a:gd name="connsiteX62" fmla="*/ 64600 w 1483337"/>
                  <a:gd name="connsiteY62" fmla="*/ 755535 h 1386598"/>
                  <a:gd name="connsiteX63" fmla="*/ 75241 w 1483337"/>
                  <a:gd name="connsiteY63" fmla="*/ 797778 h 1386598"/>
                  <a:gd name="connsiteX64" fmla="*/ 49122 w 1483337"/>
                  <a:gd name="connsiteY64" fmla="*/ 813901 h 1386598"/>
                  <a:gd name="connsiteX65" fmla="*/ 32999 w 1483337"/>
                  <a:gd name="connsiteY65" fmla="*/ 812934 h 1386598"/>
                  <a:gd name="connsiteX66" fmla="*/ 6234 w 1483337"/>
                  <a:gd name="connsiteY66" fmla="*/ 812934 h 1386598"/>
                  <a:gd name="connsiteX67" fmla="*/ 14296 w 1483337"/>
                  <a:gd name="connsiteY67" fmla="*/ 831637 h 1386598"/>
                  <a:gd name="connsiteX68" fmla="*/ 10748 w 1483337"/>
                  <a:gd name="connsiteY68" fmla="*/ 858402 h 1386598"/>
                  <a:gd name="connsiteX69" fmla="*/ 107 w 1483337"/>
                  <a:gd name="connsiteY69" fmla="*/ 891615 h 1386598"/>
                  <a:gd name="connsiteX70" fmla="*/ 17198 w 1483337"/>
                  <a:gd name="connsiteY70" fmla="*/ 919347 h 1386598"/>
                  <a:gd name="connsiteX71" fmla="*/ 29774 w 1483337"/>
                  <a:gd name="connsiteY71" fmla="*/ 929344 h 1386598"/>
                  <a:gd name="connsiteX72" fmla="*/ 23647 w 1483337"/>
                  <a:gd name="connsiteY72" fmla="*/ 941920 h 1386598"/>
                  <a:gd name="connsiteX73" fmla="*/ 47832 w 1483337"/>
                  <a:gd name="connsiteY73" fmla="*/ 962558 h 1386598"/>
                  <a:gd name="connsiteX74" fmla="*/ 70082 w 1483337"/>
                  <a:gd name="connsiteY74" fmla="*/ 953529 h 1386598"/>
                  <a:gd name="connsiteX75" fmla="*/ 96847 w 1483337"/>
                  <a:gd name="connsiteY75" fmla="*/ 961590 h 1386598"/>
                  <a:gd name="connsiteX76" fmla="*/ 123611 w 1483337"/>
                  <a:gd name="connsiteY76" fmla="*/ 964170 h 1386598"/>
                  <a:gd name="connsiteX77" fmla="*/ 117484 w 1483337"/>
                  <a:gd name="connsiteY77" fmla="*/ 988355 h 1386598"/>
                  <a:gd name="connsiteX78" fmla="*/ 108455 w 1483337"/>
                  <a:gd name="connsiteY78" fmla="*/ 1011572 h 1386598"/>
                  <a:gd name="connsiteX79" fmla="*/ 77499 w 1483337"/>
                  <a:gd name="connsiteY79" fmla="*/ 1010283 h 1386598"/>
                  <a:gd name="connsiteX80" fmla="*/ 55894 w 1483337"/>
                  <a:gd name="connsiteY80" fmla="*/ 1000286 h 1386598"/>
                  <a:gd name="connsiteX81" fmla="*/ 33643 w 1483337"/>
                  <a:gd name="connsiteY81" fmla="*/ 979971 h 1386598"/>
                  <a:gd name="connsiteX82" fmla="*/ 33643 w 1483337"/>
                  <a:gd name="connsiteY82" fmla="*/ 1009638 h 1386598"/>
                  <a:gd name="connsiteX83" fmla="*/ 39770 w 1483337"/>
                  <a:gd name="connsiteY83" fmla="*/ 1038015 h 1386598"/>
                  <a:gd name="connsiteX84" fmla="*/ 41060 w 1483337"/>
                  <a:gd name="connsiteY84" fmla="*/ 1064134 h 1386598"/>
                  <a:gd name="connsiteX85" fmla="*/ 72339 w 1483337"/>
                  <a:gd name="connsiteY85" fmla="*/ 1063167 h 1386598"/>
                  <a:gd name="connsiteX86" fmla="*/ 77176 w 1483337"/>
                  <a:gd name="connsiteY86" fmla="*/ 1046721 h 1386598"/>
                  <a:gd name="connsiteX87" fmla="*/ 109423 w 1483337"/>
                  <a:gd name="connsiteY87" fmla="*/ 1044786 h 1386598"/>
                  <a:gd name="connsiteX88" fmla="*/ 131673 w 1483337"/>
                  <a:gd name="connsiteY88" fmla="*/ 1066714 h 1386598"/>
                  <a:gd name="connsiteX89" fmla="*/ 153600 w 1483337"/>
                  <a:gd name="connsiteY89" fmla="*/ 1072196 h 1386598"/>
                  <a:gd name="connsiteX90" fmla="*/ 181010 w 1483337"/>
                  <a:gd name="connsiteY90" fmla="*/ 1053815 h 1386598"/>
                  <a:gd name="connsiteX91" fmla="*/ 204227 w 1483337"/>
                  <a:gd name="connsiteY91" fmla="*/ 1037370 h 1386598"/>
                  <a:gd name="connsiteX92" fmla="*/ 224865 w 1483337"/>
                  <a:gd name="connsiteY92" fmla="*/ 1045109 h 1386598"/>
                  <a:gd name="connsiteX93" fmla="*/ 256144 w 1483337"/>
                  <a:gd name="connsiteY93" fmla="*/ 1055105 h 1386598"/>
                  <a:gd name="connsiteX94" fmla="*/ 251952 w 1483337"/>
                  <a:gd name="connsiteY94" fmla="*/ 1082515 h 1386598"/>
                  <a:gd name="connsiteX95" fmla="*/ 274847 w 1483337"/>
                  <a:gd name="connsiteY95" fmla="*/ 1099928 h 1386598"/>
                  <a:gd name="connsiteX96" fmla="*/ 298387 w 1483337"/>
                  <a:gd name="connsiteY96" fmla="*/ 1107990 h 1386598"/>
                  <a:gd name="connsiteX97" fmla="*/ 305804 w 1483337"/>
                  <a:gd name="connsiteY97" fmla="*/ 1134754 h 1386598"/>
                  <a:gd name="connsiteX98" fmla="*/ 325151 w 1483337"/>
                  <a:gd name="connsiteY98" fmla="*/ 1162163 h 1386598"/>
                  <a:gd name="connsiteX99" fmla="*/ 338695 w 1483337"/>
                  <a:gd name="connsiteY99" fmla="*/ 1181512 h 1386598"/>
                  <a:gd name="connsiteX100" fmla="*/ 322894 w 1483337"/>
                  <a:gd name="connsiteY100" fmla="*/ 1212468 h 1386598"/>
                  <a:gd name="connsiteX101" fmla="*/ 294517 w 1483337"/>
                  <a:gd name="connsiteY101" fmla="*/ 1233428 h 1386598"/>
                  <a:gd name="connsiteX102" fmla="*/ 275814 w 1483337"/>
                  <a:gd name="connsiteY102" fmla="*/ 1262128 h 1386598"/>
                  <a:gd name="connsiteX103" fmla="*/ 289358 w 1483337"/>
                  <a:gd name="connsiteY103" fmla="*/ 1280186 h 1386598"/>
                  <a:gd name="connsiteX104" fmla="*/ 312253 w 1483337"/>
                  <a:gd name="connsiteY104" fmla="*/ 1290182 h 1386598"/>
                  <a:gd name="connsiteX105" fmla="*/ 332568 w 1483337"/>
                  <a:gd name="connsiteY105" fmla="*/ 1265997 h 1386598"/>
                  <a:gd name="connsiteX106" fmla="*/ 346112 w 1483337"/>
                  <a:gd name="connsiteY106" fmla="*/ 1236330 h 1386598"/>
                  <a:gd name="connsiteX107" fmla="*/ 358365 w 1483337"/>
                  <a:gd name="connsiteY107" fmla="*/ 1210211 h 1386598"/>
                  <a:gd name="connsiteX108" fmla="*/ 398674 w 1483337"/>
                  <a:gd name="connsiteY108" fmla="*/ 1197957 h 1386598"/>
                  <a:gd name="connsiteX109" fmla="*/ 418989 w 1483337"/>
                  <a:gd name="connsiteY109" fmla="*/ 1202149 h 1386598"/>
                  <a:gd name="connsiteX110" fmla="*/ 447366 w 1483337"/>
                  <a:gd name="connsiteY110" fmla="*/ 1208921 h 1386598"/>
                  <a:gd name="connsiteX111" fmla="*/ 477032 w 1483337"/>
                  <a:gd name="connsiteY111" fmla="*/ 1191508 h 1386598"/>
                  <a:gd name="connsiteX112" fmla="*/ 506054 w 1483337"/>
                  <a:gd name="connsiteY112" fmla="*/ 1179254 h 1386598"/>
                  <a:gd name="connsiteX113" fmla="*/ 507344 w 1483337"/>
                  <a:gd name="connsiteY113" fmla="*/ 1161196 h 1386598"/>
                  <a:gd name="connsiteX114" fmla="*/ 531529 w 1483337"/>
                  <a:gd name="connsiteY114" fmla="*/ 1156359 h 1386598"/>
                  <a:gd name="connsiteX115" fmla="*/ 553779 w 1483337"/>
                  <a:gd name="connsiteY115" fmla="*/ 1162486 h 1386598"/>
                  <a:gd name="connsiteX116" fmla="*/ 592152 w 1483337"/>
                  <a:gd name="connsiteY116" fmla="*/ 1154424 h 1386598"/>
                  <a:gd name="connsiteX117" fmla="*/ 624399 w 1483337"/>
                  <a:gd name="connsiteY117" fmla="*/ 1127015 h 1386598"/>
                  <a:gd name="connsiteX118" fmla="*/ 634395 w 1483337"/>
                  <a:gd name="connsiteY118" fmla="*/ 1116373 h 1386598"/>
                  <a:gd name="connsiteX119" fmla="*/ 672446 w 1483337"/>
                  <a:gd name="connsiteY119" fmla="*/ 1135399 h 1386598"/>
                  <a:gd name="connsiteX120" fmla="*/ 664707 w 1483337"/>
                  <a:gd name="connsiteY120" fmla="*/ 1077033 h 1386598"/>
                  <a:gd name="connsiteX121" fmla="*/ 650518 w 1483337"/>
                  <a:gd name="connsiteY121" fmla="*/ 1023181 h 1386598"/>
                  <a:gd name="connsiteX122" fmla="*/ 642457 w 1483337"/>
                  <a:gd name="connsiteY122" fmla="*/ 970297 h 1386598"/>
                  <a:gd name="connsiteX123" fmla="*/ 652453 w 1483337"/>
                  <a:gd name="connsiteY123" fmla="*/ 910318 h 1386598"/>
                  <a:gd name="connsiteX124" fmla="*/ 630848 w 1483337"/>
                  <a:gd name="connsiteY124" fmla="*/ 847760 h 1386598"/>
                  <a:gd name="connsiteX125" fmla="*/ 628913 w 1483337"/>
                  <a:gd name="connsiteY125" fmla="*/ 774238 h 1386598"/>
                  <a:gd name="connsiteX126" fmla="*/ 657613 w 1483337"/>
                  <a:gd name="connsiteY126" fmla="*/ 741024 h 1386598"/>
                  <a:gd name="connsiteX127" fmla="*/ 677283 w 1483337"/>
                  <a:gd name="connsiteY127" fmla="*/ 693622 h 1386598"/>
                  <a:gd name="connsiteX128" fmla="*/ 748870 w 1483337"/>
                  <a:gd name="connsiteY128" fmla="*/ 653314 h 1386598"/>
                  <a:gd name="connsiteX129" fmla="*/ 773055 w 1483337"/>
                  <a:gd name="connsiteY129" fmla="*/ 671372 h 1386598"/>
                  <a:gd name="connsiteX130" fmla="*/ 806269 w 1483337"/>
                  <a:gd name="connsiteY130" fmla="*/ 668792 h 1386598"/>
                  <a:gd name="connsiteX131" fmla="*/ 816265 w 1483337"/>
                  <a:gd name="connsiteY131" fmla="*/ 642027 h 1386598"/>
                  <a:gd name="connsiteX132" fmla="*/ 844965 w 1483337"/>
                  <a:gd name="connsiteY132" fmla="*/ 604299 h 1386598"/>
                  <a:gd name="connsiteX133" fmla="*/ 863668 w 1483337"/>
                  <a:gd name="connsiteY133" fmla="*/ 571085 h 1386598"/>
                  <a:gd name="connsiteX134" fmla="*/ 897849 w 1483337"/>
                  <a:gd name="connsiteY134" fmla="*/ 555930 h 1386598"/>
                  <a:gd name="connsiteX135" fmla="*/ 964277 w 1483337"/>
                  <a:gd name="connsiteY135" fmla="*/ 545933 h 1386598"/>
                  <a:gd name="connsiteX136" fmla="*/ 1028770 w 1483337"/>
                  <a:gd name="connsiteY136" fmla="*/ 519813 h 1386598"/>
                  <a:gd name="connsiteX137" fmla="*/ 1056179 w 1483337"/>
                  <a:gd name="connsiteY137" fmla="*/ 484020 h 1386598"/>
                  <a:gd name="connsiteX138" fmla="*/ 1037476 w 1483337"/>
                  <a:gd name="connsiteY138" fmla="*/ 493371 h 1386598"/>
                  <a:gd name="connsiteX139" fmla="*/ 1025222 w 1483337"/>
                  <a:gd name="connsiteY139" fmla="*/ 482085 h 1386598"/>
                  <a:gd name="connsiteX140" fmla="*/ 1045538 w 1483337"/>
                  <a:gd name="connsiteY140" fmla="*/ 481440 h 1386598"/>
                  <a:gd name="connsiteX141" fmla="*/ 1062306 w 1483337"/>
                  <a:gd name="connsiteY141" fmla="*/ 468542 h 1386598"/>
                  <a:gd name="connsiteX142" fmla="*/ 1061661 w 1483337"/>
                  <a:gd name="connsiteY142" fmla="*/ 444357 h 1386598"/>
                  <a:gd name="connsiteX143" fmla="*/ 1044893 w 1483337"/>
                  <a:gd name="connsiteY143" fmla="*/ 444357 h 1386598"/>
                  <a:gd name="connsiteX144" fmla="*/ 1057791 w 1483337"/>
                  <a:gd name="connsiteY144" fmla="*/ 407273 h 1386598"/>
                  <a:gd name="connsiteX145" fmla="*/ 1108096 w 1483337"/>
                  <a:gd name="connsiteY145" fmla="*/ 370835 h 1386598"/>
                  <a:gd name="connsiteX146" fmla="*/ 1154531 w 1483337"/>
                  <a:gd name="connsiteY146" fmla="*/ 345360 h 1386598"/>
                  <a:gd name="connsiteX147" fmla="*/ 1216444 w 1483337"/>
                  <a:gd name="connsiteY147" fmla="*/ 303762 h 1386598"/>
                  <a:gd name="connsiteX148" fmla="*/ 1243209 w 1483337"/>
                  <a:gd name="connsiteY148" fmla="*/ 266034 h 1386598"/>
                  <a:gd name="connsiteX149" fmla="*/ 1284806 w 1483337"/>
                  <a:gd name="connsiteY149" fmla="*/ 224436 h 1386598"/>
                  <a:gd name="connsiteX150" fmla="*/ 1370905 w 1483337"/>
                  <a:gd name="connsiteY150" fmla="*/ 176066 h 1386598"/>
                  <a:gd name="connsiteX151" fmla="*/ 1397669 w 1483337"/>
                  <a:gd name="connsiteY151" fmla="*/ 138337 h 1386598"/>
                  <a:gd name="connsiteX152" fmla="*/ 1447329 w 1483337"/>
                  <a:gd name="connsiteY152" fmla="*/ 76424 h 1386598"/>
                  <a:gd name="connsiteX153" fmla="*/ 1498278 w 1483337"/>
                  <a:gd name="connsiteY153" fmla="*/ 8707 h 1386598"/>
                  <a:gd name="connsiteX154" fmla="*/ 1499890 w 1483337"/>
                  <a:gd name="connsiteY154" fmla="*/ 0 h 1386598"/>
                  <a:gd name="connsiteX155" fmla="*/ 1425724 w 1483337"/>
                  <a:gd name="connsiteY155" fmla="*/ 61591 h 1386598"/>
                  <a:gd name="connsiteX156" fmla="*/ 274847 w 1483337"/>
                  <a:gd name="connsiteY156" fmla="*/ 1264062 h 1386598"/>
                  <a:gd name="connsiteX157" fmla="*/ 275492 w 1483337"/>
                  <a:gd name="connsiteY157" fmla="*/ 1262128 h 1386598"/>
                  <a:gd name="connsiteX158" fmla="*/ 275492 w 1483337"/>
                  <a:gd name="connsiteY158" fmla="*/ 1262128 h 1386598"/>
                  <a:gd name="connsiteX159" fmla="*/ 274847 w 1483337"/>
                  <a:gd name="connsiteY159" fmla="*/ 1264062 h 1386598"/>
                  <a:gd name="connsiteX160" fmla="*/ 171658 w 1483337"/>
                  <a:gd name="connsiteY160" fmla="*/ 1389501 h 1386598"/>
                  <a:gd name="connsiteX161" fmla="*/ 171013 w 1483337"/>
                  <a:gd name="connsiteY161" fmla="*/ 1396273 h 1386598"/>
                  <a:gd name="connsiteX162" fmla="*/ 171658 w 1483337"/>
                  <a:gd name="connsiteY162" fmla="*/ 1389501 h 138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</a:cxnLst>
                <a:rect l="l" t="t" r="r" b="b"/>
                <a:pathLst>
                  <a:path w="1483337" h="1386598">
                    <a:moveTo>
                      <a:pt x="1425724" y="61591"/>
                    </a:moveTo>
                    <a:cubicBezTo>
                      <a:pt x="1412180" y="82551"/>
                      <a:pt x="1435075" y="73844"/>
                      <a:pt x="1420887" y="77714"/>
                    </a:cubicBezTo>
                    <a:cubicBezTo>
                      <a:pt x="1406698" y="81584"/>
                      <a:pt x="1402183" y="74490"/>
                      <a:pt x="1369937" y="80939"/>
                    </a:cubicBezTo>
                    <a:cubicBezTo>
                      <a:pt x="1337691" y="87388"/>
                      <a:pt x="1339626" y="71587"/>
                      <a:pt x="1335756" y="62236"/>
                    </a:cubicBezTo>
                    <a:cubicBezTo>
                      <a:pt x="1331564" y="52884"/>
                      <a:pt x="1317053" y="52884"/>
                      <a:pt x="1307379" y="40631"/>
                    </a:cubicBezTo>
                    <a:cubicBezTo>
                      <a:pt x="1298028" y="28377"/>
                      <a:pt x="1288676" y="12254"/>
                      <a:pt x="1281259" y="20315"/>
                    </a:cubicBezTo>
                    <a:cubicBezTo>
                      <a:pt x="1273843" y="28377"/>
                      <a:pt x="1263846" y="33214"/>
                      <a:pt x="1247078" y="33859"/>
                    </a:cubicBezTo>
                    <a:cubicBezTo>
                      <a:pt x="1230310" y="34504"/>
                      <a:pt x="1256430" y="47402"/>
                      <a:pt x="1249658" y="59334"/>
                    </a:cubicBezTo>
                    <a:cubicBezTo>
                      <a:pt x="1242886" y="71587"/>
                      <a:pt x="1240951" y="77392"/>
                      <a:pt x="1233535" y="84163"/>
                    </a:cubicBezTo>
                    <a:cubicBezTo>
                      <a:pt x="1226118" y="90935"/>
                      <a:pt x="1221281" y="73522"/>
                      <a:pt x="1212574" y="76747"/>
                    </a:cubicBezTo>
                    <a:cubicBezTo>
                      <a:pt x="1203868" y="79971"/>
                      <a:pt x="1190969" y="97062"/>
                      <a:pt x="1187745" y="105124"/>
                    </a:cubicBezTo>
                    <a:cubicBezTo>
                      <a:pt x="1184520" y="113185"/>
                      <a:pt x="1180328" y="136725"/>
                      <a:pt x="1178393" y="144787"/>
                    </a:cubicBezTo>
                    <a:cubicBezTo>
                      <a:pt x="1176458" y="152849"/>
                      <a:pt x="1170976" y="164135"/>
                      <a:pt x="1152273" y="150914"/>
                    </a:cubicBezTo>
                    <a:cubicBezTo>
                      <a:pt x="1133571" y="137370"/>
                      <a:pt x="1140020" y="165747"/>
                      <a:pt x="1127444" y="165747"/>
                    </a:cubicBezTo>
                    <a:cubicBezTo>
                      <a:pt x="1114545" y="165747"/>
                      <a:pt x="1100679" y="178001"/>
                      <a:pt x="1091973" y="170584"/>
                    </a:cubicBezTo>
                    <a:cubicBezTo>
                      <a:pt x="1083266" y="163167"/>
                      <a:pt x="1096165" y="147044"/>
                      <a:pt x="1081976" y="136403"/>
                    </a:cubicBezTo>
                    <a:cubicBezTo>
                      <a:pt x="1067788" y="125761"/>
                      <a:pt x="1051019" y="141240"/>
                      <a:pt x="1045538" y="148656"/>
                    </a:cubicBezTo>
                    <a:cubicBezTo>
                      <a:pt x="1040056" y="156073"/>
                      <a:pt x="1051019" y="192189"/>
                      <a:pt x="1051019" y="205733"/>
                    </a:cubicBezTo>
                    <a:cubicBezTo>
                      <a:pt x="1051019" y="219276"/>
                      <a:pt x="1032317" y="226693"/>
                      <a:pt x="1017483" y="219276"/>
                    </a:cubicBezTo>
                    <a:cubicBezTo>
                      <a:pt x="1002650" y="211859"/>
                      <a:pt x="1003295" y="237334"/>
                      <a:pt x="982012" y="237979"/>
                    </a:cubicBezTo>
                    <a:cubicBezTo>
                      <a:pt x="960407" y="238624"/>
                      <a:pt x="959762" y="237979"/>
                      <a:pt x="948476" y="246686"/>
                    </a:cubicBezTo>
                    <a:cubicBezTo>
                      <a:pt x="937189" y="255392"/>
                      <a:pt x="917519" y="264099"/>
                      <a:pt x="892044" y="267001"/>
                    </a:cubicBezTo>
                    <a:cubicBezTo>
                      <a:pt x="866570" y="269581"/>
                      <a:pt x="865925" y="271838"/>
                      <a:pt x="845610" y="268936"/>
                    </a:cubicBezTo>
                    <a:cubicBezTo>
                      <a:pt x="825294" y="266034"/>
                      <a:pt x="822715" y="274418"/>
                      <a:pt x="820135" y="278932"/>
                    </a:cubicBezTo>
                    <a:cubicBezTo>
                      <a:pt x="819167" y="280867"/>
                      <a:pt x="813685" y="281834"/>
                      <a:pt x="806269" y="282157"/>
                    </a:cubicBezTo>
                    <a:cubicBezTo>
                      <a:pt x="804334" y="287639"/>
                      <a:pt x="800787" y="292476"/>
                      <a:pt x="797240" y="293766"/>
                    </a:cubicBezTo>
                    <a:cubicBezTo>
                      <a:pt x="791113" y="295700"/>
                      <a:pt x="773700" y="290541"/>
                      <a:pt x="774345" y="309244"/>
                    </a:cubicBezTo>
                    <a:cubicBezTo>
                      <a:pt x="774990" y="327947"/>
                      <a:pt x="787888" y="316660"/>
                      <a:pt x="791113" y="331494"/>
                    </a:cubicBezTo>
                    <a:cubicBezTo>
                      <a:pt x="794338" y="346327"/>
                      <a:pt x="801754" y="336976"/>
                      <a:pt x="817233" y="350197"/>
                    </a:cubicBezTo>
                    <a:cubicBezTo>
                      <a:pt x="832711" y="363741"/>
                      <a:pt x="837548" y="350842"/>
                      <a:pt x="847544" y="368900"/>
                    </a:cubicBezTo>
                    <a:cubicBezTo>
                      <a:pt x="857541" y="386958"/>
                      <a:pt x="853026" y="383733"/>
                      <a:pt x="842062" y="393085"/>
                    </a:cubicBezTo>
                    <a:cubicBezTo>
                      <a:pt x="831421" y="402436"/>
                      <a:pt x="837870" y="400502"/>
                      <a:pt x="815943" y="408563"/>
                    </a:cubicBezTo>
                    <a:cubicBezTo>
                      <a:pt x="793693" y="416625"/>
                      <a:pt x="780472" y="412755"/>
                      <a:pt x="774345" y="423397"/>
                    </a:cubicBezTo>
                    <a:cubicBezTo>
                      <a:pt x="768218" y="434038"/>
                      <a:pt x="768218" y="437585"/>
                      <a:pt x="748225" y="437585"/>
                    </a:cubicBezTo>
                    <a:cubicBezTo>
                      <a:pt x="728232" y="437585"/>
                      <a:pt x="735327" y="437585"/>
                      <a:pt x="726620" y="432748"/>
                    </a:cubicBezTo>
                    <a:cubicBezTo>
                      <a:pt x="717914" y="427911"/>
                      <a:pt x="699211" y="430813"/>
                      <a:pt x="699211" y="435328"/>
                    </a:cubicBezTo>
                    <a:cubicBezTo>
                      <a:pt x="699211" y="440165"/>
                      <a:pt x="709207" y="445324"/>
                      <a:pt x="697921" y="445324"/>
                    </a:cubicBezTo>
                    <a:cubicBezTo>
                      <a:pt x="686634" y="445324"/>
                      <a:pt x="682442" y="445969"/>
                      <a:pt x="682442" y="455965"/>
                    </a:cubicBezTo>
                    <a:cubicBezTo>
                      <a:pt x="682442" y="465962"/>
                      <a:pt x="705982" y="462092"/>
                      <a:pt x="716624" y="478215"/>
                    </a:cubicBezTo>
                    <a:cubicBezTo>
                      <a:pt x="727265" y="494339"/>
                      <a:pt x="713399" y="503690"/>
                      <a:pt x="701145" y="497563"/>
                    </a:cubicBezTo>
                    <a:cubicBezTo>
                      <a:pt x="688892" y="491437"/>
                      <a:pt x="673736" y="487567"/>
                      <a:pt x="667609" y="478861"/>
                    </a:cubicBezTo>
                    <a:cubicBezTo>
                      <a:pt x="661482" y="470154"/>
                      <a:pt x="653421" y="443389"/>
                      <a:pt x="637942" y="451451"/>
                    </a:cubicBezTo>
                    <a:cubicBezTo>
                      <a:pt x="622464" y="459512"/>
                      <a:pt x="613757" y="464995"/>
                      <a:pt x="618594" y="478861"/>
                    </a:cubicBezTo>
                    <a:cubicBezTo>
                      <a:pt x="623431" y="493049"/>
                      <a:pt x="616660" y="512397"/>
                      <a:pt x="609888" y="515299"/>
                    </a:cubicBezTo>
                    <a:cubicBezTo>
                      <a:pt x="603116" y="517879"/>
                      <a:pt x="596344" y="508527"/>
                      <a:pt x="568935" y="511107"/>
                    </a:cubicBezTo>
                    <a:cubicBezTo>
                      <a:pt x="541525" y="513687"/>
                      <a:pt x="532496" y="525295"/>
                      <a:pt x="509924" y="530455"/>
                    </a:cubicBezTo>
                    <a:cubicBezTo>
                      <a:pt x="487029" y="535937"/>
                      <a:pt x="478967" y="533679"/>
                      <a:pt x="474453" y="552705"/>
                    </a:cubicBezTo>
                    <a:cubicBezTo>
                      <a:pt x="469616" y="571408"/>
                      <a:pt x="465101" y="589788"/>
                      <a:pt x="464456" y="594303"/>
                    </a:cubicBezTo>
                    <a:cubicBezTo>
                      <a:pt x="463811" y="599140"/>
                      <a:pt x="453815" y="600430"/>
                      <a:pt x="439627" y="601075"/>
                    </a:cubicBezTo>
                    <a:cubicBezTo>
                      <a:pt x="425438" y="601720"/>
                      <a:pt x="406090" y="613328"/>
                      <a:pt x="401898" y="617843"/>
                    </a:cubicBezTo>
                    <a:cubicBezTo>
                      <a:pt x="397706" y="622680"/>
                      <a:pt x="384485" y="635256"/>
                      <a:pt x="370942" y="635901"/>
                    </a:cubicBezTo>
                    <a:cubicBezTo>
                      <a:pt x="357398" y="636546"/>
                      <a:pt x="346757" y="626549"/>
                      <a:pt x="315800" y="631064"/>
                    </a:cubicBezTo>
                    <a:cubicBezTo>
                      <a:pt x="284843" y="635901"/>
                      <a:pt x="284198" y="652669"/>
                      <a:pt x="273557" y="662021"/>
                    </a:cubicBezTo>
                    <a:cubicBezTo>
                      <a:pt x="262916" y="671372"/>
                      <a:pt x="261303" y="676854"/>
                      <a:pt x="240021" y="670727"/>
                    </a:cubicBezTo>
                    <a:cubicBezTo>
                      <a:pt x="218416" y="664600"/>
                      <a:pt x="210354" y="668148"/>
                      <a:pt x="196488" y="668792"/>
                    </a:cubicBezTo>
                    <a:cubicBezTo>
                      <a:pt x="182300" y="669437"/>
                      <a:pt x="160050" y="657506"/>
                      <a:pt x="157470" y="653959"/>
                    </a:cubicBezTo>
                    <a:cubicBezTo>
                      <a:pt x="155535" y="651701"/>
                      <a:pt x="152311" y="646865"/>
                      <a:pt x="143926" y="631709"/>
                    </a:cubicBezTo>
                    <a:cubicBezTo>
                      <a:pt x="136187" y="632676"/>
                      <a:pt x="116839" y="630741"/>
                      <a:pt x="108455" y="629774"/>
                    </a:cubicBezTo>
                    <a:cubicBezTo>
                      <a:pt x="98459" y="628807"/>
                      <a:pt x="82336" y="627194"/>
                      <a:pt x="75241" y="630741"/>
                    </a:cubicBezTo>
                    <a:cubicBezTo>
                      <a:pt x="68147" y="634289"/>
                      <a:pt x="61053" y="654926"/>
                      <a:pt x="61053" y="668470"/>
                    </a:cubicBezTo>
                    <a:cubicBezTo>
                      <a:pt x="61053" y="682013"/>
                      <a:pt x="69115" y="696202"/>
                      <a:pt x="63633" y="697169"/>
                    </a:cubicBezTo>
                    <a:cubicBezTo>
                      <a:pt x="58151" y="698136"/>
                      <a:pt x="52024" y="710713"/>
                      <a:pt x="48477" y="718774"/>
                    </a:cubicBezTo>
                    <a:cubicBezTo>
                      <a:pt x="44930" y="726836"/>
                      <a:pt x="52024" y="738445"/>
                      <a:pt x="64600" y="755535"/>
                    </a:cubicBezTo>
                    <a:cubicBezTo>
                      <a:pt x="77176" y="772626"/>
                      <a:pt x="77176" y="786814"/>
                      <a:pt x="75241" y="797778"/>
                    </a:cubicBezTo>
                    <a:cubicBezTo>
                      <a:pt x="73307" y="808419"/>
                      <a:pt x="53636" y="819383"/>
                      <a:pt x="49122" y="813901"/>
                    </a:cubicBezTo>
                    <a:cubicBezTo>
                      <a:pt x="44607" y="808419"/>
                      <a:pt x="39125" y="816481"/>
                      <a:pt x="32999" y="812934"/>
                    </a:cubicBezTo>
                    <a:cubicBezTo>
                      <a:pt x="26872" y="809387"/>
                      <a:pt x="7846" y="806807"/>
                      <a:pt x="6234" y="812934"/>
                    </a:cubicBezTo>
                    <a:cubicBezTo>
                      <a:pt x="4299" y="819061"/>
                      <a:pt x="13328" y="826477"/>
                      <a:pt x="14296" y="831637"/>
                    </a:cubicBezTo>
                    <a:cubicBezTo>
                      <a:pt x="15263" y="837119"/>
                      <a:pt x="23325" y="854854"/>
                      <a:pt x="10748" y="858402"/>
                    </a:cubicBezTo>
                    <a:cubicBezTo>
                      <a:pt x="-1828" y="861949"/>
                      <a:pt x="107" y="881619"/>
                      <a:pt x="107" y="891615"/>
                    </a:cubicBezTo>
                    <a:cubicBezTo>
                      <a:pt x="107" y="901612"/>
                      <a:pt x="10103" y="916768"/>
                      <a:pt x="17198" y="919347"/>
                    </a:cubicBezTo>
                    <a:cubicBezTo>
                      <a:pt x="24292" y="921927"/>
                      <a:pt x="29774" y="929344"/>
                      <a:pt x="29774" y="929344"/>
                    </a:cubicBezTo>
                    <a:cubicBezTo>
                      <a:pt x="29774" y="929344"/>
                      <a:pt x="23647" y="934826"/>
                      <a:pt x="23647" y="941920"/>
                    </a:cubicBezTo>
                    <a:cubicBezTo>
                      <a:pt x="23647" y="949014"/>
                      <a:pt x="35256" y="962558"/>
                      <a:pt x="47832" y="962558"/>
                    </a:cubicBezTo>
                    <a:cubicBezTo>
                      <a:pt x="60408" y="962558"/>
                      <a:pt x="64922" y="959010"/>
                      <a:pt x="70082" y="953529"/>
                    </a:cubicBezTo>
                    <a:cubicBezTo>
                      <a:pt x="75564" y="948047"/>
                      <a:pt x="91687" y="958043"/>
                      <a:pt x="96847" y="961590"/>
                    </a:cubicBezTo>
                    <a:cubicBezTo>
                      <a:pt x="102328" y="965137"/>
                      <a:pt x="110390" y="964170"/>
                      <a:pt x="123611" y="964170"/>
                    </a:cubicBezTo>
                    <a:cubicBezTo>
                      <a:pt x="137155" y="964170"/>
                      <a:pt x="129093" y="984808"/>
                      <a:pt x="117484" y="988355"/>
                    </a:cubicBezTo>
                    <a:cubicBezTo>
                      <a:pt x="105876" y="991902"/>
                      <a:pt x="119097" y="1013507"/>
                      <a:pt x="108455" y="1011572"/>
                    </a:cubicBezTo>
                    <a:cubicBezTo>
                      <a:pt x="97814" y="1009638"/>
                      <a:pt x="94267" y="1011572"/>
                      <a:pt x="77499" y="1010283"/>
                    </a:cubicBezTo>
                    <a:cubicBezTo>
                      <a:pt x="60731" y="1008993"/>
                      <a:pt x="61375" y="1004800"/>
                      <a:pt x="55894" y="1000286"/>
                    </a:cubicBezTo>
                    <a:cubicBezTo>
                      <a:pt x="50412" y="995449"/>
                      <a:pt x="39770" y="978681"/>
                      <a:pt x="33643" y="979971"/>
                    </a:cubicBezTo>
                    <a:cubicBezTo>
                      <a:pt x="27517" y="981261"/>
                      <a:pt x="28162" y="998029"/>
                      <a:pt x="33643" y="1009638"/>
                    </a:cubicBezTo>
                    <a:cubicBezTo>
                      <a:pt x="39125" y="1020924"/>
                      <a:pt x="42995" y="1029953"/>
                      <a:pt x="39770" y="1038015"/>
                    </a:cubicBezTo>
                    <a:cubicBezTo>
                      <a:pt x="36546" y="1046076"/>
                      <a:pt x="29774" y="1062844"/>
                      <a:pt x="41060" y="1064134"/>
                    </a:cubicBezTo>
                    <a:cubicBezTo>
                      <a:pt x="52346" y="1065424"/>
                      <a:pt x="65567" y="1065746"/>
                      <a:pt x="72339" y="1063167"/>
                    </a:cubicBezTo>
                    <a:cubicBezTo>
                      <a:pt x="79111" y="1060587"/>
                      <a:pt x="71049" y="1052526"/>
                      <a:pt x="77176" y="1046721"/>
                    </a:cubicBezTo>
                    <a:cubicBezTo>
                      <a:pt x="83303" y="1040917"/>
                      <a:pt x="104908" y="1044786"/>
                      <a:pt x="109423" y="1044786"/>
                    </a:cubicBezTo>
                    <a:cubicBezTo>
                      <a:pt x="113937" y="1044786"/>
                      <a:pt x="125223" y="1061232"/>
                      <a:pt x="131673" y="1066714"/>
                    </a:cubicBezTo>
                    <a:cubicBezTo>
                      <a:pt x="138445" y="1072196"/>
                      <a:pt x="145861" y="1074453"/>
                      <a:pt x="153600" y="1072196"/>
                    </a:cubicBezTo>
                    <a:cubicBezTo>
                      <a:pt x="161339" y="1069938"/>
                      <a:pt x="175205" y="1063167"/>
                      <a:pt x="181010" y="1053815"/>
                    </a:cubicBezTo>
                    <a:cubicBezTo>
                      <a:pt x="186814" y="1044464"/>
                      <a:pt x="194553" y="1045754"/>
                      <a:pt x="204227" y="1037370"/>
                    </a:cubicBezTo>
                    <a:cubicBezTo>
                      <a:pt x="214224" y="1028985"/>
                      <a:pt x="212289" y="1040594"/>
                      <a:pt x="224865" y="1045109"/>
                    </a:cubicBezTo>
                    <a:cubicBezTo>
                      <a:pt x="237441" y="1049623"/>
                      <a:pt x="253887" y="1050591"/>
                      <a:pt x="256144" y="1055105"/>
                    </a:cubicBezTo>
                    <a:cubicBezTo>
                      <a:pt x="258079" y="1059942"/>
                      <a:pt x="250662" y="1076710"/>
                      <a:pt x="251952" y="1082515"/>
                    </a:cubicBezTo>
                    <a:cubicBezTo>
                      <a:pt x="253242" y="1088641"/>
                      <a:pt x="266785" y="1096703"/>
                      <a:pt x="274847" y="1099928"/>
                    </a:cubicBezTo>
                    <a:cubicBezTo>
                      <a:pt x="282909" y="1103152"/>
                      <a:pt x="290325" y="1102508"/>
                      <a:pt x="298387" y="1107990"/>
                    </a:cubicBezTo>
                    <a:cubicBezTo>
                      <a:pt x="306449" y="1113471"/>
                      <a:pt x="305804" y="1130239"/>
                      <a:pt x="305804" y="1134754"/>
                    </a:cubicBezTo>
                    <a:cubicBezTo>
                      <a:pt x="305804" y="1139591"/>
                      <a:pt x="313865" y="1160229"/>
                      <a:pt x="325151" y="1162163"/>
                    </a:cubicBezTo>
                    <a:cubicBezTo>
                      <a:pt x="336438" y="1164098"/>
                      <a:pt x="340630" y="1173450"/>
                      <a:pt x="338695" y="1181512"/>
                    </a:cubicBezTo>
                    <a:cubicBezTo>
                      <a:pt x="336760" y="1189573"/>
                      <a:pt x="329344" y="1202472"/>
                      <a:pt x="322894" y="1212468"/>
                    </a:cubicBezTo>
                    <a:cubicBezTo>
                      <a:pt x="316767" y="1222464"/>
                      <a:pt x="311608" y="1225367"/>
                      <a:pt x="294517" y="1233428"/>
                    </a:cubicBezTo>
                    <a:cubicBezTo>
                      <a:pt x="281941" y="1239555"/>
                      <a:pt x="277749" y="1254711"/>
                      <a:pt x="275814" y="1262128"/>
                    </a:cubicBezTo>
                    <a:cubicBezTo>
                      <a:pt x="280006" y="1271479"/>
                      <a:pt x="286778" y="1277928"/>
                      <a:pt x="289358" y="1280186"/>
                    </a:cubicBezTo>
                    <a:cubicBezTo>
                      <a:pt x="293550" y="1283410"/>
                      <a:pt x="304191" y="1290182"/>
                      <a:pt x="312253" y="1290182"/>
                    </a:cubicBezTo>
                    <a:cubicBezTo>
                      <a:pt x="320315" y="1290182"/>
                      <a:pt x="322249" y="1277284"/>
                      <a:pt x="332568" y="1265997"/>
                    </a:cubicBezTo>
                    <a:cubicBezTo>
                      <a:pt x="342565" y="1254711"/>
                      <a:pt x="338695" y="1242457"/>
                      <a:pt x="346112" y="1236330"/>
                    </a:cubicBezTo>
                    <a:cubicBezTo>
                      <a:pt x="353528" y="1230204"/>
                      <a:pt x="350304" y="1213435"/>
                      <a:pt x="358365" y="1210211"/>
                    </a:cubicBezTo>
                    <a:cubicBezTo>
                      <a:pt x="366427" y="1206986"/>
                      <a:pt x="391902" y="1192153"/>
                      <a:pt x="398674" y="1197957"/>
                    </a:cubicBezTo>
                    <a:cubicBezTo>
                      <a:pt x="405445" y="1204084"/>
                      <a:pt x="408670" y="1206664"/>
                      <a:pt x="418989" y="1202149"/>
                    </a:cubicBezTo>
                    <a:cubicBezTo>
                      <a:pt x="428985" y="1197312"/>
                      <a:pt x="431242" y="1211501"/>
                      <a:pt x="447366" y="1208921"/>
                    </a:cubicBezTo>
                    <a:cubicBezTo>
                      <a:pt x="463489" y="1206341"/>
                      <a:pt x="462844" y="1191508"/>
                      <a:pt x="477032" y="1191508"/>
                    </a:cubicBezTo>
                    <a:cubicBezTo>
                      <a:pt x="491221" y="1191508"/>
                      <a:pt x="501217" y="1185381"/>
                      <a:pt x="506054" y="1179254"/>
                    </a:cubicBezTo>
                    <a:cubicBezTo>
                      <a:pt x="510891" y="1173127"/>
                      <a:pt x="506054" y="1169258"/>
                      <a:pt x="507344" y="1161196"/>
                    </a:cubicBezTo>
                    <a:cubicBezTo>
                      <a:pt x="508634" y="1153134"/>
                      <a:pt x="526047" y="1147653"/>
                      <a:pt x="531529" y="1156359"/>
                    </a:cubicBezTo>
                    <a:cubicBezTo>
                      <a:pt x="537011" y="1165066"/>
                      <a:pt x="545717" y="1161841"/>
                      <a:pt x="553779" y="1162486"/>
                    </a:cubicBezTo>
                    <a:cubicBezTo>
                      <a:pt x="561841" y="1163131"/>
                      <a:pt x="576029" y="1157004"/>
                      <a:pt x="592152" y="1154424"/>
                    </a:cubicBezTo>
                    <a:cubicBezTo>
                      <a:pt x="608276" y="1151845"/>
                      <a:pt x="616982" y="1133464"/>
                      <a:pt x="624399" y="1127015"/>
                    </a:cubicBezTo>
                    <a:cubicBezTo>
                      <a:pt x="631815" y="1120243"/>
                      <a:pt x="622464" y="1117019"/>
                      <a:pt x="634395" y="1116373"/>
                    </a:cubicBezTo>
                    <a:cubicBezTo>
                      <a:pt x="644069" y="1115728"/>
                      <a:pt x="652131" y="1134754"/>
                      <a:pt x="672446" y="1135399"/>
                    </a:cubicBezTo>
                    <a:cubicBezTo>
                      <a:pt x="663417" y="1116696"/>
                      <a:pt x="663740" y="1090576"/>
                      <a:pt x="664707" y="1077033"/>
                    </a:cubicBezTo>
                    <a:cubicBezTo>
                      <a:pt x="665674" y="1062844"/>
                      <a:pt x="659225" y="1032210"/>
                      <a:pt x="650518" y="1023181"/>
                    </a:cubicBezTo>
                    <a:cubicBezTo>
                      <a:pt x="641812" y="1014152"/>
                      <a:pt x="646971" y="996416"/>
                      <a:pt x="642457" y="970297"/>
                    </a:cubicBezTo>
                    <a:cubicBezTo>
                      <a:pt x="637942" y="944177"/>
                      <a:pt x="655033" y="928054"/>
                      <a:pt x="652453" y="910318"/>
                    </a:cubicBezTo>
                    <a:cubicBezTo>
                      <a:pt x="649874" y="892260"/>
                      <a:pt x="638265" y="875492"/>
                      <a:pt x="630848" y="847760"/>
                    </a:cubicBezTo>
                    <a:cubicBezTo>
                      <a:pt x="623754" y="820028"/>
                      <a:pt x="628913" y="787782"/>
                      <a:pt x="628913" y="774238"/>
                    </a:cubicBezTo>
                    <a:cubicBezTo>
                      <a:pt x="628913" y="760695"/>
                      <a:pt x="636975" y="760695"/>
                      <a:pt x="657613" y="741024"/>
                    </a:cubicBezTo>
                    <a:cubicBezTo>
                      <a:pt x="678250" y="721354"/>
                      <a:pt x="668254" y="711358"/>
                      <a:pt x="677283" y="693622"/>
                    </a:cubicBezTo>
                    <a:cubicBezTo>
                      <a:pt x="686312" y="675886"/>
                      <a:pt x="730167" y="653314"/>
                      <a:pt x="748870" y="653314"/>
                    </a:cubicBezTo>
                    <a:cubicBezTo>
                      <a:pt x="767573" y="653314"/>
                      <a:pt x="768541" y="670405"/>
                      <a:pt x="773055" y="671372"/>
                    </a:cubicBezTo>
                    <a:cubicBezTo>
                      <a:pt x="777570" y="672339"/>
                      <a:pt x="799175" y="678466"/>
                      <a:pt x="806269" y="668792"/>
                    </a:cubicBezTo>
                    <a:cubicBezTo>
                      <a:pt x="813363" y="658796"/>
                      <a:pt x="816265" y="654604"/>
                      <a:pt x="816265" y="642027"/>
                    </a:cubicBezTo>
                    <a:cubicBezTo>
                      <a:pt x="816265" y="629451"/>
                      <a:pt x="821747" y="631387"/>
                      <a:pt x="844965" y="604299"/>
                    </a:cubicBezTo>
                    <a:cubicBezTo>
                      <a:pt x="868182" y="577535"/>
                      <a:pt x="855606" y="585596"/>
                      <a:pt x="863668" y="571085"/>
                    </a:cubicBezTo>
                    <a:cubicBezTo>
                      <a:pt x="871729" y="556897"/>
                      <a:pt x="883338" y="558509"/>
                      <a:pt x="897849" y="555930"/>
                    </a:cubicBezTo>
                    <a:cubicBezTo>
                      <a:pt x="912037" y="553350"/>
                      <a:pt x="949766" y="558509"/>
                      <a:pt x="964277" y="545933"/>
                    </a:cubicBezTo>
                    <a:cubicBezTo>
                      <a:pt x="978465" y="533357"/>
                      <a:pt x="1012646" y="534324"/>
                      <a:pt x="1028770" y="519813"/>
                    </a:cubicBezTo>
                    <a:cubicBezTo>
                      <a:pt x="1044893" y="505625"/>
                      <a:pt x="1060694" y="481440"/>
                      <a:pt x="1056179" y="484020"/>
                    </a:cubicBezTo>
                    <a:cubicBezTo>
                      <a:pt x="1051342" y="486600"/>
                      <a:pt x="1048762" y="490792"/>
                      <a:pt x="1037476" y="493371"/>
                    </a:cubicBezTo>
                    <a:cubicBezTo>
                      <a:pt x="1026190" y="495951"/>
                      <a:pt x="1023933" y="487244"/>
                      <a:pt x="1025222" y="482085"/>
                    </a:cubicBezTo>
                    <a:cubicBezTo>
                      <a:pt x="1026512" y="476926"/>
                      <a:pt x="1040701" y="480795"/>
                      <a:pt x="1045538" y="481440"/>
                    </a:cubicBezTo>
                    <a:cubicBezTo>
                      <a:pt x="1050375" y="482085"/>
                      <a:pt x="1056824" y="478215"/>
                      <a:pt x="1062306" y="468542"/>
                    </a:cubicBezTo>
                    <a:cubicBezTo>
                      <a:pt x="1067788" y="459190"/>
                      <a:pt x="1067788" y="430813"/>
                      <a:pt x="1061661" y="444357"/>
                    </a:cubicBezTo>
                    <a:cubicBezTo>
                      <a:pt x="1055534" y="457900"/>
                      <a:pt x="1046183" y="454998"/>
                      <a:pt x="1044893" y="444357"/>
                    </a:cubicBezTo>
                    <a:cubicBezTo>
                      <a:pt x="1043603" y="433715"/>
                      <a:pt x="1049085" y="419527"/>
                      <a:pt x="1057791" y="407273"/>
                    </a:cubicBezTo>
                    <a:cubicBezTo>
                      <a:pt x="1066498" y="395019"/>
                      <a:pt x="1102936" y="376317"/>
                      <a:pt x="1108096" y="370835"/>
                    </a:cubicBezTo>
                    <a:cubicBezTo>
                      <a:pt x="1113578" y="365353"/>
                      <a:pt x="1145179" y="357291"/>
                      <a:pt x="1154531" y="345360"/>
                    </a:cubicBezTo>
                    <a:cubicBezTo>
                      <a:pt x="1163882" y="333429"/>
                      <a:pt x="1202901" y="311824"/>
                      <a:pt x="1216444" y="303762"/>
                    </a:cubicBezTo>
                    <a:cubicBezTo>
                      <a:pt x="1229987" y="295700"/>
                      <a:pt x="1233857" y="282157"/>
                      <a:pt x="1243209" y="266034"/>
                    </a:cubicBezTo>
                    <a:cubicBezTo>
                      <a:pt x="1252560" y="249910"/>
                      <a:pt x="1268683" y="241849"/>
                      <a:pt x="1284806" y="224436"/>
                    </a:cubicBezTo>
                    <a:cubicBezTo>
                      <a:pt x="1300930" y="207023"/>
                      <a:pt x="1348010" y="184127"/>
                      <a:pt x="1370905" y="176066"/>
                    </a:cubicBezTo>
                    <a:cubicBezTo>
                      <a:pt x="1393800" y="168004"/>
                      <a:pt x="1389607" y="158653"/>
                      <a:pt x="1397669" y="138337"/>
                    </a:cubicBezTo>
                    <a:cubicBezTo>
                      <a:pt x="1405731" y="118022"/>
                      <a:pt x="1435398" y="95450"/>
                      <a:pt x="1447329" y="76424"/>
                    </a:cubicBezTo>
                    <a:cubicBezTo>
                      <a:pt x="1459260" y="57399"/>
                      <a:pt x="1497633" y="21928"/>
                      <a:pt x="1498278" y="8707"/>
                    </a:cubicBezTo>
                    <a:cubicBezTo>
                      <a:pt x="1498601" y="4514"/>
                      <a:pt x="1498923" y="1935"/>
                      <a:pt x="1499890" y="0"/>
                    </a:cubicBezTo>
                    <a:cubicBezTo>
                      <a:pt x="1450553" y="1290"/>
                      <a:pt x="1437332" y="43210"/>
                      <a:pt x="1425724" y="61591"/>
                    </a:cubicBezTo>
                    <a:close/>
                    <a:moveTo>
                      <a:pt x="274847" y="1264062"/>
                    </a:moveTo>
                    <a:cubicBezTo>
                      <a:pt x="274847" y="1263417"/>
                      <a:pt x="275169" y="1262772"/>
                      <a:pt x="275492" y="1262128"/>
                    </a:cubicBezTo>
                    <a:lnTo>
                      <a:pt x="275492" y="1262128"/>
                    </a:lnTo>
                    <a:cubicBezTo>
                      <a:pt x="275169" y="1262772"/>
                      <a:pt x="274847" y="1263417"/>
                      <a:pt x="274847" y="1264062"/>
                    </a:cubicBezTo>
                    <a:close/>
                    <a:moveTo>
                      <a:pt x="171658" y="1389501"/>
                    </a:moveTo>
                    <a:cubicBezTo>
                      <a:pt x="171658" y="1391436"/>
                      <a:pt x="171336" y="1393693"/>
                      <a:pt x="171013" y="1396273"/>
                    </a:cubicBezTo>
                    <a:cubicBezTo>
                      <a:pt x="171658" y="1393693"/>
                      <a:pt x="171658" y="1391436"/>
                      <a:pt x="171658" y="138950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19" name="Graphic 4">
                <a:extLst>
                  <a:ext uri="{FF2B5EF4-FFF2-40B4-BE49-F238E27FC236}">
                    <a16:creationId xmlns:a16="http://schemas.microsoft.com/office/drawing/2014/main" id="{D937BDC3-11BB-BC60-DD5B-FE0917FD0894}"/>
                  </a:ext>
                </a:extLst>
              </p:cNvPr>
              <p:cNvGrpSpPr/>
              <p:nvPr/>
            </p:nvGrpSpPr>
            <p:grpSpPr>
              <a:xfrm>
                <a:off x="5294276" y="4162742"/>
                <a:ext cx="1516825" cy="1425295"/>
                <a:chOff x="5294276" y="4162742"/>
                <a:chExt cx="1516825" cy="1425295"/>
              </a:xfrm>
              <a:grpFill/>
            </p:grpSpPr>
            <p:grpSp>
              <p:nvGrpSpPr>
                <p:cNvPr id="273" name="Graphic 4">
                  <a:extLst>
                    <a:ext uri="{FF2B5EF4-FFF2-40B4-BE49-F238E27FC236}">
                      <a16:creationId xmlns:a16="http://schemas.microsoft.com/office/drawing/2014/main" id="{DBD331C8-4FE4-7A43-689E-5B8550E064EE}"/>
                    </a:ext>
                  </a:extLst>
                </p:cNvPr>
                <p:cNvGrpSpPr/>
                <p:nvPr/>
              </p:nvGrpSpPr>
              <p:grpSpPr>
                <a:xfrm>
                  <a:off x="5294276" y="4162742"/>
                  <a:ext cx="1516825" cy="1274059"/>
                  <a:chOff x="5294276" y="4162742"/>
                  <a:chExt cx="1516825" cy="1274059"/>
                </a:xfrm>
                <a:grpFill/>
              </p:grpSpPr>
              <p:sp>
                <p:nvSpPr>
                  <p:cNvPr id="276" name="Freeform: Shape 275">
                    <a:extLst>
                      <a:ext uri="{FF2B5EF4-FFF2-40B4-BE49-F238E27FC236}">
                        <a16:creationId xmlns:a16="http://schemas.microsoft.com/office/drawing/2014/main" id="{387681B3-91C2-E2CA-86DB-2982646E3F11}"/>
                      </a:ext>
                    </a:extLst>
                  </p:cNvPr>
                  <p:cNvSpPr/>
                  <p:nvPr/>
                </p:nvSpPr>
                <p:spPr>
                  <a:xfrm>
                    <a:off x="6092995" y="4442278"/>
                    <a:ext cx="32246" cy="32246"/>
                  </a:xfrm>
                  <a:custGeom>
                    <a:avLst/>
                    <a:gdLst>
                      <a:gd name="connsiteX0" fmla="*/ 4218 w 0"/>
                      <a:gd name="connsiteY0" fmla="*/ 21001 h 0"/>
                      <a:gd name="connsiteX1" fmla="*/ 671 w 0"/>
                      <a:gd name="connsiteY1" fmla="*/ 19067 h 0"/>
                      <a:gd name="connsiteX2" fmla="*/ 1961 w 0"/>
                      <a:gd name="connsiteY2" fmla="*/ 13585 h 0"/>
                      <a:gd name="connsiteX3" fmla="*/ 7765 w 0"/>
                      <a:gd name="connsiteY3" fmla="*/ 4878 h 0"/>
                      <a:gd name="connsiteX4" fmla="*/ 8733 w 0"/>
                      <a:gd name="connsiteY4" fmla="*/ 2298 h 0"/>
                      <a:gd name="connsiteX5" fmla="*/ 11312 w 0"/>
                      <a:gd name="connsiteY5" fmla="*/ 2298 h 0"/>
                      <a:gd name="connsiteX6" fmla="*/ 22276 w 0"/>
                      <a:gd name="connsiteY6" fmla="*/ 686 h 0"/>
                      <a:gd name="connsiteX7" fmla="*/ 27758 w 0"/>
                      <a:gd name="connsiteY7" fmla="*/ 1654 h 0"/>
                      <a:gd name="connsiteX8" fmla="*/ 26791 w 0"/>
                      <a:gd name="connsiteY8" fmla="*/ 7135 h 0"/>
                      <a:gd name="connsiteX9" fmla="*/ 14215 w 0"/>
                      <a:gd name="connsiteY9" fmla="*/ 10038 h 0"/>
                      <a:gd name="connsiteX10" fmla="*/ 5831 w 0"/>
                      <a:gd name="connsiteY10" fmla="*/ 20679 h 0"/>
                      <a:gd name="connsiteX11" fmla="*/ 4218 w 0"/>
                      <a:gd name="connsiteY11" fmla="*/ 21001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>
                        <a:moveTo>
                          <a:pt x="4218" y="21001"/>
                        </a:moveTo>
                        <a:cubicBezTo>
                          <a:pt x="2928" y="21001"/>
                          <a:pt x="1638" y="20356"/>
                          <a:pt x="671" y="19067"/>
                        </a:cubicBezTo>
                        <a:cubicBezTo>
                          <a:pt x="-619" y="17132"/>
                          <a:pt x="26" y="14552"/>
                          <a:pt x="1961" y="13585"/>
                        </a:cubicBezTo>
                        <a:cubicBezTo>
                          <a:pt x="3573" y="12617"/>
                          <a:pt x="6153" y="9393"/>
                          <a:pt x="7765" y="4878"/>
                        </a:cubicBezTo>
                        <a:lnTo>
                          <a:pt x="8733" y="2298"/>
                        </a:lnTo>
                        <a:lnTo>
                          <a:pt x="11312" y="2298"/>
                        </a:lnTo>
                        <a:cubicBezTo>
                          <a:pt x="20341" y="1654"/>
                          <a:pt x="21954" y="686"/>
                          <a:pt x="22276" y="686"/>
                        </a:cubicBezTo>
                        <a:cubicBezTo>
                          <a:pt x="24211" y="-604"/>
                          <a:pt x="26468" y="41"/>
                          <a:pt x="27758" y="1654"/>
                        </a:cubicBezTo>
                        <a:cubicBezTo>
                          <a:pt x="29048" y="3588"/>
                          <a:pt x="28403" y="5846"/>
                          <a:pt x="26791" y="7135"/>
                        </a:cubicBezTo>
                        <a:cubicBezTo>
                          <a:pt x="24533" y="8748"/>
                          <a:pt x="20664" y="9715"/>
                          <a:pt x="14215" y="10038"/>
                        </a:cubicBezTo>
                        <a:cubicBezTo>
                          <a:pt x="12280" y="14875"/>
                          <a:pt x="9055" y="18744"/>
                          <a:pt x="5831" y="20679"/>
                        </a:cubicBezTo>
                        <a:cubicBezTo>
                          <a:pt x="5508" y="21001"/>
                          <a:pt x="4863" y="21001"/>
                          <a:pt x="4218" y="21001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77" name="Freeform: Shape 276">
                    <a:extLst>
                      <a:ext uri="{FF2B5EF4-FFF2-40B4-BE49-F238E27FC236}">
                        <a16:creationId xmlns:a16="http://schemas.microsoft.com/office/drawing/2014/main" id="{7BA9B2AA-4482-FB7B-F47F-AA4ED00A89A2}"/>
                      </a:ext>
                    </a:extLst>
                  </p:cNvPr>
                  <p:cNvSpPr/>
                  <p:nvPr/>
                </p:nvSpPr>
                <p:spPr>
                  <a:xfrm>
                    <a:off x="5475628" y="4475484"/>
                    <a:ext cx="644929" cy="354711"/>
                  </a:xfrm>
                  <a:custGeom>
                    <a:avLst/>
                    <a:gdLst>
                      <a:gd name="connsiteX0" fmla="*/ 76943 w 644929"/>
                      <a:gd name="connsiteY0" fmla="*/ 368626 h 354711"/>
                      <a:gd name="connsiteX1" fmla="*/ 67914 w 644929"/>
                      <a:gd name="connsiteY1" fmla="*/ 367659 h 354711"/>
                      <a:gd name="connsiteX2" fmla="*/ 64689 w 644929"/>
                      <a:gd name="connsiteY2" fmla="*/ 362822 h 354711"/>
                      <a:gd name="connsiteX3" fmla="*/ 69526 w 644929"/>
                      <a:gd name="connsiteY3" fmla="*/ 359597 h 354711"/>
                      <a:gd name="connsiteX4" fmla="*/ 76943 w 644929"/>
                      <a:gd name="connsiteY4" fmla="*/ 360565 h 354711"/>
                      <a:gd name="connsiteX5" fmla="*/ 76943 w 644929"/>
                      <a:gd name="connsiteY5" fmla="*/ 360565 h 354711"/>
                      <a:gd name="connsiteX6" fmla="*/ 89519 w 644929"/>
                      <a:gd name="connsiteY6" fmla="*/ 354116 h 354711"/>
                      <a:gd name="connsiteX7" fmla="*/ 90486 w 644929"/>
                      <a:gd name="connsiteY7" fmla="*/ 353148 h 354711"/>
                      <a:gd name="connsiteX8" fmla="*/ 96291 w 644929"/>
                      <a:gd name="connsiteY8" fmla="*/ 353471 h 354711"/>
                      <a:gd name="connsiteX9" fmla="*/ 95968 w 644929"/>
                      <a:gd name="connsiteY9" fmla="*/ 359275 h 354711"/>
                      <a:gd name="connsiteX10" fmla="*/ 95001 w 644929"/>
                      <a:gd name="connsiteY10" fmla="*/ 360243 h 354711"/>
                      <a:gd name="connsiteX11" fmla="*/ 76943 w 644929"/>
                      <a:gd name="connsiteY11" fmla="*/ 368626 h 354711"/>
                      <a:gd name="connsiteX12" fmla="*/ 17609 w 644929"/>
                      <a:gd name="connsiteY12" fmla="*/ 364112 h 354711"/>
                      <a:gd name="connsiteX13" fmla="*/ 2776 w 644929"/>
                      <a:gd name="connsiteY13" fmla="*/ 361532 h 354711"/>
                      <a:gd name="connsiteX14" fmla="*/ 196 w 644929"/>
                      <a:gd name="connsiteY14" fmla="*/ 356373 h 354711"/>
                      <a:gd name="connsiteX15" fmla="*/ 5356 w 644929"/>
                      <a:gd name="connsiteY15" fmla="*/ 353793 h 354711"/>
                      <a:gd name="connsiteX16" fmla="*/ 17609 w 644929"/>
                      <a:gd name="connsiteY16" fmla="*/ 356050 h 354711"/>
                      <a:gd name="connsiteX17" fmla="*/ 18577 w 644929"/>
                      <a:gd name="connsiteY17" fmla="*/ 356050 h 354711"/>
                      <a:gd name="connsiteX18" fmla="*/ 27606 w 644929"/>
                      <a:gd name="connsiteY18" fmla="*/ 355405 h 354711"/>
                      <a:gd name="connsiteX19" fmla="*/ 30830 w 644929"/>
                      <a:gd name="connsiteY19" fmla="*/ 355083 h 354711"/>
                      <a:gd name="connsiteX20" fmla="*/ 35345 w 644929"/>
                      <a:gd name="connsiteY20" fmla="*/ 358630 h 354711"/>
                      <a:gd name="connsiteX21" fmla="*/ 31798 w 644929"/>
                      <a:gd name="connsiteY21" fmla="*/ 363145 h 354711"/>
                      <a:gd name="connsiteX22" fmla="*/ 28895 w 644929"/>
                      <a:gd name="connsiteY22" fmla="*/ 363467 h 354711"/>
                      <a:gd name="connsiteX23" fmla="*/ 19544 w 644929"/>
                      <a:gd name="connsiteY23" fmla="*/ 364112 h 354711"/>
                      <a:gd name="connsiteX24" fmla="*/ 17609 w 644929"/>
                      <a:gd name="connsiteY24" fmla="*/ 364112 h 354711"/>
                      <a:gd name="connsiteX25" fmla="*/ 119186 w 644929"/>
                      <a:gd name="connsiteY25" fmla="*/ 332511 h 354711"/>
                      <a:gd name="connsiteX26" fmla="*/ 115638 w 644929"/>
                      <a:gd name="connsiteY26" fmla="*/ 330576 h 354711"/>
                      <a:gd name="connsiteX27" fmla="*/ 117251 w 644929"/>
                      <a:gd name="connsiteY27" fmla="*/ 325093 h 354711"/>
                      <a:gd name="connsiteX28" fmla="*/ 137889 w 644929"/>
                      <a:gd name="connsiteY28" fmla="*/ 318322 h 354711"/>
                      <a:gd name="connsiteX29" fmla="*/ 144983 w 644929"/>
                      <a:gd name="connsiteY29" fmla="*/ 317355 h 354711"/>
                      <a:gd name="connsiteX30" fmla="*/ 149497 w 644929"/>
                      <a:gd name="connsiteY30" fmla="*/ 320902 h 354711"/>
                      <a:gd name="connsiteX31" fmla="*/ 145950 w 644929"/>
                      <a:gd name="connsiteY31" fmla="*/ 325416 h 354711"/>
                      <a:gd name="connsiteX32" fmla="*/ 139501 w 644929"/>
                      <a:gd name="connsiteY32" fmla="*/ 326061 h 354711"/>
                      <a:gd name="connsiteX33" fmla="*/ 121443 w 644929"/>
                      <a:gd name="connsiteY33" fmla="*/ 331865 h 354711"/>
                      <a:gd name="connsiteX34" fmla="*/ 119186 w 644929"/>
                      <a:gd name="connsiteY34" fmla="*/ 332511 h 354711"/>
                      <a:gd name="connsiteX35" fmla="*/ 192385 w 644929"/>
                      <a:gd name="connsiteY35" fmla="*/ 331220 h 354711"/>
                      <a:gd name="connsiteX36" fmla="*/ 182066 w 644929"/>
                      <a:gd name="connsiteY36" fmla="*/ 329931 h 354711"/>
                      <a:gd name="connsiteX37" fmla="*/ 179164 w 644929"/>
                      <a:gd name="connsiteY37" fmla="*/ 325093 h 354711"/>
                      <a:gd name="connsiteX38" fmla="*/ 184001 w 644929"/>
                      <a:gd name="connsiteY38" fmla="*/ 322191 h 354711"/>
                      <a:gd name="connsiteX39" fmla="*/ 192385 w 644929"/>
                      <a:gd name="connsiteY39" fmla="*/ 323482 h 354711"/>
                      <a:gd name="connsiteX40" fmla="*/ 193353 w 644929"/>
                      <a:gd name="connsiteY40" fmla="*/ 323482 h 354711"/>
                      <a:gd name="connsiteX41" fmla="*/ 206896 w 644929"/>
                      <a:gd name="connsiteY41" fmla="*/ 318644 h 354711"/>
                      <a:gd name="connsiteX42" fmla="*/ 212378 w 644929"/>
                      <a:gd name="connsiteY42" fmla="*/ 319934 h 354711"/>
                      <a:gd name="connsiteX43" fmla="*/ 211088 w 644929"/>
                      <a:gd name="connsiteY43" fmla="*/ 325416 h 354711"/>
                      <a:gd name="connsiteX44" fmla="*/ 193997 w 644929"/>
                      <a:gd name="connsiteY44" fmla="*/ 331220 h 354711"/>
                      <a:gd name="connsiteX45" fmla="*/ 192385 w 644929"/>
                      <a:gd name="connsiteY45" fmla="*/ 331220 h 354711"/>
                      <a:gd name="connsiteX46" fmla="*/ 239465 w 644929"/>
                      <a:gd name="connsiteY46" fmla="*/ 303166 h 354711"/>
                      <a:gd name="connsiteX47" fmla="*/ 235918 w 644929"/>
                      <a:gd name="connsiteY47" fmla="*/ 300909 h 354711"/>
                      <a:gd name="connsiteX48" fmla="*/ 237853 w 644929"/>
                      <a:gd name="connsiteY48" fmla="*/ 295427 h 354711"/>
                      <a:gd name="connsiteX49" fmla="*/ 262037 w 644929"/>
                      <a:gd name="connsiteY49" fmla="*/ 288010 h 354711"/>
                      <a:gd name="connsiteX50" fmla="*/ 265262 w 644929"/>
                      <a:gd name="connsiteY50" fmla="*/ 287688 h 354711"/>
                      <a:gd name="connsiteX51" fmla="*/ 269454 w 644929"/>
                      <a:gd name="connsiteY51" fmla="*/ 291557 h 354711"/>
                      <a:gd name="connsiteX52" fmla="*/ 265585 w 644929"/>
                      <a:gd name="connsiteY52" fmla="*/ 295749 h 354711"/>
                      <a:gd name="connsiteX53" fmla="*/ 262360 w 644929"/>
                      <a:gd name="connsiteY53" fmla="*/ 296072 h 354711"/>
                      <a:gd name="connsiteX54" fmla="*/ 241077 w 644929"/>
                      <a:gd name="connsiteY54" fmla="*/ 302521 h 354711"/>
                      <a:gd name="connsiteX55" fmla="*/ 239465 w 644929"/>
                      <a:gd name="connsiteY55" fmla="*/ 303166 h 354711"/>
                      <a:gd name="connsiteX56" fmla="*/ 290092 w 644929"/>
                      <a:gd name="connsiteY56" fmla="*/ 275434 h 354711"/>
                      <a:gd name="connsiteX57" fmla="*/ 289124 w 644929"/>
                      <a:gd name="connsiteY57" fmla="*/ 275434 h 354711"/>
                      <a:gd name="connsiteX58" fmla="*/ 286222 w 644929"/>
                      <a:gd name="connsiteY58" fmla="*/ 270597 h 354711"/>
                      <a:gd name="connsiteX59" fmla="*/ 290414 w 644929"/>
                      <a:gd name="connsiteY59" fmla="*/ 254474 h 354711"/>
                      <a:gd name="connsiteX60" fmla="*/ 292994 w 644929"/>
                      <a:gd name="connsiteY60" fmla="*/ 244155 h 354711"/>
                      <a:gd name="connsiteX61" fmla="*/ 297831 w 644929"/>
                      <a:gd name="connsiteY61" fmla="*/ 241253 h 354711"/>
                      <a:gd name="connsiteX62" fmla="*/ 300733 w 644929"/>
                      <a:gd name="connsiteY62" fmla="*/ 246090 h 354711"/>
                      <a:gd name="connsiteX63" fmla="*/ 298154 w 644929"/>
                      <a:gd name="connsiteY63" fmla="*/ 256409 h 354711"/>
                      <a:gd name="connsiteX64" fmla="*/ 294284 w 644929"/>
                      <a:gd name="connsiteY64" fmla="*/ 272532 h 354711"/>
                      <a:gd name="connsiteX65" fmla="*/ 290092 w 644929"/>
                      <a:gd name="connsiteY65" fmla="*/ 275434 h 354711"/>
                      <a:gd name="connsiteX66" fmla="*/ 324273 w 644929"/>
                      <a:gd name="connsiteY66" fmla="*/ 227387 h 354711"/>
                      <a:gd name="connsiteX67" fmla="*/ 320404 w 644929"/>
                      <a:gd name="connsiteY67" fmla="*/ 224162 h 354711"/>
                      <a:gd name="connsiteX68" fmla="*/ 323628 w 644929"/>
                      <a:gd name="connsiteY68" fmla="*/ 219325 h 354711"/>
                      <a:gd name="connsiteX69" fmla="*/ 332012 w 644929"/>
                      <a:gd name="connsiteY69" fmla="*/ 217390 h 354711"/>
                      <a:gd name="connsiteX70" fmla="*/ 348781 w 644929"/>
                      <a:gd name="connsiteY70" fmla="*/ 211586 h 354711"/>
                      <a:gd name="connsiteX71" fmla="*/ 353940 w 644929"/>
                      <a:gd name="connsiteY71" fmla="*/ 213521 h 354711"/>
                      <a:gd name="connsiteX72" fmla="*/ 352005 w 644929"/>
                      <a:gd name="connsiteY72" fmla="*/ 218680 h 354711"/>
                      <a:gd name="connsiteX73" fmla="*/ 333625 w 644929"/>
                      <a:gd name="connsiteY73" fmla="*/ 224807 h 354711"/>
                      <a:gd name="connsiteX74" fmla="*/ 324918 w 644929"/>
                      <a:gd name="connsiteY74" fmla="*/ 226742 h 354711"/>
                      <a:gd name="connsiteX75" fmla="*/ 324273 w 644929"/>
                      <a:gd name="connsiteY75" fmla="*/ 227387 h 354711"/>
                      <a:gd name="connsiteX76" fmla="*/ 385864 w 644929"/>
                      <a:gd name="connsiteY76" fmla="*/ 207071 h 354711"/>
                      <a:gd name="connsiteX77" fmla="*/ 381994 w 644929"/>
                      <a:gd name="connsiteY77" fmla="*/ 203524 h 354711"/>
                      <a:gd name="connsiteX78" fmla="*/ 385219 w 644929"/>
                      <a:gd name="connsiteY78" fmla="*/ 199010 h 354711"/>
                      <a:gd name="connsiteX79" fmla="*/ 391346 w 644929"/>
                      <a:gd name="connsiteY79" fmla="*/ 198365 h 354711"/>
                      <a:gd name="connsiteX80" fmla="*/ 401342 w 644929"/>
                      <a:gd name="connsiteY80" fmla="*/ 197720 h 354711"/>
                      <a:gd name="connsiteX81" fmla="*/ 413596 w 644929"/>
                      <a:gd name="connsiteY81" fmla="*/ 198688 h 354711"/>
                      <a:gd name="connsiteX82" fmla="*/ 416821 w 644929"/>
                      <a:gd name="connsiteY82" fmla="*/ 203202 h 354711"/>
                      <a:gd name="connsiteX83" fmla="*/ 412306 w 644929"/>
                      <a:gd name="connsiteY83" fmla="*/ 206427 h 354711"/>
                      <a:gd name="connsiteX84" fmla="*/ 401342 w 644929"/>
                      <a:gd name="connsiteY84" fmla="*/ 205459 h 354711"/>
                      <a:gd name="connsiteX85" fmla="*/ 392313 w 644929"/>
                      <a:gd name="connsiteY85" fmla="*/ 205782 h 354711"/>
                      <a:gd name="connsiteX86" fmla="*/ 386831 w 644929"/>
                      <a:gd name="connsiteY86" fmla="*/ 206427 h 354711"/>
                      <a:gd name="connsiteX87" fmla="*/ 385864 w 644929"/>
                      <a:gd name="connsiteY87" fmla="*/ 207071 h 354711"/>
                      <a:gd name="connsiteX88" fmla="*/ 441650 w 644929"/>
                      <a:gd name="connsiteY88" fmla="*/ 195463 h 354711"/>
                      <a:gd name="connsiteX89" fmla="*/ 440683 w 644929"/>
                      <a:gd name="connsiteY89" fmla="*/ 195463 h 354711"/>
                      <a:gd name="connsiteX90" fmla="*/ 437781 w 644929"/>
                      <a:gd name="connsiteY90" fmla="*/ 190626 h 354711"/>
                      <a:gd name="connsiteX91" fmla="*/ 439070 w 644929"/>
                      <a:gd name="connsiteY91" fmla="*/ 180629 h 354711"/>
                      <a:gd name="connsiteX92" fmla="*/ 437781 w 644929"/>
                      <a:gd name="connsiteY92" fmla="*/ 171600 h 354711"/>
                      <a:gd name="connsiteX93" fmla="*/ 436491 w 644929"/>
                      <a:gd name="connsiteY93" fmla="*/ 165151 h 354711"/>
                      <a:gd name="connsiteX94" fmla="*/ 440038 w 644929"/>
                      <a:gd name="connsiteY94" fmla="*/ 160637 h 354711"/>
                      <a:gd name="connsiteX95" fmla="*/ 444553 w 644929"/>
                      <a:gd name="connsiteY95" fmla="*/ 164184 h 354711"/>
                      <a:gd name="connsiteX96" fmla="*/ 445520 w 644929"/>
                      <a:gd name="connsiteY96" fmla="*/ 168698 h 354711"/>
                      <a:gd name="connsiteX97" fmla="*/ 447455 w 644929"/>
                      <a:gd name="connsiteY97" fmla="*/ 180307 h 354711"/>
                      <a:gd name="connsiteX98" fmla="*/ 445842 w 644929"/>
                      <a:gd name="connsiteY98" fmla="*/ 192238 h 354711"/>
                      <a:gd name="connsiteX99" fmla="*/ 441650 w 644929"/>
                      <a:gd name="connsiteY99" fmla="*/ 195463 h 354711"/>
                      <a:gd name="connsiteX100" fmla="*/ 531618 w 644929"/>
                      <a:gd name="connsiteY100" fmla="*/ 194495 h 354711"/>
                      <a:gd name="connsiteX101" fmla="*/ 522266 w 644929"/>
                      <a:gd name="connsiteY101" fmla="*/ 192238 h 354711"/>
                      <a:gd name="connsiteX102" fmla="*/ 511625 w 644929"/>
                      <a:gd name="connsiteY102" fmla="*/ 187401 h 354711"/>
                      <a:gd name="connsiteX103" fmla="*/ 510980 w 644929"/>
                      <a:gd name="connsiteY103" fmla="*/ 187079 h 354711"/>
                      <a:gd name="connsiteX104" fmla="*/ 508723 w 644929"/>
                      <a:gd name="connsiteY104" fmla="*/ 181919 h 354711"/>
                      <a:gd name="connsiteX105" fmla="*/ 513882 w 644929"/>
                      <a:gd name="connsiteY105" fmla="*/ 179662 h 354711"/>
                      <a:gd name="connsiteX106" fmla="*/ 514527 w 644929"/>
                      <a:gd name="connsiteY106" fmla="*/ 179985 h 354711"/>
                      <a:gd name="connsiteX107" fmla="*/ 525814 w 644929"/>
                      <a:gd name="connsiteY107" fmla="*/ 185144 h 354711"/>
                      <a:gd name="connsiteX108" fmla="*/ 536132 w 644929"/>
                      <a:gd name="connsiteY108" fmla="*/ 185466 h 354711"/>
                      <a:gd name="connsiteX109" fmla="*/ 541614 w 644929"/>
                      <a:gd name="connsiteY109" fmla="*/ 187079 h 354711"/>
                      <a:gd name="connsiteX110" fmla="*/ 540002 w 644929"/>
                      <a:gd name="connsiteY110" fmla="*/ 192561 h 354711"/>
                      <a:gd name="connsiteX111" fmla="*/ 531618 w 644929"/>
                      <a:gd name="connsiteY111" fmla="*/ 194495 h 354711"/>
                      <a:gd name="connsiteX112" fmla="*/ 527748 w 644929"/>
                      <a:gd name="connsiteY112" fmla="*/ 163539 h 354711"/>
                      <a:gd name="connsiteX113" fmla="*/ 526136 w 644929"/>
                      <a:gd name="connsiteY113" fmla="*/ 163216 h 354711"/>
                      <a:gd name="connsiteX114" fmla="*/ 516140 w 644929"/>
                      <a:gd name="connsiteY114" fmla="*/ 159347 h 354711"/>
                      <a:gd name="connsiteX115" fmla="*/ 501629 w 644929"/>
                      <a:gd name="connsiteY115" fmla="*/ 147093 h 354711"/>
                      <a:gd name="connsiteX116" fmla="*/ 505821 w 644929"/>
                      <a:gd name="connsiteY116" fmla="*/ 142901 h 354711"/>
                      <a:gd name="connsiteX117" fmla="*/ 510013 w 644929"/>
                      <a:gd name="connsiteY117" fmla="*/ 146771 h 354711"/>
                      <a:gd name="connsiteX118" fmla="*/ 510013 w 644929"/>
                      <a:gd name="connsiteY118" fmla="*/ 147093 h 354711"/>
                      <a:gd name="connsiteX119" fmla="*/ 519042 w 644929"/>
                      <a:gd name="connsiteY119" fmla="*/ 151608 h 354711"/>
                      <a:gd name="connsiteX120" fmla="*/ 530328 w 644929"/>
                      <a:gd name="connsiteY120" fmla="*/ 155800 h 354711"/>
                      <a:gd name="connsiteX121" fmla="*/ 532263 w 644929"/>
                      <a:gd name="connsiteY121" fmla="*/ 161281 h 354711"/>
                      <a:gd name="connsiteX122" fmla="*/ 527748 w 644929"/>
                      <a:gd name="connsiteY122" fmla="*/ 163539 h 354711"/>
                      <a:gd name="connsiteX123" fmla="*/ 484861 w 644929"/>
                      <a:gd name="connsiteY123" fmla="*/ 163539 h 354711"/>
                      <a:gd name="connsiteX124" fmla="*/ 481314 w 644929"/>
                      <a:gd name="connsiteY124" fmla="*/ 161281 h 354711"/>
                      <a:gd name="connsiteX125" fmla="*/ 466802 w 644929"/>
                      <a:gd name="connsiteY125" fmla="*/ 145158 h 354711"/>
                      <a:gd name="connsiteX126" fmla="*/ 466802 w 644929"/>
                      <a:gd name="connsiteY126" fmla="*/ 145158 h 354711"/>
                      <a:gd name="connsiteX127" fmla="*/ 466802 w 644929"/>
                      <a:gd name="connsiteY127" fmla="*/ 137097 h 354711"/>
                      <a:gd name="connsiteX128" fmla="*/ 466802 w 644929"/>
                      <a:gd name="connsiteY128" fmla="*/ 137097 h 354711"/>
                      <a:gd name="connsiteX129" fmla="*/ 488730 w 644929"/>
                      <a:gd name="connsiteY129" fmla="*/ 157734 h 354711"/>
                      <a:gd name="connsiteX130" fmla="*/ 487118 w 644929"/>
                      <a:gd name="connsiteY130" fmla="*/ 163216 h 354711"/>
                      <a:gd name="connsiteX131" fmla="*/ 484861 w 644929"/>
                      <a:gd name="connsiteY131" fmla="*/ 163539 h 354711"/>
                      <a:gd name="connsiteX132" fmla="*/ 584180 w 644929"/>
                      <a:gd name="connsiteY132" fmla="*/ 131292 h 354711"/>
                      <a:gd name="connsiteX133" fmla="*/ 580310 w 644929"/>
                      <a:gd name="connsiteY133" fmla="*/ 128068 h 354711"/>
                      <a:gd name="connsiteX134" fmla="*/ 583535 w 644929"/>
                      <a:gd name="connsiteY134" fmla="*/ 123231 h 354711"/>
                      <a:gd name="connsiteX135" fmla="*/ 592564 w 644929"/>
                      <a:gd name="connsiteY135" fmla="*/ 114524 h 354711"/>
                      <a:gd name="connsiteX136" fmla="*/ 593854 w 644929"/>
                      <a:gd name="connsiteY136" fmla="*/ 111944 h 354711"/>
                      <a:gd name="connsiteX137" fmla="*/ 600625 w 644929"/>
                      <a:gd name="connsiteY137" fmla="*/ 104850 h 354711"/>
                      <a:gd name="connsiteX138" fmla="*/ 606107 w 644929"/>
                      <a:gd name="connsiteY138" fmla="*/ 106463 h 354711"/>
                      <a:gd name="connsiteX139" fmla="*/ 604495 w 644929"/>
                      <a:gd name="connsiteY139" fmla="*/ 111944 h 354711"/>
                      <a:gd name="connsiteX140" fmla="*/ 600625 w 644929"/>
                      <a:gd name="connsiteY140" fmla="*/ 115814 h 354711"/>
                      <a:gd name="connsiteX141" fmla="*/ 599336 w 644929"/>
                      <a:gd name="connsiteY141" fmla="*/ 118394 h 354711"/>
                      <a:gd name="connsiteX142" fmla="*/ 584825 w 644929"/>
                      <a:gd name="connsiteY142" fmla="*/ 130970 h 354711"/>
                      <a:gd name="connsiteX143" fmla="*/ 584180 w 644929"/>
                      <a:gd name="connsiteY143" fmla="*/ 131292 h 354711"/>
                      <a:gd name="connsiteX144" fmla="*/ 522266 w 644929"/>
                      <a:gd name="connsiteY144" fmla="*/ 130002 h 354711"/>
                      <a:gd name="connsiteX145" fmla="*/ 521622 w 644929"/>
                      <a:gd name="connsiteY145" fmla="*/ 130002 h 354711"/>
                      <a:gd name="connsiteX146" fmla="*/ 518074 w 644929"/>
                      <a:gd name="connsiteY146" fmla="*/ 125488 h 354711"/>
                      <a:gd name="connsiteX147" fmla="*/ 537422 w 644929"/>
                      <a:gd name="connsiteY147" fmla="*/ 117104 h 354711"/>
                      <a:gd name="connsiteX148" fmla="*/ 549031 w 644929"/>
                      <a:gd name="connsiteY148" fmla="*/ 119039 h 354711"/>
                      <a:gd name="connsiteX149" fmla="*/ 551288 w 644929"/>
                      <a:gd name="connsiteY149" fmla="*/ 124198 h 354711"/>
                      <a:gd name="connsiteX150" fmla="*/ 546129 w 644929"/>
                      <a:gd name="connsiteY150" fmla="*/ 126455 h 354711"/>
                      <a:gd name="connsiteX151" fmla="*/ 537100 w 644929"/>
                      <a:gd name="connsiteY151" fmla="*/ 125165 h 354711"/>
                      <a:gd name="connsiteX152" fmla="*/ 525814 w 644929"/>
                      <a:gd name="connsiteY152" fmla="*/ 127423 h 354711"/>
                      <a:gd name="connsiteX153" fmla="*/ 522266 w 644929"/>
                      <a:gd name="connsiteY153" fmla="*/ 130002 h 354711"/>
                      <a:gd name="connsiteX154" fmla="*/ 639644 w 644929"/>
                      <a:gd name="connsiteY154" fmla="*/ 103238 h 354711"/>
                      <a:gd name="connsiteX155" fmla="*/ 635774 w 644929"/>
                      <a:gd name="connsiteY155" fmla="*/ 100658 h 354711"/>
                      <a:gd name="connsiteX156" fmla="*/ 638031 w 644929"/>
                      <a:gd name="connsiteY156" fmla="*/ 95499 h 354711"/>
                      <a:gd name="connsiteX157" fmla="*/ 656734 w 644929"/>
                      <a:gd name="connsiteY157" fmla="*/ 86470 h 354711"/>
                      <a:gd name="connsiteX158" fmla="*/ 659959 w 644929"/>
                      <a:gd name="connsiteY158" fmla="*/ 83245 h 354711"/>
                      <a:gd name="connsiteX159" fmla="*/ 665763 w 644929"/>
                      <a:gd name="connsiteY159" fmla="*/ 83568 h 354711"/>
                      <a:gd name="connsiteX160" fmla="*/ 665441 w 644929"/>
                      <a:gd name="connsiteY160" fmla="*/ 89372 h 354711"/>
                      <a:gd name="connsiteX161" fmla="*/ 662539 w 644929"/>
                      <a:gd name="connsiteY161" fmla="*/ 92274 h 354711"/>
                      <a:gd name="connsiteX162" fmla="*/ 640933 w 644929"/>
                      <a:gd name="connsiteY162" fmla="*/ 103238 h 354711"/>
                      <a:gd name="connsiteX163" fmla="*/ 639644 w 644929"/>
                      <a:gd name="connsiteY163" fmla="*/ 103238 h 354711"/>
                      <a:gd name="connsiteX164" fmla="*/ 668343 w 644929"/>
                      <a:gd name="connsiteY164" fmla="*/ 60028 h 354711"/>
                      <a:gd name="connsiteX165" fmla="*/ 665118 w 644929"/>
                      <a:gd name="connsiteY165" fmla="*/ 58415 h 354711"/>
                      <a:gd name="connsiteX166" fmla="*/ 655767 w 644929"/>
                      <a:gd name="connsiteY166" fmla="*/ 52611 h 354711"/>
                      <a:gd name="connsiteX167" fmla="*/ 642868 w 644929"/>
                      <a:gd name="connsiteY167" fmla="*/ 47774 h 354711"/>
                      <a:gd name="connsiteX168" fmla="*/ 641579 w 644929"/>
                      <a:gd name="connsiteY168" fmla="*/ 42292 h 354711"/>
                      <a:gd name="connsiteX169" fmla="*/ 647060 w 644929"/>
                      <a:gd name="connsiteY169" fmla="*/ 41002 h 354711"/>
                      <a:gd name="connsiteX170" fmla="*/ 657057 w 644929"/>
                      <a:gd name="connsiteY170" fmla="*/ 44549 h 354711"/>
                      <a:gd name="connsiteX171" fmla="*/ 671890 w 644929"/>
                      <a:gd name="connsiteY171" fmla="*/ 53901 h 354711"/>
                      <a:gd name="connsiteX172" fmla="*/ 670923 w 644929"/>
                      <a:gd name="connsiteY172" fmla="*/ 59383 h 354711"/>
                      <a:gd name="connsiteX173" fmla="*/ 668343 w 644929"/>
                      <a:gd name="connsiteY173" fmla="*/ 60028 h 354711"/>
                      <a:gd name="connsiteX174" fmla="*/ 614491 w 644929"/>
                      <a:gd name="connsiteY174" fmla="*/ 27459 h 354711"/>
                      <a:gd name="connsiteX175" fmla="*/ 610622 w 644929"/>
                      <a:gd name="connsiteY175" fmla="*/ 24556 h 354711"/>
                      <a:gd name="connsiteX176" fmla="*/ 610299 w 644929"/>
                      <a:gd name="connsiteY176" fmla="*/ 22944 h 354711"/>
                      <a:gd name="connsiteX177" fmla="*/ 604495 w 644929"/>
                      <a:gd name="connsiteY177" fmla="*/ 16495 h 354711"/>
                      <a:gd name="connsiteX178" fmla="*/ 594176 w 644929"/>
                      <a:gd name="connsiteY178" fmla="*/ 4886 h 354711"/>
                      <a:gd name="connsiteX179" fmla="*/ 597401 w 644929"/>
                      <a:gd name="connsiteY179" fmla="*/ 49 h 354711"/>
                      <a:gd name="connsiteX180" fmla="*/ 602238 w 644929"/>
                      <a:gd name="connsiteY180" fmla="*/ 3274 h 354711"/>
                      <a:gd name="connsiteX181" fmla="*/ 607397 w 644929"/>
                      <a:gd name="connsiteY181" fmla="*/ 8756 h 354711"/>
                      <a:gd name="connsiteX182" fmla="*/ 618683 w 644929"/>
                      <a:gd name="connsiteY182" fmla="*/ 21009 h 354711"/>
                      <a:gd name="connsiteX183" fmla="*/ 619006 w 644929"/>
                      <a:gd name="connsiteY183" fmla="*/ 22299 h 354711"/>
                      <a:gd name="connsiteX184" fmla="*/ 616104 w 644929"/>
                      <a:gd name="connsiteY184" fmla="*/ 27136 h 354711"/>
                      <a:gd name="connsiteX185" fmla="*/ 614491 w 644929"/>
                      <a:gd name="connsiteY185" fmla="*/ 27459 h 3547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</a:cxnLst>
                    <a:rect l="l" t="t" r="r" b="b"/>
                    <a:pathLst>
                      <a:path w="644929" h="354711">
                        <a:moveTo>
                          <a:pt x="76943" y="368626"/>
                        </a:moveTo>
                        <a:cubicBezTo>
                          <a:pt x="74041" y="368949"/>
                          <a:pt x="71461" y="368304"/>
                          <a:pt x="67914" y="367659"/>
                        </a:cubicBezTo>
                        <a:cubicBezTo>
                          <a:pt x="65656" y="367337"/>
                          <a:pt x="64367" y="365079"/>
                          <a:pt x="64689" y="362822"/>
                        </a:cubicBezTo>
                        <a:cubicBezTo>
                          <a:pt x="65012" y="360565"/>
                          <a:pt x="67269" y="359275"/>
                          <a:pt x="69526" y="359597"/>
                        </a:cubicBezTo>
                        <a:cubicBezTo>
                          <a:pt x="72428" y="360243"/>
                          <a:pt x="75008" y="360565"/>
                          <a:pt x="76943" y="360565"/>
                        </a:cubicBezTo>
                        <a:cubicBezTo>
                          <a:pt x="76943" y="360565"/>
                          <a:pt x="76943" y="360565"/>
                          <a:pt x="76943" y="360565"/>
                        </a:cubicBezTo>
                        <a:cubicBezTo>
                          <a:pt x="82425" y="360565"/>
                          <a:pt x="84682" y="358630"/>
                          <a:pt x="89519" y="354116"/>
                        </a:cubicBezTo>
                        <a:lnTo>
                          <a:pt x="90486" y="353148"/>
                        </a:lnTo>
                        <a:cubicBezTo>
                          <a:pt x="92099" y="351536"/>
                          <a:pt x="94678" y="351858"/>
                          <a:pt x="96291" y="353471"/>
                        </a:cubicBezTo>
                        <a:cubicBezTo>
                          <a:pt x="97903" y="355083"/>
                          <a:pt x="97581" y="357663"/>
                          <a:pt x="95968" y="359275"/>
                        </a:cubicBezTo>
                        <a:lnTo>
                          <a:pt x="95001" y="360243"/>
                        </a:lnTo>
                        <a:cubicBezTo>
                          <a:pt x="89841" y="364757"/>
                          <a:pt x="85649" y="368626"/>
                          <a:pt x="76943" y="368626"/>
                        </a:cubicBezTo>
                        <a:close/>
                        <a:moveTo>
                          <a:pt x="17609" y="364112"/>
                        </a:moveTo>
                        <a:cubicBezTo>
                          <a:pt x="13417" y="364112"/>
                          <a:pt x="8580" y="363145"/>
                          <a:pt x="2776" y="361532"/>
                        </a:cubicBezTo>
                        <a:cubicBezTo>
                          <a:pt x="519" y="360887"/>
                          <a:pt x="-449" y="358630"/>
                          <a:pt x="196" y="356373"/>
                        </a:cubicBezTo>
                        <a:cubicBezTo>
                          <a:pt x="841" y="354116"/>
                          <a:pt x="3098" y="353148"/>
                          <a:pt x="5356" y="353793"/>
                        </a:cubicBezTo>
                        <a:cubicBezTo>
                          <a:pt x="10193" y="355405"/>
                          <a:pt x="14385" y="356050"/>
                          <a:pt x="17609" y="356050"/>
                        </a:cubicBezTo>
                        <a:lnTo>
                          <a:pt x="18577" y="356050"/>
                        </a:lnTo>
                        <a:cubicBezTo>
                          <a:pt x="21801" y="356050"/>
                          <a:pt x="24703" y="355728"/>
                          <a:pt x="27606" y="355405"/>
                        </a:cubicBezTo>
                        <a:lnTo>
                          <a:pt x="30830" y="355083"/>
                        </a:lnTo>
                        <a:cubicBezTo>
                          <a:pt x="33088" y="354761"/>
                          <a:pt x="35022" y="356373"/>
                          <a:pt x="35345" y="358630"/>
                        </a:cubicBezTo>
                        <a:cubicBezTo>
                          <a:pt x="35667" y="360887"/>
                          <a:pt x="34055" y="362822"/>
                          <a:pt x="31798" y="363145"/>
                        </a:cubicBezTo>
                        <a:lnTo>
                          <a:pt x="28895" y="363467"/>
                        </a:lnTo>
                        <a:cubicBezTo>
                          <a:pt x="25993" y="363790"/>
                          <a:pt x="22769" y="364112"/>
                          <a:pt x="19544" y="364112"/>
                        </a:cubicBezTo>
                        <a:cubicBezTo>
                          <a:pt x="18577" y="364112"/>
                          <a:pt x="18254" y="364112"/>
                          <a:pt x="17609" y="364112"/>
                        </a:cubicBezTo>
                        <a:close/>
                        <a:moveTo>
                          <a:pt x="119186" y="332511"/>
                        </a:moveTo>
                        <a:cubicBezTo>
                          <a:pt x="117896" y="332511"/>
                          <a:pt x="116283" y="331865"/>
                          <a:pt x="115638" y="330576"/>
                        </a:cubicBezTo>
                        <a:cubicBezTo>
                          <a:pt x="114671" y="328641"/>
                          <a:pt x="115316" y="326061"/>
                          <a:pt x="117251" y="325093"/>
                        </a:cubicBezTo>
                        <a:cubicBezTo>
                          <a:pt x="122733" y="321869"/>
                          <a:pt x="129827" y="319612"/>
                          <a:pt x="137889" y="318322"/>
                        </a:cubicBezTo>
                        <a:cubicBezTo>
                          <a:pt x="140468" y="318000"/>
                          <a:pt x="142725" y="317677"/>
                          <a:pt x="144983" y="317355"/>
                        </a:cubicBezTo>
                        <a:cubicBezTo>
                          <a:pt x="147240" y="317032"/>
                          <a:pt x="149175" y="318644"/>
                          <a:pt x="149497" y="320902"/>
                        </a:cubicBezTo>
                        <a:cubicBezTo>
                          <a:pt x="149820" y="323159"/>
                          <a:pt x="148207" y="325093"/>
                          <a:pt x="145950" y="325416"/>
                        </a:cubicBezTo>
                        <a:cubicBezTo>
                          <a:pt x="144015" y="325739"/>
                          <a:pt x="141758" y="325739"/>
                          <a:pt x="139501" y="326061"/>
                        </a:cubicBezTo>
                        <a:cubicBezTo>
                          <a:pt x="132084" y="327029"/>
                          <a:pt x="126280" y="328963"/>
                          <a:pt x="121443" y="331865"/>
                        </a:cubicBezTo>
                        <a:cubicBezTo>
                          <a:pt x="120475" y="332511"/>
                          <a:pt x="119831" y="332511"/>
                          <a:pt x="119186" y="332511"/>
                        </a:cubicBezTo>
                        <a:close/>
                        <a:moveTo>
                          <a:pt x="192385" y="331220"/>
                        </a:moveTo>
                        <a:cubicBezTo>
                          <a:pt x="188516" y="331220"/>
                          <a:pt x="184968" y="330576"/>
                          <a:pt x="182066" y="329931"/>
                        </a:cubicBezTo>
                        <a:cubicBezTo>
                          <a:pt x="179809" y="329286"/>
                          <a:pt x="178519" y="327351"/>
                          <a:pt x="179164" y="325093"/>
                        </a:cubicBezTo>
                        <a:cubicBezTo>
                          <a:pt x="179809" y="322836"/>
                          <a:pt x="181744" y="321546"/>
                          <a:pt x="184001" y="322191"/>
                        </a:cubicBezTo>
                        <a:cubicBezTo>
                          <a:pt x="186581" y="322836"/>
                          <a:pt x="189483" y="323482"/>
                          <a:pt x="192385" y="323482"/>
                        </a:cubicBezTo>
                        <a:lnTo>
                          <a:pt x="193353" y="323482"/>
                        </a:lnTo>
                        <a:cubicBezTo>
                          <a:pt x="197545" y="323159"/>
                          <a:pt x="202059" y="321546"/>
                          <a:pt x="206896" y="318644"/>
                        </a:cubicBezTo>
                        <a:cubicBezTo>
                          <a:pt x="208831" y="317677"/>
                          <a:pt x="211411" y="318000"/>
                          <a:pt x="212378" y="319934"/>
                        </a:cubicBezTo>
                        <a:cubicBezTo>
                          <a:pt x="213668" y="321869"/>
                          <a:pt x="213023" y="324449"/>
                          <a:pt x="211088" y="325416"/>
                        </a:cubicBezTo>
                        <a:cubicBezTo>
                          <a:pt x="204961" y="328963"/>
                          <a:pt x="199157" y="330898"/>
                          <a:pt x="193997" y="331220"/>
                        </a:cubicBezTo>
                        <a:cubicBezTo>
                          <a:pt x="193353" y="331220"/>
                          <a:pt x="192708" y="331220"/>
                          <a:pt x="192385" y="331220"/>
                        </a:cubicBezTo>
                        <a:close/>
                        <a:moveTo>
                          <a:pt x="239465" y="303166"/>
                        </a:moveTo>
                        <a:cubicBezTo>
                          <a:pt x="237853" y="303166"/>
                          <a:pt x="236563" y="302199"/>
                          <a:pt x="235918" y="300909"/>
                        </a:cubicBezTo>
                        <a:cubicBezTo>
                          <a:pt x="234950" y="298974"/>
                          <a:pt x="235595" y="296394"/>
                          <a:pt x="237853" y="295427"/>
                        </a:cubicBezTo>
                        <a:cubicBezTo>
                          <a:pt x="243012" y="292847"/>
                          <a:pt x="253008" y="288655"/>
                          <a:pt x="262037" y="288010"/>
                        </a:cubicBezTo>
                        <a:lnTo>
                          <a:pt x="265262" y="287688"/>
                        </a:lnTo>
                        <a:cubicBezTo>
                          <a:pt x="267519" y="287365"/>
                          <a:pt x="269454" y="289300"/>
                          <a:pt x="269454" y="291557"/>
                        </a:cubicBezTo>
                        <a:cubicBezTo>
                          <a:pt x="269454" y="293815"/>
                          <a:pt x="267842" y="295749"/>
                          <a:pt x="265585" y="295749"/>
                        </a:cubicBezTo>
                        <a:lnTo>
                          <a:pt x="262360" y="296072"/>
                        </a:lnTo>
                        <a:cubicBezTo>
                          <a:pt x="256556" y="296394"/>
                          <a:pt x="249139" y="298652"/>
                          <a:pt x="241077" y="302521"/>
                        </a:cubicBezTo>
                        <a:cubicBezTo>
                          <a:pt x="240755" y="303166"/>
                          <a:pt x="240110" y="303166"/>
                          <a:pt x="239465" y="303166"/>
                        </a:cubicBezTo>
                        <a:close/>
                        <a:moveTo>
                          <a:pt x="290092" y="275434"/>
                        </a:moveTo>
                        <a:cubicBezTo>
                          <a:pt x="289769" y="275434"/>
                          <a:pt x="289447" y="275434"/>
                          <a:pt x="289124" y="275434"/>
                        </a:cubicBezTo>
                        <a:cubicBezTo>
                          <a:pt x="286867" y="274789"/>
                          <a:pt x="285577" y="272854"/>
                          <a:pt x="286222" y="270597"/>
                        </a:cubicBezTo>
                        <a:cubicBezTo>
                          <a:pt x="287512" y="265760"/>
                          <a:pt x="288802" y="260278"/>
                          <a:pt x="290414" y="254474"/>
                        </a:cubicBezTo>
                        <a:lnTo>
                          <a:pt x="292994" y="244155"/>
                        </a:lnTo>
                        <a:cubicBezTo>
                          <a:pt x="293639" y="241898"/>
                          <a:pt x="295574" y="240608"/>
                          <a:pt x="297831" y="241253"/>
                        </a:cubicBezTo>
                        <a:cubicBezTo>
                          <a:pt x="300088" y="241898"/>
                          <a:pt x="301378" y="243832"/>
                          <a:pt x="300733" y="246090"/>
                        </a:cubicBezTo>
                        <a:lnTo>
                          <a:pt x="298154" y="256409"/>
                        </a:lnTo>
                        <a:cubicBezTo>
                          <a:pt x="296541" y="262213"/>
                          <a:pt x="295251" y="267695"/>
                          <a:pt x="294284" y="272532"/>
                        </a:cubicBezTo>
                        <a:cubicBezTo>
                          <a:pt x="293639" y="274144"/>
                          <a:pt x="292027" y="275434"/>
                          <a:pt x="290092" y="275434"/>
                        </a:cubicBezTo>
                        <a:close/>
                        <a:moveTo>
                          <a:pt x="324273" y="227387"/>
                        </a:moveTo>
                        <a:cubicBezTo>
                          <a:pt x="322338" y="227387"/>
                          <a:pt x="320726" y="226097"/>
                          <a:pt x="320404" y="224162"/>
                        </a:cubicBezTo>
                        <a:cubicBezTo>
                          <a:pt x="320081" y="221905"/>
                          <a:pt x="321371" y="219970"/>
                          <a:pt x="323628" y="219325"/>
                        </a:cubicBezTo>
                        <a:cubicBezTo>
                          <a:pt x="326208" y="218680"/>
                          <a:pt x="328788" y="218358"/>
                          <a:pt x="332012" y="217390"/>
                        </a:cubicBezTo>
                        <a:cubicBezTo>
                          <a:pt x="339106" y="215778"/>
                          <a:pt x="344588" y="213521"/>
                          <a:pt x="348781" y="211586"/>
                        </a:cubicBezTo>
                        <a:cubicBezTo>
                          <a:pt x="350715" y="210619"/>
                          <a:pt x="353295" y="211586"/>
                          <a:pt x="353940" y="213521"/>
                        </a:cubicBezTo>
                        <a:cubicBezTo>
                          <a:pt x="354907" y="215456"/>
                          <a:pt x="353940" y="218035"/>
                          <a:pt x="352005" y="218680"/>
                        </a:cubicBezTo>
                        <a:cubicBezTo>
                          <a:pt x="347491" y="220615"/>
                          <a:pt x="341364" y="223195"/>
                          <a:pt x="333625" y="224807"/>
                        </a:cubicBezTo>
                        <a:cubicBezTo>
                          <a:pt x="330400" y="225452"/>
                          <a:pt x="327820" y="226097"/>
                          <a:pt x="324918" y="226742"/>
                        </a:cubicBezTo>
                        <a:cubicBezTo>
                          <a:pt x="324596" y="227387"/>
                          <a:pt x="324596" y="227387"/>
                          <a:pt x="324273" y="227387"/>
                        </a:cubicBezTo>
                        <a:close/>
                        <a:moveTo>
                          <a:pt x="385864" y="207071"/>
                        </a:moveTo>
                        <a:cubicBezTo>
                          <a:pt x="383929" y="207071"/>
                          <a:pt x="382317" y="205782"/>
                          <a:pt x="381994" y="203524"/>
                        </a:cubicBezTo>
                        <a:cubicBezTo>
                          <a:pt x="381672" y="201267"/>
                          <a:pt x="383284" y="199332"/>
                          <a:pt x="385219" y="199010"/>
                        </a:cubicBezTo>
                        <a:cubicBezTo>
                          <a:pt x="387154" y="198688"/>
                          <a:pt x="389089" y="198365"/>
                          <a:pt x="391346" y="198365"/>
                        </a:cubicBezTo>
                        <a:cubicBezTo>
                          <a:pt x="394893" y="198042"/>
                          <a:pt x="398118" y="197720"/>
                          <a:pt x="401342" y="197720"/>
                        </a:cubicBezTo>
                        <a:cubicBezTo>
                          <a:pt x="405534" y="197720"/>
                          <a:pt x="409726" y="198042"/>
                          <a:pt x="413596" y="198688"/>
                        </a:cubicBezTo>
                        <a:cubicBezTo>
                          <a:pt x="415853" y="199010"/>
                          <a:pt x="417143" y="201267"/>
                          <a:pt x="416821" y="203202"/>
                        </a:cubicBezTo>
                        <a:cubicBezTo>
                          <a:pt x="416498" y="205137"/>
                          <a:pt x="414241" y="206749"/>
                          <a:pt x="412306" y="206427"/>
                        </a:cubicBezTo>
                        <a:cubicBezTo>
                          <a:pt x="408759" y="205782"/>
                          <a:pt x="405212" y="205782"/>
                          <a:pt x="401342" y="205459"/>
                        </a:cubicBezTo>
                        <a:cubicBezTo>
                          <a:pt x="398440" y="205459"/>
                          <a:pt x="395215" y="205459"/>
                          <a:pt x="392313" y="205782"/>
                        </a:cubicBezTo>
                        <a:cubicBezTo>
                          <a:pt x="390378" y="206104"/>
                          <a:pt x="388444" y="206104"/>
                          <a:pt x="386831" y="206427"/>
                        </a:cubicBezTo>
                        <a:cubicBezTo>
                          <a:pt x="386509" y="207071"/>
                          <a:pt x="386186" y="207071"/>
                          <a:pt x="385864" y="207071"/>
                        </a:cubicBezTo>
                        <a:close/>
                        <a:moveTo>
                          <a:pt x="441650" y="195463"/>
                        </a:moveTo>
                        <a:cubicBezTo>
                          <a:pt x="441328" y="195463"/>
                          <a:pt x="441005" y="195463"/>
                          <a:pt x="440683" y="195463"/>
                        </a:cubicBezTo>
                        <a:cubicBezTo>
                          <a:pt x="438426" y="194818"/>
                          <a:pt x="437136" y="192883"/>
                          <a:pt x="437781" y="190626"/>
                        </a:cubicBezTo>
                        <a:cubicBezTo>
                          <a:pt x="438748" y="187401"/>
                          <a:pt x="439070" y="183854"/>
                          <a:pt x="439070" y="180629"/>
                        </a:cubicBezTo>
                        <a:cubicBezTo>
                          <a:pt x="439070" y="177405"/>
                          <a:pt x="438748" y="174180"/>
                          <a:pt x="437781" y="171600"/>
                        </a:cubicBezTo>
                        <a:cubicBezTo>
                          <a:pt x="437136" y="169343"/>
                          <a:pt x="436491" y="167408"/>
                          <a:pt x="436491" y="165151"/>
                        </a:cubicBezTo>
                        <a:cubicBezTo>
                          <a:pt x="436168" y="162894"/>
                          <a:pt x="437781" y="160959"/>
                          <a:pt x="440038" y="160637"/>
                        </a:cubicBezTo>
                        <a:cubicBezTo>
                          <a:pt x="442295" y="160314"/>
                          <a:pt x="444230" y="161927"/>
                          <a:pt x="444553" y="164184"/>
                        </a:cubicBezTo>
                        <a:cubicBezTo>
                          <a:pt x="444553" y="165473"/>
                          <a:pt x="444875" y="167086"/>
                          <a:pt x="445520" y="168698"/>
                        </a:cubicBezTo>
                        <a:cubicBezTo>
                          <a:pt x="446810" y="172245"/>
                          <a:pt x="447455" y="176115"/>
                          <a:pt x="447455" y="180307"/>
                        </a:cubicBezTo>
                        <a:cubicBezTo>
                          <a:pt x="447455" y="184176"/>
                          <a:pt x="446810" y="188369"/>
                          <a:pt x="445842" y="192238"/>
                        </a:cubicBezTo>
                        <a:cubicBezTo>
                          <a:pt x="445197" y="194173"/>
                          <a:pt x="443585" y="195463"/>
                          <a:pt x="441650" y="195463"/>
                        </a:cubicBezTo>
                        <a:close/>
                        <a:moveTo>
                          <a:pt x="531618" y="194495"/>
                        </a:moveTo>
                        <a:cubicBezTo>
                          <a:pt x="528393" y="194495"/>
                          <a:pt x="525169" y="193851"/>
                          <a:pt x="522266" y="192238"/>
                        </a:cubicBezTo>
                        <a:cubicBezTo>
                          <a:pt x="519042" y="190626"/>
                          <a:pt x="515172" y="189013"/>
                          <a:pt x="511625" y="187401"/>
                        </a:cubicBezTo>
                        <a:lnTo>
                          <a:pt x="510980" y="187079"/>
                        </a:lnTo>
                        <a:cubicBezTo>
                          <a:pt x="509046" y="186111"/>
                          <a:pt x="508078" y="183854"/>
                          <a:pt x="508723" y="181919"/>
                        </a:cubicBezTo>
                        <a:cubicBezTo>
                          <a:pt x="509690" y="179985"/>
                          <a:pt x="511948" y="179017"/>
                          <a:pt x="513882" y="179662"/>
                        </a:cubicBezTo>
                        <a:lnTo>
                          <a:pt x="514527" y="179985"/>
                        </a:lnTo>
                        <a:cubicBezTo>
                          <a:pt x="518397" y="181597"/>
                          <a:pt x="522266" y="183209"/>
                          <a:pt x="525814" y="185144"/>
                        </a:cubicBezTo>
                        <a:cubicBezTo>
                          <a:pt x="529361" y="186756"/>
                          <a:pt x="533230" y="187079"/>
                          <a:pt x="536132" y="185466"/>
                        </a:cubicBezTo>
                        <a:cubicBezTo>
                          <a:pt x="538067" y="184499"/>
                          <a:pt x="540647" y="185144"/>
                          <a:pt x="541614" y="187079"/>
                        </a:cubicBezTo>
                        <a:cubicBezTo>
                          <a:pt x="542582" y="189013"/>
                          <a:pt x="541937" y="191593"/>
                          <a:pt x="540002" y="192561"/>
                        </a:cubicBezTo>
                        <a:cubicBezTo>
                          <a:pt x="537422" y="193851"/>
                          <a:pt x="534520" y="194495"/>
                          <a:pt x="531618" y="194495"/>
                        </a:cubicBezTo>
                        <a:close/>
                        <a:moveTo>
                          <a:pt x="527748" y="163539"/>
                        </a:moveTo>
                        <a:cubicBezTo>
                          <a:pt x="527103" y="163539"/>
                          <a:pt x="526459" y="163539"/>
                          <a:pt x="526136" y="163216"/>
                        </a:cubicBezTo>
                        <a:cubicBezTo>
                          <a:pt x="522912" y="161604"/>
                          <a:pt x="519364" y="160637"/>
                          <a:pt x="516140" y="159347"/>
                        </a:cubicBezTo>
                        <a:cubicBezTo>
                          <a:pt x="509046" y="157090"/>
                          <a:pt x="501629" y="154832"/>
                          <a:pt x="501629" y="147093"/>
                        </a:cubicBezTo>
                        <a:cubicBezTo>
                          <a:pt x="501629" y="144836"/>
                          <a:pt x="503563" y="142901"/>
                          <a:pt x="505821" y="142901"/>
                        </a:cubicBezTo>
                        <a:cubicBezTo>
                          <a:pt x="508078" y="142901"/>
                          <a:pt x="510013" y="144513"/>
                          <a:pt x="510013" y="146771"/>
                        </a:cubicBezTo>
                        <a:lnTo>
                          <a:pt x="510013" y="147093"/>
                        </a:lnTo>
                        <a:cubicBezTo>
                          <a:pt x="510013" y="148705"/>
                          <a:pt x="513560" y="149995"/>
                          <a:pt x="519042" y="151608"/>
                        </a:cubicBezTo>
                        <a:cubicBezTo>
                          <a:pt x="522589" y="152575"/>
                          <a:pt x="526459" y="153865"/>
                          <a:pt x="530328" y="155800"/>
                        </a:cubicBezTo>
                        <a:cubicBezTo>
                          <a:pt x="532263" y="156767"/>
                          <a:pt x="533230" y="159024"/>
                          <a:pt x="532263" y="161281"/>
                        </a:cubicBezTo>
                        <a:cubicBezTo>
                          <a:pt x="530651" y="162571"/>
                          <a:pt x="529361" y="163539"/>
                          <a:pt x="527748" y="163539"/>
                        </a:cubicBezTo>
                        <a:close/>
                        <a:moveTo>
                          <a:pt x="484861" y="163539"/>
                        </a:moveTo>
                        <a:cubicBezTo>
                          <a:pt x="483248" y="163539"/>
                          <a:pt x="481958" y="162894"/>
                          <a:pt x="481314" y="161281"/>
                        </a:cubicBezTo>
                        <a:cubicBezTo>
                          <a:pt x="478734" y="156122"/>
                          <a:pt x="472929" y="145158"/>
                          <a:pt x="466802" y="145158"/>
                        </a:cubicBezTo>
                        <a:lnTo>
                          <a:pt x="466802" y="145158"/>
                        </a:lnTo>
                        <a:lnTo>
                          <a:pt x="466802" y="137097"/>
                        </a:lnTo>
                        <a:lnTo>
                          <a:pt x="466802" y="137097"/>
                        </a:lnTo>
                        <a:cubicBezTo>
                          <a:pt x="478089" y="137097"/>
                          <a:pt x="484861" y="150640"/>
                          <a:pt x="488730" y="157734"/>
                        </a:cubicBezTo>
                        <a:cubicBezTo>
                          <a:pt x="489697" y="159669"/>
                          <a:pt x="489053" y="162249"/>
                          <a:pt x="487118" y="163216"/>
                        </a:cubicBezTo>
                        <a:cubicBezTo>
                          <a:pt x="486151" y="163216"/>
                          <a:pt x="485505" y="163539"/>
                          <a:pt x="484861" y="163539"/>
                        </a:cubicBezTo>
                        <a:close/>
                        <a:moveTo>
                          <a:pt x="584180" y="131292"/>
                        </a:moveTo>
                        <a:cubicBezTo>
                          <a:pt x="582245" y="131292"/>
                          <a:pt x="580632" y="130002"/>
                          <a:pt x="580310" y="128068"/>
                        </a:cubicBezTo>
                        <a:cubicBezTo>
                          <a:pt x="579988" y="125810"/>
                          <a:pt x="581278" y="123876"/>
                          <a:pt x="583535" y="123231"/>
                        </a:cubicBezTo>
                        <a:cubicBezTo>
                          <a:pt x="588372" y="122263"/>
                          <a:pt x="589339" y="120329"/>
                          <a:pt x="592564" y="114524"/>
                        </a:cubicBezTo>
                        <a:lnTo>
                          <a:pt x="593854" y="111944"/>
                        </a:lnTo>
                        <a:cubicBezTo>
                          <a:pt x="595466" y="109042"/>
                          <a:pt x="597723" y="106785"/>
                          <a:pt x="600625" y="104850"/>
                        </a:cubicBezTo>
                        <a:cubicBezTo>
                          <a:pt x="602560" y="103883"/>
                          <a:pt x="605140" y="104528"/>
                          <a:pt x="606107" y="106463"/>
                        </a:cubicBezTo>
                        <a:cubicBezTo>
                          <a:pt x="607075" y="108397"/>
                          <a:pt x="606430" y="110977"/>
                          <a:pt x="604495" y="111944"/>
                        </a:cubicBezTo>
                        <a:cubicBezTo>
                          <a:pt x="602883" y="112912"/>
                          <a:pt x="601593" y="114202"/>
                          <a:pt x="600625" y="115814"/>
                        </a:cubicBezTo>
                        <a:lnTo>
                          <a:pt x="599336" y="118394"/>
                        </a:lnTo>
                        <a:cubicBezTo>
                          <a:pt x="595788" y="124521"/>
                          <a:pt x="593531" y="129358"/>
                          <a:pt x="584825" y="130970"/>
                        </a:cubicBezTo>
                        <a:cubicBezTo>
                          <a:pt x="584825" y="131292"/>
                          <a:pt x="584502" y="131292"/>
                          <a:pt x="584180" y="131292"/>
                        </a:cubicBezTo>
                        <a:close/>
                        <a:moveTo>
                          <a:pt x="522266" y="130002"/>
                        </a:moveTo>
                        <a:cubicBezTo>
                          <a:pt x="521944" y="130002"/>
                          <a:pt x="521944" y="130002"/>
                          <a:pt x="521622" y="130002"/>
                        </a:cubicBezTo>
                        <a:cubicBezTo>
                          <a:pt x="519364" y="129680"/>
                          <a:pt x="517752" y="127745"/>
                          <a:pt x="518074" y="125488"/>
                        </a:cubicBezTo>
                        <a:cubicBezTo>
                          <a:pt x="519364" y="117426"/>
                          <a:pt x="535488" y="117104"/>
                          <a:pt x="537422" y="117104"/>
                        </a:cubicBezTo>
                        <a:cubicBezTo>
                          <a:pt x="540647" y="117104"/>
                          <a:pt x="545161" y="117426"/>
                          <a:pt x="549031" y="119039"/>
                        </a:cubicBezTo>
                        <a:cubicBezTo>
                          <a:pt x="550966" y="119683"/>
                          <a:pt x="552256" y="122263"/>
                          <a:pt x="551288" y="124198"/>
                        </a:cubicBezTo>
                        <a:cubicBezTo>
                          <a:pt x="550644" y="126133"/>
                          <a:pt x="548064" y="127423"/>
                          <a:pt x="546129" y="126455"/>
                        </a:cubicBezTo>
                        <a:cubicBezTo>
                          <a:pt x="543872" y="125488"/>
                          <a:pt x="540647" y="125165"/>
                          <a:pt x="537100" y="125165"/>
                        </a:cubicBezTo>
                        <a:cubicBezTo>
                          <a:pt x="531295" y="125165"/>
                          <a:pt x="526781" y="126455"/>
                          <a:pt x="525814" y="127423"/>
                        </a:cubicBezTo>
                        <a:cubicBezTo>
                          <a:pt x="525491" y="129035"/>
                          <a:pt x="523879" y="130002"/>
                          <a:pt x="522266" y="130002"/>
                        </a:cubicBezTo>
                        <a:close/>
                        <a:moveTo>
                          <a:pt x="639644" y="103238"/>
                        </a:moveTo>
                        <a:cubicBezTo>
                          <a:pt x="638031" y="103238"/>
                          <a:pt x="636419" y="102270"/>
                          <a:pt x="635774" y="100658"/>
                        </a:cubicBezTo>
                        <a:cubicBezTo>
                          <a:pt x="635129" y="98723"/>
                          <a:pt x="636096" y="96144"/>
                          <a:pt x="638031" y="95499"/>
                        </a:cubicBezTo>
                        <a:cubicBezTo>
                          <a:pt x="653187" y="90017"/>
                          <a:pt x="653510" y="89694"/>
                          <a:pt x="656734" y="86470"/>
                        </a:cubicBezTo>
                        <a:cubicBezTo>
                          <a:pt x="657702" y="85502"/>
                          <a:pt x="658669" y="84535"/>
                          <a:pt x="659959" y="83245"/>
                        </a:cubicBezTo>
                        <a:cubicBezTo>
                          <a:pt x="661571" y="81633"/>
                          <a:pt x="664151" y="81955"/>
                          <a:pt x="665763" y="83568"/>
                        </a:cubicBezTo>
                        <a:cubicBezTo>
                          <a:pt x="667376" y="85180"/>
                          <a:pt x="667053" y="87760"/>
                          <a:pt x="665441" y="89372"/>
                        </a:cubicBezTo>
                        <a:cubicBezTo>
                          <a:pt x="664151" y="90662"/>
                          <a:pt x="663184" y="91629"/>
                          <a:pt x="662539" y="92274"/>
                        </a:cubicBezTo>
                        <a:cubicBezTo>
                          <a:pt x="658024" y="96789"/>
                          <a:pt x="656734" y="97434"/>
                          <a:pt x="640933" y="103238"/>
                        </a:cubicBezTo>
                        <a:cubicBezTo>
                          <a:pt x="640289" y="103238"/>
                          <a:pt x="639966" y="103238"/>
                          <a:pt x="639644" y="103238"/>
                        </a:cubicBezTo>
                        <a:close/>
                        <a:moveTo>
                          <a:pt x="668343" y="60028"/>
                        </a:moveTo>
                        <a:cubicBezTo>
                          <a:pt x="667053" y="60028"/>
                          <a:pt x="665763" y="59383"/>
                          <a:pt x="665118" y="58415"/>
                        </a:cubicBezTo>
                        <a:cubicBezTo>
                          <a:pt x="661571" y="53578"/>
                          <a:pt x="659636" y="53256"/>
                          <a:pt x="655767" y="52611"/>
                        </a:cubicBezTo>
                        <a:cubicBezTo>
                          <a:pt x="652542" y="51966"/>
                          <a:pt x="648028" y="51321"/>
                          <a:pt x="642868" y="47774"/>
                        </a:cubicBezTo>
                        <a:cubicBezTo>
                          <a:pt x="640933" y="46484"/>
                          <a:pt x="640611" y="43904"/>
                          <a:pt x="641579" y="42292"/>
                        </a:cubicBezTo>
                        <a:cubicBezTo>
                          <a:pt x="642868" y="40357"/>
                          <a:pt x="645125" y="40035"/>
                          <a:pt x="647060" y="41002"/>
                        </a:cubicBezTo>
                        <a:cubicBezTo>
                          <a:pt x="650930" y="43582"/>
                          <a:pt x="653832" y="43904"/>
                          <a:pt x="657057" y="44549"/>
                        </a:cubicBezTo>
                        <a:cubicBezTo>
                          <a:pt x="661571" y="45194"/>
                          <a:pt x="666408" y="46162"/>
                          <a:pt x="671890" y="53901"/>
                        </a:cubicBezTo>
                        <a:cubicBezTo>
                          <a:pt x="673180" y="55836"/>
                          <a:pt x="672535" y="58093"/>
                          <a:pt x="670923" y="59383"/>
                        </a:cubicBezTo>
                        <a:cubicBezTo>
                          <a:pt x="669955" y="59705"/>
                          <a:pt x="668988" y="60028"/>
                          <a:pt x="668343" y="60028"/>
                        </a:cubicBezTo>
                        <a:close/>
                        <a:moveTo>
                          <a:pt x="614491" y="27459"/>
                        </a:moveTo>
                        <a:cubicBezTo>
                          <a:pt x="612879" y="27459"/>
                          <a:pt x="610944" y="26169"/>
                          <a:pt x="610622" y="24556"/>
                        </a:cubicBezTo>
                        <a:cubicBezTo>
                          <a:pt x="610622" y="23911"/>
                          <a:pt x="610299" y="23589"/>
                          <a:pt x="610299" y="22944"/>
                        </a:cubicBezTo>
                        <a:cubicBezTo>
                          <a:pt x="609332" y="18430"/>
                          <a:pt x="607397" y="17785"/>
                          <a:pt x="604495" y="16495"/>
                        </a:cubicBezTo>
                        <a:cubicBezTo>
                          <a:pt x="600948" y="15205"/>
                          <a:pt x="595788" y="13270"/>
                          <a:pt x="594176" y="4886"/>
                        </a:cubicBezTo>
                        <a:cubicBezTo>
                          <a:pt x="593854" y="2629"/>
                          <a:pt x="595144" y="694"/>
                          <a:pt x="597401" y="49"/>
                        </a:cubicBezTo>
                        <a:cubicBezTo>
                          <a:pt x="599658" y="-273"/>
                          <a:pt x="601593" y="1016"/>
                          <a:pt x="602238" y="3274"/>
                        </a:cubicBezTo>
                        <a:cubicBezTo>
                          <a:pt x="602883" y="7143"/>
                          <a:pt x="604173" y="7788"/>
                          <a:pt x="607397" y="8756"/>
                        </a:cubicBezTo>
                        <a:cubicBezTo>
                          <a:pt x="610944" y="10045"/>
                          <a:pt x="616426" y="11980"/>
                          <a:pt x="618683" y="21009"/>
                        </a:cubicBezTo>
                        <a:cubicBezTo>
                          <a:pt x="618683" y="21332"/>
                          <a:pt x="619006" y="21977"/>
                          <a:pt x="619006" y="22299"/>
                        </a:cubicBezTo>
                        <a:cubicBezTo>
                          <a:pt x="619651" y="24556"/>
                          <a:pt x="618361" y="26814"/>
                          <a:pt x="616104" y="27136"/>
                        </a:cubicBezTo>
                        <a:cubicBezTo>
                          <a:pt x="615136" y="27459"/>
                          <a:pt x="614814" y="27459"/>
                          <a:pt x="614491" y="27459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78" name="Freeform: Shape 277">
                    <a:extLst>
                      <a:ext uri="{FF2B5EF4-FFF2-40B4-BE49-F238E27FC236}">
                        <a16:creationId xmlns:a16="http://schemas.microsoft.com/office/drawing/2014/main" id="{2BDEA17F-966A-E1E9-6081-72842AB42FC6}"/>
                      </a:ext>
                    </a:extLst>
                  </p:cNvPr>
                  <p:cNvSpPr/>
                  <p:nvPr/>
                </p:nvSpPr>
                <p:spPr>
                  <a:xfrm>
                    <a:off x="5424552" y="4794128"/>
                    <a:ext cx="32246" cy="32246"/>
                  </a:xfrm>
                  <a:custGeom>
                    <a:avLst/>
                    <a:gdLst>
                      <a:gd name="connsiteX0" fmla="*/ 24185 w 0"/>
                      <a:gd name="connsiteY0" fmla="*/ 20315 h 0"/>
                      <a:gd name="connsiteX1" fmla="*/ 20638 w 0"/>
                      <a:gd name="connsiteY1" fmla="*/ 18381 h 0"/>
                      <a:gd name="connsiteX2" fmla="*/ 15156 w 0"/>
                      <a:gd name="connsiteY2" fmla="*/ 8707 h 0"/>
                      <a:gd name="connsiteX3" fmla="*/ 3870 w 0"/>
                      <a:gd name="connsiteY3" fmla="*/ 8384 h 0"/>
                      <a:gd name="connsiteX4" fmla="*/ 0 w 0"/>
                      <a:gd name="connsiteY4" fmla="*/ 4192 h 0"/>
                      <a:gd name="connsiteX5" fmla="*/ 4192 w 0"/>
                      <a:gd name="connsiteY5" fmla="*/ 323 h 0"/>
                      <a:gd name="connsiteX6" fmla="*/ 16768 w 0"/>
                      <a:gd name="connsiteY6" fmla="*/ 323 h 0"/>
                      <a:gd name="connsiteX7" fmla="*/ 19348 w 0"/>
                      <a:gd name="connsiteY7" fmla="*/ 0 h 0"/>
                      <a:gd name="connsiteX8" fmla="*/ 20638 w 0"/>
                      <a:gd name="connsiteY8" fmla="*/ 2257 h 0"/>
                      <a:gd name="connsiteX9" fmla="*/ 27087 w 0"/>
                      <a:gd name="connsiteY9" fmla="*/ 13866 h 0"/>
                      <a:gd name="connsiteX10" fmla="*/ 25797 w 0"/>
                      <a:gd name="connsiteY10" fmla="*/ 19348 h 0"/>
                      <a:gd name="connsiteX11" fmla="*/ 24185 w 0"/>
                      <a:gd name="connsiteY11" fmla="*/ 2031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>
                        <a:moveTo>
                          <a:pt x="24185" y="20315"/>
                        </a:moveTo>
                        <a:cubicBezTo>
                          <a:pt x="22895" y="20315"/>
                          <a:pt x="21605" y="19670"/>
                          <a:pt x="20638" y="18381"/>
                        </a:cubicBezTo>
                        <a:cubicBezTo>
                          <a:pt x="19025" y="15801"/>
                          <a:pt x="17413" y="12576"/>
                          <a:pt x="15156" y="8707"/>
                        </a:cubicBezTo>
                        <a:cubicBezTo>
                          <a:pt x="12254" y="8707"/>
                          <a:pt x="8707" y="8707"/>
                          <a:pt x="3870" y="8384"/>
                        </a:cubicBezTo>
                        <a:cubicBezTo>
                          <a:pt x="1612" y="8384"/>
                          <a:pt x="0" y="6449"/>
                          <a:pt x="0" y="4192"/>
                        </a:cubicBezTo>
                        <a:cubicBezTo>
                          <a:pt x="0" y="1935"/>
                          <a:pt x="1935" y="323"/>
                          <a:pt x="4192" y="323"/>
                        </a:cubicBezTo>
                        <a:cubicBezTo>
                          <a:pt x="9996" y="645"/>
                          <a:pt x="14511" y="645"/>
                          <a:pt x="16768" y="323"/>
                        </a:cubicBezTo>
                        <a:lnTo>
                          <a:pt x="19348" y="0"/>
                        </a:lnTo>
                        <a:lnTo>
                          <a:pt x="20638" y="2257"/>
                        </a:lnTo>
                        <a:cubicBezTo>
                          <a:pt x="23217" y="7094"/>
                          <a:pt x="25475" y="10964"/>
                          <a:pt x="27087" y="13866"/>
                        </a:cubicBezTo>
                        <a:cubicBezTo>
                          <a:pt x="28054" y="15801"/>
                          <a:pt x="27732" y="18381"/>
                          <a:pt x="25797" y="19348"/>
                        </a:cubicBezTo>
                        <a:cubicBezTo>
                          <a:pt x="25475" y="19993"/>
                          <a:pt x="24830" y="20315"/>
                          <a:pt x="24185" y="20315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79" name="Freeform: Shape 278">
                    <a:extLst>
                      <a:ext uri="{FF2B5EF4-FFF2-40B4-BE49-F238E27FC236}">
                        <a16:creationId xmlns:a16="http://schemas.microsoft.com/office/drawing/2014/main" id="{6933598F-45F9-E8A4-1F4F-8F15D3894DD5}"/>
                      </a:ext>
                    </a:extLst>
                  </p:cNvPr>
                  <p:cNvSpPr/>
                  <p:nvPr/>
                </p:nvSpPr>
                <p:spPr>
                  <a:xfrm>
                    <a:off x="5294276" y="4791548"/>
                    <a:ext cx="96739" cy="257972"/>
                  </a:xfrm>
                  <a:custGeom>
                    <a:avLst/>
                    <a:gdLst>
                      <a:gd name="connsiteX0" fmla="*/ 0 w 96739"/>
                      <a:gd name="connsiteY0" fmla="*/ 263454 h 257971"/>
                      <a:gd name="connsiteX1" fmla="*/ 0 w 96739"/>
                      <a:gd name="connsiteY1" fmla="*/ 258939 h 257971"/>
                      <a:gd name="connsiteX2" fmla="*/ 7094 w 96739"/>
                      <a:gd name="connsiteY2" fmla="*/ 233465 h 257971"/>
                      <a:gd name="connsiteX3" fmla="*/ 12899 w 96739"/>
                      <a:gd name="connsiteY3" fmla="*/ 233465 h 257971"/>
                      <a:gd name="connsiteX4" fmla="*/ 12899 w 96739"/>
                      <a:gd name="connsiteY4" fmla="*/ 239269 h 257971"/>
                      <a:gd name="connsiteX5" fmla="*/ 8384 w 96739"/>
                      <a:gd name="connsiteY5" fmla="*/ 258939 h 257971"/>
                      <a:gd name="connsiteX6" fmla="*/ 8384 w 96739"/>
                      <a:gd name="connsiteY6" fmla="*/ 263131 h 257971"/>
                      <a:gd name="connsiteX7" fmla="*/ 0 w 96739"/>
                      <a:gd name="connsiteY7" fmla="*/ 263454 h 257971"/>
                      <a:gd name="connsiteX8" fmla="*/ 17413 w 96739"/>
                      <a:gd name="connsiteY8" fmla="*/ 207990 h 257971"/>
                      <a:gd name="connsiteX9" fmla="*/ 13866 w 96739"/>
                      <a:gd name="connsiteY9" fmla="*/ 205733 h 257971"/>
                      <a:gd name="connsiteX10" fmla="*/ 11286 w 96739"/>
                      <a:gd name="connsiteY10" fmla="*/ 201863 h 257971"/>
                      <a:gd name="connsiteX11" fmla="*/ 6127 w 96739"/>
                      <a:gd name="connsiteY11" fmla="*/ 189610 h 257971"/>
                      <a:gd name="connsiteX12" fmla="*/ 6449 w 96739"/>
                      <a:gd name="connsiteY12" fmla="*/ 186707 h 257971"/>
                      <a:gd name="connsiteX13" fmla="*/ 19025 w 96739"/>
                      <a:gd name="connsiteY13" fmla="*/ 179935 h 257971"/>
                      <a:gd name="connsiteX14" fmla="*/ 23217 w 96739"/>
                      <a:gd name="connsiteY14" fmla="*/ 183805 h 257971"/>
                      <a:gd name="connsiteX15" fmla="*/ 19348 w 96739"/>
                      <a:gd name="connsiteY15" fmla="*/ 187997 h 257971"/>
                      <a:gd name="connsiteX16" fmla="*/ 14189 w 96739"/>
                      <a:gd name="connsiteY16" fmla="*/ 188964 h 257971"/>
                      <a:gd name="connsiteX17" fmla="*/ 14189 w 96739"/>
                      <a:gd name="connsiteY17" fmla="*/ 189287 h 257971"/>
                      <a:gd name="connsiteX18" fmla="*/ 18058 w 96739"/>
                      <a:gd name="connsiteY18" fmla="*/ 197026 h 257971"/>
                      <a:gd name="connsiteX19" fmla="*/ 20960 w 96739"/>
                      <a:gd name="connsiteY19" fmla="*/ 201863 h 257971"/>
                      <a:gd name="connsiteX20" fmla="*/ 19348 w 96739"/>
                      <a:gd name="connsiteY20" fmla="*/ 207345 h 257971"/>
                      <a:gd name="connsiteX21" fmla="*/ 17413 w 96739"/>
                      <a:gd name="connsiteY21" fmla="*/ 207990 h 257971"/>
                      <a:gd name="connsiteX22" fmla="*/ 57076 w 96739"/>
                      <a:gd name="connsiteY22" fmla="*/ 194446 h 257971"/>
                      <a:gd name="connsiteX23" fmla="*/ 56431 w 96739"/>
                      <a:gd name="connsiteY23" fmla="*/ 194446 h 257971"/>
                      <a:gd name="connsiteX24" fmla="*/ 52562 w 96739"/>
                      <a:gd name="connsiteY24" fmla="*/ 190255 h 257971"/>
                      <a:gd name="connsiteX25" fmla="*/ 56754 w 96739"/>
                      <a:gd name="connsiteY25" fmla="*/ 186385 h 257971"/>
                      <a:gd name="connsiteX26" fmla="*/ 56754 w 96739"/>
                      <a:gd name="connsiteY26" fmla="*/ 186385 h 257971"/>
                      <a:gd name="connsiteX27" fmla="*/ 74812 w 96739"/>
                      <a:gd name="connsiteY27" fmla="*/ 173486 h 257971"/>
                      <a:gd name="connsiteX28" fmla="*/ 79971 w 96739"/>
                      <a:gd name="connsiteY28" fmla="*/ 171229 h 257971"/>
                      <a:gd name="connsiteX29" fmla="*/ 82228 w 96739"/>
                      <a:gd name="connsiteY29" fmla="*/ 176388 h 257971"/>
                      <a:gd name="connsiteX30" fmla="*/ 57076 w 96739"/>
                      <a:gd name="connsiteY30" fmla="*/ 194446 h 257971"/>
                      <a:gd name="connsiteX31" fmla="*/ 72877 w 96739"/>
                      <a:gd name="connsiteY31" fmla="*/ 140917 h 257971"/>
                      <a:gd name="connsiteX32" fmla="*/ 69330 w 96739"/>
                      <a:gd name="connsiteY32" fmla="*/ 138983 h 257971"/>
                      <a:gd name="connsiteX33" fmla="*/ 65460 w 96739"/>
                      <a:gd name="connsiteY33" fmla="*/ 133178 h 257971"/>
                      <a:gd name="connsiteX34" fmla="*/ 53529 w 96739"/>
                      <a:gd name="connsiteY34" fmla="*/ 115765 h 257971"/>
                      <a:gd name="connsiteX35" fmla="*/ 54819 w 96739"/>
                      <a:gd name="connsiteY35" fmla="*/ 110283 h 257971"/>
                      <a:gd name="connsiteX36" fmla="*/ 60301 w 96739"/>
                      <a:gd name="connsiteY36" fmla="*/ 111573 h 257971"/>
                      <a:gd name="connsiteX37" fmla="*/ 71587 w 96739"/>
                      <a:gd name="connsiteY37" fmla="*/ 128341 h 257971"/>
                      <a:gd name="connsiteX38" fmla="*/ 75779 w 96739"/>
                      <a:gd name="connsiteY38" fmla="*/ 134791 h 257971"/>
                      <a:gd name="connsiteX39" fmla="*/ 74489 w 96739"/>
                      <a:gd name="connsiteY39" fmla="*/ 140272 h 257971"/>
                      <a:gd name="connsiteX40" fmla="*/ 72877 w 96739"/>
                      <a:gd name="connsiteY40" fmla="*/ 140917 h 257971"/>
                      <a:gd name="connsiteX41" fmla="*/ 61268 w 96739"/>
                      <a:gd name="connsiteY41" fmla="*/ 81584 h 257971"/>
                      <a:gd name="connsiteX42" fmla="*/ 59011 w 96739"/>
                      <a:gd name="connsiteY42" fmla="*/ 80939 h 257971"/>
                      <a:gd name="connsiteX43" fmla="*/ 58044 w 96739"/>
                      <a:gd name="connsiteY43" fmla="*/ 75457 h 257971"/>
                      <a:gd name="connsiteX44" fmla="*/ 65460 w 96739"/>
                      <a:gd name="connsiteY44" fmla="*/ 69007 h 257971"/>
                      <a:gd name="connsiteX45" fmla="*/ 63848 w 96739"/>
                      <a:gd name="connsiteY45" fmla="*/ 61913 h 257971"/>
                      <a:gd name="connsiteX46" fmla="*/ 62236 w 96739"/>
                      <a:gd name="connsiteY46" fmla="*/ 54819 h 257971"/>
                      <a:gd name="connsiteX47" fmla="*/ 65460 w 96739"/>
                      <a:gd name="connsiteY47" fmla="*/ 49982 h 257971"/>
                      <a:gd name="connsiteX48" fmla="*/ 70297 w 96739"/>
                      <a:gd name="connsiteY48" fmla="*/ 53207 h 257971"/>
                      <a:gd name="connsiteX49" fmla="*/ 71910 w 96739"/>
                      <a:gd name="connsiteY49" fmla="*/ 59978 h 257971"/>
                      <a:gd name="connsiteX50" fmla="*/ 73844 w 96739"/>
                      <a:gd name="connsiteY50" fmla="*/ 69653 h 257971"/>
                      <a:gd name="connsiteX51" fmla="*/ 68685 w 96739"/>
                      <a:gd name="connsiteY51" fmla="*/ 76747 h 257971"/>
                      <a:gd name="connsiteX52" fmla="*/ 64815 w 96739"/>
                      <a:gd name="connsiteY52" fmla="*/ 80294 h 257971"/>
                      <a:gd name="connsiteX53" fmla="*/ 61268 w 96739"/>
                      <a:gd name="connsiteY53" fmla="*/ 81584 h 257971"/>
                      <a:gd name="connsiteX54" fmla="*/ 71910 w 96739"/>
                      <a:gd name="connsiteY54" fmla="*/ 19670 h 257971"/>
                      <a:gd name="connsiteX55" fmla="*/ 69975 w 96739"/>
                      <a:gd name="connsiteY55" fmla="*/ 19348 h 257971"/>
                      <a:gd name="connsiteX56" fmla="*/ 68040 w 96739"/>
                      <a:gd name="connsiteY56" fmla="*/ 13866 h 257971"/>
                      <a:gd name="connsiteX57" fmla="*/ 77392 w 96739"/>
                      <a:gd name="connsiteY57" fmla="*/ 2580 h 257971"/>
                      <a:gd name="connsiteX58" fmla="*/ 92870 w 96739"/>
                      <a:gd name="connsiteY58" fmla="*/ 0 h 257971"/>
                      <a:gd name="connsiteX59" fmla="*/ 94805 w 96739"/>
                      <a:gd name="connsiteY59" fmla="*/ 0 h 257971"/>
                      <a:gd name="connsiteX60" fmla="*/ 98674 w 96739"/>
                      <a:gd name="connsiteY60" fmla="*/ 4192 h 257971"/>
                      <a:gd name="connsiteX61" fmla="*/ 94482 w 96739"/>
                      <a:gd name="connsiteY61" fmla="*/ 8062 h 257971"/>
                      <a:gd name="connsiteX62" fmla="*/ 92547 w 96739"/>
                      <a:gd name="connsiteY62" fmla="*/ 8062 h 257971"/>
                      <a:gd name="connsiteX63" fmla="*/ 80616 w 96739"/>
                      <a:gd name="connsiteY63" fmla="*/ 9674 h 257971"/>
                      <a:gd name="connsiteX64" fmla="*/ 75134 w 96739"/>
                      <a:gd name="connsiteY64" fmla="*/ 17091 h 257971"/>
                      <a:gd name="connsiteX65" fmla="*/ 71910 w 96739"/>
                      <a:gd name="connsiteY65" fmla="*/ 19670 h 257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</a:cxnLst>
                    <a:rect l="l" t="t" r="r" b="b"/>
                    <a:pathLst>
                      <a:path w="96739" h="257971">
                        <a:moveTo>
                          <a:pt x="0" y="263454"/>
                        </a:moveTo>
                        <a:cubicBezTo>
                          <a:pt x="0" y="261842"/>
                          <a:pt x="0" y="260552"/>
                          <a:pt x="0" y="258939"/>
                        </a:cubicBezTo>
                        <a:cubicBezTo>
                          <a:pt x="0" y="250233"/>
                          <a:pt x="645" y="239592"/>
                          <a:pt x="7094" y="233465"/>
                        </a:cubicBezTo>
                        <a:cubicBezTo>
                          <a:pt x="8707" y="231852"/>
                          <a:pt x="11286" y="231852"/>
                          <a:pt x="12899" y="233465"/>
                        </a:cubicBezTo>
                        <a:cubicBezTo>
                          <a:pt x="14511" y="235077"/>
                          <a:pt x="14511" y="237657"/>
                          <a:pt x="12899" y="239269"/>
                        </a:cubicBezTo>
                        <a:cubicBezTo>
                          <a:pt x="8707" y="243139"/>
                          <a:pt x="8384" y="252490"/>
                          <a:pt x="8384" y="258939"/>
                        </a:cubicBezTo>
                        <a:cubicBezTo>
                          <a:pt x="8384" y="260552"/>
                          <a:pt x="8384" y="261842"/>
                          <a:pt x="8384" y="263131"/>
                        </a:cubicBezTo>
                        <a:lnTo>
                          <a:pt x="0" y="263454"/>
                        </a:lnTo>
                        <a:close/>
                        <a:moveTo>
                          <a:pt x="17413" y="207990"/>
                        </a:moveTo>
                        <a:cubicBezTo>
                          <a:pt x="15801" y="207990"/>
                          <a:pt x="14511" y="207345"/>
                          <a:pt x="13866" y="205733"/>
                        </a:cubicBezTo>
                        <a:cubicBezTo>
                          <a:pt x="13221" y="204443"/>
                          <a:pt x="12254" y="203153"/>
                          <a:pt x="11286" y="201863"/>
                        </a:cubicBezTo>
                        <a:cubicBezTo>
                          <a:pt x="8707" y="198316"/>
                          <a:pt x="6127" y="194124"/>
                          <a:pt x="6127" y="189610"/>
                        </a:cubicBezTo>
                        <a:cubicBezTo>
                          <a:pt x="6127" y="188642"/>
                          <a:pt x="6127" y="187675"/>
                          <a:pt x="6449" y="186707"/>
                        </a:cubicBezTo>
                        <a:cubicBezTo>
                          <a:pt x="7417" y="183805"/>
                          <a:pt x="10319" y="180258"/>
                          <a:pt x="19025" y="179935"/>
                        </a:cubicBezTo>
                        <a:cubicBezTo>
                          <a:pt x="20960" y="179613"/>
                          <a:pt x="23217" y="181548"/>
                          <a:pt x="23217" y="183805"/>
                        </a:cubicBezTo>
                        <a:cubicBezTo>
                          <a:pt x="23217" y="186062"/>
                          <a:pt x="21605" y="187997"/>
                          <a:pt x="19348" y="187997"/>
                        </a:cubicBezTo>
                        <a:cubicBezTo>
                          <a:pt x="15156" y="187997"/>
                          <a:pt x="14189" y="188964"/>
                          <a:pt x="14189" y="188964"/>
                        </a:cubicBezTo>
                        <a:cubicBezTo>
                          <a:pt x="14189" y="188964"/>
                          <a:pt x="14189" y="188964"/>
                          <a:pt x="14189" y="189287"/>
                        </a:cubicBezTo>
                        <a:cubicBezTo>
                          <a:pt x="14189" y="191222"/>
                          <a:pt x="16123" y="194124"/>
                          <a:pt x="18058" y="197026"/>
                        </a:cubicBezTo>
                        <a:cubicBezTo>
                          <a:pt x="19025" y="198638"/>
                          <a:pt x="20315" y="200251"/>
                          <a:pt x="20960" y="201863"/>
                        </a:cubicBezTo>
                        <a:cubicBezTo>
                          <a:pt x="21928" y="203798"/>
                          <a:pt x="21283" y="206378"/>
                          <a:pt x="19348" y="207345"/>
                        </a:cubicBezTo>
                        <a:cubicBezTo>
                          <a:pt x="18703" y="207667"/>
                          <a:pt x="18058" y="207990"/>
                          <a:pt x="17413" y="207990"/>
                        </a:cubicBezTo>
                        <a:close/>
                        <a:moveTo>
                          <a:pt x="57076" y="194446"/>
                        </a:moveTo>
                        <a:lnTo>
                          <a:pt x="56431" y="194446"/>
                        </a:lnTo>
                        <a:cubicBezTo>
                          <a:pt x="54174" y="194446"/>
                          <a:pt x="52562" y="192512"/>
                          <a:pt x="52562" y="190255"/>
                        </a:cubicBezTo>
                        <a:cubicBezTo>
                          <a:pt x="52562" y="187997"/>
                          <a:pt x="54497" y="186062"/>
                          <a:pt x="56754" y="186385"/>
                        </a:cubicBezTo>
                        <a:lnTo>
                          <a:pt x="56754" y="186385"/>
                        </a:lnTo>
                        <a:cubicBezTo>
                          <a:pt x="61913" y="186385"/>
                          <a:pt x="72555" y="180258"/>
                          <a:pt x="74812" y="173486"/>
                        </a:cubicBezTo>
                        <a:cubicBezTo>
                          <a:pt x="75457" y="171552"/>
                          <a:pt x="78037" y="170261"/>
                          <a:pt x="79971" y="171229"/>
                        </a:cubicBezTo>
                        <a:cubicBezTo>
                          <a:pt x="81906" y="171874"/>
                          <a:pt x="83196" y="174454"/>
                          <a:pt x="82228" y="176388"/>
                        </a:cubicBezTo>
                        <a:cubicBezTo>
                          <a:pt x="79004" y="186062"/>
                          <a:pt x="65460" y="194446"/>
                          <a:pt x="57076" y="194446"/>
                        </a:cubicBezTo>
                        <a:close/>
                        <a:moveTo>
                          <a:pt x="72877" y="140917"/>
                        </a:moveTo>
                        <a:cubicBezTo>
                          <a:pt x="71587" y="140917"/>
                          <a:pt x="70297" y="140272"/>
                          <a:pt x="69330" y="138983"/>
                        </a:cubicBezTo>
                        <a:cubicBezTo>
                          <a:pt x="68040" y="137048"/>
                          <a:pt x="66750" y="135113"/>
                          <a:pt x="65460" y="133178"/>
                        </a:cubicBezTo>
                        <a:cubicBezTo>
                          <a:pt x="59656" y="125439"/>
                          <a:pt x="56109" y="120280"/>
                          <a:pt x="53529" y="115765"/>
                        </a:cubicBezTo>
                        <a:cubicBezTo>
                          <a:pt x="52562" y="113830"/>
                          <a:pt x="53207" y="111251"/>
                          <a:pt x="54819" y="110283"/>
                        </a:cubicBezTo>
                        <a:cubicBezTo>
                          <a:pt x="56754" y="109316"/>
                          <a:pt x="59334" y="109961"/>
                          <a:pt x="60301" y="111573"/>
                        </a:cubicBezTo>
                        <a:cubicBezTo>
                          <a:pt x="62881" y="115765"/>
                          <a:pt x="66105" y="120924"/>
                          <a:pt x="71587" y="128341"/>
                        </a:cubicBezTo>
                        <a:cubicBezTo>
                          <a:pt x="73200" y="130598"/>
                          <a:pt x="74812" y="132856"/>
                          <a:pt x="75779" y="134791"/>
                        </a:cubicBezTo>
                        <a:cubicBezTo>
                          <a:pt x="76747" y="136725"/>
                          <a:pt x="76102" y="139305"/>
                          <a:pt x="74489" y="140272"/>
                        </a:cubicBezTo>
                        <a:cubicBezTo>
                          <a:pt x="74167" y="140595"/>
                          <a:pt x="73522" y="140917"/>
                          <a:pt x="72877" y="140917"/>
                        </a:cubicBezTo>
                        <a:close/>
                        <a:moveTo>
                          <a:pt x="61268" y="81584"/>
                        </a:moveTo>
                        <a:cubicBezTo>
                          <a:pt x="60301" y="81584"/>
                          <a:pt x="59656" y="81261"/>
                          <a:pt x="59011" y="80939"/>
                        </a:cubicBezTo>
                        <a:cubicBezTo>
                          <a:pt x="57076" y="79649"/>
                          <a:pt x="56754" y="77069"/>
                          <a:pt x="58044" y="75457"/>
                        </a:cubicBezTo>
                        <a:cubicBezTo>
                          <a:pt x="60623" y="72232"/>
                          <a:pt x="62881" y="69975"/>
                          <a:pt x="65460" y="69007"/>
                        </a:cubicBezTo>
                        <a:cubicBezTo>
                          <a:pt x="65138" y="67073"/>
                          <a:pt x="64493" y="64493"/>
                          <a:pt x="63848" y="61913"/>
                        </a:cubicBezTo>
                        <a:cubicBezTo>
                          <a:pt x="63203" y="59656"/>
                          <a:pt x="62558" y="57399"/>
                          <a:pt x="62236" y="54819"/>
                        </a:cubicBezTo>
                        <a:cubicBezTo>
                          <a:pt x="61913" y="52562"/>
                          <a:pt x="63203" y="50627"/>
                          <a:pt x="65460" y="49982"/>
                        </a:cubicBezTo>
                        <a:cubicBezTo>
                          <a:pt x="67718" y="49660"/>
                          <a:pt x="69652" y="50950"/>
                          <a:pt x="70297" y="53207"/>
                        </a:cubicBezTo>
                        <a:cubicBezTo>
                          <a:pt x="70942" y="55464"/>
                          <a:pt x="71265" y="57721"/>
                          <a:pt x="71910" y="59978"/>
                        </a:cubicBezTo>
                        <a:cubicBezTo>
                          <a:pt x="72877" y="63848"/>
                          <a:pt x="73844" y="67073"/>
                          <a:pt x="73844" y="69653"/>
                        </a:cubicBezTo>
                        <a:cubicBezTo>
                          <a:pt x="73844" y="75134"/>
                          <a:pt x="69975" y="76425"/>
                          <a:pt x="68685" y="76747"/>
                        </a:cubicBezTo>
                        <a:cubicBezTo>
                          <a:pt x="68685" y="76747"/>
                          <a:pt x="67395" y="77069"/>
                          <a:pt x="64815" y="80294"/>
                        </a:cubicBezTo>
                        <a:cubicBezTo>
                          <a:pt x="63848" y="80939"/>
                          <a:pt x="62558" y="81584"/>
                          <a:pt x="61268" y="81584"/>
                        </a:cubicBezTo>
                        <a:close/>
                        <a:moveTo>
                          <a:pt x="71910" y="19670"/>
                        </a:moveTo>
                        <a:cubicBezTo>
                          <a:pt x="71265" y="19670"/>
                          <a:pt x="70620" y="19670"/>
                          <a:pt x="69975" y="19348"/>
                        </a:cubicBezTo>
                        <a:cubicBezTo>
                          <a:pt x="68040" y="18381"/>
                          <a:pt x="67073" y="15801"/>
                          <a:pt x="68040" y="13866"/>
                        </a:cubicBezTo>
                        <a:cubicBezTo>
                          <a:pt x="70942" y="8062"/>
                          <a:pt x="73844" y="4192"/>
                          <a:pt x="77392" y="2580"/>
                        </a:cubicBezTo>
                        <a:cubicBezTo>
                          <a:pt x="80939" y="967"/>
                          <a:pt x="86098" y="0"/>
                          <a:pt x="92870" y="0"/>
                        </a:cubicBezTo>
                        <a:lnTo>
                          <a:pt x="94805" y="0"/>
                        </a:lnTo>
                        <a:cubicBezTo>
                          <a:pt x="97062" y="0"/>
                          <a:pt x="98674" y="1935"/>
                          <a:pt x="98674" y="4192"/>
                        </a:cubicBezTo>
                        <a:cubicBezTo>
                          <a:pt x="98674" y="6450"/>
                          <a:pt x="97062" y="8062"/>
                          <a:pt x="94482" y="8062"/>
                        </a:cubicBezTo>
                        <a:lnTo>
                          <a:pt x="92547" y="8062"/>
                        </a:lnTo>
                        <a:cubicBezTo>
                          <a:pt x="85453" y="8062"/>
                          <a:pt x="82228" y="9029"/>
                          <a:pt x="80616" y="9674"/>
                        </a:cubicBezTo>
                        <a:cubicBezTo>
                          <a:pt x="79326" y="10319"/>
                          <a:pt x="77392" y="12576"/>
                          <a:pt x="75134" y="17091"/>
                        </a:cubicBezTo>
                        <a:cubicBezTo>
                          <a:pt x="74812" y="18703"/>
                          <a:pt x="73522" y="19670"/>
                          <a:pt x="71910" y="19670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0" name="Freeform: Shape 279">
                    <a:extLst>
                      <a:ext uri="{FF2B5EF4-FFF2-40B4-BE49-F238E27FC236}">
                        <a16:creationId xmlns:a16="http://schemas.microsoft.com/office/drawing/2014/main" id="{55FD0867-A409-0834-9361-F38D1BE58FD4}"/>
                      </a:ext>
                    </a:extLst>
                  </p:cNvPr>
                  <p:cNvSpPr/>
                  <p:nvPr/>
                </p:nvSpPr>
                <p:spPr>
                  <a:xfrm>
                    <a:off x="5314147" y="5083257"/>
                    <a:ext cx="32246" cy="32246"/>
                  </a:xfrm>
                  <a:custGeom>
                    <a:avLst/>
                    <a:gdLst>
                      <a:gd name="connsiteX0" fmla="*/ 7539 w 0"/>
                      <a:gd name="connsiteY0" fmla="*/ 28176 h 0"/>
                      <a:gd name="connsiteX1" fmla="*/ 7539 w 0"/>
                      <a:gd name="connsiteY1" fmla="*/ 28176 h 0"/>
                      <a:gd name="connsiteX2" fmla="*/ 3669 w 0"/>
                      <a:gd name="connsiteY2" fmla="*/ 23985 h 0"/>
                      <a:gd name="connsiteX3" fmla="*/ 8506 w 0"/>
                      <a:gd name="connsiteY3" fmla="*/ 12698 h 0"/>
                      <a:gd name="connsiteX4" fmla="*/ 2057 w 0"/>
                      <a:gd name="connsiteY4" fmla="*/ 7539 h 0"/>
                      <a:gd name="connsiteX5" fmla="*/ 444 w 0"/>
                      <a:gd name="connsiteY5" fmla="*/ 2057 h 0"/>
                      <a:gd name="connsiteX6" fmla="*/ 5926 w 0"/>
                      <a:gd name="connsiteY6" fmla="*/ 445 h 0"/>
                      <a:gd name="connsiteX7" fmla="*/ 17213 w 0"/>
                      <a:gd name="connsiteY7" fmla="*/ 10441 h 0"/>
                      <a:gd name="connsiteX8" fmla="*/ 19470 w 0"/>
                      <a:gd name="connsiteY8" fmla="*/ 13343 h 0"/>
                      <a:gd name="connsiteX9" fmla="*/ 16568 w 0"/>
                      <a:gd name="connsiteY9" fmla="*/ 15923 h 0"/>
                      <a:gd name="connsiteX10" fmla="*/ 11731 w 0"/>
                      <a:gd name="connsiteY10" fmla="*/ 24630 h 0"/>
                      <a:gd name="connsiteX11" fmla="*/ 7539 w 0"/>
                      <a:gd name="connsiteY11" fmla="*/ 28176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>
                        <a:moveTo>
                          <a:pt x="7539" y="28176"/>
                        </a:moveTo>
                        <a:cubicBezTo>
                          <a:pt x="7539" y="28176"/>
                          <a:pt x="7216" y="28176"/>
                          <a:pt x="7539" y="28176"/>
                        </a:cubicBezTo>
                        <a:cubicBezTo>
                          <a:pt x="4959" y="27854"/>
                          <a:pt x="3347" y="25919"/>
                          <a:pt x="3669" y="23985"/>
                        </a:cubicBezTo>
                        <a:cubicBezTo>
                          <a:pt x="3992" y="19147"/>
                          <a:pt x="6571" y="15278"/>
                          <a:pt x="8506" y="12698"/>
                        </a:cubicBezTo>
                        <a:cubicBezTo>
                          <a:pt x="6894" y="11086"/>
                          <a:pt x="4636" y="9151"/>
                          <a:pt x="2057" y="7539"/>
                        </a:cubicBezTo>
                        <a:cubicBezTo>
                          <a:pt x="122" y="6571"/>
                          <a:pt x="-523" y="3991"/>
                          <a:pt x="444" y="2057"/>
                        </a:cubicBezTo>
                        <a:cubicBezTo>
                          <a:pt x="1412" y="122"/>
                          <a:pt x="3992" y="-523"/>
                          <a:pt x="5926" y="445"/>
                        </a:cubicBezTo>
                        <a:cubicBezTo>
                          <a:pt x="12698" y="3991"/>
                          <a:pt x="17213" y="10118"/>
                          <a:pt x="17213" y="10441"/>
                        </a:cubicBezTo>
                        <a:lnTo>
                          <a:pt x="19470" y="13343"/>
                        </a:lnTo>
                        <a:lnTo>
                          <a:pt x="16568" y="15923"/>
                        </a:lnTo>
                        <a:cubicBezTo>
                          <a:pt x="16568" y="15923"/>
                          <a:pt x="12053" y="19792"/>
                          <a:pt x="11731" y="24630"/>
                        </a:cubicBezTo>
                        <a:cubicBezTo>
                          <a:pt x="11408" y="26564"/>
                          <a:pt x="9796" y="28176"/>
                          <a:pt x="7539" y="28176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1" name="Freeform: Shape 280">
                    <a:extLst>
                      <a:ext uri="{FF2B5EF4-FFF2-40B4-BE49-F238E27FC236}">
                        <a16:creationId xmlns:a16="http://schemas.microsoft.com/office/drawing/2014/main" id="{A2D65A69-DB3C-CCED-D702-42A58AE67928}"/>
                      </a:ext>
                    </a:extLst>
                  </p:cNvPr>
                  <p:cNvSpPr/>
                  <p:nvPr/>
                </p:nvSpPr>
                <p:spPr>
                  <a:xfrm>
                    <a:off x="5328078" y="5114336"/>
                    <a:ext cx="580436" cy="322465"/>
                  </a:xfrm>
                  <a:custGeom>
                    <a:avLst/>
                    <a:gdLst>
                      <a:gd name="connsiteX0" fmla="*/ 286728 w 580436"/>
                      <a:gd name="connsiteY0" fmla="*/ 345360 h 322464"/>
                      <a:gd name="connsiteX1" fmla="*/ 283503 w 580436"/>
                      <a:gd name="connsiteY1" fmla="*/ 343747 h 322464"/>
                      <a:gd name="connsiteX2" fmla="*/ 284471 w 580436"/>
                      <a:gd name="connsiteY2" fmla="*/ 338265 h 322464"/>
                      <a:gd name="connsiteX3" fmla="*/ 290275 w 580436"/>
                      <a:gd name="connsiteY3" fmla="*/ 330204 h 322464"/>
                      <a:gd name="connsiteX4" fmla="*/ 299304 w 580436"/>
                      <a:gd name="connsiteY4" fmla="*/ 316983 h 322464"/>
                      <a:gd name="connsiteX5" fmla="*/ 305109 w 580436"/>
                      <a:gd name="connsiteY5" fmla="*/ 316660 h 322464"/>
                      <a:gd name="connsiteX6" fmla="*/ 305431 w 580436"/>
                      <a:gd name="connsiteY6" fmla="*/ 322465 h 322464"/>
                      <a:gd name="connsiteX7" fmla="*/ 297369 w 580436"/>
                      <a:gd name="connsiteY7" fmla="*/ 334396 h 322464"/>
                      <a:gd name="connsiteX8" fmla="*/ 289308 w 580436"/>
                      <a:gd name="connsiteY8" fmla="*/ 345037 h 322464"/>
                      <a:gd name="connsiteX9" fmla="*/ 286728 w 580436"/>
                      <a:gd name="connsiteY9" fmla="*/ 345360 h 322464"/>
                      <a:gd name="connsiteX10" fmla="*/ 254159 w 580436"/>
                      <a:gd name="connsiteY10" fmla="*/ 330849 h 322464"/>
                      <a:gd name="connsiteX11" fmla="*/ 250935 w 580436"/>
                      <a:gd name="connsiteY11" fmla="*/ 329559 h 322464"/>
                      <a:gd name="connsiteX12" fmla="*/ 242550 w 580436"/>
                      <a:gd name="connsiteY12" fmla="*/ 316338 h 322464"/>
                      <a:gd name="connsiteX13" fmla="*/ 241905 w 580436"/>
                      <a:gd name="connsiteY13" fmla="*/ 315048 h 322464"/>
                      <a:gd name="connsiteX14" fmla="*/ 242228 w 580436"/>
                      <a:gd name="connsiteY14" fmla="*/ 313758 h 322464"/>
                      <a:gd name="connsiteX15" fmla="*/ 246420 w 580436"/>
                      <a:gd name="connsiteY15" fmla="*/ 301182 h 322464"/>
                      <a:gd name="connsiteX16" fmla="*/ 251580 w 580436"/>
                      <a:gd name="connsiteY16" fmla="*/ 299247 h 322464"/>
                      <a:gd name="connsiteX17" fmla="*/ 253514 w 580436"/>
                      <a:gd name="connsiteY17" fmla="*/ 304407 h 322464"/>
                      <a:gd name="connsiteX18" fmla="*/ 250290 w 580436"/>
                      <a:gd name="connsiteY18" fmla="*/ 314403 h 322464"/>
                      <a:gd name="connsiteX19" fmla="*/ 257061 w 580436"/>
                      <a:gd name="connsiteY19" fmla="*/ 324400 h 322464"/>
                      <a:gd name="connsiteX20" fmla="*/ 256416 w 580436"/>
                      <a:gd name="connsiteY20" fmla="*/ 330204 h 322464"/>
                      <a:gd name="connsiteX21" fmla="*/ 254159 w 580436"/>
                      <a:gd name="connsiteY21" fmla="*/ 330849 h 322464"/>
                      <a:gd name="connsiteX22" fmla="*/ 318975 w 580436"/>
                      <a:gd name="connsiteY22" fmla="*/ 289896 h 322464"/>
                      <a:gd name="connsiteX23" fmla="*/ 317040 w 580436"/>
                      <a:gd name="connsiteY23" fmla="*/ 289251 h 322464"/>
                      <a:gd name="connsiteX24" fmla="*/ 315428 w 580436"/>
                      <a:gd name="connsiteY24" fmla="*/ 283769 h 322464"/>
                      <a:gd name="connsiteX25" fmla="*/ 318007 w 580436"/>
                      <a:gd name="connsiteY25" fmla="*/ 274740 h 322464"/>
                      <a:gd name="connsiteX26" fmla="*/ 326714 w 580436"/>
                      <a:gd name="connsiteY26" fmla="*/ 258939 h 322464"/>
                      <a:gd name="connsiteX27" fmla="*/ 328004 w 580436"/>
                      <a:gd name="connsiteY27" fmla="*/ 258294 h 322464"/>
                      <a:gd name="connsiteX28" fmla="*/ 333163 w 580436"/>
                      <a:gd name="connsiteY28" fmla="*/ 260229 h 322464"/>
                      <a:gd name="connsiteX29" fmla="*/ 331228 w 580436"/>
                      <a:gd name="connsiteY29" fmla="*/ 265388 h 322464"/>
                      <a:gd name="connsiteX30" fmla="*/ 329938 w 580436"/>
                      <a:gd name="connsiteY30" fmla="*/ 266034 h 322464"/>
                      <a:gd name="connsiteX31" fmla="*/ 325746 w 580436"/>
                      <a:gd name="connsiteY31" fmla="*/ 276030 h 322464"/>
                      <a:gd name="connsiteX32" fmla="*/ 322199 w 580436"/>
                      <a:gd name="connsiteY32" fmla="*/ 287639 h 322464"/>
                      <a:gd name="connsiteX33" fmla="*/ 318975 w 580436"/>
                      <a:gd name="connsiteY33" fmla="*/ 289896 h 322464"/>
                      <a:gd name="connsiteX34" fmla="*/ 278344 w 580436"/>
                      <a:gd name="connsiteY34" fmla="*/ 282801 h 322464"/>
                      <a:gd name="connsiteX35" fmla="*/ 274797 w 580436"/>
                      <a:gd name="connsiteY35" fmla="*/ 280867 h 322464"/>
                      <a:gd name="connsiteX36" fmla="*/ 276409 w 580436"/>
                      <a:gd name="connsiteY36" fmla="*/ 275385 h 322464"/>
                      <a:gd name="connsiteX37" fmla="*/ 289953 w 580436"/>
                      <a:gd name="connsiteY37" fmla="*/ 262486 h 322464"/>
                      <a:gd name="connsiteX38" fmla="*/ 293177 w 580436"/>
                      <a:gd name="connsiteY38" fmla="*/ 257327 h 322464"/>
                      <a:gd name="connsiteX39" fmla="*/ 298659 w 580436"/>
                      <a:gd name="connsiteY39" fmla="*/ 256037 h 322464"/>
                      <a:gd name="connsiteX40" fmla="*/ 299949 w 580436"/>
                      <a:gd name="connsiteY40" fmla="*/ 261519 h 322464"/>
                      <a:gd name="connsiteX41" fmla="*/ 296725 w 580436"/>
                      <a:gd name="connsiteY41" fmla="*/ 267001 h 322464"/>
                      <a:gd name="connsiteX42" fmla="*/ 280601 w 580436"/>
                      <a:gd name="connsiteY42" fmla="*/ 282479 h 322464"/>
                      <a:gd name="connsiteX43" fmla="*/ 278344 w 580436"/>
                      <a:gd name="connsiteY43" fmla="*/ 282801 h 322464"/>
                      <a:gd name="connsiteX44" fmla="*/ 424743 w 580436"/>
                      <a:gd name="connsiteY44" fmla="*/ 262486 h 322464"/>
                      <a:gd name="connsiteX45" fmla="*/ 421196 w 580436"/>
                      <a:gd name="connsiteY45" fmla="*/ 260552 h 322464"/>
                      <a:gd name="connsiteX46" fmla="*/ 422486 w 580436"/>
                      <a:gd name="connsiteY46" fmla="*/ 255069 h 322464"/>
                      <a:gd name="connsiteX47" fmla="*/ 429258 w 580436"/>
                      <a:gd name="connsiteY47" fmla="*/ 248943 h 322464"/>
                      <a:gd name="connsiteX48" fmla="*/ 446348 w 580436"/>
                      <a:gd name="connsiteY48" fmla="*/ 239914 h 322464"/>
                      <a:gd name="connsiteX49" fmla="*/ 446348 w 580436"/>
                      <a:gd name="connsiteY49" fmla="*/ 239914 h 322464"/>
                      <a:gd name="connsiteX50" fmla="*/ 450540 w 580436"/>
                      <a:gd name="connsiteY50" fmla="*/ 243783 h 322464"/>
                      <a:gd name="connsiteX51" fmla="*/ 446671 w 580436"/>
                      <a:gd name="connsiteY51" fmla="*/ 247976 h 322464"/>
                      <a:gd name="connsiteX52" fmla="*/ 435707 w 580436"/>
                      <a:gd name="connsiteY52" fmla="*/ 254425 h 322464"/>
                      <a:gd name="connsiteX53" fmla="*/ 427000 w 580436"/>
                      <a:gd name="connsiteY53" fmla="*/ 262164 h 322464"/>
                      <a:gd name="connsiteX54" fmla="*/ 424743 w 580436"/>
                      <a:gd name="connsiteY54" fmla="*/ 262486 h 322464"/>
                      <a:gd name="connsiteX55" fmla="*/ 380243 w 580436"/>
                      <a:gd name="connsiteY55" fmla="*/ 260874 h 322464"/>
                      <a:gd name="connsiteX56" fmla="*/ 366054 w 580436"/>
                      <a:gd name="connsiteY56" fmla="*/ 253457 h 322464"/>
                      <a:gd name="connsiteX57" fmla="*/ 364765 w 580436"/>
                      <a:gd name="connsiteY57" fmla="*/ 253135 h 322464"/>
                      <a:gd name="connsiteX58" fmla="*/ 361217 w 580436"/>
                      <a:gd name="connsiteY58" fmla="*/ 248620 h 322464"/>
                      <a:gd name="connsiteX59" fmla="*/ 365732 w 580436"/>
                      <a:gd name="connsiteY59" fmla="*/ 245073 h 322464"/>
                      <a:gd name="connsiteX60" fmla="*/ 371536 w 580436"/>
                      <a:gd name="connsiteY60" fmla="*/ 247330 h 322464"/>
                      <a:gd name="connsiteX61" fmla="*/ 380565 w 580436"/>
                      <a:gd name="connsiteY61" fmla="*/ 252812 h 322464"/>
                      <a:gd name="connsiteX62" fmla="*/ 387337 w 580436"/>
                      <a:gd name="connsiteY62" fmla="*/ 250878 h 322464"/>
                      <a:gd name="connsiteX63" fmla="*/ 387982 w 580436"/>
                      <a:gd name="connsiteY63" fmla="*/ 250555 h 322464"/>
                      <a:gd name="connsiteX64" fmla="*/ 393142 w 580436"/>
                      <a:gd name="connsiteY64" fmla="*/ 252812 h 322464"/>
                      <a:gd name="connsiteX65" fmla="*/ 390884 w 580436"/>
                      <a:gd name="connsiteY65" fmla="*/ 257972 h 322464"/>
                      <a:gd name="connsiteX66" fmla="*/ 380243 w 580436"/>
                      <a:gd name="connsiteY66" fmla="*/ 260874 h 322464"/>
                      <a:gd name="connsiteX67" fmla="*/ 477627 w 580436"/>
                      <a:gd name="connsiteY67" fmla="*/ 230884 h 322464"/>
                      <a:gd name="connsiteX68" fmla="*/ 477305 w 580436"/>
                      <a:gd name="connsiteY68" fmla="*/ 230884 h 322464"/>
                      <a:gd name="connsiteX69" fmla="*/ 473758 w 580436"/>
                      <a:gd name="connsiteY69" fmla="*/ 226370 h 322464"/>
                      <a:gd name="connsiteX70" fmla="*/ 473758 w 580436"/>
                      <a:gd name="connsiteY70" fmla="*/ 225725 h 322464"/>
                      <a:gd name="connsiteX71" fmla="*/ 473435 w 580436"/>
                      <a:gd name="connsiteY71" fmla="*/ 222501 h 322464"/>
                      <a:gd name="connsiteX72" fmla="*/ 472790 w 580436"/>
                      <a:gd name="connsiteY72" fmla="*/ 216696 h 322464"/>
                      <a:gd name="connsiteX73" fmla="*/ 473113 w 580436"/>
                      <a:gd name="connsiteY73" fmla="*/ 213149 h 322464"/>
                      <a:gd name="connsiteX74" fmla="*/ 486011 w 580436"/>
                      <a:gd name="connsiteY74" fmla="*/ 201541 h 322464"/>
                      <a:gd name="connsiteX75" fmla="*/ 490848 w 580436"/>
                      <a:gd name="connsiteY75" fmla="*/ 204443 h 322464"/>
                      <a:gd name="connsiteX76" fmla="*/ 487946 w 580436"/>
                      <a:gd name="connsiteY76" fmla="*/ 209279 h 322464"/>
                      <a:gd name="connsiteX77" fmla="*/ 480852 w 580436"/>
                      <a:gd name="connsiteY77" fmla="*/ 214439 h 322464"/>
                      <a:gd name="connsiteX78" fmla="*/ 480529 w 580436"/>
                      <a:gd name="connsiteY78" fmla="*/ 216696 h 322464"/>
                      <a:gd name="connsiteX79" fmla="*/ 481174 w 580436"/>
                      <a:gd name="connsiteY79" fmla="*/ 221211 h 322464"/>
                      <a:gd name="connsiteX80" fmla="*/ 481819 w 580436"/>
                      <a:gd name="connsiteY80" fmla="*/ 225725 h 322464"/>
                      <a:gd name="connsiteX81" fmla="*/ 481819 w 580436"/>
                      <a:gd name="connsiteY81" fmla="*/ 227015 h 322464"/>
                      <a:gd name="connsiteX82" fmla="*/ 477627 w 580436"/>
                      <a:gd name="connsiteY82" fmla="*/ 230884 h 322464"/>
                      <a:gd name="connsiteX83" fmla="*/ 308333 w 580436"/>
                      <a:gd name="connsiteY83" fmla="*/ 228305 h 322464"/>
                      <a:gd name="connsiteX84" fmla="*/ 304464 w 580436"/>
                      <a:gd name="connsiteY84" fmla="*/ 225725 h 322464"/>
                      <a:gd name="connsiteX85" fmla="*/ 294467 w 580436"/>
                      <a:gd name="connsiteY85" fmla="*/ 218308 h 322464"/>
                      <a:gd name="connsiteX86" fmla="*/ 283826 w 580436"/>
                      <a:gd name="connsiteY86" fmla="*/ 212182 h 322464"/>
                      <a:gd name="connsiteX87" fmla="*/ 283826 w 580436"/>
                      <a:gd name="connsiteY87" fmla="*/ 206377 h 322464"/>
                      <a:gd name="connsiteX88" fmla="*/ 289630 w 580436"/>
                      <a:gd name="connsiteY88" fmla="*/ 206377 h 322464"/>
                      <a:gd name="connsiteX89" fmla="*/ 295757 w 580436"/>
                      <a:gd name="connsiteY89" fmla="*/ 210247 h 322464"/>
                      <a:gd name="connsiteX90" fmla="*/ 311880 w 580436"/>
                      <a:gd name="connsiteY90" fmla="*/ 222823 h 322464"/>
                      <a:gd name="connsiteX91" fmla="*/ 309623 w 580436"/>
                      <a:gd name="connsiteY91" fmla="*/ 227982 h 322464"/>
                      <a:gd name="connsiteX92" fmla="*/ 308333 w 580436"/>
                      <a:gd name="connsiteY92" fmla="*/ 228305 h 322464"/>
                      <a:gd name="connsiteX93" fmla="*/ 524385 w 580436"/>
                      <a:gd name="connsiteY93" fmla="*/ 218953 h 322464"/>
                      <a:gd name="connsiteX94" fmla="*/ 522772 w 580436"/>
                      <a:gd name="connsiteY94" fmla="*/ 218953 h 322464"/>
                      <a:gd name="connsiteX95" fmla="*/ 521160 w 580436"/>
                      <a:gd name="connsiteY95" fmla="*/ 218953 h 322464"/>
                      <a:gd name="connsiteX96" fmla="*/ 517290 w 580436"/>
                      <a:gd name="connsiteY96" fmla="*/ 214761 h 322464"/>
                      <a:gd name="connsiteX97" fmla="*/ 521482 w 580436"/>
                      <a:gd name="connsiteY97" fmla="*/ 210892 h 322464"/>
                      <a:gd name="connsiteX98" fmla="*/ 523740 w 580436"/>
                      <a:gd name="connsiteY98" fmla="*/ 210892 h 322464"/>
                      <a:gd name="connsiteX99" fmla="*/ 524707 w 580436"/>
                      <a:gd name="connsiteY99" fmla="*/ 210892 h 322464"/>
                      <a:gd name="connsiteX100" fmla="*/ 541153 w 580436"/>
                      <a:gd name="connsiteY100" fmla="*/ 207667 h 322464"/>
                      <a:gd name="connsiteX101" fmla="*/ 546957 w 580436"/>
                      <a:gd name="connsiteY101" fmla="*/ 206055 h 322464"/>
                      <a:gd name="connsiteX102" fmla="*/ 551794 w 580436"/>
                      <a:gd name="connsiteY102" fmla="*/ 208957 h 322464"/>
                      <a:gd name="connsiteX103" fmla="*/ 548892 w 580436"/>
                      <a:gd name="connsiteY103" fmla="*/ 213794 h 322464"/>
                      <a:gd name="connsiteX104" fmla="*/ 543088 w 580436"/>
                      <a:gd name="connsiteY104" fmla="*/ 215406 h 322464"/>
                      <a:gd name="connsiteX105" fmla="*/ 524385 w 580436"/>
                      <a:gd name="connsiteY105" fmla="*/ 218953 h 322464"/>
                      <a:gd name="connsiteX106" fmla="*/ 581138 w 580436"/>
                      <a:gd name="connsiteY106" fmla="*/ 198316 h 322464"/>
                      <a:gd name="connsiteX107" fmla="*/ 578559 w 580436"/>
                      <a:gd name="connsiteY107" fmla="*/ 197348 h 322464"/>
                      <a:gd name="connsiteX108" fmla="*/ 578236 w 580436"/>
                      <a:gd name="connsiteY108" fmla="*/ 191544 h 322464"/>
                      <a:gd name="connsiteX109" fmla="*/ 584041 w 580436"/>
                      <a:gd name="connsiteY109" fmla="*/ 184450 h 322464"/>
                      <a:gd name="connsiteX110" fmla="*/ 591135 w 580436"/>
                      <a:gd name="connsiteY110" fmla="*/ 176066 h 322464"/>
                      <a:gd name="connsiteX111" fmla="*/ 593070 w 580436"/>
                      <a:gd name="connsiteY111" fmla="*/ 172518 h 322464"/>
                      <a:gd name="connsiteX112" fmla="*/ 597262 w 580436"/>
                      <a:gd name="connsiteY112" fmla="*/ 168649 h 322464"/>
                      <a:gd name="connsiteX113" fmla="*/ 597262 w 580436"/>
                      <a:gd name="connsiteY113" fmla="*/ 168649 h 322464"/>
                      <a:gd name="connsiteX114" fmla="*/ 601131 w 580436"/>
                      <a:gd name="connsiteY114" fmla="*/ 172841 h 322464"/>
                      <a:gd name="connsiteX115" fmla="*/ 596617 w 580436"/>
                      <a:gd name="connsiteY115" fmla="*/ 182192 h 322464"/>
                      <a:gd name="connsiteX116" fmla="*/ 590490 w 580436"/>
                      <a:gd name="connsiteY116" fmla="*/ 189609 h 322464"/>
                      <a:gd name="connsiteX117" fmla="*/ 584363 w 580436"/>
                      <a:gd name="connsiteY117" fmla="*/ 197026 h 322464"/>
                      <a:gd name="connsiteX118" fmla="*/ 581138 w 580436"/>
                      <a:gd name="connsiteY118" fmla="*/ 198316 h 322464"/>
                      <a:gd name="connsiteX119" fmla="*/ 275442 w 580436"/>
                      <a:gd name="connsiteY119" fmla="*/ 178323 h 322464"/>
                      <a:gd name="connsiteX120" fmla="*/ 271572 w 580436"/>
                      <a:gd name="connsiteY120" fmla="*/ 174776 h 322464"/>
                      <a:gd name="connsiteX121" fmla="*/ 266413 w 580436"/>
                      <a:gd name="connsiteY121" fmla="*/ 163167 h 322464"/>
                      <a:gd name="connsiteX122" fmla="*/ 258029 w 580436"/>
                      <a:gd name="connsiteY122" fmla="*/ 159298 h 322464"/>
                      <a:gd name="connsiteX123" fmla="*/ 255127 w 580436"/>
                      <a:gd name="connsiteY123" fmla="*/ 154460 h 322464"/>
                      <a:gd name="connsiteX124" fmla="*/ 259964 w 580436"/>
                      <a:gd name="connsiteY124" fmla="*/ 151558 h 322464"/>
                      <a:gd name="connsiteX125" fmla="*/ 270927 w 580436"/>
                      <a:gd name="connsiteY125" fmla="*/ 156395 h 322464"/>
                      <a:gd name="connsiteX126" fmla="*/ 279634 w 580436"/>
                      <a:gd name="connsiteY126" fmla="*/ 173809 h 322464"/>
                      <a:gd name="connsiteX127" fmla="*/ 276087 w 580436"/>
                      <a:gd name="connsiteY127" fmla="*/ 178323 h 322464"/>
                      <a:gd name="connsiteX128" fmla="*/ 275442 w 580436"/>
                      <a:gd name="connsiteY128" fmla="*/ 178323 h 322464"/>
                      <a:gd name="connsiteX129" fmla="*/ 225137 w 580436"/>
                      <a:gd name="connsiteY129" fmla="*/ 143174 h 322464"/>
                      <a:gd name="connsiteX130" fmla="*/ 222235 w 580436"/>
                      <a:gd name="connsiteY130" fmla="*/ 141884 h 322464"/>
                      <a:gd name="connsiteX131" fmla="*/ 218366 w 580436"/>
                      <a:gd name="connsiteY131" fmla="*/ 135113 h 322464"/>
                      <a:gd name="connsiteX132" fmla="*/ 218043 w 580436"/>
                      <a:gd name="connsiteY132" fmla="*/ 132533 h 322464"/>
                      <a:gd name="connsiteX133" fmla="*/ 220623 w 580436"/>
                      <a:gd name="connsiteY133" fmla="*/ 119312 h 322464"/>
                      <a:gd name="connsiteX134" fmla="*/ 222235 w 580436"/>
                      <a:gd name="connsiteY134" fmla="*/ 112540 h 322464"/>
                      <a:gd name="connsiteX135" fmla="*/ 227072 w 580436"/>
                      <a:gd name="connsiteY135" fmla="*/ 109316 h 322464"/>
                      <a:gd name="connsiteX136" fmla="*/ 230297 w 580436"/>
                      <a:gd name="connsiteY136" fmla="*/ 114152 h 322464"/>
                      <a:gd name="connsiteX137" fmla="*/ 228684 w 580436"/>
                      <a:gd name="connsiteY137" fmla="*/ 121569 h 322464"/>
                      <a:gd name="connsiteX138" fmla="*/ 226427 w 580436"/>
                      <a:gd name="connsiteY138" fmla="*/ 132533 h 322464"/>
                      <a:gd name="connsiteX139" fmla="*/ 226427 w 580436"/>
                      <a:gd name="connsiteY139" fmla="*/ 133500 h 322464"/>
                      <a:gd name="connsiteX140" fmla="*/ 228362 w 580436"/>
                      <a:gd name="connsiteY140" fmla="*/ 136403 h 322464"/>
                      <a:gd name="connsiteX141" fmla="*/ 228362 w 580436"/>
                      <a:gd name="connsiteY141" fmla="*/ 142207 h 322464"/>
                      <a:gd name="connsiteX142" fmla="*/ 225137 w 580436"/>
                      <a:gd name="connsiteY142" fmla="*/ 143174 h 322464"/>
                      <a:gd name="connsiteX143" fmla="*/ 121304 w 580436"/>
                      <a:gd name="connsiteY143" fmla="*/ 128663 h 322464"/>
                      <a:gd name="connsiteX144" fmla="*/ 117434 w 580436"/>
                      <a:gd name="connsiteY144" fmla="*/ 125439 h 322464"/>
                      <a:gd name="connsiteX145" fmla="*/ 120659 w 580436"/>
                      <a:gd name="connsiteY145" fmla="*/ 120924 h 322464"/>
                      <a:gd name="connsiteX146" fmla="*/ 122594 w 580436"/>
                      <a:gd name="connsiteY146" fmla="*/ 120602 h 322464"/>
                      <a:gd name="connsiteX147" fmla="*/ 142586 w 580436"/>
                      <a:gd name="connsiteY147" fmla="*/ 109960 h 322464"/>
                      <a:gd name="connsiteX148" fmla="*/ 148391 w 580436"/>
                      <a:gd name="connsiteY148" fmla="*/ 110283 h 322464"/>
                      <a:gd name="connsiteX149" fmla="*/ 148068 w 580436"/>
                      <a:gd name="connsiteY149" fmla="*/ 116087 h 322464"/>
                      <a:gd name="connsiteX150" fmla="*/ 125173 w 580436"/>
                      <a:gd name="connsiteY150" fmla="*/ 128663 h 322464"/>
                      <a:gd name="connsiteX151" fmla="*/ 122271 w 580436"/>
                      <a:gd name="connsiteY151" fmla="*/ 129308 h 322464"/>
                      <a:gd name="connsiteX152" fmla="*/ 121304 w 580436"/>
                      <a:gd name="connsiteY152" fmla="*/ 128663 h 322464"/>
                      <a:gd name="connsiteX153" fmla="*/ 26822 w 580436"/>
                      <a:gd name="connsiteY153" fmla="*/ 121247 h 322464"/>
                      <a:gd name="connsiteX154" fmla="*/ 16180 w 580436"/>
                      <a:gd name="connsiteY154" fmla="*/ 120924 h 322464"/>
                      <a:gd name="connsiteX155" fmla="*/ 12633 w 580436"/>
                      <a:gd name="connsiteY155" fmla="*/ 116732 h 322464"/>
                      <a:gd name="connsiteX156" fmla="*/ 16825 w 580436"/>
                      <a:gd name="connsiteY156" fmla="*/ 113185 h 322464"/>
                      <a:gd name="connsiteX157" fmla="*/ 26822 w 580436"/>
                      <a:gd name="connsiteY157" fmla="*/ 113507 h 322464"/>
                      <a:gd name="connsiteX158" fmla="*/ 41010 w 580436"/>
                      <a:gd name="connsiteY158" fmla="*/ 111573 h 322464"/>
                      <a:gd name="connsiteX159" fmla="*/ 46814 w 580436"/>
                      <a:gd name="connsiteY159" fmla="*/ 112863 h 322464"/>
                      <a:gd name="connsiteX160" fmla="*/ 45524 w 580436"/>
                      <a:gd name="connsiteY160" fmla="*/ 118345 h 322464"/>
                      <a:gd name="connsiteX161" fmla="*/ 43912 w 580436"/>
                      <a:gd name="connsiteY161" fmla="*/ 118990 h 322464"/>
                      <a:gd name="connsiteX162" fmla="*/ 26822 w 580436"/>
                      <a:gd name="connsiteY162" fmla="*/ 121247 h 322464"/>
                      <a:gd name="connsiteX163" fmla="*/ 90347 w 580436"/>
                      <a:gd name="connsiteY163" fmla="*/ 110283 h 322464"/>
                      <a:gd name="connsiteX164" fmla="*/ 87445 w 580436"/>
                      <a:gd name="connsiteY164" fmla="*/ 108993 h 322464"/>
                      <a:gd name="connsiteX165" fmla="*/ 79061 w 580436"/>
                      <a:gd name="connsiteY165" fmla="*/ 100931 h 322464"/>
                      <a:gd name="connsiteX166" fmla="*/ 74224 w 580436"/>
                      <a:gd name="connsiteY166" fmla="*/ 100609 h 322464"/>
                      <a:gd name="connsiteX167" fmla="*/ 66807 w 580436"/>
                      <a:gd name="connsiteY167" fmla="*/ 99964 h 322464"/>
                      <a:gd name="connsiteX168" fmla="*/ 62938 w 580436"/>
                      <a:gd name="connsiteY168" fmla="*/ 95772 h 322464"/>
                      <a:gd name="connsiteX169" fmla="*/ 67130 w 580436"/>
                      <a:gd name="connsiteY169" fmla="*/ 91902 h 322464"/>
                      <a:gd name="connsiteX170" fmla="*/ 74869 w 580436"/>
                      <a:gd name="connsiteY170" fmla="*/ 92547 h 322464"/>
                      <a:gd name="connsiteX171" fmla="*/ 79383 w 580436"/>
                      <a:gd name="connsiteY171" fmla="*/ 92870 h 322464"/>
                      <a:gd name="connsiteX172" fmla="*/ 93249 w 580436"/>
                      <a:gd name="connsiteY172" fmla="*/ 103834 h 322464"/>
                      <a:gd name="connsiteX173" fmla="*/ 92927 w 580436"/>
                      <a:gd name="connsiteY173" fmla="*/ 109638 h 322464"/>
                      <a:gd name="connsiteX174" fmla="*/ 90347 w 580436"/>
                      <a:gd name="connsiteY174" fmla="*/ 110283 h 322464"/>
                      <a:gd name="connsiteX175" fmla="*/ 196761 w 580436"/>
                      <a:gd name="connsiteY175" fmla="*/ 101254 h 322464"/>
                      <a:gd name="connsiteX176" fmla="*/ 195471 w 580436"/>
                      <a:gd name="connsiteY176" fmla="*/ 100931 h 322464"/>
                      <a:gd name="connsiteX177" fmla="*/ 193536 w 580436"/>
                      <a:gd name="connsiteY177" fmla="*/ 100287 h 322464"/>
                      <a:gd name="connsiteX178" fmla="*/ 181927 w 580436"/>
                      <a:gd name="connsiteY178" fmla="*/ 91902 h 322464"/>
                      <a:gd name="connsiteX179" fmla="*/ 179992 w 580436"/>
                      <a:gd name="connsiteY179" fmla="*/ 89967 h 322464"/>
                      <a:gd name="connsiteX180" fmla="*/ 177090 w 580436"/>
                      <a:gd name="connsiteY180" fmla="*/ 91902 h 322464"/>
                      <a:gd name="connsiteX181" fmla="*/ 171286 w 580436"/>
                      <a:gd name="connsiteY181" fmla="*/ 91580 h 322464"/>
                      <a:gd name="connsiteX182" fmla="*/ 171608 w 580436"/>
                      <a:gd name="connsiteY182" fmla="*/ 85775 h 322464"/>
                      <a:gd name="connsiteX183" fmla="*/ 179992 w 580436"/>
                      <a:gd name="connsiteY183" fmla="*/ 81906 h 322464"/>
                      <a:gd name="connsiteX184" fmla="*/ 187732 w 580436"/>
                      <a:gd name="connsiteY184" fmla="*/ 86743 h 322464"/>
                      <a:gd name="connsiteX185" fmla="*/ 196116 w 580436"/>
                      <a:gd name="connsiteY185" fmla="*/ 92870 h 322464"/>
                      <a:gd name="connsiteX186" fmla="*/ 197728 w 580436"/>
                      <a:gd name="connsiteY186" fmla="*/ 93515 h 322464"/>
                      <a:gd name="connsiteX187" fmla="*/ 200308 w 580436"/>
                      <a:gd name="connsiteY187" fmla="*/ 98674 h 322464"/>
                      <a:gd name="connsiteX188" fmla="*/ 196761 w 580436"/>
                      <a:gd name="connsiteY188" fmla="*/ 101254 h 322464"/>
                      <a:gd name="connsiteX189" fmla="*/ 10698 w 580436"/>
                      <a:gd name="connsiteY189" fmla="*/ 91902 h 322464"/>
                      <a:gd name="connsiteX190" fmla="*/ 9731 w 580436"/>
                      <a:gd name="connsiteY190" fmla="*/ 91902 h 322464"/>
                      <a:gd name="connsiteX191" fmla="*/ 6829 w 580436"/>
                      <a:gd name="connsiteY191" fmla="*/ 87065 h 322464"/>
                      <a:gd name="connsiteX192" fmla="*/ 7151 w 580436"/>
                      <a:gd name="connsiteY192" fmla="*/ 83841 h 322464"/>
                      <a:gd name="connsiteX193" fmla="*/ 379 w 580436"/>
                      <a:gd name="connsiteY193" fmla="*/ 63848 h 322464"/>
                      <a:gd name="connsiteX194" fmla="*/ 2314 w 580436"/>
                      <a:gd name="connsiteY194" fmla="*/ 58366 h 322464"/>
                      <a:gd name="connsiteX195" fmla="*/ 7796 w 580436"/>
                      <a:gd name="connsiteY195" fmla="*/ 60301 h 322464"/>
                      <a:gd name="connsiteX196" fmla="*/ 15213 w 580436"/>
                      <a:gd name="connsiteY196" fmla="*/ 83518 h 322464"/>
                      <a:gd name="connsiteX197" fmla="*/ 14568 w 580436"/>
                      <a:gd name="connsiteY197" fmla="*/ 88678 h 322464"/>
                      <a:gd name="connsiteX198" fmla="*/ 10698 w 580436"/>
                      <a:gd name="connsiteY198" fmla="*/ 91902 h 322464"/>
                      <a:gd name="connsiteX199" fmla="*/ 79706 w 580436"/>
                      <a:gd name="connsiteY199" fmla="*/ 68040 h 322464"/>
                      <a:gd name="connsiteX200" fmla="*/ 77771 w 580436"/>
                      <a:gd name="connsiteY200" fmla="*/ 67717 h 322464"/>
                      <a:gd name="connsiteX201" fmla="*/ 64550 w 580436"/>
                      <a:gd name="connsiteY201" fmla="*/ 66750 h 322464"/>
                      <a:gd name="connsiteX202" fmla="*/ 63260 w 580436"/>
                      <a:gd name="connsiteY202" fmla="*/ 66750 h 322464"/>
                      <a:gd name="connsiteX203" fmla="*/ 59068 w 580436"/>
                      <a:gd name="connsiteY203" fmla="*/ 62881 h 322464"/>
                      <a:gd name="connsiteX204" fmla="*/ 62938 w 580436"/>
                      <a:gd name="connsiteY204" fmla="*/ 58688 h 322464"/>
                      <a:gd name="connsiteX205" fmla="*/ 64227 w 580436"/>
                      <a:gd name="connsiteY205" fmla="*/ 58688 h 322464"/>
                      <a:gd name="connsiteX206" fmla="*/ 79061 w 580436"/>
                      <a:gd name="connsiteY206" fmla="*/ 59656 h 322464"/>
                      <a:gd name="connsiteX207" fmla="*/ 79061 w 580436"/>
                      <a:gd name="connsiteY207" fmla="*/ 59011 h 322464"/>
                      <a:gd name="connsiteX208" fmla="*/ 78738 w 580436"/>
                      <a:gd name="connsiteY208" fmla="*/ 55786 h 322464"/>
                      <a:gd name="connsiteX209" fmla="*/ 82286 w 580436"/>
                      <a:gd name="connsiteY209" fmla="*/ 51272 h 322464"/>
                      <a:gd name="connsiteX210" fmla="*/ 86800 w 580436"/>
                      <a:gd name="connsiteY210" fmla="*/ 54819 h 322464"/>
                      <a:gd name="connsiteX211" fmla="*/ 87122 w 580436"/>
                      <a:gd name="connsiteY211" fmla="*/ 59011 h 322464"/>
                      <a:gd name="connsiteX212" fmla="*/ 79706 w 580436"/>
                      <a:gd name="connsiteY212" fmla="*/ 68040 h 322464"/>
                      <a:gd name="connsiteX213" fmla="*/ 27789 w 580436"/>
                      <a:gd name="connsiteY213" fmla="*/ 58044 h 322464"/>
                      <a:gd name="connsiteX214" fmla="*/ 24887 w 580436"/>
                      <a:gd name="connsiteY214" fmla="*/ 56754 h 322464"/>
                      <a:gd name="connsiteX215" fmla="*/ 23597 w 580436"/>
                      <a:gd name="connsiteY215" fmla="*/ 55464 h 322464"/>
                      <a:gd name="connsiteX216" fmla="*/ 16825 w 580436"/>
                      <a:gd name="connsiteY216" fmla="*/ 48047 h 322464"/>
                      <a:gd name="connsiteX217" fmla="*/ 6829 w 580436"/>
                      <a:gd name="connsiteY217" fmla="*/ 37406 h 322464"/>
                      <a:gd name="connsiteX218" fmla="*/ 6184 w 580436"/>
                      <a:gd name="connsiteY218" fmla="*/ 31924 h 322464"/>
                      <a:gd name="connsiteX219" fmla="*/ 11988 w 580436"/>
                      <a:gd name="connsiteY219" fmla="*/ 31279 h 322464"/>
                      <a:gd name="connsiteX220" fmla="*/ 23274 w 580436"/>
                      <a:gd name="connsiteY220" fmla="*/ 43210 h 322464"/>
                      <a:gd name="connsiteX221" fmla="*/ 29079 w 580436"/>
                      <a:gd name="connsiteY221" fmla="*/ 49659 h 322464"/>
                      <a:gd name="connsiteX222" fmla="*/ 31014 w 580436"/>
                      <a:gd name="connsiteY222" fmla="*/ 51594 h 322464"/>
                      <a:gd name="connsiteX223" fmla="*/ 31014 w 580436"/>
                      <a:gd name="connsiteY223" fmla="*/ 57399 h 322464"/>
                      <a:gd name="connsiteX224" fmla="*/ 27789 w 580436"/>
                      <a:gd name="connsiteY224" fmla="*/ 58044 h 322464"/>
                      <a:gd name="connsiteX225" fmla="*/ 100666 w 580436"/>
                      <a:gd name="connsiteY225" fmla="*/ 29344 h 322464"/>
                      <a:gd name="connsiteX226" fmla="*/ 100021 w 580436"/>
                      <a:gd name="connsiteY226" fmla="*/ 29344 h 322464"/>
                      <a:gd name="connsiteX227" fmla="*/ 96796 w 580436"/>
                      <a:gd name="connsiteY227" fmla="*/ 24507 h 322464"/>
                      <a:gd name="connsiteX228" fmla="*/ 97119 w 580436"/>
                      <a:gd name="connsiteY228" fmla="*/ 22895 h 322464"/>
                      <a:gd name="connsiteX229" fmla="*/ 94217 w 580436"/>
                      <a:gd name="connsiteY229" fmla="*/ 20315 h 322464"/>
                      <a:gd name="connsiteX230" fmla="*/ 87445 w 580436"/>
                      <a:gd name="connsiteY230" fmla="*/ 20315 h 322464"/>
                      <a:gd name="connsiteX231" fmla="*/ 82286 w 580436"/>
                      <a:gd name="connsiteY231" fmla="*/ 20315 h 322464"/>
                      <a:gd name="connsiteX232" fmla="*/ 80028 w 580436"/>
                      <a:gd name="connsiteY232" fmla="*/ 20315 h 322464"/>
                      <a:gd name="connsiteX233" fmla="*/ 76159 w 580436"/>
                      <a:gd name="connsiteY233" fmla="*/ 16123 h 322464"/>
                      <a:gd name="connsiteX234" fmla="*/ 80351 w 580436"/>
                      <a:gd name="connsiteY234" fmla="*/ 12253 h 322464"/>
                      <a:gd name="connsiteX235" fmla="*/ 80351 w 580436"/>
                      <a:gd name="connsiteY235" fmla="*/ 12253 h 322464"/>
                      <a:gd name="connsiteX236" fmla="*/ 82286 w 580436"/>
                      <a:gd name="connsiteY236" fmla="*/ 12253 h 322464"/>
                      <a:gd name="connsiteX237" fmla="*/ 87445 w 580436"/>
                      <a:gd name="connsiteY237" fmla="*/ 12253 h 322464"/>
                      <a:gd name="connsiteX238" fmla="*/ 94217 w 580436"/>
                      <a:gd name="connsiteY238" fmla="*/ 12253 h 322464"/>
                      <a:gd name="connsiteX239" fmla="*/ 105181 w 580436"/>
                      <a:gd name="connsiteY239" fmla="*/ 22895 h 322464"/>
                      <a:gd name="connsiteX240" fmla="*/ 104858 w 580436"/>
                      <a:gd name="connsiteY240" fmla="*/ 26120 h 322464"/>
                      <a:gd name="connsiteX241" fmla="*/ 100666 w 580436"/>
                      <a:gd name="connsiteY241" fmla="*/ 29344 h 322464"/>
                      <a:gd name="connsiteX242" fmla="*/ 20695 w 580436"/>
                      <a:gd name="connsiteY242" fmla="*/ 18703 h 322464"/>
                      <a:gd name="connsiteX243" fmla="*/ 16825 w 580436"/>
                      <a:gd name="connsiteY243" fmla="*/ 14833 h 322464"/>
                      <a:gd name="connsiteX244" fmla="*/ 20695 w 580436"/>
                      <a:gd name="connsiteY244" fmla="*/ 10641 h 322464"/>
                      <a:gd name="connsiteX245" fmla="*/ 37463 w 580436"/>
                      <a:gd name="connsiteY245" fmla="*/ 2902 h 322464"/>
                      <a:gd name="connsiteX246" fmla="*/ 44880 w 580436"/>
                      <a:gd name="connsiteY246" fmla="*/ 0 h 322464"/>
                      <a:gd name="connsiteX247" fmla="*/ 49072 w 580436"/>
                      <a:gd name="connsiteY247" fmla="*/ 4192 h 322464"/>
                      <a:gd name="connsiteX248" fmla="*/ 45202 w 580436"/>
                      <a:gd name="connsiteY248" fmla="*/ 8384 h 322464"/>
                      <a:gd name="connsiteX249" fmla="*/ 43267 w 580436"/>
                      <a:gd name="connsiteY249" fmla="*/ 8706 h 322464"/>
                      <a:gd name="connsiteX250" fmla="*/ 20695 w 580436"/>
                      <a:gd name="connsiteY250" fmla="*/ 18703 h 322464"/>
                      <a:gd name="connsiteX251" fmla="*/ 20695 w 580436"/>
                      <a:gd name="connsiteY251" fmla="*/ 18703 h 3224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</a:cxnLst>
                    <a:rect l="l" t="t" r="r" b="b"/>
                    <a:pathLst>
                      <a:path w="580436" h="322464">
                        <a:moveTo>
                          <a:pt x="286728" y="345360"/>
                        </a:moveTo>
                        <a:cubicBezTo>
                          <a:pt x="285438" y="345360"/>
                          <a:pt x="284148" y="344715"/>
                          <a:pt x="283503" y="343747"/>
                        </a:cubicBezTo>
                        <a:cubicBezTo>
                          <a:pt x="282214" y="341812"/>
                          <a:pt x="282536" y="339555"/>
                          <a:pt x="284471" y="338265"/>
                        </a:cubicBezTo>
                        <a:cubicBezTo>
                          <a:pt x="286406" y="336976"/>
                          <a:pt x="288018" y="333751"/>
                          <a:pt x="290275" y="330204"/>
                        </a:cubicBezTo>
                        <a:cubicBezTo>
                          <a:pt x="292533" y="326334"/>
                          <a:pt x="295112" y="321498"/>
                          <a:pt x="299304" y="316983"/>
                        </a:cubicBezTo>
                        <a:cubicBezTo>
                          <a:pt x="300594" y="315371"/>
                          <a:pt x="303174" y="315048"/>
                          <a:pt x="305109" y="316660"/>
                        </a:cubicBezTo>
                        <a:cubicBezTo>
                          <a:pt x="306721" y="317950"/>
                          <a:pt x="307043" y="320530"/>
                          <a:pt x="305431" y="322465"/>
                        </a:cubicBezTo>
                        <a:cubicBezTo>
                          <a:pt x="301884" y="326657"/>
                          <a:pt x="299627" y="330849"/>
                          <a:pt x="297369" y="334396"/>
                        </a:cubicBezTo>
                        <a:cubicBezTo>
                          <a:pt x="294790" y="338910"/>
                          <a:pt x="292533" y="342780"/>
                          <a:pt x="289308" y="345037"/>
                        </a:cubicBezTo>
                        <a:cubicBezTo>
                          <a:pt x="288340" y="345037"/>
                          <a:pt x="287696" y="345360"/>
                          <a:pt x="286728" y="345360"/>
                        </a:cubicBezTo>
                        <a:close/>
                        <a:moveTo>
                          <a:pt x="254159" y="330849"/>
                        </a:moveTo>
                        <a:cubicBezTo>
                          <a:pt x="252869" y="330849"/>
                          <a:pt x="251902" y="330204"/>
                          <a:pt x="250935" y="329559"/>
                        </a:cubicBezTo>
                        <a:cubicBezTo>
                          <a:pt x="247387" y="325367"/>
                          <a:pt x="244485" y="321175"/>
                          <a:pt x="242550" y="316338"/>
                        </a:cubicBezTo>
                        <a:lnTo>
                          <a:pt x="241905" y="315048"/>
                        </a:lnTo>
                        <a:lnTo>
                          <a:pt x="242228" y="313758"/>
                        </a:lnTo>
                        <a:cubicBezTo>
                          <a:pt x="243195" y="310211"/>
                          <a:pt x="244485" y="305697"/>
                          <a:pt x="246420" y="301182"/>
                        </a:cubicBezTo>
                        <a:cubicBezTo>
                          <a:pt x="247387" y="299247"/>
                          <a:pt x="249645" y="298280"/>
                          <a:pt x="251580" y="299247"/>
                        </a:cubicBezTo>
                        <a:cubicBezTo>
                          <a:pt x="253514" y="300215"/>
                          <a:pt x="254482" y="302472"/>
                          <a:pt x="253514" y="304407"/>
                        </a:cubicBezTo>
                        <a:cubicBezTo>
                          <a:pt x="251902" y="307954"/>
                          <a:pt x="250935" y="311178"/>
                          <a:pt x="250290" y="314403"/>
                        </a:cubicBezTo>
                        <a:cubicBezTo>
                          <a:pt x="251902" y="317950"/>
                          <a:pt x="254159" y="321175"/>
                          <a:pt x="257061" y="324400"/>
                        </a:cubicBezTo>
                        <a:cubicBezTo>
                          <a:pt x="258351" y="326012"/>
                          <a:pt x="258351" y="328592"/>
                          <a:pt x="256416" y="330204"/>
                        </a:cubicBezTo>
                        <a:cubicBezTo>
                          <a:pt x="256094" y="330526"/>
                          <a:pt x="255127" y="330849"/>
                          <a:pt x="254159" y="330849"/>
                        </a:cubicBezTo>
                        <a:close/>
                        <a:moveTo>
                          <a:pt x="318975" y="289896"/>
                        </a:moveTo>
                        <a:cubicBezTo>
                          <a:pt x="318330" y="289896"/>
                          <a:pt x="317685" y="289573"/>
                          <a:pt x="317040" y="289251"/>
                        </a:cubicBezTo>
                        <a:cubicBezTo>
                          <a:pt x="315105" y="288284"/>
                          <a:pt x="314460" y="285704"/>
                          <a:pt x="315428" y="283769"/>
                        </a:cubicBezTo>
                        <a:cubicBezTo>
                          <a:pt x="316717" y="281512"/>
                          <a:pt x="317362" y="277965"/>
                          <a:pt x="318007" y="274740"/>
                        </a:cubicBezTo>
                        <a:cubicBezTo>
                          <a:pt x="319297" y="268613"/>
                          <a:pt x="320587" y="261519"/>
                          <a:pt x="326714" y="258939"/>
                        </a:cubicBezTo>
                        <a:lnTo>
                          <a:pt x="328004" y="258294"/>
                        </a:lnTo>
                        <a:cubicBezTo>
                          <a:pt x="329938" y="257327"/>
                          <a:pt x="332518" y="258294"/>
                          <a:pt x="333163" y="260229"/>
                        </a:cubicBezTo>
                        <a:cubicBezTo>
                          <a:pt x="334130" y="262164"/>
                          <a:pt x="333163" y="264743"/>
                          <a:pt x="331228" y="265388"/>
                        </a:cubicBezTo>
                        <a:lnTo>
                          <a:pt x="329938" y="266034"/>
                        </a:lnTo>
                        <a:cubicBezTo>
                          <a:pt x="327681" y="267001"/>
                          <a:pt x="326714" y="271515"/>
                          <a:pt x="325746" y="276030"/>
                        </a:cubicBezTo>
                        <a:cubicBezTo>
                          <a:pt x="325101" y="279899"/>
                          <a:pt x="324134" y="284091"/>
                          <a:pt x="322199" y="287639"/>
                        </a:cubicBezTo>
                        <a:cubicBezTo>
                          <a:pt x="321554" y="288928"/>
                          <a:pt x="320264" y="289896"/>
                          <a:pt x="318975" y="289896"/>
                        </a:cubicBezTo>
                        <a:close/>
                        <a:moveTo>
                          <a:pt x="278344" y="282801"/>
                        </a:moveTo>
                        <a:cubicBezTo>
                          <a:pt x="277054" y="282801"/>
                          <a:pt x="275442" y="282157"/>
                          <a:pt x="274797" y="280867"/>
                        </a:cubicBezTo>
                        <a:cubicBezTo>
                          <a:pt x="273830" y="278932"/>
                          <a:pt x="274474" y="276352"/>
                          <a:pt x="276409" y="275385"/>
                        </a:cubicBezTo>
                        <a:cubicBezTo>
                          <a:pt x="282859" y="271838"/>
                          <a:pt x="285761" y="268613"/>
                          <a:pt x="289953" y="262486"/>
                        </a:cubicBezTo>
                        <a:cubicBezTo>
                          <a:pt x="290920" y="260874"/>
                          <a:pt x="292210" y="258939"/>
                          <a:pt x="293177" y="257327"/>
                        </a:cubicBezTo>
                        <a:cubicBezTo>
                          <a:pt x="294467" y="255392"/>
                          <a:pt x="296725" y="254747"/>
                          <a:pt x="298659" y="256037"/>
                        </a:cubicBezTo>
                        <a:cubicBezTo>
                          <a:pt x="300594" y="257327"/>
                          <a:pt x="301239" y="259584"/>
                          <a:pt x="299949" y="261519"/>
                        </a:cubicBezTo>
                        <a:cubicBezTo>
                          <a:pt x="298659" y="263454"/>
                          <a:pt x="297692" y="265388"/>
                          <a:pt x="296725" y="267001"/>
                        </a:cubicBezTo>
                        <a:cubicBezTo>
                          <a:pt x="292210" y="274417"/>
                          <a:pt x="288018" y="278287"/>
                          <a:pt x="280601" y="282479"/>
                        </a:cubicBezTo>
                        <a:cubicBezTo>
                          <a:pt x="279956" y="282801"/>
                          <a:pt x="278989" y="282801"/>
                          <a:pt x="278344" y="282801"/>
                        </a:cubicBezTo>
                        <a:close/>
                        <a:moveTo>
                          <a:pt x="424743" y="262486"/>
                        </a:moveTo>
                        <a:cubicBezTo>
                          <a:pt x="423453" y="262486"/>
                          <a:pt x="422163" y="261841"/>
                          <a:pt x="421196" y="260552"/>
                        </a:cubicBezTo>
                        <a:cubicBezTo>
                          <a:pt x="419906" y="258616"/>
                          <a:pt x="420551" y="256037"/>
                          <a:pt x="422486" y="255069"/>
                        </a:cubicBezTo>
                        <a:cubicBezTo>
                          <a:pt x="425065" y="253457"/>
                          <a:pt x="427323" y="251200"/>
                          <a:pt x="429258" y="248943"/>
                        </a:cubicBezTo>
                        <a:cubicBezTo>
                          <a:pt x="433127" y="244751"/>
                          <a:pt x="437319" y="239914"/>
                          <a:pt x="446348" y="239914"/>
                        </a:cubicBezTo>
                        <a:lnTo>
                          <a:pt x="446348" y="239914"/>
                        </a:lnTo>
                        <a:cubicBezTo>
                          <a:pt x="448605" y="239914"/>
                          <a:pt x="450218" y="241849"/>
                          <a:pt x="450540" y="243783"/>
                        </a:cubicBezTo>
                        <a:cubicBezTo>
                          <a:pt x="450540" y="246040"/>
                          <a:pt x="448605" y="247976"/>
                          <a:pt x="446671" y="247976"/>
                        </a:cubicBezTo>
                        <a:cubicBezTo>
                          <a:pt x="441511" y="247976"/>
                          <a:pt x="439254" y="250555"/>
                          <a:pt x="435707" y="254425"/>
                        </a:cubicBezTo>
                        <a:cubicBezTo>
                          <a:pt x="433450" y="257005"/>
                          <a:pt x="430870" y="259907"/>
                          <a:pt x="427000" y="262164"/>
                        </a:cubicBezTo>
                        <a:cubicBezTo>
                          <a:pt x="426033" y="262486"/>
                          <a:pt x="425388" y="262486"/>
                          <a:pt x="424743" y="262486"/>
                        </a:cubicBezTo>
                        <a:close/>
                        <a:moveTo>
                          <a:pt x="380243" y="260874"/>
                        </a:moveTo>
                        <a:cubicBezTo>
                          <a:pt x="374116" y="260874"/>
                          <a:pt x="370247" y="257327"/>
                          <a:pt x="366054" y="253457"/>
                        </a:cubicBezTo>
                        <a:cubicBezTo>
                          <a:pt x="366054" y="253457"/>
                          <a:pt x="365410" y="253135"/>
                          <a:pt x="364765" y="253135"/>
                        </a:cubicBezTo>
                        <a:cubicBezTo>
                          <a:pt x="362507" y="252812"/>
                          <a:pt x="360895" y="250878"/>
                          <a:pt x="361217" y="248620"/>
                        </a:cubicBezTo>
                        <a:cubicBezTo>
                          <a:pt x="361540" y="246363"/>
                          <a:pt x="363475" y="244751"/>
                          <a:pt x="365732" y="245073"/>
                        </a:cubicBezTo>
                        <a:cubicBezTo>
                          <a:pt x="368312" y="245396"/>
                          <a:pt x="370247" y="246040"/>
                          <a:pt x="371536" y="247330"/>
                        </a:cubicBezTo>
                        <a:cubicBezTo>
                          <a:pt x="375728" y="251200"/>
                          <a:pt x="377663" y="252812"/>
                          <a:pt x="380565" y="252812"/>
                        </a:cubicBezTo>
                        <a:cubicBezTo>
                          <a:pt x="382178" y="252812"/>
                          <a:pt x="384435" y="252167"/>
                          <a:pt x="387337" y="250878"/>
                        </a:cubicBezTo>
                        <a:lnTo>
                          <a:pt x="387982" y="250555"/>
                        </a:lnTo>
                        <a:cubicBezTo>
                          <a:pt x="389917" y="249587"/>
                          <a:pt x="392497" y="250878"/>
                          <a:pt x="393142" y="252812"/>
                        </a:cubicBezTo>
                        <a:cubicBezTo>
                          <a:pt x="394109" y="254747"/>
                          <a:pt x="392819" y="257327"/>
                          <a:pt x="390884" y="257972"/>
                        </a:cubicBezTo>
                        <a:cubicBezTo>
                          <a:pt x="386370" y="260229"/>
                          <a:pt x="383145" y="260874"/>
                          <a:pt x="380243" y="260874"/>
                        </a:cubicBezTo>
                        <a:close/>
                        <a:moveTo>
                          <a:pt x="477627" y="230884"/>
                        </a:moveTo>
                        <a:cubicBezTo>
                          <a:pt x="477627" y="230884"/>
                          <a:pt x="477305" y="230884"/>
                          <a:pt x="477305" y="230884"/>
                        </a:cubicBezTo>
                        <a:cubicBezTo>
                          <a:pt x="475048" y="230562"/>
                          <a:pt x="473435" y="228627"/>
                          <a:pt x="473758" y="226370"/>
                        </a:cubicBezTo>
                        <a:lnTo>
                          <a:pt x="473758" y="225725"/>
                        </a:lnTo>
                        <a:cubicBezTo>
                          <a:pt x="473758" y="224758"/>
                          <a:pt x="473435" y="223468"/>
                          <a:pt x="473435" y="222501"/>
                        </a:cubicBezTo>
                        <a:cubicBezTo>
                          <a:pt x="473113" y="220888"/>
                          <a:pt x="472790" y="218953"/>
                          <a:pt x="472790" y="216696"/>
                        </a:cubicBezTo>
                        <a:cubicBezTo>
                          <a:pt x="472790" y="215406"/>
                          <a:pt x="472790" y="214439"/>
                          <a:pt x="473113" y="213149"/>
                        </a:cubicBezTo>
                        <a:cubicBezTo>
                          <a:pt x="474080" y="207990"/>
                          <a:pt x="479240" y="203153"/>
                          <a:pt x="486011" y="201541"/>
                        </a:cubicBezTo>
                        <a:cubicBezTo>
                          <a:pt x="488269" y="200895"/>
                          <a:pt x="490526" y="202185"/>
                          <a:pt x="490848" y="204443"/>
                        </a:cubicBezTo>
                        <a:cubicBezTo>
                          <a:pt x="491493" y="206700"/>
                          <a:pt x="490203" y="208957"/>
                          <a:pt x="487946" y="209279"/>
                        </a:cubicBezTo>
                        <a:cubicBezTo>
                          <a:pt x="483754" y="210247"/>
                          <a:pt x="481174" y="212827"/>
                          <a:pt x="480852" y="214439"/>
                        </a:cubicBezTo>
                        <a:cubicBezTo>
                          <a:pt x="480852" y="215406"/>
                          <a:pt x="480529" y="216051"/>
                          <a:pt x="480529" y="216696"/>
                        </a:cubicBezTo>
                        <a:cubicBezTo>
                          <a:pt x="480529" y="218308"/>
                          <a:pt x="480852" y="219598"/>
                          <a:pt x="481174" y="221211"/>
                        </a:cubicBezTo>
                        <a:cubicBezTo>
                          <a:pt x="481497" y="222823"/>
                          <a:pt x="481819" y="224113"/>
                          <a:pt x="481819" y="225725"/>
                        </a:cubicBezTo>
                        <a:cubicBezTo>
                          <a:pt x="481819" y="226048"/>
                          <a:pt x="481819" y="226693"/>
                          <a:pt x="481819" y="227015"/>
                        </a:cubicBezTo>
                        <a:cubicBezTo>
                          <a:pt x="481497" y="229273"/>
                          <a:pt x="479562" y="230884"/>
                          <a:pt x="477627" y="230884"/>
                        </a:cubicBezTo>
                        <a:close/>
                        <a:moveTo>
                          <a:pt x="308333" y="228305"/>
                        </a:moveTo>
                        <a:cubicBezTo>
                          <a:pt x="306721" y="228305"/>
                          <a:pt x="305109" y="227338"/>
                          <a:pt x="304464" y="225725"/>
                        </a:cubicBezTo>
                        <a:cubicBezTo>
                          <a:pt x="303174" y="221855"/>
                          <a:pt x="299627" y="218953"/>
                          <a:pt x="294467" y="218308"/>
                        </a:cubicBezTo>
                        <a:cubicBezTo>
                          <a:pt x="290920" y="217664"/>
                          <a:pt x="287373" y="215729"/>
                          <a:pt x="283826" y="212182"/>
                        </a:cubicBezTo>
                        <a:cubicBezTo>
                          <a:pt x="282214" y="210570"/>
                          <a:pt x="282214" y="207990"/>
                          <a:pt x="283826" y="206377"/>
                        </a:cubicBezTo>
                        <a:cubicBezTo>
                          <a:pt x="285438" y="204765"/>
                          <a:pt x="288018" y="204765"/>
                          <a:pt x="289630" y="206377"/>
                        </a:cubicBezTo>
                        <a:cubicBezTo>
                          <a:pt x="291888" y="208635"/>
                          <a:pt x="293822" y="209924"/>
                          <a:pt x="295757" y="210247"/>
                        </a:cubicBezTo>
                        <a:cubicBezTo>
                          <a:pt x="303496" y="211537"/>
                          <a:pt x="309301" y="216374"/>
                          <a:pt x="311880" y="222823"/>
                        </a:cubicBezTo>
                        <a:cubicBezTo>
                          <a:pt x="312525" y="224758"/>
                          <a:pt x="311558" y="227338"/>
                          <a:pt x="309623" y="227982"/>
                        </a:cubicBezTo>
                        <a:cubicBezTo>
                          <a:pt x="309301" y="228305"/>
                          <a:pt x="308978" y="228305"/>
                          <a:pt x="308333" y="228305"/>
                        </a:cubicBezTo>
                        <a:close/>
                        <a:moveTo>
                          <a:pt x="524385" y="218953"/>
                        </a:moveTo>
                        <a:cubicBezTo>
                          <a:pt x="523740" y="218953"/>
                          <a:pt x="523417" y="218953"/>
                          <a:pt x="522772" y="218953"/>
                        </a:cubicBezTo>
                        <a:cubicBezTo>
                          <a:pt x="522127" y="218953"/>
                          <a:pt x="521482" y="218953"/>
                          <a:pt x="521160" y="218953"/>
                        </a:cubicBezTo>
                        <a:cubicBezTo>
                          <a:pt x="518903" y="218953"/>
                          <a:pt x="517290" y="217019"/>
                          <a:pt x="517290" y="214761"/>
                        </a:cubicBezTo>
                        <a:cubicBezTo>
                          <a:pt x="517290" y="212504"/>
                          <a:pt x="519225" y="210892"/>
                          <a:pt x="521482" y="210892"/>
                        </a:cubicBezTo>
                        <a:cubicBezTo>
                          <a:pt x="522127" y="210892"/>
                          <a:pt x="523095" y="210892"/>
                          <a:pt x="523740" y="210892"/>
                        </a:cubicBezTo>
                        <a:cubicBezTo>
                          <a:pt x="524062" y="210892"/>
                          <a:pt x="524385" y="210892"/>
                          <a:pt x="524707" y="210892"/>
                        </a:cubicBezTo>
                        <a:cubicBezTo>
                          <a:pt x="528577" y="210892"/>
                          <a:pt x="534381" y="209279"/>
                          <a:pt x="541153" y="207667"/>
                        </a:cubicBezTo>
                        <a:cubicBezTo>
                          <a:pt x="543088" y="207022"/>
                          <a:pt x="545022" y="206700"/>
                          <a:pt x="546957" y="206055"/>
                        </a:cubicBezTo>
                        <a:cubicBezTo>
                          <a:pt x="549214" y="205410"/>
                          <a:pt x="551472" y="206700"/>
                          <a:pt x="551794" y="208957"/>
                        </a:cubicBezTo>
                        <a:cubicBezTo>
                          <a:pt x="552439" y="211215"/>
                          <a:pt x="551149" y="213472"/>
                          <a:pt x="548892" y="213794"/>
                        </a:cubicBezTo>
                        <a:cubicBezTo>
                          <a:pt x="546957" y="214439"/>
                          <a:pt x="545022" y="214761"/>
                          <a:pt x="543088" y="215406"/>
                        </a:cubicBezTo>
                        <a:cubicBezTo>
                          <a:pt x="535671" y="217341"/>
                          <a:pt x="529544" y="218953"/>
                          <a:pt x="524385" y="218953"/>
                        </a:cubicBezTo>
                        <a:close/>
                        <a:moveTo>
                          <a:pt x="581138" y="198316"/>
                        </a:moveTo>
                        <a:cubicBezTo>
                          <a:pt x="580171" y="198316"/>
                          <a:pt x="579204" y="197993"/>
                          <a:pt x="578559" y="197348"/>
                        </a:cubicBezTo>
                        <a:cubicBezTo>
                          <a:pt x="576946" y="195736"/>
                          <a:pt x="576624" y="193479"/>
                          <a:pt x="578236" y="191544"/>
                        </a:cubicBezTo>
                        <a:cubicBezTo>
                          <a:pt x="580171" y="189287"/>
                          <a:pt x="582106" y="186707"/>
                          <a:pt x="584041" y="184450"/>
                        </a:cubicBezTo>
                        <a:cubicBezTo>
                          <a:pt x="586620" y="181225"/>
                          <a:pt x="588877" y="178323"/>
                          <a:pt x="591135" y="176066"/>
                        </a:cubicBezTo>
                        <a:cubicBezTo>
                          <a:pt x="593070" y="174453"/>
                          <a:pt x="593070" y="173486"/>
                          <a:pt x="593070" y="172518"/>
                        </a:cubicBezTo>
                        <a:cubicBezTo>
                          <a:pt x="593070" y="170261"/>
                          <a:pt x="595004" y="168649"/>
                          <a:pt x="597262" y="168649"/>
                        </a:cubicBezTo>
                        <a:cubicBezTo>
                          <a:pt x="597262" y="168649"/>
                          <a:pt x="597262" y="168649"/>
                          <a:pt x="597262" y="168649"/>
                        </a:cubicBezTo>
                        <a:cubicBezTo>
                          <a:pt x="599519" y="168649"/>
                          <a:pt x="601131" y="170584"/>
                          <a:pt x="601131" y="172841"/>
                        </a:cubicBezTo>
                        <a:cubicBezTo>
                          <a:pt x="601131" y="175421"/>
                          <a:pt x="600486" y="178645"/>
                          <a:pt x="596617" y="182192"/>
                        </a:cubicBezTo>
                        <a:cubicBezTo>
                          <a:pt x="594682" y="183805"/>
                          <a:pt x="592747" y="186707"/>
                          <a:pt x="590490" y="189609"/>
                        </a:cubicBezTo>
                        <a:cubicBezTo>
                          <a:pt x="588555" y="191867"/>
                          <a:pt x="586620" y="194446"/>
                          <a:pt x="584363" y="197026"/>
                        </a:cubicBezTo>
                        <a:cubicBezTo>
                          <a:pt x="583396" y="197993"/>
                          <a:pt x="582428" y="198316"/>
                          <a:pt x="581138" y="198316"/>
                        </a:cubicBezTo>
                        <a:close/>
                        <a:moveTo>
                          <a:pt x="275442" y="178323"/>
                        </a:moveTo>
                        <a:cubicBezTo>
                          <a:pt x="273507" y="178323"/>
                          <a:pt x="271572" y="176711"/>
                          <a:pt x="271572" y="174776"/>
                        </a:cubicBezTo>
                        <a:cubicBezTo>
                          <a:pt x="270605" y="168971"/>
                          <a:pt x="268993" y="164780"/>
                          <a:pt x="266413" y="163167"/>
                        </a:cubicBezTo>
                        <a:cubicBezTo>
                          <a:pt x="263833" y="161555"/>
                          <a:pt x="261253" y="160265"/>
                          <a:pt x="258029" y="159298"/>
                        </a:cubicBezTo>
                        <a:cubicBezTo>
                          <a:pt x="255771" y="158653"/>
                          <a:pt x="254482" y="156395"/>
                          <a:pt x="255127" y="154460"/>
                        </a:cubicBezTo>
                        <a:cubicBezTo>
                          <a:pt x="255771" y="152203"/>
                          <a:pt x="258029" y="150913"/>
                          <a:pt x="259964" y="151558"/>
                        </a:cubicBezTo>
                        <a:cubicBezTo>
                          <a:pt x="262866" y="152203"/>
                          <a:pt x="266735" y="153493"/>
                          <a:pt x="270927" y="156395"/>
                        </a:cubicBezTo>
                        <a:cubicBezTo>
                          <a:pt x="275442" y="159298"/>
                          <a:pt x="278344" y="165102"/>
                          <a:pt x="279634" y="173809"/>
                        </a:cubicBezTo>
                        <a:cubicBezTo>
                          <a:pt x="279956" y="176066"/>
                          <a:pt x="278344" y="178000"/>
                          <a:pt x="276087" y="178323"/>
                        </a:cubicBezTo>
                        <a:cubicBezTo>
                          <a:pt x="275764" y="178323"/>
                          <a:pt x="275442" y="178323"/>
                          <a:pt x="275442" y="178323"/>
                        </a:cubicBezTo>
                        <a:close/>
                        <a:moveTo>
                          <a:pt x="225137" y="143174"/>
                        </a:moveTo>
                        <a:cubicBezTo>
                          <a:pt x="224170" y="143174"/>
                          <a:pt x="222880" y="142852"/>
                          <a:pt x="222235" y="141884"/>
                        </a:cubicBezTo>
                        <a:cubicBezTo>
                          <a:pt x="219978" y="139627"/>
                          <a:pt x="218688" y="137370"/>
                          <a:pt x="218366" y="135113"/>
                        </a:cubicBezTo>
                        <a:cubicBezTo>
                          <a:pt x="218043" y="134468"/>
                          <a:pt x="218043" y="133500"/>
                          <a:pt x="218043" y="132533"/>
                        </a:cubicBezTo>
                        <a:cubicBezTo>
                          <a:pt x="218043" y="128986"/>
                          <a:pt x="219333" y="124471"/>
                          <a:pt x="220623" y="119312"/>
                        </a:cubicBezTo>
                        <a:cubicBezTo>
                          <a:pt x="221268" y="117054"/>
                          <a:pt x="221913" y="114475"/>
                          <a:pt x="222235" y="112540"/>
                        </a:cubicBezTo>
                        <a:cubicBezTo>
                          <a:pt x="222558" y="110283"/>
                          <a:pt x="224815" y="108993"/>
                          <a:pt x="227072" y="109316"/>
                        </a:cubicBezTo>
                        <a:cubicBezTo>
                          <a:pt x="229329" y="109638"/>
                          <a:pt x="230619" y="111895"/>
                          <a:pt x="230297" y="114152"/>
                        </a:cubicBezTo>
                        <a:cubicBezTo>
                          <a:pt x="229974" y="116410"/>
                          <a:pt x="229329" y="118990"/>
                          <a:pt x="228684" y="121569"/>
                        </a:cubicBezTo>
                        <a:cubicBezTo>
                          <a:pt x="227717" y="125761"/>
                          <a:pt x="226427" y="129953"/>
                          <a:pt x="226427" y="132533"/>
                        </a:cubicBezTo>
                        <a:cubicBezTo>
                          <a:pt x="226427" y="133178"/>
                          <a:pt x="226427" y="133178"/>
                          <a:pt x="226427" y="133500"/>
                        </a:cubicBezTo>
                        <a:cubicBezTo>
                          <a:pt x="226427" y="133823"/>
                          <a:pt x="226750" y="134790"/>
                          <a:pt x="228362" y="136403"/>
                        </a:cubicBezTo>
                        <a:cubicBezTo>
                          <a:pt x="229974" y="138015"/>
                          <a:pt x="229974" y="140595"/>
                          <a:pt x="228362" y="142207"/>
                        </a:cubicBezTo>
                        <a:cubicBezTo>
                          <a:pt x="227395" y="142852"/>
                          <a:pt x="226105" y="143174"/>
                          <a:pt x="225137" y="143174"/>
                        </a:cubicBezTo>
                        <a:close/>
                        <a:moveTo>
                          <a:pt x="121304" y="128663"/>
                        </a:moveTo>
                        <a:cubicBezTo>
                          <a:pt x="119369" y="128663"/>
                          <a:pt x="117757" y="127374"/>
                          <a:pt x="117434" y="125439"/>
                        </a:cubicBezTo>
                        <a:cubicBezTo>
                          <a:pt x="117112" y="123181"/>
                          <a:pt x="118402" y="121247"/>
                          <a:pt x="120659" y="120924"/>
                        </a:cubicBezTo>
                        <a:cubicBezTo>
                          <a:pt x="121304" y="120924"/>
                          <a:pt x="121949" y="120602"/>
                          <a:pt x="122594" y="120602"/>
                        </a:cubicBezTo>
                        <a:cubicBezTo>
                          <a:pt x="128398" y="118990"/>
                          <a:pt x="136782" y="114797"/>
                          <a:pt x="142586" y="109960"/>
                        </a:cubicBezTo>
                        <a:cubicBezTo>
                          <a:pt x="144199" y="108348"/>
                          <a:pt x="146778" y="108671"/>
                          <a:pt x="148391" y="110283"/>
                        </a:cubicBezTo>
                        <a:cubicBezTo>
                          <a:pt x="150003" y="111895"/>
                          <a:pt x="149681" y="114475"/>
                          <a:pt x="148068" y="116087"/>
                        </a:cubicBezTo>
                        <a:cubicBezTo>
                          <a:pt x="140652" y="122537"/>
                          <a:pt x="131300" y="126728"/>
                          <a:pt x="125173" y="128663"/>
                        </a:cubicBezTo>
                        <a:cubicBezTo>
                          <a:pt x="124206" y="128986"/>
                          <a:pt x="123239" y="129308"/>
                          <a:pt x="122271" y="129308"/>
                        </a:cubicBezTo>
                        <a:cubicBezTo>
                          <a:pt x="121949" y="128663"/>
                          <a:pt x="121626" y="128663"/>
                          <a:pt x="121304" y="128663"/>
                        </a:cubicBezTo>
                        <a:close/>
                        <a:moveTo>
                          <a:pt x="26822" y="121247"/>
                        </a:moveTo>
                        <a:cubicBezTo>
                          <a:pt x="23597" y="121247"/>
                          <a:pt x="20050" y="121247"/>
                          <a:pt x="16180" y="120924"/>
                        </a:cubicBezTo>
                        <a:cubicBezTo>
                          <a:pt x="13923" y="120602"/>
                          <a:pt x="12311" y="118667"/>
                          <a:pt x="12633" y="116732"/>
                        </a:cubicBezTo>
                        <a:cubicBezTo>
                          <a:pt x="12956" y="114475"/>
                          <a:pt x="14890" y="112863"/>
                          <a:pt x="16825" y="113185"/>
                        </a:cubicBezTo>
                        <a:cubicBezTo>
                          <a:pt x="20372" y="113507"/>
                          <a:pt x="23597" y="113507"/>
                          <a:pt x="26822" y="113507"/>
                        </a:cubicBezTo>
                        <a:cubicBezTo>
                          <a:pt x="34883" y="113507"/>
                          <a:pt x="39075" y="112540"/>
                          <a:pt x="41010" y="111573"/>
                        </a:cubicBezTo>
                        <a:cubicBezTo>
                          <a:pt x="42945" y="110283"/>
                          <a:pt x="45524" y="110928"/>
                          <a:pt x="46814" y="112863"/>
                        </a:cubicBezTo>
                        <a:cubicBezTo>
                          <a:pt x="48104" y="114797"/>
                          <a:pt x="47459" y="117054"/>
                          <a:pt x="45524" y="118345"/>
                        </a:cubicBezTo>
                        <a:cubicBezTo>
                          <a:pt x="45202" y="118667"/>
                          <a:pt x="44557" y="118990"/>
                          <a:pt x="43912" y="118990"/>
                        </a:cubicBezTo>
                        <a:cubicBezTo>
                          <a:pt x="40043" y="120279"/>
                          <a:pt x="34238" y="121247"/>
                          <a:pt x="26822" y="121247"/>
                        </a:cubicBezTo>
                        <a:close/>
                        <a:moveTo>
                          <a:pt x="90347" y="110283"/>
                        </a:moveTo>
                        <a:cubicBezTo>
                          <a:pt x="89380" y="110283"/>
                          <a:pt x="88090" y="109960"/>
                          <a:pt x="87445" y="108993"/>
                        </a:cubicBezTo>
                        <a:cubicBezTo>
                          <a:pt x="83253" y="104156"/>
                          <a:pt x="80351" y="101254"/>
                          <a:pt x="79061" y="100931"/>
                        </a:cubicBezTo>
                        <a:cubicBezTo>
                          <a:pt x="78416" y="100931"/>
                          <a:pt x="76804" y="100931"/>
                          <a:pt x="74224" y="100609"/>
                        </a:cubicBezTo>
                        <a:cubicBezTo>
                          <a:pt x="71967" y="100287"/>
                          <a:pt x="69387" y="99964"/>
                          <a:pt x="66807" y="99964"/>
                        </a:cubicBezTo>
                        <a:cubicBezTo>
                          <a:pt x="64550" y="99964"/>
                          <a:pt x="62938" y="98029"/>
                          <a:pt x="62938" y="95772"/>
                        </a:cubicBezTo>
                        <a:cubicBezTo>
                          <a:pt x="62938" y="93515"/>
                          <a:pt x="64872" y="91902"/>
                          <a:pt x="67130" y="91902"/>
                        </a:cubicBezTo>
                        <a:cubicBezTo>
                          <a:pt x="70032" y="92225"/>
                          <a:pt x="72612" y="92547"/>
                          <a:pt x="74869" y="92547"/>
                        </a:cubicBezTo>
                        <a:cubicBezTo>
                          <a:pt x="76804" y="92870"/>
                          <a:pt x="78416" y="92870"/>
                          <a:pt x="79383" y="92870"/>
                        </a:cubicBezTo>
                        <a:cubicBezTo>
                          <a:pt x="83253" y="92870"/>
                          <a:pt x="86800" y="96417"/>
                          <a:pt x="93249" y="103834"/>
                        </a:cubicBezTo>
                        <a:cubicBezTo>
                          <a:pt x="94862" y="105446"/>
                          <a:pt x="94539" y="108025"/>
                          <a:pt x="92927" y="109638"/>
                        </a:cubicBezTo>
                        <a:cubicBezTo>
                          <a:pt x="92282" y="109960"/>
                          <a:pt x="91315" y="110283"/>
                          <a:pt x="90347" y="110283"/>
                        </a:cubicBezTo>
                        <a:close/>
                        <a:moveTo>
                          <a:pt x="196761" y="101254"/>
                        </a:moveTo>
                        <a:cubicBezTo>
                          <a:pt x="196438" y="101254"/>
                          <a:pt x="195793" y="101254"/>
                          <a:pt x="195471" y="100931"/>
                        </a:cubicBezTo>
                        <a:lnTo>
                          <a:pt x="193536" y="100287"/>
                        </a:lnTo>
                        <a:cubicBezTo>
                          <a:pt x="187409" y="98029"/>
                          <a:pt x="184184" y="94482"/>
                          <a:pt x="181927" y="91902"/>
                        </a:cubicBezTo>
                        <a:cubicBezTo>
                          <a:pt x="181282" y="91258"/>
                          <a:pt x="180315" y="89967"/>
                          <a:pt x="179992" y="89967"/>
                        </a:cubicBezTo>
                        <a:cubicBezTo>
                          <a:pt x="179992" y="89967"/>
                          <a:pt x="179025" y="90290"/>
                          <a:pt x="177090" y="91902"/>
                        </a:cubicBezTo>
                        <a:cubicBezTo>
                          <a:pt x="175478" y="93515"/>
                          <a:pt x="172898" y="93192"/>
                          <a:pt x="171286" y="91580"/>
                        </a:cubicBezTo>
                        <a:cubicBezTo>
                          <a:pt x="169673" y="89967"/>
                          <a:pt x="169996" y="87388"/>
                          <a:pt x="171608" y="85775"/>
                        </a:cubicBezTo>
                        <a:cubicBezTo>
                          <a:pt x="174833" y="82873"/>
                          <a:pt x="177413" y="81906"/>
                          <a:pt x="179992" y="81906"/>
                        </a:cubicBezTo>
                        <a:cubicBezTo>
                          <a:pt x="183539" y="81906"/>
                          <a:pt x="185797" y="84486"/>
                          <a:pt x="187732" y="86743"/>
                        </a:cubicBezTo>
                        <a:cubicBezTo>
                          <a:pt x="189666" y="89000"/>
                          <a:pt x="191923" y="91258"/>
                          <a:pt x="196116" y="92870"/>
                        </a:cubicBezTo>
                        <a:lnTo>
                          <a:pt x="197728" y="93515"/>
                        </a:lnTo>
                        <a:cubicBezTo>
                          <a:pt x="199985" y="94160"/>
                          <a:pt x="200953" y="96417"/>
                          <a:pt x="200308" y="98674"/>
                        </a:cubicBezTo>
                        <a:cubicBezTo>
                          <a:pt x="200308" y="100287"/>
                          <a:pt x="198695" y="101254"/>
                          <a:pt x="196761" y="101254"/>
                        </a:cubicBezTo>
                        <a:close/>
                        <a:moveTo>
                          <a:pt x="10698" y="91902"/>
                        </a:moveTo>
                        <a:cubicBezTo>
                          <a:pt x="10376" y="91902"/>
                          <a:pt x="10053" y="91902"/>
                          <a:pt x="9731" y="91902"/>
                        </a:cubicBezTo>
                        <a:cubicBezTo>
                          <a:pt x="7474" y="91258"/>
                          <a:pt x="6184" y="89000"/>
                          <a:pt x="6829" y="87065"/>
                        </a:cubicBezTo>
                        <a:cubicBezTo>
                          <a:pt x="7151" y="86098"/>
                          <a:pt x="7151" y="85131"/>
                          <a:pt x="7151" y="83841"/>
                        </a:cubicBezTo>
                        <a:cubicBezTo>
                          <a:pt x="7151" y="78359"/>
                          <a:pt x="3927" y="71264"/>
                          <a:pt x="379" y="63848"/>
                        </a:cubicBezTo>
                        <a:cubicBezTo>
                          <a:pt x="-588" y="61913"/>
                          <a:pt x="379" y="59333"/>
                          <a:pt x="2314" y="58366"/>
                        </a:cubicBezTo>
                        <a:cubicBezTo>
                          <a:pt x="4249" y="57399"/>
                          <a:pt x="6829" y="58366"/>
                          <a:pt x="7796" y="60301"/>
                        </a:cubicBezTo>
                        <a:cubicBezTo>
                          <a:pt x="11666" y="68362"/>
                          <a:pt x="15213" y="76102"/>
                          <a:pt x="15213" y="83518"/>
                        </a:cubicBezTo>
                        <a:cubicBezTo>
                          <a:pt x="15213" y="85453"/>
                          <a:pt x="14890" y="87065"/>
                          <a:pt x="14568" y="88678"/>
                        </a:cubicBezTo>
                        <a:cubicBezTo>
                          <a:pt x="14245" y="90613"/>
                          <a:pt x="12311" y="91902"/>
                          <a:pt x="10698" y="91902"/>
                        </a:cubicBezTo>
                        <a:close/>
                        <a:moveTo>
                          <a:pt x="79706" y="68040"/>
                        </a:moveTo>
                        <a:cubicBezTo>
                          <a:pt x="79061" y="68040"/>
                          <a:pt x="78416" y="68040"/>
                          <a:pt x="77771" y="67717"/>
                        </a:cubicBezTo>
                        <a:cubicBezTo>
                          <a:pt x="72289" y="66750"/>
                          <a:pt x="69065" y="66750"/>
                          <a:pt x="64550" y="66750"/>
                        </a:cubicBezTo>
                        <a:lnTo>
                          <a:pt x="63260" y="66750"/>
                        </a:lnTo>
                        <a:cubicBezTo>
                          <a:pt x="61325" y="66750"/>
                          <a:pt x="59068" y="65138"/>
                          <a:pt x="59068" y="62881"/>
                        </a:cubicBezTo>
                        <a:cubicBezTo>
                          <a:pt x="59068" y="60623"/>
                          <a:pt x="60680" y="58688"/>
                          <a:pt x="62938" y="58688"/>
                        </a:cubicBezTo>
                        <a:lnTo>
                          <a:pt x="64227" y="58688"/>
                        </a:lnTo>
                        <a:cubicBezTo>
                          <a:pt x="68742" y="58688"/>
                          <a:pt x="72289" y="58366"/>
                          <a:pt x="79061" y="59656"/>
                        </a:cubicBezTo>
                        <a:cubicBezTo>
                          <a:pt x="79061" y="59333"/>
                          <a:pt x="79061" y="59333"/>
                          <a:pt x="79061" y="59011"/>
                        </a:cubicBezTo>
                        <a:cubicBezTo>
                          <a:pt x="79061" y="58044"/>
                          <a:pt x="79061" y="56754"/>
                          <a:pt x="78738" y="55786"/>
                        </a:cubicBezTo>
                        <a:cubicBezTo>
                          <a:pt x="78416" y="53529"/>
                          <a:pt x="80028" y="51594"/>
                          <a:pt x="82286" y="51272"/>
                        </a:cubicBezTo>
                        <a:cubicBezTo>
                          <a:pt x="84543" y="50950"/>
                          <a:pt x="86478" y="52561"/>
                          <a:pt x="86800" y="54819"/>
                        </a:cubicBezTo>
                        <a:cubicBezTo>
                          <a:pt x="86800" y="56109"/>
                          <a:pt x="87122" y="57721"/>
                          <a:pt x="87122" y="59011"/>
                        </a:cubicBezTo>
                        <a:cubicBezTo>
                          <a:pt x="87122" y="67073"/>
                          <a:pt x="81963" y="68040"/>
                          <a:pt x="79706" y="68040"/>
                        </a:cubicBezTo>
                        <a:close/>
                        <a:moveTo>
                          <a:pt x="27789" y="58044"/>
                        </a:moveTo>
                        <a:cubicBezTo>
                          <a:pt x="26822" y="58044"/>
                          <a:pt x="25532" y="57721"/>
                          <a:pt x="24887" y="56754"/>
                        </a:cubicBezTo>
                        <a:cubicBezTo>
                          <a:pt x="24564" y="56431"/>
                          <a:pt x="23919" y="55786"/>
                          <a:pt x="23597" y="55464"/>
                        </a:cubicBezTo>
                        <a:cubicBezTo>
                          <a:pt x="21662" y="53852"/>
                          <a:pt x="19405" y="51272"/>
                          <a:pt x="16825" y="48047"/>
                        </a:cubicBezTo>
                        <a:cubicBezTo>
                          <a:pt x="13601" y="44178"/>
                          <a:pt x="10053" y="39663"/>
                          <a:pt x="6829" y="37406"/>
                        </a:cubicBezTo>
                        <a:cubicBezTo>
                          <a:pt x="4894" y="36116"/>
                          <a:pt x="4572" y="33536"/>
                          <a:pt x="6184" y="31924"/>
                        </a:cubicBezTo>
                        <a:cubicBezTo>
                          <a:pt x="7474" y="29989"/>
                          <a:pt x="10053" y="29667"/>
                          <a:pt x="11988" y="31279"/>
                        </a:cubicBezTo>
                        <a:cubicBezTo>
                          <a:pt x="15858" y="34181"/>
                          <a:pt x="19727" y="39018"/>
                          <a:pt x="23274" y="43210"/>
                        </a:cubicBezTo>
                        <a:cubicBezTo>
                          <a:pt x="25532" y="45790"/>
                          <a:pt x="27789" y="48370"/>
                          <a:pt x="29079" y="49659"/>
                        </a:cubicBezTo>
                        <a:cubicBezTo>
                          <a:pt x="29724" y="50304"/>
                          <a:pt x="30369" y="50950"/>
                          <a:pt x="31014" y="51594"/>
                        </a:cubicBezTo>
                        <a:cubicBezTo>
                          <a:pt x="32626" y="53207"/>
                          <a:pt x="32626" y="55786"/>
                          <a:pt x="31014" y="57399"/>
                        </a:cubicBezTo>
                        <a:cubicBezTo>
                          <a:pt x="29724" y="57721"/>
                          <a:pt x="28756" y="58044"/>
                          <a:pt x="27789" y="58044"/>
                        </a:cubicBezTo>
                        <a:close/>
                        <a:moveTo>
                          <a:pt x="100666" y="29344"/>
                        </a:moveTo>
                        <a:cubicBezTo>
                          <a:pt x="100344" y="29344"/>
                          <a:pt x="100021" y="29344"/>
                          <a:pt x="100021" y="29344"/>
                        </a:cubicBezTo>
                        <a:cubicBezTo>
                          <a:pt x="97764" y="29022"/>
                          <a:pt x="96474" y="26765"/>
                          <a:pt x="96796" y="24507"/>
                        </a:cubicBezTo>
                        <a:cubicBezTo>
                          <a:pt x="96796" y="23862"/>
                          <a:pt x="97119" y="23540"/>
                          <a:pt x="97119" y="22895"/>
                        </a:cubicBezTo>
                        <a:cubicBezTo>
                          <a:pt x="97119" y="21282"/>
                          <a:pt x="96796" y="20315"/>
                          <a:pt x="94217" y="20315"/>
                        </a:cubicBezTo>
                        <a:cubicBezTo>
                          <a:pt x="91959" y="20315"/>
                          <a:pt x="89702" y="20315"/>
                          <a:pt x="87445" y="20315"/>
                        </a:cubicBezTo>
                        <a:cubicBezTo>
                          <a:pt x="85510" y="20315"/>
                          <a:pt x="83898" y="20315"/>
                          <a:pt x="82286" y="20315"/>
                        </a:cubicBezTo>
                        <a:lnTo>
                          <a:pt x="80028" y="20315"/>
                        </a:lnTo>
                        <a:cubicBezTo>
                          <a:pt x="77771" y="20315"/>
                          <a:pt x="76159" y="18380"/>
                          <a:pt x="76159" y="16123"/>
                        </a:cubicBezTo>
                        <a:cubicBezTo>
                          <a:pt x="76159" y="13866"/>
                          <a:pt x="78093" y="12253"/>
                          <a:pt x="80351" y="12253"/>
                        </a:cubicBezTo>
                        <a:cubicBezTo>
                          <a:pt x="80351" y="12253"/>
                          <a:pt x="80351" y="12253"/>
                          <a:pt x="80351" y="12253"/>
                        </a:cubicBezTo>
                        <a:lnTo>
                          <a:pt x="82286" y="12253"/>
                        </a:lnTo>
                        <a:cubicBezTo>
                          <a:pt x="83898" y="12253"/>
                          <a:pt x="85510" y="12253"/>
                          <a:pt x="87445" y="12253"/>
                        </a:cubicBezTo>
                        <a:cubicBezTo>
                          <a:pt x="89380" y="12253"/>
                          <a:pt x="91637" y="12253"/>
                          <a:pt x="94217" y="12253"/>
                        </a:cubicBezTo>
                        <a:cubicBezTo>
                          <a:pt x="100988" y="12253"/>
                          <a:pt x="105181" y="16446"/>
                          <a:pt x="105181" y="22895"/>
                        </a:cubicBezTo>
                        <a:cubicBezTo>
                          <a:pt x="105181" y="23862"/>
                          <a:pt x="105181" y="24829"/>
                          <a:pt x="104858" y="26120"/>
                        </a:cubicBezTo>
                        <a:cubicBezTo>
                          <a:pt x="104213" y="28054"/>
                          <a:pt x="102601" y="29344"/>
                          <a:pt x="100666" y="29344"/>
                        </a:cubicBezTo>
                        <a:close/>
                        <a:moveTo>
                          <a:pt x="20695" y="18703"/>
                        </a:moveTo>
                        <a:cubicBezTo>
                          <a:pt x="18438" y="18703"/>
                          <a:pt x="16825" y="17091"/>
                          <a:pt x="16825" y="14833"/>
                        </a:cubicBezTo>
                        <a:cubicBezTo>
                          <a:pt x="16825" y="12576"/>
                          <a:pt x="18438" y="10641"/>
                          <a:pt x="20695" y="10641"/>
                        </a:cubicBezTo>
                        <a:cubicBezTo>
                          <a:pt x="29724" y="10319"/>
                          <a:pt x="32948" y="7417"/>
                          <a:pt x="37463" y="2902"/>
                        </a:cubicBezTo>
                        <a:cubicBezTo>
                          <a:pt x="39398" y="967"/>
                          <a:pt x="41655" y="0"/>
                          <a:pt x="44880" y="0"/>
                        </a:cubicBezTo>
                        <a:cubicBezTo>
                          <a:pt x="47137" y="0"/>
                          <a:pt x="49072" y="1935"/>
                          <a:pt x="49072" y="4192"/>
                        </a:cubicBezTo>
                        <a:cubicBezTo>
                          <a:pt x="49072" y="6449"/>
                          <a:pt x="47459" y="8384"/>
                          <a:pt x="45202" y="8384"/>
                        </a:cubicBezTo>
                        <a:cubicBezTo>
                          <a:pt x="44235" y="8384"/>
                          <a:pt x="43590" y="8384"/>
                          <a:pt x="43267" y="8706"/>
                        </a:cubicBezTo>
                        <a:cubicBezTo>
                          <a:pt x="37785" y="13866"/>
                          <a:pt x="32626" y="18058"/>
                          <a:pt x="20695" y="18703"/>
                        </a:cubicBezTo>
                        <a:cubicBezTo>
                          <a:pt x="20695" y="18703"/>
                          <a:pt x="20695" y="18703"/>
                          <a:pt x="20695" y="18703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2" name="Freeform: Shape 281">
                    <a:extLst>
                      <a:ext uri="{FF2B5EF4-FFF2-40B4-BE49-F238E27FC236}">
                        <a16:creationId xmlns:a16="http://schemas.microsoft.com/office/drawing/2014/main" id="{9CB207A3-2448-75E6-030D-52FB58FFF852}"/>
                      </a:ext>
                    </a:extLst>
                  </p:cNvPr>
                  <p:cNvSpPr/>
                  <p:nvPr/>
                </p:nvSpPr>
                <p:spPr>
                  <a:xfrm>
                    <a:off x="5953015" y="5285076"/>
                    <a:ext cx="32246" cy="32246"/>
                  </a:xfrm>
                  <a:custGeom>
                    <a:avLst/>
                    <a:gdLst>
                      <a:gd name="connsiteX0" fmla="*/ 23597 w 0"/>
                      <a:gd name="connsiteY0" fmla="*/ 21126 h 0"/>
                      <a:gd name="connsiteX1" fmla="*/ 16825 w 0"/>
                      <a:gd name="connsiteY1" fmla="*/ 20804 h 0"/>
                      <a:gd name="connsiteX2" fmla="*/ 2314 w 0"/>
                      <a:gd name="connsiteY2" fmla="*/ 16934 h 0"/>
                      <a:gd name="connsiteX3" fmla="*/ 379 w 0"/>
                      <a:gd name="connsiteY3" fmla="*/ 11452 h 0"/>
                      <a:gd name="connsiteX4" fmla="*/ 5861 w 0"/>
                      <a:gd name="connsiteY4" fmla="*/ 9517 h 0"/>
                      <a:gd name="connsiteX5" fmla="*/ 10698 w 0"/>
                      <a:gd name="connsiteY5" fmla="*/ 11452 h 0"/>
                      <a:gd name="connsiteX6" fmla="*/ 8764 w 0"/>
                      <a:gd name="connsiteY6" fmla="*/ 5003 h 0"/>
                      <a:gd name="connsiteX7" fmla="*/ 11666 w 0"/>
                      <a:gd name="connsiteY7" fmla="*/ 166 h 0"/>
                      <a:gd name="connsiteX8" fmla="*/ 16503 w 0"/>
                      <a:gd name="connsiteY8" fmla="*/ 3068 h 0"/>
                      <a:gd name="connsiteX9" fmla="*/ 20695 w 0"/>
                      <a:gd name="connsiteY9" fmla="*/ 14999 h 0"/>
                      <a:gd name="connsiteX10" fmla="*/ 23597 w 0"/>
                      <a:gd name="connsiteY10" fmla="*/ 21126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>
                        <a:moveTo>
                          <a:pt x="23597" y="21126"/>
                        </a:moveTo>
                        <a:lnTo>
                          <a:pt x="16825" y="20804"/>
                        </a:lnTo>
                        <a:cubicBezTo>
                          <a:pt x="11666" y="20481"/>
                          <a:pt x="6829" y="19514"/>
                          <a:pt x="2314" y="16934"/>
                        </a:cubicBezTo>
                        <a:cubicBezTo>
                          <a:pt x="379" y="15967"/>
                          <a:pt x="-588" y="13387"/>
                          <a:pt x="379" y="11452"/>
                        </a:cubicBezTo>
                        <a:cubicBezTo>
                          <a:pt x="1347" y="9517"/>
                          <a:pt x="3927" y="8550"/>
                          <a:pt x="5861" y="9517"/>
                        </a:cubicBezTo>
                        <a:cubicBezTo>
                          <a:pt x="7474" y="10162"/>
                          <a:pt x="9086" y="10807"/>
                          <a:pt x="10698" y="11452"/>
                        </a:cubicBezTo>
                        <a:cubicBezTo>
                          <a:pt x="10053" y="9517"/>
                          <a:pt x="9408" y="7260"/>
                          <a:pt x="8764" y="5003"/>
                        </a:cubicBezTo>
                        <a:cubicBezTo>
                          <a:pt x="8119" y="2745"/>
                          <a:pt x="9408" y="811"/>
                          <a:pt x="11666" y="166"/>
                        </a:cubicBezTo>
                        <a:cubicBezTo>
                          <a:pt x="13923" y="-479"/>
                          <a:pt x="16180" y="811"/>
                          <a:pt x="16503" y="3068"/>
                        </a:cubicBezTo>
                        <a:cubicBezTo>
                          <a:pt x="17793" y="7583"/>
                          <a:pt x="19083" y="11452"/>
                          <a:pt x="20695" y="14999"/>
                        </a:cubicBezTo>
                        <a:lnTo>
                          <a:pt x="23597" y="21126"/>
                        </a:ln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3" name="Freeform: Shape 282">
                    <a:extLst>
                      <a:ext uri="{FF2B5EF4-FFF2-40B4-BE49-F238E27FC236}">
                        <a16:creationId xmlns:a16="http://schemas.microsoft.com/office/drawing/2014/main" id="{B6CEF587-939E-4F1A-D234-D00DA72C9A23}"/>
                      </a:ext>
                    </a:extLst>
                  </p:cNvPr>
                  <p:cNvSpPr/>
                  <p:nvPr/>
                </p:nvSpPr>
                <p:spPr>
                  <a:xfrm>
                    <a:off x="5920503" y="4207472"/>
                    <a:ext cx="838408" cy="1031888"/>
                  </a:xfrm>
                  <a:custGeom>
                    <a:avLst/>
                    <a:gdLst>
                      <a:gd name="connsiteX0" fmla="*/ 41276 w 838408"/>
                      <a:gd name="connsiteY0" fmla="*/ 1048103 h 1031887"/>
                      <a:gd name="connsiteX1" fmla="*/ 41276 w 838408"/>
                      <a:gd name="connsiteY1" fmla="*/ 1048103 h 1031887"/>
                      <a:gd name="connsiteX2" fmla="*/ 37083 w 838408"/>
                      <a:gd name="connsiteY2" fmla="*/ 1043912 h 1031887"/>
                      <a:gd name="connsiteX3" fmla="*/ 37406 w 838408"/>
                      <a:gd name="connsiteY3" fmla="*/ 1036172 h 1031887"/>
                      <a:gd name="connsiteX4" fmla="*/ 37406 w 838408"/>
                      <a:gd name="connsiteY4" fmla="*/ 1033592 h 1031887"/>
                      <a:gd name="connsiteX5" fmla="*/ 35794 w 838408"/>
                      <a:gd name="connsiteY5" fmla="*/ 1017792 h 1031887"/>
                      <a:gd name="connsiteX6" fmla="*/ 39018 w 838408"/>
                      <a:gd name="connsiteY6" fmla="*/ 1013278 h 1031887"/>
                      <a:gd name="connsiteX7" fmla="*/ 43533 w 838408"/>
                      <a:gd name="connsiteY7" fmla="*/ 1016502 h 1031887"/>
                      <a:gd name="connsiteX8" fmla="*/ 45145 w 838408"/>
                      <a:gd name="connsiteY8" fmla="*/ 1033592 h 1031887"/>
                      <a:gd name="connsiteX9" fmla="*/ 45145 w 838408"/>
                      <a:gd name="connsiteY9" fmla="*/ 1036817 h 1031887"/>
                      <a:gd name="connsiteX10" fmla="*/ 44823 w 838408"/>
                      <a:gd name="connsiteY10" fmla="*/ 1044556 h 1031887"/>
                      <a:gd name="connsiteX11" fmla="*/ 41276 w 838408"/>
                      <a:gd name="connsiteY11" fmla="*/ 1048103 h 1031887"/>
                      <a:gd name="connsiteX12" fmla="*/ 26442 w 838408"/>
                      <a:gd name="connsiteY12" fmla="*/ 985868 h 1031887"/>
                      <a:gd name="connsiteX13" fmla="*/ 23217 w 838408"/>
                      <a:gd name="connsiteY13" fmla="*/ 984578 h 1031887"/>
                      <a:gd name="connsiteX14" fmla="*/ 17091 w 838408"/>
                      <a:gd name="connsiteY14" fmla="*/ 957168 h 1031887"/>
                      <a:gd name="connsiteX15" fmla="*/ 17091 w 838408"/>
                      <a:gd name="connsiteY15" fmla="*/ 955878 h 1031887"/>
                      <a:gd name="connsiteX16" fmla="*/ 20960 w 838408"/>
                      <a:gd name="connsiteY16" fmla="*/ 951687 h 1031887"/>
                      <a:gd name="connsiteX17" fmla="*/ 25152 w 838408"/>
                      <a:gd name="connsiteY17" fmla="*/ 955556 h 1031887"/>
                      <a:gd name="connsiteX18" fmla="*/ 25152 w 838408"/>
                      <a:gd name="connsiteY18" fmla="*/ 956846 h 1031887"/>
                      <a:gd name="connsiteX19" fmla="*/ 29344 w 838408"/>
                      <a:gd name="connsiteY19" fmla="*/ 979096 h 1031887"/>
                      <a:gd name="connsiteX20" fmla="*/ 29022 w 838408"/>
                      <a:gd name="connsiteY20" fmla="*/ 984900 h 1031887"/>
                      <a:gd name="connsiteX21" fmla="*/ 26442 w 838408"/>
                      <a:gd name="connsiteY21" fmla="*/ 985868 h 1031887"/>
                      <a:gd name="connsiteX22" fmla="*/ 18703 w 838408"/>
                      <a:gd name="connsiteY22" fmla="*/ 921375 h 1031887"/>
                      <a:gd name="connsiteX23" fmla="*/ 18703 w 838408"/>
                      <a:gd name="connsiteY23" fmla="*/ 921375 h 1031887"/>
                      <a:gd name="connsiteX24" fmla="*/ 14833 w 838408"/>
                      <a:gd name="connsiteY24" fmla="*/ 917183 h 1031887"/>
                      <a:gd name="connsiteX25" fmla="*/ 20960 w 838408"/>
                      <a:gd name="connsiteY25" fmla="*/ 892353 h 1031887"/>
                      <a:gd name="connsiteX26" fmla="*/ 21928 w 838408"/>
                      <a:gd name="connsiteY26" fmla="*/ 889773 h 1031887"/>
                      <a:gd name="connsiteX27" fmla="*/ 27087 w 838408"/>
                      <a:gd name="connsiteY27" fmla="*/ 887194 h 1031887"/>
                      <a:gd name="connsiteX28" fmla="*/ 29667 w 838408"/>
                      <a:gd name="connsiteY28" fmla="*/ 892353 h 1031887"/>
                      <a:gd name="connsiteX29" fmla="*/ 28699 w 838408"/>
                      <a:gd name="connsiteY29" fmla="*/ 894932 h 1031887"/>
                      <a:gd name="connsiteX30" fmla="*/ 22895 w 838408"/>
                      <a:gd name="connsiteY30" fmla="*/ 917505 h 1031887"/>
                      <a:gd name="connsiteX31" fmla="*/ 18703 w 838408"/>
                      <a:gd name="connsiteY31" fmla="*/ 921375 h 1031887"/>
                      <a:gd name="connsiteX32" fmla="*/ 24830 w 838408"/>
                      <a:gd name="connsiteY32" fmla="*/ 858172 h 1031887"/>
                      <a:gd name="connsiteX33" fmla="*/ 20960 w 838408"/>
                      <a:gd name="connsiteY33" fmla="*/ 855592 h 1031887"/>
                      <a:gd name="connsiteX34" fmla="*/ 15801 w 838408"/>
                      <a:gd name="connsiteY34" fmla="*/ 843016 h 1031887"/>
                      <a:gd name="connsiteX35" fmla="*/ 10641 w 838408"/>
                      <a:gd name="connsiteY35" fmla="*/ 830440 h 1031887"/>
                      <a:gd name="connsiteX36" fmla="*/ 12899 w 838408"/>
                      <a:gd name="connsiteY36" fmla="*/ 825280 h 1031887"/>
                      <a:gd name="connsiteX37" fmla="*/ 18058 w 838408"/>
                      <a:gd name="connsiteY37" fmla="*/ 827537 h 1031887"/>
                      <a:gd name="connsiteX38" fmla="*/ 23217 w 838408"/>
                      <a:gd name="connsiteY38" fmla="*/ 839791 h 1031887"/>
                      <a:gd name="connsiteX39" fmla="*/ 28377 w 838408"/>
                      <a:gd name="connsiteY39" fmla="*/ 852690 h 1031887"/>
                      <a:gd name="connsiteX40" fmla="*/ 26120 w 838408"/>
                      <a:gd name="connsiteY40" fmla="*/ 857849 h 1031887"/>
                      <a:gd name="connsiteX41" fmla="*/ 24830 w 838408"/>
                      <a:gd name="connsiteY41" fmla="*/ 858172 h 1031887"/>
                      <a:gd name="connsiteX42" fmla="*/ 4837 w 838408"/>
                      <a:gd name="connsiteY42" fmla="*/ 796258 h 1031887"/>
                      <a:gd name="connsiteX43" fmla="*/ 968 w 838408"/>
                      <a:gd name="connsiteY43" fmla="*/ 792711 h 1031887"/>
                      <a:gd name="connsiteX44" fmla="*/ 0 w 838408"/>
                      <a:gd name="connsiteY44" fmla="*/ 773041 h 1031887"/>
                      <a:gd name="connsiteX45" fmla="*/ 0 w 838408"/>
                      <a:gd name="connsiteY45" fmla="*/ 764657 h 1031887"/>
                      <a:gd name="connsiteX46" fmla="*/ 4192 w 838408"/>
                      <a:gd name="connsiteY46" fmla="*/ 760787 h 1031887"/>
                      <a:gd name="connsiteX47" fmla="*/ 8062 w 838408"/>
                      <a:gd name="connsiteY47" fmla="*/ 764979 h 1031887"/>
                      <a:gd name="connsiteX48" fmla="*/ 8062 w 838408"/>
                      <a:gd name="connsiteY48" fmla="*/ 773041 h 1031887"/>
                      <a:gd name="connsiteX49" fmla="*/ 9029 w 838408"/>
                      <a:gd name="connsiteY49" fmla="*/ 791744 h 1031887"/>
                      <a:gd name="connsiteX50" fmla="*/ 5482 w 838408"/>
                      <a:gd name="connsiteY50" fmla="*/ 796258 h 1031887"/>
                      <a:gd name="connsiteX51" fmla="*/ 4837 w 838408"/>
                      <a:gd name="connsiteY51" fmla="*/ 796258 h 1031887"/>
                      <a:gd name="connsiteX52" fmla="*/ 6772 w 838408"/>
                      <a:gd name="connsiteY52" fmla="*/ 730798 h 1031887"/>
                      <a:gd name="connsiteX53" fmla="*/ 5482 w 838408"/>
                      <a:gd name="connsiteY53" fmla="*/ 730476 h 1031887"/>
                      <a:gd name="connsiteX54" fmla="*/ 2902 w 838408"/>
                      <a:gd name="connsiteY54" fmla="*/ 725316 h 1031887"/>
                      <a:gd name="connsiteX55" fmla="*/ 15478 w 838408"/>
                      <a:gd name="connsiteY55" fmla="*/ 711128 h 1031887"/>
                      <a:gd name="connsiteX56" fmla="*/ 23217 w 838408"/>
                      <a:gd name="connsiteY56" fmla="*/ 704678 h 1031887"/>
                      <a:gd name="connsiteX57" fmla="*/ 29022 w 838408"/>
                      <a:gd name="connsiteY57" fmla="*/ 705001 h 1031887"/>
                      <a:gd name="connsiteX58" fmla="*/ 28699 w 838408"/>
                      <a:gd name="connsiteY58" fmla="*/ 710805 h 1031887"/>
                      <a:gd name="connsiteX59" fmla="*/ 20638 w 838408"/>
                      <a:gd name="connsiteY59" fmla="*/ 717255 h 1031887"/>
                      <a:gd name="connsiteX60" fmla="*/ 10641 w 838408"/>
                      <a:gd name="connsiteY60" fmla="*/ 727896 h 1031887"/>
                      <a:gd name="connsiteX61" fmla="*/ 6772 w 838408"/>
                      <a:gd name="connsiteY61" fmla="*/ 730798 h 1031887"/>
                      <a:gd name="connsiteX62" fmla="*/ 48370 w 838408"/>
                      <a:gd name="connsiteY62" fmla="*/ 682106 h 1031887"/>
                      <a:gd name="connsiteX63" fmla="*/ 47402 w 838408"/>
                      <a:gd name="connsiteY63" fmla="*/ 682106 h 1031887"/>
                      <a:gd name="connsiteX64" fmla="*/ 44178 w 838408"/>
                      <a:gd name="connsiteY64" fmla="*/ 677269 h 1031887"/>
                      <a:gd name="connsiteX65" fmla="*/ 45145 w 838408"/>
                      <a:gd name="connsiteY65" fmla="*/ 670174 h 1031887"/>
                      <a:gd name="connsiteX66" fmla="*/ 50305 w 838408"/>
                      <a:gd name="connsiteY66" fmla="*/ 651149 h 1031887"/>
                      <a:gd name="connsiteX67" fmla="*/ 50949 w 838408"/>
                      <a:gd name="connsiteY67" fmla="*/ 649859 h 1031887"/>
                      <a:gd name="connsiteX68" fmla="*/ 56431 w 838408"/>
                      <a:gd name="connsiteY68" fmla="*/ 648247 h 1031887"/>
                      <a:gd name="connsiteX69" fmla="*/ 58044 w 838408"/>
                      <a:gd name="connsiteY69" fmla="*/ 653729 h 1031887"/>
                      <a:gd name="connsiteX70" fmla="*/ 57721 w 838408"/>
                      <a:gd name="connsiteY70" fmla="*/ 654696 h 1031887"/>
                      <a:gd name="connsiteX71" fmla="*/ 53207 w 838408"/>
                      <a:gd name="connsiteY71" fmla="*/ 671142 h 1031887"/>
                      <a:gd name="connsiteX72" fmla="*/ 51917 w 838408"/>
                      <a:gd name="connsiteY72" fmla="*/ 678881 h 1031887"/>
                      <a:gd name="connsiteX73" fmla="*/ 48370 w 838408"/>
                      <a:gd name="connsiteY73" fmla="*/ 682106 h 1031887"/>
                      <a:gd name="connsiteX74" fmla="*/ 165425 w 838408"/>
                      <a:gd name="connsiteY74" fmla="*/ 637283 h 1031887"/>
                      <a:gd name="connsiteX75" fmla="*/ 165425 w 838408"/>
                      <a:gd name="connsiteY75" fmla="*/ 637283 h 1031887"/>
                      <a:gd name="connsiteX76" fmla="*/ 150913 w 838408"/>
                      <a:gd name="connsiteY76" fmla="*/ 635026 h 1031887"/>
                      <a:gd name="connsiteX77" fmla="*/ 149301 w 838408"/>
                      <a:gd name="connsiteY77" fmla="*/ 634704 h 1031887"/>
                      <a:gd name="connsiteX78" fmla="*/ 142852 w 838408"/>
                      <a:gd name="connsiteY78" fmla="*/ 628254 h 1031887"/>
                      <a:gd name="connsiteX79" fmla="*/ 140272 w 838408"/>
                      <a:gd name="connsiteY79" fmla="*/ 624062 h 1031887"/>
                      <a:gd name="connsiteX80" fmla="*/ 141240 w 838408"/>
                      <a:gd name="connsiteY80" fmla="*/ 618580 h 1031887"/>
                      <a:gd name="connsiteX81" fmla="*/ 146722 w 838408"/>
                      <a:gd name="connsiteY81" fmla="*/ 619548 h 1031887"/>
                      <a:gd name="connsiteX82" fmla="*/ 149946 w 838408"/>
                      <a:gd name="connsiteY82" fmla="*/ 624384 h 1031887"/>
                      <a:gd name="connsiteX83" fmla="*/ 151559 w 838408"/>
                      <a:gd name="connsiteY83" fmla="*/ 627287 h 1031887"/>
                      <a:gd name="connsiteX84" fmla="*/ 152848 w 838408"/>
                      <a:gd name="connsiteY84" fmla="*/ 627609 h 1031887"/>
                      <a:gd name="connsiteX85" fmla="*/ 165747 w 838408"/>
                      <a:gd name="connsiteY85" fmla="*/ 629866 h 1031887"/>
                      <a:gd name="connsiteX86" fmla="*/ 169617 w 838408"/>
                      <a:gd name="connsiteY86" fmla="*/ 634059 h 1031887"/>
                      <a:gd name="connsiteX87" fmla="*/ 165425 w 838408"/>
                      <a:gd name="connsiteY87" fmla="*/ 637283 h 1031887"/>
                      <a:gd name="connsiteX88" fmla="*/ 83841 w 838408"/>
                      <a:gd name="connsiteY88" fmla="*/ 631479 h 1031887"/>
                      <a:gd name="connsiteX89" fmla="*/ 80294 w 838408"/>
                      <a:gd name="connsiteY89" fmla="*/ 629544 h 1031887"/>
                      <a:gd name="connsiteX90" fmla="*/ 81906 w 838408"/>
                      <a:gd name="connsiteY90" fmla="*/ 624062 h 1031887"/>
                      <a:gd name="connsiteX91" fmla="*/ 107381 w 838408"/>
                      <a:gd name="connsiteY91" fmla="*/ 612453 h 1031887"/>
                      <a:gd name="connsiteX92" fmla="*/ 112540 w 838408"/>
                      <a:gd name="connsiteY92" fmla="*/ 615033 h 1031887"/>
                      <a:gd name="connsiteX93" fmla="*/ 109961 w 838408"/>
                      <a:gd name="connsiteY93" fmla="*/ 620193 h 1031887"/>
                      <a:gd name="connsiteX94" fmla="*/ 85776 w 838408"/>
                      <a:gd name="connsiteY94" fmla="*/ 631156 h 1031887"/>
                      <a:gd name="connsiteX95" fmla="*/ 83841 w 838408"/>
                      <a:gd name="connsiteY95" fmla="*/ 631479 h 1031887"/>
                      <a:gd name="connsiteX96" fmla="*/ 192189 w 838408"/>
                      <a:gd name="connsiteY96" fmla="*/ 615356 h 1031887"/>
                      <a:gd name="connsiteX97" fmla="*/ 191222 w 838408"/>
                      <a:gd name="connsiteY97" fmla="*/ 615356 h 1031887"/>
                      <a:gd name="connsiteX98" fmla="*/ 188320 w 838408"/>
                      <a:gd name="connsiteY98" fmla="*/ 610519 h 1031887"/>
                      <a:gd name="connsiteX99" fmla="*/ 189287 w 838408"/>
                      <a:gd name="connsiteY99" fmla="*/ 601167 h 1031887"/>
                      <a:gd name="connsiteX100" fmla="*/ 197348 w 838408"/>
                      <a:gd name="connsiteY100" fmla="*/ 583754 h 1031887"/>
                      <a:gd name="connsiteX101" fmla="*/ 203153 w 838408"/>
                      <a:gd name="connsiteY101" fmla="*/ 583754 h 1031887"/>
                      <a:gd name="connsiteX102" fmla="*/ 203153 w 838408"/>
                      <a:gd name="connsiteY102" fmla="*/ 589558 h 1031887"/>
                      <a:gd name="connsiteX103" fmla="*/ 197671 w 838408"/>
                      <a:gd name="connsiteY103" fmla="*/ 601490 h 1031887"/>
                      <a:gd name="connsiteX104" fmla="*/ 196704 w 838408"/>
                      <a:gd name="connsiteY104" fmla="*/ 612776 h 1031887"/>
                      <a:gd name="connsiteX105" fmla="*/ 192189 w 838408"/>
                      <a:gd name="connsiteY105" fmla="*/ 615356 h 1031887"/>
                      <a:gd name="connsiteX106" fmla="*/ 225725 w 838408"/>
                      <a:gd name="connsiteY106" fmla="*/ 562471 h 1031887"/>
                      <a:gd name="connsiteX107" fmla="*/ 223146 w 838408"/>
                      <a:gd name="connsiteY107" fmla="*/ 561504 h 1031887"/>
                      <a:gd name="connsiteX108" fmla="*/ 222501 w 838408"/>
                      <a:gd name="connsiteY108" fmla="*/ 555700 h 1031887"/>
                      <a:gd name="connsiteX109" fmla="*/ 232820 w 838408"/>
                      <a:gd name="connsiteY109" fmla="*/ 538931 h 1031887"/>
                      <a:gd name="connsiteX110" fmla="*/ 234109 w 838408"/>
                      <a:gd name="connsiteY110" fmla="*/ 533127 h 1031887"/>
                      <a:gd name="connsiteX111" fmla="*/ 239269 w 838408"/>
                      <a:gd name="connsiteY111" fmla="*/ 530870 h 1031887"/>
                      <a:gd name="connsiteX112" fmla="*/ 241526 w 838408"/>
                      <a:gd name="connsiteY112" fmla="*/ 536029 h 1031887"/>
                      <a:gd name="connsiteX113" fmla="*/ 240881 w 838408"/>
                      <a:gd name="connsiteY113" fmla="*/ 539576 h 1031887"/>
                      <a:gd name="connsiteX114" fmla="*/ 228628 w 838408"/>
                      <a:gd name="connsiteY114" fmla="*/ 560537 h 1031887"/>
                      <a:gd name="connsiteX115" fmla="*/ 225725 w 838408"/>
                      <a:gd name="connsiteY115" fmla="*/ 562471 h 1031887"/>
                      <a:gd name="connsiteX116" fmla="*/ 268291 w 838408"/>
                      <a:gd name="connsiteY116" fmla="*/ 519906 h 1031887"/>
                      <a:gd name="connsiteX117" fmla="*/ 264421 w 838408"/>
                      <a:gd name="connsiteY117" fmla="*/ 516359 h 1031887"/>
                      <a:gd name="connsiteX118" fmla="*/ 267968 w 838408"/>
                      <a:gd name="connsiteY118" fmla="*/ 511844 h 1031887"/>
                      <a:gd name="connsiteX119" fmla="*/ 274095 w 838408"/>
                      <a:gd name="connsiteY119" fmla="*/ 510877 h 1031887"/>
                      <a:gd name="connsiteX120" fmla="*/ 293443 w 838408"/>
                      <a:gd name="connsiteY120" fmla="*/ 509910 h 1031887"/>
                      <a:gd name="connsiteX121" fmla="*/ 295700 w 838408"/>
                      <a:gd name="connsiteY121" fmla="*/ 509910 h 1031887"/>
                      <a:gd name="connsiteX122" fmla="*/ 295700 w 838408"/>
                      <a:gd name="connsiteY122" fmla="*/ 509910 h 1031887"/>
                      <a:gd name="connsiteX123" fmla="*/ 299892 w 838408"/>
                      <a:gd name="connsiteY123" fmla="*/ 513779 h 1031887"/>
                      <a:gd name="connsiteX124" fmla="*/ 296023 w 838408"/>
                      <a:gd name="connsiteY124" fmla="*/ 517971 h 1031887"/>
                      <a:gd name="connsiteX125" fmla="*/ 293765 w 838408"/>
                      <a:gd name="connsiteY125" fmla="*/ 517971 h 1031887"/>
                      <a:gd name="connsiteX126" fmla="*/ 275707 w 838408"/>
                      <a:gd name="connsiteY126" fmla="*/ 518939 h 1031887"/>
                      <a:gd name="connsiteX127" fmla="*/ 269258 w 838408"/>
                      <a:gd name="connsiteY127" fmla="*/ 519906 h 1031887"/>
                      <a:gd name="connsiteX128" fmla="*/ 268291 w 838408"/>
                      <a:gd name="connsiteY128" fmla="*/ 519906 h 1031887"/>
                      <a:gd name="connsiteX129" fmla="*/ 333106 w 838408"/>
                      <a:gd name="connsiteY129" fmla="*/ 513457 h 1031887"/>
                      <a:gd name="connsiteX130" fmla="*/ 329236 w 838408"/>
                      <a:gd name="connsiteY130" fmla="*/ 510877 h 1031887"/>
                      <a:gd name="connsiteX131" fmla="*/ 331494 w 838408"/>
                      <a:gd name="connsiteY131" fmla="*/ 505718 h 1031887"/>
                      <a:gd name="connsiteX132" fmla="*/ 337943 w 838408"/>
                      <a:gd name="connsiteY132" fmla="*/ 501848 h 1031887"/>
                      <a:gd name="connsiteX133" fmla="*/ 355679 w 838408"/>
                      <a:gd name="connsiteY133" fmla="*/ 492819 h 1031887"/>
                      <a:gd name="connsiteX134" fmla="*/ 360838 w 838408"/>
                      <a:gd name="connsiteY134" fmla="*/ 495399 h 1031887"/>
                      <a:gd name="connsiteX135" fmla="*/ 358258 w 838408"/>
                      <a:gd name="connsiteY135" fmla="*/ 500558 h 1031887"/>
                      <a:gd name="connsiteX136" fmla="*/ 343425 w 838408"/>
                      <a:gd name="connsiteY136" fmla="*/ 507975 h 1031887"/>
                      <a:gd name="connsiteX137" fmla="*/ 334719 w 838408"/>
                      <a:gd name="connsiteY137" fmla="*/ 513134 h 1031887"/>
                      <a:gd name="connsiteX138" fmla="*/ 333106 w 838408"/>
                      <a:gd name="connsiteY138" fmla="*/ 513457 h 1031887"/>
                      <a:gd name="connsiteX139" fmla="*/ 393729 w 838408"/>
                      <a:gd name="connsiteY139" fmla="*/ 490239 h 1031887"/>
                      <a:gd name="connsiteX140" fmla="*/ 390182 w 838408"/>
                      <a:gd name="connsiteY140" fmla="*/ 487659 h 1031887"/>
                      <a:gd name="connsiteX141" fmla="*/ 392440 w 838408"/>
                      <a:gd name="connsiteY141" fmla="*/ 482500 h 1031887"/>
                      <a:gd name="connsiteX142" fmla="*/ 403081 w 838408"/>
                      <a:gd name="connsiteY142" fmla="*/ 476051 h 1031887"/>
                      <a:gd name="connsiteX143" fmla="*/ 412432 w 838408"/>
                      <a:gd name="connsiteY143" fmla="*/ 466699 h 1031887"/>
                      <a:gd name="connsiteX144" fmla="*/ 418237 w 838408"/>
                      <a:gd name="connsiteY144" fmla="*/ 466377 h 1031887"/>
                      <a:gd name="connsiteX145" fmla="*/ 418559 w 838408"/>
                      <a:gd name="connsiteY145" fmla="*/ 472181 h 1031887"/>
                      <a:gd name="connsiteX146" fmla="*/ 408563 w 838408"/>
                      <a:gd name="connsiteY146" fmla="*/ 482178 h 1031887"/>
                      <a:gd name="connsiteX147" fmla="*/ 395987 w 838408"/>
                      <a:gd name="connsiteY147" fmla="*/ 489917 h 1031887"/>
                      <a:gd name="connsiteX148" fmla="*/ 393729 w 838408"/>
                      <a:gd name="connsiteY148" fmla="*/ 490239 h 1031887"/>
                      <a:gd name="connsiteX149" fmla="*/ 409853 w 838408"/>
                      <a:gd name="connsiteY149" fmla="*/ 457348 h 1031887"/>
                      <a:gd name="connsiteX150" fmla="*/ 400501 w 838408"/>
                      <a:gd name="connsiteY150" fmla="*/ 453478 h 1031887"/>
                      <a:gd name="connsiteX151" fmla="*/ 400824 w 838408"/>
                      <a:gd name="connsiteY151" fmla="*/ 447674 h 1031887"/>
                      <a:gd name="connsiteX152" fmla="*/ 406628 w 838408"/>
                      <a:gd name="connsiteY152" fmla="*/ 447996 h 1031887"/>
                      <a:gd name="connsiteX153" fmla="*/ 409853 w 838408"/>
                      <a:gd name="connsiteY153" fmla="*/ 449286 h 1031887"/>
                      <a:gd name="connsiteX154" fmla="*/ 412755 w 838408"/>
                      <a:gd name="connsiteY154" fmla="*/ 448964 h 1031887"/>
                      <a:gd name="connsiteX155" fmla="*/ 425976 w 838408"/>
                      <a:gd name="connsiteY155" fmla="*/ 443159 h 1031887"/>
                      <a:gd name="connsiteX156" fmla="*/ 426298 w 838408"/>
                      <a:gd name="connsiteY156" fmla="*/ 442837 h 1031887"/>
                      <a:gd name="connsiteX157" fmla="*/ 424686 w 838408"/>
                      <a:gd name="connsiteY157" fmla="*/ 441225 h 1031887"/>
                      <a:gd name="connsiteX158" fmla="*/ 426298 w 838408"/>
                      <a:gd name="connsiteY158" fmla="*/ 435743 h 1031887"/>
                      <a:gd name="connsiteX159" fmla="*/ 435005 w 838408"/>
                      <a:gd name="connsiteY159" fmla="*/ 426069 h 1031887"/>
                      <a:gd name="connsiteX160" fmla="*/ 437907 w 838408"/>
                      <a:gd name="connsiteY160" fmla="*/ 416072 h 1031887"/>
                      <a:gd name="connsiteX161" fmla="*/ 442422 w 838408"/>
                      <a:gd name="connsiteY161" fmla="*/ 412525 h 1031887"/>
                      <a:gd name="connsiteX162" fmla="*/ 445969 w 838408"/>
                      <a:gd name="connsiteY162" fmla="*/ 417040 h 1031887"/>
                      <a:gd name="connsiteX163" fmla="*/ 442099 w 838408"/>
                      <a:gd name="connsiteY163" fmla="*/ 429616 h 1031887"/>
                      <a:gd name="connsiteX164" fmla="*/ 430491 w 838408"/>
                      <a:gd name="connsiteY164" fmla="*/ 442192 h 1031887"/>
                      <a:gd name="connsiteX165" fmla="*/ 431780 w 838408"/>
                      <a:gd name="connsiteY165" fmla="*/ 443482 h 1031887"/>
                      <a:gd name="connsiteX166" fmla="*/ 430813 w 838408"/>
                      <a:gd name="connsiteY166" fmla="*/ 448964 h 1031887"/>
                      <a:gd name="connsiteX167" fmla="*/ 414690 w 838408"/>
                      <a:gd name="connsiteY167" fmla="*/ 456381 h 1031887"/>
                      <a:gd name="connsiteX168" fmla="*/ 409853 w 838408"/>
                      <a:gd name="connsiteY168" fmla="*/ 457348 h 1031887"/>
                      <a:gd name="connsiteX169" fmla="*/ 425976 w 838408"/>
                      <a:gd name="connsiteY169" fmla="*/ 416395 h 1031887"/>
                      <a:gd name="connsiteX170" fmla="*/ 424364 w 838408"/>
                      <a:gd name="connsiteY170" fmla="*/ 416072 h 1031887"/>
                      <a:gd name="connsiteX171" fmla="*/ 417269 w 838408"/>
                      <a:gd name="connsiteY171" fmla="*/ 404464 h 1031887"/>
                      <a:gd name="connsiteX172" fmla="*/ 416947 w 838408"/>
                      <a:gd name="connsiteY172" fmla="*/ 400594 h 1031887"/>
                      <a:gd name="connsiteX173" fmla="*/ 419527 w 838408"/>
                      <a:gd name="connsiteY173" fmla="*/ 386083 h 1031887"/>
                      <a:gd name="connsiteX174" fmla="*/ 424686 w 838408"/>
                      <a:gd name="connsiteY174" fmla="*/ 383503 h 1031887"/>
                      <a:gd name="connsiteX175" fmla="*/ 427266 w 838408"/>
                      <a:gd name="connsiteY175" fmla="*/ 388663 h 1031887"/>
                      <a:gd name="connsiteX176" fmla="*/ 425008 w 838408"/>
                      <a:gd name="connsiteY176" fmla="*/ 400594 h 1031887"/>
                      <a:gd name="connsiteX177" fmla="*/ 425331 w 838408"/>
                      <a:gd name="connsiteY177" fmla="*/ 403496 h 1031887"/>
                      <a:gd name="connsiteX178" fmla="*/ 427911 w 838408"/>
                      <a:gd name="connsiteY178" fmla="*/ 408978 h 1031887"/>
                      <a:gd name="connsiteX179" fmla="*/ 429845 w 838408"/>
                      <a:gd name="connsiteY179" fmla="*/ 414460 h 1031887"/>
                      <a:gd name="connsiteX180" fmla="*/ 425976 w 838408"/>
                      <a:gd name="connsiteY180" fmla="*/ 416395 h 1031887"/>
                      <a:gd name="connsiteX181" fmla="*/ 445324 w 838408"/>
                      <a:gd name="connsiteY181" fmla="*/ 360286 h 1031887"/>
                      <a:gd name="connsiteX182" fmla="*/ 442099 w 838408"/>
                      <a:gd name="connsiteY182" fmla="*/ 358673 h 1031887"/>
                      <a:gd name="connsiteX183" fmla="*/ 443067 w 838408"/>
                      <a:gd name="connsiteY183" fmla="*/ 353192 h 1031887"/>
                      <a:gd name="connsiteX184" fmla="*/ 465962 w 838408"/>
                      <a:gd name="connsiteY184" fmla="*/ 338036 h 1031887"/>
                      <a:gd name="connsiteX185" fmla="*/ 471443 w 838408"/>
                      <a:gd name="connsiteY185" fmla="*/ 339326 h 1031887"/>
                      <a:gd name="connsiteX186" fmla="*/ 470154 w 838408"/>
                      <a:gd name="connsiteY186" fmla="*/ 344807 h 1031887"/>
                      <a:gd name="connsiteX187" fmla="*/ 447581 w 838408"/>
                      <a:gd name="connsiteY187" fmla="*/ 359641 h 1031887"/>
                      <a:gd name="connsiteX188" fmla="*/ 445324 w 838408"/>
                      <a:gd name="connsiteY188" fmla="*/ 360286 h 1031887"/>
                      <a:gd name="connsiteX189" fmla="*/ 500788 w 838408"/>
                      <a:gd name="connsiteY189" fmla="*/ 326427 h 1031887"/>
                      <a:gd name="connsiteX190" fmla="*/ 496918 w 838408"/>
                      <a:gd name="connsiteY190" fmla="*/ 323847 h 1031887"/>
                      <a:gd name="connsiteX191" fmla="*/ 499175 w 838408"/>
                      <a:gd name="connsiteY191" fmla="*/ 318688 h 1031887"/>
                      <a:gd name="connsiteX192" fmla="*/ 522715 w 838408"/>
                      <a:gd name="connsiteY192" fmla="*/ 306757 h 1031887"/>
                      <a:gd name="connsiteX193" fmla="*/ 528197 w 838408"/>
                      <a:gd name="connsiteY193" fmla="*/ 307724 h 1031887"/>
                      <a:gd name="connsiteX194" fmla="*/ 527230 w 838408"/>
                      <a:gd name="connsiteY194" fmla="*/ 313206 h 1031887"/>
                      <a:gd name="connsiteX195" fmla="*/ 502078 w 838408"/>
                      <a:gd name="connsiteY195" fmla="*/ 326105 h 1031887"/>
                      <a:gd name="connsiteX196" fmla="*/ 500788 w 838408"/>
                      <a:gd name="connsiteY196" fmla="*/ 326427 h 1031887"/>
                      <a:gd name="connsiteX197" fmla="*/ 554639 w 838408"/>
                      <a:gd name="connsiteY197" fmla="*/ 289989 h 1031887"/>
                      <a:gd name="connsiteX198" fmla="*/ 551415 w 838408"/>
                      <a:gd name="connsiteY198" fmla="*/ 288054 h 1031887"/>
                      <a:gd name="connsiteX199" fmla="*/ 552704 w 838408"/>
                      <a:gd name="connsiteY199" fmla="*/ 282572 h 1031887"/>
                      <a:gd name="connsiteX200" fmla="*/ 576245 w 838408"/>
                      <a:gd name="connsiteY200" fmla="*/ 268383 h 1031887"/>
                      <a:gd name="connsiteX201" fmla="*/ 581726 w 838408"/>
                      <a:gd name="connsiteY201" fmla="*/ 269673 h 1031887"/>
                      <a:gd name="connsiteX202" fmla="*/ 580436 w 838408"/>
                      <a:gd name="connsiteY202" fmla="*/ 275155 h 1031887"/>
                      <a:gd name="connsiteX203" fmla="*/ 557219 w 838408"/>
                      <a:gd name="connsiteY203" fmla="*/ 289344 h 1031887"/>
                      <a:gd name="connsiteX204" fmla="*/ 554639 w 838408"/>
                      <a:gd name="connsiteY204" fmla="*/ 289989 h 1031887"/>
                      <a:gd name="connsiteX205" fmla="*/ 607201 w 838408"/>
                      <a:gd name="connsiteY205" fmla="*/ 251938 h 1031887"/>
                      <a:gd name="connsiteX206" fmla="*/ 604944 w 838408"/>
                      <a:gd name="connsiteY206" fmla="*/ 251293 h 1031887"/>
                      <a:gd name="connsiteX207" fmla="*/ 603654 w 838408"/>
                      <a:gd name="connsiteY207" fmla="*/ 245811 h 1031887"/>
                      <a:gd name="connsiteX208" fmla="*/ 609458 w 838408"/>
                      <a:gd name="connsiteY208" fmla="*/ 235170 h 1031887"/>
                      <a:gd name="connsiteX209" fmla="*/ 615585 w 838408"/>
                      <a:gd name="connsiteY209" fmla="*/ 223561 h 1031887"/>
                      <a:gd name="connsiteX210" fmla="*/ 616553 w 838408"/>
                      <a:gd name="connsiteY210" fmla="*/ 221948 h 1031887"/>
                      <a:gd name="connsiteX211" fmla="*/ 622034 w 838408"/>
                      <a:gd name="connsiteY211" fmla="*/ 220659 h 1031887"/>
                      <a:gd name="connsiteX212" fmla="*/ 623324 w 838408"/>
                      <a:gd name="connsiteY212" fmla="*/ 226141 h 1031887"/>
                      <a:gd name="connsiteX213" fmla="*/ 622357 w 838408"/>
                      <a:gd name="connsiteY213" fmla="*/ 227430 h 1031887"/>
                      <a:gd name="connsiteX214" fmla="*/ 616230 w 838408"/>
                      <a:gd name="connsiteY214" fmla="*/ 238717 h 1031887"/>
                      <a:gd name="connsiteX215" fmla="*/ 610103 w 838408"/>
                      <a:gd name="connsiteY215" fmla="*/ 250003 h 1031887"/>
                      <a:gd name="connsiteX216" fmla="*/ 607201 w 838408"/>
                      <a:gd name="connsiteY216" fmla="*/ 251938 h 1031887"/>
                      <a:gd name="connsiteX217" fmla="*/ 647187 w 838408"/>
                      <a:gd name="connsiteY217" fmla="*/ 201311 h 1031887"/>
                      <a:gd name="connsiteX218" fmla="*/ 644285 w 838408"/>
                      <a:gd name="connsiteY218" fmla="*/ 200021 h 1031887"/>
                      <a:gd name="connsiteX219" fmla="*/ 644607 w 838408"/>
                      <a:gd name="connsiteY219" fmla="*/ 194216 h 1031887"/>
                      <a:gd name="connsiteX220" fmla="*/ 658151 w 838408"/>
                      <a:gd name="connsiteY220" fmla="*/ 181318 h 1031887"/>
                      <a:gd name="connsiteX221" fmla="*/ 664277 w 838408"/>
                      <a:gd name="connsiteY221" fmla="*/ 175513 h 1031887"/>
                      <a:gd name="connsiteX222" fmla="*/ 670082 w 838408"/>
                      <a:gd name="connsiteY222" fmla="*/ 176159 h 1031887"/>
                      <a:gd name="connsiteX223" fmla="*/ 669437 w 838408"/>
                      <a:gd name="connsiteY223" fmla="*/ 181963 h 1031887"/>
                      <a:gd name="connsiteX224" fmla="*/ 663955 w 838408"/>
                      <a:gd name="connsiteY224" fmla="*/ 187122 h 1031887"/>
                      <a:gd name="connsiteX225" fmla="*/ 649766 w 838408"/>
                      <a:gd name="connsiteY225" fmla="*/ 200666 h 1031887"/>
                      <a:gd name="connsiteX226" fmla="*/ 647187 w 838408"/>
                      <a:gd name="connsiteY226" fmla="*/ 201311 h 1031887"/>
                      <a:gd name="connsiteX227" fmla="*/ 698781 w 838408"/>
                      <a:gd name="connsiteY227" fmla="*/ 161648 h 1031887"/>
                      <a:gd name="connsiteX228" fmla="*/ 695234 w 838408"/>
                      <a:gd name="connsiteY228" fmla="*/ 159390 h 1031887"/>
                      <a:gd name="connsiteX229" fmla="*/ 696846 w 838408"/>
                      <a:gd name="connsiteY229" fmla="*/ 153908 h 1031887"/>
                      <a:gd name="connsiteX230" fmla="*/ 721354 w 838408"/>
                      <a:gd name="connsiteY230" fmla="*/ 141655 h 1031887"/>
                      <a:gd name="connsiteX231" fmla="*/ 726835 w 838408"/>
                      <a:gd name="connsiteY231" fmla="*/ 143589 h 1031887"/>
                      <a:gd name="connsiteX232" fmla="*/ 724901 w 838408"/>
                      <a:gd name="connsiteY232" fmla="*/ 149071 h 1031887"/>
                      <a:gd name="connsiteX233" fmla="*/ 700716 w 838408"/>
                      <a:gd name="connsiteY233" fmla="*/ 161325 h 1031887"/>
                      <a:gd name="connsiteX234" fmla="*/ 698781 w 838408"/>
                      <a:gd name="connsiteY234" fmla="*/ 161648 h 1031887"/>
                      <a:gd name="connsiteX235" fmla="*/ 758115 w 838408"/>
                      <a:gd name="connsiteY235" fmla="*/ 134238 h 1031887"/>
                      <a:gd name="connsiteX236" fmla="*/ 754890 w 838408"/>
                      <a:gd name="connsiteY236" fmla="*/ 132626 h 1031887"/>
                      <a:gd name="connsiteX237" fmla="*/ 755857 w 838408"/>
                      <a:gd name="connsiteY237" fmla="*/ 127144 h 1031887"/>
                      <a:gd name="connsiteX238" fmla="*/ 765531 w 838408"/>
                      <a:gd name="connsiteY238" fmla="*/ 110053 h 1031887"/>
                      <a:gd name="connsiteX239" fmla="*/ 766821 w 838408"/>
                      <a:gd name="connsiteY239" fmla="*/ 105861 h 1031887"/>
                      <a:gd name="connsiteX240" fmla="*/ 771981 w 838408"/>
                      <a:gd name="connsiteY240" fmla="*/ 103281 h 1031887"/>
                      <a:gd name="connsiteX241" fmla="*/ 774560 w 838408"/>
                      <a:gd name="connsiteY241" fmla="*/ 108441 h 1031887"/>
                      <a:gd name="connsiteX242" fmla="*/ 773270 w 838408"/>
                      <a:gd name="connsiteY242" fmla="*/ 112633 h 1031887"/>
                      <a:gd name="connsiteX243" fmla="*/ 760372 w 838408"/>
                      <a:gd name="connsiteY243" fmla="*/ 133916 h 1031887"/>
                      <a:gd name="connsiteX244" fmla="*/ 758115 w 838408"/>
                      <a:gd name="connsiteY244" fmla="*/ 134238 h 1031887"/>
                      <a:gd name="connsiteX245" fmla="*/ 790039 w 838408"/>
                      <a:gd name="connsiteY245" fmla="*/ 78452 h 1031887"/>
                      <a:gd name="connsiteX246" fmla="*/ 787459 w 838408"/>
                      <a:gd name="connsiteY246" fmla="*/ 77484 h 1031887"/>
                      <a:gd name="connsiteX247" fmla="*/ 787136 w 838408"/>
                      <a:gd name="connsiteY247" fmla="*/ 71680 h 1031887"/>
                      <a:gd name="connsiteX248" fmla="*/ 799390 w 838408"/>
                      <a:gd name="connsiteY248" fmla="*/ 58459 h 1031887"/>
                      <a:gd name="connsiteX249" fmla="*/ 805839 w 838408"/>
                      <a:gd name="connsiteY249" fmla="*/ 51687 h 1031887"/>
                      <a:gd name="connsiteX250" fmla="*/ 811644 w 838408"/>
                      <a:gd name="connsiteY250" fmla="*/ 51365 h 1031887"/>
                      <a:gd name="connsiteX251" fmla="*/ 811966 w 838408"/>
                      <a:gd name="connsiteY251" fmla="*/ 57169 h 1031887"/>
                      <a:gd name="connsiteX252" fmla="*/ 805517 w 838408"/>
                      <a:gd name="connsiteY252" fmla="*/ 64263 h 1031887"/>
                      <a:gd name="connsiteX253" fmla="*/ 793586 w 838408"/>
                      <a:gd name="connsiteY253" fmla="*/ 77162 h 1031887"/>
                      <a:gd name="connsiteX254" fmla="*/ 790039 w 838408"/>
                      <a:gd name="connsiteY254" fmla="*/ 78452 h 1031887"/>
                      <a:gd name="connsiteX255" fmla="*/ 832282 w 838408"/>
                      <a:gd name="connsiteY255" fmla="*/ 28792 h 1031887"/>
                      <a:gd name="connsiteX256" fmla="*/ 829702 w 838408"/>
                      <a:gd name="connsiteY256" fmla="*/ 27825 h 1031887"/>
                      <a:gd name="connsiteX257" fmla="*/ 829057 w 838408"/>
                      <a:gd name="connsiteY257" fmla="*/ 22020 h 1031887"/>
                      <a:gd name="connsiteX258" fmla="*/ 842600 w 838408"/>
                      <a:gd name="connsiteY258" fmla="*/ 6219 h 1031887"/>
                      <a:gd name="connsiteX259" fmla="*/ 847115 w 838408"/>
                      <a:gd name="connsiteY259" fmla="*/ 1383 h 1031887"/>
                      <a:gd name="connsiteX260" fmla="*/ 852919 w 838408"/>
                      <a:gd name="connsiteY260" fmla="*/ 1060 h 1031887"/>
                      <a:gd name="connsiteX261" fmla="*/ 853242 w 838408"/>
                      <a:gd name="connsiteY261" fmla="*/ 6864 h 1031887"/>
                      <a:gd name="connsiteX262" fmla="*/ 848727 w 838408"/>
                      <a:gd name="connsiteY262" fmla="*/ 12024 h 1031887"/>
                      <a:gd name="connsiteX263" fmla="*/ 835184 w 838408"/>
                      <a:gd name="connsiteY263" fmla="*/ 27502 h 1031887"/>
                      <a:gd name="connsiteX264" fmla="*/ 832282 w 838408"/>
                      <a:gd name="connsiteY264" fmla="*/ 28792 h 1031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</a:cxnLst>
                    <a:rect l="l" t="t" r="r" b="b"/>
                    <a:pathLst>
                      <a:path w="838408" h="1031887">
                        <a:moveTo>
                          <a:pt x="41276" y="1048103"/>
                        </a:moveTo>
                        <a:cubicBezTo>
                          <a:pt x="41276" y="1048103"/>
                          <a:pt x="41276" y="1048103"/>
                          <a:pt x="41276" y="1048103"/>
                        </a:cubicBezTo>
                        <a:cubicBezTo>
                          <a:pt x="39018" y="1048103"/>
                          <a:pt x="37083" y="1046169"/>
                          <a:pt x="37083" y="1043912"/>
                        </a:cubicBezTo>
                        <a:cubicBezTo>
                          <a:pt x="37083" y="1041009"/>
                          <a:pt x="37406" y="1038430"/>
                          <a:pt x="37406" y="1036172"/>
                        </a:cubicBezTo>
                        <a:cubicBezTo>
                          <a:pt x="37406" y="1035205"/>
                          <a:pt x="37406" y="1034560"/>
                          <a:pt x="37406" y="1033592"/>
                        </a:cubicBezTo>
                        <a:cubicBezTo>
                          <a:pt x="37406" y="1029078"/>
                          <a:pt x="36761" y="1023596"/>
                          <a:pt x="35794" y="1017792"/>
                        </a:cubicBezTo>
                        <a:cubicBezTo>
                          <a:pt x="35471" y="1015535"/>
                          <a:pt x="36761" y="1013600"/>
                          <a:pt x="39018" y="1013278"/>
                        </a:cubicBezTo>
                        <a:cubicBezTo>
                          <a:pt x="41276" y="1012955"/>
                          <a:pt x="43210" y="1014245"/>
                          <a:pt x="43533" y="1016502"/>
                        </a:cubicBezTo>
                        <a:cubicBezTo>
                          <a:pt x="44500" y="1022951"/>
                          <a:pt x="45145" y="1028756"/>
                          <a:pt x="45145" y="1033592"/>
                        </a:cubicBezTo>
                        <a:cubicBezTo>
                          <a:pt x="45145" y="1034560"/>
                          <a:pt x="45145" y="1035850"/>
                          <a:pt x="45145" y="1036817"/>
                        </a:cubicBezTo>
                        <a:cubicBezTo>
                          <a:pt x="45145" y="1039074"/>
                          <a:pt x="44823" y="1041654"/>
                          <a:pt x="44823" y="1044556"/>
                        </a:cubicBezTo>
                        <a:cubicBezTo>
                          <a:pt x="45145" y="1046169"/>
                          <a:pt x="43533" y="1048103"/>
                          <a:pt x="41276" y="1048103"/>
                        </a:cubicBezTo>
                        <a:close/>
                        <a:moveTo>
                          <a:pt x="26442" y="985868"/>
                        </a:moveTo>
                        <a:cubicBezTo>
                          <a:pt x="25152" y="985868"/>
                          <a:pt x="24185" y="985546"/>
                          <a:pt x="23217" y="984578"/>
                        </a:cubicBezTo>
                        <a:cubicBezTo>
                          <a:pt x="17736" y="978128"/>
                          <a:pt x="17413" y="968777"/>
                          <a:pt x="17091" y="957168"/>
                        </a:cubicBezTo>
                        <a:lnTo>
                          <a:pt x="17091" y="955878"/>
                        </a:lnTo>
                        <a:cubicBezTo>
                          <a:pt x="17091" y="953621"/>
                          <a:pt x="18703" y="951687"/>
                          <a:pt x="20960" y="951687"/>
                        </a:cubicBezTo>
                        <a:cubicBezTo>
                          <a:pt x="23217" y="951364"/>
                          <a:pt x="25152" y="953299"/>
                          <a:pt x="25152" y="955556"/>
                        </a:cubicBezTo>
                        <a:lnTo>
                          <a:pt x="25152" y="956846"/>
                        </a:lnTo>
                        <a:cubicBezTo>
                          <a:pt x="25475" y="967165"/>
                          <a:pt x="25475" y="974904"/>
                          <a:pt x="29344" y="979096"/>
                        </a:cubicBezTo>
                        <a:cubicBezTo>
                          <a:pt x="30634" y="980708"/>
                          <a:pt x="30634" y="983288"/>
                          <a:pt x="29022" y="984900"/>
                        </a:cubicBezTo>
                        <a:cubicBezTo>
                          <a:pt x="28377" y="985546"/>
                          <a:pt x="27410" y="985868"/>
                          <a:pt x="26442" y="985868"/>
                        </a:cubicBezTo>
                        <a:close/>
                        <a:moveTo>
                          <a:pt x="18703" y="921375"/>
                        </a:moveTo>
                        <a:cubicBezTo>
                          <a:pt x="18380" y="921375"/>
                          <a:pt x="18380" y="921375"/>
                          <a:pt x="18703" y="921375"/>
                        </a:cubicBezTo>
                        <a:cubicBezTo>
                          <a:pt x="16123" y="921375"/>
                          <a:pt x="14511" y="919440"/>
                          <a:pt x="14833" y="917183"/>
                        </a:cubicBezTo>
                        <a:cubicBezTo>
                          <a:pt x="15478" y="907831"/>
                          <a:pt x="18380" y="899447"/>
                          <a:pt x="20960" y="892353"/>
                        </a:cubicBezTo>
                        <a:lnTo>
                          <a:pt x="21928" y="889773"/>
                        </a:lnTo>
                        <a:cubicBezTo>
                          <a:pt x="22573" y="887838"/>
                          <a:pt x="24830" y="886549"/>
                          <a:pt x="27087" y="887194"/>
                        </a:cubicBezTo>
                        <a:cubicBezTo>
                          <a:pt x="29344" y="887838"/>
                          <a:pt x="30312" y="890096"/>
                          <a:pt x="29667" y="892353"/>
                        </a:cubicBezTo>
                        <a:lnTo>
                          <a:pt x="28699" y="894932"/>
                        </a:lnTo>
                        <a:cubicBezTo>
                          <a:pt x="26120" y="902027"/>
                          <a:pt x="23540" y="909121"/>
                          <a:pt x="22895" y="917505"/>
                        </a:cubicBezTo>
                        <a:cubicBezTo>
                          <a:pt x="22573" y="919762"/>
                          <a:pt x="20638" y="921375"/>
                          <a:pt x="18703" y="921375"/>
                        </a:cubicBezTo>
                        <a:close/>
                        <a:moveTo>
                          <a:pt x="24830" y="858172"/>
                        </a:moveTo>
                        <a:cubicBezTo>
                          <a:pt x="23217" y="858172"/>
                          <a:pt x="21605" y="857204"/>
                          <a:pt x="20960" y="855592"/>
                        </a:cubicBezTo>
                        <a:cubicBezTo>
                          <a:pt x="19348" y="851400"/>
                          <a:pt x="17736" y="847530"/>
                          <a:pt x="15801" y="843016"/>
                        </a:cubicBezTo>
                        <a:cubicBezTo>
                          <a:pt x="14189" y="839146"/>
                          <a:pt x="12254" y="834954"/>
                          <a:pt x="10641" y="830440"/>
                        </a:cubicBezTo>
                        <a:cubicBezTo>
                          <a:pt x="9997" y="828505"/>
                          <a:pt x="10964" y="825925"/>
                          <a:pt x="12899" y="825280"/>
                        </a:cubicBezTo>
                        <a:cubicBezTo>
                          <a:pt x="14833" y="824635"/>
                          <a:pt x="17413" y="825603"/>
                          <a:pt x="18058" y="827537"/>
                        </a:cubicBezTo>
                        <a:cubicBezTo>
                          <a:pt x="19670" y="832052"/>
                          <a:pt x="21605" y="835922"/>
                          <a:pt x="23217" y="839791"/>
                        </a:cubicBezTo>
                        <a:cubicBezTo>
                          <a:pt x="25152" y="844306"/>
                          <a:pt x="26765" y="848498"/>
                          <a:pt x="28377" y="852690"/>
                        </a:cubicBezTo>
                        <a:cubicBezTo>
                          <a:pt x="29022" y="854624"/>
                          <a:pt x="28055" y="857204"/>
                          <a:pt x="26120" y="857849"/>
                        </a:cubicBezTo>
                        <a:cubicBezTo>
                          <a:pt x="25797" y="858172"/>
                          <a:pt x="25475" y="858172"/>
                          <a:pt x="24830" y="858172"/>
                        </a:cubicBezTo>
                        <a:close/>
                        <a:moveTo>
                          <a:pt x="4837" y="796258"/>
                        </a:moveTo>
                        <a:cubicBezTo>
                          <a:pt x="2902" y="796258"/>
                          <a:pt x="968" y="794646"/>
                          <a:pt x="968" y="792711"/>
                        </a:cubicBezTo>
                        <a:cubicBezTo>
                          <a:pt x="323" y="786584"/>
                          <a:pt x="0" y="780135"/>
                          <a:pt x="0" y="773041"/>
                        </a:cubicBezTo>
                        <a:cubicBezTo>
                          <a:pt x="0" y="770139"/>
                          <a:pt x="0" y="767559"/>
                          <a:pt x="0" y="764657"/>
                        </a:cubicBezTo>
                        <a:cubicBezTo>
                          <a:pt x="0" y="762399"/>
                          <a:pt x="1935" y="760787"/>
                          <a:pt x="4192" y="760787"/>
                        </a:cubicBezTo>
                        <a:cubicBezTo>
                          <a:pt x="6449" y="760787"/>
                          <a:pt x="8062" y="762722"/>
                          <a:pt x="8062" y="764979"/>
                        </a:cubicBezTo>
                        <a:cubicBezTo>
                          <a:pt x="8062" y="767559"/>
                          <a:pt x="8062" y="770139"/>
                          <a:pt x="8062" y="773041"/>
                        </a:cubicBezTo>
                        <a:cubicBezTo>
                          <a:pt x="8062" y="779813"/>
                          <a:pt x="8384" y="785940"/>
                          <a:pt x="9029" y="791744"/>
                        </a:cubicBezTo>
                        <a:cubicBezTo>
                          <a:pt x="9352" y="794001"/>
                          <a:pt x="7739" y="795936"/>
                          <a:pt x="5482" y="796258"/>
                        </a:cubicBezTo>
                        <a:cubicBezTo>
                          <a:pt x="5160" y="796258"/>
                          <a:pt x="5160" y="796258"/>
                          <a:pt x="4837" y="796258"/>
                        </a:cubicBezTo>
                        <a:close/>
                        <a:moveTo>
                          <a:pt x="6772" y="730798"/>
                        </a:moveTo>
                        <a:cubicBezTo>
                          <a:pt x="6449" y="730798"/>
                          <a:pt x="5804" y="730798"/>
                          <a:pt x="5482" y="730476"/>
                        </a:cubicBezTo>
                        <a:cubicBezTo>
                          <a:pt x="3225" y="729831"/>
                          <a:pt x="2257" y="727574"/>
                          <a:pt x="2902" y="725316"/>
                        </a:cubicBezTo>
                        <a:cubicBezTo>
                          <a:pt x="4837" y="719834"/>
                          <a:pt x="9029" y="716287"/>
                          <a:pt x="15478" y="711128"/>
                        </a:cubicBezTo>
                        <a:cubicBezTo>
                          <a:pt x="17736" y="709193"/>
                          <a:pt x="20315" y="707258"/>
                          <a:pt x="23217" y="704678"/>
                        </a:cubicBezTo>
                        <a:cubicBezTo>
                          <a:pt x="24830" y="703389"/>
                          <a:pt x="27410" y="703389"/>
                          <a:pt x="29022" y="705001"/>
                        </a:cubicBezTo>
                        <a:cubicBezTo>
                          <a:pt x="30312" y="706613"/>
                          <a:pt x="30312" y="709193"/>
                          <a:pt x="28699" y="710805"/>
                        </a:cubicBezTo>
                        <a:cubicBezTo>
                          <a:pt x="25797" y="713385"/>
                          <a:pt x="23217" y="715642"/>
                          <a:pt x="20638" y="717255"/>
                        </a:cubicBezTo>
                        <a:cubicBezTo>
                          <a:pt x="14833" y="721769"/>
                          <a:pt x="11609" y="724349"/>
                          <a:pt x="10641" y="727896"/>
                        </a:cubicBezTo>
                        <a:cubicBezTo>
                          <a:pt x="9997" y="729831"/>
                          <a:pt x="8384" y="730798"/>
                          <a:pt x="6772" y="730798"/>
                        </a:cubicBezTo>
                        <a:close/>
                        <a:moveTo>
                          <a:pt x="48370" y="682106"/>
                        </a:moveTo>
                        <a:cubicBezTo>
                          <a:pt x="48047" y="682106"/>
                          <a:pt x="47725" y="682106"/>
                          <a:pt x="47402" y="682106"/>
                        </a:cubicBezTo>
                        <a:cubicBezTo>
                          <a:pt x="45145" y="681783"/>
                          <a:pt x="43855" y="679526"/>
                          <a:pt x="44178" y="677269"/>
                        </a:cubicBezTo>
                        <a:cubicBezTo>
                          <a:pt x="44823" y="675012"/>
                          <a:pt x="44823" y="672754"/>
                          <a:pt x="45145" y="670174"/>
                        </a:cubicBezTo>
                        <a:cubicBezTo>
                          <a:pt x="45790" y="664693"/>
                          <a:pt x="46758" y="658566"/>
                          <a:pt x="50305" y="651149"/>
                        </a:cubicBezTo>
                        <a:cubicBezTo>
                          <a:pt x="50627" y="650827"/>
                          <a:pt x="50627" y="650182"/>
                          <a:pt x="50949" y="649859"/>
                        </a:cubicBezTo>
                        <a:cubicBezTo>
                          <a:pt x="51917" y="647925"/>
                          <a:pt x="54497" y="647280"/>
                          <a:pt x="56431" y="648247"/>
                        </a:cubicBezTo>
                        <a:cubicBezTo>
                          <a:pt x="58366" y="649214"/>
                          <a:pt x="59011" y="651794"/>
                          <a:pt x="58044" y="653729"/>
                        </a:cubicBezTo>
                        <a:cubicBezTo>
                          <a:pt x="57721" y="654051"/>
                          <a:pt x="57721" y="654374"/>
                          <a:pt x="57721" y="654696"/>
                        </a:cubicBezTo>
                        <a:cubicBezTo>
                          <a:pt x="54497" y="660823"/>
                          <a:pt x="54174" y="665983"/>
                          <a:pt x="53207" y="671142"/>
                        </a:cubicBezTo>
                        <a:cubicBezTo>
                          <a:pt x="52884" y="673722"/>
                          <a:pt x="52562" y="676301"/>
                          <a:pt x="51917" y="678881"/>
                        </a:cubicBezTo>
                        <a:cubicBezTo>
                          <a:pt x="51917" y="680816"/>
                          <a:pt x="49982" y="682106"/>
                          <a:pt x="48370" y="682106"/>
                        </a:cubicBezTo>
                        <a:close/>
                        <a:moveTo>
                          <a:pt x="165425" y="637283"/>
                        </a:moveTo>
                        <a:cubicBezTo>
                          <a:pt x="165425" y="637283"/>
                          <a:pt x="165425" y="637283"/>
                          <a:pt x="165425" y="637283"/>
                        </a:cubicBezTo>
                        <a:cubicBezTo>
                          <a:pt x="159298" y="636961"/>
                          <a:pt x="154138" y="635671"/>
                          <a:pt x="150913" y="635026"/>
                        </a:cubicBezTo>
                        <a:lnTo>
                          <a:pt x="149301" y="634704"/>
                        </a:lnTo>
                        <a:cubicBezTo>
                          <a:pt x="146077" y="634059"/>
                          <a:pt x="144464" y="631156"/>
                          <a:pt x="142852" y="628254"/>
                        </a:cubicBezTo>
                        <a:cubicBezTo>
                          <a:pt x="142207" y="626964"/>
                          <a:pt x="141240" y="625352"/>
                          <a:pt x="140272" y="624062"/>
                        </a:cubicBezTo>
                        <a:cubicBezTo>
                          <a:pt x="138982" y="622127"/>
                          <a:pt x="139305" y="619870"/>
                          <a:pt x="141240" y="618580"/>
                        </a:cubicBezTo>
                        <a:cubicBezTo>
                          <a:pt x="143174" y="617290"/>
                          <a:pt x="145432" y="617613"/>
                          <a:pt x="146722" y="619548"/>
                        </a:cubicBezTo>
                        <a:cubicBezTo>
                          <a:pt x="148011" y="621160"/>
                          <a:pt x="148979" y="623095"/>
                          <a:pt x="149946" y="624384"/>
                        </a:cubicBezTo>
                        <a:cubicBezTo>
                          <a:pt x="150591" y="625352"/>
                          <a:pt x="151236" y="626642"/>
                          <a:pt x="151559" y="627287"/>
                        </a:cubicBezTo>
                        <a:cubicBezTo>
                          <a:pt x="151881" y="627287"/>
                          <a:pt x="152526" y="627609"/>
                          <a:pt x="152848" y="627609"/>
                        </a:cubicBezTo>
                        <a:cubicBezTo>
                          <a:pt x="155751" y="628254"/>
                          <a:pt x="160588" y="629544"/>
                          <a:pt x="165747" y="629866"/>
                        </a:cubicBezTo>
                        <a:cubicBezTo>
                          <a:pt x="168004" y="629866"/>
                          <a:pt x="169617" y="631802"/>
                          <a:pt x="169617" y="634059"/>
                        </a:cubicBezTo>
                        <a:cubicBezTo>
                          <a:pt x="169294" y="635671"/>
                          <a:pt x="167682" y="637283"/>
                          <a:pt x="165425" y="637283"/>
                        </a:cubicBezTo>
                        <a:close/>
                        <a:moveTo>
                          <a:pt x="83841" y="631479"/>
                        </a:moveTo>
                        <a:cubicBezTo>
                          <a:pt x="82551" y="631479"/>
                          <a:pt x="80939" y="630834"/>
                          <a:pt x="80294" y="629544"/>
                        </a:cubicBezTo>
                        <a:cubicBezTo>
                          <a:pt x="79326" y="627609"/>
                          <a:pt x="79971" y="625030"/>
                          <a:pt x="81906" y="624062"/>
                        </a:cubicBezTo>
                        <a:cubicBezTo>
                          <a:pt x="90290" y="619225"/>
                          <a:pt x="99319" y="615356"/>
                          <a:pt x="107381" y="612453"/>
                        </a:cubicBezTo>
                        <a:cubicBezTo>
                          <a:pt x="109638" y="611808"/>
                          <a:pt x="111895" y="612776"/>
                          <a:pt x="112540" y="615033"/>
                        </a:cubicBezTo>
                        <a:cubicBezTo>
                          <a:pt x="113185" y="617290"/>
                          <a:pt x="112218" y="619548"/>
                          <a:pt x="109961" y="620193"/>
                        </a:cubicBezTo>
                        <a:cubicBezTo>
                          <a:pt x="102221" y="622773"/>
                          <a:pt x="93837" y="626642"/>
                          <a:pt x="85776" y="631156"/>
                        </a:cubicBezTo>
                        <a:cubicBezTo>
                          <a:pt x="85131" y="631479"/>
                          <a:pt x="84486" y="631479"/>
                          <a:pt x="83841" y="631479"/>
                        </a:cubicBezTo>
                        <a:close/>
                        <a:moveTo>
                          <a:pt x="192189" y="615356"/>
                        </a:moveTo>
                        <a:cubicBezTo>
                          <a:pt x="191867" y="615356"/>
                          <a:pt x="191544" y="615356"/>
                          <a:pt x="191222" y="615356"/>
                        </a:cubicBezTo>
                        <a:cubicBezTo>
                          <a:pt x="188964" y="614711"/>
                          <a:pt x="187674" y="612776"/>
                          <a:pt x="188320" y="610519"/>
                        </a:cubicBezTo>
                        <a:cubicBezTo>
                          <a:pt x="188964" y="607939"/>
                          <a:pt x="189287" y="605037"/>
                          <a:pt x="189287" y="601167"/>
                        </a:cubicBezTo>
                        <a:cubicBezTo>
                          <a:pt x="189287" y="593105"/>
                          <a:pt x="191222" y="589558"/>
                          <a:pt x="197348" y="583754"/>
                        </a:cubicBezTo>
                        <a:cubicBezTo>
                          <a:pt x="198961" y="582142"/>
                          <a:pt x="201540" y="582142"/>
                          <a:pt x="203153" y="583754"/>
                        </a:cubicBezTo>
                        <a:cubicBezTo>
                          <a:pt x="204765" y="585367"/>
                          <a:pt x="204765" y="587946"/>
                          <a:pt x="203153" y="589558"/>
                        </a:cubicBezTo>
                        <a:cubicBezTo>
                          <a:pt x="198316" y="594395"/>
                          <a:pt x="197671" y="596008"/>
                          <a:pt x="197671" y="601490"/>
                        </a:cubicBezTo>
                        <a:cubicBezTo>
                          <a:pt x="197671" y="606004"/>
                          <a:pt x="197348" y="609551"/>
                          <a:pt x="196704" y="612776"/>
                        </a:cubicBezTo>
                        <a:cubicBezTo>
                          <a:pt x="195414" y="614066"/>
                          <a:pt x="193801" y="615356"/>
                          <a:pt x="192189" y="615356"/>
                        </a:cubicBezTo>
                        <a:close/>
                        <a:moveTo>
                          <a:pt x="225725" y="562471"/>
                        </a:moveTo>
                        <a:cubicBezTo>
                          <a:pt x="224758" y="562471"/>
                          <a:pt x="223791" y="562149"/>
                          <a:pt x="223146" y="561504"/>
                        </a:cubicBezTo>
                        <a:cubicBezTo>
                          <a:pt x="221533" y="560214"/>
                          <a:pt x="221211" y="557635"/>
                          <a:pt x="222501" y="555700"/>
                        </a:cubicBezTo>
                        <a:cubicBezTo>
                          <a:pt x="232497" y="543769"/>
                          <a:pt x="232820" y="541511"/>
                          <a:pt x="232820" y="538931"/>
                        </a:cubicBezTo>
                        <a:cubicBezTo>
                          <a:pt x="232820" y="537642"/>
                          <a:pt x="233142" y="535707"/>
                          <a:pt x="234109" y="533127"/>
                        </a:cubicBezTo>
                        <a:cubicBezTo>
                          <a:pt x="234755" y="531192"/>
                          <a:pt x="237334" y="529903"/>
                          <a:pt x="239269" y="530870"/>
                        </a:cubicBezTo>
                        <a:cubicBezTo>
                          <a:pt x="241204" y="531515"/>
                          <a:pt x="242494" y="534094"/>
                          <a:pt x="241526" y="536029"/>
                        </a:cubicBezTo>
                        <a:cubicBezTo>
                          <a:pt x="240881" y="537642"/>
                          <a:pt x="240881" y="538609"/>
                          <a:pt x="240881" y="539576"/>
                        </a:cubicBezTo>
                        <a:cubicBezTo>
                          <a:pt x="240559" y="544091"/>
                          <a:pt x="239591" y="547316"/>
                          <a:pt x="228628" y="560537"/>
                        </a:cubicBezTo>
                        <a:cubicBezTo>
                          <a:pt x="227983" y="562149"/>
                          <a:pt x="227015" y="562471"/>
                          <a:pt x="225725" y="562471"/>
                        </a:cubicBezTo>
                        <a:close/>
                        <a:moveTo>
                          <a:pt x="268291" y="519906"/>
                        </a:moveTo>
                        <a:cubicBezTo>
                          <a:pt x="266356" y="519906"/>
                          <a:pt x="264421" y="518294"/>
                          <a:pt x="264421" y="516359"/>
                        </a:cubicBezTo>
                        <a:cubicBezTo>
                          <a:pt x="264099" y="514102"/>
                          <a:pt x="265711" y="512167"/>
                          <a:pt x="267968" y="511844"/>
                        </a:cubicBezTo>
                        <a:cubicBezTo>
                          <a:pt x="269903" y="511522"/>
                          <a:pt x="271838" y="511199"/>
                          <a:pt x="274095" y="510877"/>
                        </a:cubicBezTo>
                        <a:cubicBezTo>
                          <a:pt x="278932" y="509910"/>
                          <a:pt x="285704" y="509910"/>
                          <a:pt x="293443" y="509910"/>
                        </a:cubicBezTo>
                        <a:lnTo>
                          <a:pt x="295700" y="509910"/>
                        </a:lnTo>
                        <a:cubicBezTo>
                          <a:pt x="295700" y="509910"/>
                          <a:pt x="295700" y="509910"/>
                          <a:pt x="295700" y="509910"/>
                        </a:cubicBezTo>
                        <a:cubicBezTo>
                          <a:pt x="297958" y="509910"/>
                          <a:pt x="299570" y="511844"/>
                          <a:pt x="299892" y="513779"/>
                        </a:cubicBezTo>
                        <a:cubicBezTo>
                          <a:pt x="299892" y="516037"/>
                          <a:pt x="298280" y="517971"/>
                          <a:pt x="296023" y="517971"/>
                        </a:cubicBezTo>
                        <a:lnTo>
                          <a:pt x="293765" y="517971"/>
                        </a:lnTo>
                        <a:cubicBezTo>
                          <a:pt x="286671" y="517971"/>
                          <a:pt x="279899" y="517971"/>
                          <a:pt x="275707" y="518939"/>
                        </a:cubicBezTo>
                        <a:cubicBezTo>
                          <a:pt x="273450" y="519261"/>
                          <a:pt x="271193" y="519584"/>
                          <a:pt x="269258" y="519906"/>
                        </a:cubicBezTo>
                        <a:cubicBezTo>
                          <a:pt x="268613" y="519906"/>
                          <a:pt x="268291" y="519906"/>
                          <a:pt x="268291" y="519906"/>
                        </a:cubicBezTo>
                        <a:close/>
                        <a:moveTo>
                          <a:pt x="333106" y="513457"/>
                        </a:moveTo>
                        <a:cubicBezTo>
                          <a:pt x="331494" y="513457"/>
                          <a:pt x="329881" y="512489"/>
                          <a:pt x="329236" y="510877"/>
                        </a:cubicBezTo>
                        <a:cubicBezTo>
                          <a:pt x="328592" y="508942"/>
                          <a:pt x="329559" y="506362"/>
                          <a:pt x="331494" y="505718"/>
                        </a:cubicBezTo>
                        <a:cubicBezTo>
                          <a:pt x="334073" y="504750"/>
                          <a:pt x="336331" y="503460"/>
                          <a:pt x="337943" y="501848"/>
                        </a:cubicBezTo>
                        <a:cubicBezTo>
                          <a:pt x="342135" y="498301"/>
                          <a:pt x="347617" y="495399"/>
                          <a:pt x="355679" y="492819"/>
                        </a:cubicBezTo>
                        <a:cubicBezTo>
                          <a:pt x="357936" y="492174"/>
                          <a:pt x="360193" y="493464"/>
                          <a:pt x="360838" y="495399"/>
                        </a:cubicBezTo>
                        <a:cubicBezTo>
                          <a:pt x="361483" y="497656"/>
                          <a:pt x="360193" y="499913"/>
                          <a:pt x="358258" y="500558"/>
                        </a:cubicBezTo>
                        <a:cubicBezTo>
                          <a:pt x="351164" y="502815"/>
                          <a:pt x="346650" y="505073"/>
                          <a:pt x="343425" y="507975"/>
                        </a:cubicBezTo>
                        <a:cubicBezTo>
                          <a:pt x="341168" y="509910"/>
                          <a:pt x="337943" y="511844"/>
                          <a:pt x="334719" y="513134"/>
                        </a:cubicBezTo>
                        <a:cubicBezTo>
                          <a:pt x="334073" y="513457"/>
                          <a:pt x="333751" y="513457"/>
                          <a:pt x="333106" y="513457"/>
                        </a:cubicBezTo>
                        <a:close/>
                        <a:moveTo>
                          <a:pt x="393729" y="490239"/>
                        </a:moveTo>
                        <a:cubicBezTo>
                          <a:pt x="392117" y="490239"/>
                          <a:pt x="390827" y="489272"/>
                          <a:pt x="390182" y="487659"/>
                        </a:cubicBezTo>
                        <a:cubicBezTo>
                          <a:pt x="389215" y="485725"/>
                          <a:pt x="390182" y="483145"/>
                          <a:pt x="392440" y="482500"/>
                        </a:cubicBezTo>
                        <a:cubicBezTo>
                          <a:pt x="396954" y="480565"/>
                          <a:pt x="400179" y="478630"/>
                          <a:pt x="403081" y="476051"/>
                        </a:cubicBezTo>
                        <a:cubicBezTo>
                          <a:pt x="405983" y="473471"/>
                          <a:pt x="409208" y="470247"/>
                          <a:pt x="412432" y="466699"/>
                        </a:cubicBezTo>
                        <a:cubicBezTo>
                          <a:pt x="414045" y="465087"/>
                          <a:pt x="416625" y="464764"/>
                          <a:pt x="418237" y="466377"/>
                        </a:cubicBezTo>
                        <a:cubicBezTo>
                          <a:pt x="419849" y="467989"/>
                          <a:pt x="420172" y="470569"/>
                          <a:pt x="418559" y="472181"/>
                        </a:cubicBezTo>
                        <a:cubicBezTo>
                          <a:pt x="415012" y="476051"/>
                          <a:pt x="411788" y="479276"/>
                          <a:pt x="408563" y="482178"/>
                        </a:cubicBezTo>
                        <a:cubicBezTo>
                          <a:pt x="405338" y="485080"/>
                          <a:pt x="401146" y="487659"/>
                          <a:pt x="395987" y="489917"/>
                        </a:cubicBezTo>
                        <a:cubicBezTo>
                          <a:pt x="394697" y="490239"/>
                          <a:pt x="394374" y="490239"/>
                          <a:pt x="393729" y="490239"/>
                        </a:cubicBezTo>
                        <a:close/>
                        <a:moveTo>
                          <a:pt x="409853" y="457348"/>
                        </a:moveTo>
                        <a:cubicBezTo>
                          <a:pt x="405016" y="457348"/>
                          <a:pt x="402114" y="455413"/>
                          <a:pt x="400501" y="453478"/>
                        </a:cubicBezTo>
                        <a:cubicBezTo>
                          <a:pt x="398889" y="451866"/>
                          <a:pt x="399211" y="449286"/>
                          <a:pt x="400824" y="447674"/>
                        </a:cubicBezTo>
                        <a:cubicBezTo>
                          <a:pt x="402436" y="446062"/>
                          <a:pt x="405016" y="446384"/>
                          <a:pt x="406628" y="447996"/>
                        </a:cubicBezTo>
                        <a:cubicBezTo>
                          <a:pt x="406951" y="448319"/>
                          <a:pt x="407595" y="449286"/>
                          <a:pt x="409853" y="449286"/>
                        </a:cubicBezTo>
                        <a:cubicBezTo>
                          <a:pt x="410820" y="449286"/>
                          <a:pt x="411788" y="449286"/>
                          <a:pt x="412755" y="448964"/>
                        </a:cubicBezTo>
                        <a:cubicBezTo>
                          <a:pt x="419849" y="447351"/>
                          <a:pt x="422751" y="445417"/>
                          <a:pt x="425976" y="443159"/>
                        </a:cubicBezTo>
                        <a:cubicBezTo>
                          <a:pt x="425976" y="443159"/>
                          <a:pt x="426298" y="443159"/>
                          <a:pt x="426298" y="442837"/>
                        </a:cubicBezTo>
                        <a:cubicBezTo>
                          <a:pt x="425654" y="442515"/>
                          <a:pt x="425008" y="441869"/>
                          <a:pt x="424686" y="441225"/>
                        </a:cubicBezTo>
                        <a:cubicBezTo>
                          <a:pt x="423719" y="439290"/>
                          <a:pt x="424364" y="436710"/>
                          <a:pt x="426298" y="435743"/>
                        </a:cubicBezTo>
                        <a:cubicBezTo>
                          <a:pt x="429523" y="434130"/>
                          <a:pt x="432425" y="430583"/>
                          <a:pt x="435005" y="426069"/>
                        </a:cubicBezTo>
                        <a:cubicBezTo>
                          <a:pt x="436295" y="424134"/>
                          <a:pt x="437262" y="420587"/>
                          <a:pt x="437907" y="416072"/>
                        </a:cubicBezTo>
                        <a:cubicBezTo>
                          <a:pt x="438230" y="413815"/>
                          <a:pt x="440164" y="412525"/>
                          <a:pt x="442422" y="412525"/>
                        </a:cubicBezTo>
                        <a:cubicBezTo>
                          <a:pt x="444679" y="412848"/>
                          <a:pt x="446291" y="414783"/>
                          <a:pt x="445969" y="417040"/>
                        </a:cubicBezTo>
                        <a:cubicBezTo>
                          <a:pt x="445324" y="420909"/>
                          <a:pt x="444357" y="426069"/>
                          <a:pt x="442099" y="429616"/>
                        </a:cubicBezTo>
                        <a:cubicBezTo>
                          <a:pt x="438874" y="435420"/>
                          <a:pt x="434683" y="439935"/>
                          <a:pt x="430491" y="442192"/>
                        </a:cubicBezTo>
                        <a:cubicBezTo>
                          <a:pt x="431135" y="442515"/>
                          <a:pt x="431458" y="442837"/>
                          <a:pt x="431780" y="443482"/>
                        </a:cubicBezTo>
                        <a:cubicBezTo>
                          <a:pt x="433070" y="445417"/>
                          <a:pt x="432748" y="447674"/>
                          <a:pt x="430813" y="448964"/>
                        </a:cubicBezTo>
                        <a:cubicBezTo>
                          <a:pt x="427266" y="451544"/>
                          <a:pt x="423074" y="454123"/>
                          <a:pt x="414690" y="456381"/>
                        </a:cubicBezTo>
                        <a:cubicBezTo>
                          <a:pt x="413077" y="457025"/>
                          <a:pt x="411465" y="457348"/>
                          <a:pt x="409853" y="457348"/>
                        </a:cubicBezTo>
                        <a:close/>
                        <a:moveTo>
                          <a:pt x="425976" y="416395"/>
                        </a:moveTo>
                        <a:cubicBezTo>
                          <a:pt x="425331" y="416395"/>
                          <a:pt x="424686" y="416395"/>
                          <a:pt x="424364" y="416072"/>
                        </a:cubicBezTo>
                        <a:cubicBezTo>
                          <a:pt x="420494" y="414137"/>
                          <a:pt x="417914" y="409946"/>
                          <a:pt x="417269" y="404464"/>
                        </a:cubicBezTo>
                        <a:cubicBezTo>
                          <a:pt x="417269" y="403174"/>
                          <a:pt x="416947" y="401884"/>
                          <a:pt x="416947" y="400594"/>
                        </a:cubicBezTo>
                        <a:cubicBezTo>
                          <a:pt x="416947" y="396080"/>
                          <a:pt x="417914" y="391243"/>
                          <a:pt x="419527" y="386083"/>
                        </a:cubicBezTo>
                        <a:cubicBezTo>
                          <a:pt x="420172" y="383826"/>
                          <a:pt x="422429" y="382858"/>
                          <a:pt x="424686" y="383503"/>
                        </a:cubicBezTo>
                        <a:cubicBezTo>
                          <a:pt x="426943" y="384148"/>
                          <a:pt x="427911" y="386405"/>
                          <a:pt x="427266" y="388663"/>
                        </a:cubicBezTo>
                        <a:cubicBezTo>
                          <a:pt x="425976" y="393177"/>
                          <a:pt x="425008" y="397047"/>
                          <a:pt x="425008" y="400594"/>
                        </a:cubicBezTo>
                        <a:cubicBezTo>
                          <a:pt x="425008" y="401561"/>
                          <a:pt x="425008" y="402529"/>
                          <a:pt x="425331" y="403496"/>
                        </a:cubicBezTo>
                        <a:cubicBezTo>
                          <a:pt x="425654" y="406721"/>
                          <a:pt x="426943" y="408333"/>
                          <a:pt x="427911" y="408978"/>
                        </a:cubicBezTo>
                        <a:cubicBezTo>
                          <a:pt x="429845" y="409946"/>
                          <a:pt x="430813" y="412203"/>
                          <a:pt x="429845" y="414460"/>
                        </a:cubicBezTo>
                        <a:cubicBezTo>
                          <a:pt x="428878" y="415427"/>
                          <a:pt x="427588" y="416395"/>
                          <a:pt x="425976" y="416395"/>
                        </a:cubicBezTo>
                        <a:close/>
                        <a:moveTo>
                          <a:pt x="445324" y="360286"/>
                        </a:moveTo>
                        <a:cubicBezTo>
                          <a:pt x="444034" y="360286"/>
                          <a:pt x="442744" y="359641"/>
                          <a:pt x="442099" y="358673"/>
                        </a:cubicBezTo>
                        <a:cubicBezTo>
                          <a:pt x="440809" y="356739"/>
                          <a:pt x="441132" y="354482"/>
                          <a:pt x="443067" y="353192"/>
                        </a:cubicBezTo>
                        <a:cubicBezTo>
                          <a:pt x="449838" y="348032"/>
                          <a:pt x="458222" y="342873"/>
                          <a:pt x="465962" y="338036"/>
                        </a:cubicBezTo>
                        <a:cubicBezTo>
                          <a:pt x="467896" y="336746"/>
                          <a:pt x="470476" y="337391"/>
                          <a:pt x="471443" y="339326"/>
                        </a:cubicBezTo>
                        <a:cubicBezTo>
                          <a:pt x="472733" y="341261"/>
                          <a:pt x="472088" y="343840"/>
                          <a:pt x="470154" y="344807"/>
                        </a:cubicBezTo>
                        <a:cubicBezTo>
                          <a:pt x="462414" y="349645"/>
                          <a:pt x="454353" y="354804"/>
                          <a:pt x="447581" y="359641"/>
                        </a:cubicBezTo>
                        <a:cubicBezTo>
                          <a:pt x="446936" y="360286"/>
                          <a:pt x="445969" y="360286"/>
                          <a:pt x="445324" y="360286"/>
                        </a:cubicBezTo>
                        <a:close/>
                        <a:moveTo>
                          <a:pt x="500788" y="326427"/>
                        </a:moveTo>
                        <a:cubicBezTo>
                          <a:pt x="499175" y="326427"/>
                          <a:pt x="497563" y="325460"/>
                          <a:pt x="496918" y="323847"/>
                        </a:cubicBezTo>
                        <a:cubicBezTo>
                          <a:pt x="495951" y="321913"/>
                          <a:pt x="496918" y="319333"/>
                          <a:pt x="499175" y="318688"/>
                        </a:cubicBezTo>
                        <a:cubicBezTo>
                          <a:pt x="507560" y="315141"/>
                          <a:pt x="516589" y="311271"/>
                          <a:pt x="522715" y="306757"/>
                        </a:cubicBezTo>
                        <a:cubicBezTo>
                          <a:pt x="524650" y="305467"/>
                          <a:pt x="526907" y="305789"/>
                          <a:pt x="528197" y="307724"/>
                        </a:cubicBezTo>
                        <a:cubicBezTo>
                          <a:pt x="529487" y="309659"/>
                          <a:pt x="529165" y="311916"/>
                          <a:pt x="527230" y="313206"/>
                        </a:cubicBezTo>
                        <a:cubicBezTo>
                          <a:pt x="520458" y="318043"/>
                          <a:pt x="511107" y="322235"/>
                          <a:pt x="502078" y="326105"/>
                        </a:cubicBezTo>
                        <a:cubicBezTo>
                          <a:pt x="502078" y="326427"/>
                          <a:pt x="501433" y="326427"/>
                          <a:pt x="500788" y="326427"/>
                        </a:cubicBezTo>
                        <a:close/>
                        <a:moveTo>
                          <a:pt x="554639" y="289989"/>
                        </a:moveTo>
                        <a:cubicBezTo>
                          <a:pt x="553350" y="289989"/>
                          <a:pt x="552060" y="289344"/>
                          <a:pt x="551415" y="288054"/>
                        </a:cubicBezTo>
                        <a:cubicBezTo>
                          <a:pt x="550125" y="286119"/>
                          <a:pt x="550770" y="283539"/>
                          <a:pt x="552704" y="282572"/>
                        </a:cubicBezTo>
                        <a:cubicBezTo>
                          <a:pt x="560766" y="277412"/>
                          <a:pt x="569473" y="272253"/>
                          <a:pt x="576245" y="268383"/>
                        </a:cubicBezTo>
                        <a:cubicBezTo>
                          <a:pt x="578179" y="267094"/>
                          <a:pt x="580759" y="267738"/>
                          <a:pt x="581726" y="269673"/>
                        </a:cubicBezTo>
                        <a:cubicBezTo>
                          <a:pt x="582694" y="271608"/>
                          <a:pt x="582371" y="274188"/>
                          <a:pt x="580436" y="275155"/>
                        </a:cubicBezTo>
                        <a:cubicBezTo>
                          <a:pt x="573987" y="279025"/>
                          <a:pt x="565281" y="284184"/>
                          <a:pt x="557219" y="289344"/>
                        </a:cubicBezTo>
                        <a:cubicBezTo>
                          <a:pt x="556252" y="289989"/>
                          <a:pt x="555607" y="289989"/>
                          <a:pt x="554639" y="289989"/>
                        </a:cubicBezTo>
                        <a:close/>
                        <a:moveTo>
                          <a:pt x="607201" y="251938"/>
                        </a:moveTo>
                        <a:cubicBezTo>
                          <a:pt x="606556" y="251938"/>
                          <a:pt x="605589" y="251615"/>
                          <a:pt x="604944" y="251293"/>
                        </a:cubicBezTo>
                        <a:cubicBezTo>
                          <a:pt x="603009" y="250003"/>
                          <a:pt x="602364" y="247746"/>
                          <a:pt x="603654" y="245811"/>
                        </a:cubicBezTo>
                        <a:cubicBezTo>
                          <a:pt x="605589" y="242586"/>
                          <a:pt x="607524" y="239039"/>
                          <a:pt x="609458" y="235170"/>
                        </a:cubicBezTo>
                        <a:cubicBezTo>
                          <a:pt x="611393" y="231622"/>
                          <a:pt x="613328" y="227753"/>
                          <a:pt x="615585" y="223561"/>
                        </a:cubicBezTo>
                        <a:cubicBezTo>
                          <a:pt x="615908" y="222916"/>
                          <a:pt x="616230" y="222594"/>
                          <a:pt x="616553" y="221948"/>
                        </a:cubicBezTo>
                        <a:cubicBezTo>
                          <a:pt x="617842" y="220014"/>
                          <a:pt x="620100" y="219691"/>
                          <a:pt x="622034" y="220659"/>
                        </a:cubicBezTo>
                        <a:cubicBezTo>
                          <a:pt x="623969" y="221948"/>
                          <a:pt x="624292" y="224206"/>
                          <a:pt x="623324" y="226141"/>
                        </a:cubicBezTo>
                        <a:cubicBezTo>
                          <a:pt x="623002" y="226463"/>
                          <a:pt x="622680" y="227108"/>
                          <a:pt x="622357" y="227430"/>
                        </a:cubicBezTo>
                        <a:cubicBezTo>
                          <a:pt x="620100" y="231300"/>
                          <a:pt x="618165" y="235170"/>
                          <a:pt x="616230" y="238717"/>
                        </a:cubicBezTo>
                        <a:cubicBezTo>
                          <a:pt x="614295" y="242586"/>
                          <a:pt x="612038" y="246456"/>
                          <a:pt x="610103" y="250003"/>
                        </a:cubicBezTo>
                        <a:cubicBezTo>
                          <a:pt x="609781" y="251293"/>
                          <a:pt x="608491" y="251938"/>
                          <a:pt x="607201" y="251938"/>
                        </a:cubicBezTo>
                        <a:close/>
                        <a:moveTo>
                          <a:pt x="647187" y="201311"/>
                        </a:moveTo>
                        <a:cubicBezTo>
                          <a:pt x="646219" y="201311"/>
                          <a:pt x="644929" y="200988"/>
                          <a:pt x="644285" y="200021"/>
                        </a:cubicBezTo>
                        <a:cubicBezTo>
                          <a:pt x="642672" y="198409"/>
                          <a:pt x="642995" y="195829"/>
                          <a:pt x="644607" y="194216"/>
                        </a:cubicBezTo>
                        <a:cubicBezTo>
                          <a:pt x="648477" y="190992"/>
                          <a:pt x="653314" y="186477"/>
                          <a:pt x="658151" y="181318"/>
                        </a:cubicBezTo>
                        <a:cubicBezTo>
                          <a:pt x="659763" y="179383"/>
                          <a:pt x="662020" y="177448"/>
                          <a:pt x="664277" y="175513"/>
                        </a:cubicBezTo>
                        <a:cubicBezTo>
                          <a:pt x="665890" y="174224"/>
                          <a:pt x="668469" y="174224"/>
                          <a:pt x="670082" y="176159"/>
                        </a:cubicBezTo>
                        <a:cubicBezTo>
                          <a:pt x="671371" y="177771"/>
                          <a:pt x="671371" y="180350"/>
                          <a:pt x="669437" y="181963"/>
                        </a:cubicBezTo>
                        <a:cubicBezTo>
                          <a:pt x="667180" y="183898"/>
                          <a:pt x="665567" y="185510"/>
                          <a:pt x="663955" y="187122"/>
                        </a:cubicBezTo>
                        <a:cubicBezTo>
                          <a:pt x="658795" y="192604"/>
                          <a:pt x="653636" y="197441"/>
                          <a:pt x="649766" y="200666"/>
                        </a:cubicBezTo>
                        <a:cubicBezTo>
                          <a:pt x="649122" y="200988"/>
                          <a:pt x="648154" y="201311"/>
                          <a:pt x="647187" y="201311"/>
                        </a:cubicBezTo>
                        <a:close/>
                        <a:moveTo>
                          <a:pt x="698781" y="161648"/>
                        </a:moveTo>
                        <a:cubicBezTo>
                          <a:pt x="697491" y="161648"/>
                          <a:pt x="695879" y="161003"/>
                          <a:pt x="695234" y="159390"/>
                        </a:cubicBezTo>
                        <a:cubicBezTo>
                          <a:pt x="694267" y="157455"/>
                          <a:pt x="694912" y="154876"/>
                          <a:pt x="696846" y="153908"/>
                        </a:cubicBezTo>
                        <a:cubicBezTo>
                          <a:pt x="704586" y="149716"/>
                          <a:pt x="712969" y="145524"/>
                          <a:pt x="721354" y="141655"/>
                        </a:cubicBezTo>
                        <a:cubicBezTo>
                          <a:pt x="723288" y="140687"/>
                          <a:pt x="725868" y="141655"/>
                          <a:pt x="726835" y="143589"/>
                        </a:cubicBezTo>
                        <a:cubicBezTo>
                          <a:pt x="727803" y="145524"/>
                          <a:pt x="726835" y="148104"/>
                          <a:pt x="724901" y="149071"/>
                        </a:cubicBezTo>
                        <a:cubicBezTo>
                          <a:pt x="716839" y="152941"/>
                          <a:pt x="708455" y="157133"/>
                          <a:pt x="700716" y="161325"/>
                        </a:cubicBezTo>
                        <a:cubicBezTo>
                          <a:pt x="700071" y="161648"/>
                          <a:pt x="699426" y="161648"/>
                          <a:pt x="698781" y="161648"/>
                        </a:cubicBezTo>
                        <a:close/>
                        <a:moveTo>
                          <a:pt x="758115" y="134238"/>
                        </a:moveTo>
                        <a:cubicBezTo>
                          <a:pt x="756825" y="134238"/>
                          <a:pt x="755535" y="133593"/>
                          <a:pt x="754890" y="132626"/>
                        </a:cubicBezTo>
                        <a:cubicBezTo>
                          <a:pt x="753600" y="130691"/>
                          <a:pt x="754245" y="128434"/>
                          <a:pt x="755857" y="127144"/>
                        </a:cubicBezTo>
                        <a:cubicBezTo>
                          <a:pt x="761984" y="122952"/>
                          <a:pt x="763274" y="118115"/>
                          <a:pt x="765531" y="110053"/>
                        </a:cubicBezTo>
                        <a:cubicBezTo>
                          <a:pt x="765854" y="108763"/>
                          <a:pt x="766176" y="107151"/>
                          <a:pt x="766821" y="105861"/>
                        </a:cubicBezTo>
                        <a:cubicBezTo>
                          <a:pt x="767466" y="103604"/>
                          <a:pt x="769723" y="102637"/>
                          <a:pt x="771981" y="103281"/>
                        </a:cubicBezTo>
                        <a:cubicBezTo>
                          <a:pt x="774238" y="103926"/>
                          <a:pt x="775205" y="106184"/>
                          <a:pt x="774560" y="108441"/>
                        </a:cubicBezTo>
                        <a:cubicBezTo>
                          <a:pt x="774238" y="109731"/>
                          <a:pt x="773593" y="111343"/>
                          <a:pt x="773270" y="112633"/>
                        </a:cubicBezTo>
                        <a:cubicBezTo>
                          <a:pt x="770691" y="121340"/>
                          <a:pt x="768756" y="128434"/>
                          <a:pt x="760372" y="133916"/>
                        </a:cubicBezTo>
                        <a:cubicBezTo>
                          <a:pt x="759727" y="134238"/>
                          <a:pt x="759082" y="134238"/>
                          <a:pt x="758115" y="134238"/>
                        </a:cubicBezTo>
                        <a:close/>
                        <a:moveTo>
                          <a:pt x="790039" y="78452"/>
                        </a:moveTo>
                        <a:cubicBezTo>
                          <a:pt x="789071" y="78452"/>
                          <a:pt x="788104" y="78129"/>
                          <a:pt x="787459" y="77484"/>
                        </a:cubicBezTo>
                        <a:cubicBezTo>
                          <a:pt x="785847" y="75872"/>
                          <a:pt x="785524" y="73615"/>
                          <a:pt x="787136" y="71680"/>
                        </a:cubicBezTo>
                        <a:cubicBezTo>
                          <a:pt x="791006" y="67165"/>
                          <a:pt x="795198" y="62973"/>
                          <a:pt x="799390" y="58459"/>
                        </a:cubicBezTo>
                        <a:cubicBezTo>
                          <a:pt x="801647" y="56202"/>
                          <a:pt x="803904" y="53944"/>
                          <a:pt x="805839" y="51687"/>
                        </a:cubicBezTo>
                        <a:cubicBezTo>
                          <a:pt x="807452" y="50075"/>
                          <a:pt x="810031" y="50075"/>
                          <a:pt x="811644" y="51365"/>
                        </a:cubicBezTo>
                        <a:cubicBezTo>
                          <a:pt x="813256" y="52977"/>
                          <a:pt x="813256" y="55557"/>
                          <a:pt x="811966" y="57169"/>
                        </a:cubicBezTo>
                        <a:cubicBezTo>
                          <a:pt x="809709" y="59426"/>
                          <a:pt x="807774" y="61683"/>
                          <a:pt x="805517" y="64263"/>
                        </a:cubicBezTo>
                        <a:cubicBezTo>
                          <a:pt x="801325" y="68455"/>
                          <a:pt x="797455" y="72970"/>
                          <a:pt x="793586" y="77162"/>
                        </a:cubicBezTo>
                        <a:cubicBezTo>
                          <a:pt x="792296" y="78129"/>
                          <a:pt x="791328" y="78452"/>
                          <a:pt x="790039" y="78452"/>
                        </a:cubicBezTo>
                        <a:close/>
                        <a:moveTo>
                          <a:pt x="832282" y="28792"/>
                        </a:moveTo>
                        <a:cubicBezTo>
                          <a:pt x="831314" y="28792"/>
                          <a:pt x="830347" y="28470"/>
                          <a:pt x="829702" y="27825"/>
                        </a:cubicBezTo>
                        <a:cubicBezTo>
                          <a:pt x="828089" y="26535"/>
                          <a:pt x="827767" y="23955"/>
                          <a:pt x="829057" y="22020"/>
                        </a:cubicBezTo>
                        <a:cubicBezTo>
                          <a:pt x="833249" y="17183"/>
                          <a:pt x="837763" y="11701"/>
                          <a:pt x="842600" y="6219"/>
                        </a:cubicBezTo>
                        <a:lnTo>
                          <a:pt x="847115" y="1383"/>
                        </a:lnTo>
                        <a:cubicBezTo>
                          <a:pt x="848727" y="-230"/>
                          <a:pt x="850984" y="-552"/>
                          <a:pt x="852919" y="1060"/>
                        </a:cubicBezTo>
                        <a:cubicBezTo>
                          <a:pt x="854531" y="2672"/>
                          <a:pt x="854854" y="4930"/>
                          <a:pt x="853242" y="6864"/>
                        </a:cubicBezTo>
                        <a:lnTo>
                          <a:pt x="848727" y="12024"/>
                        </a:lnTo>
                        <a:cubicBezTo>
                          <a:pt x="843890" y="17506"/>
                          <a:pt x="839376" y="22665"/>
                          <a:pt x="835184" y="27502"/>
                        </a:cubicBezTo>
                        <a:cubicBezTo>
                          <a:pt x="834539" y="28147"/>
                          <a:pt x="833571" y="28792"/>
                          <a:pt x="832282" y="28792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4" name="Freeform: Shape 283">
                    <a:extLst>
                      <a:ext uri="{FF2B5EF4-FFF2-40B4-BE49-F238E27FC236}">
                        <a16:creationId xmlns:a16="http://schemas.microsoft.com/office/drawing/2014/main" id="{554F9286-7A89-CD9B-AE94-650532DDBCA6}"/>
                      </a:ext>
                    </a:extLst>
                  </p:cNvPr>
                  <p:cNvSpPr/>
                  <p:nvPr/>
                </p:nvSpPr>
                <p:spPr>
                  <a:xfrm>
                    <a:off x="6778855" y="4162742"/>
                    <a:ext cx="32246" cy="32246"/>
                  </a:xfrm>
                  <a:custGeom>
                    <a:avLst/>
                    <a:gdLst>
                      <a:gd name="connsiteX0" fmla="*/ 15205 w 0"/>
                      <a:gd name="connsiteY0" fmla="*/ 21283 h 0"/>
                      <a:gd name="connsiteX1" fmla="*/ 13593 w 0"/>
                      <a:gd name="connsiteY1" fmla="*/ 20960 h 0"/>
                      <a:gd name="connsiteX2" fmla="*/ 11335 w 0"/>
                      <a:gd name="connsiteY2" fmla="*/ 15801 h 0"/>
                      <a:gd name="connsiteX3" fmla="*/ 11980 w 0"/>
                      <a:gd name="connsiteY3" fmla="*/ 12899 h 0"/>
                      <a:gd name="connsiteX4" fmla="*/ 12303 w 0"/>
                      <a:gd name="connsiteY4" fmla="*/ 8706 h 0"/>
                      <a:gd name="connsiteX5" fmla="*/ 4886 w 0"/>
                      <a:gd name="connsiteY5" fmla="*/ 9674 h 0"/>
                      <a:gd name="connsiteX6" fmla="*/ 49 w 0"/>
                      <a:gd name="connsiteY6" fmla="*/ 6449 h 0"/>
                      <a:gd name="connsiteX7" fmla="*/ 3274 w 0"/>
                      <a:gd name="connsiteY7" fmla="*/ 1612 h 0"/>
                      <a:gd name="connsiteX8" fmla="*/ 17462 w 0"/>
                      <a:gd name="connsiteY8" fmla="*/ 0 h 0"/>
                      <a:gd name="connsiteX9" fmla="*/ 23589 w 0"/>
                      <a:gd name="connsiteY9" fmla="*/ 0 h 0"/>
                      <a:gd name="connsiteX10" fmla="*/ 21009 w 0"/>
                      <a:gd name="connsiteY10" fmla="*/ 5804 h 0"/>
                      <a:gd name="connsiteX11" fmla="*/ 19719 w 0"/>
                      <a:gd name="connsiteY11" fmla="*/ 13221 h 0"/>
                      <a:gd name="connsiteX12" fmla="*/ 18430 w 0"/>
                      <a:gd name="connsiteY12" fmla="*/ 18703 h 0"/>
                      <a:gd name="connsiteX13" fmla="*/ 15205 w 0"/>
                      <a:gd name="connsiteY13" fmla="*/ 21283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>
                        <a:moveTo>
                          <a:pt x="15205" y="21283"/>
                        </a:moveTo>
                        <a:cubicBezTo>
                          <a:pt x="14560" y="21283"/>
                          <a:pt x="14238" y="21283"/>
                          <a:pt x="13593" y="20960"/>
                        </a:cubicBezTo>
                        <a:cubicBezTo>
                          <a:pt x="11658" y="19993"/>
                          <a:pt x="10690" y="17735"/>
                          <a:pt x="11335" y="15801"/>
                        </a:cubicBezTo>
                        <a:cubicBezTo>
                          <a:pt x="11980" y="14188"/>
                          <a:pt x="11980" y="13221"/>
                          <a:pt x="11980" y="12899"/>
                        </a:cubicBezTo>
                        <a:cubicBezTo>
                          <a:pt x="11980" y="11286"/>
                          <a:pt x="12303" y="9996"/>
                          <a:pt x="12303" y="8706"/>
                        </a:cubicBezTo>
                        <a:cubicBezTo>
                          <a:pt x="9723" y="9029"/>
                          <a:pt x="7466" y="9352"/>
                          <a:pt x="4886" y="9674"/>
                        </a:cubicBezTo>
                        <a:cubicBezTo>
                          <a:pt x="2629" y="10319"/>
                          <a:pt x="694" y="8706"/>
                          <a:pt x="49" y="6449"/>
                        </a:cubicBezTo>
                        <a:cubicBezTo>
                          <a:pt x="-273" y="4192"/>
                          <a:pt x="1016" y="2257"/>
                          <a:pt x="3274" y="1612"/>
                        </a:cubicBezTo>
                        <a:cubicBezTo>
                          <a:pt x="7788" y="645"/>
                          <a:pt x="12625" y="0"/>
                          <a:pt x="17462" y="0"/>
                        </a:cubicBezTo>
                        <a:lnTo>
                          <a:pt x="23589" y="0"/>
                        </a:lnTo>
                        <a:lnTo>
                          <a:pt x="21009" y="5804"/>
                        </a:lnTo>
                        <a:cubicBezTo>
                          <a:pt x="20364" y="7417"/>
                          <a:pt x="20042" y="9352"/>
                          <a:pt x="19719" y="13221"/>
                        </a:cubicBezTo>
                        <a:cubicBezTo>
                          <a:pt x="19719" y="14833"/>
                          <a:pt x="19074" y="16768"/>
                          <a:pt x="18430" y="18703"/>
                        </a:cubicBezTo>
                        <a:cubicBezTo>
                          <a:pt x="18430" y="20315"/>
                          <a:pt x="16817" y="21283"/>
                          <a:pt x="15205" y="21283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5" name="Freeform: Shape 284">
                    <a:extLst>
                      <a:ext uri="{FF2B5EF4-FFF2-40B4-BE49-F238E27FC236}">
                        <a16:creationId xmlns:a16="http://schemas.microsoft.com/office/drawing/2014/main" id="{AC5AA978-1E8E-142E-F057-CE7168B7785E}"/>
                      </a:ext>
                    </a:extLst>
                  </p:cNvPr>
                  <p:cNvSpPr/>
                  <p:nvPr/>
                </p:nvSpPr>
                <p:spPr>
                  <a:xfrm>
                    <a:off x="6147154" y="4182171"/>
                    <a:ext cx="580436" cy="257972"/>
                  </a:xfrm>
                  <a:custGeom>
                    <a:avLst/>
                    <a:gdLst>
                      <a:gd name="connsiteX0" fmla="*/ 12295 w 580436"/>
                      <a:gd name="connsiteY0" fmla="*/ 258214 h 257971"/>
                      <a:gd name="connsiteX1" fmla="*/ 3588 w 580436"/>
                      <a:gd name="connsiteY1" fmla="*/ 257891 h 257971"/>
                      <a:gd name="connsiteX2" fmla="*/ 41 w 580436"/>
                      <a:gd name="connsiteY2" fmla="*/ 253377 h 257971"/>
                      <a:gd name="connsiteX3" fmla="*/ 4556 w 580436"/>
                      <a:gd name="connsiteY3" fmla="*/ 249830 h 257971"/>
                      <a:gd name="connsiteX4" fmla="*/ 27451 w 580436"/>
                      <a:gd name="connsiteY4" fmla="*/ 248862 h 257971"/>
                      <a:gd name="connsiteX5" fmla="*/ 30030 w 580436"/>
                      <a:gd name="connsiteY5" fmla="*/ 248540 h 257971"/>
                      <a:gd name="connsiteX6" fmla="*/ 34545 w 580436"/>
                      <a:gd name="connsiteY6" fmla="*/ 252087 h 257971"/>
                      <a:gd name="connsiteX7" fmla="*/ 30998 w 580436"/>
                      <a:gd name="connsiteY7" fmla="*/ 256601 h 257971"/>
                      <a:gd name="connsiteX8" fmla="*/ 28418 w 580436"/>
                      <a:gd name="connsiteY8" fmla="*/ 256924 h 257971"/>
                      <a:gd name="connsiteX9" fmla="*/ 12295 w 580436"/>
                      <a:gd name="connsiteY9" fmla="*/ 258214 h 257971"/>
                      <a:gd name="connsiteX10" fmla="*/ 66791 w 580436"/>
                      <a:gd name="connsiteY10" fmla="*/ 250475 h 257971"/>
                      <a:gd name="connsiteX11" fmla="*/ 62922 w 580436"/>
                      <a:gd name="connsiteY11" fmla="*/ 247572 h 257971"/>
                      <a:gd name="connsiteX12" fmla="*/ 65824 w 580436"/>
                      <a:gd name="connsiteY12" fmla="*/ 242735 h 257971"/>
                      <a:gd name="connsiteX13" fmla="*/ 89364 w 580436"/>
                      <a:gd name="connsiteY13" fmla="*/ 233061 h 257971"/>
                      <a:gd name="connsiteX14" fmla="*/ 94846 w 580436"/>
                      <a:gd name="connsiteY14" fmla="*/ 234674 h 257971"/>
                      <a:gd name="connsiteX15" fmla="*/ 93233 w 580436"/>
                      <a:gd name="connsiteY15" fmla="*/ 240156 h 257971"/>
                      <a:gd name="connsiteX16" fmla="*/ 68081 w 580436"/>
                      <a:gd name="connsiteY16" fmla="*/ 250475 h 257971"/>
                      <a:gd name="connsiteX17" fmla="*/ 66791 w 580436"/>
                      <a:gd name="connsiteY17" fmla="*/ 250475 h 257971"/>
                      <a:gd name="connsiteX18" fmla="*/ 124190 w 580436"/>
                      <a:gd name="connsiteY18" fmla="*/ 226290 h 257971"/>
                      <a:gd name="connsiteX19" fmla="*/ 120320 w 580436"/>
                      <a:gd name="connsiteY19" fmla="*/ 222420 h 257971"/>
                      <a:gd name="connsiteX20" fmla="*/ 124190 w 580436"/>
                      <a:gd name="connsiteY20" fmla="*/ 218228 h 257971"/>
                      <a:gd name="connsiteX21" fmla="*/ 133541 w 580436"/>
                      <a:gd name="connsiteY21" fmla="*/ 217906 h 257971"/>
                      <a:gd name="connsiteX22" fmla="*/ 146118 w 580436"/>
                      <a:gd name="connsiteY22" fmla="*/ 212424 h 257971"/>
                      <a:gd name="connsiteX23" fmla="*/ 151922 w 580436"/>
                      <a:gd name="connsiteY23" fmla="*/ 212424 h 257971"/>
                      <a:gd name="connsiteX24" fmla="*/ 151922 w 580436"/>
                      <a:gd name="connsiteY24" fmla="*/ 218228 h 257971"/>
                      <a:gd name="connsiteX25" fmla="*/ 133864 w 580436"/>
                      <a:gd name="connsiteY25" fmla="*/ 225967 h 257971"/>
                      <a:gd name="connsiteX26" fmla="*/ 124190 w 580436"/>
                      <a:gd name="connsiteY26" fmla="*/ 226290 h 257971"/>
                      <a:gd name="connsiteX27" fmla="*/ 124190 w 580436"/>
                      <a:gd name="connsiteY27" fmla="*/ 226290 h 257971"/>
                      <a:gd name="connsiteX28" fmla="*/ 181589 w 580436"/>
                      <a:gd name="connsiteY28" fmla="*/ 210166 h 257971"/>
                      <a:gd name="connsiteX29" fmla="*/ 179331 w 580436"/>
                      <a:gd name="connsiteY29" fmla="*/ 210166 h 257971"/>
                      <a:gd name="connsiteX30" fmla="*/ 175462 w 580436"/>
                      <a:gd name="connsiteY30" fmla="*/ 205974 h 257971"/>
                      <a:gd name="connsiteX31" fmla="*/ 179654 w 580436"/>
                      <a:gd name="connsiteY31" fmla="*/ 202105 h 257971"/>
                      <a:gd name="connsiteX32" fmla="*/ 197712 w 580436"/>
                      <a:gd name="connsiteY32" fmla="*/ 193398 h 257971"/>
                      <a:gd name="connsiteX33" fmla="*/ 202871 w 580436"/>
                      <a:gd name="connsiteY33" fmla="*/ 191141 h 257971"/>
                      <a:gd name="connsiteX34" fmla="*/ 205128 w 580436"/>
                      <a:gd name="connsiteY34" fmla="*/ 196300 h 257971"/>
                      <a:gd name="connsiteX35" fmla="*/ 181589 w 580436"/>
                      <a:gd name="connsiteY35" fmla="*/ 210166 h 257971"/>
                      <a:gd name="connsiteX36" fmla="*/ 197712 w 580436"/>
                      <a:gd name="connsiteY36" fmla="*/ 162442 h 257971"/>
                      <a:gd name="connsiteX37" fmla="*/ 193842 w 580436"/>
                      <a:gd name="connsiteY37" fmla="*/ 159217 h 257971"/>
                      <a:gd name="connsiteX38" fmla="*/ 191585 w 580436"/>
                      <a:gd name="connsiteY38" fmla="*/ 140192 h 257971"/>
                      <a:gd name="connsiteX39" fmla="*/ 193842 w 580436"/>
                      <a:gd name="connsiteY39" fmla="*/ 130195 h 257971"/>
                      <a:gd name="connsiteX40" fmla="*/ 199647 w 580436"/>
                      <a:gd name="connsiteY40" fmla="*/ 129228 h 257971"/>
                      <a:gd name="connsiteX41" fmla="*/ 200614 w 580436"/>
                      <a:gd name="connsiteY41" fmla="*/ 134710 h 257971"/>
                      <a:gd name="connsiteX42" fmla="*/ 200292 w 580436"/>
                      <a:gd name="connsiteY42" fmla="*/ 135032 h 257971"/>
                      <a:gd name="connsiteX43" fmla="*/ 200292 w 580436"/>
                      <a:gd name="connsiteY43" fmla="*/ 135032 h 257971"/>
                      <a:gd name="connsiteX44" fmla="*/ 199647 w 580436"/>
                      <a:gd name="connsiteY44" fmla="*/ 139869 h 257971"/>
                      <a:gd name="connsiteX45" fmla="*/ 201582 w 580436"/>
                      <a:gd name="connsiteY45" fmla="*/ 157282 h 257971"/>
                      <a:gd name="connsiteX46" fmla="*/ 198357 w 580436"/>
                      <a:gd name="connsiteY46" fmla="*/ 161797 h 257971"/>
                      <a:gd name="connsiteX47" fmla="*/ 197712 w 580436"/>
                      <a:gd name="connsiteY47" fmla="*/ 162442 h 257971"/>
                      <a:gd name="connsiteX48" fmla="*/ 265107 w 580436"/>
                      <a:gd name="connsiteY48" fmla="*/ 157605 h 257971"/>
                      <a:gd name="connsiteX49" fmla="*/ 263172 w 580436"/>
                      <a:gd name="connsiteY49" fmla="*/ 154058 h 257971"/>
                      <a:gd name="connsiteX50" fmla="*/ 261882 w 580436"/>
                      <a:gd name="connsiteY50" fmla="*/ 150188 h 257971"/>
                      <a:gd name="connsiteX51" fmla="*/ 278973 w 580436"/>
                      <a:gd name="connsiteY51" fmla="*/ 145996 h 257971"/>
                      <a:gd name="connsiteX52" fmla="*/ 278973 w 580436"/>
                      <a:gd name="connsiteY52" fmla="*/ 145996 h 257971"/>
                      <a:gd name="connsiteX53" fmla="*/ 282843 w 580436"/>
                      <a:gd name="connsiteY53" fmla="*/ 142449 h 257971"/>
                      <a:gd name="connsiteX54" fmla="*/ 288324 w 580436"/>
                      <a:gd name="connsiteY54" fmla="*/ 140514 h 257971"/>
                      <a:gd name="connsiteX55" fmla="*/ 290259 w 580436"/>
                      <a:gd name="connsiteY55" fmla="*/ 145996 h 257971"/>
                      <a:gd name="connsiteX56" fmla="*/ 279295 w 580436"/>
                      <a:gd name="connsiteY56" fmla="*/ 154058 h 257971"/>
                      <a:gd name="connsiteX57" fmla="*/ 279295 w 580436"/>
                      <a:gd name="connsiteY57" fmla="*/ 154058 h 257971"/>
                      <a:gd name="connsiteX58" fmla="*/ 265107 w 580436"/>
                      <a:gd name="connsiteY58" fmla="*/ 157605 h 257971"/>
                      <a:gd name="connsiteX59" fmla="*/ 318636 w 580436"/>
                      <a:gd name="connsiteY59" fmla="*/ 145673 h 257971"/>
                      <a:gd name="connsiteX60" fmla="*/ 312509 w 580436"/>
                      <a:gd name="connsiteY60" fmla="*/ 144706 h 257971"/>
                      <a:gd name="connsiteX61" fmla="*/ 309929 w 580436"/>
                      <a:gd name="connsiteY61" fmla="*/ 139547 h 257971"/>
                      <a:gd name="connsiteX62" fmla="*/ 315089 w 580436"/>
                      <a:gd name="connsiteY62" fmla="*/ 136967 h 257971"/>
                      <a:gd name="connsiteX63" fmla="*/ 318636 w 580436"/>
                      <a:gd name="connsiteY63" fmla="*/ 137612 h 257971"/>
                      <a:gd name="connsiteX64" fmla="*/ 326375 w 580436"/>
                      <a:gd name="connsiteY64" fmla="*/ 128583 h 257971"/>
                      <a:gd name="connsiteX65" fmla="*/ 327020 w 580436"/>
                      <a:gd name="connsiteY65" fmla="*/ 125358 h 257971"/>
                      <a:gd name="connsiteX66" fmla="*/ 331857 w 580436"/>
                      <a:gd name="connsiteY66" fmla="*/ 122456 h 257971"/>
                      <a:gd name="connsiteX67" fmla="*/ 335082 w 580436"/>
                      <a:gd name="connsiteY67" fmla="*/ 127293 h 257971"/>
                      <a:gd name="connsiteX68" fmla="*/ 334437 w 580436"/>
                      <a:gd name="connsiteY68" fmla="*/ 130518 h 257971"/>
                      <a:gd name="connsiteX69" fmla="*/ 318636 w 580436"/>
                      <a:gd name="connsiteY69" fmla="*/ 145673 h 257971"/>
                      <a:gd name="connsiteX70" fmla="*/ 240600 w 580436"/>
                      <a:gd name="connsiteY70" fmla="*/ 143739 h 257971"/>
                      <a:gd name="connsiteX71" fmla="*/ 240600 w 580436"/>
                      <a:gd name="connsiteY71" fmla="*/ 143739 h 257971"/>
                      <a:gd name="connsiteX72" fmla="*/ 236408 w 580436"/>
                      <a:gd name="connsiteY72" fmla="*/ 139547 h 257971"/>
                      <a:gd name="connsiteX73" fmla="*/ 236408 w 580436"/>
                      <a:gd name="connsiteY73" fmla="*/ 136322 h 257971"/>
                      <a:gd name="connsiteX74" fmla="*/ 230926 w 580436"/>
                      <a:gd name="connsiteY74" fmla="*/ 124068 h 257971"/>
                      <a:gd name="connsiteX75" fmla="*/ 227379 w 580436"/>
                      <a:gd name="connsiteY75" fmla="*/ 122134 h 257971"/>
                      <a:gd name="connsiteX76" fmla="*/ 225121 w 580436"/>
                      <a:gd name="connsiteY76" fmla="*/ 116974 h 257971"/>
                      <a:gd name="connsiteX77" fmla="*/ 230281 w 580436"/>
                      <a:gd name="connsiteY77" fmla="*/ 114717 h 257971"/>
                      <a:gd name="connsiteX78" fmla="*/ 235763 w 580436"/>
                      <a:gd name="connsiteY78" fmla="*/ 117941 h 257971"/>
                      <a:gd name="connsiteX79" fmla="*/ 244469 w 580436"/>
                      <a:gd name="connsiteY79" fmla="*/ 136644 h 257971"/>
                      <a:gd name="connsiteX80" fmla="*/ 244469 w 580436"/>
                      <a:gd name="connsiteY80" fmla="*/ 140192 h 257971"/>
                      <a:gd name="connsiteX81" fmla="*/ 240600 w 580436"/>
                      <a:gd name="connsiteY81" fmla="*/ 143739 h 257971"/>
                      <a:gd name="connsiteX82" fmla="*/ 339596 w 580436"/>
                      <a:gd name="connsiteY82" fmla="*/ 94079 h 257971"/>
                      <a:gd name="connsiteX83" fmla="*/ 338307 w 580436"/>
                      <a:gd name="connsiteY83" fmla="*/ 93757 h 257971"/>
                      <a:gd name="connsiteX84" fmla="*/ 336049 w 580436"/>
                      <a:gd name="connsiteY84" fmla="*/ 88920 h 257971"/>
                      <a:gd name="connsiteX85" fmla="*/ 336372 w 580436"/>
                      <a:gd name="connsiteY85" fmla="*/ 88275 h 257971"/>
                      <a:gd name="connsiteX86" fmla="*/ 352495 w 580436"/>
                      <a:gd name="connsiteY86" fmla="*/ 66025 h 257971"/>
                      <a:gd name="connsiteX87" fmla="*/ 358299 w 580436"/>
                      <a:gd name="connsiteY87" fmla="*/ 66025 h 257971"/>
                      <a:gd name="connsiteX88" fmla="*/ 358299 w 580436"/>
                      <a:gd name="connsiteY88" fmla="*/ 71829 h 257971"/>
                      <a:gd name="connsiteX89" fmla="*/ 344111 w 580436"/>
                      <a:gd name="connsiteY89" fmla="*/ 91499 h 257971"/>
                      <a:gd name="connsiteX90" fmla="*/ 339596 w 580436"/>
                      <a:gd name="connsiteY90" fmla="*/ 94079 h 257971"/>
                      <a:gd name="connsiteX91" fmla="*/ 385709 w 580436"/>
                      <a:gd name="connsiteY91" fmla="*/ 72474 h 257971"/>
                      <a:gd name="connsiteX92" fmla="*/ 382807 w 580436"/>
                      <a:gd name="connsiteY92" fmla="*/ 71184 h 257971"/>
                      <a:gd name="connsiteX93" fmla="*/ 383129 w 580436"/>
                      <a:gd name="connsiteY93" fmla="*/ 65380 h 257971"/>
                      <a:gd name="connsiteX94" fmla="*/ 394093 w 580436"/>
                      <a:gd name="connsiteY94" fmla="*/ 49579 h 257971"/>
                      <a:gd name="connsiteX95" fmla="*/ 396673 w 580436"/>
                      <a:gd name="connsiteY95" fmla="*/ 44419 h 257971"/>
                      <a:gd name="connsiteX96" fmla="*/ 402154 w 580436"/>
                      <a:gd name="connsiteY96" fmla="*/ 42807 h 257971"/>
                      <a:gd name="connsiteX97" fmla="*/ 403767 w 580436"/>
                      <a:gd name="connsiteY97" fmla="*/ 48289 h 257971"/>
                      <a:gd name="connsiteX98" fmla="*/ 401187 w 580436"/>
                      <a:gd name="connsiteY98" fmla="*/ 53126 h 257971"/>
                      <a:gd name="connsiteX99" fmla="*/ 388611 w 580436"/>
                      <a:gd name="connsiteY99" fmla="*/ 71184 h 257971"/>
                      <a:gd name="connsiteX100" fmla="*/ 385709 w 580436"/>
                      <a:gd name="connsiteY100" fmla="*/ 72474 h 257971"/>
                      <a:gd name="connsiteX101" fmla="*/ 508245 w 580436"/>
                      <a:gd name="connsiteY101" fmla="*/ 71184 h 257971"/>
                      <a:gd name="connsiteX102" fmla="*/ 491477 w 580436"/>
                      <a:gd name="connsiteY102" fmla="*/ 65380 h 257971"/>
                      <a:gd name="connsiteX103" fmla="*/ 491477 w 580436"/>
                      <a:gd name="connsiteY103" fmla="*/ 59575 h 257971"/>
                      <a:gd name="connsiteX104" fmla="*/ 497282 w 580436"/>
                      <a:gd name="connsiteY104" fmla="*/ 59575 h 257971"/>
                      <a:gd name="connsiteX105" fmla="*/ 518887 w 580436"/>
                      <a:gd name="connsiteY105" fmla="*/ 61833 h 257971"/>
                      <a:gd name="connsiteX106" fmla="*/ 523724 w 580436"/>
                      <a:gd name="connsiteY106" fmla="*/ 65057 h 257971"/>
                      <a:gd name="connsiteX107" fmla="*/ 520499 w 580436"/>
                      <a:gd name="connsiteY107" fmla="*/ 69894 h 257971"/>
                      <a:gd name="connsiteX108" fmla="*/ 508245 w 580436"/>
                      <a:gd name="connsiteY108" fmla="*/ 71184 h 257971"/>
                      <a:gd name="connsiteX109" fmla="*/ 563709 w 580436"/>
                      <a:gd name="connsiteY109" fmla="*/ 67637 h 257971"/>
                      <a:gd name="connsiteX110" fmla="*/ 556615 w 580436"/>
                      <a:gd name="connsiteY110" fmla="*/ 67314 h 257971"/>
                      <a:gd name="connsiteX111" fmla="*/ 552746 w 580436"/>
                      <a:gd name="connsiteY111" fmla="*/ 62800 h 257971"/>
                      <a:gd name="connsiteX112" fmla="*/ 556938 w 580436"/>
                      <a:gd name="connsiteY112" fmla="*/ 59253 h 257971"/>
                      <a:gd name="connsiteX113" fmla="*/ 569514 w 580436"/>
                      <a:gd name="connsiteY113" fmla="*/ 59253 h 257971"/>
                      <a:gd name="connsiteX114" fmla="*/ 571771 w 580436"/>
                      <a:gd name="connsiteY114" fmla="*/ 55383 h 257971"/>
                      <a:gd name="connsiteX115" fmla="*/ 576930 w 580436"/>
                      <a:gd name="connsiteY115" fmla="*/ 56996 h 257971"/>
                      <a:gd name="connsiteX116" fmla="*/ 577575 w 580436"/>
                      <a:gd name="connsiteY116" fmla="*/ 56996 h 257971"/>
                      <a:gd name="connsiteX117" fmla="*/ 581445 w 580436"/>
                      <a:gd name="connsiteY117" fmla="*/ 61188 h 257971"/>
                      <a:gd name="connsiteX118" fmla="*/ 581445 w 580436"/>
                      <a:gd name="connsiteY118" fmla="*/ 64412 h 257971"/>
                      <a:gd name="connsiteX119" fmla="*/ 577898 w 580436"/>
                      <a:gd name="connsiteY119" fmla="*/ 65380 h 257971"/>
                      <a:gd name="connsiteX120" fmla="*/ 574028 w 580436"/>
                      <a:gd name="connsiteY120" fmla="*/ 66347 h 257971"/>
                      <a:gd name="connsiteX121" fmla="*/ 563709 w 580436"/>
                      <a:gd name="connsiteY121" fmla="*/ 67637 h 257971"/>
                      <a:gd name="connsiteX122" fmla="*/ 472129 w 580436"/>
                      <a:gd name="connsiteY122" fmla="*/ 39260 h 257971"/>
                      <a:gd name="connsiteX123" fmla="*/ 470194 w 580436"/>
                      <a:gd name="connsiteY123" fmla="*/ 38938 h 257971"/>
                      <a:gd name="connsiteX124" fmla="*/ 456006 w 580436"/>
                      <a:gd name="connsiteY124" fmla="*/ 27651 h 257971"/>
                      <a:gd name="connsiteX125" fmla="*/ 451492 w 580436"/>
                      <a:gd name="connsiteY125" fmla="*/ 21525 h 257971"/>
                      <a:gd name="connsiteX126" fmla="*/ 450202 w 580436"/>
                      <a:gd name="connsiteY126" fmla="*/ 19590 h 257971"/>
                      <a:gd name="connsiteX127" fmla="*/ 451169 w 580436"/>
                      <a:gd name="connsiteY127" fmla="*/ 13785 h 257971"/>
                      <a:gd name="connsiteX128" fmla="*/ 456974 w 580436"/>
                      <a:gd name="connsiteY128" fmla="*/ 14753 h 257971"/>
                      <a:gd name="connsiteX129" fmla="*/ 458263 w 580436"/>
                      <a:gd name="connsiteY129" fmla="*/ 16687 h 257971"/>
                      <a:gd name="connsiteX130" fmla="*/ 462778 w 580436"/>
                      <a:gd name="connsiteY130" fmla="*/ 22492 h 257971"/>
                      <a:gd name="connsiteX131" fmla="*/ 474387 w 580436"/>
                      <a:gd name="connsiteY131" fmla="*/ 31521 h 257971"/>
                      <a:gd name="connsiteX132" fmla="*/ 475999 w 580436"/>
                      <a:gd name="connsiteY132" fmla="*/ 37003 h 257971"/>
                      <a:gd name="connsiteX133" fmla="*/ 472129 w 580436"/>
                      <a:gd name="connsiteY133" fmla="*/ 39260 h 257971"/>
                      <a:gd name="connsiteX134" fmla="*/ 588861 w 580436"/>
                      <a:gd name="connsiteY134" fmla="*/ 29586 h 257971"/>
                      <a:gd name="connsiteX135" fmla="*/ 586927 w 580436"/>
                      <a:gd name="connsiteY135" fmla="*/ 28941 h 257971"/>
                      <a:gd name="connsiteX136" fmla="*/ 585314 w 580436"/>
                      <a:gd name="connsiteY136" fmla="*/ 23459 h 257971"/>
                      <a:gd name="connsiteX137" fmla="*/ 601438 w 580436"/>
                      <a:gd name="connsiteY137" fmla="*/ 1209 h 257971"/>
                      <a:gd name="connsiteX138" fmla="*/ 607242 w 580436"/>
                      <a:gd name="connsiteY138" fmla="*/ 1209 h 257971"/>
                      <a:gd name="connsiteX139" fmla="*/ 607242 w 580436"/>
                      <a:gd name="connsiteY139" fmla="*/ 7014 h 257971"/>
                      <a:gd name="connsiteX140" fmla="*/ 592409 w 580436"/>
                      <a:gd name="connsiteY140" fmla="*/ 27651 h 257971"/>
                      <a:gd name="connsiteX141" fmla="*/ 588861 w 580436"/>
                      <a:gd name="connsiteY141" fmla="*/ 29586 h 257971"/>
                      <a:gd name="connsiteX142" fmla="*/ 400220 w 580436"/>
                      <a:gd name="connsiteY142" fmla="*/ 22492 h 257971"/>
                      <a:gd name="connsiteX143" fmla="*/ 396350 w 580436"/>
                      <a:gd name="connsiteY143" fmla="*/ 18622 h 257971"/>
                      <a:gd name="connsiteX144" fmla="*/ 400220 w 580436"/>
                      <a:gd name="connsiteY144" fmla="*/ 14430 h 257971"/>
                      <a:gd name="connsiteX145" fmla="*/ 423437 w 580436"/>
                      <a:gd name="connsiteY145" fmla="*/ 7981 h 257971"/>
                      <a:gd name="connsiteX146" fmla="*/ 428919 w 580436"/>
                      <a:gd name="connsiteY146" fmla="*/ 9271 h 257971"/>
                      <a:gd name="connsiteX147" fmla="*/ 427629 w 580436"/>
                      <a:gd name="connsiteY147" fmla="*/ 14753 h 257971"/>
                      <a:gd name="connsiteX148" fmla="*/ 400220 w 580436"/>
                      <a:gd name="connsiteY148" fmla="*/ 22492 h 257971"/>
                      <a:gd name="connsiteX149" fmla="*/ 400220 w 580436"/>
                      <a:gd name="connsiteY149" fmla="*/ 22492 h 257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</a:cxnLst>
                    <a:rect l="l" t="t" r="r" b="b"/>
                    <a:pathLst>
                      <a:path w="580436" h="257971">
                        <a:moveTo>
                          <a:pt x="12295" y="258214"/>
                        </a:moveTo>
                        <a:cubicBezTo>
                          <a:pt x="9715" y="258214"/>
                          <a:pt x="6813" y="258214"/>
                          <a:pt x="3588" y="257891"/>
                        </a:cubicBezTo>
                        <a:cubicBezTo>
                          <a:pt x="1331" y="257569"/>
                          <a:pt x="-281" y="255634"/>
                          <a:pt x="41" y="253377"/>
                        </a:cubicBezTo>
                        <a:cubicBezTo>
                          <a:pt x="363" y="251120"/>
                          <a:pt x="2298" y="249507"/>
                          <a:pt x="4556" y="249830"/>
                        </a:cubicBezTo>
                        <a:cubicBezTo>
                          <a:pt x="13585" y="250797"/>
                          <a:pt x="18099" y="250152"/>
                          <a:pt x="27451" y="248862"/>
                        </a:cubicBezTo>
                        <a:lnTo>
                          <a:pt x="30030" y="248540"/>
                        </a:lnTo>
                        <a:cubicBezTo>
                          <a:pt x="32288" y="248217"/>
                          <a:pt x="34222" y="249830"/>
                          <a:pt x="34545" y="252087"/>
                        </a:cubicBezTo>
                        <a:cubicBezTo>
                          <a:pt x="34867" y="254344"/>
                          <a:pt x="33255" y="256279"/>
                          <a:pt x="30998" y="256601"/>
                        </a:cubicBezTo>
                        <a:lnTo>
                          <a:pt x="28418" y="256924"/>
                        </a:lnTo>
                        <a:cubicBezTo>
                          <a:pt x="21646" y="257569"/>
                          <a:pt x="17454" y="258214"/>
                          <a:pt x="12295" y="258214"/>
                        </a:cubicBezTo>
                        <a:close/>
                        <a:moveTo>
                          <a:pt x="66791" y="250475"/>
                        </a:moveTo>
                        <a:cubicBezTo>
                          <a:pt x="65179" y="250475"/>
                          <a:pt x="63566" y="249185"/>
                          <a:pt x="62922" y="247572"/>
                        </a:cubicBezTo>
                        <a:cubicBezTo>
                          <a:pt x="62277" y="245315"/>
                          <a:pt x="63566" y="243058"/>
                          <a:pt x="65824" y="242735"/>
                        </a:cubicBezTo>
                        <a:cubicBezTo>
                          <a:pt x="74530" y="240156"/>
                          <a:pt x="82269" y="236931"/>
                          <a:pt x="89364" y="233061"/>
                        </a:cubicBezTo>
                        <a:cubicBezTo>
                          <a:pt x="91298" y="232094"/>
                          <a:pt x="93878" y="232739"/>
                          <a:pt x="94846" y="234674"/>
                        </a:cubicBezTo>
                        <a:cubicBezTo>
                          <a:pt x="95813" y="236609"/>
                          <a:pt x="95168" y="239188"/>
                          <a:pt x="93233" y="240156"/>
                        </a:cubicBezTo>
                        <a:cubicBezTo>
                          <a:pt x="85817" y="244348"/>
                          <a:pt x="77110" y="247895"/>
                          <a:pt x="68081" y="250475"/>
                        </a:cubicBezTo>
                        <a:cubicBezTo>
                          <a:pt x="67436" y="250475"/>
                          <a:pt x="67114" y="250475"/>
                          <a:pt x="66791" y="250475"/>
                        </a:cubicBezTo>
                        <a:close/>
                        <a:moveTo>
                          <a:pt x="124190" y="226290"/>
                        </a:moveTo>
                        <a:cubicBezTo>
                          <a:pt x="121933" y="226290"/>
                          <a:pt x="120320" y="224677"/>
                          <a:pt x="120320" y="222420"/>
                        </a:cubicBezTo>
                        <a:cubicBezTo>
                          <a:pt x="120320" y="220163"/>
                          <a:pt x="121933" y="218228"/>
                          <a:pt x="124190" y="218228"/>
                        </a:cubicBezTo>
                        <a:lnTo>
                          <a:pt x="133541" y="217906"/>
                        </a:lnTo>
                        <a:cubicBezTo>
                          <a:pt x="138701" y="217906"/>
                          <a:pt x="142570" y="215971"/>
                          <a:pt x="146118" y="212424"/>
                        </a:cubicBezTo>
                        <a:cubicBezTo>
                          <a:pt x="147730" y="210811"/>
                          <a:pt x="150310" y="210811"/>
                          <a:pt x="151922" y="212424"/>
                        </a:cubicBezTo>
                        <a:cubicBezTo>
                          <a:pt x="153534" y="214036"/>
                          <a:pt x="153534" y="216616"/>
                          <a:pt x="151922" y="218228"/>
                        </a:cubicBezTo>
                        <a:cubicBezTo>
                          <a:pt x="146762" y="223388"/>
                          <a:pt x="140958" y="225967"/>
                          <a:pt x="133864" y="225967"/>
                        </a:cubicBezTo>
                        <a:lnTo>
                          <a:pt x="124190" y="226290"/>
                        </a:lnTo>
                        <a:cubicBezTo>
                          <a:pt x="124190" y="226290"/>
                          <a:pt x="124190" y="226290"/>
                          <a:pt x="124190" y="226290"/>
                        </a:cubicBezTo>
                        <a:close/>
                        <a:moveTo>
                          <a:pt x="181589" y="210166"/>
                        </a:moveTo>
                        <a:cubicBezTo>
                          <a:pt x="180944" y="210166"/>
                          <a:pt x="179976" y="210166"/>
                          <a:pt x="179331" y="210166"/>
                        </a:cubicBezTo>
                        <a:cubicBezTo>
                          <a:pt x="177074" y="210166"/>
                          <a:pt x="175462" y="208232"/>
                          <a:pt x="175462" y="205974"/>
                        </a:cubicBezTo>
                        <a:cubicBezTo>
                          <a:pt x="175462" y="203717"/>
                          <a:pt x="177397" y="202105"/>
                          <a:pt x="179654" y="202105"/>
                        </a:cubicBezTo>
                        <a:cubicBezTo>
                          <a:pt x="188038" y="202750"/>
                          <a:pt x="195455" y="198880"/>
                          <a:pt x="197712" y="193398"/>
                        </a:cubicBezTo>
                        <a:cubicBezTo>
                          <a:pt x="198679" y="191464"/>
                          <a:pt x="200936" y="190496"/>
                          <a:pt x="202871" y="191141"/>
                        </a:cubicBezTo>
                        <a:cubicBezTo>
                          <a:pt x="204806" y="192108"/>
                          <a:pt x="205773" y="194366"/>
                          <a:pt x="205128" y="196300"/>
                        </a:cubicBezTo>
                        <a:cubicBezTo>
                          <a:pt x="201904" y="204685"/>
                          <a:pt x="192552" y="210166"/>
                          <a:pt x="181589" y="210166"/>
                        </a:cubicBezTo>
                        <a:close/>
                        <a:moveTo>
                          <a:pt x="197712" y="162442"/>
                        </a:moveTo>
                        <a:cubicBezTo>
                          <a:pt x="195777" y="162442"/>
                          <a:pt x="194165" y="161152"/>
                          <a:pt x="193842" y="159217"/>
                        </a:cubicBezTo>
                        <a:cubicBezTo>
                          <a:pt x="192875" y="153413"/>
                          <a:pt x="191585" y="145996"/>
                          <a:pt x="191585" y="140192"/>
                        </a:cubicBezTo>
                        <a:cubicBezTo>
                          <a:pt x="191585" y="135677"/>
                          <a:pt x="192230" y="132453"/>
                          <a:pt x="193842" y="130195"/>
                        </a:cubicBezTo>
                        <a:cubicBezTo>
                          <a:pt x="195132" y="128260"/>
                          <a:pt x="197712" y="127938"/>
                          <a:pt x="199647" y="129228"/>
                        </a:cubicBezTo>
                        <a:cubicBezTo>
                          <a:pt x="201582" y="130518"/>
                          <a:pt x="201904" y="132775"/>
                          <a:pt x="200614" y="134710"/>
                        </a:cubicBezTo>
                        <a:cubicBezTo>
                          <a:pt x="200614" y="134710"/>
                          <a:pt x="200292" y="135032"/>
                          <a:pt x="200292" y="135032"/>
                        </a:cubicBezTo>
                        <a:lnTo>
                          <a:pt x="200292" y="135032"/>
                        </a:lnTo>
                        <a:cubicBezTo>
                          <a:pt x="200292" y="135032"/>
                          <a:pt x="199647" y="136000"/>
                          <a:pt x="199647" y="139869"/>
                        </a:cubicBezTo>
                        <a:cubicBezTo>
                          <a:pt x="199647" y="145029"/>
                          <a:pt x="200614" y="151800"/>
                          <a:pt x="201582" y="157282"/>
                        </a:cubicBezTo>
                        <a:cubicBezTo>
                          <a:pt x="201904" y="159539"/>
                          <a:pt x="200614" y="161474"/>
                          <a:pt x="198357" y="161797"/>
                        </a:cubicBezTo>
                        <a:cubicBezTo>
                          <a:pt x="198357" y="162442"/>
                          <a:pt x="198034" y="162442"/>
                          <a:pt x="197712" y="162442"/>
                        </a:cubicBezTo>
                        <a:close/>
                        <a:moveTo>
                          <a:pt x="265107" y="157605"/>
                        </a:moveTo>
                        <a:lnTo>
                          <a:pt x="263172" y="154058"/>
                        </a:lnTo>
                        <a:lnTo>
                          <a:pt x="261882" y="150188"/>
                        </a:lnTo>
                        <a:cubicBezTo>
                          <a:pt x="267687" y="147931"/>
                          <a:pt x="273169" y="145996"/>
                          <a:pt x="278973" y="145996"/>
                        </a:cubicBezTo>
                        <a:lnTo>
                          <a:pt x="278973" y="145996"/>
                        </a:lnTo>
                        <a:cubicBezTo>
                          <a:pt x="280263" y="145996"/>
                          <a:pt x="281230" y="145673"/>
                          <a:pt x="282843" y="142449"/>
                        </a:cubicBezTo>
                        <a:cubicBezTo>
                          <a:pt x="283810" y="140514"/>
                          <a:pt x="286067" y="139547"/>
                          <a:pt x="288324" y="140514"/>
                        </a:cubicBezTo>
                        <a:cubicBezTo>
                          <a:pt x="290259" y="141481"/>
                          <a:pt x="291227" y="143739"/>
                          <a:pt x="290259" y="145996"/>
                        </a:cubicBezTo>
                        <a:cubicBezTo>
                          <a:pt x="289292" y="147931"/>
                          <a:pt x="286390" y="154058"/>
                          <a:pt x="279295" y="154058"/>
                        </a:cubicBezTo>
                        <a:lnTo>
                          <a:pt x="279295" y="154058"/>
                        </a:lnTo>
                        <a:cubicBezTo>
                          <a:pt x="274781" y="154058"/>
                          <a:pt x="269944" y="155992"/>
                          <a:pt x="265107" y="157605"/>
                        </a:cubicBezTo>
                        <a:close/>
                        <a:moveTo>
                          <a:pt x="318636" y="145673"/>
                        </a:moveTo>
                        <a:cubicBezTo>
                          <a:pt x="316701" y="145673"/>
                          <a:pt x="314766" y="145351"/>
                          <a:pt x="312509" y="144706"/>
                        </a:cubicBezTo>
                        <a:cubicBezTo>
                          <a:pt x="310252" y="144061"/>
                          <a:pt x="309285" y="141804"/>
                          <a:pt x="309929" y="139547"/>
                        </a:cubicBezTo>
                        <a:cubicBezTo>
                          <a:pt x="310575" y="137290"/>
                          <a:pt x="312832" y="136322"/>
                          <a:pt x="315089" y="136967"/>
                        </a:cubicBezTo>
                        <a:cubicBezTo>
                          <a:pt x="316379" y="137290"/>
                          <a:pt x="317669" y="137612"/>
                          <a:pt x="318636" y="137612"/>
                        </a:cubicBezTo>
                        <a:cubicBezTo>
                          <a:pt x="319926" y="137612"/>
                          <a:pt x="323795" y="137612"/>
                          <a:pt x="326375" y="128583"/>
                        </a:cubicBezTo>
                        <a:cubicBezTo>
                          <a:pt x="326698" y="127615"/>
                          <a:pt x="326698" y="126648"/>
                          <a:pt x="327020" y="125358"/>
                        </a:cubicBezTo>
                        <a:cubicBezTo>
                          <a:pt x="327343" y="123101"/>
                          <a:pt x="329600" y="121811"/>
                          <a:pt x="331857" y="122456"/>
                        </a:cubicBezTo>
                        <a:cubicBezTo>
                          <a:pt x="334114" y="122778"/>
                          <a:pt x="335404" y="125036"/>
                          <a:pt x="335082" y="127293"/>
                        </a:cubicBezTo>
                        <a:cubicBezTo>
                          <a:pt x="334759" y="128583"/>
                          <a:pt x="334437" y="129550"/>
                          <a:pt x="334437" y="130518"/>
                        </a:cubicBezTo>
                        <a:cubicBezTo>
                          <a:pt x="330890" y="143094"/>
                          <a:pt x="324118" y="145673"/>
                          <a:pt x="318636" y="145673"/>
                        </a:cubicBezTo>
                        <a:close/>
                        <a:moveTo>
                          <a:pt x="240600" y="143739"/>
                        </a:moveTo>
                        <a:cubicBezTo>
                          <a:pt x="240600" y="143739"/>
                          <a:pt x="240277" y="143739"/>
                          <a:pt x="240600" y="143739"/>
                        </a:cubicBezTo>
                        <a:cubicBezTo>
                          <a:pt x="238020" y="143739"/>
                          <a:pt x="236408" y="141804"/>
                          <a:pt x="236408" y="139547"/>
                        </a:cubicBezTo>
                        <a:cubicBezTo>
                          <a:pt x="236408" y="138579"/>
                          <a:pt x="236408" y="137290"/>
                          <a:pt x="236408" y="136322"/>
                        </a:cubicBezTo>
                        <a:cubicBezTo>
                          <a:pt x="236408" y="132130"/>
                          <a:pt x="235763" y="127615"/>
                          <a:pt x="230926" y="124068"/>
                        </a:cubicBezTo>
                        <a:cubicBezTo>
                          <a:pt x="229958" y="123101"/>
                          <a:pt x="228668" y="122456"/>
                          <a:pt x="227379" y="122134"/>
                        </a:cubicBezTo>
                        <a:cubicBezTo>
                          <a:pt x="225444" y="121166"/>
                          <a:pt x="224154" y="118909"/>
                          <a:pt x="225121" y="116974"/>
                        </a:cubicBezTo>
                        <a:cubicBezTo>
                          <a:pt x="226089" y="115039"/>
                          <a:pt x="228346" y="113749"/>
                          <a:pt x="230281" y="114717"/>
                        </a:cubicBezTo>
                        <a:cubicBezTo>
                          <a:pt x="232216" y="115362"/>
                          <a:pt x="234150" y="116652"/>
                          <a:pt x="235763" y="117941"/>
                        </a:cubicBezTo>
                        <a:cubicBezTo>
                          <a:pt x="243502" y="123746"/>
                          <a:pt x="244469" y="131485"/>
                          <a:pt x="244469" y="136644"/>
                        </a:cubicBezTo>
                        <a:cubicBezTo>
                          <a:pt x="244469" y="137934"/>
                          <a:pt x="244469" y="139224"/>
                          <a:pt x="244469" y="140192"/>
                        </a:cubicBezTo>
                        <a:cubicBezTo>
                          <a:pt x="244469" y="142126"/>
                          <a:pt x="242534" y="143739"/>
                          <a:pt x="240600" y="143739"/>
                        </a:cubicBezTo>
                        <a:close/>
                        <a:moveTo>
                          <a:pt x="339596" y="94079"/>
                        </a:moveTo>
                        <a:cubicBezTo>
                          <a:pt x="339274" y="94079"/>
                          <a:pt x="338629" y="94079"/>
                          <a:pt x="338307" y="93757"/>
                        </a:cubicBezTo>
                        <a:cubicBezTo>
                          <a:pt x="336372" y="93112"/>
                          <a:pt x="335082" y="90855"/>
                          <a:pt x="336049" y="88920"/>
                        </a:cubicBezTo>
                        <a:cubicBezTo>
                          <a:pt x="336049" y="88920"/>
                          <a:pt x="336372" y="88275"/>
                          <a:pt x="336372" y="88275"/>
                        </a:cubicBezTo>
                        <a:cubicBezTo>
                          <a:pt x="338951" y="82148"/>
                          <a:pt x="345723" y="72474"/>
                          <a:pt x="352495" y="66025"/>
                        </a:cubicBezTo>
                        <a:cubicBezTo>
                          <a:pt x="354107" y="64412"/>
                          <a:pt x="356687" y="64412"/>
                          <a:pt x="358299" y="66025"/>
                        </a:cubicBezTo>
                        <a:cubicBezTo>
                          <a:pt x="359912" y="67637"/>
                          <a:pt x="359912" y="70217"/>
                          <a:pt x="358299" y="71829"/>
                        </a:cubicBezTo>
                        <a:cubicBezTo>
                          <a:pt x="351850" y="78278"/>
                          <a:pt x="346046" y="86985"/>
                          <a:pt x="344111" y="91499"/>
                        </a:cubicBezTo>
                        <a:cubicBezTo>
                          <a:pt x="342821" y="92789"/>
                          <a:pt x="341209" y="94079"/>
                          <a:pt x="339596" y="94079"/>
                        </a:cubicBezTo>
                        <a:close/>
                        <a:moveTo>
                          <a:pt x="385709" y="72474"/>
                        </a:moveTo>
                        <a:cubicBezTo>
                          <a:pt x="384741" y="72474"/>
                          <a:pt x="383452" y="72151"/>
                          <a:pt x="382807" y="71184"/>
                        </a:cubicBezTo>
                        <a:cubicBezTo>
                          <a:pt x="381194" y="69572"/>
                          <a:pt x="381517" y="66992"/>
                          <a:pt x="383129" y="65380"/>
                        </a:cubicBezTo>
                        <a:cubicBezTo>
                          <a:pt x="387966" y="60865"/>
                          <a:pt x="390223" y="56673"/>
                          <a:pt x="394093" y="49579"/>
                        </a:cubicBezTo>
                        <a:cubicBezTo>
                          <a:pt x="395060" y="47967"/>
                          <a:pt x="395705" y="46354"/>
                          <a:pt x="396673" y="44419"/>
                        </a:cubicBezTo>
                        <a:cubicBezTo>
                          <a:pt x="397640" y="42485"/>
                          <a:pt x="400220" y="41840"/>
                          <a:pt x="402154" y="42807"/>
                        </a:cubicBezTo>
                        <a:cubicBezTo>
                          <a:pt x="404089" y="43775"/>
                          <a:pt x="404734" y="46354"/>
                          <a:pt x="403767" y="48289"/>
                        </a:cubicBezTo>
                        <a:cubicBezTo>
                          <a:pt x="402799" y="49902"/>
                          <a:pt x="401832" y="51836"/>
                          <a:pt x="401187" y="53126"/>
                        </a:cubicBezTo>
                        <a:cubicBezTo>
                          <a:pt x="397318" y="60543"/>
                          <a:pt x="394415" y="65702"/>
                          <a:pt x="388611" y="71184"/>
                        </a:cubicBezTo>
                        <a:cubicBezTo>
                          <a:pt x="387644" y="72151"/>
                          <a:pt x="386676" y="72474"/>
                          <a:pt x="385709" y="72474"/>
                        </a:cubicBezTo>
                        <a:close/>
                        <a:moveTo>
                          <a:pt x="508245" y="71184"/>
                        </a:moveTo>
                        <a:cubicBezTo>
                          <a:pt x="500829" y="71184"/>
                          <a:pt x="495347" y="69249"/>
                          <a:pt x="491477" y="65380"/>
                        </a:cubicBezTo>
                        <a:cubicBezTo>
                          <a:pt x="489865" y="63767"/>
                          <a:pt x="489865" y="61188"/>
                          <a:pt x="491477" y="59575"/>
                        </a:cubicBezTo>
                        <a:cubicBezTo>
                          <a:pt x="493089" y="57963"/>
                          <a:pt x="495669" y="57963"/>
                          <a:pt x="497282" y="59575"/>
                        </a:cubicBezTo>
                        <a:cubicBezTo>
                          <a:pt x="500829" y="63123"/>
                          <a:pt x="507923" y="63767"/>
                          <a:pt x="518887" y="61833"/>
                        </a:cubicBezTo>
                        <a:cubicBezTo>
                          <a:pt x="521144" y="61510"/>
                          <a:pt x="523079" y="62800"/>
                          <a:pt x="523724" y="65057"/>
                        </a:cubicBezTo>
                        <a:cubicBezTo>
                          <a:pt x="524046" y="67314"/>
                          <a:pt x="522756" y="69249"/>
                          <a:pt x="520499" y="69894"/>
                        </a:cubicBezTo>
                        <a:cubicBezTo>
                          <a:pt x="515985" y="70862"/>
                          <a:pt x="511792" y="71184"/>
                          <a:pt x="508245" y="71184"/>
                        </a:cubicBezTo>
                        <a:close/>
                        <a:moveTo>
                          <a:pt x="563709" y="67637"/>
                        </a:moveTo>
                        <a:cubicBezTo>
                          <a:pt x="561452" y="67637"/>
                          <a:pt x="559195" y="67314"/>
                          <a:pt x="556615" y="67314"/>
                        </a:cubicBezTo>
                        <a:cubicBezTo>
                          <a:pt x="554358" y="66992"/>
                          <a:pt x="552423" y="65057"/>
                          <a:pt x="552746" y="62800"/>
                        </a:cubicBezTo>
                        <a:cubicBezTo>
                          <a:pt x="553068" y="60543"/>
                          <a:pt x="554680" y="58931"/>
                          <a:pt x="556938" y="59253"/>
                        </a:cubicBezTo>
                        <a:cubicBezTo>
                          <a:pt x="562419" y="59575"/>
                          <a:pt x="565644" y="59898"/>
                          <a:pt x="569514" y="59253"/>
                        </a:cubicBezTo>
                        <a:cubicBezTo>
                          <a:pt x="569514" y="57641"/>
                          <a:pt x="570158" y="56028"/>
                          <a:pt x="571771" y="55383"/>
                        </a:cubicBezTo>
                        <a:cubicBezTo>
                          <a:pt x="573706" y="54416"/>
                          <a:pt x="575963" y="55383"/>
                          <a:pt x="576930" y="56996"/>
                        </a:cubicBezTo>
                        <a:cubicBezTo>
                          <a:pt x="577253" y="56996"/>
                          <a:pt x="577575" y="56996"/>
                          <a:pt x="577575" y="56996"/>
                        </a:cubicBezTo>
                        <a:cubicBezTo>
                          <a:pt x="579510" y="57318"/>
                          <a:pt x="581445" y="58931"/>
                          <a:pt x="581445" y="61188"/>
                        </a:cubicBezTo>
                        <a:lnTo>
                          <a:pt x="581445" y="64412"/>
                        </a:lnTo>
                        <a:lnTo>
                          <a:pt x="577898" y="65380"/>
                        </a:lnTo>
                        <a:cubicBezTo>
                          <a:pt x="577253" y="65702"/>
                          <a:pt x="575963" y="65702"/>
                          <a:pt x="574028" y="66347"/>
                        </a:cubicBezTo>
                        <a:cubicBezTo>
                          <a:pt x="570481" y="66992"/>
                          <a:pt x="567256" y="67637"/>
                          <a:pt x="563709" y="67637"/>
                        </a:cubicBezTo>
                        <a:close/>
                        <a:moveTo>
                          <a:pt x="472129" y="39260"/>
                        </a:moveTo>
                        <a:cubicBezTo>
                          <a:pt x="471484" y="39260"/>
                          <a:pt x="470840" y="39260"/>
                          <a:pt x="470194" y="38938"/>
                        </a:cubicBezTo>
                        <a:cubicBezTo>
                          <a:pt x="465680" y="36680"/>
                          <a:pt x="460198" y="33456"/>
                          <a:pt x="456006" y="27651"/>
                        </a:cubicBezTo>
                        <a:cubicBezTo>
                          <a:pt x="454394" y="25717"/>
                          <a:pt x="453104" y="23459"/>
                          <a:pt x="451492" y="21525"/>
                        </a:cubicBezTo>
                        <a:lnTo>
                          <a:pt x="450202" y="19590"/>
                        </a:lnTo>
                        <a:cubicBezTo>
                          <a:pt x="448912" y="17655"/>
                          <a:pt x="449234" y="15398"/>
                          <a:pt x="451169" y="13785"/>
                        </a:cubicBezTo>
                        <a:cubicBezTo>
                          <a:pt x="453104" y="12496"/>
                          <a:pt x="455361" y="12818"/>
                          <a:pt x="456974" y="14753"/>
                        </a:cubicBezTo>
                        <a:lnTo>
                          <a:pt x="458263" y="16687"/>
                        </a:lnTo>
                        <a:cubicBezTo>
                          <a:pt x="459876" y="18622"/>
                          <a:pt x="461165" y="20557"/>
                          <a:pt x="462778" y="22492"/>
                        </a:cubicBezTo>
                        <a:cubicBezTo>
                          <a:pt x="466325" y="27006"/>
                          <a:pt x="470194" y="29264"/>
                          <a:pt x="474387" y="31521"/>
                        </a:cubicBezTo>
                        <a:cubicBezTo>
                          <a:pt x="476321" y="32488"/>
                          <a:pt x="476966" y="35068"/>
                          <a:pt x="475999" y="37003"/>
                        </a:cubicBezTo>
                        <a:cubicBezTo>
                          <a:pt x="475031" y="38615"/>
                          <a:pt x="473419" y="39260"/>
                          <a:pt x="472129" y="39260"/>
                        </a:cubicBezTo>
                        <a:close/>
                        <a:moveTo>
                          <a:pt x="588861" y="29586"/>
                        </a:moveTo>
                        <a:cubicBezTo>
                          <a:pt x="588217" y="29586"/>
                          <a:pt x="587572" y="29264"/>
                          <a:pt x="586927" y="28941"/>
                        </a:cubicBezTo>
                        <a:cubicBezTo>
                          <a:pt x="584992" y="27974"/>
                          <a:pt x="584347" y="25394"/>
                          <a:pt x="585314" y="23459"/>
                        </a:cubicBezTo>
                        <a:cubicBezTo>
                          <a:pt x="588539" y="17655"/>
                          <a:pt x="594021" y="8948"/>
                          <a:pt x="601438" y="1209"/>
                        </a:cubicBezTo>
                        <a:cubicBezTo>
                          <a:pt x="603050" y="-403"/>
                          <a:pt x="605630" y="-403"/>
                          <a:pt x="607242" y="1209"/>
                        </a:cubicBezTo>
                        <a:cubicBezTo>
                          <a:pt x="608854" y="2821"/>
                          <a:pt x="608854" y="5401"/>
                          <a:pt x="607242" y="7014"/>
                        </a:cubicBezTo>
                        <a:cubicBezTo>
                          <a:pt x="600470" y="14108"/>
                          <a:pt x="595633" y="22170"/>
                          <a:pt x="592409" y="27651"/>
                        </a:cubicBezTo>
                        <a:cubicBezTo>
                          <a:pt x="591764" y="28941"/>
                          <a:pt x="590151" y="29586"/>
                          <a:pt x="588861" y="29586"/>
                        </a:cubicBezTo>
                        <a:close/>
                        <a:moveTo>
                          <a:pt x="400220" y="22492"/>
                        </a:moveTo>
                        <a:cubicBezTo>
                          <a:pt x="397962" y="22492"/>
                          <a:pt x="396350" y="20880"/>
                          <a:pt x="396350" y="18622"/>
                        </a:cubicBezTo>
                        <a:cubicBezTo>
                          <a:pt x="396350" y="16365"/>
                          <a:pt x="397962" y="14430"/>
                          <a:pt x="400220" y="14430"/>
                        </a:cubicBezTo>
                        <a:cubicBezTo>
                          <a:pt x="409894" y="13785"/>
                          <a:pt x="417633" y="11851"/>
                          <a:pt x="423437" y="7981"/>
                        </a:cubicBezTo>
                        <a:cubicBezTo>
                          <a:pt x="425372" y="6691"/>
                          <a:pt x="427952" y="7336"/>
                          <a:pt x="428919" y="9271"/>
                        </a:cubicBezTo>
                        <a:cubicBezTo>
                          <a:pt x="430209" y="11206"/>
                          <a:pt x="429564" y="13785"/>
                          <a:pt x="427629" y="14753"/>
                        </a:cubicBezTo>
                        <a:cubicBezTo>
                          <a:pt x="420535" y="19267"/>
                          <a:pt x="411506" y="21847"/>
                          <a:pt x="400220" y="22492"/>
                        </a:cubicBezTo>
                        <a:cubicBezTo>
                          <a:pt x="400220" y="22492"/>
                          <a:pt x="400220" y="22492"/>
                          <a:pt x="400220" y="22492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74" name="Freeform: Shape 273">
                  <a:extLst>
                    <a:ext uri="{FF2B5EF4-FFF2-40B4-BE49-F238E27FC236}">
                      <a16:creationId xmlns:a16="http://schemas.microsoft.com/office/drawing/2014/main" id="{A583FFF2-790C-0D45-AF27-99DC087928FC}"/>
                    </a:ext>
                  </a:extLst>
                </p:cNvPr>
                <p:cNvSpPr/>
                <p:nvPr/>
              </p:nvSpPr>
              <p:spPr>
                <a:xfrm>
                  <a:off x="5569984" y="5427772"/>
                  <a:ext cx="32246" cy="32246"/>
                </a:xfrm>
                <a:custGeom>
                  <a:avLst/>
                  <a:gdLst>
                    <a:gd name="connsiteX0" fmla="*/ 7739 w 0"/>
                    <a:gd name="connsiteY0" fmla="*/ 3869 h 0"/>
                    <a:gd name="connsiteX1" fmla="*/ 0 w 0"/>
                    <a:gd name="connsiteY1" fmla="*/ 1935 h 0"/>
                    <a:gd name="connsiteX2" fmla="*/ 0 w 0"/>
                    <a:gd name="connsiteY2" fmla="*/ 1935 h 0"/>
                    <a:gd name="connsiteX3" fmla="*/ 323 w 0"/>
                    <a:gd name="connsiteY3" fmla="*/ 0 h 0"/>
                    <a:gd name="connsiteX4" fmla="*/ 8384 w 0"/>
                    <a:gd name="connsiteY4" fmla="*/ 193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>
                      <a:moveTo>
                        <a:pt x="7739" y="3869"/>
                      </a:moveTo>
                      <a:lnTo>
                        <a:pt x="0" y="1935"/>
                      </a:lnTo>
                      <a:lnTo>
                        <a:pt x="0" y="1935"/>
                      </a:lnTo>
                      <a:lnTo>
                        <a:pt x="323" y="0"/>
                      </a:lnTo>
                      <a:lnTo>
                        <a:pt x="8384" y="1935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75" name="Freeform: Shape 274">
                  <a:extLst>
                    <a:ext uri="{FF2B5EF4-FFF2-40B4-BE49-F238E27FC236}">
                      <a16:creationId xmlns:a16="http://schemas.microsoft.com/office/drawing/2014/main" id="{1BFE1060-1EC2-864A-C571-176512A0C8F9}"/>
                    </a:ext>
                  </a:extLst>
                </p:cNvPr>
                <p:cNvSpPr/>
                <p:nvPr/>
              </p:nvSpPr>
              <p:spPr>
                <a:xfrm>
                  <a:off x="5466472" y="5555791"/>
                  <a:ext cx="32246" cy="32246"/>
                </a:xfrm>
                <a:custGeom>
                  <a:avLst/>
                  <a:gdLst>
                    <a:gd name="connsiteX0" fmla="*/ 7739 w 0"/>
                    <a:gd name="connsiteY0" fmla="*/ 7739 h 0"/>
                    <a:gd name="connsiteX1" fmla="*/ 0 w 0"/>
                    <a:gd name="connsiteY1" fmla="*/ 6126 h 0"/>
                    <a:gd name="connsiteX2" fmla="*/ 645 w 0"/>
                    <a:gd name="connsiteY2" fmla="*/ 322 h 0"/>
                    <a:gd name="connsiteX3" fmla="*/ 8707 w 0"/>
                    <a:gd name="connsiteY3" fmla="*/ 0 h 0"/>
                    <a:gd name="connsiteX4" fmla="*/ 7739 w 0"/>
                    <a:gd name="connsiteY4" fmla="*/ 7739 h 0"/>
                    <a:gd name="connsiteX5" fmla="*/ 7739 w 0"/>
                    <a:gd name="connsiteY5" fmla="*/ 7739 h 0"/>
                    <a:gd name="connsiteX6" fmla="*/ 7739 w 0"/>
                    <a:gd name="connsiteY6" fmla="*/ 773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>
                      <a:moveTo>
                        <a:pt x="7739" y="7739"/>
                      </a:moveTo>
                      <a:lnTo>
                        <a:pt x="0" y="6126"/>
                      </a:lnTo>
                      <a:cubicBezTo>
                        <a:pt x="323" y="4192"/>
                        <a:pt x="645" y="2257"/>
                        <a:pt x="645" y="322"/>
                      </a:cubicBezTo>
                      <a:lnTo>
                        <a:pt x="8707" y="0"/>
                      </a:lnTo>
                      <a:cubicBezTo>
                        <a:pt x="8384" y="2579"/>
                        <a:pt x="8062" y="5159"/>
                        <a:pt x="7739" y="7739"/>
                      </a:cubicBezTo>
                      <a:lnTo>
                        <a:pt x="7739" y="7739"/>
                      </a:lnTo>
                      <a:lnTo>
                        <a:pt x="7739" y="7739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2328EA8-A222-CB35-316F-0CD006CEF6E7}"/>
                  </a:ext>
                </a:extLst>
              </p:cNvPr>
              <p:cNvSpPr/>
              <p:nvPr/>
            </p:nvSpPr>
            <p:spPr>
              <a:xfrm>
                <a:off x="4724481" y="4811025"/>
                <a:ext cx="96739" cy="161232"/>
              </a:xfrm>
              <a:custGeom>
                <a:avLst/>
                <a:gdLst>
                  <a:gd name="connsiteX0" fmla="*/ 100931 w 96739"/>
                  <a:gd name="connsiteY0" fmla="*/ 62752 h 161232"/>
                  <a:gd name="connsiteX1" fmla="*/ 101576 w 96739"/>
                  <a:gd name="connsiteY1" fmla="*/ 35343 h 161232"/>
                  <a:gd name="connsiteX2" fmla="*/ 74167 w 96739"/>
                  <a:gd name="connsiteY2" fmla="*/ 29860 h 161232"/>
                  <a:gd name="connsiteX3" fmla="*/ 64170 w 96739"/>
                  <a:gd name="connsiteY3" fmla="*/ 28893 h 161232"/>
                  <a:gd name="connsiteX4" fmla="*/ 64170 w 96739"/>
                  <a:gd name="connsiteY4" fmla="*/ 28893 h 161232"/>
                  <a:gd name="connsiteX5" fmla="*/ 46112 w 96739"/>
                  <a:gd name="connsiteY5" fmla="*/ 25669 h 161232"/>
                  <a:gd name="connsiteX6" fmla="*/ 31279 w 96739"/>
                  <a:gd name="connsiteY6" fmla="*/ 6966 h 161232"/>
                  <a:gd name="connsiteX7" fmla="*/ 13866 w 96739"/>
                  <a:gd name="connsiteY7" fmla="*/ 194 h 161232"/>
                  <a:gd name="connsiteX8" fmla="*/ 1612 w 96739"/>
                  <a:gd name="connsiteY8" fmla="*/ 4708 h 161232"/>
                  <a:gd name="connsiteX9" fmla="*/ 0 w 96739"/>
                  <a:gd name="connsiteY9" fmla="*/ 1161 h 161232"/>
                  <a:gd name="connsiteX10" fmla="*/ 2580 w 96739"/>
                  <a:gd name="connsiteY10" fmla="*/ 6643 h 161232"/>
                  <a:gd name="connsiteX11" fmla="*/ 3225 w 96739"/>
                  <a:gd name="connsiteY11" fmla="*/ 25991 h 161232"/>
                  <a:gd name="connsiteX12" fmla="*/ 17413 w 96739"/>
                  <a:gd name="connsiteY12" fmla="*/ 59527 h 161232"/>
                  <a:gd name="connsiteX13" fmla="*/ 30957 w 96739"/>
                  <a:gd name="connsiteY13" fmla="*/ 89194 h 161232"/>
                  <a:gd name="connsiteX14" fmla="*/ 35794 w 96739"/>
                  <a:gd name="connsiteY14" fmla="*/ 135629 h 161232"/>
                  <a:gd name="connsiteX15" fmla="*/ 51917 w 96739"/>
                  <a:gd name="connsiteY15" fmla="*/ 155944 h 161232"/>
                  <a:gd name="connsiteX16" fmla="*/ 78036 w 96739"/>
                  <a:gd name="connsiteY16" fmla="*/ 173358 h 161232"/>
                  <a:gd name="connsiteX17" fmla="*/ 83841 w 96739"/>
                  <a:gd name="connsiteY17" fmla="*/ 180452 h 161232"/>
                  <a:gd name="connsiteX18" fmla="*/ 84163 w 96739"/>
                  <a:gd name="connsiteY18" fmla="*/ 174647 h 161232"/>
                  <a:gd name="connsiteX19" fmla="*/ 100286 w 96739"/>
                  <a:gd name="connsiteY19" fmla="*/ 161749 h 161232"/>
                  <a:gd name="connsiteX20" fmla="*/ 100931 w 96739"/>
                  <a:gd name="connsiteY20" fmla="*/ 138208 h 161232"/>
                  <a:gd name="connsiteX21" fmla="*/ 103511 w 96739"/>
                  <a:gd name="connsiteY21" fmla="*/ 103383 h 161232"/>
                  <a:gd name="connsiteX22" fmla="*/ 112218 w 96739"/>
                  <a:gd name="connsiteY22" fmla="*/ 92741 h 161232"/>
                  <a:gd name="connsiteX23" fmla="*/ 100931 w 96739"/>
                  <a:gd name="connsiteY23" fmla="*/ 62752 h 161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6739" h="161232">
                    <a:moveTo>
                      <a:pt x="100931" y="62752"/>
                    </a:moveTo>
                    <a:cubicBezTo>
                      <a:pt x="96739" y="45339"/>
                      <a:pt x="105123" y="49853"/>
                      <a:pt x="101576" y="35343"/>
                    </a:cubicBezTo>
                    <a:cubicBezTo>
                      <a:pt x="98352" y="20509"/>
                      <a:pt x="88678" y="29860"/>
                      <a:pt x="74167" y="29860"/>
                    </a:cubicBezTo>
                    <a:cubicBezTo>
                      <a:pt x="68362" y="29860"/>
                      <a:pt x="65783" y="29538"/>
                      <a:pt x="64170" y="28893"/>
                    </a:cubicBezTo>
                    <a:cubicBezTo>
                      <a:pt x="64170" y="28893"/>
                      <a:pt x="64170" y="28893"/>
                      <a:pt x="64170" y="28893"/>
                    </a:cubicBezTo>
                    <a:cubicBezTo>
                      <a:pt x="59333" y="34375"/>
                      <a:pt x="48692" y="30828"/>
                      <a:pt x="46112" y="25669"/>
                    </a:cubicBezTo>
                    <a:cubicBezTo>
                      <a:pt x="43533" y="20187"/>
                      <a:pt x="33859" y="9545"/>
                      <a:pt x="31279" y="6966"/>
                    </a:cubicBezTo>
                    <a:cubicBezTo>
                      <a:pt x="28699" y="4386"/>
                      <a:pt x="21928" y="-1096"/>
                      <a:pt x="13866" y="194"/>
                    </a:cubicBezTo>
                    <a:cubicBezTo>
                      <a:pt x="9674" y="839"/>
                      <a:pt x="5482" y="3096"/>
                      <a:pt x="1612" y="4708"/>
                    </a:cubicBezTo>
                    <a:cubicBezTo>
                      <a:pt x="1290" y="3741"/>
                      <a:pt x="645" y="2451"/>
                      <a:pt x="0" y="1161"/>
                    </a:cubicBezTo>
                    <a:cubicBezTo>
                      <a:pt x="967" y="3418"/>
                      <a:pt x="1612" y="5353"/>
                      <a:pt x="2580" y="6643"/>
                    </a:cubicBezTo>
                    <a:cubicBezTo>
                      <a:pt x="4514" y="10835"/>
                      <a:pt x="3225" y="17929"/>
                      <a:pt x="3225" y="25991"/>
                    </a:cubicBezTo>
                    <a:cubicBezTo>
                      <a:pt x="3225" y="34052"/>
                      <a:pt x="11286" y="51466"/>
                      <a:pt x="17413" y="59527"/>
                    </a:cubicBezTo>
                    <a:cubicBezTo>
                      <a:pt x="23540" y="67589"/>
                      <a:pt x="25475" y="75651"/>
                      <a:pt x="30957" y="89194"/>
                    </a:cubicBezTo>
                    <a:cubicBezTo>
                      <a:pt x="36438" y="102738"/>
                      <a:pt x="35794" y="129502"/>
                      <a:pt x="35794" y="135629"/>
                    </a:cubicBezTo>
                    <a:cubicBezTo>
                      <a:pt x="35794" y="141756"/>
                      <a:pt x="48047" y="148528"/>
                      <a:pt x="51917" y="155944"/>
                    </a:cubicBezTo>
                    <a:cubicBezTo>
                      <a:pt x="55786" y="163361"/>
                      <a:pt x="76102" y="171422"/>
                      <a:pt x="78036" y="173358"/>
                    </a:cubicBezTo>
                    <a:cubicBezTo>
                      <a:pt x="79004" y="174325"/>
                      <a:pt x="81584" y="177227"/>
                      <a:pt x="83841" y="180452"/>
                    </a:cubicBezTo>
                    <a:cubicBezTo>
                      <a:pt x="84163" y="177549"/>
                      <a:pt x="83518" y="175292"/>
                      <a:pt x="84163" y="174647"/>
                    </a:cubicBezTo>
                    <a:cubicBezTo>
                      <a:pt x="86098" y="172712"/>
                      <a:pt x="100286" y="169810"/>
                      <a:pt x="100286" y="161749"/>
                    </a:cubicBezTo>
                    <a:cubicBezTo>
                      <a:pt x="100286" y="153687"/>
                      <a:pt x="98352" y="146915"/>
                      <a:pt x="100931" y="138208"/>
                    </a:cubicBezTo>
                    <a:cubicBezTo>
                      <a:pt x="103511" y="129502"/>
                      <a:pt x="97707" y="109832"/>
                      <a:pt x="103511" y="103383"/>
                    </a:cubicBezTo>
                    <a:cubicBezTo>
                      <a:pt x="109316" y="96933"/>
                      <a:pt x="103511" y="103383"/>
                      <a:pt x="112218" y="92741"/>
                    </a:cubicBezTo>
                    <a:cubicBezTo>
                      <a:pt x="120602" y="82422"/>
                      <a:pt x="105123" y="80165"/>
                      <a:pt x="100931" y="6275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2D769C88-FF68-8B41-05E7-8D3277DDD527}"/>
                  </a:ext>
                </a:extLst>
              </p:cNvPr>
              <p:cNvSpPr/>
              <p:nvPr/>
            </p:nvSpPr>
            <p:spPr>
              <a:xfrm>
                <a:off x="5408106" y="1990941"/>
                <a:ext cx="1289859" cy="1257613"/>
              </a:xfrm>
              <a:custGeom>
                <a:avLst/>
                <a:gdLst>
                  <a:gd name="connsiteX0" fmla="*/ 1282120 w 1289858"/>
                  <a:gd name="connsiteY0" fmla="*/ 860014 h 1257612"/>
                  <a:gd name="connsiteX1" fmla="*/ 1242456 w 1289858"/>
                  <a:gd name="connsiteY1" fmla="*/ 839698 h 1257612"/>
                  <a:gd name="connsiteX2" fmla="*/ 1217627 w 1289858"/>
                  <a:gd name="connsiteY2" fmla="*/ 822286 h 1257612"/>
                  <a:gd name="connsiteX3" fmla="*/ 1221819 w 1289858"/>
                  <a:gd name="connsiteY3" fmla="*/ 797456 h 1257612"/>
                  <a:gd name="connsiteX4" fmla="*/ 1243424 w 1289858"/>
                  <a:gd name="connsiteY4" fmla="*/ 789394 h 1257612"/>
                  <a:gd name="connsiteX5" fmla="*/ 1213112 w 1289858"/>
                  <a:gd name="connsiteY5" fmla="*/ 763274 h 1257612"/>
                  <a:gd name="connsiteX6" fmla="*/ 1203761 w 1289858"/>
                  <a:gd name="connsiteY6" fmla="*/ 745216 h 1257612"/>
                  <a:gd name="connsiteX7" fmla="*/ 1222464 w 1289858"/>
                  <a:gd name="connsiteY7" fmla="*/ 732318 h 1257612"/>
                  <a:gd name="connsiteX8" fmla="*/ 1237297 w 1289858"/>
                  <a:gd name="connsiteY8" fmla="*/ 721031 h 1257612"/>
                  <a:gd name="connsiteX9" fmla="*/ 1258902 w 1289858"/>
                  <a:gd name="connsiteY9" fmla="*/ 706198 h 1257612"/>
                  <a:gd name="connsiteX10" fmla="*/ 1240844 w 1289858"/>
                  <a:gd name="connsiteY10" fmla="*/ 690720 h 1257612"/>
                  <a:gd name="connsiteX11" fmla="*/ 1219239 w 1289858"/>
                  <a:gd name="connsiteY11" fmla="*/ 669760 h 1257612"/>
                  <a:gd name="connsiteX12" fmla="*/ 1197634 w 1289858"/>
                  <a:gd name="connsiteY12" fmla="*/ 631386 h 1257612"/>
                  <a:gd name="connsiteX13" fmla="*/ 1183445 w 1289858"/>
                  <a:gd name="connsiteY13" fmla="*/ 606556 h 1257612"/>
                  <a:gd name="connsiteX14" fmla="*/ 1173771 w 1289858"/>
                  <a:gd name="connsiteY14" fmla="*/ 582049 h 1257612"/>
                  <a:gd name="connsiteX15" fmla="*/ 1150232 w 1289858"/>
                  <a:gd name="connsiteY15" fmla="*/ 564314 h 1257612"/>
                  <a:gd name="connsiteX16" fmla="*/ 1099927 w 1289858"/>
                  <a:gd name="connsiteY16" fmla="*/ 561089 h 1257612"/>
                  <a:gd name="connsiteX17" fmla="*/ 1094445 w 1289858"/>
                  <a:gd name="connsiteY17" fmla="*/ 590111 h 1257612"/>
                  <a:gd name="connsiteX18" fmla="*/ 1072195 w 1289858"/>
                  <a:gd name="connsiteY18" fmla="*/ 571408 h 1257612"/>
                  <a:gd name="connsiteX19" fmla="*/ 1047365 w 1289858"/>
                  <a:gd name="connsiteY19" fmla="*/ 565926 h 1257612"/>
                  <a:gd name="connsiteX20" fmla="*/ 1017054 w 1289858"/>
                  <a:gd name="connsiteY20" fmla="*/ 565281 h 1257612"/>
                  <a:gd name="connsiteX21" fmla="*/ 944499 w 1289858"/>
                  <a:gd name="connsiteY21" fmla="*/ 531100 h 1257612"/>
                  <a:gd name="connsiteX22" fmla="*/ 894839 w 1289858"/>
                  <a:gd name="connsiteY22" fmla="*/ 506270 h 1257612"/>
                  <a:gd name="connsiteX23" fmla="*/ 849049 w 1289858"/>
                  <a:gd name="connsiteY23" fmla="*/ 491437 h 1257612"/>
                  <a:gd name="connsiteX24" fmla="*/ 794553 w 1289858"/>
                  <a:gd name="connsiteY24" fmla="*/ 468541 h 1257612"/>
                  <a:gd name="connsiteX25" fmla="*/ 746828 w 1289858"/>
                  <a:gd name="connsiteY25" fmla="*/ 428233 h 1257612"/>
                  <a:gd name="connsiteX26" fmla="*/ 674274 w 1289858"/>
                  <a:gd name="connsiteY26" fmla="*/ 377284 h 1257612"/>
                  <a:gd name="connsiteX27" fmla="*/ 578824 w 1289858"/>
                  <a:gd name="connsiteY27" fmla="*/ 338266 h 1257612"/>
                  <a:gd name="connsiteX28" fmla="*/ 527875 w 1289858"/>
                  <a:gd name="connsiteY28" fmla="*/ 300215 h 1257612"/>
                  <a:gd name="connsiteX29" fmla="*/ 527875 w 1289858"/>
                  <a:gd name="connsiteY29" fmla="*/ 300215 h 1257612"/>
                  <a:gd name="connsiteX30" fmla="*/ 509494 w 1289858"/>
                  <a:gd name="connsiteY30" fmla="*/ 323110 h 1257612"/>
                  <a:gd name="connsiteX31" fmla="*/ 490791 w 1289858"/>
                  <a:gd name="connsiteY31" fmla="*/ 303439 h 1257612"/>
                  <a:gd name="connsiteX32" fmla="*/ 447903 w 1289858"/>
                  <a:gd name="connsiteY32" fmla="*/ 303439 h 1257612"/>
                  <a:gd name="connsiteX33" fmla="*/ 410175 w 1289858"/>
                  <a:gd name="connsiteY33" fmla="*/ 288284 h 1257612"/>
                  <a:gd name="connsiteX34" fmla="*/ 366642 w 1289858"/>
                  <a:gd name="connsiteY34" fmla="*/ 261841 h 1257612"/>
                  <a:gd name="connsiteX35" fmla="*/ 330204 w 1289858"/>
                  <a:gd name="connsiteY35" fmla="*/ 243139 h 1257612"/>
                  <a:gd name="connsiteX36" fmla="*/ 293765 w 1289858"/>
                  <a:gd name="connsiteY36" fmla="*/ 219599 h 1257612"/>
                  <a:gd name="connsiteX37" fmla="*/ 303762 w 1289858"/>
                  <a:gd name="connsiteY37" fmla="*/ 207345 h 1257612"/>
                  <a:gd name="connsiteX38" fmla="*/ 321175 w 1289858"/>
                  <a:gd name="connsiteY38" fmla="*/ 191222 h 1257612"/>
                  <a:gd name="connsiteX39" fmla="*/ 291508 w 1289858"/>
                  <a:gd name="connsiteY39" fmla="*/ 175743 h 1257612"/>
                  <a:gd name="connsiteX40" fmla="*/ 256682 w 1289858"/>
                  <a:gd name="connsiteY40" fmla="*/ 157685 h 1257612"/>
                  <a:gd name="connsiteX41" fmla="*/ 239914 w 1289858"/>
                  <a:gd name="connsiteY41" fmla="*/ 138337 h 1257612"/>
                  <a:gd name="connsiteX42" fmla="*/ 219598 w 1289858"/>
                  <a:gd name="connsiteY42" fmla="*/ 145109 h 1257612"/>
                  <a:gd name="connsiteX43" fmla="*/ 197993 w 1289858"/>
                  <a:gd name="connsiteY43" fmla="*/ 158653 h 1257612"/>
                  <a:gd name="connsiteX44" fmla="*/ 174453 w 1289858"/>
                  <a:gd name="connsiteY44" fmla="*/ 168004 h 1257612"/>
                  <a:gd name="connsiteX45" fmla="*/ 150913 w 1289858"/>
                  <a:gd name="connsiteY45" fmla="*/ 151236 h 1257612"/>
                  <a:gd name="connsiteX46" fmla="*/ 129308 w 1289858"/>
                  <a:gd name="connsiteY46" fmla="*/ 116410 h 1257612"/>
                  <a:gd name="connsiteX47" fmla="*/ 137370 w 1289858"/>
                  <a:gd name="connsiteY47" fmla="*/ 92870 h 1257612"/>
                  <a:gd name="connsiteX48" fmla="*/ 152848 w 1289858"/>
                  <a:gd name="connsiteY48" fmla="*/ 64493 h 1257612"/>
                  <a:gd name="connsiteX49" fmla="*/ 153493 w 1289858"/>
                  <a:gd name="connsiteY49" fmla="*/ 41598 h 1257612"/>
                  <a:gd name="connsiteX50" fmla="*/ 130598 w 1289858"/>
                  <a:gd name="connsiteY50" fmla="*/ 19993 h 1257612"/>
                  <a:gd name="connsiteX51" fmla="*/ 107703 w 1289858"/>
                  <a:gd name="connsiteY51" fmla="*/ 6449 h 1257612"/>
                  <a:gd name="connsiteX52" fmla="*/ 101899 w 1289858"/>
                  <a:gd name="connsiteY52" fmla="*/ 0 h 1257612"/>
                  <a:gd name="connsiteX53" fmla="*/ 100286 w 1289858"/>
                  <a:gd name="connsiteY53" fmla="*/ 12254 h 1257612"/>
                  <a:gd name="connsiteX54" fmla="*/ 69007 w 1289858"/>
                  <a:gd name="connsiteY54" fmla="*/ 43533 h 1257612"/>
                  <a:gd name="connsiteX55" fmla="*/ 51917 w 1289858"/>
                  <a:gd name="connsiteY55" fmla="*/ 65138 h 1257612"/>
                  <a:gd name="connsiteX56" fmla="*/ 31279 w 1289858"/>
                  <a:gd name="connsiteY56" fmla="*/ 82229 h 1257612"/>
                  <a:gd name="connsiteX57" fmla="*/ 10641 w 1289858"/>
                  <a:gd name="connsiteY57" fmla="*/ 133178 h 1257612"/>
                  <a:gd name="connsiteX58" fmla="*/ 0 w 1289858"/>
                  <a:gd name="connsiteY58" fmla="*/ 164457 h 1257612"/>
                  <a:gd name="connsiteX59" fmla="*/ 15156 w 1289858"/>
                  <a:gd name="connsiteY59" fmla="*/ 217341 h 1257612"/>
                  <a:gd name="connsiteX60" fmla="*/ 10641 w 1289858"/>
                  <a:gd name="connsiteY60" fmla="*/ 247653 h 1257612"/>
                  <a:gd name="connsiteX61" fmla="*/ 29344 w 1289858"/>
                  <a:gd name="connsiteY61" fmla="*/ 277320 h 1257612"/>
                  <a:gd name="connsiteX62" fmla="*/ 25475 w 1289858"/>
                  <a:gd name="connsiteY62" fmla="*/ 282479 h 1257612"/>
                  <a:gd name="connsiteX63" fmla="*/ 37728 w 1289858"/>
                  <a:gd name="connsiteY63" fmla="*/ 291186 h 1257612"/>
                  <a:gd name="connsiteX64" fmla="*/ 52562 w 1289858"/>
                  <a:gd name="connsiteY64" fmla="*/ 320853 h 1257612"/>
                  <a:gd name="connsiteX65" fmla="*/ 44178 w 1289858"/>
                  <a:gd name="connsiteY65" fmla="*/ 349874 h 1257612"/>
                  <a:gd name="connsiteX66" fmla="*/ 48370 w 1289858"/>
                  <a:gd name="connsiteY66" fmla="*/ 367932 h 1257612"/>
                  <a:gd name="connsiteX67" fmla="*/ 70620 w 1289858"/>
                  <a:gd name="connsiteY67" fmla="*/ 377929 h 1257612"/>
                  <a:gd name="connsiteX68" fmla="*/ 76747 w 1289858"/>
                  <a:gd name="connsiteY68" fmla="*/ 415657 h 1257612"/>
                  <a:gd name="connsiteX69" fmla="*/ 75779 w 1289858"/>
                  <a:gd name="connsiteY69" fmla="*/ 448871 h 1257612"/>
                  <a:gd name="connsiteX70" fmla="*/ 57076 w 1289858"/>
                  <a:gd name="connsiteY70" fmla="*/ 491114 h 1257612"/>
                  <a:gd name="connsiteX71" fmla="*/ 38696 w 1289858"/>
                  <a:gd name="connsiteY71" fmla="*/ 500465 h 1257612"/>
                  <a:gd name="connsiteX72" fmla="*/ 42888 w 1289858"/>
                  <a:gd name="connsiteY72" fmla="*/ 515299 h 1257612"/>
                  <a:gd name="connsiteX73" fmla="*/ 45468 w 1289858"/>
                  <a:gd name="connsiteY73" fmla="*/ 553027 h 1257612"/>
                  <a:gd name="connsiteX74" fmla="*/ 67718 w 1289858"/>
                  <a:gd name="connsiteY74" fmla="*/ 588498 h 1257612"/>
                  <a:gd name="connsiteX75" fmla="*/ 92547 w 1289858"/>
                  <a:gd name="connsiteY75" fmla="*/ 610748 h 1257612"/>
                  <a:gd name="connsiteX76" fmla="*/ 93192 w 1289858"/>
                  <a:gd name="connsiteY76" fmla="*/ 631709 h 1257612"/>
                  <a:gd name="connsiteX77" fmla="*/ 80939 w 1289858"/>
                  <a:gd name="connsiteY77" fmla="*/ 651057 h 1257612"/>
                  <a:gd name="connsiteX78" fmla="*/ 98997 w 1289858"/>
                  <a:gd name="connsiteY78" fmla="*/ 659118 h 1257612"/>
                  <a:gd name="connsiteX79" fmla="*/ 82873 w 1289858"/>
                  <a:gd name="connsiteY79" fmla="*/ 678466 h 1257612"/>
                  <a:gd name="connsiteX80" fmla="*/ 84808 w 1289858"/>
                  <a:gd name="connsiteY80" fmla="*/ 694589 h 1257612"/>
                  <a:gd name="connsiteX81" fmla="*/ 117055 w 1289858"/>
                  <a:gd name="connsiteY81" fmla="*/ 680401 h 1257612"/>
                  <a:gd name="connsiteX82" fmla="*/ 148011 w 1289858"/>
                  <a:gd name="connsiteY82" fmla="*/ 691687 h 1257612"/>
                  <a:gd name="connsiteX83" fmla="*/ 173486 w 1289858"/>
                  <a:gd name="connsiteY83" fmla="*/ 680401 h 1257612"/>
                  <a:gd name="connsiteX84" fmla="*/ 195091 w 1289858"/>
                  <a:gd name="connsiteY84" fmla="*/ 675564 h 1257612"/>
                  <a:gd name="connsiteX85" fmla="*/ 211214 w 1289858"/>
                  <a:gd name="connsiteY85" fmla="*/ 691042 h 1257612"/>
                  <a:gd name="connsiteX86" fmla="*/ 243461 w 1289858"/>
                  <a:gd name="connsiteY86" fmla="*/ 698459 h 1257612"/>
                  <a:gd name="connsiteX87" fmla="*/ 275707 w 1289858"/>
                  <a:gd name="connsiteY87" fmla="*/ 702651 h 1257612"/>
                  <a:gd name="connsiteX88" fmla="*/ 329559 w 1289858"/>
                  <a:gd name="connsiteY88" fmla="*/ 732963 h 1257612"/>
                  <a:gd name="connsiteX89" fmla="*/ 345682 w 1289858"/>
                  <a:gd name="connsiteY89" fmla="*/ 772626 h 1257612"/>
                  <a:gd name="connsiteX90" fmla="*/ 345682 w 1289858"/>
                  <a:gd name="connsiteY90" fmla="*/ 812934 h 1257612"/>
                  <a:gd name="connsiteX91" fmla="*/ 331494 w 1289858"/>
                  <a:gd name="connsiteY91" fmla="*/ 841956 h 1257612"/>
                  <a:gd name="connsiteX92" fmla="*/ 316660 w 1289858"/>
                  <a:gd name="connsiteY92" fmla="*/ 880974 h 1257612"/>
                  <a:gd name="connsiteX93" fmla="*/ 303762 w 1289858"/>
                  <a:gd name="connsiteY93" fmla="*/ 907094 h 1257612"/>
                  <a:gd name="connsiteX94" fmla="*/ 291508 w 1289858"/>
                  <a:gd name="connsiteY94" fmla="*/ 925152 h 1257612"/>
                  <a:gd name="connsiteX95" fmla="*/ 277965 w 1289858"/>
                  <a:gd name="connsiteY95" fmla="*/ 937405 h 1257612"/>
                  <a:gd name="connsiteX96" fmla="*/ 239591 w 1289858"/>
                  <a:gd name="connsiteY96" fmla="*/ 944177 h 1257612"/>
                  <a:gd name="connsiteX97" fmla="*/ 218631 w 1289858"/>
                  <a:gd name="connsiteY97" fmla="*/ 959655 h 1257612"/>
                  <a:gd name="connsiteX98" fmla="*/ 210569 w 1289858"/>
                  <a:gd name="connsiteY98" fmla="*/ 989967 h 1257612"/>
                  <a:gd name="connsiteX99" fmla="*/ 222823 w 1289858"/>
                  <a:gd name="connsiteY99" fmla="*/ 1013507 h 1257612"/>
                  <a:gd name="connsiteX100" fmla="*/ 209280 w 1289858"/>
                  <a:gd name="connsiteY100" fmla="*/ 1042529 h 1257612"/>
                  <a:gd name="connsiteX101" fmla="*/ 194769 w 1289858"/>
                  <a:gd name="connsiteY101" fmla="*/ 1095091 h 1257612"/>
                  <a:gd name="connsiteX102" fmla="*/ 197348 w 1289858"/>
                  <a:gd name="connsiteY102" fmla="*/ 1134431 h 1257612"/>
                  <a:gd name="connsiteX103" fmla="*/ 203475 w 1289858"/>
                  <a:gd name="connsiteY103" fmla="*/ 1159584 h 1257612"/>
                  <a:gd name="connsiteX104" fmla="*/ 208957 w 1289858"/>
                  <a:gd name="connsiteY104" fmla="*/ 1183769 h 1257612"/>
                  <a:gd name="connsiteX105" fmla="*/ 242171 w 1289858"/>
                  <a:gd name="connsiteY105" fmla="*/ 1175707 h 1257612"/>
                  <a:gd name="connsiteX106" fmla="*/ 266356 w 1289858"/>
                  <a:gd name="connsiteY106" fmla="*/ 1189895 h 1257612"/>
                  <a:gd name="connsiteX107" fmla="*/ 280544 w 1289858"/>
                  <a:gd name="connsiteY107" fmla="*/ 1200537 h 1257612"/>
                  <a:gd name="connsiteX108" fmla="*/ 309244 w 1289858"/>
                  <a:gd name="connsiteY108" fmla="*/ 1198602 h 1257612"/>
                  <a:gd name="connsiteX109" fmla="*/ 330849 w 1289858"/>
                  <a:gd name="connsiteY109" fmla="*/ 1176352 h 1257612"/>
                  <a:gd name="connsiteX110" fmla="*/ 320207 w 1289858"/>
                  <a:gd name="connsiteY110" fmla="*/ 1144105 h 1257612"/>
                  <a:gd name="connsiteX111" fmla="*/ 309566 w 1289858"/>
                  <a:gd name="connsiteY111" fmla="*/ 1127015 h 1257612"/>
                  <a:gd name="connsiteX112" fmla="*/ 294410 w 1289858"/>
                  <a:gd name="connsiteY112" fmla="*/ 1108957 h 1257612"/>
                  <a:gd name="connsiteX113" fmla="*/ 283769 w 1289858"/>
                  <a:gd name="connsiteY113" fmla="*/ 1085739 h 1257612"/>
                  <a:gd name="connsiteX114" fmla="*/ 277642 w 1289858"/>
                  <a:gd name="connsiteY114" fmla="*/ 1064134 h 1257612"/>
                  <a:gd name="connsiteX115" fmla="*/ 268613 w 1289858"/>
                  <a:gd name="connsiteY115" fmla="*/ 1041884 h 1257612"/>
                  <a:gd name="connsiteX116" fmla="*/ 263131 w 1289858"/>
                  <a:gd name="connsiteY116" fmla="*/ 1018667 h 1257612"/>
                  <a:gd name="connsiteX117" fmla="*/ 259584 w 1289858"/>
                  <a:gd name="connsiteY117" fmla="*/ 988355 h 1257612"/>
                  <a:gd name="connsiteX118" fmla="*/ 265711 w 1289858"/>
                  <a:gd name="connsiteY118" fmla="*/ 969652 h 1257612"/>
                  <a:gd name="connsiteX119" fmla="*/ 283769 w 1289858"/>
                  <a:gd name="connsiteY119" fmla="*/ 970619 h 1257612"/>
                  <a:gd name="connsiteX120" fmla="*/ 310533 w 1289858"/>
                  <a:gd name="connsiteY120" fmla="*/ 953529 h 1257612"/>
                  <a:gd name="connsiteX121" fmla="*/ 313113 w 1289858"/>
                  <a:gd name="connsiteY121" fmla="*/ 978681 h 1257612"/>
                  <a:gd name="connsiteX122" fmla="*/ 314081 w 1289858"/>
                  <a:gd name="connsiteY122" fmla="*/ 994804 h 1257612"/>
                  <a:gd name="connsiteX123" fmla="*/ 331171 w 1289858"/>
                  <a:gd name="connsiteY123" fmla="*/ 1008992 h 1257612"/>
                  <a:gd name="connsiteX124" fmla="*/ 349874 w 1289858"/>
                  <a:gd name="connsiteY124" fmla="*/ 1020601 h 1257612"/>
                  <a:gd name="connsiteX125" fmla="*/ 364063 w 1289858"/>
                  <a:gd name="connsiteY125" fmla="*/ 1030598 h 1257612"/>
                  <a:gd name="connsiteX126" fmla="*/ 380186 w 1289858"/>
                  <a:gd name="connsiteY126" fmla="*/ 1011895 h 1257612"/>
                  <a:gd name="connsiteX127" fmla="*/ 406305 w 1289858"/>
                  <a:gd name="connsiteY127" fmla="*/ 1015442 h 1257612"/>
                  <a:gd name="connsiteX128" fmla="*/ 416302 w 1289858"/>
                  <a:gd name="connsiteY128" fmla="*/ 1042207 h 1257612"/>
                  <a:gd name="connsiteX129" fmla="*/ 450483 w 1289858"/>
                  <a:gd name="connsiteY129" fmla="*/ 1028663 h 1257612"/>
                  <a:gd name="connsiteX130" fmla="*/ 478215 w 1289858"/>
                  <a:gd name="connsiteY130" fmla="*/ 1028663 h 1257612"/>
                  <a:gd name="connsiteX131" fmla="*/ 512396 w 1289858"/>
                  <a:gd name="connsiteY131" fmla="*/ 998351 h 1257612"/>
                  <a:gd name="connsiteX132" fmla="*/ 555284 w 1289858"/>
                  <a:gd name="connsiteY132" fmla="*/ 994804 h 1257612"/>
                  <a:gd name="connsiteX133" fmla="*/ 588498 w 1289858"/>
                  <a:gd name="connsiteY133" fmla="*/ 1014475 h 1257612"/>
                  <a:gd name="connsiteX134" fmla="*/ 579469 w 1289858"/>
                  <a:gd name="connsiteY134" fmla="*/ 1032533 h 1257612"/>
                  <a:gd name="connsiteX135" fmla="*/ 558831 w 1289858"/>
                  <a:gd name="connsiteY135" fmla="*/ 1056717 h 1257612"/>
                  <a:gd name="connsiteX136" fmla="*/ 601074 w 1289858"/>
                  <a:gd name="connsiteY136" fmla="*/ 1055750 h 1257612"/>
                  <a:gd name="connsiteX137" fmla="*/ 631386 w 1289858"/>
                  <a:gd name="connsiteY137" fmla="*/ 1026083 h 1257612"/>
                  <a:gd name="connsiteX138" fmla="*/ 641382 w 1289858"/>
                  <a:gd name="connsiteY138" fmla="*/ 1043174 h 1257612"/>
                  <a:gd name="connsiteX139" fmla="*/ 652991 w 1289858"/>
                  <a:gd name="connsiteY139" fmla="*/ 1060265 h 1257612"/>
                  <a:gd name="connsiteX140" fmla="*/ 682658 w 1289858"/>
                  <a:gd name="connsiteY140" fmla="*/ 1071873 h 1257612"/>
                  <a:gd name="connsiteX141" fmla="*/ 719419 w 1289858"/>
                  <a:gd name="connsiteY141" fmla="*/ 1069938 h 1257612"/>
                  <a:gd name="connsiteX142" fmla="*/ 727480 w 1289858"/>
                  <a:gd name="connsiteY142" fmla="*/ 1038659 h 1257612"/>
                  <a:gd name="connsiteX143" fmla="*/ 752633 w 1289858"/>
                  <a:gd name="connsiteY143" fmla="*/ 1040594 h 1257612"/>
                  <a:gd name="connsiteX144" fmla="*/ 774238 w 1289858"/>
                  <a:gd name="connsiteY144" fmla="*/ 1016409 h 1257612"/>
                  <a:gd name="connsiteX145" fmla="*/ 791328 w 1289858"/>
                  <a:gd name="connsiteY145" fmla="*/ 1041562 h 1257612"/>
                  <a:gd name="connsiteX146" fmla="*/ 829057 w 1289858"/>
                  <a:gd name="connsiteY146" fmla="*/ 1048656 h 1257612"/>
                  <a:gd name="connsiteX147" fmla="*/ 881941 w 1289858"/>
                  <a:gd name="connsiteY147" fmla="*/ 1083482 h 1257612"/>
                  <a:gd name="connsiteX148" fmla="*/ 923216 w 1289858"/>
                  <a:gd name="connsiteY148" fmla="*/ 1113794 h 1257612"/>
                  <a:gd name="connsiteX149" fmla="*/ 959010 w 1289858"/>
                  <a:gd name="connsiteY149" fmla="*/ 1111214 h 1257612"/>
                  <a:gd name="connsiteX150" fmla="*/ 987709 w 1289858"/>
                  <a:gd name="connsiteY150" fmla="*/ 1120243 h 1257612"/>
                  <a:gd name="connsiteX151" fmla="*/ 982227 w 1289858"/>
                  <a:gd name="connsiteY151" fmla="*/ 1147975 h 1257612"/>
                  <a:gd name="connsiteX152" fmla="*/ 992224 w 1289858"/>
                  <a:gd name="connsiteY152" fmla="*/ 1178287 h 1257612"/>
                  <a:gd name="connsiteX153" fmla="*/ 994803 w 1289858"/>
                  <a:gd name="connsiteY153" fmla="*/ 1206019 h 1257612"/>
                  <a:gd name="connsiteX154" fmla="*/ 996738 w 1289858"/>
                  <a:gd name="connsiteY154" fmla="*/ 1235686 h 1257612"/>
                  <a:gd name="connsiteX155" fmla="*/ 1015441 w 1289858"/>
                  <a:gd name="connsiteY155" fmla="*/ 1260838 h 1257612"/>
                  <a:gd name="connsiteX156" fmla="*/ 1069938 w 1289858"/>
                  <a:gd name="connsiteY156" fmla="*/ 1262772 h 1257612"/>
                  <a:gd name="connsiteX157" fmla="*/ 1094445 w 1289858"/>
                  <a:gd name="connsiteY157" fmla="*/ 1230203 h 1257612"/>
                  <a:gd name="connsiteX158" fmla="*/ 1105087 w 1289858"/>
                  <a:gd name="connsiteY158" fmla="*/ 1197312 h 1257612"/>
                  <a:gd name="connsiteX159" fmla="*/ 1108311 w 1289858"/>
                  <a:gd name="connsiteY159" fmla="*/ 1158939 h 1257612"/>
                  <a:gd name="connsiteX160" fmla="*/ 1127014 w 1289858"/>
                  <a:gd name="connsiteY160" fmla="*/ 1128627 h 1257612"/>
                  <a:gd name="connsiteX161" fmla="*/ 1108311 w 1289858"/>
                  <a:gd name="connsiteY161" fmla="*/ 1090899 h 1257612"/>
                  <a:gd name="connsiteX162" fmla="*/ 1096058 w 1289858"/>
                  <a:gd name="connsiteY162" fmla="*/ 1035757 h 1257612"/>
                  <a:gd name="connsiteX163" fmla="*/ 1108311 w 1289858"/>
                  <a:gd name="connsiteY163" fmla="*/ 1002866 h 1257612"/>
                  <a:gd name="connsiteX164" fmla="*/ 1143782 w 1289858"/>
                  <a:gd name="connsiteY164" fmla="*/ 979326 h 1257612"/>
                  <a:gd name="connsiteX165" fmla="*/ 1194087 w 1289858"/>
                  <a:gd name="connsiteY165" fmla="*/ 932246 h 1257612"/>
                  <a:gd name="connsiteX166" fmla="*/ 1228268 w 1289858"/>
                  <a:gd name="connsiteY166" fmla="*/ 903869 h 1257612"/>
                  <a:gd name="connsiteX167" fmla="*/ 1275993 w 1289858"/>
                  <a:gd name="connsiteY167" fmla="*/ 898387 h 1257612"/>
                  <a:gd name="connsiteX168" fmla="*/ 1300178 w 1289858"/>
                  <a:gd name="connsiteY168" fmla="*/ 884199 h 1257612"/>
                  <a:gd name="connsiteX169" fmla="*/ 1282120 w 1289858"/>
                  <a:gd name="connsiteY169" fmla="*/ 860014 h 1257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</a:cxnLst>
                <a:rect l="l" t="t" r="r" b="b"/>
                <a:pathLst>
                  <a:path w="1289858" h="1257612">
                    <a:moveTo>
                      <a:pt x="1282120" y="860014"/>
                    </a:moveTo>
                    <a:cubicBezTo>
                      <a:pt x="1267931" y="857434"/>
                      <a:pt x="1249228" y="848728"/>
                      <a:pt x="1242456" y="839698"/>
                    </a:cubicBezTo>
                    <a:cubicBezTo>
                      <a:pt x="1235685" y="830992"/>
                      <a:pt x="1223108" y="824865"/>
                      <a:pt x="1217627" y="822286"/>
                    </a:cubicBezTo>
                    <a:cubicBezTo>
                      <a:pt x="1212145" y="819706"/>
                      <a:pt x="1210855" y="800035"/>
                      <a:pt x="1221819" y="797456"/>
                    </a:cubicBezTo>
                    <a:cubicBezTo>
                      <a:pt x="1232460" y="794876"/>
                      <a:pt x="1242134" y="794231"/>
                      <a:pt x="1243424" y="789394"/>
                    </a:cubicBezTo>
                    <a:cubicBezTo>
                      <a:pt x="1244714" y="784557"/>
                      <a:pt x="1218594" y="765209"/>
                      <a:pt x="1213112" y="763274"/>
                    </a:cubicBezTo>
                    <a:cubicBezTo>
                      <a:pt x="1207630" y="761339"/>
                      <a:pt x="1200859" y="753278"/>
                      <a:pt x="1203761" y="745216"/>
                    </a:cubicBezTo>
                    <a:cubicBezTo>
                      <a:pt x="1206340" y="737155"/>
                      <a:pt x="1217304" y="732963"/>
                      <a:pt x="1222464" y="732318"/>
                    </a:cubicBezTo>
                    <a:cubicBezTo>
                      <a:pt x="1227946" y="731673"/>
                      <a:pt x="1223108" y="721031"/>
                      <a:pt x="1237297" y="721031"/>
                    </a:cubicBezTo>
                    <a:cubicBezTo>
                      <a:pt x="1251486" y="721031"/>
                      <a:pt x="1258257" y="712970"/>
                      <a:pt x="1258902" y="706198"/>
                    </a:cubicBezTo>
                    <a:cubicBezTo>
                      <a:pt x="1259547" y="699426"/>
                      <a:pt x="1245359" y="702973"/>
                      <a:pt x="1240844" y="690720"/>
                    </a:cubicBezTo>
                    <a:cubicBezTo>
                      <a:pt x="1236330" y="678466"/>
                      <a:pt x="1230848" y="671372"/>
                      <a:pt x="1219239" y="669760"/>
                    </a:cubicBezTo>
                    <a:cubicBezTo>
                      <a:pt x="1207953" y="668470"/>
                      <a:pt x="1205051" y="640093"/>
                      <a:pt x="1197634" y="631386"/>
                    </a:cubicBezTo>
                    <a:cubicBezTo>
                      <a:pt x="1190217" y="622680"/>
                      <a:pt x="1186993" y="613973"/>
                      <a:pt x="1183445" y="606556"/>
                    </a:cubicBezTo>
                    <a:cubicBezTo>
                      <a:pt x="1180866" y="601075"/>
                      <a:pt x="1175384" y="594625"/>
                      <a:pt x="1173771" y="582049"/>
                    </a:cubicBezTo>
                    <a:cubicBezTo>
                      <a:pt x="1168934" y="575922"/>
                      <a:pt x="1158293" y="571085"/>
                      <a:pt x="1150232" y="564314"/>
                    </a:cubicBezTo>
                    <a:cubicBezTo>
                      <a:pt x="1140880" y="556252"/>
                      <a:pt x="1113148" y="559477"/>
                      <a:pt x="1099927" y="561089"/>
                    </a:cubicBezTo>
                    <a:cubicBezTo>
                      <a:pt x="1086384" y="562379"/>
                      <a:pt x="1097347" y="585919"/>
                      <a:pt x="1094445" y="590111"/>
                    </a:cubicBezTo>
                    <a:cubicBezTo>
                      <a:pt x="1091865" y="594303"/>
                      <a:pt x="1079612" y="582694"/>
                      <a:pt x="1072195" y="571408"/>
                    </a:cubicBezTo>
                    <a:cubicBezTo>
                      <a:pt x="1064778" y="560121"/>
                      <a:pt x="1059941" y="562056"/>
                      <a:pt x="1047365" y="565926"/>
                    </a:cubicBezTo>
                    <a:cubicBezTo>
                      <a:pt x="1034467" y="570118"/>
                      <a:pt x="1023825" y="568506"/>
                      <a:pt x="1017054" y="565281"/>
                    </a:cubicBezTo>
                    <a:cubicBezTo>
                      <a:pt x="974811" y="544643"/>
                      <a:pt x="954495" y="534969"/>
                      <a:pt x="944499" y="531100"/>
                    </a:cubicBezTo>
                    <a:cubicBezTo>
                      <a:pt x="934503" y="527230"/>
                      <a:pt x="912253" y="514976"/>
                      <a:pt x="894839" y="506270"/>
                    </a:cubicBezTo>
                    <a:cubicBezTo>
                      <a:pt x="877426" y="497563"/>
                      <a:pt x="868720" y="492726"/>
                      <a:pt x="849049" y="491437"/>
                    </a:cubicBezTo>
                    <a:cubicBezTo>
                      <a:pt x="829702" y="490147"/>
                      <a:pt x="804549" y="480795"/>
                      <a:pt x="794553" y="468541"/>
                    </a:cubicBezTo>
                    <a:cubicBezTo>
                      <a:pt x="784557" y="456288"/>
                      <a:pt x="757470" y="448226"/>
                      <a:pt x="746828" y="428233"/>
                    </a:cubicBezTo>
                    <a:cubicBezTo>
                      <a:pt x="736187" y="407918"/>
                      <a:pt x="702328" y="395987"/>
                      <a:pt x="674274" y="377284"/>
                    </a:cubicBezTo>
                    <a:cubicBezTo>
                      <a:pt x="645897" y="358581"/>
                      <a:pt x="609781" y="350519"/>
                      <a:pt x="578824" y="338266"/>
                    </a:cubicBezTo>
                    <a:cubicBezTo>
                      <a:pt x="555929" y="329237"/>
                      <a:pt x="535936" y="313113"/>
                      <a:pt x="527875" y="300215"/>
                    </a:cubicBezTo>
                    <a:lnTo>
                      <a:pt x="527875" y="300215"/>
                    </a:lnTo>
                    <a:cubicBezTo>
                      <a:pt x="520136" y="309889"/>
                      <a:pt x="513686" y="322465"/>
                      <a:pt x="509494" y="323110"/>
                    </a:cubicBezTo>
                    <a:cubicBezTo>
                      <a:pt x="503367" y="324077"/>
                      <a:pt x="501433" y="316016"/>
                      <a:pt x="490791" y="303439"/>
                    </a:cubicBezTo>
                    <a:cubicBezTo>
                      <a:pt x="480150" y="290863"/>
                      <a:pt x="471121" y="303439"/>
                      <a:pt x="447903" y="303439"/>
                    </a:cubicBezTo>
                    <a:cubicBezTo>
                      <a:pt x="424686" y="303439"/>
                      <a:pt x="410175" y="297313"/>
                      <a:pt x="410175" y="288284"/>
                    </a:cubicBezTo>
                    <a:cubicBezTo>
                      <a:pt x="410175" y="279255"/>
                      <a:pt x="377606" y="279255"/>
                      <a:pt x="366642" y="261841"/>
                    </a:cubicBezTo>
                    <a:cubicBezTo>
                      <a:pt x="356001" y="244428"/>
                      <a:pt x="333106" y="260552"/>
                      <a:pt x="330204" y="243139"/>
                    </a:cubicBezTo>
                    <a:cubicBezTo>
                      <a:pt x="327624" y="225725"/>
                      <a:pt x="299247" y="224436"/>
                      <a:pt x="293765" y="219599"/>
                    </a:cubicBezTo>
                    <a:cubicBezTo>
                      <a:pt x="288283" y="214762"/>
                      <a:pt x="298602" y="212827"/>
                      <a:pt x="303762" y="207345"/>
                    </a:cubicBezTo>
                    <a:cubicBezTo>
                      <a:pt x="309244" y="201863"/>
                      <a:pt x="323110" y="196704"/>
                      <a:pt x="321175" y="191222"/>
                    </a:cubicBezTo>
                    <a:cubicBezTo>
                      <a:pt x="319240" y="185740"/>
                      <a:pt x="308276" y="183805"/>
                      <a:pt x="291508" y="175743"/>
                    </a:cubicBezTo>
                    <a:cubicBezTo>
                      <a:pt x="274740" y="167682"/>
                      <a:pt x="269258" y="164457"/>
                      <a:pt x="256682" y="157685"/>
                    </a:cubicBezTo>
                    <a:cubicBezTo>
                      <a:pt x="243783" y="150914"/>
                      <a:pt x="246040" y="141562"/>
                      <a:pt x="239914" y="138337"/>
                    </a:cubicBezTo>
                    <a:cubicBezTo>
                      <a:pt x="233787" y="135113"/>
                      <a:pt x="232497" y="141562"/>
                      <a:pt x="219598" y="145109"/>
                    </a:cubicBezTo>
                    <a:cubicBezTo>
                      <a:pt x="206700" y="148334"/>
                      <a:pt x="202830" y="151236"/>
                      <a:pt x="197993" y="158653"/>
                    </a:cubicBezTo>
                    <a:cubicBezTo>
                      <a:pt x="193156" y="166069"/>
                      <a:pt x="185095" y="178001"/>
                      <a:pt x="174453" y="168004"/>
                    </a:cubicBezTo>
                    <a:cubicBezTo>
                      <a:pt x="163812" y="158008"/>
                      <a:pt x="161555" y="157363"/>
                      <a:pt x="150913" y="151236"/>
                    </a:cubicBezTo>
                    <a:cubicBezTo>
                      <a:pt x="140272" y="145109"/>
                      <a:pt x="132210" y="131888"/>
                      <a:pt x="129308" y="116410"/>
                    </a:cubicBezTo>
                    <a:cubicBezTo>
                      <a:pt x="126729" y="100932"/>
                      <a:pt x="134790" y="102866"/>
                      <a:pt x="137370" y="92870"/>
                    </a:cubicBezTo>
                    <a:cubicBezTo>
                      <a:pt x="139950" y="82873"/>
                      <a:pt x="146076" y="76747"/>
                      <a:pt x="152848" y="64493"/>
                    </a:cubicBezTo>
                    <a:cubicBezTo>
                      <a:pt x="159620" y="52239"/>
                      <a:pt x="164135" y="51594"/>
                      <a:pt x="153493" y="41598"/>
                    </a:cubicBezTo>
                    <a:cubicBezTo>
                      <a:pt x="142852" y="31602"/>
                      <a:pt x="139950" y="27409"/>
                      <a:pt x="130598" y="19993"/>
                    </a:cubicBezTo>
                    <a:cubicBezTo>
                      <a:pt x="121247" y="12576"/>
                      <a:pt x="120602" y="14511"/>
                      <a:pt x="107703" y="6449"/>
                    </a:cubicBezTo>
                    <a:cubicBezTo>
                      <a:pt x="105123" y="4837"/>
                      <a:pt x="103511" y="2580"/>
                      <a:pt x="101899" y="0"/>
                    </a:cubicBezTo>
                    <a:cubicBezTo>
                      <a:pt x="102544" y="4192"/>
                      <a:pt x="102544" y="8384"/>
                      <a:pt x="100286" y="12254"/>
                    </a:cubicBezTo>
                    <a:cubicBezTo>
                      <a:pt x="92225" y="26442"/>
                      <a:pt x="69007" y="32891"/>
                      <a:pt x="69007" y="43533"/>
                    </a:cubicBezTo>
                    <a:cubicBezTo>
                      <a:pt x="69007" y="54174"/>
                      <a:pt x="69007" y="57721"/>
                      <a:pt x="51917" y="65138"/>
                    </a:cubicBezTo>
                    <a:cubicBezTo>
                      <a:pt x="34826" y="72232"/>
                      <a:pt x="34826" y="67073"/>
                      <a:pt x="31279" y="82229"/>
                    </a:cubicBezTo>
                    <a:cubicBezTo>
                      <a:pt x="27732" y="97384"/>
                      <a:pt x="21283" y="115442"/>
                      <a:pt x="10641" y="133178"/>
                    </a:cubicBezTo>
                    <a:cubicBezTo>
                      <a:pt x="0" y="151236"/>
                      <a:pt x="0" y="143819"/>
                      <a:pt x="0" y="164457"/>
                    </a:cubicBezTo>
                    <a:cubicBezTo>
                      <a:pt x="0" y="185095"/>
                      <a:pt x="12576" y="202830"/>
                      <a:pt x="15156" y="217341"/>
                    </a:cubicBezTo>
                    <a:cubicBezTo>
                      <a:pt x="17736" y="231530"/>
                      <a:pt x="3547" y="233465"/>
                      <a:pt x="10641" y="247653"/>
                    </a:cubicBezTo>
                    <a:cubicBezTo>
                      <a:pt x="17736" y="261841"/>
                      <a:pt x="30312" y="268291"/>
                      <a:pt x="29344" y="277320"/>
                    </a:cubicBezTo>
                    <a:cubicBezTo>
                      <a:pt x="29022" y="280222"/>
                      <a:pt x="27732" y="281512"/>
                      <a:pt x="25475" y="282479"/>
                    </a:cubicBezTo>
                    <a:cubicBezTo>
                      <a:pt x="28699" y="286026"/>
                      <a:pt x="32891" y="289251"/>
                      <a:pt x="37728" y="291186"/>
                    </a:cubicBezTo>
                    <a:cubicBezTo>
                      <a:pt x="54819" y="298925"/>
                      <a:pt x="57076" y="307309"/>
                      <a:pt x="52562" y="320853"/>
                    </a:cubicBezTo>
                    <a:cubicBezTo>
                      <a:pt x="48047" y="334396"/>
                      <a:pt x="40953" y="331494"/>
                      <a:pt x="44178" y="349874"/>
                    </a:cubicBezTo>
                    <a:cubicBezTo>
                      <a:pt x="45468" y="357936"/>
                      <a:pt x="47402" y="363418"/>
                      <a:pt x="48370" y="367932"/>
                    </a:cubicBezTo>
                    <a:cubicBezTo>
                      <a:pt x="58366" y="367610"/>
                      <a:pt x="69975" y="370190"/>
                      <a:pt x="70620" y="377929"/>
                    </a:cubicBezTo>
                    <a:cubicBezTo>
                      <a:pt x="71587" y="389538"/>
                      <a:pt x="81261" y="405661"/>
                      <a:pt x="76747" y="415657"/>
                    </a:cubicBezTo>
                    <a:cubicBezTo>
                      <a:pt x="72232" y="425654"/>
                      <a:pt x="78681" y="433715"/>
                      <a:pt x="75779" y="448871"/>
                    </a:cubicBezTo>
                    <a:cubicBezTo>
                      <a:pt x="73199" y="464027"/>
                      <a:pt x="61591" y="483052"/>
                      <a:pt x="57076" y="491114"/>
                    </a:cubicBezTo>
                    <a:cubicBezTo>
                      <a:pt x="52884" y="498531"/>
                      <a:pt x="47402" y="499176"/>
                      <a:pt x="38696" y="500465"/>
                    </a:cubicBezTo>
                    <a:cubicBezTo>
                      <a:pt x="40630" y="506270"/>
                      <a:pt x="42243" y="511752"/>
                      <a:pt x="42888" y="515299"/>
                    </a:cubicBezTo>
                    <a:cubicBezTo>
                      <a:pt x="46112" y="528842"/>
                      <a:pt x="36761" y="528842"/>
                      <a:pt x="45468" y="553027"/>
                    </a:cubicBezTo>
                    <a:cubicBezTo>
                      <a:pt x="54174" y="577212"/>
                      <a:pt x="54819" y="580437"/>
                      <a:pt x="67718" y="588498"/>
                    </a:cubicBezTo>
                    <a:cubicBezTo>
                      <a:pt x="80616" y="596560"/>
                      <a:pt x="88678" y="604622"/>
                      <a:pt x="92547" y="610748"/>
                    </a:cubicBezTo>
                    <a:cubicBezTo>
                      <a:pt x="96417" y="616875"/>
                      <a:pt x="99319" y="623647"/>
                      <a:pt x="93192" y="631709"/>
                    </a:cubicBezTo>
                    <a:cubicBezTo>
                      <a:pt x="87065" y="639770"/>
                      <a:pt x="73844" y="648477"/>
                      <a:pt x="80939" y="651057"/>
                    </a:cubicBezTo>
                    <a:cubicBezTo>
                      <a:pt x="88355" y="653636"/>
                      <a:pt x="95127" y="652991"/>
                      <a:pt x="98997" y="659118"/>
                    </a:cubicBezTo>
                    <a:cubicBezTo>
                      <a:pt x="102866" y="665245"/>
                      <a:pt x="97707" y="673952"/>
                      <a:pt x="82873" y="678466"/>
                    </a:cubicBezTo>
                    <a:cubicBezTo>
                      <a:pt x="68040" y="683303"/>
                      <a:pt x="74167" y="694589"/>
                      <a:pt x="84808" y="694589"/>
                    </a:cubicBezTo>
                    <a:cubicBezTo>
                      <a:pt x="95450" y="694589"/>
                      <a:pt x="105123" y="678466"/>
                      <a:pt x="117055" y="680401"/>
                    </a:cubicBezTo>
                    <a:cubicBezTo>
                      <a:pt x="128986" y="682336"/>
                      <a:pt x="141884" y="691687"/>
                      <a:pt x="148011" y="691687"/>
                    </a:cubicBezTo>
                    <a:cubicBezTo>
                      <a:pt x="154138" y="691687"/>
                      <a:pt x="160265" y="685560"/>
                      <a:pt x="173486" y="680401"/>
                    </a:cubicBezTo>
                    <a:cubicBezTo>
                      <a:pt x="187029" y="674919"/>
                      <a:pt x="183482" y="671049"/>
                      <a:pt x="195091" y="675564"/>
                    </a:cubicBezTo>
                    <a:cubicBezTo>
                      <a:pt x="206377" y="680401"/>
                      <a:pt x="201218" y="691042"/>
                      <a:pt x="211214" y="691042"/>
                    </a:cubicBezTo>
                    <a:cubicBezTo>
                      <a:pt x="221211" y="691042"/>
                      <a:pt x="235399" y="690397"/>
                      <a:pt x="243461" y="698459"/>
                    </a:cubicBezTo>
                    <a:cubicBezTo>
                      <a:pt x="251522" y="706521"/>
                      <a:pt x="258939" y="703941"/>
                      <a:pt x="275707" y="702651"/>
                    </a:cubicBezTo>
                    <a:cubicBezTo>
                      <a:pt x="292475" y="701361"/>
                      <a:pt x="321497" y="721354"/>
                      <a:pt x="329559" y="732963"/>
                    </a:cubicBezTo>
                    <a:cubicBezTo>
                      <a:pt x="337620" y="744249"/>
                      <a:pt x="343747" y="752310"/>
                      <a:pt x="345682" y="772626"/>
                    </a:cubicBezTo>
                    <a:cubicBezTo>
                      <a:pt x="347617" y="792941"/>
                      <a:pt x="352454" y="804227"/>
                      <a:pt x="345682" y="812934"/>
                    </a:cubicBezTo>
                    <a:cubicBezTo>
                      <a:pt x="338910" y="821640"/>
                      <a:pt x="336976" y="829057"/>
                      <a:pt x="331494" y="841956"/>
                    </a:cubicBezTo>
                    <a:cubicBezTo>
                      <a:pt x="326012" y="854854"/>
                      <a:pt x="326012" y="869365"/>
                      <a:pt x="316660" y="880974"/>
                    </a:cubicBezTo>
                    <a:cubicBezTo>
                      <a:pt x="307309" y="892260"/>
                      <a:pt x="309244" y="897742"/>
                      <a:pt x="303762" y="907094"/>
                    </a:cubicBezTo>
                    <a:cubicBezTo>
                      <a:pt x="298280" y="916445"/>
                      <a:pt x="291508" y="916445"/>
                      <a:pt x="291508" y="925152"/>
                    </a:cubicBezTo>
                    <a:cubicBezTo>
                      <a:pt x="291508" y="933858"/>
                      <a:pt x="297635" y="931279"/>
                      <a:pt x="277965" y="937405"/>
                    </a:cubicBezTo>
                    <a:cubicBezTo>
                      <a:pt x="258617" y="943532"/>
                      <a:pt x="245718" y="940630"/>
                      <a:pt x="239591" y="944177"/>
                    </a:cubicBezTo>
                    <a:cubicBezTo>
                      <a:pt x="233464" y="947402"/>
                      <a:pt x="226048" y="950304"/>
                      <a:pt x="218631" y="959655"/>
                    </a:cubicBezTo>
                    <a:cubicBezTo>
                      <a:pt x="211214" y="969007"/>
                      <a:pt x="207345" y="985130"/>
                      <a:pt x="210569" y="989967"/>
                    </a:cubicBezTo>
                    <a:cubicBezTo>
                      <a:pt x="213794" y="994804"/>
                      <a:pt x="226693" y="1006090"/>
                      <a:pt x="222823" y="1013507"/>
                    </a:cubicBezTo>
                    <a:cubicBezTo>
                      <a:pt x="218631" y="1020924"/>
                      <a:pt x="220243" y="1030920"/>
                      <a:pt x="209280" y="1042529"/>
                    </a:cubicBezTo>
                    <a:cubicBezTo>
                      <a:pt x="198638" y="1053815"/>
                      <a:pt x="190254" y="1072841"/>
                      <a:pt x="194769" y="1095091"/>
                    </a:cubicBezTo>
                    <a:cubicBezTo>
                      <a:pt x="199283" y="1117341"/>
                      <a:pt x="202830" y="1122823"/>
                      <a:pt x="197348" y="1134431"/>
                    </a:cubicBezTo>
                    <a:cubicBezTo>
                      <a:pt x="191866" y="1146040"/>
                      <a:pt x="205410" y="1140558"/>
                      <a:pt x="203475" y="1159584"/>
                    </a:cubicBezTo>
                    <a:cubicBezTo>
                      <a:pt x="201540" y="1178287"/>
                      <a:pt x="200895" y="1174739"/>
                      <a:pt x="208957" y="1183769"/>
                    </a:cubicBezTo>
                    <a:cubicBezTo>
                      <a:pt x="217019" y="1192798"/>
                      <a:pt x="235077" y="1165710"/>
                      <a:pt x="242171" y="1175707"/>
                    </a:cubicBezTo>
                    <a:cubicBezTo>
                      <a:pt x="249265" y="1185703"/>
                      <a:pt x="259262" y="1189895"/>
                      <a:pt x="266356" y="1189895"/>
                    </a:cubicBezTo>
                    <a:cubicBezTo>
                      <a:pt x="273450" y="1189895"/>
                      <a:pt x="278932" y="1188928"/>
                      <a:pt x="280544" y="1200537"/>
                    </a:cubicBezTo>
                    <a:cubicBezTo>
                      <a:pt x="282479" y="1212145"/>
                      <a:pt x="294733" y="1196990"/>
                      <a:pt x="309244" y="1198602"/>
                    </a:cubicBezTo>
                    <a:cubicBezTo>
                      <a:pt x="323432" y="1200537"/>
                      <a:pt x="337943" y="1196667"/>
                      <a:pt x="330849" y="1176352"/>
                    </a:cubicBezTo>
                    <a:cubicBezTo>
                      <a:pt x="323754" y="1156037"/>
                      <a:pt x="326334" y="1156681"/>
                      <a:pt x="320207" y="1144105"/>
                    </a:cubicBezTo>
                    <a:cubicBezTo>
                      <a:pt x="314081" y="1131529"/>
                      <a:pt x="319240" y="1128949"/>
                      <a:pt x="309566" y="1127015"/>
                    </a:cubicBezTo>
                    <a:cubicBezTo>
                      <a:pt x="299570" y="1125080"/>
                      <a:pt x="303439" y="1117986"/>
                      <a:pt x="294410" y="1108957"/>
                    </a:cubicBezTo>
                    <a:cubicBezTo>
                      <a:pt x="285381" y="1099928"/>
                      <a:pt x="283769" y="1094768"/>
                      <a:pt x="283769" y="1085739"/>
                    </a:cubicBezTo>
                    <a:cubicBezTo>
                      <a:pt x="283769" y="1076710"/>
                      <a:pt x="285704" y="1071551"/>
                      <a:pt x="277642" y="1064134"/>
                    </a:cubicBezTo>
                    <a:cubicBezTo>
                      <a:pt x="269580" y="1056717"/>
                      <a:pt x="266033" y="1044464"/>
                      <a:pt x="268613" y="1041884"/>
                    </a:cubicBezTo>
                    <a:cubicBezTo>
                      <a:pt x="271193" y="1039304"/>
                      <a:pt x="260551" y="1023181"/>
                      <a:pt x="263131" y="1018667"/>
                    </a:cubicBezTo>
                    <a:cubicBezTo>
                      <a:pt x="265711" y="1014152"/>
                      <a:pt x="259584" y="999964"/>
                      <a:pt x="259584" y="988355"/>
                    </a:cubicBezTo>
                    <a:cubicBezTo>
                      <a:pt x="259584" y="976746"/>
                      <a:pt x="253457" y="968684"/>
                      <a:pt x="265711" y="969652"/>
                    </a:cubicBezTo>
                    <a:cubicBezTo>
                      <a:pt x="278287" y="970619"/>
                      <a:pt x="272805" y="982228"/>
                      <a:pt x="283769" y="970619"/>
                    </a:cubicBezTo>
                    <a:cubicBezTo>
                      <a:pt x="294410" y="959011"/>
                      <a:pt x="304407" y="951916"/>
                      <a:pt x="310533" y="953529"/>
                    </a:cubicBezTo>
                    <a:cubicBezTo>
                      <a:pt x="316660" y="955463"/>
                      <a:pt x="326657" y="968684"/>
                      <a:pt x="313113" y="978681"/>
                    </a:cubicBezTo>
                    <a:cubicBezTo>
                      <a:pt x="299570" y="988677"/>
                      <a:pt x="315693" y="982228"/>
                      <a:pt x="314081" y="994804"/>
                    </a:cubicBezTo>
                    <a:cubicBezTo>
                      <a:pt x="312146" y="1007380"/>
                      <a:pt x="331171" y="999319"/>
                      <a:pt x="331171" y="1008992"/>
                    </a:cubicBezTo>
                    <a:cubicBezTo>
                      <a:pt x="331171" y="1018989"/>
                      <a:pt x="345360" y="1008025"/>
                      <a:pt x="349874" y="1020601"/>
                    </a:cubicBezTo>
                    <a:cubicBezTo>
                      <a:pt x="354389" y="1033177"/>
                      <a:pt x="359871" y="1026728"/>
                      <a:pt x="364063" y="1030598"/>
                    </a:cubicBezTo>
                    <a:cubicBezTo>
                      <a:pt x="368577" y="1034145"/>
                      <a:pt x="373092" y="1040594"/>
                      <a:pt x="380186" y="1011895"/>
                    </a:cubicBezTo>
                    <a:cubicBezTo>
                      <a:pt x="387280" y="983195"/>
                      <a:pt x="420494" y="993192"/>
                      <a:pt x="406305" y="1015442"/>
                    </a:cubicBezTo>
                    <a:cubicBezTo>
                      <a:pt x="392117" y="1037692"/>
                      <a:pt x="399211" y="1053815"/>
                      <a:pt x="416302" y="1042207"/>
                    </a:cubicBezTo>
                    <a:cubicBezTo>
                      <a:pt x="433393" y="1030598"/>
                      <a:pt x="447581" y="1006413"/>
                      <a:pt x="450483" y="1028663"/>
                    </a:cubicBezTo>
                    <a:cubicBezTo>
                      <a:pt x="453063" y="1050913"/>
                      <a:pt x="472088" y="1048333"/>
                      <a:pt x="478215" y="1028663"/>
                    </a:cubicBezTo>
                    <a:cubicBezTo>
                      <a:pt x="484342" y="1008992"/>
                      <a:pt x="488211" y="1004478"/>
                      <a:pt x="512396" y="998351"/>
                    </a:cubicBezTo>
                    <a:cubicBezTo>
                      <a:pt x="536581" y="992224"/>
                      <a:pt x="542708" y="979648"/>
                      <a:pt x="555284" y="994804"/>
                    </a:cubicBezTo>
                    <a:cubicBezTo>
                      <a:pt x="567860" y="1009960"/>
                      <a:pt x="573342" y="1023504"/>
                      <a:pt x="588498" y="1014475"/>
                    </a:cubicBezTo>
                    <a:cubicBezTo>
                      <a:pt x="603654" y="1005445"/>
                      <a:pt x="593980" y="1025116"/>
                      <a:pt x="579469" y="1032533"/>
                    </a:cubicBezTo>
                    <a:cubicBezTo>
                      <a:pt x="565280" y="1039627"/>
                      <a:pt x="535614" y="1052203"/>
                      <a:pt x="558831" y="1056717"/>
                    </a:cubicBezTo>
                    <a:cubicBezTo>
                      <a:pt x="582049" y="1061232"/>
                      <a:pt x="592045" y="1064779"/>
                      <a:pt x="601074" y="1055750"/>
                    </a:cubicBezTo>
                    <a:cubicBezTo>
                      <a:pt x="610103" y="1046721"/>
                      <a:pt x="618165" y="1028018"/>
                      <a:pt x="631386" y="1026083"/>
                    </a:cubicBezTo>
                    <a:cubicBezTo>
                      <a:pt x="644929" y="1024148"/>
                      <a:pt x="629451" y="1044141"/>
                      <a:pt x="641382" y="1043174"/>
                    </a:cubicBezTo>
                    <a:cubicBezTo>
                      <a:pt x="652991" y="1042207"/>
                      <a:pt x="659440" y="1053815"/>
                      <a:pt x="652991" y="1060265"/>
                    </a:cubicBezTo>
                    <a:cubicBezTo>
                      <a:pt x="646864" y="1066391"/>
                      <a:pt x="654926" y="1079935"/>
                      <a:pt x="682658" y="1071873"/>
                    </a:cubicBezTo>
                    <a:cubicBezTo>
                      <a:pt x="710390" y="1063812"/>
                      <a:pt x="699748" y="1067359"/>
                      <a:pt x="719419" y="1069938"/>
                    </a:cubicBezTo>
                    <a:cubicBezTo>
                      <a:pt x="739089" y="1072518"/>
                      <a:pt x="716839" y="1040272"/>
                      <a:pt x="727480" y="1038659"/>
                    </a:cubicBezTo>
                    <a:cubicBezTo>
                      <a:pt x="738122" y="1036724"/>
                      <a:pt x="732962" y="1037692"/>
                      <a:pt x="752633" y="1040594"/>
                    </a:cubicBezTo>
                    <a:cubicBezTo>
                      <a:pt x="772303" y="1043174"/>
                      <a:pt x="765209" y="1018344"/>
                      <a:pt x="774238" y="1016409"/>
                    </a:cubicBezTo>
                    <a:cubicBezTo>
                      <a:pt x="783267" y="1014475"/>
                      <a:pt x="784234" y="1034467"/>
                      <a:pt x="791328" y="1041562"/>
                    </a:cubicBezTo>
                    <a:cubicBezTo>
                      <a:pt x="798423" y="1048656"/>
                      <a:pt x="814546" y="1037047"/>
                      <a:pt x="829057" y="1048656"/>
                    </a:cubicBezTo>
                    <a:cubicBezTo>
                      <a:pt x="843245" y="1060265"/>
                      <a:pt x="880006" y="1067359"/>
                      <a:pt x="881941" y="1083482"/>
                    </a:cubicBezTo>
                    <a:cubicBezTo>
                      <a:pt x="883876" y="1099605"/>
                      <a:pt x="906126" y="1120243"/>
                      <a:pt x="923216" y="1113794"/>
                    </a:cubicBezTo>
                    <a:cubicBezTo>
                      <a:pt x="940307" y="1107667"/>
                      <a:pt x="946434" y="1107667"/>
                      <a:pt x="959010" y="1111214"/>
                    </a:cubicBezTo>
                    <a:cubicBezTo>
                      <a:pt x="971586" y="1114761"/>
                      <a:pt x="983195" y="1110246"/>
                      <a:pt x="987709" y="1120243"/>
                    </a:cubicBezTo>
                    <a:cubicBezTo>
                      <a:pt x="992224" y="1130239"/>
                      <a:pt x="977068" y="1128305"/>
                      <a:pt x="982227" y="1147975"/>
                    </a:cubicBezTo>
                    <a:cubicBezTo>
                      <a:pt x="987709" y="1167645"/>
                      <a:pt x="984162" y="1167645"/>
                      <a:pt x="992224" y="1178287"/>
                    </a:cubicBezTo>
                    <a:cubicBezTo>
                      <a:pt x="1000285" y="1188928"/>
                      <a:pt x="1002865" y="1196345"/>
                      <a:pt x="994803" y="1206019"/>
                    </a:cubicBezTo>
                    <a:cubicBezTo>
                      <a:pt x="986742" y="1216015"/>
                      <a:pt x="982227" y="1223109"/>
                      <a:pt x="996738" y="1235686"/>
                    </a:cubicBezTo>
                    <a:cubicBezTo>
                      <a:pt x="1010927" y="1248262"/>
                      <a:pt x="1002865" y="1250841"/>
                      <a:pt x="1015441" y="1260838"/>
                    </a:cubicBezTo>
                    <a:cubicBezTo>
                      <a:pt x="1028017" y="1270834"/>
                      <a:pt x="1057684" y="1267932"/>
                      <a:pt x="1069938" y="1262772"/>
                    </a:cubicBezTo>
                    <a:cubicBezTo>
                      <a:pt x="1082514" y="1257291"/>
                      <a:pt x="1083481" y="1242135"/>
                      <a:pt x="1094445" y="1230203"/>
                    </a:cubicBezTo>
                    <a:cubicBezTo>
                      <a:pt x="1105087" y="1217950"/>
                      <a:pt x="1092510" y="1205374"/>
                      <a:pt x="1105087" y="1197312"/>
                    </a:cubicBezTo>
                    <a:cubicBezTo>
                      <a:pt x="1117985" y="1189250"/>
                      <a:pt x="1096380" y="1169903"/>
                      <a:pt x="1108311" y="1158939"/>
                    </a:cubicBezTo>
                    <a:cubicBezTo>
                      <a:pt x="1120565" y="1148297"/>
                      <a:pt x="1127659" y="1135399"/>
                      <a:pt x="1127014" y="1128627"/>
                    </a:cubicBezTo>
                    <a:cubicBezTo>
                      <a:pt x="1126369" y="1121855"/>
                      <a:pt x="1112181" y="1103797"/>
                      <a:pt x="1108311" y="1090899"/>
                    </a:cubicBezTo>
                    <a:cubicBezTo>
                      <a:pt x="1104441" y="1078000"/>
                      <a:pt x="1087996" y="1045109"/>
                      <a:pt x="1096058" y="1035757"/>
                    </a:cubicBezTo>
                    <a:cubicBezTo>
                      <a:pt x="1104119" y="1026406"/>
                      <a:pt x="1102184" y="1012217"/>
                      <a:pt x="1108311" y="1002866"/>
                    </a:cubicBezTo>
                    <a:cubicBezTo>
                      <a:pt x="1114438" y="993514"/>
                      <a:pt x="1135721" y="980616"/>
                      <a:pt x="1143782" y="979326"/>
                    </a:cubicBezTo>
                    <a:cubicBezTo>
                      <a:pt x="1151844" y="978036"/>
                      <a:pt x="1178608" y="942242"/>
                      <a:pt x="1194087" y="932246"/>
                    </a:cubicBezTo>
                    <a:cubicBezTo>
                      <a:pt x="1209565" y="922250"/>
                      <a:pt x="1215692" y="910641"/>
                      <a:pt x="1228268" y="903869"/>
                    </a:cubicBezTo>
                    <a:cubicBezTo>
                      <a:pt x="1241167" y="897097"/>
                      <a:pt x="1257935" y="898387"/>
                      <a:pt x="1275993" y="898387"/>
                    </a:cubicBezTo>
                    <a:cubicBezTo>
                      <a:pt x="1294051" y="898387"/>
                      <a:pt x="1296308" y="890970"/>
                      <a:pt x="1300178" y="884199"/>
                    </a:cubicBezTo>
                    <a:cubicBezTo>
                      <a:pt x="1306304" y="876782"/>
                      <a:pt x="1296308" y="862916"/>
                      <a:pt x="1282120" y="8600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22" name="Graphic 4">
                <a:extLst>
                  <a:ext uri="{FF2B5EF4-FFF2-40B4-BE49-F238E27FC236}">
                    <a16:creationId xmlns:a16="http://schemas.microsoft.com/office/drawing/2014/main" id="{1860FE22-C1BA-0B90-D3F4-252E56FFC291}"/>
                  </a:ext>
                </a:extLst>
              </p:cNvPr>
              <p:cNvGrpSpPr/>
              <p:nvPr/>
            </p:nvGrpSpPr>
            <p:grpSpPr>
              <a:xfrm>
                <a:off x="5405849" y="1966756"/>
                <a:ext cx="1302239" cy="1279023"/>
                <a:chOff x="5405849" y="1966756"/>
                <a:chExt cx="1302239" cy="1279023"/>
              </a:xfrm>
              <a:grpFill/>
            </p:grpSpPr>
            <p:sp>
              <p:nvSpPr>
                <p:cNvPr id="262" name="Freeform: Shape 261">
                  <a:extLst>
                    <a:ext uri="{FF2B5EF4-FFF2-40B4-BE49-F238E27FC236}">
                      <a16:creationId xmlns:a16="http://schemas.microsoft.com/office/drawing/2014/main" id="{0BCDA7FB-9119-B395-8A98-F378BE8E189F}"/>
                    </a:ext>
                  </a:extLst>
                </p:cNvPr>
                <p:cNvSpPr/>
                <p:nvPr/>
              </p:nvSpPr>
              <p:spPr>
                <a:xfrm>
                  <a:off x="5924888" y="2287136"/>
                  <a:ext cx="32246" cy="32246"/>
                </a:xfrm>
                <a:custGeom>
                  <a:avLst/>
                  <a:gdLst>
                    <a:gd name="connsiteX0" fmla="*/ 3999 w 0"/>
                    <a:gd name="connsiteY0" fmla="*/ 18854 h 0"/>
                    <a:gd name="connsiteX1" fmla="*/ 1741 w 0"/>
                    <a:gd name="connsiteY1" fmla="*/ 18209 h 0"/>
                    <a:gd name="connsiteX2" fmla="*/ 774 w 0"/>
                    <a:gd name="connsiteY2" fmla="*/ 12727 h 0"/>
                    <a:gd name="connsiteX3" fmla="*/ 1096 w 0"/>
                    <a:gd name="connsiteY3" fmla="*/ 12082 h 0"/>
                    <a:gd name="connsiteX4" fmla="*/ 8836 w 0"/>
                    <a:gd name="connsiteY4" fmla="*/ 1441 h 0"/>
                    <a:gd name="connsiteX5" fmla="*/ 14640 w 0"/>
                    <a:gd name="connsiteY5" fmla="*/ 796 h 0"/>
                    <a:gd name="connsiteX6" fmla="*/ 15285 w 0"/>
                    <a:gd name="connsiteY6" fmla="*/ 6600 h 0"/>
                    <a:gd name="connsiteX7" fmla="*/ 7868 w 0"/>
                    <a:gd name="connsiteY7" fmla="*/ 16919 h 0"/>
                    <a:gd name="connsiteX8" fmla="*/ 7546 w 0"/>
                    <a:gd name="connsiteY8" fmla="*/ 17564 h 0"/>
                    <a:gd name="connsiteX9" fmla="*/ 3999 w 0"/>
                    <a:gd name="connsiteY9" fmla="*/ 1885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3999" y="18854"/>
                      </a:moveTo>
                      <a:cubicBezTo>
                        <a:pt x="3354" y="18854"/>
                        <a:pt x="2386" y="18531"/>
                        <a:pt x="1741" y="18209"/>
                      </a:cubicBezTo>
                      <a:cubicBezTo>
                        <a:pt x="-193" y="16919"/>
                        <a:pt x="-516" y="14339"/>
                        <a:pt x="774" y="12727"/>
                      </a:cubicBezTo>
                      <a:lnTo>
                        <a:pt x="1096" y="12082"/>
                      </a:lnTo>
                      <a:cubicBezTo>
                        <a:pt x="3354" y="8857"/>
                        <a:pt x="5933" y="4988"/>
                        <a:pt x="8836" y="1441"/>
                      </a:cubicBezTo>
                      <a:cubicBezTo>
                        <a:pt x="10125" y="-172"/>
                        <a:pt x="12705" y="-494"/>
                        <a:pt x="14640" y="796"/>
                      </a:cubicBezTo>
                      <a:cubicBezTo>
                        <a:pt x="16252" y="2086"/>
                        <a:pt x="16575" y="4666"/>
                        <a:pt x="15285" y="6600"/>
                      </a:cubicBezTo>
                      <a:cubicBezTo>
                        <a:pt x="12705" y="9825"/>
                        <a:pt x="10448" y="13372"/>
                        <a:pt x="7868" y="16919"/>
                      </a:cubicBezTo>
                      <a:lnTo>
                        <a:pt x="7546" y="17564"/>
                      </a:lnTo>
                      <a:cubicBezTo>
                        <a:pt x="6578" y="18209"/>
                        <a:pt x="5288" y="18854"/>
                        <a:pt x="3999" y="18854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Freeform: Shape 262">
                  <a:extLst>
                    <a:ext uri="{FF2B5EF4-FFF2-40B4-BE49-F238E27FC236}">
                      <a16:creationId xmlns:a16="http://schemas.microsoft.com/office/drawing/2014/main" id="{58460C5B-30A3-8BD1-BCBD-EA57367BE397}"/>
                    </a:ext>
                  </a:extLst>
                </p:cNvPr>
                <p:cNvSpPr/>
                <p:nvPr/>
              </p:nvSpPr>
              <p:spPr>
                <a:xfrm>
                  <a:off x="5534512" y="2019076"/>
                  <a:ext cx="354711" cy="257972"/>
                </a:xfrm>
                <a:custGeom>
                  <a:avLst/>
                  <a:gdLst>
                    <a:gd name="connsiteX0" fmla="*/ 368255 w 354711"/>
                    <a:gd name="connsiteY0" fmla="*/ 283366 h 257971"/>
                    <a:gd name="connsiteX1" fmla="*/ 365030 w 354711"/>
                    <a:gd name="connsiteY1" fmla="*/ 281754 h 257971"/>
                    <a:gd name="connsiteX2" fmla="*/ 361805 w 354711"/>
                    <a:gd name="connsiteY2" fmla="*/ 277884 h 257971"/>
                    <a:gd name="connsiteX3" fmla="*/ 354066 w 354711"/>
                    <a:gd name="connsiteY3" fmla="*/ 273692 h 257971"/>
                    <a:gd name="connsiteX4" fmla="*/ 345360 w 354711"/>
                    <a:gd name="connsiteY4" fmla="*/ 275304 h 257971"/>
                    <a:gd name="connsiteX5" fmla="*/ 340523 w 354711"/>
                    <a:gd name="connsiteY5" fmla="*/ 272402 h 257971"/>
                    <a:gd name="connsiteX6" fmla="*/ 343425 w 354711"/>
                    <a:gd name="connsiteY6" fmla="*/ 267565 h 257971"/>
                    <a:gd name="connsiteX7" fmla="*/ 354066 w 354711"/>
                    <a:gd name="connsiteY7" fmla="*/ 265630 h 257971"/>
                    <a:gd name="connsiteX8" fmla="*/ 367932 w 354711"/>
                    <a:gd name="connsiteY8" fmla="*/ 272725 h 257971"/>
                    <a:gd name="connsiteX9" fmla="*/ 371479 w 354711"/>
                    <a:gd name="connsiteY9" fmla="*/ 276917 h 257971"/>
                    <a:gd name="connsiteX10" fmla="*/ 370835 w 354711"/>
                    <a:gd name="connsiteY10" fmla="*/ 282721 h 257971"/>
                    <a:gd name="connsiteX11" fmla="*/ 368255 w 354711"/>
                    <a:gd name="connsiteY11" fmla="*/ 283366 h 257971"/>
                    <a:gd name="connsiteX12" fmla="*/ 306019 w 354711"/>
                    <a:gd name="connsiteY12" fmla="*/ 277884 h 257971"/>
                    <a:gd name="connsiteX13" fmla="*/ 305374 w 354711"/>
                    <a:gd name="connsiteY13" fmla="*/ 277884 h 257971"/>
                    <a:gd name="connsiteX14" fmla="*/ 280222 w 354711"/>
                    <a:gd name="connsiteY14" fmla="*/ 260148 h 257971"/>
                    <a:gd name="connsiteX15" fmla="*/ 284091 w 354711"/>
                    <a:gd name="connsiteY15" fmla="*/ 255957 h 257971"/>
                    <a:gd name="connsiteX16" fmla="*/ 288283 w 354711"/>
                    <a:gd name="connsiteY16" fmla="*/ 259826 h 257971"/>
                    <a:gd name="connsiteX17" fmla="*/ 306664 w 354711"/>
                    <a:gd name="connsiteY17" fmla="*/ 269823 h 257971"/>
                    <a:gd name="connsiteX18" fmla="*/ 309889 w 354711"/>
                    <a:gd name="connsiteY18" fmla="*/ 274337 h 257971"/>
                    <a:gd name="connsiteX19" fmla="*/ 306019 w 354711"/>
                    <a:gd name="connsiteY19" fmla="*/ 277884 h 257971"/>
                    <a:gd name="connsiteX20" fmla="*/ 250555 w 354711"/>
                    <a:gd name="connsiteY20" fmla="*/ 246605 h 257971"/>
                    <a:gd name="connsiteX21" fmla="*/ 248298 w 354711"/>
                    <a:gd name="connsiteY21" fmla="*/ 245960 h 257971"/>
                    <a:gd name="connsiteX22" fmla="*/ 237334 w 354711"/>
                    <a:gd name="connsiteY22" fmla="*/ 235319 h 257971"/>
                    <a:gd name="connsiteX23" fmla="*/ 228627 w 354711"/>
                    <a:gd name="connsiteY23" fmla="*/ 228869 h 257971"/>
                    <a:gd name="connsiteX24" fmla="*/ 225725 w 354711"/>
                    <a:gd name="connsiteY24" fmla="*/ 224032 h 257971"/>
                    <a:gd name="connsiteX25" fmla="*/ 230562 w 354711"/>
                    <a:gd name="connsiteY25" fmla="*/ 221130 h 257971"/>
                    <a:gd name="connsiteX26" fmla="*/ 244106 w 354711"/>
                    <a:gd name="connsiteY26" fmla="*/ 231127 h 257971"/>
                    <a:gd name="connsiteX27" fmla="*/ 252490 w 354711"/>
                    <a:gd name="connsiteY27" fmla="*/ 239188 h 257971"/>
                    <a:gd name="connsiteX28" fmla="*/ 253780 w 354711"/>
                    <a:gd name="connsiteY28" fmla="*/ 244670 h 257971"/>
                    <a:gd name="connsiteX29" fmla="*/ 250555 w 354711"/>
                    <a:gd name="connsiteY29" fmla="*/ 246605 h 257971"/>
                    <a:gd name="connsiteX30" fmla="*/ 200895 w 354711"/>
                    <a:gd name="connsiteY30" fmla="*/ 210811 h 257971"/>
                    <a:gd name="connsiteX31" fmla="*/ 197671 w 354711"/>
                    <a:gd name="connsiteY31" fmla="*/ 209199 h 257971"/>
                    <a:gd name="connsiteX32" fmla="*/ 176711 w 354711"/>
                    <a:gd name="connsiteY32" fmla="*/ 198558 h 257971"/>
                    <a:gd name="connsiteX33" fmla="*/ 175098 w 354711"/>
                    <a:gd name="connsiteY33" fmla="*/ 198235 h 257971"/>
                    <a:gd name="connsiteX34" fmla="*/ 172519 w 354711"/>
                    <a:gd name="connsiteY34" fmla="*/ 193076 h 257971"/>
                    <a:gd name="connsiteX35" fmla="*/ 177678 w 354711"/>
                    <a:gd name="connsiteY35" fmla="*/ 190496 h 257971"/>
                    <a:gd name="connsiteX36" fmla="*/ 179290 w 354711"/>
                    <a:gd name="connsiteY36" fmla="*/ 190819 h 257971"/>
                    <a:gd name="connsiteX37" fmla="*/ 204120 w 354711"/>
                    <a:gd name="connsiteY37" fmla="*/ 204040 h 257971"/>
                    <a:gd name="connsiteX38" fmla="*/ 203475 w 354711"/>
                    <a:gd name="connsiteY38" fmla="*/ 209844 h 257971"/>
                    <a:gd name="connsiteX39" fmla="*/ 200895 w 354711"/>
                    <a:gd name="connsiteY39" fmla="*/ 210811 h 257971"/>
                    <a:gd name="connsiteX40" fmla="*/ 187997 w 354711"/>
                    <a:gd name="connsiteY40" fmla="*/ 176308 h 257971"/>
                    <a:gd name="connsiteX41" fmla="*/ 184450 w 354711"/>
                    <a:gd name="connsiteY41" fmla="*/ 174373 h 257971"/>
                    <a:gd name="connsiteX42" fmla="*/ 185740 w 354711"/>
                    <a:gd name="connsiteY42" fmla="*/ 168891 h 257971"/>
                    <a:gd name="connsiteX43" fmla="*/ 191867 w 354711"/>
                    <a:gd name="connsiteY43" fmla="*/ 164054 h 257971"/>
                    <a:gd name="connsiteX44" fmla="*/ 182193 w 354711"/>
                    <a:gd name="connsiteY44" fmla="*/ 158895 h 257971"/>
                    <a:gd name="connsiteX45" fmla="*/ 179935 w 354711"/>
                    <a:gd name="connsiteY45" fmla="*/ 153735 h 257971"/>
                    <a:gd name="connsiteX46" fmla="*/ 185095 w 354711"/>
                    <a:gd name="connsiteY46" fmla="*/ 151478 h 257971"/>
                    <a:gd name="connsiteX47" fmla="*/ 199283 w 354711"/>
                    <a:gd name="connsiteY47" fmla="*/ 161797 h 257971"/>
                    <a:gd name="connsiteX48" fmla="*/ 199606 w 354711"/>
                    <a:gd name="connsiteY48" fmla="*/ 164376 h 257971"/>
                    <a:gd name="connsiteX49" fmla="*/ 189609 w 354711"/>
                    <a:gd name="connsiteY49" fmla="*/ 175985 h 257971"/>
                    <a:gd name="connsiteX50" fmla="*/ 187997 w 354711"/>
                    <a:gd name="connsiteY50" fmla="*/ 176308 h 257971"/>
                    <a:gd name="connsiteX51" fmla="*/ 148656 w 354711"/>
                    <a:gd name="connsiteY51" fmla="*/ 142449 h 257971"/>
                    <a:gd name="connsiteX52" fmla="*/ 146721 w 354711"/>
                    <a:gd name="connsiteY52" fmla="*/ 142126 h 257971"/>
                    <a:gd name="connsiteX53" fmla="*/ 139305 w 354711"/>
                    <a:gd name="connsiteY53" fmla="*/ 138257 h 257971"/>
                    <a:gd name="connsiteX54" fmla="*/ 129308 w 354711"/>
                    <a:gd name="connsiteY54" fmla="*/ 132775 h 257971"/>
                    <a:gd name="connsiteX55" fmla="*/ 121892 w 354711"/>
                    <a:gd name="connsiteY55" fmla="*/ 127293 h 257971"/>
                    <a:gd name="connsiteX56" fmla="*/ 121892 w 354711"/>
                    <a:gd name="connsiteY56" fmla="*/ 121489 h 257971"/>
                    <a:gd name="connsiteX57" fmla="*/ 127696 w 354711"/>
                    <a:gd name="connsiteY57" fmla="*/ 121489 h 257971"/>
                    <a:gd name="connsiteX58" fmla="*/ 133178 w 354711"/>
                    <a:gd name="connsiteY58" fmla="*/ 125358 h 257971"/>
                    <a:gd name="connsiteX59" fmla="*/ 143174 w 354711"/>
                    <a:gd name="connsiteY59" fmla="*/ 130840 h 257971"/>
                    <a:gd name="connsiteX60" fmla="*/ 150269 w 354711"/>
                    <a:gd name="connsiteY60" fmla="*/ 134710 h 257971"/>
                    <a:gd name="connsiteX61" fmla="*/ 151881 w 354711"/>
                    <a:gd name="connsiteY61" fmla="*/ 140192 h 257971"/>
                    <a:gd name="connsiteX62" fmla="*/ 148656 w 354711"/>
                    <a:gd name="connsiteY62" fmla="*/ 142449 h 257971"/>
                    <a:gd name="connsiteX63" fmla="*/ 42888 w 354711"/>
                    <a:gd name="connsiteY63" fmla="*/ 137612 h 257971"/>
                    <a:gd name="connsiteX64" fmla="*/ 40308 w 354711"/>
                    <a:gd name="connsiteY64" fmla="*/ 136644 h 257971"/>
                    <a:gd name="connsiteX65" fmla="*/ 27087 w 354711"/>
                    <a:gd name="connsiteY65" fmla="*/ 127938 h 257971"/>
                    <a:gd name="connsiteX66" fmla="*/ 24185 w 354711"/>
                    <a:gd name="connsiteY66" fmla="*/ 126326 h 257971"/>
                    <a:gd name="connsiteX67" fmla="*/ 17413 w 354711"/>
                    <a:gd name="connsiteY67" fmla="*/ 121489 h 257971"/>
                    <a:gd name="connsiteX68" fmla="*/ 17091 w 354711"/>
                    <a:gd name="connsiteY68" fmla="*/ 115684 h 257971"/>
                    <a:gd name="connsiteX69" fmla="*/ 22895 w 354711"/>
                    <a:gd name="connsiteY69" fmla="*/ 115362 h 257971"/>
                    <a:gd name="connsiteX70" fmla="*/ 28054 w 354711"/>
                    <a:gd name="connsiteY70" fmla="*/ 119231 h 257971"/>
                    <a:gd name="connsiteX71" fmla="*/ 30957 w 354711"/>
                    <a:gd name="connsiteY71" fmla="*/ 120844 h 257971"/>
                    <a:gd name="connsiteX72" fmla="*/ 45468 w 354711"/>
                    <a:gd name="connsiteY72" fmla="*/ 130518 h 257971"/>
                    <a:gd name="connsiteX73" fmla="*/ 45790 w 354711"/>
                    <a:gd name="connsiteY73" fmla="*/ 136322 h 257971"/>
                    <a:gd name="connsiteX74" fmla="*/ 42888 w 354711"/>
                    <a:gd name="connsiteY74" fmla="*/ 137612 h 257971"/>
                    <a:gd name="connsiteX75" fmla="*/ 76424 w 354711"/>
                    <a:gd name="connsiteY75" fmla="*/ 132130 h 257971"/>
                    <a:gd name="connsiteX76" fmla="*/ 72877 w 354711"/>
                    <a:gd name="connsiteY76" fmla="*/ 130195 h 257971"/>
                    <a:gd name="connsiteX77" fmla="*/ 69330 w 354711"/>
                    <a:gd name="connsiteY77" fmla="*/ 127938 h 257971"/>
                    <a:gd name="connsiteX78" fmla="*/ 93192 w 354711"/>
                    <a:gd name="connsiteY78" fmla="*/ 112782 h 257971"/>
                    <a:gd name="connsiteX79" fmla="*/ 94482 w 354711"/>
                    <a:gd name="connsiteY79" fmla="*/ 112460 h 257971"/>
                    <a:gd name="connsiteX80" fmla="*/ 99642 w 354711"/>
                    <a:gd name="connsiteY80" fmla="*/ 115039 h 257971"/>
                    <a:gd name="connsiteX81" fmla="*/ 97062 w 354711"/>
                    <a:gd name="connsiteY81" fmla="*/ 120199 h 257971"/>
                    <a:gd name="connsiteX82" fmla="*/ 95450 w 354711"/>
                    <a:gd name="connsiteY82" fmla="*/ 120521 h 257971"/>
                    <a:gd name="connsiteX83" fmla="*/ 76424 w 354711"/>
                    <a:gd name="connsiteY83" fmla="*/ 132130 h 257971"/>
                    <a:gd name="connsiteX84" fmla="*/ 3870 w 354711"/>
                    <a:gd name="connsiteY84" fmla="*/ 87630 h 257971"/>
                    <a:gd name="connsiteX85" fmla="*/ 0 w 354711"/>
                    <a:gd name="connsiteY85" fmla="*/ 83760 h 257971"/>
                    <a:gd name="connsiteX86" fmla="*/ 0 w 354711"/>
                    <a:gd name="connsiteY86" fmla="*/ 82148 h 257971"/>
                    <a:gd name="connsiteX87" fmla="*/ 5159 w 354711"/>
                    <a:gd name="connsiteY87" fmla="*/ 69249 h 257971"/>
                    <a:gd name="connsiteX88" fmla="*/ 8707 w 354711"/>
                    <a:gd name="connsiteY88" fmla="*/ 63123 h 257971"/>
                    <a:gd name="connsiteX89" fmla="*/ 10964 w 354711"/>
                    <a:gd name="connsiteY89" fmla="*/ 56996 h 257971"/>
                    <a:gd name="connsiteX90" fmla="*/ 16123 w 354711"/>
                    <a:gd name="connsiteY90" fmla="*/ 55061 h 257971"/>
                    <a:gd name="connsiteX91" fmla="*/ 18058 w 354711"/>
                    <a:gd name="connsiteY91" fmla="*/ 60220 h 257971"/>
                    <a:gd name="connsiteX92" fmla="*/ 16446 w 354711"/>
                    <a:gd name="connsiteY92" fmla="*/ 65380 h 257971"/>
                    <a:gd name="connsiteX93" fmla="*/ 10964 w 354711"/>
                    <a:gd name="connsiteY93" fmla="*/ 74731 h 257971"/>
                    <a:gd name="connsiteX94" fmla="*/ 7739 w 354711"/>
                    <a:gd name="connsiteY94" fmla="*/ 82148 h 257971"/>
                    <a:gd name="connsiteX95" fmla="*/ 7739 w 354711"/>
                    <a:gd name="connsiteY95" fmla="*/ 83438 h 257971"/>
                    <a:gd name="connsiteX96" fmla="*/ 3870 w 354711"/>
                    <a:gd name="connsiteY96" fmla="*/ 87630 h 257971"/>
                    <a:gd name="connsiteX97" fmla="*/ 3870 w 354711"/>
                    <a:gd name="connsiteY97" fmla="*/ 87630 h 257971"/>
                    <a:gd name="connsiteX98" fmla="*/ 34181 w 354711"/>
                    <a:gd name="connsiteY98" fmla="*/ 29264 h 257971"/>
                    <a:gd name="connsiteX99" fmla="*/ 32569 w 354711"/>
                    <a:gd name="connsiteY99" fmla="*/ 28941 h 257971"/>
                    <a:gd name="connsiteX100" fmla="*/ 30312 w 354711"/>
                    <a:gd name="connsiteY100" fmla="*/ 23782 h 257971"/>
                    <a:gd name="connsiteX101" fmla="*/ 30634 w 354711"/>
                    <a:gd name="connsiteY101" fmla="*/ 22814 h 257971"/>
                    <a:gd name="connsiteX102" fmla="*/ 25475 w 354711"/>
                    <a:gd name="connsiteY102" fmla="*/ 16365 h 257971"/>
                    <a:gd name="connsiteX103" fmla="*/ 15801 w 354711"/>
                    <a:gd name="connsiteY103" fmla="*/ 7014 h 257971"/>
                    <a:gd name="connsiteX104" fmla="*/ 15801 w 354711"/>
                    <a:gd name="connsiteY104" fmla="*/ 1209 h 257971"/>
                    <a:gd name="connsiteX105" fmla="*/ 21605 w 354711"/>
                    <a:gd name="connsiteY105" fmla="*/ 1209 h 257971"/>
                    <a:gd name="connsiteX106" fmla="*/ 30957 w 354711"/>
                    <a:gd name="connsiteY106" fmla="*/ 10561 h 257971"/>
                    <a:gd name="connsiteX107" fmla="*/ 38696 w 354711"/>
                    <a:gd name="connsiteY107" fmla="*/ 22814 h 257971"/>
                    <a:gd name="connsiteX108" fmla="*/ 37728 w 354711"/>
                    <a:gd name="connsiteY108" fmla="*/ 27006 h 257971"/>
                    <a:gd name="connsiteX109" fmla="*/ 34181 w 354711"/>
                    <a:gd name="connsiteY109" fmla="*/ 29264 h 257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</a:cxnLst>
                  <a:rect l="l" t="t" r="r" b="b"/>
                  <a:pathLst>
                    <a:path w="354711" h="257971">
                      <a:moveTo>
                        <a:pt x="368255" y="283366"/>
                      </a:moveTo>
                      <a:cubicBezTo>
                        <a:pt x="366965" y="283366"/>
                        <a:pt x="365998" y="282721"/>
                        <a:pt x="365030" y="281754"/>
                      </a:cubicBezTo>
                      <a:cubicBezTo>
                        <a:pt x="364063" y="280464"/>
                        <a:pt x="363095" y="279174"/>
                        <a:pt x="361805" y="277884"/>
                      </a:cubicBezTo>
                      <a:cubicBezTo>
                        <a:pt x="358581" y="274337"/>
                        <a:pt x="356323" y="273692"/>
                        <a:pt x="354066" y="273692"/>
                      </a:cubicBezTo>
                      <a:cubicBezTo>
                        <a:pt x="351809" y="273692"/>
                        <a:pt x="348907" y="274337"/>
                        <a:pt x="345360" y="275304"/>
                      </a:cubicBezTo>
                      <a:cubicBezTo>
                        <a:pt x="343103" y="275949"/>
                        <a:pt x="340845" y="274659"/>
                        <a:pt x="340523" y="272402"/>
                      </a:cubicBezTo>
                      <a:cubicBezTo>
                        <a:pt x="339878" y="270145"/>
                        <a:pt x="341168" y="267888"/>
                        <a:pt x="343425" y="267565"/>
                      </a:cubicBezTo>
                      <a:cubicBezTo>
                        <a:pt x="347617" y="266598"/>
                        <a:pt x="350842" y="265630"/>
                        <a:pt x="354066" y="265630"/>
                      </a:cubicBezTo>
                      <a:cubicBezTo>
                        <a:pt x="359548" y="265630"/>
                        <a:pt x="363740" y="267888"/>
                        <a:pt x="367932" y="272725"/>
                      </a:cubicBezTo>
                      <a:cubicBezTo>
                        <a:pt x="369222" y="274337"/>
                        <a:pt x="370512" y="275627"/>
                        <a:pt x="371479" y="276917"/>
                      </a:cubicBezTo>
                      <a:cubicBezTo>
                        <a:pt x="372769" y="278529"/>
                        <a:pt x="372447" y="281109"/>
                        <a:pt x="370835" y="282721"/>
                      </a:cubicBezTo>
                      <a:cubicBezTo>
                        <a:pt x="370189" y="283044"/>
                        <a:pt x="369222" y="283366"/>
                        <a:pt x="368255" y="283366"/>
                      </a:cubicBezTo>
                      <a:close/>
                      <a:moveTo>
                        <a:pt x="306019" y="277884"/>
                      </a:moveTo>
                      <a:cubicBezTo>
                        <a:pt x="305697" y="277884"/>
                        <a:pt x="305697" y="277884"/>
                        <a:pt x="305374" y="277884"/>
                      </a:cubicBezTo>
                      <a:cubicBezTo>
                        <a:pt x="289573" y="275304"/>
                        <a:pt x="280222" y="268855"/>
                        <a:pt x="280222" y="260148"/>
                      </a:cubicBezTo>
                      <a:cubicBezTo>
                        <a:pt x="280222" y="257891"/>
                        <a:pt x="281834" y="255957"/>
                        <a:pt x="284091" y="255957"/>
                      </a:cubicBezTo>
                      <a:cubicBezTo>
                        <a:pt x="286349" y="255957"/>
                        <a:pt x="288283" y="257569"/>
                        <a:pt x="288283" y="259826"/>
                      </a:cubicBezTo>
                      <a:cubicBezTo>
                        <a:pt x="288283" y="264018"/>
                        <a:pt x="295700" y="268210"/>
                        <a:pt x="306664" y="269823"/>
                      </a:cubicBezTo>
                      <a:cubicBezTo>
                        <a:pt x="308921" y="270145"/>
                        <a:pt x="310211" y="272080"/>
                        <a:pt x="309889" y="274337"/>
                      </a:cubicBezTo>
                      <a:cubicBezTo>
                        <a:pt x="309566" y="276594"/>
                        <a:pt x="307954" y="277884"/>
                        <a:pt x="306019" y="277884"/>
                      </a:cubicBezTo>
                      <a:close/>
                      <a:moveTo>
                        <a:pt x="250555" y="246605"/>
                      </a:moveTo>
                      <a:cubicBezTo>
                        <a:pt x="249910" y="246605"/>
                        <a:pt x="248943" y="246282"/>
                        <a:pt x="248298" y="245960"/>
                      </a:cubicBezTo>
                      <a:cubicBezTo>
                        <a:pt x="243461" y="243058"/>
                        <a:pt x="239914" y="239511"/>
                        <a:pt x="237334" y="235319"/>
                      </a:cubicBezTo>
                      <a:cubicBezTo>
                        <a:pt x="235077" y="231772"/>
                        <a:pt x="232497" y="229837"/>
                        <a:pt x="228627" y="228869"/>
                      </a:cubicBezTo>
                      <a:cubicBezTo>
                        <a:pt x="226370" y="228225"/>
                        <a:pt x="225080" y="225967"/>
                        <a:pt x="225725" y="224032"/>
                      </a:cubicBezTo>
                      <a:cubicBezTo>
                        <a:pt x="226370" y="221775"/>
                        <a:pt x="228627" y="220485"/>
                        <a:pt x="230562" y="221130"/>
                      </a:cubicBezTo>
                      <a:cubicBezTo>
                        <a:pt x="236367" y="222743"/>
                        <a:pt x="240881" y="225967"/>
                        <a:pt x="244106" y="231127"/>
                      </a:cubicBezTo>
                      <a:cubicBezTo>
                        <a:pt x="246041" y="234029"/>
                        <a:pt x="248620" y="236609"/>
                        <a:pt x="252490" y="239188"/>
                      </a:cubicBezTo>
                      <a:cubicBezTo>
                        <a:pt x="254425" y="240478"/>
                        <a:pt x="255070" y="242735"/>
                        <a:pt x="253780" y="244670"/>
                      </a:cubicBezTo>
                      <a:cubicBezTo>
                        <a:pt x="253135" y="245960"/>
                        <a:pt x="251845" y="246605"/>
                        <a:pt x="250555" y="246605"/>
                      </a:cubicBezTo>
                      <a:close/>
                      <a:moveTo>
                        <a:pt x="200895" y="210811"/>
                      </a:moveTo>
                      <a:cubicBezTo>
                        <a:pt x="199606" y="210811"/>
                        <a:pt x="198638" y="210166"/>
                        <a:pt x="197671" y="209199"/>
                      </a:cubicBezTo>
                      <a:cubicBezTo>
                        <a:pt x="193156" y="203717"/>
                        <a:pt x="183805" y="200815"/>
                        <a:pt x="176711" y="198558"/>
                      </a:cubicBezTo>
                      <a:lnTo>
                        <a:pt x="175098" y="198235"/>
                      </a:lnTo>
                      <a:cubicBezTo>
                        <a:pt x="172841" y="197590"/>
                        <a:pt x="171874" y="195333"/>
                        <a:pt x="172519" y="193076"/>
                      </a:cubicBezTo>
                      <a:cubicBezTo>
                        <a:pt x="173164" y="190819"/>
                        <a:pt x="175421" y="189851"/>
                        <a:pt x="177678" y="190496"/>
                      </a:cubicBezTo>
                      <a:lnTo>
                        <a:pt x="179290" y="190819"/>
                      </a:lnTo>
                      <a:cubicBezTo>
                        <a:pt x="187352" y="193076"/>
                        <a:pt x="197993" y="196623"/>
                        <a:pt x="204120" y="204040"/>
                      </a:cubicBezTo>
                      <a:cubicBezTo>
                        <a:pt x="205410" y="205652"/>
                        <a:pt x="205410" y="208232"/>
                        <a:pt x="203475" y="209844"/>
                      </a:cubicBezTo>
                      <a:cubicBezTo>
                        <a:pt x="202830" y="210489"/>
                        <a:pt x="201863" y="210811"/>
                        <a:pt x="200895" y="210811"/>
                      </a:cubicBezTo>
                      <a:close/>
                      <a:moveTo>
                        <a:pt x="187997" y="176308"/>
                      </a:moveTo>
                      <a:cubicBezTo>
                        <a:pt x="186707" y="176308"/>
                        <a:pt x="185417" y="175663"/>
                        <a:pt x="184450" y="174373"/>
                      </a:cubicBezTo>
                      <a:cubicBezTo>
                        <a:pt x="183160" y="172438"/>
                        <a:pt x="183805" y="169858"/>
                        <a:pt x="185740" y="168891"/>
                      </a:cubicBezTo>
                      <a:cubicBezTo>
                        <a:pt x="189932" y="165989"/>
                        <a:pt x="191544" y="164699"/>
                        <a:pt x="191867" y="164054"/>
                      </a:cubicBezTo>
                      <a:cubicBezTo>
                        <a:pt x="190577" y="162119"/>
                        <a:pt x="185417" y="160184"/>
                        <a:pt x="182193" y="158895"/>
                      </a:cubicBezTo>
                      <a:cubicBezTo>
                        <a:pt x="180258" y="157927"/>
                        <a:pt x="179290" y="155670"/>
                        <a:pt x="179935" y="153735"/>
                      </a:cubicBezTo>
                      <a:cubicBezTo>
                        <a:pt x="180903" y="151800"/>
                        <a:pt x="183160" y="150833"/>
                        <a:pt x="185095" y="151478"/>
                      </a:cubicBezTo>
                      <a:cubicBezTo>
                        <a:pt x="192189" y="154380"/>
                        <a:pt x="197348" y="156960"/>
                        <a:pt x="199283" y="161797"/>
                      </a:cubicBezTo>
                      <a:cubicBezTo>
                        <a:pt x="199606" y="162764"/>
                        <a:pt x="199606" y="163409"/>
                        <a:pt x="199606" y="164376"/>
                      </a:cubicBezTo>
                      <a:cubicBezTo>
                        <a:pt x="199606" y="169213"/>
                        <a:pt x="194769" y="172761"/>
                        <a:pt x="189609" y="175985"/>
                      </a:cubicBezTo>
                      <a:cubicBezTo>
                        <a:pt x="189287" y="175985"/>
                        <a:pt x="188642" y="176308"/>
                        <a:pt x="187997" y="176308"/>
                      </a:cubicBezTo>
                      <a:close/>
                      <a:moveTo>
                        <a:pt x="148656" y="142449"/>
                      </a:moveTo>
                      <a:cubicBezTo>
                        <a:pt x="148011" y="142449"/>
                        <a:pt x="147366" y="142449"/>
                        <a:pt x="146721" y="142126"/>
                      </a:cubicBezTo>
                      <a:cubicBezTo>
                        <a:pt x="144142" y="140837"/>
                        <a:pt x="141885" y="139547"/>
                        <a:pt x="139305" y="138257"/>
                      </a:cubicBezTo>
                      <a:cubicBezTo>
                        <a:pt x="136403" y="136644"/>
                        <a:pt x="133178" y="135032"/>
                        <a:pt x="129308" y="132775"/>
                      </a:cubicBezTo>
                      <a:cubicBezTo>
                        <a:pt x="126406" y="131163"/>
                        <a:pt x="123826" y="129550"/>
                        <a:pt x="121892" y="127293"/>
                      </a:cubicBezTo>
                      <a:cubicBezTo>
                        <a:pt x="120279" y="125681"/>
                        <a:pt x="120279" y="123101"/>
                        <a:pt x="121892" y="121489"/>
                      </a:cubicBezTo>
                      <a:cubicBezTo>
                        <a:pt x="123504" y="119876"/>
                        <a:pt x="126084" y="119876"/>
                        <a:pt x="127696" y="121489"/>
                      </a:cubicBezTo>
                      <a:cubicBezTo>
                        <a:pt x="129308" y="123101"/>
                        <a:pt x="130921" y="124391"/>
                        <a:pt x="133178" y="125358"/>
                      </a:cubicBezTo>
                      <a:cubicBezTo>
                        <a:pt x="137047" y="127293"/>
                        <a:pt x="140272" y="129228"/>
                        <a:pt x="143174" y="130840"/>
                      </a:cubicBezTo>
                      <a:cubicBezTo>
                        <a:pt x="145754" y="132130"/>
                        <a:pt x="148011" y="133420"/>
                        <a:pt x="150269" y="134710"/>
                      </a:cubicBezTo>
                      <a:cubicBezTo>
                        <a:pt x="152203" y="135677"/>
                        <a:pt x="152848" y="138257"/>
                        <a:pt x="151881" y="140192"/>
                      </a:cubicBezTo>
                      <a:cubicBezTo>
                        <a:pt x="151558" y="141804"/>
                        <a:pt x="150269" y="142449"/>
                        <a:pt x="148656" y="142449"/>
                      </a:cubicBezTo>
                      <a:close/>
                      <a:moveTo>
                        <a:pt x="42888" y="137612"/>
                      </a:moveTo>
                      <a:cubicBezTo>
                        <a:pt x="41920" y="137612"/>
                        <a:pt x="40953" y="137289"/>
                        <a:pt x="40308" y="136644"/>
                      </a:cubicBezTo>
                      <a:cubicBezTo>
                        <a:pt x="35794" y="132775"/>
                        <a:pt x="32891" y="131163"/>
                        <a:pt x="27087" y="127938"/>
                      </a:cubicBezTo>
                      <a:lnTo>
                        <a:pt x="24185" y="126326"/>
                      </a:lnTo>
                      <a:cubicBezTo>
                        <a:pt x="21928" y="125036"/>
                        <a:pt x="19670" y="123423"/>
                        <a:pt x="17413" y="121489"/>
                      </a:cubicBezTo>
                      <a:cubicBezTo>
                        <a:pt x="15801" y="119876"/>
                        <a:pt x="15801" y="117297"/>
                        <a:pt x="17091" y="115684"/>
                      </a:cubicBezTo>
                      <a:cubicBezTo>
                        <a:pt x="18703" y="114072"/>
                        <a:pt x="21283" y="114072"/>
                        <a:pt x="22895" y="115362"/>
                      </a:cubicBezTo>
                      <a:cubicBezTo>
                        <a:pt x="24507" y="116974"/>
                        <a:pt x="26442" y="118264"/>
                        <a:pt x="28054" y="119231"/>
                      </a:cubicBezTo>
                      <a:lnTo>
                        <a:pt x="30957" y="120844"/>
                      </a:lnTo>
                      <a:cubicBezTo>
                        <a:pt x="37083" y="124068"/>
                        <a:pt x="40308" y="126003"/>
                        <a:pt x="45468" y="130518"/>
                      </a:cubicBezTo>
                      <a:cubicBezTo>
                        <a:pt x="47080" y="131807"/>
                        <a:pt x="47402" y="134387"/>
                        <a:pt x="45790" y="136322"/>
                      </a:cubicBezTo>
                      <a:cubicBezTo>
                        <a:pt x="45145" y="136967"/>
                        <a:pt x="43855" y="137612"/>
                        <a:pt x="42888" y="137612"/>
                      </a:cubicBezTo>
                      <a:close/>
                      <a:moveTo>
                        <a:pt x="76424" y="132130"/>
                      </a:moveTo>
                      <a:lnTo>
                        <a:pt x="72877" y="130195"/>
                      </a:lnTo>
                      <a:lnTo>
                        <a:pt x="69330" y="127938"/>
                      </a:lnTo>
                      <a:cubicBezTo>
                        <a:pt x="74812" y="119231"/>
                        <a:pt x="79649" y="116329"/>
                        <a:pt x="93192" y="112782"/>
                      </a:cubicBezTo>
                      <a:lnTo>
                        <a:pt x="94482" y="112460"/>
                      </a:lnTo>
                      <a:cubicBezTo>
                        <a:pt x="96739" y="111815"/>
                        <a:pt x="98997" y="113105"/>
                        <a:pt x="99642" y="115039"/>
                      </a:cubicBezTo>
                      <a:cubicBezTo>
                        <a:pt x="100287" y="117297"/>
                        <a:pt x="98997" y="119554"/>
                        <a:pt x="97062" y="120199"/>
                      </a:cubicBezTo>
                      <a:lnTo>
                        <a:pt x="95450" y="120521"/>
                      </a:lnTo>
                      <a:cubicBezTo>
                        <a:pt x="83196" y="123423"/>
                        <a:pt x="80294" y="126003"/>
                        <a:pt x="76424" y="132130"/>
                      </a:cubicBezTo>
                      <a:close/>
                      <a:moveTo>
                        <a:pt x="3870" y="87630"/>
                      </a:moveTo>
                      <a:cubicBezTo>
                        <a:pt x="1612" y="87630"/>
                        <a:pt x="0" y="86018"/>
                        <a:pt x="0" y="83760"/>
                      </a:cubicBezTo>
                      <a:cubicBezTo>
                        <a:pt x="0" y="83115"/>
                        <a:pt x="0" y="82793"/>
                        <a:pt x="0" y="82148"/>
                      </a:cubicBezTo>
                      <a:cubicBezTo>
                        <a:pt x="0" y="75376"/>
                        <a:pt x="2902" y="72152"/>
                        <a:pt x="5159" y="69249"/>
                      </a:cubicBezTo>
                      <a:cubicBezTo>
                        <a:pt x="6772" y="67315"/>
                        <a:pt x="8062" y="66025"/>
                        <a:pt x="8707" y="63123"/>
                      </a:cubicBezTo>
                      <a:cubicBezTo>
                        <a:pt x="9352" y="60865"/>
                        <a:pt x="9996" y="58930"/>
                        <a:pt x="10964" y="56996"/>
                      </a:cubicBezTo>
                      <a:cubicBezTo>
                        <a:pt x="11931" y="55061"/>
                        <a:pt x="14188" y="54093"/>
                        <a:pt x="16123" y="55061"/>
                      </a:cubicBezTo>
                      <a:cubicBezTo>
                        <a:pt x="18058" y="56028"/>
                        <a:pt x="19025" y="58286"/>
                        <a:pt x="18058" y="60220"/>
                      </a:cubicBezTo>
                      <a:cubicBezTo>
                        <a:pt x="17413" y="61833"/>
                        <a:pt x="16768" y="63445"/>
                        <a:pt x="16446" y="65380"/>
                      </a:cubicBezTo>
                      <a:cubicBezTo>
                        <a:pt x="15156" y="70217"/>
                        <a:pt x="12899" y="72796"/>
                        <a:pt x="10964" y="74731"/>
                      </a:cubicBezTo>
                      <a:cubicBezTo>
                        <a:pt x="9029" y="76988"/>
                        <a:pt x="7739" y="78278"/>
                        <a:pt x="7739" y="82148"/>
                      </a:cubicBezTo>
                      <a:cubicBezTo>
                        <a:pt x="7739" y="82470"/>
                        <a:pt x="7739" y="82793"/>
                        <a:pt x="7739" y="83438"/>
                      </a:cubicBezTo>
                      <a:cubicBezTo>
                        <a:pt x="8062" y="85373"/>
                        <a:pt x="6449" y="87307"/>
                        <a:pt x="3870" y="87630"/>
                      </a:cubicBezTo>
                      <a:cubicBezTo>
                        <a:pt x="4192" y="87630"/>
                        <a:pt x="3870" y="87630"/>
                        <a:pt x="3870" y="87630"/>
                      </a:cubicBezTo>
                      <a:close/>
                      <a:moveTo>
                        <a:pt x="34181" y="29264"/>
                      </a:moveTo>
                      <a:cubicBezTo>
                        <a:pt x="33536" y="29264"/>
                        <a:pt x="33214" y="29264"/>
                        <a:pt x="32569" y="28941"/>
                      </a:cubicBezTo>
                      <a:cubicBezTo>
                        <a:pt x="30634" y="27974"/>
                        <a:pt x="29667" y="25717"/>
                        <a:pt x="30312" y="23782"/>
                      </a:cubicBezTo>
                      <a:cubicBezTo>
                        <a:pt x="30634" y="23459"/>
                        <a:pt x="30634" y="22814"/>
                        <a:pt x="30634" y="22814"/>
                      </a:cubicBezTo>
                      <a:cubicBezTo>
                        <a:pt x="30634" y="21847"/>
                        <a:pt x="29022" y="19590"/>
                        <a:pt x="25475" y="16365"/>
                      </a:cubicBezTo>
                      <a:cubicBezTo>
                        <a:pt x="21283" y="12495"/>
                        <a:pt x="18380" y="9593"/>
                        <a:pt x="15801" y="7014"/>
                      </a:cubicBezTo>
                      <a:cubicBezTo>
                        <a:pt x="14188" y="5401"/>
                        <a:pt x="14188" y="2822"/>
                        <a:pt x="15801" y="1209"/>
                      </a:cubicBezTo>
                      <a:cubicBezTo>
                        <a:pt x="17413" y="-403"/>
                        <a:pt x="19993" y="-403"/>
                        <a:pt x="21605" y="1209"/>
                      </a:cubicBezTo>
                      <a:cubicBezTo>
                        <a:pt x="24185" y="3789"/>
                        <a:pt x="27087" y="6691"/>
                        <a:pt x="30957" y="10561"/>
                      </a:cubicBezTo>
                      <a:cubicBezTo>
                        <a:pt x="35794" y="15075"/>
                        <a:pt x="38696" y="18622"/>
                        <a:pt x="38696" y="22814"/>
                      </a:cubicBezTo>
                      <a:cubicBezTo>
                        <a:pt x="38696" y="24104"/>
                        <a:pt x="38373" y="25717"/>
                        <a:pt x="37728" y="27006"/>
                      </a:cubicBezTo>
                      <a:cubicBezTo>
                        <a:pt x="37406" y="28296"/>
                        <a:pt x="35794" y="29264"/>
                        <a:pt x="34181" y="29264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64" name="Freeform: Shape 263">
                  <a:extLst>
                    <a:ext uri="{FF2B5EF4-FFF2-40B4-BE49-F238E27FC236}">
                      <a16:creationId xmlns:a16="http://schemas.microsoft.com/office/drawing/2014/main" id="{8CA4A175-F423-448D-B5CA-0D95FFD9BB7D}"/>
                    </a:ext>
                  </a:extLst>
                </p:cNvPr>
                <p:cNvSpPr/>
                <p:nvPr/>
              </p:nvSpPr>
              <p:spPr>
                <a:xfrm>
                  <a:off x="5502911" y="1966756"/>
                  <a:ext cx="32246" cy="32246"/>
                </a:xfrm>
                <a:custGeom>
                  <a:avLst/>
                  <a:gdLst>
                    <a:gd name="connsiteX0" fmla="*/ 6449 w 0"/>
                    <a:gd name="connsiteY0" fmla="*/ 40953 h 32246"/>
                    <a:gd name="connsiteX1" fmla="*/ 4192 w 0"/>
                    <a:gd name="connsiteY1" fmla="*/ 40308 h 32246"/>
                    <a:gd name="connsiteX2" fmla="*/ 2902 w 0"/>
                    <a:gd name="connsiteY2" fmla="*/ 34826 h 32246"/>
                    <a:gd name="connsiteX3" fmla="*/ 3225 w 0"/>
                    <a:gd name="connsiteY3" fmla="*/ 34181 h 32246"/>
                    <a:gd name="connsiteX4" fmla="*/ 4514 w 0"/>
                    <a:gd name="connsiteY4" fmla="*/ 24507 h 32246"/>
                    <a:gd name="connsiteX5" fmla="*/ 0 w 0"/>
                    <a:gd name="connsiteY5" fmla="*/ 0 h 32246"/>
                    <a:gd name="connsiteX6" fmla="*/ 11931 w 0"/>
                    <a:gd name="connsiteY6" fmla="*/ 21605 h 32246"/>
                    <a:gd name="connsiteX7" fmla="*/ 16446 w 0"/>
                    <a:gd name="connsiteY7" fmla="*/ 26765 h 32246"/>
                    <a:gd name="connsiteX8" fmla="*/ 20315 w 0"/>
                    <a:gd name="connsiteY8" fmla="*/ 29022 h 32246"/>
                    <a:gd name="connsiteX9" fmla="*/ 21605 w 0"/>
                    <a:gd name="connsiteY9" fmla="*/ 34504 h 32246"/>
                    <a:gd name="connsiteX10" fmla="*/ 16123 w 0"/>
                    <a:gd name="connsiteY10" fmla="*/ 35794 h 32246"/>
                    <a:gd name="connsiteX11" fmla="*/ 11931 w 0"/>
                    <a:gd name="connsiteY11" fmla="*/ 33214 h 32246"/>
                    <a:gd name="connsiteX12" fmla="*/ 9996 w 0"/>
                    <a:gd name="connsiteY12" fmla="*/ 37728 h 32246"/>
                    <a:gd name="connsiteX13" fmla="*/ 9674 w 0"/>
                    <a:gd name="connsiteY13" fmla="*/ 38373 h 32246"/>
                    <a:gd name="connsiteX14" fmla="*/ 6449 w 0"/>
                    <a:gd name="connsiteY14" fmla="*/ 40953 h 32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h="32246">
                      <a:moveTo>
                        <a:pt x="6449" y="40953"/>
                      </a:moveTo>
                      <a:cubicBezTo>
                        <a:pt x="5804" y="40953"/>
                        <a:pt x="5159" y="40631"/>
                        <a:pt x="4192" y="40308"/>
                      </a:cubicBezTo>
                      <a:cubicBezTo>
                        <a:pt x="2257" y="39018"/>
                        <a:pt x="1612" y="36761"/>
                        <a:pt x="2902" y="34826"/>
                      </a:cubicBezTo>
                      <a:lnTo>
                        <a:pt x="3225" y="34181"/>
                      </a:lnTo>
                      <a:cubicBezTo>
                        <a:pt x="4837" y="31602"/>
                        <a:pt x="5159" y="28377"/>
                        <a:pt x="4514" y="24507"/>
                      </a:cubicBezTo>
                      <a:lnTo>
                        <a:pt x="0" y="0"/>
                      </a:lnTo>
                      <a:lnTo>
                        <a:pt x="11931" y="21605"/>
                      </a:lnTo>
                      <a:cubicBezTo>
                        <a:pt x="13221" y="23862"/>
                        <a:pt x="14833" y="25475"/>
                        <a:pt x="16446" y="26765"/>
                      </a:cubicBezTo>
                      <a:cubicBezTo>
                        <a:pt x="17736" y="27732"/>
                        <a:pt x="19025" y="28377"/>
                        <a:pt x="20315" y="29022"/>
                      </a:cubicBezTo>
                      <a:cubicBezTo>
                        <a:pt x="22250" y="29989"/>
                        <a:pt x="22895" y="32569"/>
                        <a:pt x="21605" y="34504"/>
                      </a:cubicBezTo>
                      <a:cubicBezTo>
                        <a:pt x="20638" y="36439"/>
                        <a:pt x="18058" y="37084"/>
                        <a:pt x="16123" y="35794"/>
                      </a:cubicBezTo>
                      <a:cubicBezTo>
                        <a:pt x="14833" y="35149"/>
                        <a:pt x="13543" y="34181"/>
                        <a:pt x="11931" y="33214"/>
                      </a:cubicBezTo>
                      <a:cubicBezTo>
                        <a:pt x="11609" y="34826"/>
                        <a:pt x="10964" y="36116"/>
                        <a:pt x="9996" y="37728"/>
                      </a:cubicBezTo>
                      <a:lnTo>
                        <a:pt x="9674" y="38373"/>
                      </a:lnTo>
                      <a:cubicBezTo>
                        <a:pt x="9352" y="40308"/>
                        <a:pt x="8062" y="40953"/>
                        <a:pt x="6449" y="4095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65" name="Freeform: Shape 264">
                  <a:extLst>
                    <a:ext uri="{FF2B5EF4-FFF2-40B4-BE49-F238E27FC236}">
                      <a16:creationId xmlns:a16="http://schemas.microsoft.com/office/drawing/2014/main" id="{A7B3EBF1-3003-366F-7222-575ABBBF32E0}"/>
                    </a:ext>
                  </a:extLst>
                </p:cNvPr>
                <p:cNvSpPr/>
                <p:nvPr/>
              </p:nvSpPr>
              <p:spPr>
                <a:xfrm>
                  <a:off x="5405849" y="2025239"/>
                  <a:ext cx="64493" cy="193479"/>
                </a:xfrm>
                <a:custGeom>
                  <a:avLst/>
                  <a:gdLst>
                    <a:gd name="connsiteX0" fmla="*/ 12899 w 64492"/>
                    <a:gd name="connsiteY0" fmla="*/ 206906 h 193478"/>
                    <a:gd name="connsiteX1" fmla="*/ 11931 w 64492"/>
                    <a:gd name="connsiteY1" fmla="*/ 206906 h 193478"/>
                    <a:gd name="connsiteX2" fmla="*/ 9029 w 64492"/>
                    <a:gd name="connsiteY2" fmla="*/ 202069 h 193478"/>
                    <a:gd name="connsiteX3" fmla="*/ 12254 w 64492"/>
                    <a:gd name="connsiteY3" fmla="*/ 195620 h 193478"/>
                    <a:gd name="connsiteX4" fmla="*/ 15478 w 64492"/>
                    <a:gd name="connsiteY4" fmla="*/ 186913 h 193478"/>
                    <a:gd name="connsiteX5" fmla="*/ 15156 w 64492"/>
                    <a:gd name="connsiteY5" fmla="*/ 184011 h 193478"/>
                    <a:gd name="connsiteX6" fmla="*/ 13544 w 64492"/>
                    <a:gd name="connsiteY6" fmla="*/ 177884 h 193478"/>
                    <a:gd name="connsiteX7" fmla="*/ 16123 w 64492"/>
                    <a:gd name="connsiteY7" fmla="*/ 172725 h 193478"/>
                    <a:gd name="connsiteX8" fmla="*/ 21283 w 64492"/>
                    <a:gd name="connsiteY8" fmla="*/ 175304 h 193478"/>
                    <a:gd name="connsiteX9" fmla="*/ 23217 w 64492"/>
                    <a:gd name="connsiteY9" fmla="*/ 182398 h 193478"/>
                    <a:gd name="connsiteX10" fmla="*/ 23540 w 64492"/>
                    <a:gd name="connsiteY10" fmla="*/ 186590 h 193478"/>
                    <a:gd name="connsiteX11" fmla="*/ 19348 w 64492"/>
                    <a:gd name="connsiteY11" fmla="*/ 199489 h 193478"/>
                    <a:gd name="connsiteX12" fmla="*/ 17091 w 64492"/>
                    <a:gd name="connsiteY12" fmla="*/ 204326 h 193478"/>
                    <a:gd name="connsiteX13" fmla="*/ 12899 w 64492"/>
                    <a:gd name="connsiteY13" fmla="*/ 206906 h 193478"/>
                    <a:gd name="connsiteX14" fmla="*/ 4515 w 64492"/>
                    <a:gd name="connsiteY14" fmla="*/ 143058 h 193478"/>
                    <a:gd name="connsiteX15" fmla="*/ 645 w 64492"/>
                    <a:gd name="connsiteY15" fmla="*/ 139833 h 193478"/>
                    <a:gd name="connsiteX16" fmla="*/ 0 w 64492"/>
                    <a:gd name="connsiteY16" fmla="*/ 130159 h 193478"/>
                    <a:gd name="connsiteX17" fmla="*/ 2902 w 64492"/>
                    <a:gd name="connsiteY17" fmla="*/ 109199 h 193478"/>
                    <a:gd name="connsiteX18" fmla="*/ 8384 w 64492"/>
                    <a:gd name="connsiteY18" fmla="*/ 107909 h 193478"/>
                    <a:gd name="connsiteX19" fmla="*/ 9674 w 64492"/>
                    <a:gd name="connsiteY19" fmla="*/ 113391 h 193478"/>
                    <a:gd name="connsiteX20" fmla="*/ 7739 w 64492"/>
                    <a:gd name="connsiteY20" fmla="*/ 129837 h 193478"/>
                    <a:gd name="connsiteX21" fmla="*/ 8384 w 64492"/>
                    <a:gd name="connsiteY21" fmla="*/ 138221 h 193478"/>
                    <a:gd name="connsiteX22" fmla="*/ 5160 w 64492"/>
                    <a:gd name="connsiteY22" fmla="*/ 142735 h 193478"/>
                    <a:gd name="connsiteX23" fmla="*/ 4515 w 64492"/>
                    <a:gd name="connsiteY23" fmla="*/ 143058 h 193478"/>
                    <a:gd name="connsiteX24" fmla="*/ 25475 w 64492"/>
                    <a:gd name="connsiteY24" fmla="*/ 81145 h 193478"/>
                    <a:gd name="connsiteX25" fmla="*/ 23862 w 64492"/>
                    <a:gd name="connsiteY25" fmla="*/ 80822 h 193478"/>
                    <a:gd name="connsiteX26" fmla="*/ 21605 w 64492"/>
                    <a:gd name="connsiteY26" fmla="*/ 75663 h 193478"/>
                    <a:gd name="connsiteX27" fmla="*/ 30312 w 64492"/>
                    <a:gd name="connsiteY27" fmla="*/ 49543 h 193478"/>
                    <a:gd name="connsiteX28" fmla="*/ 35149 w 64492"/>
                    <a:gd name="connsiteY28" fmla="*/ 46641 h 193478"/>
                    <a:gd name="connsiteX29" fmla="*/ 38051 w 64492"/>
                    <a:gd name="connsiteY29" fmla="*/ 51478 h 193478"/>
                    <a:gd name="connsiteX30" fmla="*/ 29022 w 64492"/>
                    <a:gd name="connsiteY30" fmla="*/ 78887 h 193478"/>
                    <a:gd name="connsiteX31" fmla="*/ 25475 w 64492"/>
                    <a:gd name="connsiteY31" fmla="*/ 81145 h 193478"/>
                    <a:gd name="connsiteX32" fmla="*/ 62236 w 64492"/>
                    <a:gd name="connsiteY32" fmla="*/ 31485 h 193478"/>
                    <a:gd name="connsiteX33" fmla="*/ 58689 w 64492"/>
                    <a:gd name="connsiteY33" fmla="*/ 29228 h 193478"/>
                    <a:gd name="connsiteX34" fmla="*/ 60301 w 64492"/>
                    <a:gd name="connsiteY34" fmla="*/ 23746 h 193478"/>
                    <a:gd name="connsiteX35" fmla="*/ 68685 w 64492"/>
                    <a:gd name="connsiteY35" fmla="*/ 8912 h 193478"/>
                    <a:gd name="connsiteX36" fmla="*/ 70942 w 64492"/>
                    <a:gd name="connsiteY36" fmla="*/ 1818 h 193478"/>
                    <a:gd name="connsiteX37" fmla="*/ 76424 w 64492"/>
                    <a:gd name="connsiteY37" fmla="*/ 528 h 193478"/>
                    <a:gd name="connsiteX38" fmla="*/ 77714 w 64492"/>
                    <a:gd name="connsiteY38" fmla="*/ 6010 h 193478"/>
                    <a:gd name="connsiteX39" fmla="*/ 76747 w 64492"/>
                    <a:gd name="connsiteY39" fmla="*/ 8590 h 193478"/>
                    <a:gd name="connsiteX40" fmla="*/ 64171 w 64492"/>
                    <a:gd name="connsiteY40" fmla="*/ 30517 h 193478"/>
                    <a:gd name="connsiteX41" fmla="*/ 62236 w 64492"/>
                    <a:gd name="connsiteY41" fmla="*/ 31485 h 193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64492" h="193478">
                      <a:moveTo>
                        <a:pt x="12899" y="206906"/>
                      </a:moveTo>
                      <a:cubicBezTo>
                        <a:pt x="12576" y="206906"/>
                        <a:pt x="12254" y="206906"/>
                        <a:pt x="11931" y="206906"/>
                      </a:cubicBezTo>
                      <a:cubicBezTo>
                        <a:pt x="9674" y="206261"/>
                        <a:pt x="8707" y="204004"/>
                        <a:pt x="9029" y="202069"/>
                      </a:cubicBezTo>
                      <a:cubicBezTo>
                        <a:pt x="9674" y="199489"/>
                        <a:pt x="10964" y="197554"/>
                        <a:pt x="12254" y="195620"/>
                      </a:cubicBezTo>
                      <a:cubicBezTo>
                        <a:pt x="13866" y="192717"/>
                        <a:pt x="15478" y="190460"/>
                        <a:pt x="15478" y="186913"/>
                      </a:cubicBezTo>
                      <a:cubicBezTo>
                        <a:pt x="15478" y="185946"/>
                        <a:pt x="15478" y="185301"/>
                        <a:pt x="15156" y="184011"/>
                      </a:cubicBezTo>
                      <a:cubicBezTo>
                        <a:pt x="14833" y="182076"/>
                        <a:pt x="14189" y="180141"/>
                        <a:pt x="13544" y="177884"/>
                      </a:cubicBezTo>
                      <a:cubicBezTo>
                        <a:pt x="12899" y="175627"/>
                        <a:pt x="13866" y="173369"/>
                        <a:pt x="16123" y="172725"/>
                      </a:cubicBezTo>
                      <a:cubicBezTo>
                        <a:pt x="18381" y="172080"/>
                        <a:pt x="20638" y="173047"/>
                        <a:pt x="21283" y="175304"/>
                      </a:cubicBezTo>
                      <a:cubicBezTo>
                        <a:pt x="22250" y="177884"/>
                        <a:pt x="22895" y="180464"/>
                        <a:pt x="23217" y="182398"/>
                      </a:cubicBezTo>
                      <a:cubicBezTo>
                        <a:pt x="23540" y="183688"/>
                        <a:pt x="23540" y="185301"/>
                        <a:pt x="23540" y="186590"/>
                      </a:cubicBezTo>
                      <a:cubicBezTo>
                        <a:pt x="23540" y="192395"/>
                        <a:pt x="21283" y="196264"/>
                        <a:pt x="19348" y="199489"/>
                      </a:cubicBezTo>
                      <a:cubicBezTo>
                        <a:pt x="18381" y="201101"/>
                        <a:pt x="17413" y="202714"/>
                        <a:pt x="17091" y="204326"/>
                      </a:cubicBezTo>
                      <a:cubicBezTo>
                        <a:pt x="16123" y="205616"/>
                        <a:pt x="14511" y="206906"/>
                        <a:pt x="12899" y="206906"/>
                      </a:cubicBezTo>
                      <a:close/>
                      <a:moveTo>
                        <a:pt x="4515" y="143058"/>
                      </a:moveTo>
                      <a:cubicBezTo>
                        <a:pt x="2580" y="143058"/>
                        <a:pt x="967" y="141768"/>
                        <a:pt x="645" y="139833"/>
                      </a:cubicBezTo>
                      <a:cubicBezTo>
                        <a:pt x="0" y="136608"/>
                        <a:pt x="0" y="133384"/>
                        <a:pt x="0" y="130159"/>
                      </a:cubicBezTo>
                      <a:cubicBezTo>
                        <a:pt x="0" y="117261"/>
                        <a:pt x="0" y="114036"/>
                        <a:pt x="2902" y="109199"/>
                      </a:cubicBezTo>
                      <a:cubicBezTo>
                        <a:pt x="4192" y="107264"/>
                        <a:pt x="6449" y="106619"/>
                        <a:pt x="8384" y="107909"/>
                      </a:cubicBezTo>
                      <a:cubicBezTo>
                        <a:pt x="10319" y="109199"/>
                        <a:pt x="10964" y="111456"/>
                        <a:pt x="9674" y="113391"/>
                      </a:cubicBezTo>
                      <a:cubicBezTo>
                        <a:pt x="7739" y="116293"/>
                        <a:pt x="7739" y="117583"/>
                        <a:pt x="7739" y="129837"/>
                      </a:cubicBezTo>
                      <a:cubicBezTo>
                        <a:pt x="7739" y="132416"/>
                        <a:pt x="8062" y="135318"/>
                        <a:pt x="8384" y="138221"/>
                      </a:cubicBezTo>
                      <a:cubicBezTo>
                        <a:pt x="8707" y="140478"/>
                        <a:pt x="7094" y="142413"/>
                        <a:pt x="5160" y="142735"/>
                      </a:cubicBezTo>
                      <a:cubicBezTo>
                        <a:pt x="4837" y="143058"/>
                        <a:pt x="4837" y="143058"/>
                        <a:pt x="4515" y="143058"/>
                      </a:cubicBezTo>
                      <a:close/>
                      <a:moveTo>
                        <a:pt x="25475" y="81145"/>
                      </a:moveTo>
                      <a:cubicBezTo>
                        <a:pt x="24830" y="81145"/>
                        <a:pt x="24507" y="81145"/>
                        <a:pt x="23862" y="80822"/>
                      </a:cubicBezTo>
                      <a:cubicBezTo>
                        <a:pt x="21928" y="79855"/>
                        <a:pt x="20960" y="77597"/>
                        <a:pt x="21605" y="75663"/>
                      </a:cubicBezTo>
                      <a:cubicBezTo>
                        <a:pt x="25152" y="67279"/>
                        <a:pt x="28055" y="58572"/>
                        <a:pt x="30312" y="49543"/>
                      </a:cubicBezTo>
                      <a:cubicBezTo>
                        <a:pt x="30957" y="47286"/>
                        <a:pt x="32891" y="45996"/>
                        <a:pt x="35149" y="46641"/>
                      </a:cubicBezTo>
                      <a:cubicBezTo>
                        <a:pt x="37406" y="47286"/>
                        <a:pt x="38696" y="49220"/>
                        <a:pt x="38051" y="51478"/>
                      </a:cubicBezTo>
                      <a:cubicBezTo>
                        <a:pt x="35794" y="60829"/>
                        <a:pt x="32569" y="69858"/>
                        <a:pt x="29022" y="78887"/>
                      </a:cubicBezTo>
                      <a:cubicBezTo>
                        <a:pt x="28699" y="80177"/>
                        <a:pt x="27087" y="81145"/>
                        <a:pt x="25475" y="81145"/>
                      </a:cubicBezTo>
                      <a:close/>
                      <a:moveTo>
                        <a:pt x="62236" y="31485"/>
                      </a:moveTo>
                      <a:cubicBezTo>
                        <a:pt x="60623" y="31485"/>
                        <a:pt x="59334" y="30840"/>
                        <a:pt x="58689" y="29228"/>
                      </a:cubicBezTo>
                      <a:cubicBezTo>
                        <a:pt x="57721" y="27293"/>
                        <a:pt x="58366" y="24713"/>
                        <a:pt x="60301" y="23746"/>
                      </a:cubicBezTo>
                      <a:cubicBezTo>
                        <a:pt x="68685" y="19554"/>
                        <a:pt x="68685" y="17619"/>
                        <a:pt x="68685" y="8912"/>
                      </a:cubicBezTo>
                      <a:cubicBezTo>
                        <a:pt x="68685" y="6655"/>
                        <a:pt x="69330" y="4075"/>
                        <a:pt x="70942" y="1818"/>
                      </a:cubicBezTo>
                      <a:cubicBezTo>
                        <a:pt x="72232" y="-117"/>
                        <a:pt x="74812" y="-439"/>
                        <a:pt x="76424" y="528"/>
                      </a:cubicBezTo>
                      <a:cubicBezTo>
                        <a:pt x="78359" y="1818"/>
                        <a:pt x="78681" y="4398"/>
                        <a:pt x="77714" y="6010"/>
                      </a:cubicBezTo>
                      <a:cubicBezTo>
                        <a:pt x="77069" y="6977"/>
                        <a:pt x="76747" y="7622"/>
                        <a:pt x="76747" y="8590"/>
                      </a:cubicBezTo>
                      <a:cubicBezTo>
                        <a:pt x="76747" y="18909"/>
                        <a:pt x="76102" y="24391"/>
                        <a:pt x="64171" y="30517"/>
                      </a:cubicBezTo>
                      <a:cubicBezTo>
                        <a:pt x="63526" y="31485"/>
                        <a:pt x="62881" y="31485"/>
                        <a:pt x="62236" y="3148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Freeform: Shape 265">
                  <a:extLst>
                    <a:ext uri="{FF2B5EF4-FFF2-40B4-BE49-F238E27FC236}">
                      <a16:creationId xmlns:a16="http://schemas.microsoft.com/office/drawing/2014/main" id="{0C9913E3-382B-4B8C-354E-8F8386987B34}"/>
                    </a:ext>
                  </a:extLst>
                </p:cNvPr>
                <p:cNvSpPr/>
                <p:nvPr/>
              </p:nvSpPr>
              <p:spPr>
                <a:xfrm>
                  <a:off x="5428744" y="2257498"/>
                  <a:ext cx="32246" cy="32246"/>
                </a:xfrm>
                <a:custGeom>
                  <a:avLst/>
                  <a:gdLst>
                    <a:gd name="connsiteX0" fmla="*/ 17413 w 0"/>
                    <a:gd name="connsiteY0" fmla="*/ 27854 h 0"/>
                    <a:gd name="connsiteX1" fmla="*/ 15478 w 0"/>
                    <a:gd name="connsiteY1" fmla="*/ 27531 h 0"/>
                    <a:gd name="connsiteX2" fmla="*/ 3870 w 0"/>
                    <a:gd name="connsiteY2" fmla="*/ 18502 h 0"/>
                    <a:gd name="connsiteX3" fmla="*/ 0 w 0"/>
                    <a:gd name="connsiteY3" fmla="*/ 14310 h 0"/>
                    <a:gd name="connsiteX4" fmla="*/ 5159 w 0"/>
                    <a:gd name="connsiteY4" fmla="*/ 12053 h 0"/>
                    <a:gd name="connsiteX5" fmla="*/ 6449 w 0"/>
                    <a:gd name="connsiteY5" fmla="*/ 10118 h 0"/>
                    <a:gd name="connsiteX6" fmla="*/ 5482 w 0"/>
                    <a:gd name="connsiteY6" fmla="*/ 5926 h 0"/>
                    <a:gd name="connsiteX7" fmla="*/ 7094 w 0"/>
                    <a:gd name="connsiteY7" fmla="*/ 444 h 0"/>
                    <a:gd name="connsiteX8" fmla="*/ 12576 w 0"/>
                    <a:gd name="connsiteY8" fmla="*/ 2057 h 0"/>
                    <a:gd name="connsiteX9" fmla="*/ 14511 w 0"/>
                    <a:gd name="connsiteY9" fmla="*/ 10763 h 0"/>
                    <a:gd name="connsiteX10" fmla="*/ 12899 w 0"/>
                    <a:gd name="connsiteY10" fmla="*/ 15600 h 0"/>
                    <a:gd name="connsiteX11" fmla="*/ 19348 w 0"/>
                    <a:gd name="connsiteY11" fmla="*/ 19792 h 0"/>
                    <a:gd name="connsiteX12" fmla="*/ 20960 w 0"/>
                    <a:gd name="connsiteY12" fmla="*/ 25274 h 0"/>
                    <a:gd name="connsiteX13" fmla="*/ 17413 w 0"/>
                    <a:gd name="connsiteY13" fmla="*/ 2785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17413" y="27854"/>
                      </a:moveTo>
                      <a:cubicBezTo>
                        <a:pt x="16768" y="27854"/>
                        <a:pt x="16123" y="27854"/>
                        <a:pt x="15478" y="27531"/>
                      </a:cubicBezTo>
                      <a:cubicBezTo>
                        <a:pt x="11286" y="25597"/>
                        <a:pt x="7417" y="22372"/>
                        <a:pt x="3870" y="18502"/>
                      </a:cubicBezTo>
                      <a:lnTo>
                        <a:pt x="0" y="14310"/>
                      </a:lnTo>
                      <a:lnTo>
                        <a:pt x="5159" y="12053"/>
                      </a:lnTo>
                      <a:cubicBezTo>
                        <a:pt x="6127" y="11731"/>
                        <a:pt x="6449" y="11408"/>
                        <a:pt x="6449" y="10118"/>
                      </a:cubicBezTo>
                      <a:cubicBezTo>
                        <a:pt x="6449" y="8829"/>
                        <a:pt x="6127" y="7539"/>
                        <a:pt x="5482" y="5926"/>
                      </a:cubicBezTo>
                      <a:cubicBezTo>
                        <a:pt x="4514" y="3992"/>
                        <a:pt x="5159" y="1412"/>
                        <a:pt x="7094" y="444"/>
                      </a:cubicBezTo>
                      <a:cubicBezTo>
                        <a:pt x="9029" y="-523"/>
                        <a:pt x="11609" y="122"/>
                        <a:pt x="12576" y="2057"/>
                      </a:cubicBezTo>
                      <a:cubicBezTo>
                        <a:pt x="14188" y="4959"/>
                        <a:pt x="14833" y="7861"/>
                        <a:pt x="14511" y="10763"/>
                      </a:cubicBezTo>
                      <a:cubicBezTo>
                        <a:pt x="14188" y="12698"/>
                        <a:pt x="13866" y="14310"/>
                        <a:pt x="12899" y="15600"/>
                      </a:cubicBezTo>
                      <a:cubicBezTo>
                        <a:pt x="14833" y="17213"/>
                        <a:pt x="17091" y="18825"/>
                        <a:pt x="19348" y="19792"/>
                      </a:cubicBezTo>
                      <a:cubicBezTo>
                        <a:pt x="21283" y="20760"/>
                        <a:pt x="22250" y="23340"/>
                        <a:pt x="20960" y="25274"/>
                      </a:cubicBezTo>
                      <a:cubicBezTo>
                        <a:pt x="20315" y="27209"/>
                        <a:pt x="18703" y="27854"/>
                        <a:pt x="17413" y="27854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67" name="Freeform: Shape 266">
                  <a:extLst>
                    <a:ext uri="{FF2B5EF4-FFF2-40B4-BE49-F238E27FC236}">
                      <a16:creationId xmlns:a16="http://schemas.microsoft.com/office/drawing/2014/main" id="{1058C76C-1388-F23C-6BD3-AC6E30081D0E}"/>
                    </a:ext>
                  </a:extLst>
                </p:cNvPr>
                <p:cNvSpPr/>
                <p:nvPr/>
              </p:nvSpPr>
              <p:spPr>
                <a:xfrm>
                  <a:off x="5454658" y="2296638"/>
                  <a:ext cx="32246" cy="32246"/>
                </a:xfrm>
                <a:custGeom>
                  <a:avLst/>
                  <a:gdLst>
                    <a:gd name="connsiteX0" fmla="*/ 4075 w 0"/>
                    <a:gd name="connsiteY0" fmla="*/ 26765 h 0"/>
                    <a:gd name="connsiteX1" fmla="*/ 1818 w 0"/>
                    <a:gd name="connsiteY1" fmla="*/ 26120 h 0"/>
                    <a:gd name="connsiteX2" fmla="*/ 528 w 0"/>
                    <a:gd name="connsiteY2" fmla="*/ 20638 h 0"/>
                    <a:gd name="connsiteX3" fmla="*/ 3753 w 0"/>
                    <a:gd name="connsiteY3" fmla="*/ 13866 h 0"/>
                    <a:gd name="connsiteX4" fmla="*/ 5688 w 0"/>
                    <a:gd name="connsiteY4" fmla="*/ 4837 h 0"/>
                    <a:gd name="connsiteX5" fmla="*/ 5688 w 0"/>
                    <a:gd name="connsiteY5" fmla="*/ 4192 h 0"/>
                    <a:gd name="connsiteX6" fmla="*/ 9557 w 0"/>
                    <a:gd name="connsiteY6" fmla="*/ 0 h 0"/>
                    <a:gd name="connsiteX7" fmla="*/ 13749 w 0"/>
                    <a:gd name="connsiteY7" fmla="*/ 3870 h 0"/>
                    <a:gd name="connsiteX8" fmla="*/ 13749 w 0"/>
                    <a:gd name="connsiteY8" fmla="*/ 4837 h 0"/>
                    <a:gd name="connsiteX9" fmla="*/ 11492 w 0"/>
                    <a:gd name="connsiteY9" fmla="*/ 16446 h 0"/>
                    <a:gd name="connsiteX10" fmla="*/ 7300 w 0"/>
                    <a:gd name="connsiteY10" fmla="*/ 25152 h 0"/>
                    <a:gd name="connsiteX11" fmla="*/ 4075 w 0"/>
                    <a:gd name="connsiteY11" fmla="*/ 2676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4075" y="26765"/>
                      </a:moveTo>
                      <a:cubicBezTo>
                        <a:pt x="3430" y="26765"/>
                        <a:pt x="2463" y="26442"/>
                        <a:pt x="1818" y="26120"/>
                      </a:cubicBezTo>
                      <a:cubicBezTo>
                        <a:pt x="-117" y="24830"/>
                        <a:pt x="-439" y="22250"/>
                        <a:pt x="528" y="20638"/>
                      </a:cubicBezTo>
                      <a:cubicBezTo>
                        <a:pt x="1496" y="19348"/>
                        <a:pt x="2786" y="17091"/>
                        <a:pt x="3753" y="13866"/>
                      </a:cubicBezTo>
                      <a:cubicBezTo>
                        <a:pt x="5043" y="10319"/>
                        <a:pt x="5688" y="7417"/>
                        <a:pt x="5688" y="4837"/>
                      </a:cubicBezTo>
                      <a:lnTo>
                        <a:pt x="5688" y="4192"/>
                      </a:lnTo>
                      <a:cubicBezTo>
                        <a:pt x="5688" y="1935"/>
                        <a:pt x="7300" y="0"/>
                        <a:pt x="9557" y="0"/>
                      </a:cubicBezTo>
                      <a:cubicBezTo>
                        <a:pt x="11815" y="0"/>
                        <a:pt x="13749" y="1612"/>
                        <a:pt x="13749" y="3870"/>
                      </a:cubicBezTo>
                      <a:lnTo>
                        <a:pt x="13749" y="4837"/>
                      </a:lnTo>
                      <a:cubicBezTo>
                        <a:pt x="13749" y="8062"/>
                        <a:pt x="13104" y="11931"/>
                        <a:pt x="11492" y="16446"/>
                      </a:cubicBezTo>
                      <a:cubicBezTo>
                        <a:pt x="10202" y="20638"/>
                        <a:pt x="8590" y="23218"/>
                        <a:pt x="7300" y="25152"/>
                      </a:cubicBezTo>
                      <a:cubicBezTo>
                        <a:pt x="6655" y="26120"/>
                        <a:pt x="5365" y="26765"/>
                        <a:pt x="4075" y="2676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Freeform: Shape 267">
                  <a:extLst>
                    <a:ext uri="{FF2B5EF4-FFF2-40B4-BE49-F238E27FC236}">
                      <a16:creationId xmlns:a16="http://schemas.microsoft.com/office/drawing/2014/main" id="{71785E44-C191-29F7-8392-E6837FBFD964}"/>
                    </a:ext>
                  </a:extLst>
                </p:cNvPr>
                <p:cNvSpPr/>
                <p:nvPr/>
              </p:nvSpPr>
              <p:spPr>
                <a:xfrm>
                  <a:off x="5450300" y="2341412"/>
                  <a:ext cx="32246" cy="32246"/>
                </a:xfrm>
                <a:custGeom>
                  <a:avLst/>
                  <a:gdLst>
                    <a:gd name="connsiteX0" fmla="*/ 21009 w 0"/>
                    <a:gd name="connsiteY0" fmla="*/ 22622 h 0"/>
                    <a:gd name="connsiteX1" fmla="*/ 19719 w 0"/>
                    <a:gd name="connsiteY1" fmla="*/ 22299 h 0"/>
                    <a:gd name="connsiteX2" fmla="*/ 7788 w 0"/>
                    <a:gd name="connsiteY2" fmla="*/ 21009 h 0"/>
                    <a:gd name="connsiteX3" fmla="*/ 4564 w 0"/>
                    <a:gd name="connsiteY3" fmla="*/ 21009 h 0"/>
                    <a:gd name="connsiteX4" fmla="*/ 2951 w 0"/>
                    <a:gd name="connsiteY4" fmla="*/ 15527 h 0"/>
                    <a:gd name="connsiteX5" fmla="*/ 49 w 0"/>
                    <a:gd name="connsiteY5" fmla="*/ 4886 h 0"/>
                    <a:gd name="connsiteX6" fmla="*/ 3274 w 0"/>
                    <a:gd name="connsiteY6" fmla="*/ 49 h 0"/>
                    <a:gd name="connsiteX7" fmla="*/ 8111 w 0"/>
                    <a:gd name="connsiteY7" fmla="*/ 3274 h 0"/>
                    <a:gd name="connsiteX8" fmla="*/ 10690 w 0"/>
                    <a:gd name="connsiteY8" fmla="*/ 12948 h 0"/>
                    <a:gd name="connsiteX9" fmla="*/ 22299 w 0"/>
                    <a:gd name="connsiteY9" fmla="*/ 14560 h 0"/>
                    <a:gd name="connsiteX10" fmla="*/ 24879 w 0"/>
                    <a:gd name="connsiteY10" fmla="*/ 19719 h 0"/>
                    <a:gd name="connsiteX11" fmla="*/ 21009 w 0"/>
                    <a:gd name="connsiteY11" fmla="*/ 2262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21009" y="22622"/>
                      </a:moveTo>
                      <a:cubicBezTo>
                        <a:pt x="20687" y="22622"/>
                        <a:pt x="20364" y="22622"/>
                        <a:pt x="19719" y="22299"/>
                      </a:cubicBezTo>
                      <a:cubicBezTo>
                        <a:pt x="16495" y="21332"/>
                        <a:pt x="11980" y="20687"/>
                        <a:pt x="7788" y="21009"/>
                      </a:cubicBezTo>
                      <a:lnTo>
                        <a:pt x="4564" y="21009"/>
                      </a:lnTo>
                      <a:lnTo>
                        <a:pt x="2951" y="15527"/>
                      </a:lnTo>
                      <a:cubicBezTo>
                        <a:pt x="1984" y="12625"/>
                        <a:pt x="1016" y="9078"/>
                        <a:pt x="49" y="4886"/>
                      </a:cubicBezTo>
                      <a:cubicBezTo>
                        <a:pt x="-273" y="2629"/>
                        <a:pt x="1016" y="694"/>
                        <a:pt x="3274" y="49"/>
                      </a:cubicBezTo>
                      <a:cubicBezTo>
                        <a:pt x="5531" y="-273"/>
                        <a:pt x="7466" y="1016"/>
                        <a:pt x="8111" y="3274"/>
                      </a:cubicBezTo>
                      <a:cubicBezTo>
                        <a:pt x="9078" y="7143"/>
                        <a:pt x="9723" y="10368"/>
                        <a:pt x="10690" y="12948"/>
                      </a:cubicBezTo>
                      <a:cubicBezTo>
                        <a:pt x="14882" y="12948"/>
                        <a:pt x="18752" y="13593"/>
                        <a:pt x="22299" y="14560"/>
                      </a:cubicBezTo>
                      <a:cubicBezTo>
                        <a:pt x="24556" y="15205"/>
                        <a:pt x="25524" y="17462"/>
                        <a:pt x="24879" y="19719"/>
                      </a:cubicBezTo>
                      <a:cubicBezTo>
                        <a:pt x="24556" y="21654"/>
                        <a:pt x="22944" y="22622"/>
                        <a:pt x="21009" y="2262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Freeform: Shape 268">
                  <a:extLst>
                    <a:ext uri="{FF2B5EF4-FFF2-40B4-BE49-F238E27FC236}">
                      <a16:creationId xmlns:a16="http://schemas.microsoft.com/office/drawing/2014/main" id="{320FFF37-D0E2-71F7-B399-79FB1BCAA4BC}"/>
                    </a:ext>
                  </a:extLst>
                </p:cNvPr>
                <p:cNvSpPr/>
                <p:nvPr/>
              </p:nvSpPr>
              <p:spPr>
                <a:xfrm>
                  <a:off x="5474155" y="2381923"/>
                  <a:ext cx="32246" cy="64493"/>
                </a:xfrm>
                <a:custGeom>
                  <a:avLst/>
                  <a:gdLst>
                    <a:gd name="connsiteX0" fmla="*/ 3927 w 0"/>
                    <a:gd name="connsiteY0" fmla="*/ 82719 h 64492"/>
                    <a:gd name="connsiteX1" fmla="*/ 2314 w 0"/>
                    <a:gd name="connsiteY1" fmla="*/ 82396 h 64492"/>
                    <a:gd name="connsiteX2" fmla="*/ 379 w 0"/>
                    <a:gd name="connsiteY2" fmla="*/ 76914 h 64492"/>
                    <a:gd name="connsiteX3" fmla="*/ 7474 w 0"/>
                    <a:gd name="connsiteY3" fmla="*/ 56922 h 64492"/>
                    <a:gd name="connsiteX4" fmla="*/ 12311 w 0"/>
                    <a:gd name="connsiteY4" fmla="*/ 53697 h 64492"/>
                    <a:gd name="connsiteX5" fmla="*/ 15535 w 0"/>
                    <a:gd name="connsiteY5" fmla="*/ 58534 h 64492"/>
                    <a:gd name="connsiteX6" fmla="*/ 7474 w 0"/>
                    <a:gd name="connsiteY6" fmla="*/ 80784 h 64492"/>
                    <a:gd name="connsiteX7" fmla="*/ 3927 w 0"/>
                    <a:gd name="connsiteY7" fmla="*/ 82719 h 64492"/>
                    <a:gd name="connsiteX8" fmla="*/ 11666 w 0"/>
                    <a:gd name="connsiteY8" fmla="*/ 30157 h 64492"/>
                    <a:gd name="connsiteX9" fmla="*/ 10376 w 0"/>
                    <a:gd name="connsiteY9" fmla="*/ 29834 h 64492"/>
                    <a:gd name="connsiteX10" fmla="*/ 7796 w 0"/>
                    <a:gd name="connsiteY10" fmla="*/ 24675 h 64492"/>
                    <a:gd name="connsiteX11" fmla="*/ 8764 w 0"/>
                    <a:gd name="connsiteY11" fmla="*/ 22095 h 64492"/>
                    <a:gd name="connsiteX12" fmla="*/ 9409 w 0"/>
                    <a:gd name="connsiteY12" fmla="*/ 17903 h 64492"/>
                    <a:gd name="connsiteX13" fmla="*/ 6829 w 0"/>
                    <a:gd name="connsiteY13" fmla="*/ 5327 h 64492"/>
                    <a:gd name="connsiteX14" fmla="*/ 9409 w 0"/>
                    <a:gd name="connsiteY14" fmla="*/ 168 h 64492"/>
                    <a:gd name="connsiteX15" fmla="*/ 14568 w 0"/>
                    <a:gd name="connsiteY15" fmla="*/ 2747 h 64492"/>
                    <a:gd name="connsiteX16" fmla="*/ 17470 w 0"/>
                    <a:gd name="connsiteY16" fmla="*/ 17581 h 64492"/>
                    <a:gd name="connsiteX17" fmla="*/ 15858 w 0"/>
                    <a:gd name="connsiteY17" fmla="*/ 25320 h 64492"/>
                    <a:gd name="connsiteX18" fmla="*/ 15213 w 0"/>
                    <a:gd name="connsiteY18" fmla="*/ 26932 h 64492"/>
                    <a:gd name="connsiteX19" fmla="*/ 11666 w 0"/>
                    <a:gd name="connsiteY19" fmla="*/ 30157 h 64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h="64492">
                      <a:moveTo>
                        <a:pt x="3927" y="82719"/>
                      </a:moveTo>
                      <a:cubicBezTo>
                        <a:pt x="3282" y="82719"/>
                        <a:pt x="2637" y="82719"/>
                        <a:pt x="2314" y="82396"/>
                      </a:cubicBezTo>
                      <a:cubicBezTo>
                        <a:pt x="379" y="81429"/>
                        <a:pt x="-588" y="79172"/>
                        <a:pt x="379" y="76914"/>
                      </a:cubicBezTo>
                      <a:cubicBezTo>
                        <a:pt x="4249" y="69175"/>
                        <a:pt x="6506" y="62403"/>
                        <a:pt x="7474" y="56922"/>
                      </a:cubicBezTo>
                      <a:cubicBezTo>
                        <a:pt x="7796" y="54664"/>
                        <a:pt x="10053" y="53374"/>
                        <a:pt x="12311" y="53697"/>
                      </a:cubicBezTo>
                      <a:cubicBezTo>
                        <a:pt x="14568" y="54019"/>
                        <a:pt x="15858" y="56277"/>
                        <a:pt x="15535" y="58534"/>
                      </a:cubicBezTo>
                      <a:cubicBezTo>
                        <a:pt x="14245" y="64661"/>
                        <a:pt x="11666" y="72077"/>
                        <a:pt x="7474" y="80784"/>
                      </a:cubicBezTo>
                      <a:cubicBezTo>
                        <a:pt x="6829" y="82074"/>
                        <a:pt x="5539" y="82719"/>
                        <a:pt x="3927" y="82719"/>
                      </a:cubicBezTo>
                      <a:close/>
                      <a:moveTo>
                        <a:pt x="11666" y="30157"/>
                      </a:moveTo>
                      <a:cubicBezTo>
                        <a:pt x="11343" y="30157"/>
                        <a:pt x="11021" y="30157"/>
                        <a:pt x="10376" y="29834"/>
                      </a:cubicBezTo>
                      <a:cubicBezTo>
                        <a:pt x="8119" y="29190"/>
                        <a:pt x="7151" y="26932"/>
                        <a:pt x="7796" y="24675"/>
                      </a:cubicBezTo>
                      <a:cubicBezTo>
                        <a:pt x="8119" y="23708"/>
                        <a:pt x="8441" y="23063"/>
                        <a:pt x="8764" y="22095"/>
                      </a:cubicBezTo>
                      <a:cubicBezTo>
                        <a:pt x="9409" y="20806"/>
                        <a:pt x="9409" y="19516"/>
                        <a:pt x="9409" y="17903"/>
                      </a:cubicBezTo>
                      <a:cubicBezTo>
                        <a:pt x="9409" y="14034"/>
                        <a:pt x="8119" y="9519"/>
                        <a:pt x="6829" y="5327"/>
                      </a:cubicBezTo>
                      <a:cubicBezTo>
                        <a:pt x="6184" y="3070"/>
                        <a:pt x="7474" y="813"/>
                        <a:pt x="9409" y="168"/>
                      </a:cubicBezTo>
                      <a:cubicBezTo>
                        <a:pt x="11666" y="-477"/>
                        <a:pt x="13923" y="813"/>
                        <a:pt x="14568" y="2747"/>
                      </a:cubicBezTo>
                      <a:cubicBezTo>
                        <a:pt x="16180" y="7584"/>
                        <a:pt x="17470" y="12744"/>
                        <a:pt x="17470" y="17581"/>
                      </a:cubicBezTo>
                      <a:cubicBezTo>
                        <a:pt x="17470" y="20483"/>
                        <a:pt x="16825" y="23063"/>
                        <a:pt x="15858" y="25320"/>
                      </a:cubicBezTo>
                      <a:cubicBezTo>
                        <a:pt x="15535" y="25965"/>
                        <a:pt x="15535" y="26287"/>
                        <a:pt x="15213" y="26932"/>
                      </a:cubicBezTo>
                      <a:cubicBezTo>
                        <a:pt x="14890" y="29190"/>
                        <a:pt x="13278" y="30157"/>
                        <a:pt x="11666" y="30157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Freeform: Shape 269">
                  <a:extLst>
                    <a:ext uri="{FF2B5EF4-FFF2-40B4-BE49-F238E27FC236}">
                      <a16:creationId xmlns:a16="http://schemas.microsoft.com/office/drawing/2014/main" id="{8D5C1A0D-C6D9-121B-8BB6-725295F54DCB}"/>
                    </a:ext>
                  </a:extLst>
                </p:cNvPr>
                <p:cNvSpPr/>
                <p:nvPr/>
              </p:nvSpPr>
              <p:spPr>
                <a:xfrm>
                  <a:off x="5443255" y="2482997"/>
                  <a:ext cx="32246" cy="32246"/>
                </a:xfrm>
                <a:custGeom>
                  <a:avLst/>
                  <a:gdLst>
                    <a:gd name="connsiteX0" fmla="*/ 9029 w 0"/>
                    <a:gd name="connsiteY0" fmla="*/ 24856 h 0"/>
                    <a:gd name="connsiteX1" fmla="*/ 5159 w 0"/>
                    <a:gd name="connsiteY1" fmla="*/ 21954 h 0"/>
                    <a:gd name="connsiteX2" fmla="*/ 1290 w 0"/>
                    <a:gd name="connsiteY2" fmla="*/ 9055 h 0"/>
                    <a:gd name="connsiteX3" fmla="*/ 0 w 0"/>
                    <a:gd name="connsiteY3" fmla="*/ 4541 h 0"/>
                    <a:gd name="connsiteX4" fmla="*/ 5804 w 0"/>
                    <a:gd name="connsiteY4" fmla="*/ 3573 h 0"/>
                    <a:gd name="connsiteX5" fmla="*/ 16123 w 0"/>
                    <a:gd name="connsiteY5" fmla="*/ 671 h 0"/>
                    <a:gd name="connsiteX6" fmla="*/ 21605 w 0"/>
                    <a:gd name="connsiteY6" fmla="*/ 1961 h 0"/>
                    <a:gd name="connsiteX7" fmla="*/ 20315 w 0"/>
                    <a:gd name="connsiteY7" fmla="*/ 7443 h 0"/>
                    <a:gd name="connsiteX8" fmla="*/ 10641 w 0"/>
                    <a:gd name="connsiteY8" fmla="*/ 10667 h 0"/>
                    <a:gd name="connsiteX9" fmla="*/ 13221 w 0"/>
                    <a:gd name="connsiteY9" fmla="*/ 19374 h 0"/>
                    <a:gd name="connsiteX10" fmla="*/ 10319 w 0"/>
                    <a:gd name="connsiteY10" fmla="*/ 24211 h 0"/>
                    <a:gd name="connsiteX11" fmla="*/ 9029 w 0"/>
                    <a:gd name="connsiteY11" fmla="*/ 24856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9029" y="24856"/>
                      </a:moveTo>
                      <a:cubicBezTo>
                        <a:pt x="7094" y="24856"/>
                        <a:pt x="5482" y="23566"/>
                        <a:pt x="5159" y="21954"/>
                      </a:cubicBezTo>
                      <a:cubicBezTo>
                        <a:pt x="4192" y="18407"/>
                        <a:pt x="2902" y="13892"/>
                        <a:pt x="1290" y="9055"/>
                      </a:cubicBezTo>
                      <a:lnTo>
                        <a:pt x="0" y="4541"/>
                      </a:lnTo>
                      <a:lnTo>
                        <a:pt x="5804" y="3573"/>
                      </a:lnTo>
                      <a:cubicBezTo>
                        <a:pt x="10319" y="2928"/>
                        <a:pt x="13543" y="2283"/>
                        <a:pt x="16123" y="671"/>
                      </a:cubicBezTo>
                      <a:cubicBezTo>
                        <a:pt x="18058" y="-619"/>
                        <a:pt x="20638" y="26"/>
                        <a:pt x="21605" y="1961"/>
                      </a:cubicBezTo>
                      <a:cubicBezTo>
                        <a:pt x="22895" y="3896"/>
                        <a:pt x="22250" y="6475"/>
                        <a:pt x="20315" y="7443"/>
                      </a:cubicBezTo>
                      <a:cubicBezTo>
                        <a:pt x="17413" y="9378"/>
                        <a:pt x="14188" y="10023"/>
                        <a:pt x="10641" y="10667"/>
                      </a:cubicBezTo>
                      <a:cubicBezTo>
                        <a:pt x="11609" y="13892"/>
                        <a:pt x="12576" y="16794"/>
                        <a:pt x="13221" y="19374"/>
                      </a:cubicBezTo>
                      <a:cubicBezTo>
                        <a:pt x="13866" y="21631"/>
                        <a:pt x="12576" y="23889"/>
                        <a:pt x="10319" y="24211"/>
                      </a:cubicBezTo>
                      <a:cubicBezTo>
                        <a:pt x="9674" y="24533"/>
                        <a:pt x="9351" y="24856"/>
                        <a:pt x="9029" y="2485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Freeform: Shape 270">
                  <a:extLst>
                    <a:ext uri="{FF2B5EF4-FFF2-40B4-BE49-F238E27FC236}">
                      <a16:creationId xmlns:a16="http://schemas.microsoft.com/office/drawing/2014/main" id="{2BEA8733-1BC5-B1AB-36A4-84AA3956F19C}"/>
                    </a:ext>
                  </a:extLst>
                </p:cNvPr>
                <p:cNvSpPr/>
                <p:nvPr/>
              </p:nvSpPr>
              <p:spPr>
                <a:xfrm>
                  <a:off x="5450476" y="2536356"/>
                  <a:ext cx="1257612" cy="709423"/>
                </a:xfrm>
                <a:custGeom>
                  <a:avLst/>
                  <a:gdLst>
                    <a:gd name="connsiteX0" fmla="*/ 1020474 w 1257612"/>
                    <a:gd name="connsiteY0" fmla="*/ 722840 h 709422"/>
                    <a:gd name="connsiteX1" fmla="*/ 1016605 w 1257612"/>
                    <a:gd name="connsiteY1" fmla="*/ 719615 h 709422"/>
                    <a:gd name="connsiteX2" fmla="*/ 1019507 w 1257612"/>
                    <a:gd name="connsiteY2" fmla="*/ 714778 h 709422"/>
                    <a:gd name="connsiteX3" fmla="*/ 1027569 w 1257612"/>
                    <a:gd name="connsiteY3" fmla="*/ 712199 h 709422"/>
                    <a:gd name="connsiteX4" fmla="*/ 1037565 w 1257612"/>
                    <a:gd name="connsiteY4" fmla="*/ 701557 h 709422"/>
                    <a:gd name="connsiteX5" fmla="*/ 1043047 w 1257612"/>
                    <a:gd name="connsiteY5" fmla="*/ 699945 h 709422"/>
                    <a:gd name="connsiteX6" fmla="*/ 1044659 w 1257612"/>
                    <a:gd name="connsiteY6" fmla="*/ 705427 h 709422"/>
                    <a:gd name="connsiteX7" fmla="*/ 1030793 w 1257612"/>
                    <a:gd name="connsiteY7" fmla="*/ 719615 h 709422"/>
                    <a:gd name="connsiteX8" fmla="*/ 1021119 w 1257612"/>
                    <a:gd name="connsiteY8" fmla="*/ 722518 h 709422"/>
                    <a:gd name="connsiteX9" fmla="*/ 1020474 w 1257612"/>
                    <a:gd name="connsiteY9" fmla="*/ 722840 h 709422"/>
                    <a:gd name="connsiteX10" fmla="*/ 983391 w 1257612"/>
                    <a:gd name="connsiteY10" fmla="*/ 722840 h 709422"/>
                    <a:gd name="connsiteX11" fmla="*/ 982101 w 1257612"/>
                    <a:gd name="connsiteY11" fmla="*/ 722518 h 709422"/>
                    <a:gd name="connsiteX12" fmla="*/ 972105 w 1257612"/>
                    <a:gd name="connsiteY12" fmla="*/ 717680 h 709422"/>
                    <a:gd name="connsiteX13" fmla="*/ 962108 w 1257612"/>
                    <a:gd name="connsiteY13" fmla="*/ 704782 h 709422"/>
                    <a:gd name="connsiteX14" fmla="*/ 961141 w 1257612"/>
                    <a:gd name="connsiteY14" fmla="*/ 702525 h 709422"/>
                    <a:gd name="connsiteX15" fmla="*/ 963076 w 1257612"/>
                    <a:gd name="connsiteY15" fmla="*/ 697043 h 709422"/>
                    <a:gd name="connsiteX16" fmla="*/ 968557 w 1257612"/>
                    <a:gd name="connsiteY16" fmla="*/ 698977 h 709422"/>
                    <a:gd name="connsiteX17" fmla="*/ 969525 w 1257612"/>
                    <a:gd name="connsiteY17" fmla="*/ 701557 h 709422"/>
                    <a:gd name="connsiteX18" fmla="*/ 976942 w 1257612"/>
                    <a:gd name="connsiteY18" fmla="*/ 711231 h 709422"/>
                    <a:gd name="connsiteX19" fmla="*/ 984358 w 1257612"/>
                    <a:gd name="connsiteY19" fmla="*/ 714778 h 709422"/>
                    <a:gd name="connsiteX20" fmla="*/ 986938 w 1257612"/>
                    <a:gd name="connsiteY20" fmla="*/ 719938 h 709422"/>
                    <a:gd name="connsiteX21" fmla="*/ 983391 w 1257612"/>
                    <a:gd name="connsiteY21" fmla="*/ 722840 h 709422"/>
                    <a:gd name="connsiteX22" fmla="*/ 1058525 w 1257612"/>
                    <a:gd name="connsiteY22" fmla="*/ 675115 h 709422"/>
                    <a:gd name="connsiteX23" fmla="*/ 1058525 w 1257612"/>
                    <a:gd name="connsiteY23" fmla="*/ 675115 h 709422"/>
                    <a:gd name="connsiteX24" fmla="*/ 1054333 w 1257612"/>
                    <a:gd name="connsiteY24" fmla="*/ 670923 h 709422"/>
                    <a:gd name="connsiteX25" fmla="*/ 1054333 w 1257612"/>
                    <a:gd name="connsiteY25" fmla="*/ 669956 h 709422"/>
                    <a:gd name="connsiteX26" fmla="*/ 1054333 w 1257612"/>
                    <a:gd name="connsiteY26" fmla="*/ 666408 h 709422"/>
                    <a:gd name="connsiteX27" fmla="*/ 1054333 w 1257612"/>
                    <a:gd name="connsiteY27" fmla="*/ 662861 h 709422"/>
                    <a:gd name="connsiteX28" fmla="*/ 1062395 w 1257612"/>
                    <a:gd name="connsiteY28" fmla="*/ 647383 h 709422"/>
                    <a:gd name="connsiteX29" fmla="*/ 1064007 w 1257612"/>
                    <a:gd name="connsiteY29" fmla="*/ 645771 h 709422"/>
                    <a:gd name="connsiteX30" fmla="*/ 1069489 w 1257612"/>
                    <a:gd name="connsiteY30" fmla="*/ 644481 h 709422"/>
                    <a:gd name="connsiteX31" fmla="*/ 1070779 w 1257612"/>
                    <a:gd name="connsiteY31" fmla="*/ 649963 h 709422"/>
                    <a:gd name="connsiteX32" fmla="*/ 1066587 w 1257612"/>
                    <a:gd name="connsiteY32" fmla="*/ 654155 h 709422"/>
                    <a:gd name="connsiteX33" fmla="*/ 1062395 w 1257612"/>
                    <a:gd name="connsiteY33" fmla="*/ 662861 h 709422"/>
                    <a:gd name="connsiteX34" fmla="*/ 1062395 w 1257612"/>
                    <a:gd name="connsiteY34" fmla="*/ 666086 h 709422"/>
                    <a:gd name="connsiteX35" fmla="*/ 1062395 w 1257612"/>
                    <a:gd name="connsiteY35" fmla="*/ 669956 h 709422"/>
                    <a:gd name="connsiteX36" fmla="*/ 1062395 w 1257612"/>
                    <a:gd name="connsiteY36" fmla="*/ 671245 h 709422"/>
                    <a:gd name="connsiteX37" fmla="*/ 1058525 w 1257612"/>
                    <a:gd name="connsiteY37" fmla="*/ 675115 h 709422"/>
                    <a:gd name="connsiteX38" fmla="*/ 947597 w 1257612"/>
                    <a:gd name="connsiteY38" fmla="*/ 673825 h 709422"/>
                    <a:gd name="connsiteX39" fmla="*/ 945985 w 1257612"/>
                    <a:gd name="connsiteY39" fmla="*/ 673503 h 709422"/>
                    <a:gd name="connsiteX40" fmla="*/ 943728 w 1257612"/>
                    <a:gd name="connsiteY40" fmla="*/ 668343 h 709422"/>
                    <a:gd name="connsiteX41" fmla="*/ 950822 w 1257612"/>
                    <a:gd name="connsiteY41" fmla="*/ 657379 h 709422"/>
                    <a:gd name="connsiteX42" fmla="*/ 954692 w 1257612"/>
                    <a:gd name="connsiteY42" fmla="*/ 648350 h 709422"/>
                    <a:gd name="connsiteX43" fmla="*/ 954692 w 1257612"/>
                    <a:gd name="connsiteY43" fmla="*/ 646738 h 709422"/>
                    <a:gd name="connsiteX44" fmla="*/ 957916 w 1257612"/>
                    <a:gd name="connsiteY44" fmla="*/ 642224 h 709422"/>
                    <a:gd name="connsiteX45" fmla="*/ 962431 w 1257612"/>
                    <a:gd name="connsiteY45" fmla="*/ 645448 h 709422"/>
                    <a:gd name="connsiteX46" fmla="*/ 962753 w 1257612"/>
                    <a:gd name="connsiteY46" fmla="*/ 648350 h 709422"/>
                    <a:gd name="connsiteX47" fmla="*/ 956949 w 1257612"/>
                    <a:gd name="connsiteY47" fmla="*/ 662216 h 709422"/>
                    <a:gd name="connsiteX48" fmla="*/ 950822 w 1257612"/>
                    <a:gd name="connsiteY48" fmla="*/ 671245 h 709422"/>
                    <a:gd name="connsiteX49" fmla="*/ 947597 w 1257612"/>
                    <a:gd name="connsiteY49" fmla="*/ 673825 h 709422"/>
                    <a:gd name="connsiteX50" fmla="*/ 244947 w 1257612"/>
                    <a:gd name="connsiteY50" fmla="*/ 662861 h 709422"/>
                    <a:gd name="connsiteX51" fmla="*/ 237208 w 1257612"/>
                    <a:gd name="connsiteY51" fmla="*/ 655122 h 709422"/>
                    <a:gd name="connsiteX52" fmla="*/ 232693 w 1257612"/>
                    <a:gd name="connsiteY52" fmla="*/ 648028 h 709422"/>
                    <a:gd name="connsiteX53" fmla="*/ 229146 w 1257612"/>
                    <a:gd name="connsiteY53" fmla="*/ 643513 h 709422"/>
                    <a:gd name="connsiteX54" fmla="*/ 233661 w 1257612"/>
                    <a:gd name="connsiteY54" fmla="*/ 639966 h 709422"/>
                    <a:gd name="connsiteX55" fmla="*/ 244947 w 1257612"/>
                    <a:gd name="connsiteY55" fmla="*/ 653832 h 709422"/>
                    <a:gd name="connsiteX56" fmla="*/ 245269 w 1257612"/>
                    <a:gd name="connsiteY56" fmla="*/ 654800 h 709422"/>
                    <a:gd name="connsiteX57" fmla="*/ 249139 w 1257612"/>
                    <a:gd name="connsiteY57" fmla="*/ 653510 h 709422"/>
                    <a:gd name="connsiteX58" fmla="*/ 254298 w 1257612"/>
                    <a:gd name="connsiteY58" fmla="*/ 655767 h 709422"/>
                    <a:gd name="connsiteX59" fmla="*/ 252041 w 1257612"/>
                    <a:gd name="connsiteY59" fmla="*/ 660927 h 709422"/>
                    <a:gd name="connsiteX60" fmla="*/ 244947 w 1257612"/>
                    <a:gd name="connsiteY60" fmla="*/ 662861 h 709422"/>
                    <a:gd name="connsiteX61" fmla="*/ 287190 w 1257612"/>
                    <a:gd name="connsiteY61" fmla="*/ 654800 h 709422"/>
                    <a:gd name="connsiteX62" fmla="*/ 283643 w 1257612"/>
                    <a:gd name="connsiteY62" fmla="*/ 652542 h 709422"/>
                    <a:gd name="connsiteX63" fmla="*/ 285255 w 1257612"/>
                    <a:gd name="connsiteY63" fmla="*/ 647061 h 709422"/>
                    <a:gd name="connsiteX64" fmla="*/ 289124 w 1257612"/>
                    <a:gd name="connsiteY64" fmla="*/ 639644 h 709422"/>
                    <a:gd name="connsiteX65" fmla="*/ 287512 w 1257612"/>
                    <a:gd name="connsiteY65" fmla="*/ 631260 h 709422"/>
                    <a:gd name="connsiteX66" fmla="*/ 286222 w 1257612"/>
                    <a:gd name="connsiteY66" fmla="*/ 627713 h 709422"/>
                    <a:gd name="connsiteX67" fmla="*/ 288802 w 1257612"/>
                    <a:gd name="connsiteY67" fmla="*/ 622553 h 709422"/>
                    <a:gd name="connsiteX68" fmla="*/ 293961 w 1257612"/>
                    <a:gd name="connsiteY68" fmla="*/ 625133 h 709422"/>
                    <a:gd name="connsiteX69" fmla="*/ 295251 w 1257612"/>
                    <a:gd name="connsiteY69" fmla="*/ 628680 h 709422"/>
                    <a:gd name="connsiteX70" fmla="*/ 297509 w 1257612"/>
                    <a:gd name="connsiteY70" fmla="*/ 639644 h 709422"/>
                    <a:gd name="connsiteX71" fmla="*/ 289124 w 1257612"/>
                    <a:gd name="connsiteY71" fmla="*/ 654155 h 709422"/>
                    <a:gd name="connsiteX72" fmla="*/ 287190 w 1257612"/>
                    <a:gd name="connsiteY72" fmla="*/ 654800 h 709422"/>
                    <a:gd name="connsiteX73" fmla="*/ 177229 w 1257612"/>
                    <a:gd name="connsiteY73" fmla="*/ 642546 h 709422"/>
                    <a:gd name="connsiteX74" fmla="*/ 173360 w 1257612"/>
                    <a:gd name="connsiteY74" fmla="*/ 639966 h 709422"/>
                    <a:gd name="connsiteX75" fmla="*/ 175617 w 1257612"/>
                    <a:gd name="connsiteY75" fmla="*/ 634807 h 709422"/>
                    <a:gd name="connsiteX76" fmla="*/ 183679 w 1257612"/>
                    <a:gd name="connsiteY76" fmla="*/ 629970 h 709422"/>
                    <a:gd name="connsiteX77" fmla="*/ 198189 w 1257612"/>
                    <a:gd name="connsiteY77" fmla="*/ 623198 h 709422"/>
                    <a:gd name="connsiteX78" fmla="*/ 203026 w 1257612"/>
                    <a:gd name="connsiteY78" fmla="*/ 624488 h 709422"/>
                    <a:gd name="connsiteX79" fmla="*/ 204316 w 1257612"/>
                    <a:gd name="connsiteY79" fmla="*/ 629970 h 709422"/>
                    <a:gd name="connsiteX80" fmla="*/ 198834 w 1257612"/>
                    <a:gd name="connsiteY80" fmla="*/ 631260 h 709422"/>
                    <a:gd name="connsiteX81" fmla="*/ 188516 w 1257612"/>
                    <a:gd name="connsiteY81" fmla="*/ 636419 h 709422"/>
                    <a:gd name="connsiteX82" fmla="*/ 178841 w 1257612"/>
                    <a:gd name="connsiteY82" fmla="*/ 642224 h 709422"/>
                    <a:gd name="connsiteX83" fmla="*/ 177229 w 1257612"/>
                    <a:gd name="connsiteY83" fmla="*/ 642546 h 709422"/>
                    <a:gd name="connsiteX84" fmla="*/ 944050 w 1257612"/>
                    <a:gd name="connsiteY84" fmla="*/ 616104 h 709422"/>
                    <a:gd name="connsiteX85" fmla="*/ 940181 w 1257612"/>
                    <a:gd name="connsiteY85" fmla="*/ 612879 h 709422"/>
                    <a:gd name="connsiteX86" fmla="*/ 937601 w 1257612"/>
                    <a:gd name="connsiteY86" fmla="*/ 602561 h 709422"/>
                    <a:gd name="connsiteX87" fmla="*/ 936311 w 1257612"/>
                    <a:gd name="connsiteY87" fmla="*/ 593854 h 709422"/>
                    <a:gd name="connsiteX88" fmla="*/ 938891 w 1257612"/>
                    <a:gd name="connsiteY88" fmla="*/ 584180 h 709422"/>
                    <a:gd name="connsiteX89" fmla="*/ 944373 w 1257612"/>
                    <a:gd name="connsiteY89" fmla="*/ 582890 h 709422"/>
                    <a:gd name="connsiteX90" fmla="*/ 945663 w 1257612"/>
                    <a:gd name="connsiteY90" fmla="*/ 588372 h 709422"/>
                    <a:gd name="connsiteX91" fmla="*/ 944373 w 1257612"/>
                    <a:gd name="connsiteY91" fmla="*/ 594176 h 709422"/>
                    <a:gd name="connsiteX92" fmla="*/ 945340 w 1257612"/>
                    <a:gd name="connsiteY92" fmla="*/ 600948 h 709422"/>
                    <a:gd name="connsiteX93" fmla="*/ 947920 w 1257612"/>
                    <a:gd name="connsiteY93" fmla="*/ 611912 h 709422"/>
                    <a:gd name="connsiteX94" fmla="*/ 944695 w 1257612"/>
                    <a:gd name="connsiteY94" fmla="*/ 616749 h 709422"/>
                    <a:gd name="connsiteX95" fmla="*/ 944050 w 1257612"/>
                    <a:gd name="connsiteY95" fmla="*/ 616104 h 709422"/>
                    <a:gd name="connsiteX96" fmla="*/ 1068199 w 1257612"/>
                    <a:gd name="connsiteY96" fmla="*/ 616104 h 709422"/>
                    <a:gd name="connsiteX97" fmla="*/ 1065297 w 1257612"/>
                    <a:gd name="connsiteY97" fmla="*/ 614814 h 709422"/>
                    <a:gd name="connsiteX98" fmla="*/ 1065619 w 1257612"/>
                    <a:gd name="connsiteY98" fmla="*/ 609010 h 709422"/>
                    <a:gd name="connsiteX99" fmla="*/ 1081098 w 1257612"/>
                    <a:gd name="connsiteY99" fmla="*/ 589339 h 709422"/>
                    <a:gd name="connsiteX100" fmla="*/ 1086580 w 1257612"/>
                    <a:gd name="connsiteY100" fmla="*/ 587405 h 709422"/>
                    <a:gd name="connsiteX101" fmla="*/ 1088514 w 1257612"/>
                    <a:gd name="connsiteY101" fmla="*/ 592887 h 709422"/>
                    <a:gd name="connsiteX102" fmla="*/ 1071101 w 1257612"/>
                    <a:gd name="connsiteY102" fmla="*/ 615137 h 709422"/>
                    <a:gd name="connsiteX103" fmla="*/ 1068199 w 1257612"/>
                    <a:gd name="connsiteY103" fmla="*/ 616104 h 709422"/>
                    <a:gd name="connsiteX104" fmla="*/ 164331 w 1257612"/>
                    <a:gd name="connsiteY104" fmla="*/ 614814 h 709422"/>
                    <a:gd name="connsiteX105" fmla="*/ 164331 w 1257612"/>
                    <a:gd name="connsiteY105" fmla="*/ 614814 h 709422"/>
                    <a:gd name="connsiteX106" fmla="*/ 160139 w 1257612"/>
                    <a:gd name="connsiteY106" fmla="*/ 610622 h 709422"/>
                    <a:gd name="connsiteX107" fmla="*/ 160139 w 1257612"/>
                    <a:gd name="connsiteY107" fmla="*/ 609977 h 709422"/>
                    <a:gd name="connsiteX108" fmla="*/ 156269 w 1257612"/>
                    <a:gd name="connsiteY108" fmla="*/ 600626 h 709422"/>
                    <a:gd name="connsiteX109" fmla="*/ 152399 w 1257612"/>
                    <a:gd name="connsiteY109" fmla="*/ 592887 h 709422"/>
                    <a:gd name="connsiteX110" fmla="*/ 154012 w 1257612"/>
                    <a:gd name="connsiteY110" fmla="*/ 586437 h 709422"/>
                    <a:gd name="connsiteX111" fmla="*/ 154657 w 1257612"/>
                    <a:gd name="connsiteY111" fmla="*/ 585147 h 709422"/>
                    <a:gd name="connsiteX112" fmla="*/ 159816 w 1257612"/>
                    <a:gd name="connsiteY112" fmla="*/ 582890 h 709422"/>
                    <a:gd name="connsiteX113" fmla="*/ 162073 w 1257612"/>
                    <a:gd name="connsiteY113" fmla="*/ 588049 h 709422"/>
                    <a:gd name="connsiteX114" fmla="*/ 161429 w 1257612"/>
                    <a:gd name="connsiteY114" fmla="*/ 589662 h 709422"/>
                    <a:gd name="connsiteX115" fmla="*/ 160461 w 1257612"/>
                    <a:gd name="connsiteY115" fmla="*/ 592564 h 709422"/>
                    <a:gd name="connsiteX116" fmla="*/ 162073 w 1257612"/>
                    <a:gd name="connsiteY116" fmla="*/ 594499 h 709422"/>
                    <a:gd name="connsiteX117" fmla="*/ 168200 w 1257612"/>
                    <a:gd name="connsiteY117" fmla="*/ 609655 h 709422"/>
                    <a:gd name="connsiteX118" fmla="*/ 168200 w 1257612"/>
                    <a:gd name="connsiteY118" fmla="*/ 610622 h 709422"/>
                    <a:gd name="connsiteX119" fmla="*/ 164331 w 1257612"/>
                    <a:gd name="connsiteY119" fmla="*/ 614814 h 709422"/>
                    <a:gd name="connsiteX120" fmla="*/ 277838 w 1257612"/>
                    <a:gd name="connsiteY120" fmla="*/ 595144 h 709422"/>
                    <a:gd name="connsiteX121" fmla="*/ 273969 w 1257612"/>
                    <a:gd name="connsiteY121" fmla="*/ 592242 h 709422"/>
                    <a:gd name="connsiteX122" fmla="*/ 273001 w 1257612"/>
                    <a:gd name="connsiteY122" fmla="*/ 588049 h 709422"/>
                    <a:gd name="connsiteX123" fmla="*/ 272356 w 1257612"/>
                    <a:gd name="connsiteY123" fmla="*/ 585792 h 709422"/>
                    <a:gd name="connsiteX124" fmla="*/ 269132 w 1257612"/>
                    <a:gd name="connsiteY124" fmla="*/ 584825 h 709422"/>
                    <a:gd name="connsiteX125" fmla="*/ 257523 w 1257612"/>
                    <a:gd name="connsiteY125" fmla="*/ 574829 h 709422"/>
                    <a:gd name="connsiteX126" fmla="*/ 259458 w 1257612"/>
                    <a:gd name="connsiteY126" fmla="*/ 569669 h 709422"/>
                    <a:gd name="connsiteX127" fmla="*/ 264617 w 1257612"/>
                    <a:gd name="connsiteY127" fmla="*/ 571604 h 709422"/>
                    <a:gd name="connsiteX128" fmla="*/ 270099 w 1257612"/>
                    <a:gd name="connsiteY128" fmla="*/ 576763 h 709422"/>
                    <a:gd name="connsiteX129" fmla="*/ 280418 w 1257612"/>
                    <a:gd name="connsiteY129" fmla="*/ 586437 h 709422"/>
                    <a:gd name="connsiteX130" fmla="*/ 281385 w 1257612"/>
                    <a:gd name="connsiteY130" fmla="*/ 589984 h 709422"/>
                    <a:gd name="connsiteX131" fmla="*/ 278483 w 1257612"/>
                    <a:gd name="connsiteY131" fmla="*/ 594821 h 709422"/>
                    <a:gd name="connsiteX132" fmla="*/ 277838 w 1257612"/>
                    <a:gd name="connsiteY132" fmla="*/ 595144 h 709422"/>
                    <a:gd name="connsiteX133" fmla="*/ 926315 w 1257612"/>
                    <a:gd name="connsiteY133" fmla="*/ 570314 h 709422"/>
                    <a:gd name="connsiteX134" fmla="*/ 925992 w 1257612"/>
                    <a:gd name="connsiteY134" fmla="*/ 570314 h 709422"/>
                    <a:gd name="connsiteX135" fmla="*/ 917286 w 1257612"/>
                    <a:gd name="connsiteY135" fmla="*/ 568702 h 709422"/>
                    <a:gd name="connsiteX136" fmla="*/ 900518 w 1257612"/>
                    <a:gd name="connsiteY136" fmla="*/ 566767 h 709422"/>
                    <a:gd name="connsiteX137" fmla="*/ 896003 w 1257612"/>
                    <a:gd name="connsiteY137" fmla="*/ 563220 h 709422"/>
                    <a:gd name="connsiteX138" fmla="*/ 899550 w 1257612"/>
                    <a:gd name="connsiteY138" fmla="*/ 558705 h 709422"/>
                    <a:gd name="connsiteX139" fmla="*/ 919543 w 1257612"/>
                    <a:gd name="connsiteY139" fmla="*/ 560963 h 709422"/>
                    <a:gd name="connsiteX140" fmla="*/ 926637 w 1257612"/>
                    <a:gd name="connsiteY140" fmla="*/ 562252 h 709422"/>
                    <a:gd name="connsiteX141" fmla="*/ 930184 w 1257612"/>
                    <a:gd name="connsiteY141" fmla="*/ 566767 h 709422"/>
                    <a:gd name="connsiteX142" fmla="*/ 926315 w 1257612"/>
                    <a:gd name="connsiteY142" fmla="*/ 570314 h 709422"/>
                    <a:gd name="connsiteX143" fmla="*/ 863434 w 1257612"/>
                    <a:gd name="connsiteY143" fmla="*/ 569347 h 709422"/>
                    <a:gd name="connsiteX144" fmla="*/ 861499 w 1257612"/>
                    <a:gd name="connsiteY144" fmla="*/ 569024 h 709422"/>
                    <a:gd name="connsiteX145" fmla="*/ 840861 w 1257612"/>
                    <a:gd name="connsiteY145" fmla="*/ 548709 h 709422"/>
                    <a:gd name="connsiteX146" fmla="*/ 842474 w 1257612"/>
                    <a:gd name="connsiteY146" fmla="*/ 543227 h 709422"/>
                    <a:gd name="connsiteX147" fmla="*/ 847956 w 1257612"/>
                    <a:gd name="connsiteY147" fmla="*/ 544839 h 709422"/>
                    <a:gd name="connsiteX148" fmla="*/ 865046 w 1257612"/>
                    <a:gd name="connsiteY148" fmla="*/ 561607 h 709422"/>
                    <a:gd name="connsiteX149" fmla="*/ 866981 w 1257612"/>
                    <a:gd name="connsiteY149" fmla="*/ 567089 h 709422"/>
                    <a:gd name="connsiteX150" fmla="*/ 863434 w 1257612"/>
                    <a:gd name="connsiteY150" fmla="*/ 569347 h 709422"/>
                    <a:gd name="connsiteX151" fmla="*/ 1073681 w 1257612"/>
                    <a:gd name="connsiteY151" fmla="*/ 560963 h 709422"/>
                    <a:gd name="connsiteX152" fmla="*/ 1070134 w 1257612"/>
                    <a:gd name="connsiteY152" fmla="*/ 559028 h 709422"/>
                    <a:gd name="connsiteX153" fmla="*/ 1064007 w 1257612"/>
                    <a:gd name="connsiteY153" fmla="*/ 545807 h 709422"/>
                    <a:gd name="connsiteX154" fmla="*/ 1060138 w 1257612"/>
                    <a:gd name="connsiteY154" fmla="*/ 535488 h 709422"/>
                    <a:gd name="connsiteX155" fmla="*/ 1059493 w 1257612"/>
                    <a:gd name="connsiteY155" fmla="*/ 533875 h 709422"/>
                    <a:gd name="connsiteX156" fmla="*/ 1061750 w 1257612"/>
                    <a:gd name="connsiteY156" fmla="*/ 528716 h 709422"/>
                    <a:gd name="connsiteX157" fmla="*/ 1066909 w 1257612"/>
                    <a:gd name="connsiteY157" fmla="*/ 530973 h 709422"/>
                    <a:gd name="connsiteX158" fmla="*/ 1067554 w 1257612"/>
                    <a:gd name="connsiteY158" fmla="*/ 532585 h 709422"/>
                    <a:gd name="connsiteX159" fmla="*/ 1071746 w 1257612"/>
                    <a:gd name="connsiteY159" fmla="*/ 543549 h 709422"/>
                    <a:gd name="connsiteX160" fmla="*/ 1077228 w 1257612"/>
                    <a:gd name="connsiteY160" fmla="*/ 555481 h 709422"/>
                    <a:gd name="connsiteX161" fmla="*/ 1075616 w 1257612"/>
                    <a:gd name="connsiteY161" fmla="*/ 560963 h 709422"/>
                    <a:gd name="connsiteX162" fmla="*/ 1073681 w 1257612"/>
                    <a:gd name="connsiteY162" fmla="*/ 560963 h 709422"/>
                    <a:gd name="connsiteX163" fmla="*/ 155302 w 1257612"/>
                    <a:gd name="connsiteY163" fmla="*/ 553868 h 709422"/>
                    <a:gd name="connsiteX164" fmla="*/ 151432 w 1257612"/>
                    <a:gd name="connsiteY164" fmla="*/ 550644 h 709422"/>
                    <a:gd name="connsiteX165" fmla="*/ 151432 w 1257612"/>
                    <a:gd name="connsiteY165" fmla="*/ 549999 h 709422"/>
                    <a:gd name="connsiteX166" fmla="*/ 150142 w 1257612"/>
                    <a:gd name="connsiteY166" fmla="*/ 536455 h 709422"/>
                    <a:gd name="connsiteX167" fmla="*/ 151754 w 1257612"/>
                    <a:gd name="connsiteY167" fmla="*/ 522267 h 709422"/>
                    <a:gd name="connsiteX168" fmla="*/ 156591 w 1257612"/>
                    <a:gd name="connsiteY168" fmla="*/ 519365 h 709422"/>
                    <a:gd name="connsiteX169" fmla="*/ 159494 w 1257612"/>
                    <a:gd name="connsiteY169" fmla="*/ 524202 h 709422"/>
                    <a:gd name="connsiteX170" fmla="*/ 158204 w 1257612"/>
                    <a:gd name="connsiteY170" fmla="*/ 536455 h 709422"/>
                    <a:gd name="connsiteX171" fmla="*/ 159494 w 1257612"/>
                    <a:gd name="connsiteY171" fmla="*/ 548064 h 709422"/>
                    <a:gd name="connsiteX172" fmla="*/ 159816 w 1257612"/>
                    <a:gd name="connsiteY172" fmla="*/ 549031 h 709422"/>
                    <a:gd name="connsiteX173" fmla="*/ 156591 w 1257612"/>
                    <a:gd name="connsiteY173" fmla="*/ 553868 h 709422"/>
                    <a:gd name="connsiteX174" fmla="*/ 155302 w 1257612"/>
                    <a:gd name="connsiteY174" fmla="*/ 553868 h 709422"/>
                    <a:gd name="connsiteX175" fmla="*/ 243979 w 1257612"/>
                    <a:gd name="connsiteY175" fmla="*/ 545162 h 709422"/>
                    <a:gd name="connsiteX176" fmla="*/ 240110 w 1257612"/>
                    <a:gd name="connsiteY176" fmla="*/ 541292 h 709422"/>
                    <a:gd name="connsiteX177" fmla="*/ 240110 w 1257612"/>
                    <a:gd name="connsiteY177" fmla="*/ 539680 h 709422"/>
                    <a:gd name="connsiteX178" fmla="*/ 240110 w 1257612"/>
                    <a:gd name="connsiteY178" fmla="*/ 535488 h 709422"/>
                    <a:gd name="connsiteX179" fmla="*/ 240110 w 1257612"/>
                    <a:gd name="connsiteY179" fmla="*/ 532263 h 709422"/>
                    <a:gd name="connsiteX180" fmla="*/ 234950 w 1257612"/>
                    <a:gd name="connsiteY180" fmla="*/ 521299 h 709422"/>
                    <a:gd name="connsiteX181" fmla="*/ 233338 w 1257612"/>
                    <a:gd name="connsiteY181" fmla="*/ 519687 h 709422"/>
                    <a:gd name="connsiteX182" fmla="*/ 233338 w 1257612"/>
                    <a:gd name="connsiteY182" fmla="*/ 513883 h 709422"/>
                    <a:gd name="connsiteX183" fmla="*/ 239142 w 1257612"/>
                    <a:gd name="connsiteY183" fmla="*/ 513883 h 709422"/>
                    <a:gd name="connsiteX184" fmla="*/ 240432 w 1257612"/>
                    <a:gd name="connsiteY184" fmla="*/ 515173 h 709422"/>
                    <a:gd name="connsiteX185" fmla="*/ 248171 w 1257612"/>
                    <a:gd name="connsiteY185" fmla="*/ 532263 h 709422"/>
                    <a:gd name="connsiteX186" fmla="*/ 248171 w 1257612"/>
                    <a:gd name="connsiteY186" fmla="*/ 535810 h 709422"/>
                    <a:gd name="connsiteX187" fmla="*/ 248171 w 1257612"/>
                    <a:gd name="connsiteY187" fmla="*/ 539680 h 709422"/>
                    <a:gd name="connsiteX188" fmla="*/ 248171 w 1257612"/>
                    <a:gd name="connsiteY188" fmla="*/ 540970 h 709422"/>
                    <a:gd name="connsiteX189" fmla="*/ 243979 w 1257612"/>
                    <a:gd name="connsiteY189" fmla="*/ 545162 h 709422"/>
                    <a:gd name="connsiteX190" fmla="*/ 243979 w 1257612"/>
                    <a:gd name="connsiteY190" fmla="*/ 545162 h 709422"/>
                    <a:gd name="connsiteX191" fmla="*/ 627067 w 1257612"/>
                    <a:gd name="connsiteY191" fmla="*/ 531941 h 709422"/>
                    <a:gd name="connsiteX192" fmla="*/ 607075 w 1257612"/>
                    <a:gd name="connsiteY192" fmla="*/ 518720 h 709422"/>
                    <a:gd name="connsiteX193" fmla="*/ 610944 w 1257612"/>
                    <a:gd name="connsiteY193" fmla="*/ 514528 h 709422"/>
                    <a:gd name="connsiteX194" fmla="*/ 615136 w 1257612"/>
                    <a:gd name="connsiteY194" fmla="*/ 518397 h 709422"/>
                    <a:gd name="connsiteX195" fmla="*/ 627067 w 1257612"/>
                    <a:gd name="connsiteY195" fmla="*/ 523879 h 709422"/>
                    <a:gd name="connsiteX196" fmla="*/ 632872 w 1257612"/>
                    <a:gd name="connsiteY196" fmla="*/ 523556 h 709422"/>
                    <a:gd name="connsiteX197" fmla="*/ 637386 w 1257612"/>
                    <a:gd name="connsiteY197" fmla="*/ 527104 h 709422"/>
                    <a:gd name="connsiteX198" fmla="*/ 633839 w 1257612"/>
                    <a:gd name="connsiteY198" fmla="*/ 531618 h 709422"/>
                    <a:gd name="connsiteX199" fmla="*/ 627067 w 1257612"/>
                    <a:gd name="connsiteY199" fmla="*/ 531941 h 709422"/>
                    <a:gd name="connsiteX200" fmla="*/ 681242 w 1257612"/>
                    <a:gd name="connsiteY200" fmla="*/ 527749 h 709422"/>
                    <a:gd name="connsiteX201" fmla="*/ 678662 w 1257612"/>
                    <a:gd name="connsiteY201" fmla="*/ 527426 h 709422"/>
                    <a:gd name="connsiteX202" fmla="*/ 668988 w 1257612"/>
                    <a:gd name="connsiteY202" fmla="*/ 525491 h 709422"/>
                    <a:gd name="connsiteX203" fmla="*/ 666086 w 1257612"/>
                    <a:gd name="connsiteY203" fmla="*/ 520654 h 709422"/>
                    <a:gd name="connsiteX204" fmla="*/ 670923 w 1257612"/>
                    <a:gd name="connsiteY204" fmla="*/ 517752 h 709422"/>
                    <a:gd name="connsiteX205" fmla="*/ 679629 w 1257612"/>
                    <a:gd name="connsiteY205" fmla="*/ 519365 h 709422"/>
                    <a:gd name="connsiteX206" fmla="*/ 681242 w 1257612"/>
                    <a:gd name="connsiteY206" fmla="*/ 519365 h 709422"/>
                    <a:gd name="connsiteX207" fmla="*/ 683499 w 1257612"/>
                    <a:gd name="connsiteY207" fmla="*/ 516785 h 709422"/>
                    <a:gd name="connsiteX208" fmla="*/ 683176 w 1257612"/>
                    <a:gd name="connsiteY208" fmla="*/ 512915 h 709422"/>
                    <a:gd name="connsiteX209" fmla="*/ 686401 w 1257612"/>
                    <a:gd name="connsiteY209" fmla="*/ 508078 h 709422"/>
                    <a:gd name="connsiteX210" fmla="*/ 691238 w 1257612"/>
                    <a:gd name="connsiteY210" fmla="*/ 511303 h 709422"/>
                    <a:gd name="connsiteX211" fmla="*/ 691883 w 1257612"/>
                    <a:gd name="connsiteY211" fmla="*/ 516462 h 709422"/>
                    <a:gd name="connsiteX212" fmla="*/ 681242 w 1257612"/>
                    <a:gd name="connsiteY212" fmla="*/ 527749 h 709422"/>
                    <a:gd name="connsiteX213" fmla="*/ 822159 w 1257612"/>
                    <a:gd name="connsiteY213" fmla="*/ 523234 h 709422"/>
                    <a:gd name="connsiteX214" fmla="*/ 820224 w 1257612"/>
                    <a:gd name="connsiteY214" fmla="*/ 522912 h 709422"/>
                    <a:gd name="connsiteX215" fmla="*/ 808938 w 1257612"/>
                    <a:gd name="connsiteY215" fmla="*/ 517752 h 709422"/>
                    <a:gd name="connsiteX216" fmla="*/ 796039 w 1257612"/>
                    <a:gd name="connsiteY216" fmla="*/ 511625 h 709422"/>
                    <a:gd name="connsiteX217" fmla="*/ 794427 w 1257612"/>
                    <a:gd name="connsiteY217" fmla="*/ 506143 h 709422"/>
                    <a:gd name="connsiteX218" fmla="*/ 799909 w 1257612"/>
                    <a:gd name="connsiteY218" fmla="*/ 504531 h 709422"/>
                    <a:gd name="connsiteX219" fmla="*/ 812485 w 1257612"/>
                    <a:gd name="connsiteY219" fmla="*/ 510336 h 709422"/>
                    <a:gd name="connsiteX220" fmla="*/ 824093 w 1257612"/>
                    <a:gd name="connsiteY220" fmla="*/ 515817 h 709422"/>
                    <a:gd name="connsiteX221" fmla="*/ 826028 w 1257612"/>
                    <a:gd name="connsiteY221" fmla="*/ 521299 h 709422"/>
                    <a:gd name="connsiteX222" fmla="*/ 822159 w 1257612"/>
                    <a:gd name="connsiteY222" fmla="*/ 523234 h 709422"/>
                    <a:gd name="connsiteX223" fmla="*/ 547096 w 1257612"/>
                    <a:gd name="connsiteY223" fmla="*/ 518720 h 709422"/>
                    <a:gd name="connsiteX224" fmla="*/ 533230 w 1257612"/>
                    <a:gd name="connsiteY224" fmla="*/ 517107 h 709422"/>
                    <a:gd name="connsiteX225" fmla="*/ 530006 w 1257612"/>
                    <a:gd name="connsiteY225" fmla="*/ 512270 h 709422"/>
                    <a:gd name="connsiteX226" fmla="*/ 534843 w 1257612"/>
                    <a:gd name="connsiteY226" fmla="*/ 509046 h 709422"/>
                    <a:gd name="connsiteX227" fmla="*/ 547419 w 1257612"/>
                    <a:gd name="connsiteY227" fmla="*/ 510658 h 709422"/>
                    <a:gd name="connsiteX228" fmla="*/ 557415 w 1257612"/>
                    <a:gd name="connsiteY228" fmla="*/ 507433 h 709422"/>
                    <a:gd name="connsiteX229" fmla="*/ 563219 w 1257612"/>
                    <a:gd name="connsiteY229" fmla="*/ 507756 h 709422"/>
                    <a:gd name="connsiteX230" fmla="*/ 562897 w 1257612"/>
                    <a:gd name="connsiteY230" fmla="*/ 513560 h 709422"/>
                    <a:gd name="connsiteX231" fmla="*/ 547096 w 1257612"/>
                    <a:gd name="connsiteY231" fmla="*/ 518720 h 709422"/>
                    <a:gd name="connsiteX232" fmla="*/ 425205 w 1257612"/>
                    <a:gd name="connsiteY232" fmla="*/ 501951 h 709422"/>
                    <a:gd name="connsiteX233" fmla="*/ 421335 w 1257612"/>
                    <a:gd name="connsiteY233" fmla="*/ 499049 h 709422"/>
                    <a:gd name="connsiteX234" fmla="*/ 424237 w 1257612"/>
                    <a:gd name="connsiteY234" fmla="*/ 494212 h 709422"/>
                    <a:gd name="connsiteX235" fmla="*/ 434556 w 1257612"/>
                    <a:gd name="connsiteY235" fmla="*/ 481314 h 709422"/>
                    <a:gd name="connsiteX236" fmla="*/ 436491 w 1257612"/>
                    <a:gd name="connsiteY236" fmla="*/ 475509 h 709422"/>
                    <a:gd name="connsiteX237" fmla="*/ 441650 w 1257612"/>
                    <a:gd name="connsiteY237" fmla="*/ 472930 h 709422"/>
                    <a:gd name="connsiteX238" fmla="*/ 444230 w 1257612"/>
                    <a:gd name="connsiteY238" fmla="*/ 478089 h 709422"/>
                    <a:gd name="connsiteX239" fmla="*/ 442295 w 1257612"/>
                    <a:gd name="connsiteY239" fmla="*/ 483571 h 709422"/>
                    <a:gd name="connsiteX240" fmla="*/ 426494 w 1257612"/>
                    <a:gd name="connsiteY240" fmla="*/ 501629 h 709422"/>
                    <a:gd name="connsiteX241" fmla="*/ 425205 w 1257612"/>
                    <a:gd name="connsiteY241" fmla="*/ 501951 h 709422"/>
                    <a:gd name="connsiteX242" fmla="*/ 758633 w 1257612"/>
                    <a:gd name="connsiteY242" fmla="*/ 501629 h 709422"/>
                    <a:gd name="connsiteX243" fmla="*/ 747992 w 1257612"/>
                    <a:gd name="connsiteY243" fmla="*/ 498082 h 709422"/>
                    <a:gd name="connsiteX244" fmla="*/ 740575 w 1257612"/>
                    <a:gd name="connsiteY244" fmla="*/ 484538 h 709422"/>
                    <a:gd name="connsiteX245" fmla="*/ 742832 w 1257612"/>
                    <a:gd name="connsiteY245" fmla="*/ 479379 h 709422"/>
                    <a:gd name="connsiteX246" fmla="*/ 747992 w 1257612"/>
                    <a:gd name="connsiteY246" fmla="*/ 481636 h 709422"/>
                    <a:gd name="connsiteX247" fmla="*/ 753474 w 1257612"/>
                    <a:gd name="connsiteY247" fmla="*/ 492277 h 709422"/>
                    <a:gd name="connsiteX248" fmla="*/ 758311 w 1257612"/>
                    <a:gd name="connsiteY248" fmla="*/ 493567 h 709422"/>
                    <a:gd name="connsiteX249" fmla="*/ 762503 w 1257612"/>
                    <a:gd name="connsiteY249" fmla="*/ 493245 h 709422"/>
                    <a:gd name="connsiteX250" fmla="*/ 767017 w 1257612"/>
                    <a:gd name="connsiteY250" fmla="*/ 496792 h 709422"/>
                    <a:gd name="connsiteX251" fmla="*/ 763470 w 1257612"/>
                    <a:gd name="connsiteY251" fmla="*/ 501307 h 709422"/>
                    <a:gd name="connsiteX252" fmla="*/ 758633 w 1257612"/>
                    <a:gd name="connsiteY252" fmla="*/ 501629 h 709422"/>
                    <a:gd name="connsiteX253" fmla="*/ 518074 w 1257612"/>
                    <a:gd name="connsiteY253" fmla="*/ 500984 h 709422"/>
                    <a:gd name="connsiteX254" fmla="*/ 514527 w 1257612"/>
                    <a:gd name="connsiteY254" fmla="*/ 499049 h 709422"/>
                    <a:gd name="connsiteX255" fmla="*/ 515817 w 1257612"/>
                    <a:gd name="connsiteY255" fmla="*/ 493567 h 709422"/>
                    <a:gd name="connsiteX256" fmla="*/ 532908 w 1257612"/>
                    <a:gd name="connsiteY256" fmla="*/ 484538 h 709422"/>
                    <a:gd name="connsiteX257" fmla="*/ 537745 w 1257612"/>
                    <a:gd name="connsiteY257" fmla="*/ 482281 h 709422"/>
                    <a:gd name="connsiteX258" fmla="*/ 539680 w 1257612"/>
                    <a:gd name="connsiteY258" fmla="*/ 480991 h 709422"/>
                    <a:gd name="connsiteX259" fmla="*/ 545161 w 1257612"/>
                    <a:gd name="connsiteY259" fmla="*/ 482281 h 709422"/>
                    <a:gd name="connsiteX260" fmla="*/ 543872 w 1257612"/>
                    <a:gd name="connsiteY260" fmla="*/ 487763 h 709422"/>
                    <a:gd name="connsiteX261" fmla="*/ 541292 w 1257612"/>
                    <a:gd name="connsiteY261" fmla="*/ 489375 h 709422"/>
                    <a:gd name="connsiteX262" fmla="*/ 536455 w 1257612"/>
                    <a:gd name="connsiteY262" fmla="*/ 491633 h 709422"/>
                    <a:gd name="connsiteX263" fmla="*/ 520332 w 1257612"/>
                    <a:gd name="connsiteY263" fmla="*/ 500017 h 709422"/>
                    <a:gd name="connsiteX264" fmla="*/ 518074 w 1257612"/>
                    <a:gd name="connsiteY264" fmla="*/ 500984 h 709422"/>
                    <a:gd name="connsiteX265" fmla="*/ 1053688 w 1257612"/>
                    <a:gd name="connsiteY265" fmla="*/ 500017 h 709422"/>
                    <a:gd name="connsiteX266" fmla="*/ 1053688 w 1257612"/>
                    <a:gd name="connsiteY266" fmla="*/ 500017 h 709422"/>
                    <a:gd name="connsiteX267" fmla="*/ 1049496 w 1257612"/>
                    <a:gd name="connsiteY267" fmla="*/ 495824 h 709422"/>
                    <a:gd name="connsiteX268" fmla="*/ 1052721 w 1257612"/>
                    <a:gd name="connsiteY268" fmla="*/ 486796 h 709422"/>
                    <a:gd name="connsiteX269" fmla="*/ 1058848 w 1257612"/>
                    <a:gd name="connsiteY269" fmla="*/ 470672 h 709422"/>
                    <a:gd name="connsiteX270" fmla="*/ 1063685 w 1257612"/>
                    <a:gd name="connsiteY270" fmla="*/ 467448 h 709422"/>
                    <a:gd name="connsiteX271" fmla="*/ 1066909 w 1257612"/>
                    <a:gd name="connsiteY271" fmla="*/ 472285 h 709422"/>
                    <a:gd name="connsiteX272" fmla="*/ 1058848 w 1257612"/>
                    <a:gd name="connsiteY272" fmla="*/ 492277 h 709422"/>
                    <a:gd name="connsiteX273" fmla="*/ 1057558 w 1257612"/>
                    <a:gd name="connsiteY273" fmla="*/ 496470 h 709422"/>
                    <a:gd name="connsiteX274" fmla="*/ 1053688 w 1257612"/>
                    <a:gd name="connsiteY274" fmla="*/ 500017 h 709422"/>
                    <a:gd name="connsiteX275" fmla="*/ 596756 w 1257612"/>
                    <a:gd name="connsiteY275" fmla="*/ 498404 h 709422"/>
                    <a:gd name="connsiteX276" fmla="*/ 592886 w 1257612"/>
                    <a:gd name="connsiteY276" fmla="*/ 495502 h 709422"/>
                    <a:gd name="connsiteX277" fmla="*/ 592564 w 1257612"/>
                    <a:gd name="connsiteY277" fmla="*/ 492277 h 709422"/>
                    <a:gd name="connsiteX278" fmla="*/ 592886 w 1257612"/>
                    <a:gd name="connsiteY278" fmla="*/ 487441 h 709422"/>
                    <a:gd name="connsiteX279" fmla="*/ 593209 w 1257612"/>
                    <a:gd name="connsiteY279" fmla="*/ 483893 h 709422"/>
                    <a:gd name="connsiteX280" fmla="*/ 593209 w 1257612"/>
                    <a:gd name="connsiteY280" fmla="*/ 483248 h 709422"/>
                    <a:gd name="connsiteX281" fmla="*/ 591919 w 1257612"/>
                    <a:gd name="connsiteY281" fmla="*/ 483248 h 709422"/>
                    <a:gd name="connsiteX282" fmla="*/ 586437 w 1257612"/>
                    <a:gd name="connsiteY282" fmla="*/ 485183 h 709422"/>
                    <a:gd name="connsiteX283" fmla="*/ 580955 w 1257612"/>
                    <a:gd name="connsiteY283" fmla="*/ 483893 h 709422"/>
                    <a:gd name="connsiteX284" fmla="*/ 582245 w 1257612"/>
                    <a:gd name="connsiteY284" fmla="*/ 478412 h 709422"/>
                    <a:gd name="connsiteX285" fmla="*/ 590951 w 1257612"/>
                    <a:gd name="connsiteY285" fmla="*/ 475187 h 709422"/>
                    <a:gd name="connsiteX286" fmla="*/ 593209 w 1257612"/>
                    <a:gd name="connsiteY286" fmla="*/ 475187 h 709422"/>
                    <a:gd name="connsiteX287" fmla="*/ 601593 w 1257612"/>
                    <a:gd name="connsiteY287" fmla="*/ 483893 h 709422"/>
                    <a:gd name="connsiteX288" fmla="*/ 601270 w 1257612"/>
                    <a:gd name="connsiteY288" fmla="*/ 488730 h 709422"/>
                    <a:gd name="connsiteX289" fmla="*/ 600948 w 1257612"/>
                    <a:gd name="connsiteY289" fmla="*/ 492277 h 709422"/>
                    <a:gd name="connsiteX290" fmla="*/ 600948 w 1257612"/>
                    <a:gd name="connsiteY290" fmla="*/ 492922 h 709422"/>
                    <a:gd name="connsiteX291" fmla="*/ 598368 w 1257612"/>
                    <a:gd name="connsiteY291" fmla="*/ 498082 h 709422"/>
                    <a:gd name="connsiteX292" fmla="*/ 596756 w 1257612"/>
                    <a:gd name="connsiteY292" fmla="*/ 498404 h 709422"/>
                    <a:gd name="connsiteX293" fmla="*/ 715100 w 1257612"/>
                    <a:gd name="connsiteY293" fmla="*/ 498404 h 709422"/>
                    <a:gd name="connsiteX294" fmla="*/ 711876 w 1257612"/>
                    <a:gd name="connsiteY294" fmla="*/ 498082 h 709422"/>
                    <a:gd name="connsiteX295" fmla="*/ 701879 w 1257612"/>
                    <a:gd name="connsiteY295" fmla="*/ 496470 h 709422"/>
                    <a:gd name="connsiteX296" fmla="*/ 698655 w 1257612"/>
                    <a:gd name="connsiteY296" fmla="*/ 491955 h 709422"/>
                    <a:gd name="connsiteX297" fmla="*/ 703169 w 1257612"/>
                    <a:gd name="connsiteY297" fmla="*/ 488730 h 709422"/>
                    <a:gd name="connsiteX298" fmla="*/ 712843 w 1257612"/>
                    <a:gd name="connsiteY298" fmla="*/ 490343 h 709422"/>
                    <a:gd name="connsiteX299" fmla="*/ 722194 w 1257612"/>
                    <a:gd name="connsiteY299" fmla="*/ 485506 h 709422"/>
                    <a:gd name="connsiteX300" fmla="*/ 727354 w 1257612"/>
                    <a:gd name="connsiteY300" fmla="*/ 483248 h 709422"/>
                    <a:gd name="connsiteX301" fmla="*/ 729611 w 1257612"/>
                    <a:gd name="connsiteY301" fmla="*/ 488408 h 709422"/>
                    <a:gd name="connsiteX302" fmla="*/ 715100 w 1257612"/>
                    <a:gd name="connsiteY302" fmla="*/ 498404 h 709422"/>
                    <a:gd name="connsiteX303" fmla="*/ 174005 w 1257612"/>
                    <a:gd name="connsiteY303" fmla="*/ 494857 h 709422"/>
                    <a:gd name="connsiteX304" fmla="*/ 171747 w 1257612"/>
                    <a:gd name="connsiteY304" fmla="*/ 494212 h 709422"/>
                    <a:gd name="connsiteX305" fmla="*/ 170780 w 1257612"/>
                    <a:gd name="connsiteY305" fmla="*/ 488730 h 709422"/>
                    <a:gd name="connsiteX306" fmla="*/ 176584 w 1257612"/>
                    <a:gd name="connsiteY306" fmla="*/ 474864 h 709422"/>
                    <a:gd name="connsiteX307" fmla="*/ 179809 w 1257612"/>
                    <a:gd name="connsiteY307" fmla="*/ 465513 h 709422"/>
                    <a:gd name="connsiteX308" fmla="*/ 184968 w 1257612"/>
                    <a:gd name="connsiteY308" fmla="*/ 462611 h 709422"/>
                    <a:gd name="connsiteX309" fmla="*/ 187871 w 1257612"/>
                    <a:gd name="connsiteY309" fmla="*/ 467448 h 709422"/>
                    <a:gd name="connsiteX310" fmla="*/ 186903 w 1257612"/>
                    <a:gd name="connsiteY310" fmla="*/ 469382 h 709422"/>
                    <a:gd name="connsiteX311" fmla="*/ 184323 w 1257612"/>
                    <a:gd name="connsiteY311" fmla="*/ 476799 h 709422"/>
                    <a:gd name="connsiteX312" fmla="*/ 177552 w 1257612"/>
                    <a:gd name="connsiteY312" fmla="*/ 493245 h 709422"/>
                    <a:gd name="connsiteX313" fmla="*/ 174005 w 1257612"/>
                    <a:gd name="connsiteY313" fmla="*/ 494857 h 709422"/>
                    <a:gd name="connsiteX314" fmla="*/ 382962 w 1257612"/>
                    <a:gd name="connsiteY314" fmla="*/ 494535 h 709422"/>
                    <a:gd name="connsiteX315" fmla="*/ 380060 w 1257612"/>
                    <a:gd name="connsiteY315" fmla="*/ 493245 h 709422"/>
                    <a:gd name="connsiteX316" fmla="*/ 380382 w 1257612"/>
                    <a:gd name="connsiteY316" fmla="*/ 487441 h 709422"/>
                    <a:gd name="connsiteX317" fmla="*/ 387799 w 1257612"/>
                    <a:gd name="connsiteY317" fmla="*/ 480669 h 709422"/>
                    <a:gd name="connsiteX318" fmla="*/ 402310 w 1257612"/>
                    <a:gd name="connsiteY318" fmla="*/ 469705 h 709422"/>
                    <a:gd name="connsiteX319" fmla="*/ 407469 w 1257612"/>
                    <a:gd name="connsiteY319" fmla="*/ 472285 h 709422"/>
                    <a:gd name="connsiteX320" fmla="*/ 404889 w 1257612"/>
                    <a:gd name="connsiteY320" fmla="*/ 477444 h 709422"/>
                    <a:gd name="connsiteX321" fmla="*/ 393603 w 1257612"/>
                    <a:gd name="connsiteY321" fmla="*/ 486796 h 709422"/>
                    <a:gd name="connsiteX322" fmla="*/ 385864 w 1257612"/>
                    <a:gd name="connsiteY322" fmla="*/ 493890 h 709422"/>
                    <a:gd name="connsiteX323" fmla="*/ 382962 w 1257612"/>
                    <a:gd name="connsiteY323" fmla="*/ 494535 h 709422"/>
                    <a:gd name="connsiteX324" fmla="*/ 359422 w 1257612"/>
                    <a:gd name="connsiteY324" fmla="*/ 489698 h 709422"/>
                    <a:gd name="connsiteX325" fmla="*/ 358777 w 1257612"/>
                    <a:gd name="connsiteY325" fmla="*/ 489698 h 709422"/>
                    <a:gd name="connsiteX326" fmla="*/ 355552 w 1257612"/>
                    <a:gd name="connsiteY326" fmla="*/ 484861 h 709422"/>
                    <a:gd name="connsiteX327" fmla="*/ 363291 w 1257612"/>
                    <a:gd name="connsiteY327" fmla="*/ 466803 h 709422"/>
                    <a:gd name="connsiteX328" fmla="*/ 365871 w 1257612"/>
                    <a:gd name="connsiteY328" fmla="*/ 460353 h 709422"/>
                    <a:gd name="connsiteX329" fmla="*/ 370708 w 1257612"/>
                    <a:gd name="connsiteY329" fmla="*/ 457129 h 709422"/>
                    <a:gd name="connsiteX330" fmla="*/ 373933 w 1257612"/>
                    <a:gd name="connsiteY330" fmla="*/ 461966 h 709422"/>
                    <a:gd name="connsiteX331" fmla="*/ 370063 w 1257612"/>
                    <a:gd name="connsiteY331" fmla="*/ 471317 h 709422"/>
                    <a:gd name="connsiteX332" fmla="*/ 363291 w 1257612"/>
                    <a:gd name="connsiteY332" fmla="*/ 486473 h 709422"/>
                    <a:gd name="connsiteX333" fmla="*/ 359422 w 1257612"/>
                    <a:gd name="connsiteY333" fmla="*/ 489698 h 709422"/>
                    <a:gd name="connsiteX334" fmla="*/ 224954 w 1257612"/>
                    <a:gd name="connsiteY334" fmla="*/ 486473 h 709422"/>
                    <a:gd name="connsiteX335" fmla="*/ 221084 w 1257612"/>
                    <a:gd name="connsiteY335" fmla="*/ 483893 h 709422"/>
                    <a:gd name="connsiteX336" fmla="*/ 218505 w 1257612"/>
                    <a:gd name="connsiteY336" fmla="*/ 474542 h 709422"/>
                    <a:gd name="connsiteX337" fmla="*/ 219472 w 1257612"/>
                    <a:gd name="connsiteY337" fmla="*/ 470672 h 709422"/>
                    <a:gd name="connsiteX338" fmla="*/ 219472 w 1257612"/>
                    <a:gd name="connsiteY338" fmla="*/ 469382 h 709422"/>
                    <a:gd name="connsiteX339" fmla="*/ 217860 w 1257612"/>
                    <a:gd name="connsiteY339" fmla="*/ 459386 h 709422"/>
                    <a:gd name="connsiteX340" fmla="*/ 217537 w 1257612"/>
                    <a:gd name="connsiteY340" fmla="*/ 457129 h 709422"/>
                    <a:gd name="connsiteX341" fmla="*/ 220762 w 1257612"/>
                    <a:gd name="connsiteY341" fmla="*/ 452292 h 709422"/>
                    <a:gd name="connsiteX342" fmla="*/ 225599 w 1257612"/>
                    <a:gd name="connsiteY342" fmla="*/ 455516 h 709422"/>
                    <a:gd name="connsiteX343" fmla="*/ 225921 w 1257612"/>
                    <a:gd name="connsiteY343" fmla="*/ 457451 h 709422"/>
                    <a:gd name="connsiteX344" fmla="*/ 227856 w 1257612"/>
                    <a:gd name="connsiteY344" fmla="*/ 469060 h 709422"/>
                    <a:gd name="connsiteX345" fmla="*/ 226566 w 1257612"/>
                    <a:gd name="connsiteY345" fmla="*/ 474219 h 709422"/>
                    <a:gd name="connsiteX346" fmla="*/ 228501 w 1257612"/>
                    <a:gd name="connsiteY346" fmla="*/ 480669 h 709422"/>
                    <a:gd name="connsiteX347" fmla="*/ 226244 w 1257612"/>
                    <a:gd name="connsiteY347" fmla="*/ 485828 h 709422"/>
                    <a:gd name="connsiteX348" fmla="*/ 224954 w 1257612"/>
                    <a:gd name="connsiteY348" fmla="*/ 486473 h 709422"/>
                    <a:gd name="connsiteX349" fmla="*/ 335559 w 1257612"/>
                    <a:gd name="connsiteY349" fmla="*/ 485506 h 709422"/>
                    <a:gd name="connsiteX350" fmla="*/ 333947 w 1257612"/>
                    <a:gd name="connsiteY350" fmla="*/ 485183 h 709422"/>
                    <a:gd name="connsiteX351" fmla="*/ 332012 w 1257612"/>
                    <a:gd name="connsiteY351" fmla="*/ 479701 h 709422"/>
                    <a:gd name="connsiteX352" fmla="*/ 336849 w 1257612"/>
                    <a:gd name="connsiteY352" fmla="*/ 464223 h 709422"/>
                    <a:gd name="connsiteX353" fmla="*/ 341364 w 1257612"/>
                    <a:gd name="connsiteY353" fmla="*/ 453904 h 709422"/>
                    <a:gd name="connsiteX354" fmla="*/ 346846 w 1257612"/>
                    <a:gd name="connsiteY354" fmla="*/ 452614 h 709422"/>
                    <a:gd name="connsiteX355" fmla="*/ 348135 w 1257612"/>
                    <a:gd name="connsiteY355" fmla="*/ 458096 h 709422"/>
                    <a:gd name="connsiteX356" fmla="*/ 344911 w 1257612"/>
                    <a:gd name="connsiteY356" fmla="*/ 465835 h 709422"/>
                    <a:gd name="connsiteX357" fmla="*/ 339429 w 1257612"/>
                    <a:gd name="connsiteY357" fmla="*/ 482604 h 709422"/>
                    <a:gd name="connsiteX358" fmla="*/ 335559 w 1257612"/>
                    <a:gd name="connsiteY358" fmla="*/ 485506 h 709422"/>
                    <a:gd name="connsiteX359" fmla="*/ 308472 w 1257612"/>
                    <a:gd name="connsiteY359" fmla="*/ 475187 h 709422"/>
                    <a:gd name="connsiteX360" fmla="*/ 305248 w 1257612"/>
                    <a:gd name="connsiteY360" fmla="*/ 473575 h 709422"/>
                    <a:gd name="connsiteX361" fmla="*/ 298153 w 1257612"/>
                    <a:gd name="connsiteY361" fmla="*/ 471640 h 709422"/>
                    <a:gd name="connsiteX362" fmla="*/ 287190 w 1257612"/>
                    <a:gd name="connsiteY362" fmla="*/ 462933 h 709422"/>
                    <a:gd name="connsiteX363" fmla="*/ 286545 w 1257612"/>
                    <a:gd name="connsiteY363" fmla="*/ 461966 h 709422"/>
                    <a:gd name="connsiteX364" fmla="*/ 284610 w 1257612"/>
                    <a:gd name="connsiteY364" fmla="*/ 456484 h 709422"/>
                    <a:gd name="connsiteX365" fmla="*/ 290092 w 1257612"/>
                    <a:gd name="connsiteY365" fmla="*/ 454549 h 709422"/>
                    <a:gd name="connsiteX366" fmla="*/ 294929 w 1257612"/>
                    <a:gd name="connsiteY366" fmla="*/ 462611 h 709422"/>
                    <a:gd name="connsiteX367" fmla="*/ 294929 w 1257612"/>
                    <a:gd name="connsiteY367" fmla="*/ 463578 h 709422"/>
                    <a:gd name="connsiteX368" fmla="*/ 297831 w 1257612"/>
                    <a:gd name="connsiteY368" fmla="*/ 463578 h 709422"/>
                    <a:gd name="connsiteX369" fmla="*/ 311052 w 1257612"/>
                    <a:gd name="connsiteY369" fmla="*/ 468738 h 709422"/>
                    <a:gd name="connsiteX370" fmla="*/ 310407 w 1257612"/>
                    <a:gd name="connsiteY370" fmla="*/ 474542 h 709422"/>
                    <a:gd name="connsiteX371" fmla="*/ 308472 w 1257612"/>
                    <a:gd name="connsiteY371" fmla="*/ 475187 h 709422"/>
                    <a:gd name="connsiteX372" fmla="*/ 539357 w 1257612"/>
                    <a:gd name="connsiteY372" fmla="*/ 474864 h 709422"/>
                    <a:gd name="connsiteX373" fmla="*/ 518719 w 1257612"/>
                    <a:gd name="connsiteY373" fmla="*/ 459709 h 709422"/>
                    <a:gd name="connsiteX374" fmla="*/ 519364 w 1257612"/>
                    <a:gd name="connsiteY374" fmla="*/ 453904 h 709422"/>
                    <a:gd name="connsiteX375" fmla="*/ 525169 w 1257612"/>
                    <a:gd name="connsiteY375" fmla="*/ 454549 h 709422"/>
                    <a:gd name="connsiteX376" fmla="*/ 541937 w 1257612"/>
                    <a:gd name="connsiteY376" fmla="*/ 466158 h 709422"/>
                    <a:gd name="connsiteX377" fmla="*/ 547096 w 1257612"/>
                    <a:gd name="connsiteY377" fmla="*/ 468738 h 709422"/>
                    <a:gd name="connsiteX378" fmla="*/ 544517 w 1257612"/>
                    <a:gd name="connsiteY378" fmla="*/ 473897 h 709422"/>
                    <a:gd name="connsiteX379" fmla="*/ 539357 w 1257612"/>
                    <a:gd name="connsiteY379" fmla="*/ 474864 h 709422"/>
                    <a:gd name="connsiteX380" fmla="*/ 466802 w 1257612"/>
                    <a:gd name="connsiteY380" fmla="*/ 457451 h 709422"/>
                    <a:gd name="connsiteX381" fmla="*/ 462933 w 1257612"/>
                    <a:gd name="connsiteY381" fmla="*/ 454549 h 709422"/>
                    <a:gd name="connsiteX382" fmla="*/ 465835 w 1257612"/>
                    <a:gd name="connsiteY382" fmla="*/ 449712 h 709422"/>
                    <a:gd name="connsiteX383" fmla="*/ 471317 w 1257612"/>
                    <a:gd name="connsiteY383" fmla="*/ 448100 h 709422"/>
                    <a:gd name="connsiteX384" fmla="*/ 489053 w 1257612"/>
                    <a:gd name="connsiteY384" fmla="*/ 441650 h 709422"/>
                    <a:gd name="connsiteX385" fmla="*/ 490343 w 1257612"/>
                    <a:gd name="connsiteY385" fmla="*/ 441006 h 709422"/>
                    <a:gd name="connsiteX386" fmla="*/ 495824 w 1257612"/>
                    <a:gd name="connsiteY386" fmla="*/ 442940 h 709422"/>
                    <a:gd name="connsiteX387" fmla="*/ 493890 w 1257612"/>
                    <a:gd name="connsiteY387" fmla="*/ 448422 h 709422"/>
                    <a:gd name="connsiteX388" fmla="*/ 492600 w 1257612"/>
                    <a:gd name="connsiteY388" fmla="*/ 449067 h 709422"/>
                    <a:gd name="connsiteX389" fmla="*/ 473574 w 1257612"/>
                    <a:gd name="connsiteY389" fmla="*/ 456161 h 709422"/>
                    <a:gd name="connsiteX390" fmla="*/ 468092 w 1257612"/>
                    <a:gd name="connsiteY390" fmla="*/ 457774 h 709422"/>
                    <a:gd name="connsiteX391" fmla="*/ 466802 w 1257612"/>
                    <a:gd name="connsiteY391" fmla="*/ 457451 h 709422"/>
                    <a:gd name="connsiteX392" fmla="*/ 1084322 w 1257612"/>
                    <a:gd name="connsiteY392" fmla="*/ 446165 h 709422"/>
                    <a:gd name="connsiteX393" fmla="*/ 1080775 w 1257612"/>
                    <a:gd name="connsiteY393" fmla="*/ 444230 h 709422"/>
                    <a:gd name="connsiteX394" fmla="*/ 1082065 w 1257612"/>
                    <a:gd name="connsiteY394" fmla="*/ 438748 h 709422"/>
                    <a:gd name="connsiteX395" fmla="*/ 1102703 w 1257612"/>
                    <a:gd name="connsiteY395" fmla="*/ 429074 h 709422"/>
                    <a:gd name="connsiteX396" fmla="*/ 1105605 w 1257612"/>
                    <a:gd name="connsiteY396" fmla="*/ 427140 h 709422"/>
                    <a:gd name="connsiteX397" fmla="*/ 1111409 w 1257612"/>
                    <a:gd name="connsiteY397" fmla="*/ 427784 h 709422"/>
                    <a:gd name="connsiteX398" fmla="*/ 1110765 w 1257612"/>
                    <a:gd name="connsiteY398" fmla="*/ 433589 h 709422"/>
                    <a:gd name="connsiteX399" fmla="*/ 1104315 w 1257612"/>
                    <a:gd name="connsiteY399" fmla="*/ 437136 h 709422"/>
                    <a:gd name="connsiteX400" fmla="*/ 1086580 w 1257612"/>
                    <a:gd name="connsiteY400" fmla="*/ 445843 h 709422"/>
                    <a:gd name="connsiteX401" fmla="*/ 1084322 w 1257612"/>
                    <a:gd name="connsiteY401" fmla="*/ 446165 h 709422"/>
                    <a:gd name="connsiteX402" fmla="*/ 270744 w 1257612"/>
                    <a:gd name="connsiteY402" fmla="*/ 438426 h 709422"/>
                    <a:gd name="connsiteX403" fmla="*/ 267519 w 1257612"/>
                    <a:gd name="connsiteY403" fmla="*/ 437136 h 709422"/>
                    <a:gd name="connsiteX404" fmla="*/ 268164 w 1257612"/>
                    <a:gd name="connsiteY404" fmla="*/ 431332 h 709422"/>
                    <a:gd name="connsiteX405" fmla="*/ 271066 w 1257612"/>
                    <a:gd name="connsiteY405" fmla="*/ 429074 h 709422"/>
                    <a:gd name="connsiteX406" fmla="*/ 276226 w 1257612"/>
                    <a:gd name="connsiteY406" fmla="*/ 420690 h 709422"/>
                    <a:gd name="connsiteX407" fmla="*/ 273969 w 1257612"/>
                    <a:gd name="connsiteY407" fmla="*/ 414241 h 709422"/>
                    <a:gd name="connsiteX408" fmla="*/ 274614 w 1257612"/>
                    <a:gd name="connsiteY408" fmla="*/ 408437 h 709422"/>
                    <a:gd name="connsiteX409" fmla="*/ 280418 w 1257612"/>
                    <a:gd name="connsiteY409" fmla="*/ 409082 h 709422"/>
                    <a:gd name="connsiteX410" fmla="*/ 284287 w 1257612"/>
                    <a:gd name="connsiteY410" fmla="*/ 420368 h 709422"/>
                    <a:gd name="connsiteX411" fmla="*/ 275903 w 1257612"/>
                    <a:gd name="connsiteY411" fmla="*/ 435201 h 709422"/>
                    <a:gd name="connsiteX412" fmla="*/ 273324 w 1257612"/>
                    <a:gd name="connsiteY412" fmla="*/ 437136 h 709422"/>
                    <a:gd name="connsiteX413" fmla="*/ 270744 w 1257612"/>
                    <a:gd name="connsiteY413" fmla="*/ 438426 h 709422"/>
                    <a:gd name="connsiteX414" fmla="*/ 170457 w 1257612"/>
                    <a:gd name="connsiteY414" fmla="*/ 436814 h 709422"/>
                    <a:gd name="connsiteX415" fmla="*/ 169813 w 1257612"/>
                    <a:gd name="connsiteY415" fmla="*/ 436814 h 709422"/>
                    <a:gd name="connsiteX416" fmla="*/ 166588 w 1257612"/>
                    <a:gd name="connsiteY416" fmla="*/ 431977 h 709422"/>
                    <a:gd name="connsiteX417" fmla="*/ 175939 w 1257612"/>
                    <a:gd name="connsiteY417" fmla="*/ 411016 h 709422"/>
                    <a:gd name="connsiteX418" fmla="*/ 179809 w 1257612"/>
                    <a:gd name="connsiteY418" fmla="*/ 406502 h 709422"/>
                    <a:gd name="connsiteX419" fmla="*/ 185613 w 1257612"/>
                    <a:gd name="connsiteY419" fmla="*/ 406502 h 709422"/>
                    <a:gd name="connsiteX420" fmla="*/ 185613 w 1257612"/>
                    <a:gd name="connsiteY420" fmla="*/ 412306 h 709422"/>
                    <a:gd name="connsiteX421" fmla="*/ 182389 w 1257612"/>
                    <a:gd name="connsiteY421" fmla="*/ 416176 h 709422"/>
                    <a:gd name="connsiteX422" fmla="*/ 174650 w 1257612"/>
                    <a:gd name="connsiteY422" fmla="*/ 433911 h 709422"/>
                    <a:gd name="connsiteX423" fmla="*/ 170457 w 1257612"/>
                    <a:gd name="connsiteY423" fmla="*/ 436814 h 709422"/>
                    <a:gd name="connsiteX424" fmla="*/ 237208 w 1257612"/>
                    <a:gd name="connsiteY424" fmla="*/ 433266 h 709422"/>
                    <a:gd name="connsiteX425" fmla="*/ 231726 w 1257612"/>
                    <a:gd name="connsiteY425" fmla="*/ 430364 h 709422"/>
                    <a:gd name="connsiteX426" fmla="*/ 225599 w 1257612"/>
                    <a:gd name="connsiteY426" fmla="*/ 427462 h 709422"/>
                    <a:gd name="connsiteX427" fmla="*/ 223987 w 1257612"/>
                    <a:gd name="connsiteY427" fmla="*/ 427462 h 709422"/>
                    <a:gd name="connsiteX428" fmla="*/ 219795 w 1257612"/>
                    <a:gd name="connsiteY428" fmla="*/ 423270 h 709422"/>
                    <a:gd name="connsiteX429" fmla="*/ 223987 w 1257612"/>
                    <a:gd name="connsiteY429" fmla="*/ 419078 h 709422"/>
                    <a:gd name="connsiteX430" fmla="*/ 225921 w 1257612"/>
                    <a:gd name="connsiteY430" fmla="*/ 419078 h 709422"/>
                    <a:gd name="connsiteX431" fmla="*/ 237208 w 1257612"/>
                    <a:gd name="connsiteY431" fmla="*/ 424560 h 709422"/>
                    <a:gd name="connsiteX432" fmla="*/ 240432 w 1257612"/>
                    <a:gd name="connsiteY432" fmla="*/ 421335 h 709422"/>
                    <a:gd name="connsiteX433" fmla="*/ 242690 w 1257612"/>
                    <a:gd name="connsiteY433" fmla="*/ 418755 h 709422"/>
                    <a:gd name="connsiteX434" fmla="*/ 248494 w 1257612"/>
                    <a:gd name="connsiteY434" fmla="*/ 418755 h 709422"/>
                    <a:gd name="connsiteX435" fmla="*/ 248494 w 1257612"/>
                    <a:gd name="connsiteY435" fmla="*/ 424560 h 709422"/>
                    <a:gd name="connsiteX436" fmla="*/ 246237 w 1257612"/>
                    <a:gd name="connsiteY436" fmla="*/ 426817 h 709422"/>
                    <a:gd name="connsiteX437" fmla="*/ 237208 w 1257612"/>
                    <a:gd name="connsiteY437" fmla="*/ 433266 h 709422"/>
                    <a:gd name="connsiteX438" fmla="*/ 1134627 w 1257612"/>
                    <a:gd name="connsiteY438" fmla="*/ 407469 h 709422"/>
                    <a:gd name="connsiteX439" fmla="*/ 1131725 w 1257612"/>
                    <a:gd name="connsiteY439" fmla="*/ 406502 h 709422"/>
                    <a:gd name="connsiteX440" fmla="*/ 1131725 w 1257612"/>
                    <a:gd name="connsiteY440" fmla="*/ 400697 h 709422"/>
                    <a:gd name="connsiteX441" fmla="*/ 1151717 w 1257612"/>
                    <a:gd name="connsiteY441" fmla="*/ 382640 h 709422"/>
                    <a:gd name="connsiteX442" fmla="*/ 1152363 w 1257612"/>
                    <a:gd name="connsiteY442" fmla="*/ 382317 h 709422"/>
                    <a:gd name="connsiteX443" fmla="*/ 1157844 w 1257612"/>
                    <a:gd name="connsiteY443" fmla="*/ 383607 h 709422"/>
                    <a:gd name="connsiteX444" fmla="*/ 1156554 w 1257612"/>
                    <a:gd name="connsiteY444" fmla="*/ 389089 h 709422"/>
                    <a:gd name="connsiteX445" fmla="*/ 1155910 w 1257612"/>
                    <a:gd name="connsiteY445" fmla="*/ 389411 h 709422"/>
                    <a:gd name="connsiteX446" fmla="*/ 1137207 w 1257612"/>
                    <a:gd name="connsiteY446" fmla="*/ 406502 h 709422"/>
                    <a:gd name="connsiteX447" fmla="*/ 1134627 w 1257612"/>
                    <a:gd name="connsiteY447" fmla="*/ 407469 h 709422"/>
                    <a:gd name="connsiteX448" fmla="*/ 216570 w 1257612"/>
                    <a:gd name="connsiteY448" fmla="*/ 399408 h 709422"/>
                    <a:gd name="connsiteX449" fmla="*/ 212700 w 1257612"/>
                    <a:gd name="connsiteY449" fmla="*/ 395860 h 709422"/>
                    <a:gd name="connsiteX450" fmla="*/ 216247 w 1257612"/>
                    <a:gd name="connsiteY450" fmla="*/ 391346 h 709422"/>
                    <a:gd name="connsiteX451" fmla="*/ 237208 w 1257612"/>
                    <a:gd name="connsiteY451" fmla="*/ 387476 h 709422"/>
                    <a:gd name="connsiteX452" fmla="*/ 241400 w 1257612"/>
                    <a:gd name="connsiteY452" fmla="*/ 386187 h 709422"/>
                    <a:gd name="connsiteX453" fmla="*/ 246559 w 1257612"/>
                    <a:gd name="connsiteY453" fmla="*/ 388766 h 709422"/>
                    <a:gd name="connsiteX454" fmla="*/ 243979 w 1257612"/>
                    <a:gd name="connsiteY454" fmla="*/ 393603 h 709422"/>
                    <a:gd name="connsiteX455" fmla="*/ 239465 w 1257612"/>
                    <a:gd name="connsiteY455" fmla="*/ 394893 h 709422"/>
                    <a:gd name="connsiteX456" fmla="*/ 216892 w 1257612"/>
                    <a:gd name="connsiteY456" fmla="*/ 399085 h 709422"/>
                    <a:gd name="connsiteX457" fmla="*/ 216570 w 1257612"/>
                    <a:gd name="connsiteY457" fmla="*/ 399408 h 709422"/>
                    <a:gd name="connsiteX458" fmla="*/ 262682 w 1257612"/>
                    <a:gd name="connsiteY458" fmla="*/ 367161 h 709422"/>
                    <a:gd name="connsiteX459" fmla="*/ 260425 w 1257612"/>
                    <a:gd name="connsiteY459" fmla="*/ 366516 h 709422"/>
                    <a:gd name="connsiteX460" fmla="*/ 259458 w 1257612"/>
                    <a:gd name="connsiteY460" fmla="*/ 361034 h 709422"/>
                    <a:gd name="connsiteX461" fmla="*/ 260425 w 1257612"/>
                    <a:gd name="connsiteY461" fmla="*/ 359422 h 709422"/>
                    <a:gd name="connsiteX462" fmla="*/ 263972 w 1257612"/>
                    <a:gd name="connsiteY462" fmla="*/ 350393 h 709422"/>
                    <a:gd name="connsiteX463" fmla="*/ 270421 w 1257612"/>
                    <a:gd name="connsiteY463" fmla="*/ 336849 h 709422"/>
                    <a:gd name="connsiteX464" fmla="*/ 275903 w 1257612"/>
                    <a:gd name="connsiteY464" fmla="*/ 335882 h 709422"/>
                    <a:gd name="connsiteX465" fmla="*/ 276871 w 1257612"/>
                    <a:gd name="connsiteY465" fmla="*/ 341364 h 709422"/>
                    <a:gd name="connsiteX466" fmla="*/ 271711 w 1257612"/>
                    <a:gd name="connsiteY466" fmla="*/ 352973 h 709422"/>
                    <a:gd name="connsiteX467" fmla="*/ 267197 w 1257612"/>
                    <a:gd name="connsiteY467" fmla="*/ 363614 h 709422"/>
                    <a:gd name="connsiteX468" fmla="*/ 265907 w 1257612"/>
                    <a:gd name="connsiteY468" fmla="*/ 365871 h 709422"/>
                    <a:gd name="connsiteX469" fmla="*/ 262682 w 1257612"/>
                    <a:gd name="connsiteY469" fmla="*/ 367161 h 709422"/>
                    <a:gd name="connsiteX470" fmla="*/ 1182997 w 1257612"/>
                    <a:gd name="connsiteY470" fmla="*/ 364904 h 709422"/>
                    <a:gd name="connsiteX471" fmla="*/ 1179772 w 1257612"/>
                    <a:gd name="connsiteY471" fmla="*/ 363291 h 709422"/>
                    <a:gd name="connsiteX472" fmla="*/ 1180739 w 1257612"/>
                    <a:gd name="connsiteY472" fmla="*/ 357810 h 709422"/>
                    <a:gd name="connsiteX473" fmla="*/ 1186544 w 1257612"/>
                    <a:gd name="connsiteY473" fmla="*/ 354262 h 709422"/>
                    <a:gd name="connsiteX474" fmla="*/ 1208149 w 1257612"/>
                    <a:gd name="connsiteY474" fmla="*/ 348781 h 709422"/>
                    <a:gd name="connsiteX475" fmla="*/ 1212341 w 1257612"/>
                    <a:gd name="connsiteY475" fmla="*/ 352328 h 709422"/>
                    <a:gd name="connsiteX476" fmla="*/ 1208794 w 1257612"/>
                    <a:gd name="connsiteY476" fmla="*/ 356520 h 709422"/>
                    <a:gd name="connsiteX477" fmla="*/ 1190413 w 1257612"/>
                    <a:gd name="connsiteY477" fmla="*/ 361034 h 709422"/>
                    <a:gd name="connsiteX478" fmla="*/ 1185576 w 1257612"/>
                    <a:gd name="connsiteY478" fmla="*/ 363936 h 709422"/>
                    <a:gd name="connsiteX479" fmla="*/ 1182997 w 1257612"/>
                    <a:gd name="connsiteY479" fmla="*/ 364904 h 709422"/>
                    <a:gd name="connsiteX480" fmla="*/ 1245555 w 1257612"/>
                    <a:gd name="connsiteY480" fmla="*/ 355230 h 709422"/>
                    <a:gd name="connsiteX481" fmla="*/ 1241685 w 1257612"/>
                    <a:gd name="connsiteY481" fmla="*/ 352005 h 709422"/>
                    <a:gd name="connsiteX482" fmla="*/ 1244587 w 1257612"/>
                    <a:gd name="connsiteY482" fmla="*/ 347168 h 709422"/>
                    <a:gd name="connsiteX483" fmla="*/ 1255229 w 1257612"/>
                    <a:gd name="connsiteY483" fmla="*/ 338139 h 709422"/>
                    <a:gd name="connsiteX484" fmla="*/ 1256518 w 1257612"/>
                    <a:gd name="connsiteY484" fmla="*/ 335882 h 709422"/>
                    <a:gd name="connsiteX485" fmla="*/ 1256841 w 1257612"/>
                    <a:gd name="connsiteY485" fmla="*/ 334592 h 709422"/>
                    <a:gd name="connsiteX486" fmla="*/ 1256518 w 1257612"/>
                    <a:gd name="connsiteY486" fmla="*/ 332980 h 709422"/>
                    <a:gd name="connsiteX487" fmla="*/ 1259421 w 1257612"/>
                    <a:gd name="connsiteY487" fmla="*/ 328143 h 709422"/>
                    <a:gd name="connsiteX488" fmla="*/ 1264258 w 1257612"/>
                    <a:gd name="connsiteY488" fmla="*/ 331045 h 709422"/>
                    <a:gd name="connsiteX489" fmla="*/ 1264903 w 1257612"/>
                    <a:gd name="connsiteY489" fmla="*/ 334915 h 709422"/>
                    <a:gd name="connsiteX490" fmla="*/ 1263290 w 1257612"/>
                    <a:gd name="connsiteY490" fmla="*/ 340396 h 709422"/>
                    <a:gd name="connsiteX491" fmla="*/ 1262001 w 1257612"/>
                    <a:gd name="connsiteY491" fmla="*/ 342331 h 709422"/>
                    <a:gd name="connsiteX492" fmla="*/ 1246200 w 1257612"/>
                    <a:gd name="connsiteY492" fmla="*/ 355230 h 709422"/>
                    <a:gd name="connsiteX493" fmla="*/ 1245555 w 1257612"/>
                    <a:gd name="connsiteY493" fmla="*/ 355230 h 709422"/>
                    <a:gd name="connsiteX494" fmla="*/ 1230721 w 1257612"/>
                    <a:gd name="connsiteY494" fmla="*/ 316212 h 709422"/>
                    <a:gd name="connsiteX495" fmla="*/ 1229432 w 1257612"/>
                    <a:gd name="connsiteY495" fmla="*/ 315889 h 709422"/>
                    <a:gd name="connsiteX496" fmla="*/ 1204279 w 1257612"/>
                    <a:gd name="connsiteY496" fmla="*/ 303635 h 709422"/>
                    <a:gd name="connsiteX497" fmla="*/ 1203312 w 1257612"/>
                    <a:gd name="connsiteY497" fmla="*/ 298154 h 709422"/>
                    <a:gd name="connsiteX498" fmla="*/ 1208794 w 1257612"/>
                    <a:gd name="connsiteY498" fmla="*/ 297186 h 709422"/>
                    <a:gd name="connsiteX499" fmla="*/ 1231689 w 1257612"/>
                    <a:gd name="connsiteY499" fmla="*/ 308472 h 709422"/>
                    <a:gd name="connsiteX500" fmla="*/ 1234269 w 1257612"/>
                    <a:gd name="connsiteY500" fmla="*/ 313632 h 709422"/>
                    <a:gd name="connsiteX501" fmla="*/ 1230721 w 1257612"/>
                    <a:gd name="connsiteY501" fmla="*/ 316212 h 709422"/>
                    <a:gd name="connsiteX502" fmla="*/ 288480 w 1257612"/>
                    <a:gd name="connsiteY502" fmla="*/ 308472 h 709422"/>
                    <a:gd name="connsiteX503" fmla="*/ 287512 w 1257612"/>
                    <a:gd name="connsiteY503" fmla="*/ 308472 h 709422"/>
                    <a:gd name="connsiteX504" fmla="*/ 284610 w 1257612"/>
                    <a:gd name="connsiteY504" fmla="*/ 303635 h 709422"/>
                    <a:gd name="connsiteX505" fmla="*/ 287835 w 1257612"/>
                    <a:gd name="connsiteY505" fmla="*/ 294284 h 709422"/>
                    <a:gd name="connsiteX506" fmla="*/ 291059 w 1257612"/>
                    <a:gd name="connsiteY506" fmla="*/ 286545 h 709422"/>
                    <a:gd name="connsiteX507" fmla="*/ 294606 w 1257612"/>
                    <a:gd name="connsiteY507" fmla="*/ 277838 h 709422"/>
                    <a:gd name="connsiteX508" fmla="*/ 300088 w 1257612"/>
                    <a:gd name="connsiteY508" fmla="*/ 275903 h 709422"/>
                    <a:gd name="connsiteX509" fmla="*/ 302023 w 1257612"/>
                    <a:gd name="connsiteY509" fmla="*/ 281386 h 709422"/>
                    <a:gd name="connsiteX510" fmla="*/ 298476 w 1257612"/>
                    <a:gd name="connsiteY510" fmla="*/ 289769 h 709422"/>
                    <a:gd name="connsiteX511" fmla="*/ 295251 w 1257612"/>
                    <a:gd name="connsiteY511" fmla="*/ 297831 h 709422"/>
                    <a:gd name="connsiteX512" fmla="*/ 292349 w 1257612"/>
                    <a:gd name="connsiteY512" fmla="*/ 306215 h 709422"/>
                    <a:gd name="connsiteX513" fmla="*/ 288480 w 1257612"/>
                    <a:gd name="connsiteY513" fmla="*/ 308472 h 709422"/>
                    <a:gd name="connsiteX514" fmla="*/ 1175257 w 1257612"/>
                    <a:gd name="connsiteY514" fmla="*/ 281386 h 709422"/>
                    <a:gd name="connsiteX515" fmla="*/ 1177192 w 1257612"/>
                    <a:gd name="connsiteY515" fmla="*/ 277838 h 709422"/>
                    <a:gd name="connsiteX516" fmla="*/ 1175257 w 1257612"/>
                    <a:gd name="connsiteY516" fmla="*/ 281386 h 709422"/>
                    <a:gd name="connsiteX517" fmla="*/ 1173645 w 1257612"/>
                    <a:gd name="connsiteY517" fmla="*/ 280418 h 709422"/>
                    <a:gd name="connsiteX518" fmla="*/ 1167518 w 1257612"/>
                    <a:gd name="connsiteY518" fmla="*/ 265907 h 709422"/>
                    <a:gd name="connsiteX519" fmla="*/ 1173000 w 1257612"/>
                    <a:gd name="connsiteY519" fmla="*/ 251074 h 709422"/>
                    <a:gd name="connsiteX520" fmla="*/ 1178805 w 1257612"/>
                    <a:gd name="connsiteY520" fmla="*/ 251396 h 709422"/>
                    <a:gd name="connsiteX521" fmla="*/ 1178482 w 1257612"/>
                    <a:gd name="connsiteY521" fmla="*/ 257201 h 709422"/>
                    <a:gd name="connsiteX522" fmla="*/ 1175580 w 1257612"/>
                    <a:gd name="connsiteY522" fmla="*/ 265907 h 709422"/>
                    <a:gd name="connsiteX523" fmla="*/ 1177515 w 1257612"/>
                    <a:gd name="connsiteY523" fmla="*/ 273324 h 709422"/>
                    <a:gd name="connsiteX524" fmla="*/ 1179127 w 1257612"/>
                    <a:gd name="connsiteY524" fmla="*/ 273969 h 709422"/>
                    <a:gd name="connsiteX525" fmla="*/ 1175257 w 1257612"/>
                    <a:gd name="connsiteY525" fmla="*/ 281386 h 709422"/>
                    <a:gd name="connsiteX526" fmla="*/ 307827 w 1257612"/>
                    <a:gd name="connsiteY526" fmla="*/ 248817 h 709422"/>
                    <a:gd name="connsiteX527" fmla="*/ 303958 w 1257612"/>
                    <a:gd name="connsiteY527" fmla="*/ 245269 h 709422"/>
                    <a:gd name="connsiteX528" fmla="*/ 303313 w 1257612"/>
                    <a:gd name="connsiteY528" fmla="*/ 241722 h 709422"/>
                    <a:gd name="connsiteX529" fmla="*/ 301378 w 1257612"/>
                    <a:gd name="connsiteY529" fmla="*/ 227211 h 709422"/>
                    <a:gd name="connsiteX530" fmla="*/ 300088 w 1257612"/>
                    <a:gd name="connsiteY530" fmla="*/ 219150 h 709422"/>
                    <a:gd name="connsiteX531" fmla="*/ 303313 w 1257612"/>
                    <a:gd name="connsiteY531" fmla="*/ 214313 h 709422"/>
                    <a:gd name="connsiteX532" fmla="*/ 308150 w 1257612"/>
                    <a:gd name="connsiteY532" fmla="*/ 217537 h 709422"/>
                    <a:gd name="connsiteX533" fmla="*/ 309440 w 1257612"/>
                    <a:gd name="connsiteY533" fmla="*/ 226244 h 709422"/>
                    <a:gd name="connsiteX534" fmla="*/ 311375 w 1257612"/>
                    <a:gd name="connsiteY534" fmla="*/ 240432 h 709422"/>
                    <a:gd name="connsiteX535" fmla="*/ 312019 w 1257612"/>
                    <a:gd name="connsiteY535" fmla="*/ 244302 h 709422"/>
                    <a:gd name="connsiteX536" fmla="*/ 308472 w 1257612"/>
                    <a:gd name="connsiteY536" fmla="*/ 248817 h 709422"/>
                    <a:gd name="connsiteX537" fmla="*/ 307827 w 1257612"/>
                    <a:gd name="connsiteY537" fmla="*/ 248817 h 709422"/>
                    <a:gd name="connsiteX538" fmla="*/ 1195573 w 1257612"/>
                    <a:gd name="connsiteY538" fmla="*/ 240432 h 709422"/>
                    <a:gd name="connsiteX539" fmla="*/ 1192671 w 1257612"/>
                    <a:gd name="connsiteY539" fmla="*/ 239142 h 709422"/>
                    <a:gd name="connsiteX540" fmla="*/ 1172033 w 1257612"/>
                    <a:gd name="connsiteY540" fmla="*/ 223019 h 709422"/>
                    <a:gd name="connsiteX541" fmla="*/ 1170743 w 1257612"/>
                    <a:gd name="connsiteY541" fmla="*/ 217537 h 709422"/>
                    <a:gd name="connsiteX542" fmla="*/ 1176225 w 1257612"/>
                    <a:gd name="connsiteY542" fmla="*/ 216248 h 709422"/>
                    <a:gd name="connsiteX543" fmla="*/ 1198152 w 1257612"/>
                    <a:gd name="connsiteY543" fmla="*/ 233338 h 709422"/>
                    <a:gd name="connsiteX544" fmla="*/ 1198152 w 1257612"/>
                    <a:gd name="connsiteY544" fmla="*/ 239142 h 709422"/>
                    <a:gd name="connsiteX545" fmla="*/ 1195573 w 1257612"/>
                    <a:gd name="connsiteY545" fmla="*/ 240432 h 709422"/>
                    <a:gd name="connsiteX546" fmla="*/ 1168163 w 1257612"/>
                    <a:gd name="connsiteY546" fmla="*/ 195610 h 709422"/>
                    <a:gd name="connsiteX547" fmla="*/ 1164939 w 1257612"/>
                    <a:gd name="connsiteY547" fmla="*/ 193675 h 709422"/>
                    <a:gd name="connsiteX548" fmla="*/ 1166229 w 1257612"/>
                    <a:gd name="connsiteY548" fmla="*/ 188193 h 709422"/>
                    <a:gd name="connsiteX549" fmla="*/ 1179449 w 1257612"/>
                    <a:gd name="connsiteY549" fmla="*/ 183034 h 709422"/>
                    <a:gd name="connsiteX550" fmla="*/ 1180094 w 1257612"/>
                    <a:gd name="connsiteY550" fmla="*/ 181744 h 709422"/>
                    <a:gd name="connsiteX551" fmla="*/ 1187511 w 1257612"/>
                    <a:gd name="connsiteY551" fmla="*/ 173037 h 709422"/>
                    <a:gd name="connsiteX552" fmla="*/ 1192671 w 1257612"/>
                    <a:gd name="connsiteY552" fmla="*/ 175294 h 709422"/>
                    <a:gd name="connsiteX553" fmla="*/ 1190413 w 1257612"/>
                    <a:gd name="connsiteY553" fmla="*/ 180454 h 709422"/>
                    <a:gd name="connsiteX554" fmla="*/ 1187511 w 1257612"/>
                    <a:gd name="connsiteY554" fmla="*/ 184646 h 709422"/>
                    <a:gd name="connsiteX555" fmla="*/ 1180739 w 1257612"/>
                    <a:gd name="connsiteY555" fmla="*/ 191095 h 709422"/>
                    <a:gd name="connsiteX556" fmla="*/ 1170420 w 1257612"/>
                    <a:gd name="connsiteY556" fmla="*/ 194965 h 709422"/>
                    <a:gd name="connsiteX557" fmla="*/ 1168163 w 1257612"/>
                    <a:gd name="connsiteY557" fmla="*/ 195610 h 709422"/>
                    <a:gd name="connsiteX558" fmla="*/ 287512 w 1257612"/>
                    <a:gd name="connsiteY558" fmla="*/ 188838 h 709422"/>
                    <a:gd name="connsiteX559" fmla="*/ 284287 w 1257612"/>
                    <a:gd name="connsiteY559" fmla="*/ 187548 h 709422"/>
                    <a:gd name="connsiteX560" fmla="*/ 264617 w 1257612"/>
                    <a:gd name="connsiteY560" fmla="*/ 171425 h 709422"/>
                    <a:gd name="connsiteX561" fmla="*/ 263327 w 1257612"/>
                    <a:gd name="connsiteY561" fmla="*/ 165943 h 709422"/>
                    <a:gd name="connsiteX562" fmla="*/ 268809 w 1257612"/>
                    <a:gd name="connsiteY562" fmla="*/ 164653 h 709422"/>
                    <a:gd name="connsiteX563" fmla="*/ 290414 w 1257612"/>
                    <a:gd name="connsiteY563" fmla="*/ 182389 h 709422"/>
                    <a:gd name="connsiteX564" fmla="*/ 289769 w 1257612"/>
                    <a:gd name="connsiteY564" fmla="*/ 188193 h 709422"/>
                    <a:gd name="connsiteX565" fmla="*/ 287512 w 1257612"/>
                    <a:gd name="connsiteY565" fmla="*/ 188838 h 709422"/>
                    <a:gd name="connsiteX566" fmla="*/ 1215888 w 1257612"/>
                    <a:gd name="connsiteY566" fmla="*/ 162396 h 709422"/>
                    <a:gd name="connsiteX567" fmla="*/ 1212663 w 1257612"/>
                    <a:gd name="connsiteY567" fmla="*/ 160784 h 709422"/>
                    <a:gd name="connsiteX568" fmla="*/ 1209116 w 1257612"/>
                    <a:gd name="connsiteY568" fmla="*/ 159171 h 709422"/>
                    <a:gd name="connsiteX569" fmla="*/ 1194605 w 1257612"/>
                    <a:gd name="connsiteY569" fmla="*/ 146595 h 709422"/>
                    <a:gd name="connsiteX570" fmla="*/ 1192993 w 1257612"/>
                    <a:gd name="connsiteY570" fmla="*/ 143048 h 709422"/>
                    <a:gd name="connsiteX571" fmla="*/ 1194928 w 1257612"/>
                    <a:gd name="connsiteY571" fmla="*/ 137566 h 709422"/>
                    <a:gd name="connsiteX572" fmla="*/ 1200410 w 1257612"/>
                    <a:gd name="connsiteY572" fmla="*/ 139501 h 709422"/>
                    <a:gd name="connsiteX573" fmla="*/ 1202022 w 1257612"/>
                    <a:gd name="connsiteY573" fmla="*/ 143693 h 709422"/>
                    <a:gd name="connsiteX574" fmla="*/ 1212018 w 1257612"/>
                    <a:gd name="connsiteY574" fmla="*/ 151432 h 709422"/>
                    <a:gd name="connsiteX575" fmla="*/ 1219113 w 1257612"/>
                    <a:gd name="connsiteY575" fmla="*/ 155624 h 709422"/>
                    <a:gd name="connsiteX576" fmla="*/ 1218145 w 1257612"/>
                    <a:gd name="connsiteY576" fmla="*/ 161106 h 709422"/>
                    <a:gd name="connsiteX577" fmla="*/ 1215888 w 1257612"/>
                    <a:gd name="connsiteY577" fmla="*/ 162396 h 709422"/>
                    <a:gd name="connsiteX578" fmla="*/ 217215 w 1257612"/>
                    <a:gd name="connsiteY578" fmla="*/ 162396 h 709422"/>
                    <a:gd name="connsiteX579" fmla="*/ 203349 w 1257612"/>
                    <a:gd name="connsiteY579" fmla="*/ 158204 h 709422"/>
                    <a:gd name="connsiteX580" fmla="*/ 202704 w 1257612"/>
                    <a:gd name="connsiteY580" fmla="*/ 152399 h 709422"/>
                    <a:gd name="connsiteX581" fmla="*/ 208508 w 1257612"/>
                    <a:gd name="connsiteY581" fmla="*/ 151755 h 709422"/>
                    <a:gd name="connsiteX582" fmla="*/ 217537 w 1257612"/>
                    <a:gd name="connsiteY582" fmla="*/ 154334 h 709422"/>
                    <a:gd name="connsiteX583" fmla="*/ 227211 w 1257612"/>
                    <a:gd name="connsiteY583" fmla="*/ 153689 h 709422"/>
                    <a:gd name="connsiteX584" fmla="*/ 231403 w 1257612"/>
                    <a:gd name="connsiteY584" fmla="*/ 153367 h 709422"/>
                    <a:gd name="connsiteX585" fmla="*/ 235918 w 1257612"/>
                    <a:gd name="connsiteY585" fmla="*/ 156914 h 709422"/>
                    <a:gd name="connsiteX586" fmla="*/ 232371 w 1257612"/>
                    <a:gd name="connsiteY586" fmla="*/ 161429 h 709422"/>
                    <a:gd name="connsiteX587" fmla="*/ 228179 w 1257612"/>
                    <a:gd name="connsiteY587" fmla="*/ 161751 h 709422"/>
                    <a:gd name="connsiteX588" fmla="*/ 217215 w 1257612"/>
                    <a:gd name="connsiteY588" fmla="*/ 162396 h 709422"/>
                    <a:gd name="connsiteX589" fmla="*/ 44696 w 1257612"/>
                    <a:gd name="connsiteY589" fmla="*/ 152722 h 709422"/>
                    <a:gd name="connsiteX590" fmla="*/ 31153 w 1257612"/>
                    <a:gd name="connsiteY590" fmla="*/ 145628 h 709422"/>
                    <a:gd name="connsiteX591" fmla="*/ 32765 w 1257612"/>
                    <a:gd name="connsiteY591" fmla="*/ 140146 h 709422"/>
                    <a:gd name="connsiteX592" fmla="*/ 38247 w 1257612"/>
                    <a:gd name="connsiteY592" fmla="*/ 141758 h 709422"/>
                    <a:gd name="connsiteX593" fmla="*/ 44696 w 1257612"/>
                    <a:gd name="connsiteY593" fmla="*/ 144660 h 709422"/>
                    <a:gd name="connsiteX594" fmla="*/ 44696 w 1257612"/>
                    <a:gd name="connsiteY594" fmla="*/ 144660 h 709422"/>
                    <a:gd name="connsiteX595" fmla="*/ 55983 w 1257612"/>
                    <a:gd name="connsiteY595" fmla="*/ 139178 h 709422"/>
                    <a:gd name="connsiteX596" fmla="*/ 61464 w 1257612"/>
                    <a:gd name="connsiteY596" fmla="*/ 140146 h 709422"/>
                    <a:gd name="connsiteX597" fmla="*/ 60497 w 1257612"/>
                    <a:gd name="connsiteY597" fmla="*/ 145628 h 709422"/>
                    <a:gd name="connsiteX598" fmla="*/ 44696 w 1257612"/>
                    <a:gd name="connsiteY598" fmla="*/ 152722 h 709422"/>
                    <a:gd name="connsiteX599" fmla="*/ 44696 w 1257612"/>
                    <a:gd name="connsiteY599" fmla="*/ 152722 h 709422"/>
                    <a:gd name="connsiteX600" fmla="*/ 107899 w 1257612"/>
                    <a:gd name="connsiteY600" fmla="*/ 150142 h 709422"/>
                    <a:gd name="connsiteX601" fmla="*/ 94033 w 1257612"/>
                    <a:gd name="connsiteY601" fmla="*/ 145305 h 709422"/>
                    <a:gd name="connsiteX602" fmla="*/ 91131 w 1257612"/>
                    <a:gd name="connsiteY602" fmla="*/ 144015 h 709422"/>
                    <a:gd name="connsiteX603" fmla="*/ 89196 w 1257612"/>
                    <a:gd name="connsiteY603" fmla="*/ 138533 h 709422"/>
                    <a:gd name="connsiteX604" fmla="*/ 94678 w 1257612"/>
                    <a:gd name="connsiteY604" fmla="*/ 136599 h 709422"/>
                    <a:gd name="connsiteX605" fmla="*/ 97903 w 1257612"/>
                    <a:gd name="connsiteY605" fmla="*/ 138211 h 709422"/>
                    <a:gd name="connsiteX606" fmla="*/ 108222 w 1257612"/>
                    <a:gd name="connsiteY606" fmla="*/ 142403 h 709422"/>
                    <a:gd name="connsiteX607" fmla="*/ 115961 w 1257612"/>
                    <a:gd name="connsiteY607" fmla="*/ 139501 h 709422"/>
                    <a:gd name="connsiteX608" fmla="*/ 121443 w 1257612"/>
                    <a:gd name="connsiteY608" fmla="*/ 141113 h 709422"/>
                    <a:gd name="connsiteX609" fmla="*/ 119831 w 1257612"/>
                    <a:gd name="connsiteY609" fmla="*/ 146595 h 709422"/>
                    <a:gd name="connsiteX610" fmla="*/ 107899 w 1257612"/>
                    <a:gd name="connsiteY610" fmla="*/ 150142 h 709422"/>
                    <a:gd name="connsiteX611" fmla="*/ 170457 w 1257612"/>
                    <a:gd name="connsiteY611" fmla="*/ 149497 h 709422"/>
                    <a:gd name="connsiteX612" fmla="*/ 170457 w 1257612"/>
                    <a:gd name="connsiteY612" fmla="*/ 149497 h 709422"/>
                    <a:gd name="connsiteX613" fmla="*/ 159494 w 1257612"/>
                    <a:gd name="connsiteY613" fmla="*/ 140791 h 709422"/>
                    <a:gd name="connsiteX614" fmla="*/ 153044 w 1257612"/>
                    <a:gd name="connsiteY614" fmla="*/ 133697 h 709422"/>
                    <a:gd name="connsiteX615" fmla="*/ 150142 w 1257612"/>
                    <a:gd name="connsiteY615" fmla="*/ 132407 h 709422"/>
                    <a:gd name="connsiteX616" fmla="*/ 147563 w 1257612"/>
                    <a:gd name="connsiteY616" fmla="*/ 127247 h 709422"/>
                    <a:gd name="connsiteX617" fmla="*/ 152722 w 1257612"/>
                    <a:gd name="connsiteY617" fmla="*/ 124667 h 709422"/>
                    <a:gd name="connsiteX618" fmla="*/ 156269 w 1257612"/>
                    <a:gd name="connsiteY618" fmla="*/ 125957 h 709422"/>
                    <a:gd name="connsiteX619" fmla="*/ 166910 w 1257612"/>
                    <a:gd name="connsiteY619" fmla="*/ 137566 h 709422"/>
                    <a:gd name="connsiteX620" fmla="*/ 170457 w 1257612"/>
                    <a:gd name="connsiteY620" fmla="*/ 141113 h 709422"/>
                    <a:gd name="connsiteX621" fmla="*/ 174327 w 1257612"/>
                    <a:gd name="connsiteY621" fmla="*/ 145305 h 709422"/>
                    <a:gd name="connsiteX622" fmla="*/ 170457 w 1257612"/>
                    <a:gd name="connsiteY622" fmla="*/ 149497 h 709422"/>
                    <a:gd name="connsiteX623" fmla="*/ 59530 w 1257612"/>
                    <a:gd name="connsiteY623" fmla="*/ 124023 h 709422"/>
                    <a:gd name="connsiteX624" fmla="*/ 58240 w 1257612"/>
                    <a:gd name="connsiteY624" fmla="*/ 123700 h 709422"/>
                    <a:gd name="connsiteX625" fmla="*/ 55660 w 1257612"/>
                    <a:gd name="connsiteY625" fmla="*/ 118541 h 709422"/>
                    <a:gd name="connsiteX626" fmla="*/ 55983 w 1257612"/>
                    <a:gd name="connsiteY626" fmla="*/ 116928 h 709422"/>
                    <a:gd name="connsiteX627" fmla="*/ 55338 w 1257612"/>
                    <a:gd name="connsiteY627" fmla="*/ 114994 h 709422"/>
                    <a:gd name="connsiteX628" fmla="*/ 45986 w 1257612"/>
                    <a:gd name="connsiteY628" fmla="*/ 110479 h 709422"/>
                    <a:gd name="connsiteX629" fmla="*/ 39859 w 1257612"/>
                    <a:gd name="connsiteY629" fmla="*/ 108867 h 709422"/>
                    <a:gd name="connsiteX630" fmla="*/ 37280 w 1257612"/>
                    <a:gd name="connsiteY630" fmla="*/ 103707 h 709422"/>
                    <a:gd name="connsiteX631" fmla="*/ 42439 w 1257612"/>
                    <a:gd name="connsiteY631" fmla="*/ 101128 h 709422"/>
                    <a:gd name="connsiteX632" fmla="*/ 47921 w 1257612"/>
                    <a:gd name="connsiteY632" fmla="*/ 102417 h 709422"/>
                    <a:gd name="connsiteX633" fmla="*/ 62109 w 1257612"/>
                    <a:gd name="connsiteY633" fmla="*/ 110479 h 709422"/>
                    <a:gd name="connsiteX634" fmla="*/ 64044 w 1257612"/>
                    <a:gd name="connsiteY634" fmla="*/ 116928 h 709422"/>
                    <a:gd name="connsiteX635" fmla="*/ 63399 w 1257612"/>
                    <a:gd name="connsiteY635" fmla="*/ 121120 h 709422"/>
                    <a:gd name="connsiteX636" fmla="*/ 59530 w 1257612"/>
                    <a:gd name="connsiteY636" fmla="*/ 124023 h 709422"/>
                    <a:gd name="connsiteX637" fmla="*/ 1169131 w 1257612"/>
                    <a:gd name="connsiteY637" fmla="*/ 122733 h 709422"/>
                    <a:gd name="connsiteX638" fmla="*/ 1165583 w 1257612"/>
                    <a:gd name="connsiteY638" fmla="*/ 120798 h 709422"/>
                    <a:gd name="connsiteX639" fmla="*/ 1158489 w 1257612"/>
                    <a:gd name="connsiteY639" fmla="*/ 104030 h 709422"/>
                    <a:gd name="connsiteX640" fmla="*/ 1155265 w 1257612"/>
                    <a:gd name="connsiteY640" fmla="*/ 95323 h 709422"/>
                    <a:gd name="connsiteX641" fmla="*/ 1157522 w 1257612"/>
                    <a:gd name="connsiteY641" fmla="*/ 90164 h 709422"/>
                    <a:gd name="connsiteX642" fmla="*/ 1162681 w 1257612"/>
                    <a:gd name="connsiteY642" fmla="*/ 92421 h 709422"/>
                    <a:gd name="connsiteX643" fmla="*/ 1165906 w 1257612"/>
                    <a:gd name="connsiteY643" fmla="*/ 101450 h 709422"/>
                    <a:gd name="connsiteX644" fmla="*/ 1172033 w 1257612"/>
                    <a:gd name="connsiteY644" fmla="*/ 116606 h 709422"/>
                    <a:gd name="connsiteX645" fmla="*/ 1170743 w 1257612"/>
                    <a:gd name="connsiteY645" fmla="*/ 122088 h 709422"/>
                    <a:gd name="connsiteX646" fmla="*/ 1169131 w 1257612"/>
                    <a:gd name="connsiteY646" fmla="*/ 122733 h 709422"/>
                    <a:gd name="connsiteX647" fmla="*/ 56305 w 1257612"/>
                    <a:gd name="connsiteY647" fmla="*/ 79522 h 709422"/>
                    <a:gd name="connsiteX648" fmla="*/ 52435 w 1257612"/>
                    <a:gd name="connsiteY648" fmla="*/ 75653 h 709422"/>
                    <a:gd name="connsiteX649" fmla="*/ 48888 w 1257612"/>
                    <a:gd name="connsiteY649" fmla="*/ 66946 h 709422"/>
                    <a:gd name="connsiteX650" fmla="*/ 39537 w 1257612"/>
                    <a:gd name="connsiteY650" fmla="*/ 56628 h 709422"/>
                    <a:gd name="connsiteX651" fmla="*/ 39214 w 1257612"/>
                    <a:gd name="connsiteY651" fmla="*/ 50823 h 709422"/>
                    <a:gd name="connsiteX652" fmla="*/ 45019 w 1257612"/>
                    <a:gd name="connsiteY652" fmla="*/ 50501 h 709422"/>
                    <a:gd name="connsiteX653" fmla="*/ 55660 w 1257612"/>
                    <a:gd name="connsiteY653" fmla="*/ 62432 h 709422"/>
                    <a:gd name="connsiteX654" fmla="*/ 60497 w 1257612"/>
                    <a:gd name="connsiteY654" fmla="*/ 75330 h 709422"/>
                    <a:gd name="connsiteX655" fmla="*/ 56305 w 1257612"/>
                    <a:gd name="connsiteY655" fmla="*/ 79522 h 709422"/>
                    <a:gd name="connsiteX656" fmla="*/ 56305 w 1257612"/>
                    <a:gd name="connsiteY656" fmla="*/ 79522 h 709422"/>
                    <a:gd name="connsiteX657" fmla="*/ 13740 w 1257612"/>
                    <a:gd name="connsiteY657" fmla="*/ 33410 h 709422"/>
                    <a:gd name="connsiteX658" fmla="*/ 10192 w 1257612"/>
                    <a:gd name="connsiteY658" fmla="*/ 31153 h 709422"/>
                    <a:gd name="connsiteX659" fmla="*/ 2453 w 1257612"/>
                    <a:gd name="connsiteY659" fmla="*/ 11805 h 709422"/>
                    <a:gd name="connsiteX660" fmla="*/ 1164 w 1257612"/>
                    <a:gd name="connsiteY660" fmla="*/ 8258 h 709422"/>
                    <a:gd name="connsiteX661" fmla="*/ 196 w 1257612"/>
                    <a:gd name="connsiteY661" fmla="*/ 5356 h 709422"/>
                    <a:gd name="connsiteX662" fmla="*/ 2776 w 1257612"/>
                    <a:gd name="connsiteY662" fmla="*/ 196 h 709422"/>
                    <a:gd name="connsiteX663" fmla="*/ 7935 w 1257612"/>
                    <a:gd name="connsiteY663" fmla="*/ 2776 h 709422"/>
                    <a:gd name="connsiteX664" fmla="*/ 8903 w 1257612"/>
                    <a:gd name="connsiteY664" fmla="*/ 5356 h 709422"/>
                    <a:gd name="connsiteX665" fmla="*/ 10192 w 1257612"/>
                    <a:gd name="connsiteY665" fmla="*/ 8903 h 709422"/>
                    <a:gd name="connsiteX666" fmla="*/ 17287 w 1257612"/>
                    <a:gd name="connsiteY666" fmla="*/ 27283 h 709422"/>
                    <a:gd name="connsiteX667" fmla="*/ 15674 w 1257612"/>
                    <a:gd name="connsiteY667" fmla="*/ 32765 h 709422"/>
                    <a:gd name="connsiteX668" fmla="*/ 13740 w 1257612"/>
                    <a:gd name="connsiteY668" fmla="*/ 33410 h 709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</a:cxnLst>
                  <a:rect l="l" t="t" r="r" b="b"/>
                  <a:pathLst>
                    <a:path w="1257612" h="709422">
                      <a:moveTo>
                        <a:pt x="1020474" y="722840"/>
                      </a:moveTo>
                      <a:cubicBezTo>
                        <a:pt x="1018540" y="722840"/>
                        <a:pt x="1016927" y="721550"/>
                        <a:pt x="1016605" y="719615"/>
                      </a:cubicBezTo>
                      <a:cubicBezTo>
                        <a:pt x="1015960" y="717358"/>
                        <a:pt x="1017572" y="715423"/>
                        <a:pt x="1019507" y="714778"/>
                      </a:cubicBezTo>
                      <a:cubicBezTo>
                        <a:pt x="1022732" y="714133"/>
                        <a:pt x="1025311" y="713166"/>
                        <a:pt x="1027569" y="712199"/>
                      </a:cubicBezTo>
                      <a:cubicBezTo>
                        <a:pt x="1032083" y="710264"/>
                        <a:pt x="1034985" y="706394"/>
                        <a:pt x="1037565" y="701557"/>
                      </a:cubicBezTo>
                      <a:cubicBezTo>
                        <a:pt x="1038532" y="699622"/>
                        <a:pt x="1041112" y="698977"/>
                        <a:pt x="1043047" y="699945"/>
                      </a:cubicBezTo>
                      <a:cubicBezTo>
                        <a:pt x="1044982" y="700912"/>
                        <a:pt x="1045627" y="703492"/>
                        <a:pt x="1044659" y="705427"/>
                      </a:cubicBezTo>
                      <a:cubicBezTo>
                        <a:pt x="1041757" y="710586"/>
                        <a:pt x="1037887" y="716391"/>
                        <a:pt x="1030793" y="719615"/>
                      </a:cubicBezTo>
                      <a:cubicBezTo>
                        <a:pt x="1028214" y="720905"/>
                        <a:pt x="1024989" y="721872"/>
                        <a:pt x="1021119" y="722518"/>
                      </a:cubicBezTo>
                      <a:cubicBezTo>
                        <a:pt x="1021119" y="722840"/>
                        <a:pt x="1020797" y="722840"/>
                        <a:pt x="1020474" y="722840"/>
                      </a:cubicBezTo>
                      <a:close/>
                      <a:moveTo>
                        <a:pt x="983391" y="722840"/>
                      </a:moveTo>
                      <a:cubicBezTo>
                        <a:pt x="983069" y="722840"/>
                        <a:pt x="982746" y="722840"/>
                        <a:pt x="982101" y="722518"/>
                      </a:cubicBezTo>
                      <a:cubicBezTo>
                        <a:pt x="978232" y="721228"/>
                        <a:pt x="975007" y="719615"/>
                        <a:pt x="972105" y="717680"/>
                      </a:cubicBezTo>
                      <a:cubicBezTo>
                        <a:pt x="965011" y="712199"/>
                        <a:pt x="963721" y="708329"/>
                        <a:pt x="962108" y="704782"/>
                      </a:cubicBezTo>
                      <a:cubicBezTo>
                        <a:pt x="961786" y="704137"/>
                        <a:pt x="961463" y="703169"/>
                        <a:pt x="961141" y="702525"/>
                      </a:cubicBezTo>
                      <a:cubicBezTo>
                        <a:pt x="960174" y="700590"/>
                        <a:pt x="961141" y="698010"/>
                        <a:pt x="963076" y="697043"/>
                      </a:cubicBezTo>
                      <a:cubicBezTo>
                        <a:pt x="965011" y="696075"/>
                        <a:pt x="967590" y="697043"/>
                        <a:pt x="968557" y="698977"/>
                      </a:cubicBezTo>
                      <a:cubicBezTo>
                        <a:pt x="968880" y="699945"/>
                        <a:pt x="969203" y="700912"/>
                        <a:pt x="969525" y="701557"/>
                      </a:cubicBezTo>
                      <a:cubicBezTo>
                        <a:pt x="970815" y="704782"/>
                        <a:pt x="971782" y="707039"/>
                        <a:pt x="976942" y="711231"/>
                      </a:cubicBezTo>
                      <a:cubicBezTo>
                        <a:pt x="978877" y="712843"/>
                        <a:pt x="981134" y="713811"/>
                        <a:pt x="984358" y="714778"/>
                      </a:cubicBezTo>
                      <a:cubicBezTo>
                        <a:pt x="986616" y="715423"/>
                        <a:pt x="987583" y="717680"/>
                        <a:pt x="986938" y="719938"/>
                      </a:cubicBezTo>
                      <a:cubicBezTo>
                        <a:pt x="986616" y="721550"/>
                        <a:pt x="985003" y="722840"/>
                        <a:pt x="983391" y="722840"/>
                      </a:cubicBezTo>
                      <a:close/>
                      <a:moveTo>
                        <a:pt x="1058525" y="675115"/>
                      </a:moveTo>
                      <a:cubicBezTo>
                        <a:pt x="1058525" y="675115"/>
                        <a:pt x="1058525" y="675115"/>
                        <a:pt x="1058525" y="675115"/>
                      </a:cubicBezTo>
                      <a:cubicBezTo>
                        <a:pt x="1056268" y="675115"/>
                        <a:pt x="1054333" y="673180"/>
                        <a:pt x="1054333" y="670923"/>
                      </a:cubicBezTo>
                      <a:lnTo>
                        <a:pt x="1054333" y="669956"/>
                      </a:lnTo>
                      <a:cubicBezTo>
                        <a:pt x="1054333" y="668666"/>
                        <a:pt x="1054333" y="667698"/>
                        <a:pt x="1054333" y="666408"/>
                      </a:cubicBezTo>
                      <a:cubicBezTo>
                        <a:pt x="1054333" y="665119"/>
                        <a:pt x="1054333" y="663829"/>
                        <a:pt x="1054333" y="662861"/>
                      </a:cubicBezTo>
                      <a:cubicBezTo>
                        <a:pt x="1054333" y="658025"/>
                        <a:pt x="1055301" y="651898"/>
                        <a:pt x="1062395" y="647383"/>
                      </a:cubicBezTo>
                      <a:cubicBezTo>
                        <a:pt x="1063040" y="646738"/>
                        <a:pt x="1063685" y="646416"/>
                        <a:pt x="1064007" y="645771"/>
                      </a:cubicBezTo>
                      <a:cubicBezTo>
                        <a:pt x="1065297" y="643836"/>
                        <a:pt x="1067554" y="643191"/>
                        <a:pt x="1069489" y="644481"/>
                      </a:cubicBezTo>
                      <a:cubicBezTo>
                        <a:pt x="1071424" y="645771"/>
                        <a:pt x="1072069" y="648028"/>
                        <a:pt x="1070779" y="649963"/>
                      </a:cubicBezTo>
                      <a:cubicBezTo>
                        <a:pt x="1069812" y="651575"/>
                        <a:pt x="1068199" y="653188"/>
                        <a:pt x="1066587" y="654155"/>
                      </a:cubicBezTo>
                      <a:cubicBezTo>
                        <a:pt x="1063040" y="656412"/>
                        <a:pt x="1062395" y="658669"/>
                        <a:pt x="1062395" y="662861"/>
                      </a:cubicBezTo>
                      <a:cubicBezTo>
                        <a:pt x="1062395" y="663829"/>
                        <a:pt x="1062395" y="665119"/>
                        <a:pt x="1062395" y="666086"/>
                      </a:cubicBezTo>
                      <a:cubicBezTo>
                        <a:pt x="1062395" y="667376"/>
                        <a:pt x="1062395" y="668666"/>
                        <a:pt x="1062395" y="669956"/>
                      </a:cubicBezTo>
                      <a:lnTo>
                        <a:pt x="1062395" y="671245"/>
                      </a:lnTo>
                      <a:cubicBezTo>
                        <a:pt x="1062395" y="673180"/>
                        <a:pt x="1060782" y="675115"/>
                        <a:pt x="1058525" y="675115"/>
                      </a:cubicBezTo>
                      <a:close/>
                      <a:moveTo>
                        <a:pt x="947597" y="673825"/>
                      </a:moveTo>
                      <a:cubicBezTo>
                        <a:pt x="946952" y="673825"/>
                        <a:pt x="946630" y="673825"/>
                        <a:pt x="945985" y="673503"/>
                      </a:cubicBezTo>
                      <a:cubicBezTo>
                        <a:pt x="944050" y="672535"/>
                        <a:pt x="942760" y="670278"/>
                        <a:pt x="943728" y="668343"/>
                      </a:cubicBezTo>
                      <a:cubicBezTo>
                        <a:pt x="945340" y="664474"/>
                        <a:pt x="948242" y="660604"/>
                        <a:pt x="950822" y="657379"/>
                      </a:cubicBezTo>
                      <a:cubicBezTo>
                        <a:pt x="953402" y="654155"/>
                        <a:pt x="954692" y="651253"/>
                        <a:pt x="954692" y="648350"/>
                      </a:cubicBezTo>
                      <a:cubicBezTo>
                        <a:pt x="954692" y="647706"/>
                        <a:pt x="954692" y="647383"/>
                        <a:pt x="954692" y="646738"/>
                      </a:cubicBezTo>
                      <a:cubicBezTo>
                        <a:pt x="954369" y="644481"/>
                        <a:pt x="955981" y="642546"/>
                        <a:pt x="957916" y="642224"/>
                      </a:cubicBezTo>
                      <a:cubicBezTo>
                        <a:pt x="960174" y="641901"/>
                        <a:pt x="962108" y="643513"/>
                        <a:pt x="962431" y="645448"/>
                      </a:cubicBezTo>
                      <a:cubicBezTo>
                        <a:pt x="962431" y="646416"/>
                        <a:pt x="962753" y="647383"/>
                        <a:pt x="962753" y="648350"/>
                      </a:cubicBezTo>
                      <a:cubicBezTo>
                        <a:pt x="962753" y="652865"/>
                        <a:pt x="960818" y="657702"/>
                        <a:pt x="956949" y="662216"/>
                      </a:cubicBezTo>
                      <a:cubicBezTo>
                        <a:pt x="954692" y="665119"/>
                        <a:pt x="952112" y="668343"/>
                        <a:pt x="950822" y="671245"/>
                      </a:cubicBezTo>
                      <a:cubicBezTo>
                        <a:pt x="950822" y="672858"/>
                        <a:pt x="949210" y="673825"/>
                        <a:pt x="947597" y="673825"/>
                      </a:cubicBezTo>
                      <a:close/>
                      <a:moveTo>
                        <a:pt x="244947" y="662861"/>
                      </a:moveTo>
                      <a:cubicBezTo>
                        <a:pt x="243012" y="662861"/>
                        <a:pt x="238175" y="662216"/>
                        <a:pt x="237208" y="655122"/>
                      </a:cubicBezTo>
                      <a:cubicBezTo>
                        <a:pt x="236240" y="648350"/>
                        <a:pt x="234305" y="648028"/>
                        <a:pt x="232693" y="648028"/>
                      </a:cubicBezTo>
                      <a:cubicBezTo>
                        <a:pt x="230436" y="647706"/>
                        <a:pt x="228824" y="645771"/>
                        <a:pt x="229146" y="643513"/>
                      </a:cubicBezTo>
                      <a:cubicBezTo>
                        <a:pt x="229468" y="641256"/>
                        <a:pt x="231403" y="639966"/>
                        <a:pt x="233661" y="639966"/>
                      </a:cubicBezTo>
                      <a:cubicBezTo>
                        <a:pt x="240110" y="640934"/>
                        <a:pt x="243657" y="645126"/>
                        <a:pt x="244947" y="653832"/>
                      </a:cubicBezTo>
                      <a:cubicBezTo>
                        <a:pt x="244947" y="654155"/>
                        <a:pt x="244947" y="654477"/>
                        <a:pt x="245269" y="654800"/>
                      </a:cubicBezTo>
                      <a:cubicBezTo>
                        <a:pt x="246559" y="654477"/>
                        <a:pt x="248171" y="653832"/>
                        <a:pt x="249139" y="653510"/>
                      </a:cubicBezTo>
                      <a:cubicBezTo>
                        <a:pt x="251074" y="652542"/>
                        <a:pt x="253653" y="653510"/>
                        <a:pt x="254298" y="655767"/>
                      </a:cubicBezTo>
                      <a:cubicBezTo>
                        <a:pt x="255266" y="657702"/>
                        <a:pt x="254298" y="660282"/>
                        <a:pt x="252041" y="660927"/>
                      </a:cubicBezTo>
                      <a:cubicBezTo>
                        <a:pt x="249461" y="662216"/>
                        <a:pt x="247204" y="662861"/>
                        <a:pt x="244947" y="662861"/>
                      </a:cubicBezTo>
                      <a:close/>
                      <a:moveTo>
                        <a:pt x="287190" y="654800"/>
                      </a:moveTo>
                      <a:cubicBezTo>
                        <a:pt x="285900" y="654800"/>
                        <a:pt x="284287" y="654155"/>
                        <a:pt x="283643" y="652542"/>
                      </a:cubicBezTo>
                      <a:cubicBezTo>
                        <a:pt x="282675" y="650608"/>
                        <a:pt x="283320" y="648028"/>
                        <a:pt x="285255" y="647061"/>
                      </a:cubicBezTo>
                      <a:cubicBezTo>
                        <a:pt x="287835" y="645771"/>
                        <a:pt x="289124" y="643191"/>
                        <a:pt x="289124" y="639644"/>
                      </a:cubicBezTo>
                      <a:cubicBezTo>
                        <a:pt x="289124" y="637387"/>
                        <a:pt x="288480" y="634485"/>
                        <a:pt x="287512" y="631260"/>
                      </a:cubicBezTo>
                      <a:lnTo>
                        <a:pt x="286222" y="627713"/>
                      </a:lnTo>
                      <a:cubicBezTo>
                        <a:pt x="285577" y="625456"/>
                        <a:pt x="286545" y="623198"/>
                        <a:pt x="288802" y="622553"/>
                      </a:cubicBezTo>
                      <a:cubicBezTo>
                        <a:pt x="291059" y="621908"/>
                        <a:pt x="293317" y="622876"/>
                        <a:pt x="293961" y="625133"/>
                      </a:cubicBezTo>
                      <a:lnTo>
                        <a:pt x="295251" y="628680"/>
                      </a:lnTo>
                      <a:cubicBezTo>
                        <a:pt x="296541" y="632872"/>
                        <a:pt x="297509" y="636419"/>
                        <a:pt x="297509" y="639644"/>
                      </a:cubicBezTo>
                      <a:cubicBezTo>
                        <a:pt x="297509" y="646093"/>
                        <a:pt x="294606" y="651253"/>
                        <a:pt x="289124" y="654155"/>
                      </a:cubicBezTo>
                      <a:cubicBezTo>
                        <a:pt x="288480" y="654477"/>
                        <a:pt x="287835" y="654800"/>
                        <a:pt x="287190" y="654800"/>
                      </a:cubicBezTo>
                      <a:close/>
                      <a:moveTo>
                        <a:pt x="177229" y="642546"/>
                      </a:moveTo>
                      <a:cubicBezTo>
                        <a:pt x="175617" y="642546"/>
                        <a:pt x="174005" y="641579"/>
                        <a:pt x="173360" y="639966"/>
                      </a:cubicBezTo>
                      <a:cubicBezTo>
                        <a:pt x="172392" y="638032"/>
                        <a:pt x="173682" y="635452"/>
                        <a:pt x="175617" y="634807"/>
                      </a:cubicBezTo>
                      <a:cubicBezTo>
                        <a:pt x="177874" y="633840"/>
                        <a:pt x="181099" y="631905"/>
                        <a:pt x="183679" y="629970"/>
                      </a:cubicBezTo>
                      <a:cubicBezTo>
                        <a:pt x="188838" y="626423"/>
                        <a:pt x="193352" y="623198"/>
                        <a:pt x="198189" y="623198"/>
                      </a:cubicBezTo>
                      <a:cubicBezTo>
                        <a:pt x="199802" y="623198"/>
                        <a:pt x="201414" y="623521"/>
                        <a:pt x="203026" y="624488"/>
                      </a:cubicBezTo>
                      <a:cubicBezTo>
                        <a:pt x="204961" y="625778"/>
                        <a:pt x="205606" y="628035"/>
                        <a:pt x="204316" y="629970"/>
                      </a:cubicBezTo>
                      <a:cubicBezTo>
                        <a:pt x="203026" y="631905"/>
                        <a:pt x="200769" y="632550"/>
                        <a:pt x="198834" y="631260"/>
                      </a:cubicBezTo>
                      <a:cubicBezTo>
                        <a:pt x="196255" y="631260"/>
                        <a:pt x="192063" y="634162"/>
                        <a:pt x="188516" y="636419"/>
                      </a:cubicBezTo>
                      <a:cubicBezTo>
                        <a:pt x="185291" y="638676"/>
                        <a:pt x="182066" y="640934"/>
                        <a:pt x="178841" y="642224"/>
                      </a:cubicBezTo>
                      <a:cubicBezTo>
                        <a:pt x="178197" y="642224"/>
                        <a:pt x="177874" y="642546"/>
                        <a:pt x="177229" y="642546"/>
                      </a:cubicBezTo>
                      <a:close/>
                      <a:moveTo>
                        <a:pt x="944050" y="616104"/>
                      </a:moveTo>
                      <a:cubicBezTo>
                        <a:pt x="942115" y="616104"/>
                        <a:pt x="940503" y="614814"/>
                        <a:pt x="940181" y="612879"/>
                      </a:cubicBezTo>
                      <a:cubicBezTo>
                        <a:pt x="939536" y="609655"/>
                        <a:pt x="938891" y="606108"/>
                        <a:pt x="937601" y="602561"/>
                      </a:cubicBezTo>
                      <a:cubicBezTo>
                        <a:pt x="936634" y="599336"/>
                        <a:pt x="936311" y="596434"/>
                        <a:pt x="936311" y="593854"/>
                      </a:cubicBezTo>
                      <a:cubicBezTo>
                        <a:pt x="936311" y="590307"/>
                        <a:pt x="937279" y="587082"/>
                        <a:pt x="938891" y="584180"/>
                      </a:cubicBezTo>
                      <a:cubicBezTo>
                        <a:pt x="939858" y="582245"/>
                        <a:pt x="942438" y="581600"/>
                        <a:pt x="944373" y="582890"/>
                      </a:cubicBezTo>
                      <a:cubicBezTo>
                        <a:pt x="946308" y="584180"/>
                        <a:pt x="946952" y="586437"/>
                        <a:pt x="945663" y="588372"/>
                      </a:cubicBezTo>
                      <a:cubicBezTo>
                        <a:pt x="945018" y="589339"/>
                        <a:pt x="944373" y="591274"/>
                        <a:pt x="944373" y="594176"/>
                      </a:cubicBezTo>
                      <a:cubicBezTo>
                        <a:pt x="944373" y="596111"/>
                        <a:pt x="944695" y="598368"/>
                        <a:pt x="945340" y="600948"/>
                      </a:cubicBezTo>
                      <a:cubicBezTo>
                        <a:pt x="946308" y="604818"/>
                        <a:pt x="947275" y="608365"/>
                        <a:pt x="947920" y="611912"/>
                      </a:cubicBezTo>
                      <a:cubicBezTo>
                        <a:pt x="948242" y="614169"/>
                        <a:pt x="946952" y="616104"/>
                        <a:pt x="944695" y="616749"/>
                      </a:cubicBezTo>
                      <a:cubicBezTo>
                        <a:pt x="944695" y="616104"/>
                        <a:pt x="944373" y="616104"/>
                        <a:pt x="944050" y="616104"/>
                      </a:cubicBezTo>
                      <a:close/>
                      <a:moveTo>
                        <a:pt x="1068199" y="616104"/>
                      </a:moveTo>
                      <a:cubicBezTo>
                        <a:pt x="1067232" y="616104"/>
                        <a:pt x="1065942" y="615781"/>
                        <a:pt x="1065297" y="614814"/>
                      </a:cubicBezTo>
                      <a:cubicBezTo>
                        <a:pt x="1063685" y="613202"/>
                        <a:pt x="1064007" y="610622"/>
                        <a:pt x="1065619" y="609010"/>
                      </a:cubicBezTo>
                      <a:cubicBezTo>
                        <a:pt x="1072391" y="602883"/>
                        <a:pt x="1078196" y="595466"/>
                        <a:pt x="1081098" y="589339"/>
                      </a:cubicBezTo>
                      <a:cubicBezTo>
                        <a:pt x="1082065" y="587405"/>
                        <a:pt x="1084322" y="586437"/>
                        <a:pt x="1086580" y="587405"/>
                      </a:cubicBezTo>
                      <a:cubicBezTo>
                        <a:pt x="1088514" y="588372"/>
                        <a:pt x="1089482" y="590629"/>
                        <a:pt x="1088514" y="592887"/>
                      </a:cubicBezTo>
                      <a:cubicBezTo>
                        <a:pt x="1085290" y="600303"/>
                        <a:pt x="1078841" y="608365"/>
                        <a:pt x="1071101" y="615137"/>
                      </a:cubicBezTo>
                      <a:cubicBezTo>
                        <a:pt x="1070134" y="615781"/>
                        <a:pt x="1069167" y="616104"/>
                        <a:pt x="1068199" y="616104"/>
                      </a:cubicBezTo>
                      <a:close/>
                      <a:moveTo>
                        <a:pt x="164331" y="614814"/>
                      </a:moveTo>
                      <a:cubicBezTo>
                        <a:pt x="164331" y="614814"/>
                        <a:pt x="164331" y="614814"/>
                        <a:pt x="164331" y="614814"/>
                      </a:cubicBezTo>
                      <a:cubicBezTo>
                        <a:pt x="162073" y="614814"/>
                        <a:pt x="160139" y="612879"/>
                        <a:pt x="160139" y="610622"/>
                      </a:cubicBezTo>
                      <a:lnTo>
                        <a:pt x="160139" y="609977"/>
                      </a:lnTo>
                      <a:cubicBezTo>
                        <a:pt x="160139" y="604173"/>
                        <a:pt x="158204" y="602561"/>
                        <a:pt x="156269" y="600626"/>
                      </a:cubicBezTo>
                      <a:cubicBezTo>
                        <a:pt x="154657" y="599013"/>
                        <a:pt x="152399" y="596756"/>
                        <a:pt x="152399" y="592887"/>
                      </a:cubicBezTo>
                      <a:cubicBezTo>
                        <a:pt x="152399" y="590952"/>
                        <a:pt x="153044" y="589017"/>
                        <a:pt x="154012" y="586437"/>
                      </a:cubicBezTo>
                      <a:cubicBezTo>
                        <a:pt x="154334" y="586115"/>
                        <a:pt x="154334" y="585470"/>
                        <a:pt x="154657" y="585147"/>
                      </a:cubicBezTo>
                      <a:cubicBezTo>
                        <a:pt x="155624" y="583213"/>
                        <a:pt x="157881" y="582245"/>
                        <a:pt x="159816" y="582890"/>
                      </a:cubicBezTo>
                      <a:cubicBezTo>
                        <a:pt x="161751" y="583858"/>
                        <a:pt x="162718" y="586115"/>
                        <a:pt x="162073" y="588049"/>
                      </a:cubicBezTo>
                      <a:cubicBezTo>
                        <a:pt x="161751" y="588695"/>
                        <a:pt x="161751" y="589339"/>
                        <a:pt x="161429" y="589662"/>
                      </a:cubicBezTo>
                      <a:cubicBezTo>
                        <a:pt x="160784" y="591274"/>
                        <a:pt x="160461" y="592242"/>
                        <a:pt x="160461" y="592564"/>
                      </a:cubicBezTo>
                      <a:cubicBezTo>
                        <a:pt x="160461" y="592887"/>
                        <a:pt x="160461" y="593209"/>
                        <a:pt x="162073" y="594499"/>
                      </a:cubicBezTo>
                      <a:cubicBezTo>
                        <a:pt x="164653" y="597078"/>
                        <a:pt x="168200" y="600626"/>
                        <a:pt x="168200" y="609655"/>
                      </a:cubicBezTo>
                      <a:lnTo>
                        <a:pt x="168200" y="610622"/>
                      </a:lnTo>
                      <a:cubicBezTo>
                        <a:pt x="168200" y="612879"/>
                        <a:pt x="166588" y="614814"/>
                        <a:pt x="164331" y="614814"/>
                      </a:cubicBezTo>
                      <a:close/>
                      <a:moveTo>
                        <a:pt x="277838" y="595144"/>
                      </a:moveTo>
                      <a:cubicBezTo>
                        <a:pt x="276226" y="595144"/>
                        <a:pt x="274614" y="593854"/>
                        <a:pt x="273969" y="592242"/>
                      </a:cubicBezTo>
                      <a:cubicBezTo>
                        <a:pt x="273646" y="590629"/>
                        <a:pt x="273324" y="589339"/>
                        <a:pt x="273001" y="588049"/>
                      </a:cubicBezTo>
                      <a:cubicBezTo>
                        <a:pt x="272679" y="587082"/>
                        <a:pt x="272679" y="586115"/>
                        <a:pt x="272356" y="585792"/>
                      </a:cubicBezTo>
                      <a:cubicBezTo>
                        <a:pt x="272356" y="585792"/>
                        <a:pt x="271711" y="585470"/>
                        <a:pt x="269132" y="584825"/>
                      </a:cubicBezTo>
                      <a:cubicBezTo>
                        <a:pt x="261393" y="583535"/>
                        <a:pt x="259458" y="579021"/>
                        <a:pt x="257523" y="574829"/>
                      </a:cubicBezTo>
                      <a:cubicBezTo>
                        <a:pt x="256555" y="572894"/>
                        <a:pt x="257523" y="570314"/>
                        <a:pt x="259458" y="569669"/>
                      </a:cubicBezTo>
                      <a:cubicBezTo>
                        <a:pt x="261393" y="568702"/>
                        <a:pt x="263972" y="569669"/>
                        <a:pt x="264617" y="571604"/>
                      </a:cubicBezTo>
                      <a:cubicBezTo>
                        <a:pt x="266230" y="575151"/>
                        <a:pt x="266552" y="576118"/>
                        <a:pt x="270099" y="576763"/>
                      </a:cubicBezTo>
                      <a:cubicBezTo>
                        <a:pt x="277516" y="578053"/>
                        <a:pt x="279451" y="580633"/>
                        <a:pt x="280418" y="586437"/>
                      </a:cubicBezTo>
                      <a:cubicBezTo>
                        <a:pt x="280740" y="587405"/>
                        <a:pt x="280740" y="588695"/>
                        <a:pt x="281385" y="589984"/>
                      </a:cubicBezTo>
                      <a:cubicBezTo>
                        <a:pt x="282030" y="592242"/>
                        <a:pt x="280740" y="594499"/>
                        <a:pt x="278483" y="594821"/>
                      </a:cubicBezTo>
                      <a:cubicBezTo>
                        <a:pt x="278483" y="595144"/>
                        <a:pt x="278161" y="595144"/>
                        <a:pt x="277838" y="595144"/>
                      </a:cubicBezTo>
                      <a:close/>
                      <a:moveTo>
                        <a:pt x="926315" y="570314"/>
                      </a:moveTo>
                      <a:cubicBezTo>
                        <a:pt x="926315" y="570314"/>
                        <a:pt x="925992" y="570314"/>
                        <a:pt x="925992" y="570314"/>
                      </a:cubicBezTo>
                      <a:cubicBezTo>
                        <a:pt x="922768" y="569992"/>
                        <a:pt x="919865" y="569347"/>
                        <a:pt x="917286" y="568702"/>
                      </a:cubicBezTo>
                      <a:cubicBezTo>
                        <a:pt x="911159" y="566767"/>
                        <a:pt x="905999" y="566122"/>
                        <a:pt x="900518" y="566767"/>
                      </a:cubicBezTo>
                      <a:cubicBezTo>
                        <a:pt x="898260" y="567089"/>
                        <a:pt x="896325" y="565477"/>
                        <a:pt x="896003" y="563220"/>
                      </a:cubicBezTo>
                      <a:cubicBezTo>
                        <a:pt x="895681" y="560963"/>
                        <a:pt x="897293" y="559028"/>
                        <a:pt x="899550" y="558705"/>
                      </a:cubicBezTo>
                      <a:cubicBezTo>
                        <a:pt x="906644" y="557738"/>
                        <a:pt x="912449" y="559028"/>
                        <a:pt x="919543" y="560963"/>
                      </a:cubicBezTo>
                      <a:cubicBezTo>
                        <a:pt x="921800" y="561607"/>
                        <a:pt x="924057" y="561930"/>
                        <a:pt x="926637" y="562252"/>
                      </a:cubicBezTo>
                      <a:cubicBezTo>
                        <a:pt x="928894" y="562575"/>
                        <a:pt x="930507" y="564510"/>
                        <a:pt x="930184" y="566767"/>
                      </a:cubicBezTo>
                      <a:cubicBezTo>
                        <a:pt x="930184" y="568702"/>
                        <a:pt x="928249" y="570314"/>
                        <a:pt x="926315" y="570314"/>
                      </a:cubicBezTo>
                      <a:close/>
                      <a:moveTo>
                        <a:pt x="863434" y="569347"/>
                      </a:moveTo>
                      <a:cubicBezTo>
                        <a:pt x="862789" y="569347"/>
                        <a:pt x="862144" y="569347"/>
                        <a:pt x="861499" y="569024"/>
                      </a:cubicBezTo>
                      <a:cubicBezTo>
                        <a:pt x="853115" y="564832"/>
                        <a:pt x="845376" y="557093"/>
                        <a:pt x="840861" y="548709"/>
                      </a:cubicBezTo>
                      <a:cubicBezTo>
                        <a:pt x="839894" y="546774"/>
                        <a:pt x="840539" y="544194"/>
                        <a:pt x="842474" y="543227"/>
                      </a:cubicBezTo>
                      <a:cubicBezTo>
                        <a:pt x="844409" y="542260"/>
                        <a:pt x="846988" y="542905"/>
                        <a:pt x="847956" y="544839"/>
                      </a:cubicBezTo>
                      <a:cubicBezTo>
                        <a:pt x="851503" y="551611"/>
                        <a:pt x="858275" y="558060"/>
                        <a:pt x="865046" y="561607"/>
                      </a:cubicBezTo>
                      <a:cubicBezTo>
                        <a:pt x="866981" y="562575"/>
                        <a:pt x="867949" y="565155"/>
                        <a:pt x="866981" y="567089"/>
                      </a:cubicBezTo>
                      <a:cubicBezTo>
                        <a:pt x="866336" y="568702"/>
                        <a:pt x="865046" y="569347"/>
                        <a:pt x="863434" y="569347"/>
                      </a:cubicBezTo>
                      <a:close/>
                      <a:moveTo>
                        <a:pt x="1073681" y="560963"/>
                      </a:moveTo>
                      <a:cubicBezTo>
                        <a:pt x="1072391" y="560963"/>
                        <a:pt x="1070779" y="560317"/>
                        <a:pt x="1070134" y="559028"/>
                      </a:cubicBezTo>
                      <a:cubicBezTo>
                        <a:pt x="1067232" y="553546"/>
                        <a:pt x="1065297" y="549354"/>
                        <a:pt x="1064007" y="545807"/>
                      </a:cubicBezTo>
                      <a:cubicBezTo>
                        <a:pt x="1063040" y="543227"/>
                        <a:pt x="1061750" y="539680"/>
                        <a:pt x="1060138" y="535488"/>
                      </a:cubicBezTo>
                      <a:lnTo>
                        <a:pt x="1059493" y="533875"/>
                      </a:lnTo>
                      <a:cubicBezTo>
                        <a:pt x="1058848" y="531941"/>
                        <a:pt x="1059815" y="529361"/>
                        <a:pt x="1061750" y="528716"/>
                      </a:cubicBezTo>
                      <a:cubicBezTo>
                        <a:pt x="1063685" y="527749"/>
                        <a:pt x="1066265" y="529039"/>
                        <a:pt x="1066909" y="530973"/>
                      </a:cubicBezTo>
                      <a:lnTo>
                        <a:pt x="1067554" y="532585"/>
                      </a:lnTo>
                      <a:cubicBezTo>
                        <a:pt x="1069167" y="536778"/>
                        <a:pt x="1070779" y="540647"/>
                        <a:pt x="1071746" y="543549"/>
                      </a:cubicBezTo>
                      <a:cubicBezTo>
                        <a:pt x="1072714" y="546774"/>
                        <a:pt x="1074326" y="550321"/>
                        <a:pt x="1077228" y="555481"/>
                      </a:cubicBezTo>
                      <a:cubicBezTo>
                        <a:pt x="1078196" y="557415"/>
                        <a:pt x="1077551" y="559995"/>
                        <a:pt x="1075616" y="560963"/>
                      </a:cubicBezTo>
                      <a:cubicBezTo>
                        <a:pt x="1074971" y="560963"/>
                        <a:pt x="1074326" y="560963"/>
                        <a:pt x="1073681" y="560963"/>
                      </a:cubicBezTo>
                      <a:close/>
                      <a:moveTo>
                        <a:pt x="155302" y="553868"/>
                      </a:moveTo>
                      <a:cubicBezTo>
                        <a:pt x="153367" y="553868"/>
                        <a:pt x="151754" y="552578"/>
                        <a:pt x="151432" y="550644"/>
                      </a:cubicBezTo>
                      <a:lnTo>
                        <a:pt x="151432" y="549999"/>
                      </a:lnTo>
                      <a:cubicBezTo>
                        <a:pt x="150465" y="545484"/>
                        <a:pt x="150142" y="540970"/>
                        <a:pt x="150142" y="536455"/>
                      </a:cubicBezTo>
                      <a:cubicBezTo>
                        <a:pt x="150142" y="531618"/>
                        <a:pt x="150787" y="526781"/>
                        <a:pt x="151754" y="522267"/>
                      </a:cubicBezTo>
                      <a:cubicBezTo>
                        <a:pt x="152399" y="520009"/>
                        <a:pt x="154334" y="518720"/>
                        <a:pt x="156591" y="519365"/>
                      </a:cubicBezTo>
                      <a:cubicBezTo>
                        <a:pt x="158849" y="520009"/>
                        <a:pt x="160139" y="521944"/>
                        <a:pt x="159494" y="524202"/>
                      </a:cubicBezTo>
                      <a:cubicBezTo>
                        <a:pt x="158526" y="528394"/>
                        <a:pt x="158204" y="532263"/>
                        <a:pt x="158204" y="536455"/>
                      </a:cubicBezTo>
                      <a:cubicBezTo>
                        <a:pt x="158204" y="540325"/>
                        <a:pt x="158526" y="544194"/>
                        <a:pt x="159494" y="548064"/>
                      </a:cubicBezTo>
                      <a:lnTo>
                        <a:pt x="159816" y="549031"/>
                      </a:lnTo>
                      <a:cubicBezTo>
                        <a:pt x="160139" y="551289"/>
                        <a:pt x="158849" y="553223"/>
                        <a:pt x="156591" y="553868"/>
                      </a:cubicBezTo>
                      <a:cubicBezTo>
                        <a:pt x="155947" y="553868"/>
                        <a:pt x="155624" y="553868"/>
                        <a:pt x="155302" y="553868"/>
                      </a:cubicBezTo>
                      <a:close/>
                      <a:moveTo>
                        <a:pt x="243979" y="545162"/>
                      </a:moveTo>
                      <a:cubicBezTo>
                        <a:pt x="241722" y="545162"/>
                        <a:pt x="240110" y="543549"/>
                        <a:pt x="240110" y="541292"/>
                      </a:cubicBezTo>
                      <a:lnTo>
                        <a:pt x="240110" y="539680"/>
                      </a:lnTo>
                      <a:cubicBezTo>
                        <a:pt x="240110" y="538068"/>
                        <a:pt x="240110" y="536778"/>
                        <a:pt x="240110" y="535488"/>
                      </a:cubicBezTo>
                      <a:cubicBezTo>
                        <a:pt x="240110" y="534520"/>
                        <a:pt x="240110" y="533231"/>
                        <a:pt x="240110" y="532263"/>
                      </a:cubicBezTo>
                      <a:cubicBezTo>
                        <a:pt x="240110" y="528394"/>
                        <a:pt x="239787" y="525491"/>
                        <a:pt x="234950" y="521299"/>
                      </a:cubicBezTo>
                      <a:cubicBezTo>
                        <a:pt x="234305" y="520654"/>
                        <a:pt x="233983" y="520332"/>
                        <a:pt x="233338" y="519687"/>
                      </a:cubicBezTo>
                      <a:cubicBezTo>
                        <a:pt x="231726" y="518075"/>
                        <a:pt x="231726" y="515495"/>
                        <a:pt x="233338" y="513883"/>
                      </a:cubicBezTo>
                      <a:cubicBezTo>
                        <a:pt x="234950" y="512270"/>
                        <a:pt x="237530" y="512270"/>
                        <a:pt x="239142" y="513883"/>
                      </a:cubicBezTo>
                      <a:cubicBezTo>
                        <a:pt x="239465" y="514205"/>
                        <a:pt x="239787" y="514528"/>
                        <a:pt x="240432" y="515173"/>
                      </a:cubicBezTo>
                      <a:cubicBezTo>
                        <a:pt x="246882" y="520977"/>
                        <a:pt x="248171" y="526136"/>
                        <a:pt x="248171" y="532263"/>
                      </a:cubicBezTo>
                      <a:cubicBezTo>
                        <a:pt x="248171" y="533231"/>
                        <a:pt x="248171" y="534520"/>
                        <a:pt x="248171" y="535810"/>
                      </a:cubicBezTo>
                      <a:cubicBezTo>
                        <a:pt x="248171" y="537100"/>
                        <a:pt x="248171" y="538390"/>
                        <a:pt x="248171" y="539680"/>
                      </a:cubicBezTo>
                      <a:lnTo>
                        <a:pt x="248171" y="540970"/>
                      </a:lnTo>
                      <a:cubicBezTo>
                        <a:pt x="247849" y="543227"/>
                        <a:pt x="246237" y="545162"/>
                        <a:pt x="243979" y="545162"/>
                      </a:cubicBezTo>
                      <a:cubicBezTo>
                        <a:pt x="243979" y="545162"/>
                        <a:pt x="243979" y="545162"/>
                        <a:pt x="243979" y="545162"/>
                      </a:cubicBezTo>
                      <a:close/>
                      <a:moveTo>
                        <a:pt x="627067" y="531941"/>
                      </a:moveTo>
                      <a:cubicBezTo>
                        <a:pt x="613524" y="531941"/>
                        <a:pt x="607075" y="525169"/>
                        <a:pt x="607075" y="518720"/>
                      </a:cubicBezTo>
                      <a:cubicBezTo>
                        <a:pt x="607075" y="516462"/>
                        <a:pt x="608687" y="514528"/>
                        <a:pt x="610944" y="514528"/>
                      </a:cubicBezTo>
                      <a:cubicBezTo>
                        <a:pt x="613201" y="514528"/>
                        <a:pt x="615136" y="516140"/>
                        <a:pt x="615136" y="518397"/>
                      </a:cubicBezTo>
                      <a:cubicBezTo>
                        <a:pt x="615136" y="520654"/>
                        <a:pt x="618361" y="523879"/>
                        <a:pt x="627067" y="523879"/>
                      </a:cubicBezTo>
                      <a:cubicBezTo>
                        <a:pt x="629002" y="523879"/>
                        <a:pt x="630937" y="523879"/>
                        <a:pt x="632872" y="523556"/>
                      </a:cubicBezTo>
                      <a:cubicBezTo>
                        <a:pt x="635129" y="523234"/>
                        <a:pt x="637064" y="524846"/>
                        <a:pt x="637386" y="527104"/>
                      </a:cubicBezTo>
                      <a:cubicBezTo>
                        <a:pt x="637709" y="529361"/>
                        <a:pt x="636096" y="531296"/>
                        <a:pt x="633839" y="531618"/>
                      </a:cubicBezTo>
                      <a:cubicBezTo>
                        <a:pt x="631582" y="531618"/>
                        <a:pt x="629002" y="531941"/>
                        <a:pt x="627067" y="531941"/>
                      </a:cubicBezTo>
                      <a:close/>
                      <a:moveTo>
                        <a:pt x="681242" y="527749"/>
                      </a:moveTo>
                      <a:cubicBezTo>
                        <a:pt x="680274" y="527749"/>
                        <a:pt x="679629" y="527749"/>
                        <a:pt x="678662" y="527426"/>
                      </a:cubicBezTo>
                      <a:cubicBezTo>
                        <a:pt x="673825" y="526781"/>
                        <a:pt x="670923" y="526136"/>
                        <a:pt x="668988" y="525491"/>
                      </a:cubicBezTo>
                      <a:cubicBezTo>
                        <a:pt x="666731" y="524846"/>
                        <a:pt x="665441" y="522589"/>
                        <a:pt x="666086" y="520654"/>
                      </a:cubicBezTo>
                      <a:cubicBezTo>
                        <a:pt x="666731" y="518397"/>
                        <a:pt x="668665" y="517107"/>
                        <a:pt x="670923" y="517752"/>
                      </a:cubicBezTo>
                      <a:cubicBezTo>
                        <a:pt x="672535" y="518075"/>
                        <a:pt x="675437" y="518720"/>
                        <a:pt x="679629" y="519365"/>
                      </a:cubicBezTo>
                      <a:cubicBezTo>
                        <a:pt x="680274" y="519365"/>
                        <a:pt x="680597" y="519365"/>
                        <a:pt x="681242" y="519365"/>
                      </a:cubicBezTo>
                      <a:cubicBezTo>
                        <a:pt x="682854" y="519365"/>
                        <a:pt x="683499" y="519365"/>
                        <a:pt x="683499" y="516785"/>
                      </a:cubicBezTo>
                      <a:cubicBezTo>
                        <a:pt x="683499" y="515817"/>
                        <a:pt x="683499" y="514528"/>
                        <a:pt x="683176" y="512915"/>
                      </a:cubicBezTo>
                      <a:cubicBezTo>
                        <a:pt x="682854" y="510658"/>
                        <a:pt x="684144" y="508723"/>
                        <a:pt x="686401" y="508078"/>
                      </a:cubicBezTo>
                      <a:cubicBezTo>
                        <a:pt x="688658" y="507756"/>
                        <a:pt x="690593" y="509046"/>
                        <a:pt x="691238" y="511303"/>
                      </a:cubicBezTo>
                      <a:cubicBezTo>
                        <a:pt x="691560" y="513238"/>
                        <a:pt x="691883" y="515173"/>
                        <a:pt x="691883" y="516462"/>
                      </a:cubicBezTo>
                      <a:cubicBezTo>
                        <a:pt x="691560" y="523879"/>
                        <a:pt x="687691" y="527749"/>
                        <a:pt x="681242" y="527749"/>
                      </a:cubicBezTo>
                      <a:close/>
                      <a:moveTo>
                        <a:pt x="822159" y="523234"/>
                      </a:moveTo>
                      <a:cubicBezTo>
                        <a:pt x="821514" y="523234"/>
                        <a:pt x="820869" y="523234"/>
                        <a:pt x="820224" y="522912"/>
                      </a:cubicBezTo>
                      <a:cubicBezTo>
                        <a:pt x="816677" y="520977"/>
                        <a:pt x="812807" y="519365"/>
                        <a:pt x="808938" y="517752"/>
                      </a:cubicBezTo>
                      <a:cubicBezTo>
                        <a:pt x="804423" y="515817"/>
                        <a:pt x="799909" y="513883"/>
                        <a:pt x="796039" y="511625"/>
                      </a:cubicBezTo>
                      <a:cubicBezTo>
                        <a:pt x="794104" y="510658"/>
                        <a:pt x="793137" y="508078"/>
                        <a:pt x="794427" y="506143"/>
                      </a:cubicBezTo>
                      <a:cubicBezTo>
                        <a:pt x="795394" y="504209"/>
                        <a:pt x="797974" y="503241"/>
                        <a:pt x="799909" y="504531"/>
                      </a:cubicBezTo>
                      <a:cubicBezTo>
                        <a:pt x="803778" y="506466"/>
                        <a:pt x="807970" y="508401"/>
                        <a:pt x="812485" y="510336"/>
                      </a:cubicBezTo>
                      <a:cubicBezTo>
                        <a:pt x="816354" y="511948"/>
                        <a:pt x="820546" y="513883"/>
                        <a:pt x="824093" y="515817"/>
                      </a:cubicBezTo>
                      <a:cubicBezTo>
                        <a:pt x="826028" y="516785"/>
                        <a:pt x="826995" y="519365"/>
                        <a:pt x="826028" y="521299"/>
                      </a:cubicBezTo>
                      <a:cubicBezTo>
                        <a:pt x="825061" y="522267"/>
                        <a:pt x="823771" y="523234"/>
                        <a:pt x="822159" y="523234"/>
                      </a:cubicBezTo>
                      <a:close/>
                      <a:moveTo>
                        <a:pt x="547096" y="518720"/>
                      </a:moveTo>
                      <a:cubicBezTo>
                        <a:pt x="542904" y="518720"/>
                        <a:pt x="537745" y="517752"/>
                        <a:pt x="533230" y="517107"/>
                      </a:cubicBezTo>
                      <a:cubicBezTo>
                        <a:pt x="530973" y="516785"/>
                        <a:pt x="529683" y="514528"/>
                        <a:pt x="530006" y="512270"/>
                      </a:cubicBezTo>
                      <a:cubicBezTo>
                        <a:pt x="530328" y="510013"/>
                        <a:pt x="532585" y="508723"/>
                        <a:pt x="534843" y="509046"/>
                      </a:cubicBezTo>
                      <a:cubicBezTo>
                        <a:pt x="539035" y="510013"/>
                        <a:pt x="543549" y="510658"/>
                        <a:pt x="547419" y="510658"/>
                      </a:cubicBezTo>
                      <a:cubicBezTo>
                        <a:pt x="551611" y="510658"/>
                        <a:pt x="554513" y="509690"/>
                        <a:pt x="557415" y="507433"/>
                      </a:cubicBezTo>
                      <a:cubicBezTo>
                        <a:pt x="559027" y="506143"/>
                        <a:pt x="561607" y="506143"/>
                        <a:pt x="563219" y="507756"/>
                      </a:cubicBezTo>
                      <a:cubicBezTo>
                        <a:pt x="564509" y="509368"/>
                        <a:pt x="564509" y="511948"/>
                        <a:pt x="562897" y="513560"/>
                      </a:cubicBezTo>
                      <a:cubicBezTo>
                        <a:pt x="558060" y="517107"/>
                        <a:pt x="553223" y="518720"/>
                        <a:pt x="547096" y="518720"/>
                      </a:cubicBezTo>
                      <a:close/>
                      <a:moveTo>
                        <a:pt x="425205" y="501951"/>
                      </a:moveTo>
                      <a:cubicBezTo>
                        <a:pt x="423270" y="501951"/>
                        <a:pt x="421657" y="500662"/>
                        <a:pt x="421335" y="499049"/>
                      </a:cubicBezTo>
                      <a:cubicBezTo>
                        <a:pt x="420690" y="496792"/>
                        <a:pt x="421980" y="494535"/>
                        <a:pt x="424237" y="494212"/>
                      </a:cubicBezTo>
                      <a:cubicBezTo>
                        <a:pt x="427462" y="493245"/>
                        <a:pt x="431976" y="489375"/>
                        <a:pt x="434556" y="481314"/>
                      </a:cubicBezTo>
                      <a:cubicBezTo>
                        <a:pt x="435201" y="479379"/>
                        <a:pt x="435846" y="477444"/>
                        <a:pt x="436491" y="475509"/>
                      </a:cubicBezTo>
                      <a:cubicBezTo>
                        <a:pt x="437136" y="473252"/>
                        <a:pt x="439393" y="472285"/>
                        <a:pt x="441650" y="472930"/>
                      </a:cubicBezTo>
                      <a:cubicBezTo>
                        <a:pt x="443908" y="473575"/>
                        <a:pt x="444875" y="475832"/>
                        <a:pt x="444230" y="478089"/>
                      </a:cubicBezTo>
                      <a:cubicBezTo>
                        <a:pt x="443585" y="479701"/>
                        <a:pt x="442940" y="481636"/>
                        <a:pt x="442295" y="483571"/>
                      </a:cubicBezTo>
                      <a:cubicBezTo>
                        <a:pt x="439393" y="492922"/>
                        <a:pt x="433266" y="499694"/>
                        <a:pt x="426494" y="501629"/>
                      </a:cubicBezTo>
                      <a:cubicBezTo>
                        <a:pt x="425850" y="501951"/>
                        <a:pt x="425527" y="501951"/>
                        <a:pt x="425205" y="501951"/>
                      </a:cubicBezTo>
                      <a:close/>
                      <a:moveTo>
                        <a:pt x="758633" y="501629"/>
                      </a:moveTo>
                      <a:cubicBezTo>
                        <a:pt x="755731" y="501629"/>
                        <a:pt x="751216" y="501307"/>
                        <a:pt x="747992" y="498082"/>
                      </a:cubicBezTo>
                      <a:cubicBezTo>
                        <a:pt x="744445" y="494535"/>
                        <a:pt x="742510" y="489053"/>
                        <a:pt x="740575" y="484538"/>
                      </a:cubicBezTo>
                      <a:cubicBezTo>
                        <a:pt x="739930" y="482604"/>
                        <a:pt x="740897" y="480024"/>
                        <a:pt x="742832" y="479379"/>
                      </a:cubicBezTo>
                      <a:cubicBezTo>
                        <a:pt x="744767" y="478734"/>
                        <a:pt x="747347" y="479701"/>
                        <a:pt x="747992" y="481636"/>
                      </a:cubicBezTo>
                      <a:cubicBezTo>
                        <a:pt x="749282" y="485506"/>
                        <a:pt x="751216" y="490020"/>
                        <a:pt x="753474" y="492277"/>
                      </a:cubicBezTo>
                      <a:cubicBezTo>
                        <a:pt x="754119" y="492922"/>
                        <a:pt x="755086" y="493567"/>
                        <a:pt x="758311" y="493567"/>
                      </a:cubicBezTo>
                      <a:cubicBezTo>
                        <a:pt x="759600" y="493567"/>
                        <a:pt x="761213" y="493567"/>
                        <a:pt x="762503" y="493245"/>
                      </a:cubicBezTo>
                      <a:cubicBezTo>
                        <a:pt x="764760" y="492922"/>
                        <a:pt x="766695" y="494535"/>
                        <a:pt x="767017" y="496792"/>
                      </a:cubicBezTo>
                      <a:cubicBezTo>
                        <a:pt x="767340" y="499049"/>
                        <a:pt x="765727" y="500984"/>
                        <a:pt x="763470" y="501307"/>
                      </a:cubicBezTo>
                      <a:cubicBezTo>
                        <a:pt x="761858" y="501307"/>
                        <a:pt x="760245" y="501629"/>
                        <a:pt x="758633" y="501629"/>
                      </a:cubicBezTo>
                      <a:close/>
                      <a:moveTo>
                        <a:pt x="518074" y="500984"/>
                      </a:moveTo>
                      <a:cubicBezTo>
                        <a:pt x="516785" y="500984"/>
                        <a:pt x="515495" y="500339"/>
                        <a:pt x="514527" y="499049"/>
                      </a:cubicBezTo>
                      <a:cubicBezTo>
                        <a:pt x="513237" y="497114"/>
                        <a:pt x="513882" y="494535"/>
                        <a:pt x="515817" y="493567"/>
                      </a:cubicBezTo>
                      <a:cubicBezTo>
                        <a:pt x="520977" y="490343"/>
                        <a:pt x="527103" y="487441"/>
                        <a:pt x="532908" y="484538"/>
                      </a:cubicBezTo>
                      <a:cubicBezTo>
                        <a:pt x="534520" y="483571"/>
                        <a:pt x="536132" y="482926"/>
                        <a:pt x="537745" y="482281"/>
                      </a:cubicBezTo>
                      <a:cubicBezTo>
                        <a:pt x="538390" y="481958"/>
                        <a:pt x="539035" y="481636"/>
                        <a:pt x="539680" y="480991"/>
                      </a:cubicBezTo>
                      <a:cubicBezTo>
                        <a:pt x="541614" y="479701"/>
                        <a:pt x="544194" y="480346"/>
                        <a:pt x="545161" y="482281"/>
                      </a:cubicBezTo>
                      <a:cubicBezTo>
                        <a:pt x="546451" y="484216"/>
                        <a:pt x="545806" y="486796"/>
                        <a:pt x="543872" y="487763"/>
                      </a:cubicBezTo>
                      <a:cubicBezTo>
                        <a:pt x="542904" y="488408"/>
                        <a:pt x="542259" y="488730"/>
                        <a:pt x="541292" y="489375"/>
                      </a:cubicBezTo>
                      <a:cubicBezTo>
                        <a:pt x="539680" y="490020"/>
                        <a:pt x="538067" y="490988"/>
                        <a:pt x="536455" y="491633"/>
                      </a:cubicBezTo>
                      <a:cubicBezTo>
                        <a:pt x="530973" y="494212"/>
                        <a:pt x="524846" y="497114"/>
                        <a:pt x="520332" y="500017"/>
                      </a:cubicBezTo>
                      <a:cubicBezTo>
                        <a:pt x="519364" y="500984"/>
                        <a:pt x="518719" y="500984"/>
                        <a:pt x="518074" y="500984"/>
                      </a:cubicBezTo>
                      <a:close/>
                      <a:moveTo>
                        <a:pt x="1053688" y="500017"/>
                      </a:moveTo>
                      <a:cubicBezTo>
                        <a:pt x="1053688" y="500017"/>
                        <a:pt x="1053366" y="500017"/>
                        <a:pt x="1053688" y="500017"/>
                      </a:cubicBezTo>
                      <a:cubicBezTo>
                        <a:pt x="1051109" y="500017"/>
                        <a:pt x="1049496" y="498082"/>
                        <a:pt x="1049496" y="495824"/>
                      </a:cubicBezTo>
                      <a:cubicBezTo>
                        <a:pt x="1049819" y="491955"/>
                        <a:pt x="1050786" y="488730"/>
                        <a:pt x="1052721" y="486796"/>
                      </a:cubicBezTo>
                      <a:cubicBezTo>
                        <a:pt x="1056590" y="482281"/>
                        <a:pt x="1057880" y="476477"/>
                        <a:pt x="1058848" y="470672"/>
                      </a:cubicBezTo>
                      <a:cubicBezTo>
                        <a:pt x="1059170" y="468415"/>
                        <a:pt x="1061427" y="467125"/>
                        <a:pt x="1063685" y="467448"/>
                      </a:cubicBezTo>
                      <a:cubicBezTo>
                        <a:pt x="1065942" y="467770"/>
                        <a:pt x="1067232" y="470027"/>
                        <a:pt x="1066909" y="472285"/>
                      </a:cubicBezTo>
                      <a:cubicBezTo>
                        <a:pt x="1065619" y="478734"/>
                        <a:pt x="1064007" y="486151"/>
                        <a:pt x="1058848" y="492277"/>
                      </a:cubicBezTo>
                      <a:cubicBezTo>
                        <a:pt x="1058203" y="493245"/>
                        <a:pt x="1057558" y="494535"/>
                        <a:pt x="1057558" y="496470"/>
                      </a:cubicBezTo>
                      <a:cubicBezTo>
                        <a:pt x="1057558" y="498404"/>
                        <a:pt x="1055623" y="500017"/>
                        <a:pt x="1053688" y="500017"/>
                      </a:cubicBezTo>
                      <a:close/>
                      <a:moveTo>
                        <a:pt x="596756" y="498404"/>
                      </a:moveTo>
                      <a:cubicBezTo>
                        <a:pt x="595144" y="498404"/>
                        <a:pt x="593531" y="497437"/>
                        <a:pt x="592886" y="495502"/>
                      </a:cubicBezTo>
                      <a:cubicBezTo>
                        <a:pt x="592564" y="494535"/>
                        <a:pt x="592564" y="493567"/>
                        <a:pt x="592564" y="492277"/>
                      </a:cubicBezTo>
                      <a:cubicBezTo>
                        <a:pt x="592564" y="490988"/>
                        <a:pt x="592886" y="489053"/>
                        <a:pt x="592886" y="487441"/>
                      </a:cubicBezTo>
                      <a:cubicBezTo>
                        <a:pt x="593209" y="486151"/>
                        <a:pt x="593209" y="484861"/>
                        <a:pt x="593209" y="483893"/>
                      </a:cubicBezTo>
                      <a:cubicBezTo>
                        <a:pt x="593209" y="483571"/>
                        <a:pt x="593209" y="483571"/>
                        <a:pt x="593209" y="483248"/>
                      </a:cubicBezTo>
                      <a:cubicBezTo>
                        <a:pt x="592886" y="483248"/>
                        <a:pt x="592241" y="483248"/>
                        <a:pt x="591919" y="483248"/>
                      </a:cubicBezTo>
                      <a:cubicBezTo>
                        <a:pt x="589984" y="483571"/>
                        <a:pt x="588372" y="484216"/>
                        <a:pt x="586437" y="485183"/>
                      </a:cubicBezTo>
                      <a:cubicBezTo>
                        <a:pt x="584502" y="486473"/>
                        <a:pt x="581922" y="485828"/>
                        <a:pt x="580955" y="483893"/>
                      </a:cubicBezTo>
                      <a:cubicBezTo>
                        <a:pt x="579665" y="481958"/>
                        <a:pt x="580310" y="479379"/>
                        <a:pt x="582245" y="478412"/>
                      </a:cubicBezTo>
                      <a:cubicBezTo>
                        <a:pt x="585147" y="476799"/>
                        <a:pt x="588049" y="475509"/>
                        <a:pt x="590951" y="475187"/>
                      </a:cubicBezTo>
                      <a:cubicBezTo>
                        <a:pt x="591596" y="475187"/>
                        <a:pt x="592564" y="475187"/>
                        <a:pt x="593209" y="475187"/>
                      </a:cubicBezTo>
                      <a:cubicBezTo>
                        <a:pt x="598368" y="475187"/>
                        <a:pt x="601593" y="478412"/>
                        <a:pt x="601593" y="483893"/>
                      </a:cubicBezTo>
                      <a:cubicBezTo>
                        <a:pt x="601593" y="485506"/>
                        <a:pt x="601270" y="487118"/>
                        <a:pt x="601270" y="488730"/>
                      </a:cubicBezTo>
                      <a:cubicBezTo>
                        <a:pt x="600948" y="490020"/>
                        <a:pt x="600948" y="491310"/>
                        <a:pt x="600948" y="492277"/>
                      </a:cubicBezTo>
                      <a:cubicBezTo>
                        <a:pt x="600948" y="492922"/>
                        <a:pt x="600948" y="492922"/>
                        <a:pt x="600948" y="492922"/>
                      </a:cubicBezTo>
                      <a:cubicBezTo>
                        <a:pt x="601593" y="495180"/>
                        <a:pt x="600303" y="497437"/>
                        <a:pt x="598368" y="498082"/>
                      </a:cubicBezTo>
                      <a:cubicBezTo>
                        <a:pt x="597401" y="498404"/>
                        <a:pt x="597078" y="498404"/>
                        <a:pt x="596756" y="498404"/>
                      </a:cubicBezTo>
                      <a:close/>
                      <a:moveTo>
                        <a:pt x="715100" y="498404"/>
                      </a:moveTo>
                      <a:cubicBezTo>
                        <a:pt x="714133" y="498404"/>
                        <a:pt x="712843" y="498404"/>
                        <a:pt x="711876" y="498082"/>
                      </a:cubicBezTo>
                      <a:cubicBezTo>
                        <a:pt x="707684" y="497437"/>
                        <a:pt x="704459" y="497114"/>
                        <a:pt x="701879" y="496470"/>
                      </a:cubicBezTo>
                      <a:cubicBezTo>
                        <a:pt x="699622" y="496147"/>
                        <a:pt x="698332" y="493890"/>
                        <a:pt x="698655" y="491955"/>
                      </a:cubicBezTo>
                      <a:cubicBezTo>
                        <a:pt x="698977" y="489698"/>
                        <a:pt x="701234" y="488408"/>
                        <a:pt x="703169" y="488730"/>
                      </a:cubicBezTo>
                      <a:cubicBezTo>
                        <a:pt x="705426" y="489053"/>
                        <a:pt x="708651" y="489698"/>
                        <a:pt x="712843" y="490343"/>
                      </a:cubicBezTo>
                      <a:cubicBezTo>
                        <a:pt x="718003" y="490988"/>
                        <a:pt x="720582" y="489698"/>
                        <a:pt x="722194" y="485506"/>
                      </a:cubicBezTo>
                      <a:cubicBezTo>
                        <a:pt x="723162" y="483571"/>
                        <a:pt x="725419" y="482604"/>
                        <a:pt x="727354" y="483248"/>
                      </a:cubicBezTo>
                      <a:cubicBezTo>
                        <a:pt x="729289" y="484216"/>
                        <a:pt x="730256" y="486473"/>
                        <a:pt x="729611" y="488408"/>
                      </a:cubicBezTo>
                      <a:cubicBezTo>
                        <a:pt x="727031" y="494857"/>
                        <a:pt x="721872" y="498404"/>
                        <a:pt x="715100" y="498404"/>
                      </a:cubicBezTo>
                      <a:close/>
                      <a:moveTo>
                        <a:pt x="174005" y="494857"/>
                      </a:moveTo>
                      <a:cubicBezTo>
                        <a:pt x="173360" y="494857"/>
                        <a:pt x="172392" y="494535"/>
                        <a:pt x="171747" y="494212"/>
                      </a:cubicBezTo>
                      <a:cubicBezTo>
                        <a:pt x="169813" y="492922"/>
                        <a:pt x="169490" y="490343"/>
                        <a:pt x="170780" y="488730"/>
                      </a:cubicBezTo>
                      <a:cubicBezTo>
                        <a:pt x="174005" y="483893"/>
                        <a:pt x="175294" y="479056"/>
                        <a:pt x="176584" y="474864"/>
                      </a:cubicBezTo>
                      <a:cubicBezTo>
                        <a:pt x="177552" y="471640"/>
                        <a:pt x="178197" y="468415"/>
                        <a:pt x="179809" y="465513"/>
                      </a:cubicBezTo>
                      <a:cubicBezTo>
                        <a:pt x="180454" y="463256"/>
                        <a:pt x="182711" y="461966"/>
                        <a:pt x="184968" y="462611"/>
                      </a:cubicBezTo>
                      <a:cubicBezTo>
                        <a:pt x="187226" y="463256"/>
                        <a:pt x="188516" y="465190"/>
                        <a:pt x="187871" y="467448"/>
                      </a:cubicBezTo>
                      <a:cubicBezTo>
                        <a:pt x="187548" y="468092"/>
                        <a:pt x="187548" y="468738"/>
                        <a:pt x="186903" y="469382"/>
                      </a:cubicBezTo>
                      <a:cubicBezTo>
                        <a:pt x="185613" y="471317"/>
                        <a:pt x="184968" y="473897"/>
                        <a:pt x="184323" y="476799"/>
                      </a:cubicBezTo>
                      <a:cubicBezTo>
                        <a:pt x="183034" y="481314"/>
                        <a:pt x="181744" y="487118"/>
                        <a:pt x="177552" y="493245"/>
                      </a:cubicBezTo>
                      <a:cubicBezTo>
                        <a:pt x="176584" y="494212"/>
                        <a:pt x="175294" y="494857"/>
                        <a:pt x="174005" y="494857"/>
                      </a:cubicBezTo>
                      <a:close/>
                      <a:moveTo>
                        <a:pt x="382962" y="494535"/>
                      </a:moveTo>
                      <a:cubicBezTo>
                        <a:pt x="381672" y="494535"/>
                        <a:pt x="380704" y="494212"/>
                        <a:pt x="380060" y="493245"/>
                      </a:cubicBezTo>
                      <a:cubicBezTo>
                        <a:pt x="378447" y="491633"/>
                        <a:pt x="378770" y="489053"/>
                        <a:pt x="380382" y="487441"/>
                      </a:cubicBezTo>
                      <a:cubicBezTo>
                        <a:pt x="382962" y="485183"/>
                        <a:pt x="385541" y="482926"/>
                        <a:pt x="387799" y="480669"/>
                      </a:cubicBezTo>
                      <a:cubicBezTo>
                        <a:pt x="393603" y="475187"/>
                        <a:pt x="398118" y="470995"/>
                        <a:pt x="402310" y="469705"/>
                      </a:cubicBezTo>
                      <a:cubicBezTo>
                        <a:pt x="404567" y="469060"/>
                        <a:pt x="406824" y="470027"/>
                        <a:pt x="407469" y="472285"/>
                      </a:cubicBezTo>
                      <a:cubicBezTo>
                        <a:pt x="408114" y="474542"/>
                        <a:pt x="407147" y="476799"/>
                        <a:pt x="404889" y="477444"/>
                      </a:cubicBezTo>
                      <a:cubicBezTo>
                        <a:pt x="402310" y="478412"/>
                        <a:pt x="397795" y="482604"/>
                        <a:pt x="393603" y="486796"/>
                      </a:cubicBezTo>
                      <a:cubicBezTo>
                        <a:pt x="391023" y="489053"/>
                        <a:pt x="388444" y="491633"/>
                        <a:pt x="385864" y="493890"/>
                      </a:cubicBezTo>
                      <a:cubicBezTo>
                        <a:pt x="384897" y="494212"/>
                        <a:pt x="383929" y="494535"/>
                        <a:pt x="382962" y="494535"/>
                      </a:cubicBezTo>
                      <a:close/>
                      <a:moveTo>
                        <a:pt x="359422" y="489698"/>
                      </a:moveTo>
                      <a:cubicBezTo>
                        <a:pt x="359099" y="489698"/>
                        <a:pt x="358777" y="489698"/>
                        <a:pt x="358777" y="489698"/>
                      </a:cubicBezTo>
                      <a:cubicBezTo>
                        <a:pt x="356520" y="489375"/>
                        <a:pt x="355230" y="487118"/>
                        <a:pt x="355552" y="484861"/>
                      </a:cubicBezTo>
                      <a:cubicBezTo>
                        <a:pt x="356520" y="479379"/>
                        <a:pt x="359422" y="472930"/>
                        <a:pt x="363291" y="466803"/>
                      </a:cubicBezTo>
                      <a:cubicBezTo>
                        <a:pt x="364581" y="464546"/>
                        <a:pt x="365549" y="462288"/>
                        <a:pt x="365871" y="460353"/>
                      </a:cubicBezTo>
                      <a:cubicBezTo>
                        <a:pt x="366194" y="458096"/>
                        <a:pt x="368451" y="456806"/>
                        <a:pt x="370708" y="457129"/>
                      </a:cubicBezTo>
                      <a:cubicBezTo>
                        <a:pt x="372965" y="457451"/>
                        <a:pt x="374255" y="459709"/>
                        <a:pt x="373933" y="461966"/>
                      </a:cubicBezTo>
                      <a:cubicBezTo>
                        <a:pt x="373288" y="464868"/>
                        <a:pt x="371998" y="468092"/>
                        <a:pt x="370063" y="471317"/>
                      </a:cubicBezTo>
                      <a:cubicBezTo>
                        <a:pt x="366516" y="476799"/>
                        <a:pt x="364259" y="481958"/>
                        <a:pt x="363291" y="486473"/>
                      </a:cubicBezTo>
                      <a:cubicBezTo>
                        <a:pt x="362969" y="488408"/>
                        <a:pt x="361357" y="489698"/>
                        <a:pt x="359422" y="489698"/>
                      </a:cubicBezTo>
                      <a:close/>
                      <a:moveTo>
                        <a:pt x="224954" y="486473"/>
                      </a:moveTo>
                      <a:cubicBezTo>
                        <a:pt x="223342" y="486473"/>
                        <a:pt x="221729" y="485506"/>
                        <a:pt x="221084" y="483893"/>
                      </a:cubicBezTo>
                      <a:cubicBezTo>
                        <a:pt x="219795" y="480669"/>
                        <a:pt x="218505" y="477122"/>
                        <a:pt x="218505" y="474542"/>
                      </a:cubicBezTo>
                      <a:cubicBezTo>
                        <a:pt x="218505" y="472930"/>
                        <a:pt x="218827" y="471640"/>
                        <a:pt x="219472" y="470672"/>
                      </a:cubicBezTo>
                      <a:cubicBezTo>
                        <a:pt x="219472" y="470672"/>
                        <a:pt x="219472" y="470672"/>
                        <a:pt x="219472" y="469382"/>
                      </a:cubicBezTo>
                      <a:cubicBezTo>
                        <a:pt x="219472" y="467125"/>
                        <a:pt x="218505" y="463256"/>
                        <a:pt x="217860" y="459386"/>
                      </a:cubicBezTo>
                      <a:lnTo>
                        <a:pt x="217537" y="457129"/>
                      </a:lnTo>
                      <a:cubicBezTo>
                        <a:pt x="217215" y="454872"/>
                        <a:pt x="218505" y="452937"/>
                        <a:pt x="220762" y="452292"/>
                      </a:cubicBezTo>
                      <a:cubicBezTo>
                        <a:pt x="223019" y="451969"/>
                        <a:pt x="224954" y="453259"/>
                        <a:pt x="225599" y="455516"/>
                      </a:cubicBezTo>
                      <a:lnTo>
                        <a:pt x="225921" y="457451"/>
                      </a:lnTo>
                      <a:cubicBezTo>
                        <a:pt x="226889" y="461966"/>
                        <a:pt x="227856" y="465835"/>
                        <a:pt x="227856" y="469060"/>
                      </a:cubicBezTo>
                      <a:cubicBezTo>
                        <a:pt x="227856" y="471317"/>
                        <a:pt x="227534" y="472930"/>
                        <a:pt x="226566" y="474219"/>
                      </a:cubicBezTo>
                      <a:cubicBezTo>
                        <a:pt x="226566" y="475832"/>
                        <a:pt x="228179" y="479379"/>
                        <a:pt x="228501" y="480669"/>
                      </a:cubicBezTo>
                      <a:cubicBezTo>
                        <a:pt x="229468" y="482604"/>
                        <a:pt x="228179" y="485183"/>
                        <a:pt x="226244" y="485828"/>
                      </a:cubicBezTo>
                      <a:cubicBezTo>
                        <a:pt x="225921" y="486473"/>
                        <a:pt x="225599" y="486473"/>
                        <a:pt x="224954" y="486473"/>
                      </a:cubicBezTo>
                      <a:close/>
                      <a:moveTo>
                        <a:pt x="335559" y="485506"/>
                      </a:moveTo>
                      <a:cubicBezTo>
                        <a:pt x="334914" y="485506"/>
                        <a:pt x="334269" y="485506"/>
                        <a:pt x="333947" y="485183"/>
                      </a:cubicBezTo>
                      <a:cubicBezTo>
                        <a:pt x="332012" y="484216"/>
                        <a:pt x="331045" y="481958"/>
                        <a:pt x="332012" y="479701"/>
                      </a:cubicBezTo>
                      <a:cubicBezTo>
                        <a:pt x="333625" y="476477"/>
                        <a:pt x="335237" y="471317"/>
                        <a:pt x="336849" y="464223"/>
                      </a:cubicBezTo>
                      <a:cubicBezTo>
                        <a:pt x="337817" y="460353"/>
                        <a:pt x="339429" y="456806"/>
                        <a:pt x="341364" y="453904"/>
                      </a:cubicBezTo>
                      <a:cubicBezTo>
                        <a:pt x="342654" y="451969"/>
                        <a:pt x="345233" y="451647"/>
                        <a:pt x="346846" y="452614"/>
                      </a:cubicBezTo>
                      <a:cubicBezTo>
                        <a:pt x="348780" y="453904"/>
                        <a:pt x="349103" y="456484"/>
                        <a:pt x="348135" y="458096"/>
                      </a:cubicBezTo>
                      <a:cubicBezTo>
                        <a:pt x="346846" y="460353"/>
                        <a:pt x="345556" y="462933"/>
                        <a:pt x="344911" y="465835"/>
                      </a:cubicBezTo>
                      <a:cubicBezTo>
                        <a:pt x="342976" y="473252"/>
                        <a:pt x="341364" y="478734"/>
                        <a:pt x="339429" y="482604"/>
                      </a:cubicBezTo>
                      <a:cubicBezTo>
                        <a:pt x="338462" y="484538"/>
                        <a:pt x="336849" y="485506"/>
                        <a:pt x="335559" y="485506"/>
                      </a:cubicBezTo>
                      <a:close/>
                      <a:moveTo>
                        <a:pt x="308472" y="475187"/>
                      </a:moveTo>
                      <a:cubicBezTo>
                        <a:pt x="307183" y="475187"/>
                        <a:pt x="306215" y="474542"/>
                        <a:pt x="305248" y="473575"/>
                      </a:cubicBezTo>
                      <a:cubicBezTo>
                        <a:pt x="303958" y="471640"/>
                        <a:pt x="301701" y="471640"/>
                        <a:pt x="298153" y="471640"/>
                      </a:cubicBezTo>
                      <a:cubicBezTo>
                        <a:pt x="294606" y="471640"/>
                        <a:pt x="287190" y="471317"/>
                        <a:pt x="287190" y="462933"/>
                      </a:cubicBezTo>
                      <a:cubicBezTo>
                        <a:pt x="287190" y="462288"/>
                        <a:pt x="287190" y="462288"/>
                        <a:pt x="286545" y="461966"/>
                      </a:cubicBezTo>
                      <a:cubicBezTo>
                        <a:pt x="284610" y="460998"/>
                        <a:pt x="283643" y="458419"/>
                        <a:pt x="284610" y="456484"/>
                      </a:cubicBezTo>
                      <a:cubicBezTo>
                        <a:pt x="285577" y="454549"/>
                        <a:pt x="288157" y="453582"/>
                        <a:pt x="290092" y="454549"/>
                      </a:cubicBezTo>
                      <a:cubicBezTo>
                        <a:pt x="293317" y="456161"/>
                        <a:pt x="294929" y="459064"/>
                        <a:pt x="294929" y="462611"/>
                      </a:cubicBezTo>
                      <a:cubicBezTo>
                        <a:pt x="294929" y="463256"/>
                        <a:pt x="294929" y="463578"/>
                        <a:pt x="294929" y="463578"/>
                      </a:cubicBezTo>
                      <a:cubicBezTo>
                        <a:pt x="295251" y="463578"/>
                        <a:pt x="296864" y="463578"/>
                        <a:pt x="297831" y="463578"/>
                      </a:cubicBezTo>
                      <a:cubicBezTo>
                        <a:pt x="301701" y="463578"/>
                        <a:pt x="307183" y="463901"/>
                        <a:pt x="311052" y="468738"/>
                      </a:cubicBezTo>
                      <a:cubicBezTo>
                        <a:pt x="312342" y="470350"/>
                        <a:pt x="312019" y="472930"/>
                        <a:pt x="310407" y="474542"/>
                      </a:cubicBezTo>
                      <a:cubicBezTo>
                        <a:pt x="310085" y="474864"/>
                        <a:pt x="309440" y="475187"/>
                        <a:pt x="308472" y="475187"/>
                      </a:cubicBezTo>
                      <a:close/>
                      <a:moveTo>
                        <a:pt x="539357" y="474864"/>
                      </a:moveTo>
                      <a:cubicBezTo>
                        <a:pt x="530328" y="474864"/>
                        <a:pt x="524524" y="467125"/>
                        <a:pt x="518719" y="459709"/>
                      </a:cubicBezTo>
                      <a:cubicBezTo>
                        <a:pt x="517429" y="457774"/>
                        <a:pt x="517752" y="455516"/>
                        <a:pt x="519364" y="453904"/>
                      </a:cubicBezTo>
                      <a:cubicBezTo>
                        <a:pt x="520977" y="452614"/>
                        <a:pt x="523556" y="452937"/>
                        <a:pt x="525169" y="454549"/>
                      </a:cubicBezTo>
                      <a:cubicBezTo>
                        <a:pt x="531940" y="463578"/>
                        <a:pt x="535810" y="468092"/>
                        <a:pt x="541937" y="466158"/>
                      </a:cubicBezTo>
                      <a:cubicBezTo>
                        <a:pt x="544194" y="465513"/>
                        <a:pt x="546451" y="466803"/>
                        <a:pt x="547096" y="468738"/>
                      </a:cubicBezTo>
                      <a:cubicBezTo>
                        <a:pt x="547741" y="470995"/>
                        <a:pt x="546451" y="473252"/>
                        <a:pt x="544517" y="473897"/>
                      </a:cubicBezTo>
                      <a:cubicBezTo>
                        <a:pt x="542904" y="474864"/>
                        <a:pt x="540969" y="474864"/>
                        <a:pt x="539357" y="474864"/>
                      </a:cubicBezTo>
                      <a:close/>
                      <a:moveTo>
                        <a:pt x="466802" y="457451"/>
                      </a:moveTo>
                      <a:cubicBezTo>
                        <a:pt x="465190" y="457451"/>
                        <a:pt x="463578" y="456161"/>
                        <a:pt x="462933" y="454549"/>
                      </a:cubicBezTo>
                      <a:cubicBezTo>
                        <a:pt x="462288" y="452292"/>
                        <a:pt x="463578" y="450035"/>
                        <a:pt x="465835" y="449712"/>
                      </a:cubicBezTo>
                      <a:cubicBezTo>
                        <a:pt x="467448" y="449067"/>
                        <a:pt x="469382" y="448745"/>
                        <a:pt x="471317" y="448100"/>
                      </a:cubicBezTo>
                      <a:cubicBezTo>
                        <a:pt x="478734" y="446165"/>
                        <a:pt x="484216" y="443585"/>
                        <a:pt x="489053" y="441650"/>
                      </a:cubicBezTo>
                      <a:lnTo>
                        <a:pt x="490343" y="441006"/>
                      </a:lnTo>
                      <a:cubicBezTo>
                        <a:pt x="492277" y="440038"/>
                        <a:pt x="494857" y="441006"/>
                        <a:pt x="495824" y="442940"/>
                      </a:cubicBezTo>
                      <a:cubicBezTo>
                        <a:pt x="496792" y="444875"/>
                        <a:pt x="495824" y="447455"/>
                        <a:pt x="493890" y="448422"/>
                      </a:cubicBezTo>
                      <a:lnTo>
                        <a:pt x="492600" y="449067"/>
                      </a:lnTo>
                      <a:cubicBezTo>
                        <a:pt x="487763" y="451324"/>
                        <a:pt x="481636" y="453904"/>
                        <a:pt x="473574" y="456161"/>
                      </a:cubicBezTo>
                      <a:cubicBezTo>
                        <a:pt x="471639" y="456806"/>
                        <a:pt x="469705" y="457129"/>
                        <a:pt x="468092" y="457774"/>
                      </a:cubicBezTo>
                      <a:cubicBezTo>
                        <a:pt x="467448" y="457451"/>
                        <a:pt x="467125" y="457451"/>
                        <a:pt x="466802" y="457451"/>
                      </a:cubicBezTo>
                      <a:close/>
                      <a:moveTo>
                        <a:pt x="1084322" y="446165"/>
                      </a:moveTo>
                      <a:cubicBezTo>
                        <a:pt x="1083033" y="446165"/>
                        <a:pt x="1081743" y="445520"/>
                        <a:pt x="1080775" y="444230"/>
                      </a:cubicBezTo>
                      <a:cubicBezTo>
                        <a:pt x="1079485" y="442295"/>
                        <a:pt x="1080130" y="439716"/>
                        <a:pt x="1082065" y="438748"/>
                      </a:cubicBezTo>
                      <a:cubicBezTo>
                        <a:pt x="1088514" y="434556"/>
                        <a:pt x="1097221" y="430042"/>
                        <a:pt x="1102703" y="429074"/>
                      </a:cubicBezTo>
                      <a:cubicBezTo>
                        <a:pt x="1102703" y="429074"/>
                        <a:pt x="1103348" y="428752"/>
                        <a:pt x="1105605" y="427140"/>
                      </a:cubicBezTo>
                      <a:cubicBezTo>
                        <a:pt x="1107217" y="425850"/>
                        <a:pt x="1109797" y="426172"/>
                        <a:pt x="1111409" y="427784"/>
                      </a:cubicBezTo>
                      <a:cubicBezTo>
                        <a:pt x="1112699" y="429397"/>
                        <a:pt x="1112377" y="431977"/>
                        <a:pt x="1110765" y="433589"/>
                      </a:cubicBezTo>
                      <a:cubicBezTo>
                        <a:pt x="1108185" y="435524"/>
                        <a:pt x="1106250" y="436814"/>
                        <a:pt x="1104315" y="437136"/>
                      </a:cubicBezTo>
                      <a:cubicBezTo>
                        <a:pt x="1101413" y="437458"/>
                        <a:pt x="1094641" y="440361"/>
                        <a:pt x="1086580" y="445843"/>
                      </a:cubicBezTo>
                      <a:cubicBezTo>
                        <a:pt x="1085612" y="445843"/>
                        <a:pt x="1084967" y="446165"/>
                        <a:pt x="1084322" y="446165"/>
                      </a:cubicBezTo>
                      <a:close/>
                      <a:moveTo>
                        <a:pt x="270744" y="438426"/>
                      </a:moveTo>
                      <a:cubicBezTo>
                        <a:pt x="269454" y="438426"/>
                        <a:pt x="268487" y="437781"/>
                        <a:pt x="267519" y="437136"/>
                      </a:cubicBezTo>
                      <a:cubicBezTo>
                        <a:pt x="266230" y="435524"/>
                        <a:pt x="266230" y="432944"/>
                        <a:pt x="268164" y="431332"/>
                      </a:cubicBezTo>
                      <a:cubicBezTo>
                        <a:pt x="268809" y="430687"/>
                        <a:pt x="269777" y="430042"/>
                        <a:pt x="271066" y="429074"/>
                      </a:cubicBezTo>
                      <a:cubicBezTo>
                        <a:pt x="274291" y="426495"/>
                        <a:pt x="276226" y="423915"/>
                        <a:pt x="276226" y="420690"/>
                      </a:cubicBezTo>
                      <a:cubicBezTo>
                        <a:pt x="276226" y="418433"/>
                        <a:pt x="275259" y="416176"/>
                        <a:pt x="273969" y="414241"/>
                      </a:cubicBezTo>
                      <a:cubicBezTo>
                        <a:pt x="272679" y="412629"/>
                        <a:pt x="273001" y="410049"/>
                        <a:pt x="274614" y="408437"/>
                      </a:cubicBezTo>
                      <a:cubicBezTo>
                        <a:pt x="276226" y="407147"/>
                        <a:pt x="278806" y="407469"/>
                        <a:pt x="280418" y="409082"/>
                      </a:cubicBezTo>
                      <a:cubicBezTo>
                        <a:pt x="282998" y="412629"/>
                        <a:pt x="284287" y="416498"/>
                        <a:pt x="284287" y="420368"/>
                      </a:cubicBezTo>
                      <a:cubicBezTo>
                        <a:pt x="284287" y="424238"/>
                        <a:pt x="282998" y="430042"/>
                        <a:pt x="275903" y="435201"/>
                      </a:cubicBezTo>
                      <a:cubicBezTo>
                        <a:pt x="274936" y="435846"/>
                        <a:pt x="273969" y="436491"/>
                        <a:pt x="273324" y="437136"/>
                      </a:cubicBezTo>
                      <a:cubicBezTo>
                        <a:pt x="272356" y="438104"/>
                        <a:pt x="271711" y="438426"/>
                        <a:pt x="270744" y="438426"/>
                      </a:cubicBezTo>
                      <a:close/>
                      <a:moveTo>
                        <a:pt x="170457" y="436814"/>
                      </a:moveTo>
                      <a:cubicBezTo>
                        <a:pt x="170135" y="436814"/>
                        <a:pt x="169813" y="436814"/>
                        <a:pt x="169813" y="436814"/>
                      </a:cubicBezTo>
                      <a:cubicBezTo>
                        <a:pt x="167555" y="436491"/>
                        <a:pt x="166265" y="434234"/>
                        <a:pt x="166588" y="431977"/>
                      </a:cubicBezTo>
                      <a:cubicBezTo>
                        <a:pt x="168200" y="424560"/>
                        <a:pt x="171747" y="416498"/>
                        <a:pt x="175939" y="411016"/>
                      </a:cubicBezTo>
                      <a:cubicBezTo>
                        <a:pt x="177229" y="409404"/>
                        <a:pt x="178519" y="407792"/>
                        <a:pt x="179809" y="406502"/>
                      </a:cubicBezTo>
                      <a:cubicBezTo>
                        <a:pt x="181421" y="404889"/>
                        <a:pt x="184001" y="404889"/>
                        <a:pt x="185613" y="406502"/>
                      </a:cubicBezTo>
                      <a:cubicBezTo>
                        <a:pt x="187226" y="408114"/>
                        <a:pt x="187226" y="410694"/>
                        <a:pt x="185613" y="412306"/>
                      </a:cubicBezTo>
                      <a:cubicBezTo>
                        <a:pt x="184646" y="413274"/>
                        <a:pt x="183356" y="414563"/>
                        <a:pt x="182389" y="416176"/>
                      </a:cubicBezTo>
                      <a:cubicBezTo>
                        <a:pt x="178841" y="420690"/>
                        <a:pt x="175939" y="427462"/>
                        <a:pt x="174650" y="433911"/>
                      </a:cubicBezTo>
                      <a:cubicBezTo>
                        <a:pt x="174005" y="435524"/>
                        <a:pt x="172392" y="436814"/>
                        <a:pt x="170457" y="436814"/>
                      </a:cubicBezTo>
                      <a:close/>
                      <a:moveTo>
                        <a:pt x="237208" y="433266"/>
                      </a:moveTo>
                      <a:cubicBezTo>
                        <a:pt x="234628" y="433266"/>
                        <a:pt x="233016" y="431332"/>
                        <a:pt x="231726" y="430364"/>
                      </a:cubicBezTo>
                      <a:cubicBezTo>
                        <a:pt x="230436" y="429074"/>
                        <a:pt x="229146" y="427462"/>
                        <a:pt x="225599" y="427462"/>
                      </a:cubicBezTo>
                      <a:cubicBezTo>
                        <a:pt x="224954" y="427462"/>
                        <a:pt x="224632" y="427462"/>
                        <a:pt x="223987" y="427462"/>
                      </a:cubicBezTo>
                      <a:cubicBezTo>
                        <a:pt x="221729" y="427462"/>
                        <a:pt x="219795" y="425527"/>
                        <a:pt x="219795" y="423270"/>
                      </a:cubicBezTo>
                      <a:cubicBezTo>
                        <a:pt x="219795" y="421013"/>
                        <a:pt x="221729" y="419078"/>
                        <a:pt x="223987" y="419078"/>
                      </a:cubicBezTo>
                      <a:cubicBezTo>
                        <a:pt x="224632" y="419078"/>
                        <a:pt x="225276" y="419078"/>
                        <a:pt x="225921" y="419078"/>
                      </a:cubicBezTo>
                      <a:cubicBezTo>
                        <a:pt x="232693" y="419400"/>
                        <a:pt x="235595" y="422625"/>
                        <a:pt x="237208" y="424560"/>
                      </a:cubicBezTo>
                      <a:cubicBezTo>
                        <a:pt x="237853" y="423915"/>
                        <a:pt x="238820" y="422948"/>
                        <a:pt x="240432" y="421335"/>
                      </a:cubicBezTo>
                      <a:cubicBezTo>
                        <a:pt x="241077" y="420368"/>
                        <a:pt x="242045" y="419723"/>
                        <a:pt x="242690" y="418755"/>
                      </a:cubicBezTo>
                      <a:cubicBezTo>
                        <a:pt x="244302" y="417143"/>
                        <a:pt x="246882" y="417143"/>
                        <a:pt x="248494" y="418755"/>
                      </a:cubicBezTo>
                      <a:cubicBezTo>
                        <a:pt x="250106" y="420368"/>
                        <a:pt x="250106" y="422948"/>
                        <a:pt x="248494" y="424560"/>
                      </a:cubicBezTo>
                      <a:cubicBezTo>
                        <a:pt x="247849" y="425205"/>
                        <a:pt x="246882" y="426172"/>
                        <a:pt x="246237" y="426817"/>
                      </a:cubicBezTo>
                      <a:cubicBezTo>
                        <a:pt x="243012" y="431009"/>
                        <a:pt x="240110" y="433266"/>
                        <a:pt x="237208" y="433266"/>
                      </a:cubicBezTo>
                      <a:close/>
                      <a:moveTo>
                        <a:pt x="1134627" y="407469"/>
                      </a:moveTo>
                      <a:cubicBezTo>
                        <a:pt x="1133660" y="407469"/>
                        <a:pt x="1132692" y="407147"/>
                        <a:pt x="1131725" y="406502"/>
                      </a:cubicBezTo>
                      <a:cubicBezTo>
                        <a:pt x="1130112" y="404889"/>
                        <a:pt x="1130112" y="402310"/>
                        <a:pt x="1131725" y="400697"/>
                      </a:cubicBezTo>
                      <a:cubicBezTo>
                        <a:pt x="1138174" y="393926"/>
                        <a:pt x="1145591" y="386509"/>
                        <a:pt x="1151717" y="382640"/>
                      </a:cubicBezTo>
                      <a:lnTo>
                        <a:pt x="1152363" y="382317"/>
                      </a:lnTo>
                      <a:cubicBezTo>
                        <a:pt x="1154297" y="381027"/>
                        <a:pt x="1156877" y="381672"/>
                        <a:pt x="1157844" y="383607"/>
                      </a:cubicBezTo>
                      <a:cubicBezTo>
                        <a:pt x="1159134" y="385542"/>
                        <a:pt x="1158489" y="388121"/>
                        <a:pt x="1156554" y="389089"/>
                      </a:cubicBezTo>
                      <a:lnTo>
                        <a:pt x="1155910" y="389411"/>
                      </a:lnTo>
                      <a:cubicBezTo>
                        <a:pt x="1150428" y="392958"/>
                        <a:pt x="1143011" y="400375"/>
                        <a:pt x="1137207" y="406502"/>
                      </a:cubicBezTo>
                      <a:cubicBezTo>
                        <a:pt x="1136884" y="407147"/>
                        <a:pt x="1135594" y="407469"/>
                        <a:pt x="1134627" y="407469"/>
                      </a:cubicBezTo>
                      <a:close/>
                      <a:moveTo>
                        <a:pt x="216570" y="399408"/>
                      </a:moveTo>
                      <a:cubicBezTo>
                        <a:pt x="214635" y="399408"/>
                        <a:pt x="212700" y="397795"/>
                        <a:pt x="212700" y="395860"/>
                      </a:cubicBezTo>
                      <a:cubicBezTo>
                        <a:pt x="212378" y="393603"/>
                        <a:pt x="213990" y="391668"/>
                        <a:pt x="216247" y="391346"/>
                      </a:cubicBezTo>
                      <a:cubicBezTo>
                        <a:pt x="221407" y="391023"/>
                        <a:pt x="228501" y="390056"/>
                        <a:pt x="237208" y="387476"/>
                      </a:cubicBezTo>
                      <a:lnTo>
                        <a:pt x="241400" y="386187"/>
                      </a:lnTo>
                      <a:cubicBezTo>
                        <a:pt x="243657" y="385542"/>
                        <a:pt x="245914" y="386831"/>
                        <a:pt x="246559" y="388766"/>
                      </a:cubicBezTo>
                      <a:cubicBezTo>
                        <a:pt x="247204" y="391023"/>
                        <a:pt x="246237" y="392958"/>
                        <a:pt x="243979" y="393603"/>
                      </a:cubicBezTo>
                      <a:lnTo>
                        <a:pt x="239465" y="394893"/>
                      </a:lnTo>
                      <a:cubicBezTo>
                        <a:pt x="230436" y="397795"/>
                        <a:pt x="222697" y="398763"/>
                        <a:pt x="216892" y="399085"/>
                      </a:cubicBezTo>
                      <a:cubicBezTo>
                        <a:pt x="216892" y="399408"/>
                        <a:pt x="216570" y="399408"/>
                        <a:pt x="216570" y="399408"/>
                      </a:cubicBezTo>
                      <a:close/>
                      <a:moveTo>
                        <a:pt x="262682" y="367161"/>
                      </a:moveTo>
                      <a:cubicBezTo>
                        <a:pt x="262037" y="367161"/>
                        <a:pt x="261070" y="366839"/>
                        <a:pt x="260425" y="366516"/>
                      </a:cubicBezTo>
                      <a:cubicBezTo>
                        <a:pt x="258490" y="365226"/>
                        <a:pt x="258168" y="362647"/>
                        <a:pt x="259458" y="361034"/>
                      </a:cubicBezTo>
                      <a:cubicBezTo>
                        <a:pt x="259780" y="360389"/>
                        <a:pt x="260103" y="360067"/>
                        <a:pt x="260425" y="359422"/>
                      </a:cubicBezTo>
                      <a:cubicBezTo>
                        <a:pt x="262360" y="356197"/>
                        <a:pt x="263327" y="353295"/>
                        <a:pt x="263972" y="350393"/>
                      </a:cubicBezTo>
                      <a:cubicBezTo>
                        <a:pt x="265262" y="346523"/>
                        <a:pt x="266552" y="342331"/>
                        <a:pt x="270421" y="336849"/>
                      </a:cubicBezTo>
                      <a:cubicBezTo>
                        <a:pt x="271711" y="334915"/>
                        <a:pt x="274291" y="334592"/>
                        <a:pt x="275903" y="335882"/>
                      </a:cubicBezTo>
                      <a:cubicBezTo>
                        <a:pt x="277838" y="337172"/>
                        <a:pt x="278161" y="339752"/>
                        <a:pt x="276871" y="341364"/>
                      </a:cubicBezTo>
                      <a:cubicBezTo>
                        <a:pt x="273969" y="345879"/>
                        <a:pt x="272679" y="349103"/>
                        <a:pt x="271711" y="352973"/>
                      </a:cubicBezTo>
                      <a:cubicBezTo>
                        <a:pt x="270744" y="356197"/>
                        <a:pt x="269777" y="359422"/>
                        <a:pt x="267197" y="363614"/>
                      </a:cubicBezTo>
                      <a:cubicBezTo>
                        <a:pt x="266874" y="364259"/>
                        <a:pt x="266230" y="365226"/>
                        <a:pt x="265907" y="365871"/>
                      </a:cubicBezTo>
                      <a:cubicBezTo>
                        <a:pt x="264940" y="366516"/>
                        <a:pt x="263972" y="367161"/>
                        <a:pt x="262682" y="367161"/>
                      </a:cubicBezTo>
                      <a:close/>
                      <a:moveTo>
                        <a:pt x="1182997" y="364904"/>
                      </a:moveTo>
                      <a:cubicBezTo>
                        <a:pt x="1181707" y="364904"/>
                        <a:pt x="1180417" y="364259"/>
                        <a:pt x="1179772" y="363291"/>
                      </a:cubicBezTo>
                      <a:cubicBezTo>
                        <a:pt x="1178482" y="361357"/>
                        <a:pt x="1178805" y="359099"/>
                        <a:pt x="1180739" y="357810"/>
                      </a:cubicBezTo>
                      <a:cubicBezTo>
                        <a:pt x="1182674" y="356520"/>
                        <a:pt x="1184609" y="355230"/>
                        <a:pt x="1186544" y="354262"/>
                      </a:cubicBezTo>
                      <a:cubicBezTo>
                        <a:pt x="1192348" y="351360"/>
                        <a:pt x="1199120" y="349426"/>
                        <a:pt x="1208149" y="348781"/>
                      </a:cubicBezTo>
                      <a:cubicBezTo>
                        <a:pt x="1210406" y="348781"/>
                        <a:pt x="1212341" y="350393"/>
                        <a:pt x="1212341" y="352328"/>
                      </a:cubicBezTo>
                      <a:cubicBezTo>
                        <a:pt x="1212663" y="354585"/>
                        <a:pt x="1210729" y="356520"/>
                        <a:pt x="1208794" y="356520"/>
                      </a:cubicBezTo>
                      <a:cubicBezTo>
                        <a:pt x="1201055" y="357165"/>
                        <a:pt x="1195250" y="358455"/>
                        <a:pt x="1190413" y="361034"/>
                      </a:cubicBezTo>
                      <a:cubicBezTo>
                        <a:pt x="1188801" y="362002"/>
                        <a:pt x="1187189" y="362969"/>
                        <a:pt x="1185576" y="363936"/>
                      </a:cubicBezTo>
                      <a:cubicBezTo>
                        <a:pt x="1184609" y="364581"/>
                        <a:pt x="1183642" y="364904"/>
                        <a:pt x="1182997" y="364904"/>
                      </a:cubicBezTo>
                      <a:close/>
                      <a:moveTo>
                        <a:pt x="1245555" y="355230"/>
                      </a:moveTo>
                      <a:cubicBezTo>
                        <a:pt x="1243620" y="355230"/>
                        <a:pt x="1242008" y="353940"/>
                        <a:pt x="1241685" y="352005"/>
                      </a:cubicBezTo>
                      <a:cubicBezTo>
                        <a:pt x="1241040" y="349748"/>
                        <a:pt x="1242652" y="347813"/>
                        <a:pt x="1244587" y="347168"/>
                      </a:cubicBezTo>
                      <a:cubicBezTo>
                        <a:pt x="1251037" y="345556"/>
                        <a:pt x="1252649" y="342331"/>
                        <a:pt x="1255229" y="338139"/>
                      </a:cubicBezTo>
                      <a:cubicBezTo>
                        <a:pt x="1255551" y="337494"/>
                        <a:pt x="1256196" y="336527"/>
                        <a:pt x="1256518" y="335882"/>
                      </a:cubicBezTo>
                      <a:cubicBezTo>
                        <a:pt x="1256841" y="335560"/>
                        <a:pt x="1256841" y="334915"/>
                        <a:pt x="1256841" y="334592"/>
                      </a:cubicBezTo>
                      <a:cubicBezTo>
                        <a:pt x="1256841" y="333947"/>
                        <a:pt x="1256841" y="333625"/>
                        <a:pt x="1256518" y="332980"/>
                      </a:cubicBezTo>
                      <a:cubicBezTo>
                        <a:pt x="1255874" y="330723"/>
                        <a:pt x="1257164" y="328465"/>
                        <a:pt x="1259421" y="328143"/>
                      </a:cubicBezTo>
                      <a:cubicBezTo>
                        <a:pt x="1261678" y="327498"/>
                        <a:pt x="1263935" y="328788"/>
                        <a:pt x="1264258" y="331045"/>
                      </a:cubicBezTo>
                      <a:cubicBezTo>
                        <a:pt x="1264580" y="332335"/>
                        <a:pt x="1264903" y="333625"/>
                        <a:pt x="1264903" y="334915"/>
                      </a:cubicBezTo>
                      <a:cubicBezTo>
                        <a:pt x="1264903" y="336849"/>
                        <a:pt x="1264258" y="338784"/>
                        <a:pt x="1263290" y="340396"/>
                      </a:cubicBezTo>
                      <a:cubicBezTo>
                        <a:pt x="1262968" y="341042"/>
                        <a:pt x="1262645" y="341686"/>
                        <a:pt x="1262001" y="342331"/>
                      </a:cubicBezTo>
                      <a:cubicBezTo>
                        <a:pt x="1259421" y="347168"/>
                        <a:pt x="1255874" y="352973"/>
                        <a:pt x="1246200" y="355230"/>
                      </a:cubicBezTo>
                      <a:cubicBezTo>
                        <a:pt x="1246200" y="355230"/>
                        <a:pt x="1245877" y="355230"/>
                        <a:pt x="1245555" y="355230"/>
                      </a:cubicBezTo>
                      <a:close/>
                      <a:moveTo>
                        <a:pt x="1230721" y="316212"/>
                      </a:moveTo>
                      <a:cubicBezTo>
                        <a:pt x="1230399" y="316212"/>
                        <a:pt x="1229754" y="316212"/>
                        <a:pt x="1229432" y="315889"/>
                      </a:cubicBezTo>
                      <a:cubicBezTo>
                        <a:pt x="1220080" y="312987"/>
                        <a:pt x="1210729" y="308472"/>
                        <a:pt x="1204279" y="303635"/>
                      </a:cubicBezTo>
                      <a:cubicBezTo>
                        <a:pt x="1202344" y="302346"/>
                        <a:pt x="1202022" y="299766"/>
                        <a:pt x="1203312" y="298154"/>
                      </a:cubicBezTo>
                      <a:cubicBezTo>
                        <a:pt x="1204602" y="296219"/>
                        <a:pt x="1207181" y="295896"/>
                        <a:pt x="1208794" y="297186"/>
                      </a:cubicBezTo>
                      <a:cubicBezTo>
                        <a:pt x="1214598" y="301378"/>
                        <a:pt x="1222982" y="305570"/>
                        <a:pt x="1231689" y="308472"/>
                      </a:cubicBezTo>
                      <a:cubicBezTo>
                        <a:pt x="1233946" y="309118"/>
                        <a:pt x="1234913" y="311375"/>
                        <a:pt x="1234269" y="313632"/>
                      </a:cubicBezTo>
                      <a:cubicBezTo>
                        <a:pt x="1233946" y="315244"/>
                        <a:pt x="1232334" y="316212"/>
                        <a:pt x="1230721" y="316212"/>
                      </a:cubicBezTo>
                      <a:close/>
                      <a:moveTo>
                        <a:pt x="288480" y="308472"/>
                      </a:moveTo>
                      <a:cubicBezTo>
                        <a:pt x="288157" y="308472"/>
                        <a:pt x="287835" y="308472"/>
                        <a:pt x="287512" y="308472"/>
                      </a:cubicBezTo>
                      <a:cubicBezTo>
                        <a:pt x="285255" y="307828"/>
                        <a:pt x="283965" y="305570"/>
                        <a:pt x="284610" y="303635"/>
                      </a:cubicBezTo>
                      <a:cubicBezTo>
                        <a:pt x="285577" y="300088"/>
                        <a:pt x="286545" y="297186"/>
                        <a:pt x="287835" y="294284"/>
                      </a:cubicBezTo>
                      <a:cubicBezTo>
                        <a:pt x="289124" y="291382"/>
                        <a:pt x="290092" y="288802"/>
                        <a:pt x="291059" y="286545"/>
                      </a:cubicBezTo>
                      <a:cubicBezTo>
                        <a:pt x="292349" y="283320"/>
                        <a:pt x="293317" y="280740"/>
                        <a:pt x="294606" y="277838"/>
                      </a:cubicBezTo>
                      <a:cubicBezTo>
                        <a:pt x="295574" y="275903"/>
                        <a:pt x="297831" y="274936"/>
                        <a:pt x="300088" y="275903"/>
                      </a:cubicBezTo>
                      <a:cubicBezTo>
                        <a:pt x="302023" y="276871"/>
                        <a:pt x="302990" y="279128"/>
                        <a:pt x="302023" y="281386"/>
                      </a:cubicBezTo>
                      <a:cubicBezTo>
                        <a:pt x="300733" y="283965"/>
                        <a:pt x="299766" y="286545"/>
                        <a:pt x="298476" y="289769"/>
                      </a:cubicBezTo>
                      <a:cubicBezTo>
                        <a:pt x="297509" y="292349"/>
                        <a:pt x="296541" y="294929"/>
                        <a:pt x="295251" y="297831"/>
                      </a:cubicBezTo>
                      <a:cubicBezTo>
                        <a:pt x="294284" y="300088"/>
                        <a:pt x="293317" y="302668"/>
                        <a:pt x="292349" y="306215"/>
                      </a:cubicBezTo>
                      <a:cubicBezTo>
                        <a:pt x="291704" y="307505"/>
                        <a:pt x="290092" y="308472"/>
                        <a:pt x="288480" y="308472"/>
                      </a:cubicBezTo>
                      <a:close/>
                      <a:moveTo>
                        <a:pt x="1175257" y="281386"/>
                      </a:moveTo>
                      <a:lnTo>
                        <a:pt x="1177192" y="277838"/>
                      </a:lnTo>
                      <a:lnTo>
                        <a:pt x="1175257" y="281386"/>
                      </a:lnTo>
                      <a:lnTo>
                        <a:pt x="1173645" y="280418"/>
                      </a:lnTo>
                      <a:cubicBezTo>
                        <a:pt x="1169131" y="278161"/>
                        <a:pt x="1167518" y="271067"/>
                        <a:pt x="1167518" y="265907"/>
                      </a:cubicBezTo>
                      <a:cubicBezTo>
                        <a:pt x="1167518" y="259780"/>
                        <a:pt x="1169453" y="254298"/>
                        <a:pt x="1173000" y="251074"/>
                      </a:cubicBezTo>
                      <a:cubicBezTo>
                        <a:pt x="1174613" y="249461"/>
                        <a:pt x="1177192" y="249784"/>
                        <a:pt x="1178805" y="251396"/>
                      </a:cubicBezTo>
                      <a:cubicBezTo>
                        <a:pt x="1180417" y="253008"/>
                        <a:pt x="1180094" y="255588"/>
                        <a:pt x="1178482" y="257201"/>
                      </a:cubicBezTo>
                      <a:cubicBezTo>
                        <a:pt x="1176547" y="258813"/>
                        <a:pt x="1175580" y="262037"/>
                        <a:pt x="1175580" y="265907"/>
                      </a:cubicBezTo>
                      <a:cubicBezTo>
                        <a:pt x="1175580" y="270099"/>
                        <a:pt x="1176870" y="273001"/>
                        <a:pt x="1177515" y="273324"/>
                      </a:cubicBezTo>
                      <a:lnTo>
                        <a:pt x="1179127" y="273969"/>
                      </a:lnTo>
                      <a:lnTo>
                        <a:pt x="1175257" y="281386"/>
                      </a:lnTo>
                      <a:close/>
                      <a:moveTo>
                        <a:pt x="307827" y="248817"/>
                      </a:moveTo>
                      <a:cubicBezTo>
                        <a:pt x="305893" y="248817"/>
                        <a:pt x="304280" y="247527"/>
                        <a:pt x="303958" y="245269"/>
                      </a:cubicBezTo>
                      <a:lnTo>
                        <a:pt x="303313" y="241722"/>
                      </a:lnTo>
                      <a:cubicBezTo>
                        <a:pt x="302668" y="237530"/>
                        <a:pt x="302023" y="232693"/>
                        <a:pt x="301378" y="227211"/>
                      </a:cubicBezTo>
                      <a:cubicBezTo>
                        <a:pt x="301056" y="224309"/>
                        <a:pt x="300733" y="221729"/>
                        <a:pt x="300088" y="219150"/>
                      </a:cubicBezTo>
                      <a:cubicBezTo>
                        <a:pt x="299766" y="216893"/>
                        <a:pt x="301056" y="214958"/>
                        <a:pt x="303313" y="214313"/>
                      </a:cubicBezTo>
                      <a:cubicBezTo>
                        <a:pt x="305570" y="213990"/>
                        <a:pt x="307505" y="215280"/>
                        <a:pt x="308150" y="217537"/>
                      </a:cubicBezTo>
                      <a:cubicBezTo>
                        <a:pt x="308795" y="220117"/>
                        <a:pt x="309117" y="223342"/>
                        <a:pt x="309440" y="226244"/>
                      </a:cubicBezTo>
                      <a:cubicBezTo>
                        <a:pt x="310085" y="231403"/>
                        <a:pt x="310730" y="236240"/>
                        <a:pt x="311375" y="240432"/>
                      </a:cubicBezTo>
                      <a:lnTo>
                        <a:pt x="312019" y="244302"/>
                      </a:lnTo>
                      <a:cubicBezTo>
                        <a:pt x="312342" y="246559"/>
                        <a:pt x="310730" y="248494"/>
                        <a:pt x="308472" y="248817"/>
                      </a:cubicBezTo>
                      <a:cubicBezTo>
                        <a:pt x="308150" y="248817"/>
                        <a:pt x="308150" y="248817"/>
                        <a:pt x="307827" y="248817"/>
                      </a:cubicBezTo>
                      <a:close/>
                      <a:moveTo>
                        <a:pt x="1195573" y="240432"/>
                      </a:moveTo>
                      <a:cubicBezTo>
                        <a:pt x="1194605" y="240432"/>
                        <a:pt x="1193638" y="240110"/>
                        <a:pt x="1192671" y="239142"/>
                      </a:cubicBezTo>
                      <a:cubicBezTo>
                        <a:pt x="1186866" y="233661"/>
                        <a:pt x="1177837" y="226566"/>
                        <a:pt x="1172033" y="223019"/>
                      </a:cubicBezTo>
                      <a:cubicBezTo>
                        <a:pt x="1170098" y="221729"/>
                        <a:pt x="1169453" y="219472"/>
                        <a:pt x="1170743" y="217537"/>
                      </a:cubicBezTo>
                      <a:cubicBezTo>
                        <a:pt x="1172033" y="215603"/>
                        <a:pt x="1174290" y="214958"/>
                        <a:pt x="1176225" y="216248"/>
                      </a:cubicBezTo>
                      <a:cubicBezTo>
                        <a:pt x="1182352" y="220117"/>
                        <a:pt x="1192026" y="227534"/>
                        <a:pt x="1198152" y="233338"/>
                      </a:cubicBezTo>
                      <a:cubicBezTo>
                        <a:pt x="1199765" y="234951"/>
                        <a:pt x="1199765" y="237530"/>
                        <a:pt x="1198152" y="239142"/>
                      </a:cubicBezTo>
                      <a:cubicBezTo>
                        <a:pt x="1197830" y="240110"/>
                        <a:pt x="1196863" y="240432"/>
                        <a:pt x="1195573" y="240432"/>
                      </a:cubicBezTo>
                      <a:close/>
                      <a:moveTo>
                        <a:pt x="1168163" y="195610"/>
                      </a:moveTo>
                      <a:cubicBezTo>
                        <a:pt x="1166873" y="195610"/>
                        <a:pt x="1165583" y="194965"/>
                        <a:pt x="1164939" y="193675"/>
                      </a:cubicBezTo>
                      <a:cubicBezTo>
                        <a:pt x="1163649" y="191740"/>
                        <a:pt x="1164294" y="189160"/>
                        <a:pt x="1166229" y="188193"/>
                      </a:cubicBezTo>
                      <a:cubicBezTo>
                        <a:pt x="1170743" y="185291"/>
                        <a:pt x="1175902" y="183679"/>
                        <a:pt x="1179449" y="183034"/>
                      </a:cubicBezTo>
                      <a:cubicBezTo>
                        <a:pt x="1179772" y="182711"/>
                        <a:pt x="1179772" y="182066"/>
                        <a:pt x="1180094" y="181744"/>
                      </a:cubicBezTo>
                      <a:cubicBezTo>
                        <a:pt x="1181062" y="179164"/>
                        <a:pt x="1182352" y="174972"/>
                        <a:pt x="1187511" y="173037"/>
                      </a:cubicBezTo>
                      <a:cubicBezTo>
                        <a:pt x="1189446" y="172070"/>
                        <a:pt x="1192026" y="173037"/>
                        <a:pt x="1192671" y="175294"/>
                      </a:cubicBezTo>
                      <a:cubicBezTo>
                        <a:pt x="1193638" y="177229"/>
                        <a:pt x="1192671" y="179809"/>
                        <a:pt x="1190413" y="180454"/>
                      </a:cubicBezTo>
                      <a:cubicBezTo>
                        <a:pt x="1188801" y="181099"/>
                        <a:pt x="1188156" y="182389"/>
                        <a:pt x="1187511" y="184646"/>
                      </a:cubicBezTo>
                      <a:cubicBezTo>
                        <a:pt x="1186866" y="186903"/>
                        <a:pt x="1185254" y="190773"/>
                        <a:pt x="1180739" y="191095"/>
                      </a:cubicBezTo>
                      <a:cubicBezTo>
                        <a:pt x="1178160" y="191418"/>
                        <a:pt x="1173968" y="192708"/>
                        <a:pt x="1170420" y="194965"/>
                      </a:cubicBezTo>
                      <a:cubicBezTo>
                        <a:pt x="1169776" y="195287"/>
                        <a:pt x="1168808" y="195610"/>
                        <a:pt x="1168163" y="195610"/>
                      </a:cubicBezTo>
                      <a:close/>
                      <a:moveTo>
                        <a:pt x="287512" y="188838"/>
                      </a:moveTo>
                      <a:cubicBezTo>
                        <a:pt x="286222" y="188838"/>
                        <a:pt x="285255" y="188193"/>
                        <a:pt x="284287" y="187548"/>
                      </a:cubicBezTo>
                      <a:cubicBezTo>
                        <a:pt x="280096" y="182711"/>
                        <a:pt x="272679" y="176262"/>
                        <a:pt x="264617" y="171425"/>
                      </a:cubicBezTo>
                      <a:cubicBezTo>
                        <a:pt x="262682" y="170135"/>
                        <a:pt x="262037" y="167878"/>
                        <a:pt x="263327" y="165943"/>
                      </a:cubicBezTo>
                      <a:cubicBezTo>
                        <a:pt x="264617" y="164008"/>
                        <a:pt x="266874" y="163363"/>
                        <a:pt x="268809" y="164653"/>
                      </a:cubicBezTo>
                      <a:cubicBezTo>
                        <a:pt x="277516" y="170135"/>
                        <a:pt x="285577" y="176907"/>
                        <a:pt x="290414" y="182389"/>
                      </a:cubicBezTo>
                      <a:cubicBezTo>
                        <a:pt x="291704" y="184001"/>
                        <a:pt x="291704" y="186581"/>
                        <a:pt x="289769" y="188193"/>
                      </a:cubicBezTo>
                      <a:cubicBezTo>
                        <a:pt x="289447" y="188516"/>
                        <a:pt x="288480" y="188838"/>
                        <a:pt x="287512" y="188838"/>
                      </a:cubicBezTo>
                      <a:close/>
                      <a:moveTo>
                        <a:pt x="1215888" y="162396"/>
                      </a:moveTo>
                      <a:cubicBezTo>
                        <a:pt x="1214598" y="162396"/>
                        <a:pt x="1213308" y="161751"/>
                        <a:pt x="1212663" y="160784"/>
                      </a:cubicBezTo>
                      <a:cubicBezTo>
                        <a:pt x="1212341" y="160461"/>
                        <a:pt x="1210406" y="159816"/>
                        <a:pt x="1209116" y="159171"/>
                      </a:cubicBezTo>
                      <a:cubicBezTo>
                        <a:pt x="1204602" y="157559"/>
                        <a:pt x="1197830" y="154979"/>
                        <a:pt x="1194605" y="146595"/>
                      </a:cubicBezTo>
                      <a:cubicBezTo>
                        <a:pt x="1193960" y="145305"/>
                        <a:pt x="1193638" y="144015"/>
                        <a:pt x="1192993" y="143048"/>
                      </a:cubicBezTo>
                      <a:cubicBezTo>
                        <a:pt x="1192026" y="141113"/>
                        <a:pt x="1192993" y="138533"/>
                        <a:pt x="1194928" y="137566"/>
                      </a:cubicBezTo>
                      <a:cubicBezTo>
                        <a:pt x="1196863" y="136599"/>
                        <a:pt x="1199442" y="137566"/>
                        <a:pt x="1200410" y="139501"/>
                      </a:cubicBezTo>
                      <a:cubicBezTo>
                        <a:pt x="1201055" y="140791"/>
                        <a:pt x="1201700" y="142081"/>
                        <a:pt x="1202022" y="143693"/>
                      </a:cubicBezTo>
                      <a:cubicBezTo>
                        <a:pt x="1203957" y="148530"/>
                        <a:pt x="1208149" y="150142"/>
                        <a:pt x="1212018" y="151432"/>
                      </a:cubicBezTo>
                      <a:cubicBezTo>
                        <a:pt x="1214921" y="152399"/>
                        <a:pt x="1217500" y="153367"/>
                        <a:pt x="1219113" y="155624"/>
                      </a:cubicBezTo>
                      <a:cubicBezTo>
                        <a:pt x="1220403" y="157559"/>
                        <a:pt x="1220080" y="159816"/>
                        <a:pt x="1218145" y="161106"/>
                      </a:cubicBezTo>
                      <a:cubicBezTo>
                        <a:pt x="1217500" y="162073"/>
                        <a:pt x="1216533" y="162396"/>
                        <a:pt x="1215888" y="162396"/>
                      </a:cubicBezTo>
                      <a:close/>
                      <a:moveTo>
                        <a:pt x="217215" y="162396"/>
                      </a:moveTo>
                      <a:cubicBezTo>
                        <a:pt x="211411" y="162396"/>
                        <a:pt x="207218" y="161106"/>
                        <a:pt x="203349" y="158204"/>
                      </a:cubicBezTo>
                      <a:cubicBezTo>
                        <a:pt x="201414" y="156914"/>
                        <a:pt x="201092" y="154334"/>
                        <a:pt x="202704" y="152399"/>
                      </a:cubicBezTo>
                      <a:cubicBezTo>
                        <a:pt x="203994" y="150465"/>
                        <a:pt x="206573" y="150142"/>
                        <a:pt x="208508" y="151755"/>
                      </a:cubicBezTo>
                      <a:cubicBezTo>
                        <a:pt x="211088" y="153689"/>
                        <a:pt x="213668" y="154334"/>
                        <a:pt x="217537" y="154334"/>
                      </a:cubicBezTo>
                      <a:cubicBezTo>
                        <a:pt x="220117" y="154334"/>
                        <a:pt x="223664" y="154012"/>
                        <a:pt x="227211" y="153689"/>
                      </a:cubicBezTo>
                      <a:lnTo>
                        <a:pt x="231403" y="153367"/>
                      </a:lnTo>
                      <a:cubicBezTo>
                        <a:pt x="233661" y="153044"/>
                        <a:pt x="235595" y="154657"/>
                        <a:pt x="235918" y="156914"/>
                      </a:cubicBezTo>
                      <a:cubicBezTo>
                        <a:pt x="236240" y="159171"/>
                        <a:pt x="234628" y="161106"/>
                        <a:pt x="232371" y="161429"/>
                      </a:cubicBezTo>
                      <a:lnTo>
                        <a:pt x="228179" y="161751"/>
                      </a:lnTo>
                      <a:cubicBezTo>
                        <a:pt x="223987" y="162073"/>
                        <a:pt x="220439" y="162396"/>
                        <a:pt x="217215" y="162396"/>
                      </a:cubicBezTo>
                      <a:close/>
                      <a:moveTo>
                        <a:pt x="44696" y="152722"/>
                      </a:moveTo>
                      <a:cubicBezTo>
                        <a:pt x="38892" y="152722"/>
                        <a:pt x="33410" y="149820"/>
                        <a:pt x="31153" y="145628"/>
                      </a:cubicBezTo>
                      <a:cubicBezTo>
                        <a:pt x="30185" y="143693"/>
                        <a:pt x="30830" y="141113"/>
                        <a:pt x="32765" y="140146"/>
                      </a:cubicBezTo>
                      <a:cubicBezTo>
                        <a:pt x="34700" y="139178"/>
                        <a:pt x="37280" y="139823"/>
                        <a:pt x="38247" y="141758"/>
                      </a:cubicBezTo>
                      <a:cubicBezTo>
                        <a:pt x="38892" y="143048"/>
                        <a:pt x="41472" y="144660"/>
                        <a:pt x="44696" y="144660"/>
                      </a:cubicBezTo>
                      <a:cubicBezTo>
                        <a:pt x="44696" y="144660"/>
                        <a:pt x="44696" y="144660"/>
                        <a:pt x="44696" y="144660"/>
                      </a:cubicBezTo>
                      <a:cubicBezTo>
                        <a:pt x="47921" y="144660"/>
                        <a:pt x="51790" y="142081"/>
                        <a:pt x="55983" y="139178"/>
                      </a:cubicBezTo>
                      <a:cubicBezTo>
                        <a:pt x="57917" y="137889"/>
                        <a:pt x="60174" y="138211"/>
                        <a:pt x="61464" y="140146"/>
                      </a:cubicBezTo>
                      <a:cubicBezTo>
                        <a:pt x="62754" y="142081"/>
                        <a:pt x="62432" y="144338"/>
                        <a:pt x="60497" y="145628"/>
                      </a:cubicBezTo>
                      <a:cubicBezTo>
                        <a:pt x="55338" y="149497"/>
                        <a:pt x="50501" y="152722"/>
                        <a:pt x="44696" y="152722"/>
                      </a:cubicBezTo>
                      <a:lnTo>
                        <a:pt x="44696" y="152722"/>
                      </a:lnTo>
                      <a:close/>
                      <a:moveTo>
                        <a:pt x="107899" y="150142"/>
                      </a:moveTo>
                      <a:cubicBezTo>
                        <a:pt x="104030" y="150142"/>
                        <a:pt x="99838" y="147885"/>
                        <a:pt x="94033" y="145305"/>
                      </a:cubicBezTo>
                      <a:lnTo>
                        <a:pt x="91131" y="144015"/>
                      </a:lnTo>
                      <a:cubicBezTo>
                        <a:pt x="89196" y="143048"/>
                        <a:pt x="88229" y="140791"/>
                        <a:pt x="89196" y="138533"/>
                      </a:cubicBezTo>
                      <a:cubicBezTo>
                        <a:pt x="90164" y="136599"/>
                        <a:pt x="92421" y="135631"/>
                        <a:pt x="94678" y="136599"/>
                      </a:cubicBezTo>
                      <a:lnTo>
                        <a:pt x="97903" y="138211"/>
                      </a:lnTo>
                      <a:cubicBezTo>
                        <a:pt x="101772" y="140146"/>
                        <a:pt x="106287" y="142403"/>
                        <a:pt x="108222" y="142403"/>
                      </a:cubicBezTo>
                      <a:cubicBezTo>
                        <a:pt x="110157" y="142403"/>
                        <a:pt x="112414" y="141436"/>
                        <a:pt x="115961" y="139501"/>
                      </a:cubicBezTo>
                      <a:cubicBezTo>
                        <a:pt x="117896" y="138533"/>
                        <a:pt x="120475" y="139178"/>
                        <a:pt x="121443" y="141113"/>
                      </a:cubicBezTo>
                      <a:cubicBezTo>
                        <a:pt x="122410" y="143048"/>
                        <a:pt x="121765" y="145628"/>
                        <a:pt x="119831" y="146595"/>
                      </a:cubicBezTo>
                      <a:cubicBezTo>
                        <a:pt x="115638" y="148207"/>
                        <a:pt x="111769" y="150142"/>
                        <a:pt x="107899" y="150142"/>
                      </a:cubicBezTo>
                      <a:close/>
                      <a:moveTo>
                        <a:pt x="170457" y="149497"/>
                      </a:moveTo>
                      <a:cubicBezTo>
                        <a:pt x="170457" y="149497"/>
                        <a:pt x="170457" y="149497"/>
                        <a:pt x="170457" y="149497"/>
                      </a:cubicBezTo>
                      <a:cubicBezTo>
                        <a:pt x="163041" y="149175"/>
                        <a:pt x="160784" y="144338"/>
                        <a:pt x="159494" y="140791"/>
                      </a:cubicBezTo>
                      <a:cubicBezTo>
                        <a:pt x="158204" y="137889"/>
                        <a:pt x="157236" y="135309"/>
                        <a:pt x="153044" y="133697"/>
                      </a:cubicBezTo>
                      <a:cubicBezTo>
                        <a:pt x="151754" y="133374"/>
                        <a:pt x="150787" y="132729"/>
                        <a:pt x="150142" y="132407"/>
                      </a:cubicBezTo>
                      <a:cubicBezTo>
                        <a:pt x="147885" y="131762"/>
                        <a:pt x="146918" y="129505"/>
                        <a:pt x="147563" y="127247"/>
                      </a:cubicBezTo>
                      <a:cubicBezTo>
                        <a:pt x="148207" y="124990"/>
                        <a:pt x="150465" y="124023"/>
                        <a:pt x="152722" y="124667"/>
                      </a:cubicBezTo>
                      <a:cubicBezTo>
                        <a:pt x="153689" y="124990"/>
                        <a:pt x="154979" y="125312"/>
                        <a:pt x="156269" y="125957"/>
                      </a:cubicBezTo>
                      <a:cubicBezTo>
                        <a:pt x="163363" y="128860"/>
                        <a:pt x="165620" y="134019"/>
                        <a:pt x="166910" y="137566"/>
                      </a:cubicBezTo>
                      <a:cubicBezTo>
                        <a:pt x="168200" y="140791"/>
                        <a:pt x="168523" y="141113"/>
                        <a:pt x="170457" y="141113"/>
                      </a:cubicBezTo>
                      <a:cubicBezTo>
                        <a:pt x="172715" y="141113"/>
                        <a:pt x="174327" y="143048"/>
                        <a:pt x="174327" y="145305"/>
                      </a:cubicBezTo>
                      <a:cubicBezTo>
                        <a:pt x="174650" y="147563"/>
                        <a:pt x="172715" y="149497"/>
                        <a:pt x="170457" y="149497"/>
                      </a:cubicBezTo>
                      <a:close/>
                      <a:moveTo>
                        <a:pt x="59530" y="124023"/>
                      </a:moveTo>
                      <a:cubicBezTo>
                        <a:pt x="59207" y="124023"/>
                        <a:pt x="58562" y="124023"/>
                        <a:pt x="58240" y="123700"/>
                      </a:cubicBezTo>
                      <a:cubicBezTo>
                        <a:pt x="55983" y="123055"/>
                        <a:pt x="55015" y="120798"/>
                        <a:pt x="55660" y="118541"/>
                      </a:cubicBezTo>
                      <a:cubicBezTo>
                        <a:pt x="55983" y="117896"/>
                        <a:pt x="55983" y="117573"/>
                        <a:pt x="55983" y="116928"/>
                      </a:cubicBezTo>
                      <a:cubicBezTo>
                        <a:pt x="55983" y="116283"/>
                        <a:pt x="55660" y="115639"/>
                        <a:pt x="55338" y="114994"/>
                      </a:cubicBezTo>
                      <a:cubicBezTo>
                        <a:pt x="53403" y="112091"/>
                        <a:pt x="50823" y="111446"/>
                        <a:pt x="45986" y="110479"/>
                      </a:cubicBezTo>
                      <a:cubicBezTo>
                        <a:pt x="44051" y="110157"/>
                        <a:pt x="42117" y="109512"/>
                        <a:pt x="39859" y="108867"/>
                      </a:cubicBezTo>
                      <a:cubicBezTo>
                        <a:pt x="37602" y="108222"/>
                        <a:pt x="36635" y="105965"/>
                        <a:pt x="37280" y="103707"/>
                      </a:cubicBezTo>
                      <a:cubicBezTo>
                        <a:pt x="37924" y="101450"/>
                        <a:pt x="40182" y="100483"/>
                        <a:pt x="42439" y="101128"/>
                      </a:cubicBezTo>
                      <a:cubicBezTo>
                        <a:pt x="44374" y="101773"/>
                        <a:pt x="45986" y="102095"/>
                        <a:pt x="47921" y="102417"/>
                      </a:cubicBezTo>
                      <a:cubicBezTo>
                        <a:pt x="53080" y="103707"/>
                        <a:pt x="58240" y="104675"/>
                        <a:pt x="62109" y="110479"/>
                      </a:cubicBezTo>
                      <a:cubicBezTo>
                        <a:pt x="63399" y="112414"/>
                        <a:pt x="64044" y="114671"/>
                        <a:pt x="64044" y="116928"/>
                      </a:cubicBezTo>
                      <a:cubicBezTo>
                        <a:pt x="64044" y="118218"/>
                        <a:pt x="63722" y="119831"/>
                        <a:pt x="63399" y="121120"/>
                      </a:cubicBezTo>
                      <a:cubicBezTo>
                        <a:pt x="62754" y="123055"/>
                        <a:pt x="61142" y="124023"/>
                        <a:pt x="59530" y="124023"/>
                      </a:cubicBezTo>
                      <a:close/>
                      <a:moveTo>
                        <a:pt x="1169131" y="122733"/>
                      </a:moveTo>
                      <a:cubicBezTo>
                        <a:pt x="1167841" y="122733"/>
                        <a:pt x="1166551" y="122088"/>
                        <a:pt x="1165583" y="120798"/>
                      </a:cubicBezTo>
                      <a:cubicBezTo>
                        <a:pt x="1162681" y="116283"/>
                        <a:pt x="1160424" y="109834"/>
                        <a:pt x="1158489" y="104030"/>
                      </a:cubicBezTo>
                      <a:cubicBezTo>
                        <a:pt x="1157522" y="101128"/>
                        <a:pt x="1156554" y="97903"/>
                        <a:pt x="1155265" y="95323"/>
                      </a:cubicBezTo>
                      <a:cubicBezTo>
                        <a:pt x="1154297" y="93388"/>
                        <a:pt x="1155265" y="90809"/>
                        <a:pt x="1157522" y="90164"/>
                      </a:cubicBezTo>
                      <a:cubicBezTo>
                        <a:pt x="1159457" y="89196"/>
                        <a:pt x="1162036" y="90164"/>
                        <a:pt x="1162681" y="92421"/>
                      </a:cubicBezTo>
                      <a:cubicBezTo>
                        <a:pt x="1163971" y="95323"/>
                        <a:pt x="1164939" y="98225"/>
                        <a:pt x="1165906" y="101450"/>
                      </a:cubicBezTo>
                      <a:cubicBezTo>
                        <a:pt x="1167841" y="106932"/>
                        <a:pt x="1169776" y="112736"/>
                        <a:pt x="1172033" y="116606"/>
                      </a:cubicBezTo>
                      <a:cubicBezTo>
                        <a:pt x="1173323" y="118541"/>
                        <a:pt x="1172678" y="121120"/>
                        <a:pt x="1170743" y="122088"/>
                      </a:cubicBezTo>
                      <a:cubicBezTo>
                        <a:pt x="1170743" y="122410"/>
                        <a:pt x="1169776" y="122733"/>
                        <a:pt x="1169131" y="122733"/>
                      </a:cubicBezTo>
                      <a:close/>
                      <a:moveTo>
                        <a:pt x="56305" y="79522"/>
                      </a:moveTo>
                      <a:cubicBezTo>
                        <a:pt x="54048" y="79522"/>
                        <a:pt x="52435" y="77910"/>
                        <a:pt x="52435" y="75653"/>
                      </a:cubicBezTo>
                      <a:cubicBezTo>
                        <a:pt x="52435" y="73073"/>
                        <a:pt x="51146" y="70493"/>
                        <a:pt x="48888" y="66946"/>
                      </a:cubicBezTo>
                      <a:cubicBezTo>
                        <a:pt x="47276" y="64689"/>
                        <a:pt x="44374" y="61142"/>
                        <a:pt x="39537" y="56628"/>
                      </a:cubicBezTo>
                      <a:cubicBezTo>
                        <a:pt x="37924" y="55015"/>
                        <a:pt x="37602" y="52758"/>
                        <a:pt x="39214" y="50823"/>
                      </a:cubicBezTo>
                      <a:cubicBezTo>
                        <a:pt x="40827" y="49211"/>
                        <a:pt x="43084" y="48888"/>
                        <a:pt x="45019" y="50501"/>
                      </a:cubicBezTo>
                      <a:cubicBezTo>
                        <a:pt x="49533" y="54370"/>
                        <a:pt x="53403" y="58562"/>
                        <a:pt x="55660" y="62432"/>
                      </a:cubicBezTo>
                      <a:cubicBezTo>
                        <a:pt x="57917" y="65656"/>
                        <a:pt x="60497" y="70171"/>
                        <a:pt x="60497" y="75330"/>
                      </a:cubicBezTo>
                      <a:cubicBezTo>
                        <a:pt x="60497" y="77588"/>
                        <a:pt x="58562" y="79522"/>
                        <a:pt x="56305" y="79522"/>
                      </a:cubicBezTo>
                      <a:cubicBezTo>
                        <a:pt x="56305" y="79522"/>
                        <a:pt x="56305" y="79522"/>
                        <a:pt x="56305" y="79522"/>
                      </a:cubicBezTo>
                      <a:close/>
                      <a:moveTo>
                        <a:pt x="13740" y="33410"/>
                      </a:moveTo>
                      <a:cubicBezTo>
                        <a:pt x="12127" y="33410"/>
                        <a:pt x="10837" y="32765"/>
                        <a:pt x="10192" y="31153"/>
                      </a:cubicBezTo>
                      <a:cubicBezTo>
                        <a:pt x="7935" y="26638"/>
                        <a:pt x="5678" y="20834"/>
                        <a:pt x="2453" y="11805"/>
                      </a:cubicBezTo>
                      <a:lnTo>
                        <a:pt x="1164" y="8258"/>
                      </a:lnTo>
                      <a:cubicBezTo>
                        <a:pt x="841" y="7290"/>
                        <a:pt x="519" y="6323"/>
                        <a:pt x="196" y="5356"/>
                      </a:cubicBezTo>
                      <a:cubicBezTo>
                        <a:pt x="-449" y="3098"/>
                        <a:pt x="519" y="841"/>
                        <a:pt x="2776" y="196"/>
                      </a:cubicBezTo>
                      <a:cubicBezTo>
                        <a:pt x="5033" y="-449"/>
                        <a:pt x="7290" y="519"/>
                        <a:pt x="7935" y="2776"/>
                      </a:cubicBezTo>
                      <a:cubicBezTo>
                        <a:pt x="8258" y="3743"/>
                        <a:pt x="8580" y="4388"/>
                        <a:pt x="8903" y="5356"/>
                      </a:cubicBezTo>
                      <a:lnTo>
                        <a:pt x="10192" y="8903"/>
                      </a:lnTo>
                      <a:cubicBezTo>
                        <a:pt x="13417" y="17609"/>
                        <a:pt x="15352" y="23091"/>
                        <a:pt x="17287" y="27283"/>
                      </a:cubicBezTo>
                      <a:cubicBezTo>
                        <a:pt x="18254" y="29218"/>
                        <a:pt x="17609" y="31798"/>
                        <a:pt x="15674" y="32765"/>
                      </a:cubicBezTo>
                      <a:cubicBezTo>
                        <a:pt x="15029" y="33087"/>
                        <a:pt x="14385" y="33410"/>
                        <a:pt x="13740" y="3341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72" name="Freeform: Shape 271">
                  <a:extLst>
                    <a:ext uri="{FF2B5EF4-FFF2-40B4-BE49-F238E27FC236}">
                      <a16:creationId xmlns:a16="http://schemas.microsoft.com/office/drawing/2014/main" id="{7A4BB102-48CB-CAF6-4877-ED0ECB8CFB66}"/>
                    </a:ext>
                  </a:extLst>
                </p:cNvPr>
                <p:cNvSpPr/>
                <p:nvPr/>
              </p:nvSpPr>
              <p:spPr>
                <a:xfrm>
                  <a:off x="6579455" y="2576694"/>
                  <a:ext cx="32246" cy="32246"/>
                </a:xfrm>
                <a:custGeom>
                  <a:avLst/>
                  <a:gdLst>
                    <a:gd name="connsiteX0" fmla="*/ 9517 w 0"/>
                    <a:gd name="connsiteY0" fmla="*/ 20159 h 0"/>
                    <a:gd name="connsiteX1" fmla="*/ 5970 w 0"/>
                    <a:gd name="connsiteY1" fmla="*/ 18224 h 0"/>
                    <a:gd name="connsiteX2" fmla="*/ 166 w 0"/>
                    <a:gd name="connsiteY2" fmla="*/ 5003 h 0"/>
                    <a:gd name="connsiteX3" fmla="*/ 3068 w 0"/>
                    <a:gd name="connsiteY3" fmla="*/ 166 h 0"/>
                    <a:gd name="connsiteX4" fmla="*/ 7905 w 0"/>
                    <a:gd name="connsiteY4" fmla="*/ 3068 h 0"/>
                    <a:gd name="connsiteX5" fmla="*/ 13065 w 0"/>
                    <a:gd name="connsiteY5" fmla="*/ 14354 h 0"/>
                    <a:gd name="connsiteX6" fmla="*/ 11452 w 0"/>
                    <a:gd name="connsiteY6" fmla="*/ 19836 h 0"/>
                    <a:gd name="connsiteX7" fmla="*/ 9517 w 0"/>
                    <a:gd name="connsiteY7" fmla="*/ 2015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>
                      <a:moveTo>
                        <a:pt x="9517" y="20159"/>
                      </a:moveTo>
                      <a:cubicBezTo>
                        <a:pt x="8228" y="20159"/>
                        <a:pt x="6615" y="19514"/>
                        <a:pt x="5970" y="18224"/>
                      </a:cubicBezTo>
                      <a:cubicBezTo>
                        <a:pt x="4036" y="14677"/>
                        <a:pt x="1778" y="10485"/>
                        <a:pt x="166" y="5003"/>
                      </a:cubicBezTo>
                      <a:cubicBezTo>
                        <a:pt x="-479" y="2746"/>
                        <a:pt x="811" y="488"/>
                        <a:pt x="3068" y="166"/>
                      </a:cubicBezTo>
                      <a:cubicBezTo>
                        <a:pt x="5326" y="-479"/>
                        <a:pt x="7583" y="811"/>
                        <a:pt x="7905" y="3068"/>
                      </a:cubicBezTo>
                      <a:cubicBezTo>
                        <a:pt x="9195" y="7583"/>
                        <a:pt x="11130" y="11130"/>
                        <a:pt x="13065" y="14354"/>
                      </a:cubicBezTo>
                      <a:cubicBezTo>
                        <a:pt x="14032" y="16289"/>
                        <a:pt x="13387" y="18869"/>
                        <a:pt x="11452" y="19836"/>
                      </a:cubicBezTo>
                      <a:cubicBezTo>
                        <a:pt x="10807" y="19836"/>
                        <a:pt x="10162" y="20159"/>
                        <a:pt x="9517" y="20159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3E5987F-D8A1-260F-D12A-AF7365BCF01C}"/>
                  </a:ext>
                </a:extLst>
              </p:cNvPr>
              <p:cNvSpPr/>
              <p:nvPr/>
            </p:nvSpPr>
            <p:spPr>
              <a:xfrm>
                <a:off x="4975106" y="1893557"/>
                <a:ext cx="515943" cy="612683"/>
              </a:xfrm>
              <a:custGeom>
                <a:avLst/>
                <a:gdLst>
                  <a:gd name="connsiteX0" fmla="*/ 535544 w 515943"/>
                  <a:gd name="connsiteY0" fmla="*/ 93837 h 612683"/>
                  <a:gd name="connsiteX1" fmla="*/ 517809 w 515943"/>
                  <a:gd name="connsiteY1" fmla="*/ 98352 h 612683"/>
                  <a:gd name="connsiteX2" fmla="*/ 482983 w 515943"/>
                  <a:gd name="connsiteY2" fmla="*/ 83518 h 612683"/>
                  <a:gd name="connsiteX3" fmla="*/ 460088 w 515943"/>
                  <a:gd name="connsiteY3" fmla="*/ 41920 h 612683"/>
                  <a:gd name="connsiteX4" fmla="*/ 421070 w 515943"/>
                  <a:gd name="connsiteY4" fmla="*/ 10964 h 612683"/>
                  <a:gd name="connsiteX5" fmla="*/ 404946 w 515943"/>
                  <a:gd name="connsiteY5" fmla="*/ 0 h 612683"/>
                  <a:gd name="connsiteX6" fmla="*/ 403334 w 515943"/>
                  <a:gd name="connsiteY6" fmla="*/ 645 h 612683"/>
                  <a:gd name="connsiteX7" fmla="*/ 403012 w 515943"/>
                  <a:gd name="connsiteY7" fmla="*/ 9996 h 612683"/>
                  <a:gd name="connsiteX8" fmla="*/ 411718 w 515943"/>
                  <a:gd name="connsiteY8" fmla="*/ 33536 h 612683"/>
                  <a:gd name="connsiteX9" fmla="*/ 417845 w 515943"/>
                  <a:gd name="connsiteY9" fmla="*/ 59011 h 612683"/>
                  <a:gd name="connsiteX10" fmla="*/ 423327 w 515943"/>
                  <a:gd name="connsiteY10" fmla="*/ 89968 h 612683"/>
                  <a:gd name="connsiteX11" fmla="*/ 394950 w 515943"/>
                  <a:gd name="connsiteY11" fmla="*/ 81906 h 612683"/>
                  <a:gd name="connsiteX12" fmla="*/ 374635 w 515943"/>
                  <a:gd name="connsiteY12" fmla="*/ 114798 h 612683"/>
                  <a:gd name="connsiteX13" fmla="*/ 367218 w 515943"/>
                  <a:gd name="connsiteY13" fmla="*/ 140917 h 612683"/>
                  <a:gd name="connsiteX14" fmla="*/ 337551 w 515943"/>
                  <a:gd name="connsiteY14" fmla="*/ 139627 h 612683"/>
                  <a:gd name="connsiteX15" fmla="*/ 295953 w 515943"/>
                  <a:gd name="connsiteY15" fmla="*/ 169294 h 612683"/>
                  <a:gd name="connsiteX16" fmla="*/ 281120 w 515943"/>
                  <a:gd name="connsiteY16" fmla="*/ 195414 h 612683"/>
                  <a:gd name="connsiteX17" fmla="*/ 248873 w 515943"/>
                  <a:gd name="connsiteY17" fmla="*/ 203475 h 612683"/>
                  <a:gd name="connsiteX18" fmla="*/ 211145 w 515943"/>
                  <a:gd name="connsiteY18" fmla="*/ 211537 h 612683"/>
                  <a:gd name="connsiteX19" fmla="*/ 167612 w 515943"/>
                  <a:gd name="connsiteY19" fmla="*/ 210247 h 612683"/>
                  <a:gd name="connsiteX20" fmla="*/ 146652 w 515943"/>
                  <a:gd name="connsiteY20" fmla="*/ 237657 h 612683"/>
                  <a:gd name="connsiteX21" fmla="*/ 127949 w 515943"/>
                  <a:gd name="connsiteY21" fmla="*/ 237657 h 612683"/>
                  <a:gd name="connsiteX22" fmla="*/ 124725 w 515943"/>
                  <a:gd name="connsiteY22" fmla="*/ 203475 h 612683"/>
                  <a:gd name="connsiteX23" fmla="*/ 97960 w 515943"/>
                  <a:gd name="connsiteY23" fmla="*/ 192189 h 612683"/>
                  <a:gd name="connsiteX24" fmla="*/ 70550 w 515943"/>
                  <a:gd name="connsiteY24" fmla="*/ 168004 h 612683"/>
                  <a:gd name="connsiteX25" fmla="*/ 38304 w 515943"/>
                  <a:gd name="connsiteY25" fmla="*/ 169294 h 612683"/>
                  <a:gd name="connsiteX26" fmla="*/ 13474 w 515943"/>
                  <a:gd name="connsiteY26" fmla="*/ 176388 h 612683"/>
                  <a:gd name="connsiteX27" fmla="*/ 8637 w 515943"/>
                  <a:gd name="connsiteY27" fmla="*/ 184127 h 612683"/>
                  <a:gd name="connsiteX28" fmla="*/ 1865 w 515943"/>
                  <a:gd name="connsiteY28" fmla="*/ 194769 h 612683"/>
                  <a:gd name="connsiteX29" fmla="*/ 576 w 515943"/>
                  <a:gd name="connsiteY29" fmla="*/ 204765 h 612683"/>
                  <a:gd name="connsiteX30" fmla="*/ 22181 w 515943"/>
                  <a:gd name="connsiteY30" fmla="*/ 212827 h 612683"/>
                  <a:gd name="connsiteX31" fmla="*/ 17666 w 515943"/>
                  <a:gd name="connsiteY31" fmla="*/ 235077 h 612683"/>
                  <a:gd name="connsiteX32" fmla="*/ 14119 w 515943"/>
                  <a:gd name="connsiteY32" fmla="*/ 260229 h 612683"/>
                  <a:gd name="connsiteX33" fmla="*/ 24116 w 515943"/>
                  <a:gd name="connsiteY33" fmla="*/ 295055 h 612683"/>
                  <a:gd name="connsiteX34" fmla="*/ 55395 w 515943"/>
                  <a:gd name="connsiteY34" fmla="*/ 285059 h 612683"/>
                  <a:gd name="connsiteX35" fmla="*/ 70550 w 515943"/>
                  <a:gd name="connsiteY35" fmla="*/ 286994 h 612683"/>
                  <a:gd name="connsiteX36" fmla="*/ 86674 w 515943"/>
                  <a:gd name="connsiteY36" fmla="*/ 295055 h 612683"/>
                  <a:gd name="connsiteX37" fmla="*/ 106344 w 515943"/>
                  <a:gd name="connsiteY37" fmla="*/ 306664 h 612683"/>
                  <a:gd name="connsiteX38" fmla="*/ 131496 w 515943"/>
                  <a:gd name="connsiteY38" fmla="*/ 306664 h 612683"/>
                  <a:gd name="connsiteX39" fmla="*/ 152134 w 515943"/>
                  <a:gd name="connsiteY39" fmla="*/ 321820 h 612683"/>
                  <a:gd name="connsiteX40" fmla="*/ 167290 w 515943"/>
                  <a:gd name="connsiteY40" fmla="*/ 356646 h 612683"/>
                  <a:gd name="connsiteX41" fmla="*/ 166323 w 515943"/>
                  <a:gd name="connsiteY41" fmla="*/ 382766 h 612683"/>
                  <a:gd name="connsiteX42" fmla="*/ 173417 w 515943"/>
                  <a:gd name="connsiteY42" fmla="*/ 407918 h 612683"/>
                  <a:gd name="connsiteX43" fmla="*/ 180511 w 515943"/>
                  <a:gd name="connsiteY43" fmla="*/ 436617 h 612683"/>
                  <a:gd name="connsiteX44" fmla="*/ 211790 w 515943"/>
                  <a:gd name="connsiteY44" fmla="*/ 474346 h 612683"/>
                  <a:gd name="connsiteX45" fmla="*/ 245004 w 515943"/>
                  <a:gd name="connsiteY45" fmla="*/ 494984 h 612683"/>
                  <a:gd name="connsiteX46" fmla="*/ 253065 w 515943"/>
                  <a:gd name="connsiteY46" fmla="*/ 524650 h 612683"/>
                  <a:gd name="connsiteX47" fmla="*/ 247584 w 515943"/>
                  <a:gd name="connsiteY47" fmla="*/ 546256 h 612683"/>
                  <a:gd name="connsiteX48" fmla="*/ 238555 w 515943"/>
                  <a:gd name="connsiteY48" fmla="*/ 571408 h 612683"/>
                  <a:gd name="connsiteX49" fmla="*/ 244681 w 515943"/>
                  <a:gd name="connsiteY49" fmla="*/ 590111 h 612683"/>
                  <a:gd name="connsiteX50" fmla="*/ 273381 w 515943"/>
                  <a:gd name="connsiteY50" fmla="*/ 588176 h 612683"/>
                  <a:gd name="connsiteX51" fmla="*/ 277895 w 515943"/>
                  <a:gd name="connsiteY51" fmla="*/ 573020 h 612683"/>
                  <a:gd name="connsiteX52" fmla="*/ 289504 w 515943"/>
                  <a:gd name="connsiteY52" fmla="*/ 551415 h 612683"/>
                  <a:gd name="connsiteX53" fmla="*/ 305627 w 515943"/>
                  <a:gd name="connsiteY53" fmla="*/ 540774 h 612683"/>
                  <a:gd name="connsiteX54" fmla="*/ 318203 w 515943"/>
                  <a:gd name="connsiteY54" fmla="*/ 530777 h 612683"/>
                  <a:gd name="connsiteX55" fmla="*/ 331747 w 515943"/>
                  <a:gd name="connsiteY55" fmla="*/ 548835 h 612683"/>
                  <a:gd name="connsiteX56" fmla="*/ 337874 w 515943"/>
                  <a:gd name="connsiteY56" fmla="*/ 560444 h 612683"/>
                  <a:gd name="connsiteX57" fmla="*/ 365606 w 515943"/>
                  <a:gd name="connsiteY57" fmla="*/ 553350 h 612683"/>
                  <a:gd name="connsiteX58" fmla="*/ 377214 w 515943"/>
                  <a:gd name="connsiteY58" fmla="*/ 535292 h 612683"/>
                  <a:gd name="connsiteX59" fmla="*/ 401399 w 515943"/>
                  <a:gd name="connsiteY59" fmla="*/ 527230 h 612683"/>
                  <a:gd name="connsiteX60" fmla="*/ 407526 w 515943"/>
                  <a:gd name="connsiteY60" fmla="*/ 543353 h 612683"/>
                  <a:gd name="connsiteX61" fmla="*/ 404946 w 515943"/>
                  <a:gd name="connsiteY61" fmla="*/ 563991 h 612683"/>
                  <a:gd name="connsiteX62" fmla="*/ 405914 w 515943"/>
                  <a:gd name="connsiteY62" fmla="*/ 600752 h 612683"/>
                  <a:gd name="connsiteX63" fmla="*/ 403979 w 515943"/>
                  <a:gd name="connsiteY63" fmla="*/ 622357 h 612683"/>
                  <a:gd name="connsiteX64" fmla="*/ 422037 w 515943"/>
                  <a:gd name="connsiteY64" fmla="*/ 616875 h 612683"/>
                  <a:gd name="connsiteX65" fmla="*/ 442675 w 515943"/>
                  <a:gd name="connsiteY65" fmla="*/ 602687 h 612683"/>
                  <a:gd name="connsiteX66" fmla="*/ 470407 w 515943"/>
                  <a:gd name="connsiteY66" fmla="*/ 598172 h 612683"/>
                  <a:gd name="connsiteX67" fmla="*/ 491044 w 515943"/>
                  <a:gd name="connsiteY67" fmla="*/ 588176 h 612683"/>
                  <a:gd name="connsiteX68" fmla="*/ 509747 w 515943"/>
                  <a:gd name="connsiteY68" fmla="*/ 545933 h 612683"/>
                  <a:gd name="connsiteX69" fmla="*/ 510715 w 515943"/>
                  <a:gd name="connsiteY69" fmla="*/ 512719 h 612683"/>
                  <a:gd name="connsiteX70" fmla="*/ 504588 w 515943"/>
                  <a:gd name="connsiteY70" fmla="*/ 474991 h 612683"/>
                  <a:gd name="connsiteX71" fmla="*/ 470407 w 515943"/>
                  <a:gd name="connsiteY71" fmla="*/ 467897 h 612683"/>
                  <a:gd name="connsiteX72" fmla="*/ 456218 w 515943"/>
                  <a:gd name="connsiteY72" fmla="*/ 482085 h 612683"/>
                  <a:gd name="connsiteX73" fmla="*/ 442030 w 515943"/>
                  <a:gd name="connsiteY73" fmla="*/ 464994 h 612683"/>
                  <a:gd name="connsiteX74" fmla="*/ 399787 w 515943"/>
                  <a:gd name="connsiteY74" fmla="*/ 456933 h 612683"/>
                  <a:gd name="connsiteX75" fmla="*/ 403334 w 515943"/>
                  <a:gd name="connsiteY75" fmla="*/ 436295 h 612683"/>
                  <a:gd name="connsiteX76" fmla="*/ 413330 w 515943"/>
                  <a:gd name="connsiteY76" fmla="*/ 409530 h 612683"/>
                  <a:gd name="connsiteX77" fmla="*/ 438483 w 515943"/>
                  <a:gd name="connsiteY77" fmla="*/ 391472 h 612683"/>
                  <a:gd name="connsiteX78" fmla="*/ 463635 w 515943"/>
                  <a:gd name="connsiteY78" fmla="*/ 374382 h 612683"/>
                  <a:gd name="connsiteX79" fmla="*/ 444932 w 515943"/>
                  <a:gd name="connsiteY79" fmla="*/ 344715 h 612683"/>
                  <a:gd name="connsiteX80" fmla="*/ 449446 w 515943"/>
                  <a:gd name="connsiteY80" fmla="*/ 314403 h 612683"/>
                  <a:gd name="connsiteX81" fmla="*/ 434291 w 515943"/>
                  <a:gd name="connsiteY81" fmla="*/ 261519 h 612683"/>
                  <a:gd name="connsiteX82" fmla="*/ 444932 w 515943"/>
                  <a:gd name="connsiteY82" fmla="*/ 230240 h 612683"/>
                  <a:gd name="connsiteX83" fmla="*/ 465570 w 515943"/>
                  <a:gd name="connsiteY83" fmla="*/ 179291 h 612683"/>
                  <a:gd name="connsiteX84" fmla="*/ 486207 w 515943"/>
                  <a:gd name="connsiteY84" fmla="*/ 162200 h 612683"/>
                  <a:gd name="connsiteX85" fmla="*/ 503298 w 515943"/>
                  <a:gd name="connsiteY85" fmla="*/ 140595 h 612683"/>
                  <a:gd name="connsiteX86" fmla="*/ 534577 w 515943"/>
                  <a:gd name="connsiteY86" fmla="*/ 109316 h 612683"/>
                  <a:gd name="connsiteX87" fmla="*/ 535544 w 515943"/>
                  <a:gd name="connsiteY87" fmla="*/ 94160 h 612683"/>
                  <a:gd name="connsiteX88" fmla="*/ 535544 w 515943"/>
                  <a:gd name="connsiteY88" fmla="*/ 93837 h 612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515943" h="612683">
                    <a:moveTo>
                      <a:pt x="535544" y="93837"/>
                    </a:moveTo>
                    <a:cubicBezTo>
                      <a:pt x="530708" y="97062"/>
                      <a:pt x="526193" y="99642"/>
                      <a:pt x="517809" y="98352"/>
                    </a:cubicBezTo>
                    <a:cubicBezTo>
                      <a:pt x="502976" y="95772"/>
                      <a:pt x="492334" y="90290"/>
                      <a:pt x="482983" y="83518"/>
                    </a:cubicBezTo>
                    <a:cubicBezTo>
                      <a:pt x="473631" y="76747"/>
                      <a:pt x="461378" y="53852"/>
                      <a:pt x="460088" y="41920"/>
                    </a:cubicBezTo>
                    <a:cubicBezTo>
                      <a:pt x="458798" y="29989"/>
                      <a:pt x="438483" y="23218"/>
                      <a:pt x="421070" y="10964"/>
                    </a:cubicBezTo>
                    <a:cubicBezTo>
                      <a:pt x="416233" y="7417"/>
                      <a:pt x="410428" y="3870"/>
                      <a:pt x="404946" y="0"/>
                    </a:cubicBezTo>
                    <a:cubicBezTo>
                      <a:pt x="403979" y="323"/>
                      <a:pt x="403334" y="645"/>
                      <a:pt x="403334" y="645"/>
                    </a:cubicBezTo>
                    <a:cubicBezTo>
                      <a:pt x="403012" y="4192"/>
                      <a:pt x="403012" y="7417"/>
                      <a:pt x="403012" y="9996"/>
                    </a:cubicBezTo>
                    <a:cubicBezTo>
                      <a:pt x="403012" y="16768"/>
                      <a:pt x="408493" y="24185"/>
                      <a:pt x="411718" y="33536"/>
                    </a:cubicBezTo>
                    <a:cubicBezTo>
                      <a:pt x="414943" y="42888"/>
                      <a:pt x="418490" y="43533"/>
                      <a:pt x="417845" y="59011"/>
                    </a:cubicBezTo>
                    <a:cubicBezTo>
                      <a:pt x="417200" y="74489"/>
                      <a:pt x="425262" y="87388"/>
                      <a:pt x="423327" y="89968"/>
                    </a:cubicBezTo>
                    <a:cubicBezTo>
                      <a:pt x="421392" y="92547"/>
                      <a:pt x="405269" y="77714"/>
                      <a:pt x="394950" y="81906"/>
                    </a:cubicBezTo>
                    <a:cubicBezTo>
                      <a:pt x="384631" y="86098"/>
                      <a:pt x="388178" y="103511"/>
                      <a:pt x="374635" y="114798"/>
                    </a:cubicBezTo>
                    <a:cubicBezTo>
                      <a:pt x="361091" y="126084"/>
                      <a:pt x="377859" y="132211"/>
                      <a:pt x="367218" y="140917"/>
                    </a:cubicBezTo>
                    <a:cubicBezTo>
                      <a:pt x="356577" y="149624"/>
                      <a:pt x="359156" y="144142"/>
                      <a:pt x="337551" y="139627"/>
                    </a:cubicBezTo>
                    <a:cubicBezTo>
                      <a:pt x="315946" y="134790"/>
                      <a:pt x="297243" y="155106"/>
                      <a:pt x="295953" y="169294"/>
                    </a:cubicBezTo>
                    <a:cubicBezTo>
                      <a:pt x="294663" y="183483"/>
                      <a:pt x="291116" y="190254"/>
                      <a:pt x="281120" y="195414"/>
                    </a:cubicBezTo>
                    <a:cubicBezTo>
                      <a:pt x="271124" y="200896"/>
                      <a:pt x="262417" y="213472"/>
                      <a:pt x="248873" y="203475"/>
                    </a:cubicBezTo>
                    <a:cubicBezTo>
                      <a:pt x="235330" y="193479"/>
                      <a:pt x="221464" y="206055"/>
                      <a:pt x="211145" y="211537"/>
                    </a:cubicBezTo>
                    <a:cubicBezTo>
                      <a:pt x="201149" y="217019"/>
                      <a:pt x="182123" y="210247"/>
                      <a:pt x="167612" y="210247"/>
                    </a:cubicBezTo>
                    <a:cubicBezTo>
                      <a:pt x="152779" y="210247"/>
                      <a:pt x="153424" y="232497"/>
                      <a:pt x="146652" y="237657"/>
                    </a:cubicBezTo>
                    <a:cubicBezTo>
                      <a:pt x="139880" y="243139"/>
                      <a:pt x="132464" y="241849"/>
                      <a:pt x="127949" y="237657"/>
                    </a:cubicBezTo>
                    <a:cubicBezTo>
                      <a:pt x="123112" y="233465"/>
                      <a:pt x="126659" y="219599"/>
                      <a:pt x="124725" y="203475"/>
                    </a:cubicBezTo>
                    <a:cubicBezTo>
                      <a:pt x="122790" y="187352"/>
                      <a:pt x="111181" y="192834"/>
                      <a:pt x="97960" y="192189"/>
                    </a:cubicBezTo>
                    <a:cubicBezTo>
                      <a:pt x="84416" y="191544"/>
                      <a:pt x="77645" y="176066"/>
                      <a:pt x="70550" y="168004"/>
                    </a:cubicBezTo>
                    <a:cubicBezTo>
                      <a:pt x="63134" y="159943"/>
                      <a:pt x="49590" y="164780"/>
                      <a:pt x="38304" y="169294"/>
                    </a:cubicBezTo>
                    <a:cubicBezTo>
                      <a:pt x="27985" y="173486"/>
                      <a:pt x="21213" y="177678"/>
                      <a:pt x="13474" y="176388"/>
                    </a:cubicBezTo>
                    <a:cubicBezTo>
                      <a:pt x="9605" y="175743"/>
                      <a:pt x="12184" y="181870"/>
                      <a:pt x="8637" y="184127"/>
                    </a:cubicBezTo>
                    <a:cubicBezTo>
                      <a:pt x="5090" y="186385"/>
                      <a:pt x="5090" y="192512"/>
                      <a:pt x="1865" y="194769"/>
                    </a:cubicBezTo>
                    <a:cubicBezTo>
                      <a:pt x="-1359" y="197026"/>
                      <a:pt x="576" y="204765"/>
                      <a:pt x="576" y="204765"/>
                    </a:cubicBezTo>
                    <a:cubicBezTo>
                      <a:pt x="4123" y="207345"/>
                      <a:pt x="14119" y="210247"/>
                      <a:pt x="22181" y="212827"/>
                    </a:cubicBezTo>
                    <a:cubicBezTo>
                      <a:pt x="30242" y="215407"/>
                      <a:pt x="23148" y="228950"/>
                      <a:pt x="17666" y="235077"/>
                    </a:cubicBezTo>
                    <a:cubicBezTo>
                      <a:pt x="12184" y="241204"/>
                      <a:pt x="16699" y="251200"/>
                      <a:pt x="14119" y="260229"/>
                    </a:cubicBezTo>
                    <a:cubicBezTo>
                      <a:pt x="11539" y="269258"/>
                      <a:pt x="18634" y="289896"/>
                      <a:pt x="24116" y="295055"/>
                    </a:cubicBezTo>
                    <a:cubicBezTo>
                      <a:pt x="29597" y="300537"/>
                      <a:pt x="35724" y="294088"/>
                      <a:pt x="55395" y="285059"/>
                    </a:cubicBezTo>
                    <a:cubicBezTo>
                      <a:pt x="75065" y="276030"/>
                      <a:pt x="66036" y="286026"/>
                      <a:pt x="70550" y="286994"/>
                    </a:cubicBezTo>
                    <a:cubicBezTo>
                      <a:pt x="75065" y="287961"/>
                      <a:pt x="79579" y="290541"/>
                      <a:pt x="86674" y="295055"/>
                    </a:cubicBezTo>
                    <a:cubicBezTo>
                      <a:pt x="93768" y="299570"/>
                      <a:pt x="99250" y="300537"/>
                      <a:pt x="106344" y="306664"/>
                    </a:cubicBezTo>
                    <a:cubicBezTo>
                      <a:pt x="113438" y="312791"/>
                      <a:pt x="123435" y="310211"/>
                      <a:pt x="131496" y="306664"/>
                    </a:cubicBezTo>
                    <a:cubicBezTo>
                      <a:pt x="139558" y="303117"/>
                      <a:pt x="153746" y="308599"/>
                      <a:pt x="152134" y="321820"/>
                    </a:cubicBezTo>
                    <a:cubicBezTo>
                      <a:pt x="150199" y="335364"/>
                      <a:pt x="161163" y="342458"/>
                      <a:pt x="167290" y="356646"/>
                    </a:cubicBezTo>
                    <a:cubicBezTo>
                      <a:pt x="173417" y="370835"/>
                      <a:pt x="170837" y="373737"/>
                      <a:pt x="166323" y="382766"/>
                    </a:cubicBezTo>
                    <a:cubicBezTo>
                      <a:pt x="161808" y="391795"/>
                      <a:pt x="176964" y="399856"/>
                      <a:pt x="173417" y="407918"/>
                    </a:cubicBezTo>
                    <a:cubicBezTo>
                      <a:pt x="169870" y="415980"/>
                      <a:pt x="172449" y="433070"/>
                      <a:pt x="180511" y="436617"/>
                    </a:cubicBezTo>
                    <a:cubicBezTo>
                      <a:pt x="188573" y="440165"/>
                      <a:pt x="206631" y="467897"/>
                      <a:pt x="211790" y="474346"/>
                    </a:cubicBezTo>
                    <a:cubicBezTo>
                      <a:pt x="217272" y="480473"/>
                      <a:pt x="235007" y="481440"/>
                      <a:pt x="245004" y="494984"/>
                    </a:cubicBezTo>
                    <a:cubicBezTo>
                      <a:pt x="255000" y="508527"/>
                      <a:pt x="255000" y="519169"/>
                      <a:pt x="253065" y="524650"/>
                    </a:cubicBezTo>
                    <a:cubicBezTo>
                      <a:pt x="251131" y="530132"/>
                      <a:pt x="250486" y="538839"/>
                      <a:pt x="247584" y="546256"/>
                    </a:cubicBezTo>
                    <a:cubicBezTo>
                      <a:pt x="245004" y="553350"/>
                      <a:pt x="245649" y="562379"/>
                      <a:pt x="238555" y="571408"/>
                    </a:cubicBezTo>
                    <a:cubicBezTo>
                      <a:pt x="231460" y="580437"/>
                      <a:pt x="236620" y="585596"/>
                      <a:pt x="244681" y="590111"/>
                    </a:cubicBezTo>
                    <a:cubicBezTo>
                      <a:pt x="252743" y="594625"/>
                      <a:pt x="273381" y="593658"/>
                      <a:pt x="273381" y="588176"/>
                    </a:cubicBezTo>
                    <a:cubicBezTo>
                      <a:pt x="273381" y="582694"/>
                      <a:pt x="270801" y="577535"/>
                      <a:pt x="277895" y="573020"/>
                    </a:cubicBezTo>
                    <a:cubicBezTo>
                      <a:pt x="284990" y="568506"/>
                      <a:pt x="284022" y="554317"/>
                      <a:pt x="289504" y="551415"/>
                    </a:cubicBezTo>
                    <a:cubicBezTo>
                      <a:pt x="294986" y="548835"/>
                      <a:pt x="302080" y="546900"/>
                      <a:pt x="305627" y="540774"/>
                    </a:cubicBezTo>
                    <a:cubicBezTo>
                      <a:pt x="309174" y="534647"/>
                      <a:pt x="310142" y="530132"/>
                      <a:pt x="318203" y="530777"/>
                    </a:cubicBezTo>
                    <a:cubicBezTo>
                      <a:pt x="326265" y="531745"/>
                      <a:pt x="328200" y="540774"/>
                      <a:pt x="331747" y="548835"/>
                    </a:cubicBezTo>
                    <a:cubicBezTo>
                      <a:pt x="335294" y="556897"/>
                      <a:pt x="334327" y="560444"/>
                      <a:pt x="337874" y="560444"/>
                    </a:cubicBezTo>
                    <a:cubicBezTo>
                      <a:pt x="341421" y="560444"/>
                      <a:pt x="362059" y="560444"/>
                      <a:pt x="365606" y="553350"/>
                    </a:cubicBezTo>
                    <a:cubicBezTo>
                      <a:pt x="369153" y="546256"/>
                      <a:pt x="371088" y="544321"/>
                      <a:pt x="377214" y="535292"/>
                    </a:cubicBezTo>
                    <a:cubicBezTo>
                      <a:pt x="383341" y="526263"/>
                      <a:pt x="397852" y="526263"/>
                      <a:pt x="401399" y="527230"/>
                    </a:cubicBezTo>
                    <a:cubicBezTo>
                      <a:pt x="404946" y="528198"/>
                      <a:pt x="403979" y="537226"/>
                      <a:pt x="407526" y="543353"/>
                    </a:cubicBezTo>
                    <a:cubicBezTo>
                      <a:pt x="411073" y="549480"/>
                      <a:pt x="410106" y="551415"/>
                      <a:pt x="404946" y="563991"/>
                    </a:cubicBezTo>
                    <a:cubicBezTo>
                      <a:pt x="399464" y="576567"/>
                      <a:pt x="410428" y="593658"/>
                      <a:pt x="405914" y="600752"/>
                    </a:cubicBezTo>
                    <a:cubicBezTo>
                      <a:pt x="401399" y="607846"/>
                      <a:pt x="398820" y="619455"/>
                      <a:pt x="403979" y="622357"/>
                    </a:cubicBezTo>
                    <a:cubicBezTo>
                      <a:pt x="409461" y="624937"/>
                      <a:pt x="416555" y="626872"/>
                      <a:pt x="422037" y="616875"/>
                    </a:cubicBezTo>
                    <a:cubicBezTo>
                      <a:pt x="427519" y="606879"/>
                      <a:pt x="432033" y="607846"/>
                      <a:pt x="442675" y="602687"/>
                    </a:cubicBezTo>
                    <a:cubicBezTo>
                      <a:pt x="453316" y="597205"/>
                      <a:pt x="460733" y="600107"/>
                      <a:pt x="470407" y="598172"/>
                    </a:cubicBezTo>
                    <a:cubicBezTo>
                      <a:pt x="480403" y="596238"/>
                      <a:pt x="486530" y="596238"/>
                      <a:pt x="491044" y="588176"/>
                    </a:cubicBezTo>
                    <a:cubicBezTo>
                      <a:pt x="495559" y="580114"/>
                      <a:pt x="507168" y="561411"/>
                      <a:pt x="509747" y="545933"/>
                    </a:cubicBezTo>
                    <a:cubicBezTo>
                      <a:pt x="512327" y="530777"/>
                      <a:pt x="506200" y="522716"/>
                      <a:pt x="510715" y="512719"/>
                    </a:cubicBezTo>
                    <a:cubicBezTo>
                      <a:pt x="515229" y="502723"/>
                      <a:pt x="505233" y="486599"/>
                      <a:pt x="504588" y="474991"/>
                    </a:cubicBezTo>
                    <a:cubicBezTo>
                      <a:pt x="503621" y="463382"/>
                      <a:pt x="477823" y="463382"/>
                      <a:pt x="470407" y="467897"/>
                    </a:cubicBezTo>
                    <a:cubicBezTo>
                      <a:pt x="463312" y="472411"/>
                      <a:pt x="464925" y="483052"/>
                      <a:pt x="456218" y="482085"/>
                    </a:cubicBezTo>
                    <a:cubicBezTo>
                      <a:pt x="447189" y="481118"/>
                      <a:pt x="447189" y="472089"/>
                      <a:pt x="442030" y="464994"/>
                    </a:cubicBezTo>
                    <a:cubicBezTo>
                      <a:pt x="436548" y="457900"/>
                      <a:pt x="412363" y="460480"/>
                      <a:pt x="399787" y="456933"/>
                    </a:cubicBezTo>
                    <a:cubicBezTo>
                      <a:pt x="387211" y="453386"/>
                      <a:pt x="400754" y="447904"/>
                      <a:pt x="403334" y="436295"/>
                    </a:cubicBezTo>
                    <a:cubicBezTo>
                      <a:pt x="405914" y="424686"/>
                      <a:pt x="404301" y="415657"/>
                      <a:pt x="413330" y="409530"/>
                    </a:cubicBezTo>
                    <a:cubicBezTo>
                      <a:pt x="422359" y="403404"/>
                      <a:pt x="424939" y="405983"/>
                      <a:pt x="438483" y="391472"/>
                    </a:cubicBezTo>
                    <a:cubicBezTo>
                      <a:pt x="452026" y="377284"/>
                      <a:pt x="462668" y="383411"/>
                      <a:pt x="463635" y="374382"/>
                    </a:cubicBezTo>
                    <a:cubicBezTo>
                      <a:pt x="464602" y="365353"/>
                      <a:pt x="452026" y="359226"/>
                      <a:pt x="444932" y="344715"/>
                    </a:cubicBezTo>
                    <a:cubicBezTo>
                      <a:pt x="437838" y="330526"/>
                      <a:pt x="452026" y="328592"/>
                      <a:pt x="449446" y="314403"/>
                    </a:cubicBezTo>
                    <a:cubicBezTo>
                      <a:pt x="446867" y="300215"/>
                      <a:pt x="434291" y="282157"/>
                      <a:pt x="434291" y="261519"/>
                    </a:cubicBezTo>
                    <a:cubicBezTo>
                      <a:pt x="434291" y="240881"/>
                      <a:pt x="434291" y="247976"/>
                      <a:pt x="444932" y="230240"/>
                    </a:cubicBezTo>
                    <a:cubicBezTo>
                      <a:pt x="455573" y="212182"/>
                      <a:pt x="462023" y="194446"/>
                      <a:pt x="465570" y="179291"/>
                    </a:cubicBezTo>
                    <a:cubicBezTo>
                      <a:pt x="469117" y="164135"/>
                      <a:pt x="469117" y="169294"/>
                      <a:pt x="486207" y="162200"/>
                    </a:cubicBezTo>
                    <a:cubicBezTo>
                      <a:pt x="503298" y="155106"/>
                      <a:pt x="503298" y="151559"/>
                      <a:pt x="503298" y="140595"/>
                    </a:cubicBezTo>
                    <a:cubicBezTo>
                      <a:pt x="503298" y="129953"/>
                      <a:pt x="526516" y="123504"/>
                      <a:pt x="534577" y="109316"/>
                    </a:cubicBezTo>
                    <a:cubicBezTo>
                      <a:pt x="537157" y="104479"/>
                      <a:pt x="537157" y="99319"/>
                      <a:pt x="535544" y="94160"/>
                    </a:cubicBezTo>
                    <a:cubicBezTo>
                      <a:pt x="535867" y="94160"/>
                      <a:pt x="535867" y="93837"/>
                      <a:pt x="535544" y="9383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24" name="Graphic 4">
                <a:extLst>
                  <a:ext uri="{FF2B5EF4-FFF2-40B4-BE49-F238E27FC236}">
                    <a16:creationId xmlns:a16="http://schemas.microsoft.com/office/drawing/2014/main" id="{6A2F3DC4-A532-BFA2-39BF-D22DC5996816}"/>
                  </a:ext>
                </a:extLst>
              </p:cNvPr>
              <p:cNvGrpSpPr/>
              <p:nvPr/>
            </p:nvGrpSpPr>
            <p:grpSpPr>
              <a:xfrm>
                <a:off x="4978577" y="1889042"/>
                <a:ext cx="548196" cy="630056"/>
                <a:chOff x="4978577" y="1889042"/>
                <a:chExt cx="548196" cy="630056"/>
              </a:xfrm>
              <a:grpFill/>
            </p:grpSpPr>
            <p:sp>
              <p:nvSpPr>
                <p:cNvPr id="258" name="Freeform: Shape 257">
                  <a:extLst>
                    <a:ext uri="{FF2B5EF4-FFF2-40B4-BE49-F238E27FC236}">
                      <a16:creationId xmlns:a16="http://schemas.microsoft.com/office/drawing/2014/main" id="{49AD241B-1867-48F8-48C9-08131A6D4C6C}"/>
                    </a:ext>
                  </a:extLst>
                </p:cNvPr>
                <p:cNvSpPr/>
                <p:nvPr/>
              </p:nvSpPr>
              <p:spPr>
                <a:xfrm>
                  <a:off x="5494527" y="1980622"/>
                  <a:ext cx="32246" cy="32246"/>
                </a:xfrm>
                <a:custGeom>
                  <a:avLst/>
                  <a:gdLst>
                    <a:gd name="connsiteX0" fmla="*/ 16446 w 0"/>
                    <a:gd name="connsiteY0" fmla="*/ 23862 h 0"/>
                    <a:gd name="connsiteX1" fmla="*/ 15156 w 0"/>
                    <a:gd name="connsiteY1" fmla="*/ 23540 h 0"/>
                    <a:gd name="connsiteX2" fmla="*/ 12899 w 0"/>
                    <a:gd name="connsiteY2" fmla="*/ 18380 h 0"/>
                    <a:gd name="connsiteX3" fmla="*/ 13544 w 0"/>
                    <a:gd name="connsiteY3" fmla="*/ 12899 h 0"/>
                    <a:gd name="connsiteX4" fmla="*/ 4192 w 0"/>
                    <a:gd name="connsiteY4" fmla="*/ 15478 h 0"/>
                    <a:gd name="connsiteX5" fmla="*/ 0 w 0"/>
                    <a:gd name="connsiteY5" fmla="*/ 11609 h 0"/>
                    <a:gd name="connsiteX6" fmla="*/ 3870 w 0"/>
                    <a:gd name="connsiteY6" fmla="*/ 7417 h 0"/>
                    <a:gd name="connsiteX7" fmla="*/ 14189 w 0"/>
                    <a:gd name="connsiteY7" fmla="*/ 3225 h 0"/>
                    <a:gd name="connsiteX8" fmla="*/ 18703 w 0"/>
                    <a:gd name="connsiteY8" fmla="*/ 0 h 0"/>
                    <a:gd name="connsiteX9" fmla="*/ 20315 w 0"/>
                    <a:gd name="connsiteY9" fmla="*/ 5804 h 0"/>
                    <a:gd name="connsiteX10" fmla="*/ 20315 w 0"/>
                    <a:gd name="connsiteY10" fmla="*/ 20960 h 0"/>
                    <a:gd name="connsiteX11" fmla="*/ 16446 w 0"/>
                    <a:gd name="connsiteY11" fmla="*/ 2386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16446" y="23862"/>
                      </a:moveTo>
                      <a:cubicBezTo>
                        <a:pt x="16123" y="23862"/>
                        <a:pt x="15478" y="23862"/>
                        <a:pt x="15156" y="23540"/>
                      </a:cubicBezTo>
                      <a:cubicBezTo>
                        <a:pt x="13221" y="22895"/>
                        <a:pt x="11931" y="20315"/>
                        <a:pt x="12899" y="18380"/>
                      </a:cubicBezTo>
                      <a:cubicBezTo>
                        <a:pt x="13544" y="16768"/>
                        <a:pt x="13866" y="14833"/>
                        <a:pt x="13544" y="12899"/>
                      </a:cubicBezTo>
                      <a:cubicBezTo>
                        <a:pt x="10964" y="14188"/>
                        <a:pt x="8062" y="15156"/>
                        <a:pt x="4192" y="15478"/>
                      </a:cubicBezTo>
                      <a:cubicBezTo>
                        <a:pt x="1935" y="15478"/>
                        <a:pt x="0" y="13866"/>
                        <a:pt x="0" y="11609"/>
                      </a:cubicBezTo>
                      <a:cubicBezTo>
                        <a:pt x="0" y="9352"/>
                        <a:pt x="1612" y="7417"/>
                        <a:pt x="3870" y="7417"/>
                      </a:cubicBezTo>
                      <a:cubicBezTo>
                        <a:pt x="7739" y="7417"/>
                        <a:pt x="10641" y="5804"/>
                        <a:pt x="14189" y="3225"/>
                      </a:cubicBezTo>
                      <a:lnTo>
                        <a:pt x="18703" y="0"/>
                      </a:lnTo>
                      <a:lnTo>
                        <a:pt x="20315" y="5804"/>
                      </a:lnTo>
                      <a:cubicBezTo>
                        <a:pt x="21928" y="11286"/>
                        <a:pt x="21928" y="16446"/>
                        <a:pt x="20315" y="20960"/>
                      </a:cubicBezTo>
                      <a:cubicBezTo>
                        <a:pt x="19670" y="22895"/>
                        <a:pt x="18058" y="23862"/>
                        <a:pt x="16446" y="2386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: Shape 258">
                  <a:extLst>
                    <a:ext uri="{FF2B5EF4-FFF2-40B4-BE49-F238E27FC236}">
                      <a16:creationId xmlns:a16="http://schemas.microsoft.com/office/drawing/2014/main" id="{2F20E157-CF78-B41B-5B5D-D89F370D8B42}"/>
                    </a:ext>
                  </a:extLst>
                </p:cNvPr>
                <p:cNvSpPr/>
                <p:nvPr/>
              </p:nvSpPr>
              <p:spPr>
                <a:xfrm>
                  <a:off x="5416142" y="1914491"/>
                  <a:ext cx="32246" cy="64493"/>
                </a:xfrm>
                <a:custGeom>
                  <a:avLst/>
                  <a:gdLst>
                    <a:gd name="connsiteX0" fmla="*/ 50331 w 32246"/>
                    <a:gd name="connsiteY0" fmla="*/ 71936 h 64492"/>
                    <a:gd name="connsiteX1" fmla="*/ 48396 w 32246"/>
                    <a:gd name="connsiteY1" fmla="*/ 71291 h 64492"/>
                    <a:gd name="connsiteX2" fmla="*/ 39689 w 32246"/>
                    <a:gd name="connsiteY2" fmla="*/ 65809 h 64492"/>
                    <a:gd name="connsiteX3" fmla="*/ 29370 w 32246"/>
                    <a:gd name="connsiteY3" fmla="*/ 54200 h 64492"/>
                    <a:gd name="connsiteX4" fmla="*/ 30338 w 32246"/>
                    <a:gd name="connsiteY4" fmla="*/ 48718 h 64492"/>
                    <a:gd name="connsiteX5" fmla="*/ 35820 w 32246"/>
                    <a:gd name="connsiteY5" fmla="*/ 49686 h 64492"/>
                    <a:gd name="connsiteX6" fmla="*/ 44204 w 32246"/>
                    <a:gd name="connsiteY6" fmla="*/ 59037 h 64492"/>
                    <a:gd name="connsiteX7" fmla="*/ 52265 w 32246"/>
                    <a:gd name="connsiteY7" fmla="*/ 64197 h 64492"/>
                    <a:gd name="connsiteX8" fmla="*/ 53878 w 32246"/>
                    <a:gd name="connsiteY8" fmla="*/ 69679 h 64492"/>
                    <a:gd name="connsiteX9" fmla="*/ 50331 w 32246"/>
                    <a:gd name="connsiteY9" fmla="*/ 71936 h 64492"/>
                    <a:gd name="connsiteX10" fmla="*/ 19374 w 32246"/>
                    <a:gd name="connsiteY10" fmla="*/ 25178 h 64492"/>
                    <a:gd name="connsiteX11" fmla="*/ 15504 w 32246"/>
                    <a:gd name="connsiteY11" fmla="*/ 21954 h 64492"/>
                    <a:gd name="connsiteX12" fmla="*/ 19374 w 32246"/>
                    <a:gd name="connsiteY12" fmla="*/ 21309 h 64492"/>
                    <a:gd name="connsiteX13" fmla="*/ 15504 w 32246"/>
                    <a:gd name="connsiteY13" fmla="*/ 21631 h 64492"/>
                    <a:gd name="connsiteX14" fmla="*/ 1961 w 32246"/>
                    <a:gd name="connsiteY14" fmla="*/ 7443 h 64492"/>
                    <a:gd name="connsiteX15" fmla="*/ 671 w 32246"/>
                    <a:gd name="connsiteY15" fmla="*/ 1961 h 64492"/>
                    <a:gd name="connsiteX16" fmla="*/ 6153 w 32246"/>
                    <a:gd name="connsiteY16" fmla="*/ 671 h 64492"/>
                    <a:gd name="connsiteX17" fmla="*/ 23566 w 32246"/>
                    <a:gd name="connsiteY17" fmla="*/ 20341 h 64492"/>
                    <a:gd name="connsiteX18" fmla="*/ 20019 w 32246"/>
                    <a:gd name="connsiteY18" fmla="*/ 25178 h 64492"/>
                    <a:gd name="connsiteX19" fmla="*/ 19374 w 32246"/>
                    <a:gd name="connsiteY19" fmla="*/ 25178 h 64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32246" h="64492">
                      <a:moveTo>
                        <a:pt x="50331" y="71936"/>
                      </a:moveTo>
                      <a:cubicBezTo>
                        <a:pt x="49686" y="71936"/>
                        <a:pt x="49041" y="71613"/>
                        <a:pt x="48396" y="71291"/>
                      </a:cubicBezTo>
                      <a:cubicBezTo>
                        <a:pt x="45494" y="69679"/>
                        <a:pt x="42592" y="67744"/>
                        <a:pt x="39689" y="65809"/>
                      </a:cubicBezTo>
                      <a:cubicBezTo>
                        <a:pt x="36465" y="63552"/>
                        <a:pt x="32917" y="59682"/>
                        <a:pt x="29370" y="54200"/>
                      </a:cubicBezTo>
                      <a:cubicBezTo>
                        <a:pt x="28081" y="52265"/>
                        <a:pt x="28726" y="50008"/>
                        <a:pt x="30338" y="48718"/>
                      </a:cubicBezTo>
                      <a:cubicBezTo>
                        <a:pt x="32273" y="47428"/>
                        <a:pt x="34530" y="48073"/>
                        <a:pt x="35820" y="49686"/>
                      </a:cubicBezTo>
                      <a:cubicBezTo>
                        <a:pt x="38722" y="54200"/>
                        <a:pt x="41947" y="57425"/>
                        <a:pt x="44204" y="59037"/>
                      </a:cubicBezTo>
                      <a:cubicBezTo>
                        <a:pt x="46783" y="60972"/>
                        <a:pt x="49363" y="62584"/>
                        <a:pt x="52265" y="64197"/>
                      </a:cubicBezTo>
                      <a:cubicBezTo>
                        <a:pt x="54200" y="65164"/>
                        <a:pt x="54845" y="67744"/>
                        <a:pt x="53878" y="69679"/>
                      </a:cubicBezTo>
                      <a:cubicBezTo>
                        <a:pt x="53233" y="70968"/>
                        <a:pt x="51943" y="71936"/>
                        <a:pt x="50331" y="71936"/>
                      </a:cubicBezTo>
                      <a:close/>
                      <a:moveTo>
                        <a:pt x="19374" y="25178"/>
                      </a:moveTo>
                      <a:cubicBezTo>
                        <a:pt x="17439" y="25178"/>
                        <a:pt x="15827" y="23888"/>
                        <a:pt x="15504" y="21954"/>
                      </a:cubicBezTo>
                      <a:lnTo>
                        <a:pt x="19374" y="21309"/>
                      </a:lnTo>
                      <a:lnTo>
                        <a:pt x="15504" y="21631"/>
                      </a:lnTo>
                      <a:cubicBezTo>
                        <a:pt x="14860" y="16149"/>
                        <a:pt x="8733" y="11635"/>
                        <a:pt x="1961" y="7443"/>
                      </a:cubicBezTo>
                      <a:cubicBezTo>
                        <a:pt x="26" y="6153"/>
                        <a:pt x="-619" y="3896"/>
                        <a:pt x="671" y="1961"/>
                      </a:cubicBezTo>
                      <a:cubicBezTo>
                        <a:pt x="1961" y="26"/>
                        <a:pt x="4218" y="-619"/>
                        <a:pt x="6153" y="671"/>
                      </a:cubicBezTo>
                      <a:cubicBezTo>
                        <a:pt x="15827" y="6475"/>
                        <a:pt x="22599" y="12280"/>
                        <a:pt x="23566" y="20341"/>
                      </a:cubicBezTo>
                      <a:cubicBezTo>
                        <a:pt x="23888" y="22599"/>
                        <a:pt x="22276" y="24856"/>
                        <a:pt x="20019" y="25178"/>
                      </a:cubicBezTo>
                      <a:cubicBezTo>
                        <a:pt x="19696" y="25178"/>
                        <a:pt x="19374" y="25178"/>
                        <a:pt x="19374" y="2517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: Shape 259">
                  <a:extLst>
                    <a:ext uri="{FF2B5EF4-FFF2-40B4-BE49-F238E27FC236}">
                      <a16:creationId xmlns:a16="http://schemas.microsoft.com/office/drawing/2014/main" id="{47E2F397-FF55-F5BF-1685-A8F7D10EDDE2}"/>
                    </a:ext>
                  </a:extLst>
                </p:cNvPr>
                <p:cNvSpPr/>
                <p:nvPr/>
              </p:nvSpPr>
              <p:spPr>
                <a:xfrm>
                  <a:off x="5374570" y="1889042"/>
                  <a:ext cx="32246" cy="32246"/>
                </a:xfrm>
                <a:custGeom>
                  <a:avLst/>
                  <a:gdLst>
                    <a:gd name="connsiteX0" fmla="*/ 4514 w 0"/>
                    <a:gd name="connsiteY0" fmla="*/ 22250 h 0"/>
                    <a:gd name="connsiteX1" fmla="*/ 645 w 0"/>
                    <a:gd name="connsiteY1" fmla="*/ 19348 h 0"/>
                    <a:gd name="connsiteX2" fmla="*/ 0 w 0"/>
                    <a:gd name="connsiteY2" fmla="*/ 14188 h 0"/>
                    <a:gd name="connsiteX3" fmla="*/ 0 w 0"/>
                    <a:gd name="connsiteY3" fmla="*/ 13221 h 0"/>
                    <a:gd name="connsiteX4" fmla="*/ 322 w 0"/>
                    <a:gd name="connsiteY4" fmla="*/ 4514 h 0"/>
                    <a:gd name="connsiteX5" fmla="*/ 645 w 0"/>
                    <a:gd name="connsiteY5" fmla="*/ 2257 h 0"/>
                    <a:gd name="connsiteX6" fmla="*/ 2902 w 0"/>
                    <a:gd name="connsiteY6" fmla="*/ 1290 h 0"/>
                    <a:gd name="connsiteX7" fmla="*/ 4514 w 0"/>
                    <a:gd name="connsiteY7" fmla="*/ 645 h 0"/>
                    <a:gd name="connsiteX8" fmla="*/ 6449 w 0"/>
                    <a:gd name="connsiteY8" fmla="*/ 0 h 0"/>
                    <a:gd name="connsiteX9" fmla="*/ 19348 w 0"/>
                    <a:gd name="connsiteY9" fmla="*/ 8707 h 0"/>
                    <a:gd name="connsiteX10" fmla="*/ 20315 w 0"/>
                    <a:gd name="connsiteY10" fmla="*/ 14188 h 0"/>
                    <a:gd name="connsiteX11" fmla="*/ 14833 w 0"/>
                    <a:gd name="connsiteY11" fmla="*/ 15156 h 0"/>
                    <a:gd name="connsiteX12" fmla="*/ 8062 w 0"/>
                    <a:gd name="connsiteY12" fmla="*/ 10641 h 0"/>
                    <a:gd name="connsiteX13" fmla="*/ 8062 w 0"/>
                    <a:gd name="connsiteY13" fmla="*/ 12899 h 0"/>
                    <a:gd name="connsiteX14" fmla="*/ 8062 w 0"/>
                    <a:gd name="connsiteY14" fmla="*/ 14188 h 0"/>
                    <a:gd name="connsiteX15" fmla="*/ 8384 w 0"/>
                    <a:gd name="connsiteY15" fmla="*/ 17413 h 0"/>
                    <a:gd name="connsiteX16" fmla="*/ 5482 w 0"/>
                    <a:gd name="connsiteY16" fmla="*/ 22250 h 0"/>
                    <a:gd name="connsiteX17" fmla="*/ 4514 w 0"/>
                    <a:gd name="connsiteY17" fmla="*/ 2225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>
                      <a:moveTo>
                        <a:pt x="4514" y="22250"/>
                      </a:moveTo>
                      <a:cubicBezTo>
                        <a:pt x="2580" y="22250"/>
                        <a:pt x="967" y="20960"/>
                        <a:pt x="645" y="19348"/>
                      </a:cubicBezTo>
                      <a:cubicBezTo>
                        <a:pt x="0" y="17413"/>
                        <a:pt x="0" y="15801"/>
                        <a:pt x="0" y="14188"/>
                      </a:cubicBezTo>
                      <a:lnTo>
                        <a:pt x="0" y="13221"/>
                      </a:lnTo>
                      <a:cubicBezTo>
                        <a:pt x="0" y="10964"/>
                        <a:pt x="0" y="7739"/>
                        <a:pt x="322" y="4514"/>
                      </a:cubicBezTo>
                      <a:lnTo>
                        <a:pt x="645" y="2257"/>
                      </a:lnTo>
                      <a:lnTo>
                        <a:pt x="2902" y="1290"/>
                      </a:lnTo>
                      <a:cubicBezTo>
                        <a:pt x="2902" y="1290"/>
                        <a:pt x="3547" y="967"/>
                        <a:pt x="4514" y="645"/>
                      </a:cubicBezTo>
                      <a:lnTo>
                        <a:pt x="6449" y="0"/>
                      </a:lnTo>
                      <a:lnTo>
                        <a:pt x="19348" y="8707"/>
                      </a:lnTo>
                      <a:cubicBezTo>
                        <a:pt x="21283" y="9996"/>
                        <a:pt x="21605" y="12576"/>
                        <a:pt x="20315" y="14188"/>
                      </a:cubicBezTo>
                      <a:cubicBezTo>
                        <a:pt x="19025" y="16123"/>
                        <a:pt x="16446" y="16446"/>
                        <a:pt x="14833" y="15156"/>
                      </a:cubicBezTo>
                      <a:lnTo>
                        <a:pt x="8062" y="10641"/>
                      </a:lnTo>
                      <a:cubicBezTo>
                        <a:pt x="8062" y="11286"/>
                        <a:pt x="8062" y="12254"/>
                        <a:pt x="8062" y="12899"/>
                      </a:cubicBezTo>
                      <a:lnTo>
                        <a:pt x="8062" y="14188"/>
                      </a:lnTo>
                      <a:cubicBezTo>
                        <a:pt x="8062" y="15156"/>
                        <a:pt x="8062" y="16123"/>
                        <a:pt x="8384" y="17413"/>
                      </a:cubicBezTo>
                      <a:cubicBezTo>
                        <a:pt x="9029" y="19670"/>
                        <a:pt x="7739" y="21928"/>
                        <a:pt x="5482" y="22250"/>
                      </a:cubicBezTo>
                      <a:cubicBezTo>
                        <a:pt x="5159" y="22250"/>
                        <a:pt x="4837" y="22250"/>
                        <a:pt x="4514" y="2225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: Shape 260">
                  <a:extLst>
                    <a:ext uri="{FF2B5EF4-FFF2-40B4-BE49-F238E27FC236}">
                      <a16:creationId xmlns:a16="http://schemas.microsoft.com/office/drawing/2014/main" id="{F5D1A654-DE9A-AF4B-F755-23052813B873}"/>
                    </a:ext>
                  </a:extLst>
                </p:cNvPr>
                <p:cNvSpPr/>
                <p:nvPr/>
              </p:nvSpPr>
              <p:spPr>
                <a:xfrm>
                  <a:off x="4978577" y="1938661"/>
                  <a:ext cx="483697" cy="580437"/>
                </a:xfrm>
                <a:custGeom>
                  <a:avLst/>
                  <a:gdLst>
                    <a:gd name="connsiteX0" fmla="*/ 408892 w 483697"/>
                    <a:gd name="connsiteY0" fmla="*/ 582735 h 580436"/>
                    <a:gd name="connsiteX1" fmla="*/ 403732 w 483697"/>
                    <a:gd name="connsiteY1" fmla="*/ 581768 h 580436"/>
                    <a:gd name="connsiteX2" fmla="*/ 401153 w 483697"/>
                    <a:gd name="connsiteY2" fmla="*/ 576608 h 580436"/>
                    <a:gd name="connsiteX3" fmla="*/ 406312 w 483697"/>
                    <a:gd name="connsiteY3" fmla="*/ 574029 h 580436"/>
                    <a:gd name="connsiteX4" fmla="*/ 409214 w 483697"/>
                    <a:gd name="connsiteY4" fmla="*/ 574351 h 580436"/>
                    <a:gd name="connsiteX5" fmla="*/ 415986 w 483697"/>
                    <a:gd name="connsiteY5" fmla="*/ 568869 h 580436"/>
                    <a:gd name="connsiteX6" fmla="*/ 422758 w 483697"/>
                    <a:gd name="connsiteY6" fmla="*/ 560163 h 580436"/>
                    <a:gd name="connsiteX7" fmla="*/ 428562 w 483697"/>
                    <a:gd name="connsiteY7" fmla="*/ 560808 h 580436"/>
                    <a:gd name="connsiteX8" fmla="*/ 427917 w 483697"/>
                    <a:gd name="connsiteY8" fmla="*/ 566612 h 580436"/>
                    <a:gd name="connsiteX9" fmla="*/ 423080 w 483697"/>
                    <a:gd name="connsiteY9" fmla="*/ 572739 h 580436"/>
                    <a:gd name="connsiteX10" fmla="*/ 408892 w 483697"/>
                    <a:gd name="connsiteY10" fmla="*/ 582735 h 580436"/>
                    <a:gd name="connsiteX11" fmla="*/ 460809 w 483697"/>
                    <a:gd name="connsiteY11" fmla="*/ 557260 h 580436"/>
                    <a:gd name="connsiteX12" fmla="*/ 456939 w 483697"/>
                    <a:gd name="connsiteY12" fmla="*/ 553391 h 580436"/>
                    <a:gd name="connsiteX13" fmla="*/ 460809 w 483697"/>
                    <a:gd name="connsiteY13" fmla="*/ 549199 h 580436"/>
                    <a:gd name="connsiteX14" fmla="*/ 467258 w 483697"/>
                    <a:gd name="connsiteY14" fmla="*/ 548554 h 580436"/>
                    <a:gd name="connsiteX15" fmla="*/ 470805 w 483697"/>
                    <a:gd name="connsiteY15" fmla="*/ 547909 h 580436"/>
                    <a:gd name="connsiteX16" fmla="*/ 483381 w 483697"/>
                    <a:gd name="connsiteY16" fmla="*/ 543072 h 580436"/>
                    <a:gd name="connsiteX17" fmla="*/ 489185 w 483697"/>
                    <a:gd name="connsiteY17" fmla="*/ 542749 h 580436"/>
                    <a:gd name="connsiteX18" fmla="*/ 489508 w 483697"/>
                    <a:gd name="connsiteY18" fmla="*/ 548554 h 580436"/>
                    <a:gd name="connsiteX19" fmla="*/ 472417 w 483697"/>
                    <a:gd name="connsiteY19" fmla="*/ 555970 h 580436"/>
                    <a:gd name="connsiteX20" fmla="*/ 468870 w 483697"/>
                    <a:gd name="connsiteY20" fmla="*/ 556615 h 580436"/>
                    <a:gd name="connsiteX21" fmla="*/ 460809 w 483697"/>
                    <a:gd name="connsiteY21" fmla="*/ 557260 h 580436"/>
                    <a:gd name="connsiteX22" fmla="*/ 460809 w 483697"/>
                    <a:gd name="connsiteY22" fmla="*/ 557260 h 580436"/>
                    <a:gd name="connsiteX23" fmla="*/ 256688 w 483697"/>
                    <a:gd name="connsiteY23" fmla="*/ 551456 h 580436"/>
                    <a:gd name="connsiteX24" fmla="*/ 246692 w 483697"/>
                    <a:gd name="connsiteY24" fmla="*/ 550489 h 580436"/>
                    <a:gd name="connsiteX25" fmla="*/ 243467 w 483697"/>
                    <a:gd name="connsiteY25" fmla="*/ 545652 h 580436"/>
                    <a:gd name="connsiteX26" fmla="*/ 248304 w 483697"/>
                    <a:gd name="connsiteY26" fmla="*/ 542427 h 580436"/>
                    <a:gd name="connsiteX27" fmla="*/ 256688 w 483697"/>
                    <a:gd name="connsiteY27" fmla="*/ 543394 h 580436"/>
                    <a:gd name="connsiteX28" fmla="*/ 266362 w 483697"/>
                    <a:gd name="connsiteY28" fmla="*/ 541782 h 580436"/>
                    <a:gd name="connsiteX29" fmla="*/ 266362 w 483697"/>
                    <a:gd name="connsiteY29" fmla="*/ 540815 h 580436"/>
                    <a:gd name="connsiteX30" fmla="*/ 269909 w 483697"/>
                    <a:gd name="connsiteY30" fmla="*/ 536300 h 580436"/>
                    <a:gd name="connsiteX31" fmla="*/ 274424 w 483697"/>
                    <a:gd name="connsiteY31" fmla="*/ 539847 h 580436"/>
                    <a:gd name="connsiteX32" fmla="*/ 274424 w 483697"/>
                    <a:gd name="connsiteY32" fmla="*/ 542427 h 580436"/>
                    <a:gd name="connsiteX33" fmla="*/ 256688 w 483697"/>
                    <a:gd name="connsiteY33" fmla="*/ 551456 h 580436"/>
                    <a:gd name="connsiteX34" fmla="*/ 403732 w 483697"/>
                    <a:gd name="connsiteY34" fmla="*/ 548876 h 580436"/>
                    <a:gd name="connsiteX35" fmla="*/ 399863 w 483697"/>
                    <a:gd name="connsiteY35" fmla="*/ 545652 h 580436"/>
                    <a:gd name="connsiteX36" fmla="*/ 398895 w 483697"/>
                    <a:gd name="connsiteY36" fmla="*/ 541137 h 580436"/>
                    <a:gd name="connsiteX37" fmla="*/ 396961 w 483697"/>
                    <a:gd name="connsiteY37" fmla="*/ 526626 h 580436"/>
                    <a:gd name="connsiteX38" fmla="*/ 398895 w 483697"/>
                    <a:gd name="connsiteY38" fmla="*/ 516630 h 580436"/>
                    <a:gd name="connsiteX39" fmla="*/ 404055 w 483697"/>
                    <a:gd name="connsiteY39" fmla="*/ 514373 h 580436"/>
                    <a:gd name="connsiteX40" fmla="*/ 406312 w 483697"/>
                    <a:gd name="connsiteY40" fmla="*/ 519532 h 580436"/>
                    <a:gd name="connsiteX41" fmla="*/ 406312 w 483697"/>
                    <a:gd name="connsiteY41" fmla="*/ 519854 h 580436"/>
                    <a:gd name="connsiteX42" fmla="*/ 405022 w 483697"/>
                    <a:gd name="connsiteY42" fmla="*/ 526626 h 580436"/>
                    <a:gd name="connsiteX43" fmla="*/ 406957 w 483697"/>
                    <a:gd name="connsiteY43" fmla="*/ 539202 h 580436"/>
                    <a:gd name="connsiteX44" fmla="*/ 407924 w 483697"/>
                    <a:gd name="connsiteY44" fmla="*/ 544039 h 580436"/>
                    <a:gd name="connsiteX45" fmla="*/ 404700 w 483697"/>
                    <a:gd name="connsiteY45" fmla="*/ 548876 h 580436"/>
                    <a:gd name="connsiteX46" fmla="*/ 403732 w 483697"/>
                    <a:gd name="connsiteY46" fmla="*/ 548876 h 580436"/>
                    <a:gd name="connsiteX47" fmla="*/ 239920 w 483697"/>
                    <a:gd name="connsiteY47" fmla="*/ 523079 h 580436"/>
                    <a:gd name="connsiteX48" fmla="*/ 238308 w 483697"/>
                    <a:gd name="connsiteY48" fmla="*/ 522757 h 580436"/>
                    <a:gd name="connsiteX49" fmla="*/ 236373 w 483697"/>
                    <a:gd name="connsiteY49" fmla="*/ 517597 h 580436"/>
                    <a:gd name="connsiteX50" fmla="*/ 239275 w 483697"/>
                    <a:gd name="connsiteY50" fmla="*/ 507601 h 580436"/>
                    <a:gd name="connsiteX51" fmla="*/ 241210 w 483697"/>
                    <a:gd name="connsiteY51" fmla="*/ 499539 h 580436"/>
                    <a:gd name="connsiteX52" fmla="*/ 243145 w 483697"/>
                    <a:gd name="connsiteY52" fmla="*/ 492445 h 580436"/>
                    <a:gd name="connsiteX53" fmla="*/ 247982 w 483697"/>
                    <a:gd name="connsiteY53" fmla="*/ 489543 h 580436"/>
                    <a:gd name="connsiteX54" fmla="*/ 250884 w 483697"/>
                    <a:gd name="connsiteY54" fmla="*/ 494380 h 580436"/>
                    <a:gd name="connsiteX55" fmla="*/ 248627 w 483697"/>
                    <a:gd name="connsiteY55" fmla="*/ 502441 h 580436"/>
                    <a:gd name="connsiteX56" fmla="*/ 247015 w 483697"/>
                    <a:gd name="connsiteY56" fmla="*/ 509213 h 580436"/>
                    <a:gd name="connsiteX57" fmla="*/ 243790 w 483697"/>
                    <a:gd name="connsiteY57" fmla="*/ 520822 h 580436"/>
                    <a:gd name="connsiteX58" fmla="*/ 239920 w 483697"/>
                    <a:gd name="connsiteY58" fmla="*/ 523079 h 580436"/>
                    <a:gd name="connsiteX59" fmla="*/ 335047 w 483697"/>
                    <a:gd name="connsiteY59" fmla="*/ 518887 h 580436"/>
                    <a:gd name="connsiteX60" fmla="*/ 327308 w 483697"/>
                    <a:gd name="connsiteY60" fmla="*/ 511470 h 580436"/>
                    <a:gd name="connsiteX61" fmla="*/ 325696 w 483697"/>
                    <a:gd name="connsiteY61" fmla="*/ 506311 h 580436"/>
                    <a:gd name="connsiteX62" fmla="*/ 327953 w 483697"/>
                    <a:gd name="connsiteY62" fmla="*/ 501152 h 580436"/>
                    <a:gd name="connsiteX63" fmla="*/ 333113 w 483697"/>
                    <a:gd name="connsiteY63" fmla="*/ 503409 h 580436"/>
                    <a:gd name="connsiteX64" fmla="*/ 335047 w 483697"/>
                    <a:gd name="connsiteY64" fmla="*/ 509213 h 580436"/>
                    <a:gd name="connsiteX65" fmla="*/ 335692 w 483697"/>
                    <a:gd name="connsiteY65" fmla="*/ 511148 h 580436"/>
                    <a:gd name="connsiteX66" fmla="*/ 348913 w 483697"/>
                    <a:gd name="connsiteY66" fmla="*/ 510181 h 580436"/>
                    <a:gd name="connsiteX67" fmla="*/ 353428 w 483697"/>
                    <a:gd name="connsiteY67" fmla="*/ 513405 h 580436"/>
                    <a:gd name="connsiteX68" fmla="*/ 350203 w 483697"/>
                    <a:gd name="connsiteY68" fmla="*/ 517920 h 580436"/>
                    <a:gd name="connsiteX69" fmla="*/ 335047 w 483697"/>
                    <a:gd name="connsiteY69" fmla="*/ 518887 h 580436"/>
                    <a:gd name="connsiteX70" fmla="*/ 503696 w 483697"/>
                    <a:gd name="connsiteY70" fmla="*/ 516630 h 580436"/>
                    <a:gd name="connsiteX71" fmla="*/ 502406 w 483697"/>
                    <a:gd name="connsiteY71" fmla="*/ 516307 h 580436"/>
                    <a:gd name="connsiteX72" fmla="*/ 500149 w 483697"/>
                    <a:gd name="connsiteY72" fmla="*/ 511148 h 580436"/>
                    <a:gd name="connsiteX73" fmla="*/ 503374 w 483697"/>
                    <a:gd name="connsiteY73" fmla="*/ 499862 h 580436"/>
                    <a:gd name="connsiteX74" fmla="*/ 504019 w 483697"/>
                    <a:gd name="connsiteY74" fmla="*/ 492767 h 580436"/>
                    <a:gd name="connsiteX75" fmla="*/ 503696 w 483697"/>
                    <a:gd name="connsiteY75" fmla="*/ 486641 h 580436"/>
                    <a:gd name="connsiteX76" fmla="*/ 507244 w 483697"/>
                    <a:gd name="connsiteY76" fmla="*/ 482126 h 580436"/>
                    <a:gd name="connsiteX77" fmla="*/ 511758 w 483697"/>
                    <a:gd name="connsiteY77" fmla="*/ 485673 h 580436"/>
                    <a:gd name="connsiteX78" fmla="*/ 512080 w 483697"/>
                    <a:gd name="connsiteY78" fmla="*/ 492767 h 580436"/>
                    <a:gd name="connsiteX79" fmla="*/ 511435 w 483697"/>
                    <a:gd name="connsiteY79" fmla="*/ 501474 h 580436"/>
                    <a:gd name="connsiteX80" fmla="*/ 507888 w 483697"/>
                    <a:gd name="connsiteY80" fmla="*/ 514050 h 580436"/>
                    <a:gd name="connsiteX81" fmla="*/ 503696 w 483697"/>
                    <a:gd name="connsiteY81" fmla="*/ 516630 h 580436"/>
                    <a:gd name="connsiteX82" fmla="*/ 285388 w 483697"/>
                    <a:gd name="connsiteY82" fmla="*/ 511148 h 580436"/>
                    <a:gd name="connsiteX83" fmla="*/ 282808 w 483697"/>
                    <a:gd name="connsiteY83" fmla="*/ 510181 h 580436"/>
                    <a:gd name="connsiteX84" fmla="*/ 282163 w 483697"/>
                    <a:gd name="connsiteY84" fmla="*/ 504699 h 580436"/>
                    <a:gd name="connsiteX85" fmla="*/ 285065 w 483697"/>
                    <a:gd name="connsiteY85" fmla="*/ 502119 h 580436"/>
                    <a:gd name="connsiteX86" fmla="*/ 288935 w 483697"/>
                    <a:gd name="connsiteY86" fmla="*/ 500507 h 580436"/>
                    <a:gd name="connsiteX87" fmla="*/ 299576 w 483697"/>
                    <a:gd name="connsiteY87" fmla="*/ 493090 h 580436"/>
                    <a:gd name="connsiteX88" fmla="*/ 300866 w 483697"/>
                    <a:gd name="connsiteY88" fmla="*/ 490510 h 580436"/>
                    <a:gd name="connsiteX89" fmla="*/ 301833 w 483697"/>
                    <a:gd name="connsiteY89" fmla="*/ 488575 h 580436"/>
                    <a:gd name="connsiteX90" fmla="*/ 307315 w 483697"/>
                    <a:gd name="connsiteY90" fmla="*/ 486963 h 580436"/>
                    <a:gd name="connsiteX91" fmla="*/ 308928 w 483697"/>
                    <a:gd name="connsiteY91" fmla="*/ 492445 h 580436"/>
                    <a:gd name="connsiteX92" fmla="*/ 307960 w 483697"/>
                    <a:gd name="connsiteY92" fmla="*/ 494057 h 580436"/>
                    <a:gd name="connsiteX93" fmla="*/ 306348 w 483697"/>
                    <a:gd name="connsiteY93" fmla="*/ 496959 h 580436"/>
                    <a:gd name="connsiteX94" fmla="*/ 292159 w 483697"/>
                    <a:gd name="connsiteY94" fmla="*/ 507601 h 580436"/>
                    <a:gd name="connsiteX95" fmla="*/ 288612 w 483697"/>
                    <a:gd name="connsiteY95" fmla="*/ 509213 h 580436"/>
                    <a:gd name="connsiteX96" fmla="*/ 285388 w 483697"/>
                    <a:gd name="connsiteY96" fmla="*/ 511148 h 580436"/>
                    <a:gd name="connsiteX97" fmla="*/ 375355 w 483697"/>
                    <a:gd name="connsiteY97" fmla="*/ 492767 h 580436"/>
                    <a:gd name="connsiteX98" fmla="*/ 372776 w 483697"/>
                    <a:gd name="connsiteY98" fmla="*/ 491800 h 580436"/>
                    <a:gd name="connsiteX99" fmla="*/ 372453 w 483697"/>
                    <a:gd name="connsiteY99" fmla="*/ 485996 h 580436"/>
                    <a:gd name="connsiteX100" fmla="*/ 394703 w 483697"/>
                    <a:gd name="connsiteY100" fmla="*/ 477289 h 580436"/>
                    <a:gd name="connsiteX101" fmla="*/ 399863 w 483697"/>
                    <a:gd name="connsiteY101" fmla="*/ 477934 h 580436"/>
                    <a:gd name="connsiteX102" fmla="*/ 403410 w 483697"/>
                    <a:gd name="connsiteY102" fmla="*/ 480514 h 580436"/>
                    <a:gd name="connsiteX103" fmla="*/ 402442 w 483697"/>
                    <a:gd name="connsiteY103" fmla="*/ 485996 h 580436"/>
                    <a:gd name="connsiteX104" fmla="*/ 397283 w 483697"/>
                    <a:gd name="connsiteY104" fmla="*/ 485673 h 580436"/>
                    <a:gd name="connsiteX105" fmla="*/ 394703 w 483697"/>
                    <a:gd name="connsiteY105" fmla="*/ 485351 h 580436"/>
                    <a:gd name="connsiteX106" fmla="*/ 378580 w 483697"/>
                    <a:gd name="connsiteY106" fmla="*/ 491155 h 580436"/>
                    <a:gd name="connsiteX107" fmla="*/ 375355 w 483697"/>
                    <a:gd name="connsiteY107" fmla="*/ 492767 h 580436"/>
                    <a:gd name="connsiteX108" fmla="*/ 246370 w 483697"/>
                    <a:gd name="connsiteY108" fmla="*/ 460521 h 580436"/>
                    <a:gd name="connsiteX109" fmla="*/ 242822 w 483697"/>
                    <a:gd name="connsiteY109" fmla="*/ 458264 h 580436"/>
                    <a:gd name="connsiteX110" fmla="*/ 238630 w 483697"/>
                    <a:gd name="connsiteY110" fmla="*/ 451814 h 580436"/>
                    <a:gd name="connsiteX111" fmla="*/ 225409 w 483697"/>
                    <a:gd name="connsiteY111" fmla="*/ 441818 h 580436"/>
                    <a:gd name="connsiteX112" fmla="*/ 223474 w 483697"/>
                    <a:gd name="connsiteY112" fmla="*/ 436336 h 580436"/>
                    <a:gd name="connsiteX113" fmla="*/ 228956 w 483697"/>
                    <a:gd name="connsiteY113" fmla="*/ 434401 h 580436"/>
                    <a:gd name="connsiteX114" fmla="*/ 245080 w 483697"/>
                    <a:gd name="connsiteY114" fmla="*/ 446977 h 580436"/>
                    <a:gd name="connsiteX115" fmla="*/ 249917 w 483697"/>
                    <a:gd name="connsiteY115" fmla="*/ 454394 h 580436"/>
                    <a:gd name="connsiteX116" fmla="*/ 248304 w 483697"/>
                    <a:gd name="connsiteY116" fmla="*/ 459876 h 580436"/>
                    <a:gd name="connsiteX117" fmla="*/ 246370 w 483697"/>
                    <a:gd name="connsiteY117" fmla="*/ 460521 h 580436"/>
                    <a:gd name="connsiteX118" fmla="*/ 506921 w 483697"/>
                    <a:gd name="connsiteY118" fmla="*/ 453104 h 580436"/>
                    <a:gd name="connsiteX119" fmla="*/ 503051 w 483697"/>
                    <a:gd name="connsiteY119" fmla="*/ 450202 h 580436"/>
                    <a:gd name="connsiteX120" fmla="*/ 501762 w 483697"/>
                    <a:gd name="connsiteY120" fmla="*/ 445688 h 580436"/>
                    <a:gd name="connsiteX121" fmla="*/ 497892 w 483697"/>
                    <a:gd name="connsiteY121" fmla="*/ 430209 h 580436"/>
                    <a:gd name="connsiteX122" fmla="*/ 495957 w 483697"/>
                    <a:gd name="connsiteY122" fmla="*/ 427307 h 580436"/>
                    <a:gd name="connsiteX123" fmla="*/ 494990 w 483697"/>
                    <a:gd name="connsiteY123" fmla="*/ 421825 h 580436"/>
                    <a:gd name="connsiteX124" fmla="*/ 500472 w 483697"/>
                    <a:gd name="connsiteY124" fmla="*/ 420858 h 580436"/>
                    <a:gd name="connsiteX125" fmla="*/ 505631 w 483697"/>
                    <a:gd name="connsiteY125" fmla="*/ 429564 h 580436"/>
                    <a:gd name="connsiteX126" fmla="*/ 509178 w 483697"/>
                    <a:gd name="connsiteY126" fmla="*/ 443108 h 580436"/>
                    <a:gd name="connsiteX127" fmla="*/ 510791 w 483697"/>
                    <a:gd name="connsiteY127" fmla="*/ 447622 h 580436"/>
                    <a:gd name="connsiteX128" fmla="*/ 508211 w 483697"/>
                    <a:gd name="connsiteY128" fmla="*/ 452782 h 580436"/>
                    <a:gd name="connsiteX129" fmla="*/ 506921 w 483697"/>
                    <a:gd name="connsiteY129" fmla="*/ 453104 h 580436"/>
                    <a:gd name="connsiteX130" fmla="*/ 454359 w 483697"/>
                    <a:gd name="connsiteY130" fmla="*/ 441173 h 580436"/>
                    <a:gd name="connsiteX131" fmla="*/ 454359 w 483697"/>
                    <a:gd name="connsiteY131" fmla="*/ 441173 h 580436"/>
                    <a:gd name="connsiteX132" fmla="*/ 453069 w 483697"/>
                    <a:gd name="connsiteY132" fmla="*/ 441173 h 580436"/>
                    <a:gd name="connsiteX133" fmla="*/ 441138 w 483697"/>
                    <a:gd name="connsiteY133" fmla="*/ 432466 h 580436"/>
                    <a:gd name="connsiteX134" fmla="*/ 442751 w 483697"/>
                    <a:gd name="connsiteY134" fmla="*/ 426985 h 580436"/>
                    <a:gd name="connsiteX135" fmla="*/ 448232 w 483697"/>
                    <a:gd name="connsiteY135" fmla="*/ 428597 h 580436"/>
                    <a:gd name="connsiteX136" fmla="*/ 453714 w 483697"/>
                    <a:gd name="connsiteY136" fmla="*/ 433111 h 580436"/>
                    <a:gd name="connsiteX137" fmla="*/ 454359 w 483697"/>
                    <a:gd name="connsiteY137" fmla="*/ 433111 h 580436"/>
                    <a:gd name="connsiteX138" fmla="*/ 454359 w 483697"/>
                    <a:gd name="connsiteY138" fmla="*/ 433111 h 580436"/>
                    <a:gd name="connsiteX139" fmla="*/ 458229 w 483697"/>
                    <a:gd name="connsiteY139" fmla="*/ 428597 h 580436"/>
                    <a:gd name="connsiteX140" fmla="*/ 460164 w 483697"/>
                    <a:gd name="connsiteY140" fmla="*/ 425050 h 580436"/>
                    <a:gd name="connsiteX141" fmla="*/ 465646 w 483697"/>
                    <a:gd name="connsiteY141" fmla="*/ 423760 h 580436"/>
                    <a:gd name="connsiteX142" fmla="*/ 466935 w 483697"/>
                    <a:gd name="connsiteY142" fmla="*/ 429242 h 580436"/>
                    <a:gd name="connsiteX143" fmla="*/ 465323 w 483697"/>
                    <a:gd name="connsiteY143" fmla="*/ 432144 h 580436"/>
                    <a:gd name="connsiteX144" fmla="*/ 454359 w 483697"/>
                    <a:gd name="connsiteY144" fmla="*/ 441173 h 580436"/>
                    <a:gd name="connsiteX145" fmla="*/ 198645 w 483697"/>
                    <a:gd name="connsiteY145" fmla="*/ 419245 h 580436"/>
                    <a:gd name="connsiteX146" fmla="*/ 195420 w 483697"/>
                    <a:gd name="connsiteY146" fmla="*/ 417633 h 580436"/>
                    <a:gd name="connsiteX147" fmla="*/ 178974 w 483697"/>
                    <a:gd name="connsiteY147" fmla="*/ 397318 h 580436"/>
                    <a:gd name="connsiteX148" fmla="*/ 178652 w 483697"/>
                    <a:gd name="connsiteY148" fmla="*/ 391513 h 580436"/>
                    <a:gd name="connsiteX149" fmla="*/ 184456 w 483697"/>
                    <a:gd name="connsiteY149" fmla="*/ 391191 h 580436"/>
                    <a:gd name="connsiteX150" fmla="*/ 202192 w 483697"/>
                    <a:gd name="connsiteY150" fmla="*/ 412796 h 580436"/>
                    <a:gd name="connsiteX151" fmla="*/ 201224 w 483697"/>
                    <a:gd name="connsiteY151" fmla="*/ 418278 h 580436"/>
                    <a:gd name="connsiteX152" fmla="*/ 198645 w 483697"/>
                    <a:gd name="connsiteY152" fmla="*/ 419245 h 580436"/>
                    <a:gd name="connsiteX153" fmla="*/ 414374 w 483697"/>
                    <a:gd name="connsiteY153" fmla="*/ 418278 h 580436"/>
                    <a:gd name="connsiteX154" fmla="*/ 414374 w 483697"/>
                    <a:gd name="connsiteY154" fmla="*/ 418278 h 580436"/>
                    <a:gd name="connsiteX155" fmla="*/ 395993 w 483697"/>
                    <a:gd name="connsiteY155" fmla="*/ 416021 h 580436"/>
                    <a:gd name="connsiteX156" fmla="*/ 387932 w 483697"/>
                    <a:gd name="connsiteY156" fmla="*/ 408282 h 580436"/>
                    <a:gd name="connsiteX157" fmla="*/ 389221 w 483697"/>
                    <a:gd name="connsiteY157" fmla="*/ 404090 h 580436"/>
                    <a:gd name="connsiteX158" fmla="*/ 394703 w 483697"/>
                    <a:gd name="connsiteY158" fmla="*/ 402477 h 580436"/>
                    <a:gd name="connsiteX159" fmla="*/ 396316 w 483697"/>
                    <a:gd name="connsiteY159" fmla="*/ 407637 h 580436"/>
                    <a:gd name="connsiteX160" fmla="*/ 398250 w 483697"/>
                    <a:gd name="connsiteY160" fmla="*/ 408282 h 580436"/>
                    <a:gd name="connsiteX161" fmla="*/ 414696 w 483697"/>
                    <a:gd name="connsiteY161" fmla="*/ 410216 h 580436"/>
                    <a:gd name="connsiteX162" fmla="*/ 418566 w 483697"/>
                    <a:gd name="connsiteY162" fmla="*/ 414408 h 580436"/>
                    <a:gd name="connsiteX163" fmla="*/ 414374 w 483697"/>
                    <a:gd name="connsiteY163" fmla="*/ 418278 h 580436"/>
                    <a:gd name="connsiteX164" fmla="*/ 405022 w 483697"/>
                    <a:gd name="connsiteY164" fmla="*/ 374745 h 580436"/>
                    <a:gd name="connsiteX165" fmla="*/ 403087 w 483697"/>
                    <a:gd name="connsiteY165" fmla="*/ 374423 h 580436"/>
                    <a:gd name="connsiteX166" fmla="*/ 401153 w 483697"/>
                    <a:gd name="connsiteY166" fmla="*/ 368941 h 580436"/>
                    <a:gd name="connsiteX167" fmla="*/ 407924 w 483697"/>
                    <a:gd name="connsiteY167" fmla="*/ 361202 h 580436"/>
                    <a:gd name="connsiteX168" fmla="*/ 415986 w 483697"/>
                    <a:gd name="connsiteY168" fmla="*/ 356687 h 580436"/>
                    <a:gd name="connsiteX169" fmla="*/ 423725 w 483697"/>
                    <a:gd name="connsiteY169" fmla="*/ 352173 h 580436"/>
                    <a:gd name="connsiteX170" fmla="*/ 429530 w 483697"/>
                    <a:gd name="connsiteY170" fmla="*/ 352818 h 580436"/>
                    <a:gd name="connsiteX171" fmla="*/ 428885 w 483697"/>
                    <a:gd name="connsiteY171" fmla="*/ 358622 h 580436"/>
                    <a:gd name="connsiteX172" fmla="*/ 419533 w 483697"/>
                    <a:gd name="connsiteY172" fmla="*/ 364104 h 580436"/>
                    <a:gd name="connsiteX173" fmla="*/ 412439 w 483697"/>
                    <a:gd name="connsiteY173" fmla="*/ 367974 h 580436"/>
                    <a:gd name="connsiteX174" fmla="*/ 408247 w 483697"/>
                    <a:gd name="connsiteY174" fmla="*/ 372810 h 580436"/>
                    <a:gd name="connsiteX175" fmla="*/ 405022 w 483697"/>
                    <a:gd name="connsiteY175" fmla="*/ 374745 h 580436"/>
                    <a:gd name="connsiteX176" fmla="*/ 170590 w 483697"/>
                    <a:gd name="connsiteY176" fmla="*/ 365716 h 580436"/>
                    <a:gd name="connsiteX177" fmla="*/ 169623 w 483697"/>
                    <a:gd name="connsiteY177" fmla="*/ 365716 h 580436"/>
                    <a:gd name="connsiteX178" fmla="*/ 166721 w 483697"/>
                    <a:gd name="connsiteY178" fmla="*/ 360879 h 580436"/>
                    <a:gd name="connsiteX179" fmla="*/ 166721 w 483697"/>
                    <a:gd name="connsiteY179" fmla="*/ 360234 h 580436"/>
                    <a:gd name="connsiteX180" fmla="*/ 163174 w 483697"/>
                    <a:gd name="connsiteY180" fmla="*/ 353463 h 580436"/>
                    <a:gd name="connsiteX181" fmla="*/ 158014 w 483697"/>
                    <a:gd name="connsiteY181" fmla="*/ 341209 h 580436"/>
                    <a:gd name="connsiteX182" fmla="*/ 159304 w 483697"/>
                    <a:gd name="connsiteY182" fmla="*/ 336049 h 580436"/>
                    <a:gd name="connsiteX183" fmla="*/ 163174 w 483697"/>
                    <a:gd name="connsiteY183" fmla="*/ 337339 h 580436"/>
                    <a:gd name="connsiteX184" fmla="*/ 166721 w 483697"/>
                    <a:gd name="connsiteY184" fmla="*/ 339274 h 580436"/>
                    <a:gd name="connsiteX185" fmla="*/ 166076 w 483697"/>
                    <a:gd name="connsiteY185" fmla="*/ 341209 h 580436"/>
                    <a:gd name="connsiteX186" fmla="*/ 169623 w 483697"/>
                    <a:gd name="connsiteY186" fmla="*/ 348948 h 580436"/>
                    <a:gd name="connsiteX187" fmla="*/ 174460 w 483697"/>
                    <a:gd name="connsiteY187" fmla="*/ 360234 h 580436"/>
                    <a:gd name="connsiteX188" fmla="*/ 174137 w 483697"/>
                    <a:gd name="connsiteY188" fmla="*/ 362814 h 580436"/>
                    <a:gd name="connsiteX189" fmla="*/ 170590 w 483697"/>
                    <a:gd name="connsiteY189" fmla="*/ 365716 h 580436"/>
                    <a:gd name="connsiteX190" fmla="*/ 457261 w 483697"/>
                    <a:gd name="connsiteY190" fmla="*/ 338307 h 580436"/>
                    <a:gd name="connsiteX191" fmla="*/ 453714 w 483697"/>
                    <a:gd name="connsiteY191" fmla="*/ 336049 h 580436"/>
                    <a:gd name="connsiteX192" fmla="*/ 455649 w 483697"/>
                    <a:gd name="connsiteY192" fmla="*/ 330568 h 580436"/>
                    <a:gd name="connsiteX193" fmla="*/ 456617 w 483697"/>
                    <a:gd name="connsiteY193" fmla="*/ 328955 h 580436"/>
                    <a:gd name="connsiteX194" fmla="*/ 449845 w 483697"/>
                    <a:gd name="connsiteY194" fmla="*/ 317669 h 580436"/>
                    <a:gd name="connsiteX195" fmla="*/ 447265 w 483697"/>
                    <a:gd name="connsiteY195" fmla="*/ 314767 h 580436"/>
                    <a:gd name="connsiteX196" fmla="*/ 447587 w 483697"/>
                    <a:gd name="connsiteY196" fmla="*/ 308962 h 580436"/>
                    <a:gd name="connsiteX197" fmla="*/ 453392 w 483697"/>
                    <a:gd name="connsiteY197" fmla="*/ 309285 h 580436"/>
                    <a:gd name="connsiteX198" fmla="*/ 455972 w 483697"/>
                    <a:gd name="connsiteY198" fmla="*/ 312187 h 580436"/>
                    <a:gd name="connsiteX199" fmla="*/ 464678 w 483697"/>
                    <a:gd name="connsiteY199" fmla="*/ 328310 h 580436"/>
                    <a:gd name="connsiteX200" fmla="*/ 464678 w 483697"/>
                    <a:gd name="connsiteY200" fmla="*/ 329600 h 580436"/>
                    <a:gd name="connsiteX201" fmla="*/ 459196 w 483697"/>
                    <a:gd name="connsiteY201" fmla="*/ 337662 h 580436"/>
                    <a:gd name="connsiteX202" fmla="*/ 457261 w 483697"/>
                    <a:gd name="connsiteY202" fmla="*/ 338307 h 580436"/>
                    <a:gd name="connsiteX203" fmla="*/ 158982 w 483697"/>
                    <a:gd name="connsiteY203" fmla="*/ 306060 h 580436"/>
                    <a:gd name="connsiteX204" fmla="*/ 155435 w 483697"/>
                    <a:gd name="connsiteY204" fmla="*/ 304125 h 580436"/>
                    <a:gd name="connsiteX205" fmla="*/ 153177 w 483697"/>
                    <a:gd name="connsiteY205" fmla="*/ 300578 h 580436"/>
                    <a:gd name="connsiteX206" fmla="*/ 144793 w 483697"/>
                    <a:gd name="connsiteY206" fmla="*/ 279618 h 580436"/>
                    <a:gd name="connsiteX207" fmla="*/ 144793 w 483697"/>
                    <a:gd name="connsiteY207" fmla="*/ 277361 h 580436"/>
                    <a:gd name="connsiteX208" fmla="*/ 149308 w 483697"/>
                    <a:gd name="connsiteY208" fmla="*/ 273814 h 580436"/>
                    <a:gd name="connsiteX209" fmla="*/ 152855 w 483697"/>
                    <a:gd name="connsiteY209" fmla="*/ 278328 h 580436"/>
                    <a:gd name="connsiteX210" fmla="*/ 152855 w 483697"/>
                    <a:gd name="connsiteY210" fmla="*/ 279941 h 580436"/>
                    <a:gd name="connsiteX211" fmla="*/ 159949 w 483697"/>
                    <a:gd name="connsiteY211" fmla="*/ 296386 h 580436"/>
                    <a:gd name="connsiteX212" fmla="*/ 162529 w 483697"/>
                    <a:gd name="connsiteY212" fmla="*/ 300256 h 580436"/>
                    <a:gd name="connsiteX213" fmla="*/ 161239 w 483697"/>
                    <a:gd name="connsiteY213" fmla="*/ 305738 h 580436"/>
                    <a:gd name="connsiteX214" fmla="*/ 158982 w 483697"/>
                    <a:gd name="connsiteY214" fmla="*/ 306060 h 580436"/>
                    <a:gd name="connsiteX215" fmla="*/ 445330 w 483697"/>
                    <a:gd name="connsiteY215" fmla="*/ 282843 h 580436"/>
                    <a:gd name="connsiteX216" fmla="*/ 443718 w 483697"/>
                    <a:gd name="connsiteY216" fmla="*/ 282520 h 580436"/>
                    <a:gd name="connsiteX217" fmla="*/ 441461 w 483697"/>
                    <a:gd name="connsiteY217" fmla="*/ 277361 h 580436"/>
                    <a:gd name="connsiteX218" fmla="*/ 442428 w 483697"/>
                    <a:gd name="connsiteY218" fmla="*/ 272846 h 580436"/>
                    <a:gd name="connsiteX219" fmla="*/ 442106 w 483697"/>
                    <a:gd name="connsiteY219" fmla="*/ 269944 h 580436"/>
                    <a:gd name="connsiteX220" fmla="*/ 436624 w 483697"/>
                    <a:gd name="connsiteY220" fmla="*/ 254143 h 580436"/>
                    <a:gd name="connsiteX221" fmla="*/ 438881 w 483697"/>
                    <a:gd name="connsiteY221" fmla="*/ 248984 h 580436"/>
                    <a:gd name="connsiteX222" fmla="*/ 444040 w 483697"/>
                    <a:gd name="connsiteY222" fmla="*/ 251241 h 580436"/>
                    <a:gd name="connsiteX223" fmla="*/ 449845 w 483697"/>
                    <a:gd name="connsiteY223" fmla="*/ 268654 h 580436"/>
                    <a:gd name="connsiteX224" fmla="*/ 450167 w 483697"/>
                    <a:gd name="connsiteY224" fmla="*/ 272846 h 580436"/>
                    <a:gd name="connsiteX225" fmla="*/ 448877 w 483697"/>
                    <a:gd name="connsiteY225" fmla="*/ 280263 h 580436"/>
                    <a:gd name="connsiteX226" fmla="*/ 445330 w 483697"/>
                    <a:gd name="connsiteY226" fmla="*/ 282843 h 580436"/>
                    <a:gd name="connsiteX227" fmla="*/ 113837 w 483697"/>
                    <a:gd name="connsiteY227" fmla="*/ 269299 h 580436"/>
                    <a:gd name="connsiteX228" fmla="*/ 100616 w 483697"/>
                    <a:gd name="connsiteY228" fmla="*/ 264462 h 580436"/>
                    <a:gd name="connsiteX229" fmla="*/ 96101 w 483697"/>
                    <a:gd name="connsiteY229" fmla="*/ 261238 h 580436"/>
                    <a:gd name="connsiteX230" fmla="*/ 94811 w 483697"/>
                    <a:gd name="connsiteY230" fmla="*/ 255756 h 580436"/>
                    <a:gd name="connsiteX231" fmla="*/ 100293 w 483697"/>
                    <a:gd name="connsiteY231" fmla="*/ 254466 h 580436"/>
                    <a:gd name="connsiteX232" fmla="*/ 105452 w 483697"/>
                    <a:gd name="connsiteY232" fmla="*/ 258335 h 580436"/>
                    <a:gd name="connsiteX233" fmla="*/ 121253 w 483697"/>
                    <a:gd name="connsiteY233" fmla="*/ 259625 h 580436"/>
                    <a:gd name="connsiteX234" fmla="*/ 126413 w 483697"/>
                    <a:gd name="connsiteY234" fmla="*/ 262205 h 580436"/>
                    <a:gd name="connsiteX235" fmla="*/ 123833 w 483697"/>
                    <a:gd name="connsiteY235" fmla="*/ 267365 h 580436"/>
                    <a:gd name="connsiteX236" fmla="*/ 113837 w 483697"/>
                    <a:gd name="connsiteY236" fmla="*/ 269299 h 580436"/>
                    <a:gd name="connsiteX237" fmla="*/ 42894 w 483697"/>
                    <a:gd name="connsiteY237" fmla="*/ 248339 h 580436"/>
                    <a:gd name="connsiteX238" fmla="*/ 39347 w 483697"/>
                    <a:gd name="connsiteY238" fmla="*/ 246082 h 580436"/>
                    <a:gd name="connsiteX239" fmla="*/ 41282 w 483697"/>
                    <a:gd name="connsiteY239" fmla="*/ 240600 h 580436"/>
                    <a:gd name="connsiteX240" fmla="*/ 50634 w 483697"/>
                    <a:gd name="connsiteY240" fmla="*/ 236085 h 580436"/>
                    <a:gd name="connsiteX241" fmla="*/ 63532 w 483697"/>
                    <a:gd name="connsiteY241" fmla="*/ 231893 h 580436"/>
                    <a:gd name="connsiteX242" fmla="*/ 69981 w 483697"/>
                    <a:gd name="connsiteY242" fmla="*/ 238665 h 580436"/>
                    <a:gd name="connsiteX243" fmla="*/ 66434 w 483697"/>
                    <a:gd name="connsiteY243" fmla="*/ 243180 h 580436"/>
                    <a:gd name="connsiteX244" fmla="*/ 62242 w 483697"/>
                    <a:gd name="connsiteY244" fmla="*/ 240277 h 580436"/>
                    <a:gd name="connsiteX245" fmla="*/ 54181 w 483697"/>
                    <a:gd name="connsiteY245" fmla="*/ 243502 h 580436"/>
                    <a:gd name="connsiteX246" fmla="*/ 45152 w 483697"/>
                    <a:gd name="connsiteY246" fmla="*/ 247694 h 580436"/>
                    <a:gd name="connsiteX247" fmla="*/ 42894 w 483697"/>
                    <a:gd name="connsiteY247" fmla="*/ 248339 h 580436"/>
                    <a:gd name="connsiteX248" fmla="*/ 14517 w 483697"/>
                    <a:gd name="connsiteY248" fmla="*/ 242212 h 580436"/>
                    <a:gd name="connsiteX249" fmla="*/ 10648 w 483697"/>
                    <a:gd name="connsiteY249" fmla="*/ 239633 h 580436"/>
                    <a:gd name="connsiteX250" fmla="*/ 6456 w 483697"/>
                    <a:gd name="connsiteY250" fmla="*/ 219640 h 580436"/>
                    <a:gd name="connsiteX251" fmla="*/ 7101 w 483697"/>
                    <a:gd name="connsiteY251" fmla="*/ 213835 h 580436"/>
                    <a:gd name="connsiteX252" fmla="*/ 7746 w 483697"/>
                    <a:gd name="connsiteY252" fmla="*/ 211256 h 580436"/>
                    <a:gd name="connsiteX253" fmla="*/ 12260 w 483697"/>
                    <a:gd name="connsiteY253" fmla="*/ 207708 h 580436"/>
                    <a:gd name="connsiteX254" fmla="*/ 15807 w 483697"/>
                    <a:gd name="connsiteY254" fmla="*/ 212223 h 580436"/>
                    <a:gd name="connsiteX255" fmla="*/ 15162 w 483697"/>
                    <a:gd name="connsiteY255" fmla="*/ 215770 h 580436"/>
                    <a:gd name="connsiteX256" fmla="*/ 14840 w 483697"/>
                    <a:gd name="connsiteY256" fmla="*/ 219317 h 580436"/>
                    <a:gd name="connsiteX257" fmla="*/ 18709 w 483697"/>
                    <a:gd name="connsiteY257" fmla="*/ 236408 h 580436"/>
                    <a:gd name="connsiteX258" fmla="*/ 16452 w 483697"/>
                    <a:gd name="connsiteY258" fmla="*/ 241567 h 580436"/>
                    <a:gd name="connsiteX259" fmla="*/ 14517 w 483697"/>
                    <a:gd name="connsiteY259" fmla="*/ 242212 h 580436"/>
                    <a:gd name="connsiteX260" fmla="*/ 431142 w 483697"/>
                    <a:gd name="connsiteY260" fmla="*/ 220607 h 580436"/>
                    <a:gd name="connsiteX261" fmla="*/ 426950 w 483697"/>
                    <a:gd name="connsiteY261" fmla="*/ 216415 h 580436"/>
                    <a:gd name="connsiteX262" fmla="*/ 432109 w 483697"/>
                    <a:gd name="connsiteY262" fmla="*/ 192553 h 580436"/>
                    <a:gd name="connsiteX263" fmla="*/ 434366 w 483697"/>
                    <a:gd name="connsiteY263" fmla="*/ 189006 h 580436"/>
                    <a:gd name="connsiteX264" fmla="*/ 439848 w 483697"/>
                    <a:gd name="connsiteY264" fmla="*/ 188038 h 580436"/>
                    <a:gd name="connsiteX265" fmla="*/ 440816 w 483697"/>
                    <a:gd name="connsiteY265" fmla="*/ 193520 h 580436"/>
                    <a:gd name="connsiteX266" fmla="*/ 438236 w 483697"/>
                    <a:gd name="connsiteY266" fmla="*/ 197067 h 580436"/>
                    <a:gd name="connsiteX267" fmla="*/ 434689 w 483697"/>
                    <a:gd name="connsiteY267" fmla="*/ 216415 h 580436"/>
                    <a:gd name="connsiteX268" fmla="*/ 431142 w 483697"/>
                    <a:gd name="connsiteY268" fmla="*/ 220607 h 580436"/>
                    <a:gd name="connsiteX269" fmla="*/ 146405 w 483697"/>
                    <a:gd name="connsiteY269" fmla="*/ 193197 h 580436"/>
                    <a:gd name="connsiteX270" fmla="*/ 144471 w 483697"/>
                    <a:gd name="connsiteY270" fmla="*/ 192553 h 580436"/>
                    <a:gd name="connsiteX271" fmla="*/ 142858 w 483697"/>
                    <a:gd name="connsiteY271" fmla="*/ 187071 h 580436"/>
                    <a:gd name="connsiteX272" fmla="*/ 145760 w 483697"/>
                    <a:gd name="connsiteY272" fmla="*/ 180299 h 580436"/>
                    <a:gd name="connsiteX273" fmla="*/ 157692 w 483697"/>
                    <a:gd name="connsiteY273" fmla="*/ 162563 h 580436"/>
                    <a:gd name="connsiteX274" fmla="*/ 163174 w 483697"/>
                    <a:gd name="connsiteY274" fmla="*/ 164176 h 580436"/>
                    <a:gd name="connsiteX275" fmla="*/ 161561 w 483697"/>
                    <a:gd name="connsiteY275" fmla="*/ 169658 h 580436"/>
                    <a:gd name="connsiteX276" fmla="*/ 153822 w 483697"/>
                    <a:gd name="connsiteY276" fmla="*/ 182879 h 580436"/>
                    <a:gd name="connsiteX277" fmla="*/ 150598 w 483697"/>
                    <a:gd name="connsiteY277" fmla="*/ 190940 h 580436"/>
                    <a:gd name="connsiteX278" fmla="*/ 146405 w 483697"/>
                    <a:gd name="connsiteY278" fmla="*/ 193197 h 580436"/>
                    <a:gd name="connsiteX279" fmla="*/ 122543 w 483697"/>
                    <a:gd name="connsiteY279" fmla="*/ 183524 h 580436"/>
                    <a:gd name="connsiteX280" fmla="*/ 118351 w 483697"/>
                    <a:gd name="connsiteY280" fmla="*/ 179331 h 580436"/>
                    <a:gd name="connsiteX281" fmla="*/ 118351 w 483697"/>
                    <a:gd name="connsiteY281" fmla="*/ 171592 h 580436"/>
                    <a:gd name="connsiteX282" fmla="*/ 117706 w 483697"/>
                    <a:gd name="connsiteY282" fmla="*/ 158371 h 580436"/>
                    <a:gd name="connsiteX283" fmla="*/ 116739 w 483697"/>
                    <a:gd name="connsiteY283" fmla="*/ 154179 h 580436"/>
                    <a:gd name="connsiteX284" fmla="*/ 118996 w 483697"/>
                    <a:gd name="connsiteY284" fmla="*/ 149020 h 580436"/>
                    <a:gd name="connsiteX285" fmla="*/ 124155 w 483697"/>
                    <a:gd name="connsiteY285" fmla="*/ 151277 h 580436"/>
                    <a:gd name="connsiteX286" fmla="*/ 125768 w 483697"/>
                    <a:gd name="connsiteY286" fmla="*/ 157404 h 580436"/>
                    <a:gd name="connsiteX287" fmla="*/ 126413 w 483697"/>
                    <a:gd name="connsiteY287" fmla="*/ 171592 h 580436"/>
                    <a:gd name="connsiteX288" fmla="*/ 126413 w 483697"/>
                    <a:gd name="connsiteY288" fmla="*/ 179331 h 580436"/>
                    <a:gd name="connsiteX289" fmla="*/ 122543 w 483697"/>
                    <a:gd name="connsiteY289" fmla="*/ 183524 h 580436"/>
                    <a:gd name="connsiteX290" fmla="*/ 21934 w 483697"/>
                    <a:gd name="connsiteY290" fmla="*/ 180621 h 580436"/>
                    <a:gd name="connsiteX291" fmla="*/ 20644 w 483697"/>
                    <a:gd name="connsiteY291" fmla="*/ 180299 h 580436"/>
                    <a:gd name="connsiteX292" fmla="*/ 18064 w 483697"/>
                    <a:gd name="connsiteY292" fmla="*/ 175140 h 580436"/>
                    <a:gd name="connsiteX293" fmla="*/ 18709 w 483697"/>
                    <a:gd name="connsiteY293" fmla="*/ 172237 h 580436"/>
                    <a:gd name="connsiteX294" fmla="*/ 17742 w 483697"/>
                    <a:gd name="connsiteY294" fmla="*/ 170625 h 580436"/>
                    <a:gd name="connsiteX295" fmla="*/ 12260 w 483697"/>
                    <a:gd name="connsiteY295" fmla="*/ 168690 h 580436"/>
                    <a:gd name="connsiteX296" fmla="*/ 2586 w 483697"/>
                    <a:gd name="connsiteY296" fmla="*/ 165465 h 580436"/>
                    <a:gd name="connsiteX297" fmla="*/ 329 w 483697"/>
                    <a:gd name="connsiteY297" fmla="*/ 160306 h 580436"/>
                    <a:gd name="connsiteX298" fmla="*/ 5488 w 483697"/>
                    <a:gd name="connsiteY298" fmla="*/ 158049 h 580436"/>
                    <a:gd name="connsiteX299" fmla="*/ 14840 w 483697"/>
                    <a:gd name="connsiteY299" fmla="*/ 161274 h 580436"/>
                    <a:gd name="connsiteX300" fmla="*/ 20644 w 483697"/>
                    <a:gd name="connsiteY300" fmla="*/ 163208 h 580436"/>
                    <a:gd name="connsiteX301" fmla="*/ 27093 w 483697"/>
                    <a:gd name="connsiteY301" fmla="*/ 172237 h 580436"/>
                    <a:gd name="connsiteX302" fmla="*/ 26126 w 483697"/>
                    <a:gd name="connsiteY302" fmla="*/ 177397 h 580436"/>
                    <a:gd name="connsiteX303" fmla="*/ 21934 w 483697"/>
                    <a:gd name="connsiteY303" fmla="*/ 180621 h 580436"/>
                    <a:gd name="connsiteX304" fmla="*/ 198000 w 483697"/>
                    <a:gd name="connsiteY304" fmla="*/ 172237 h 580436"/>
                    <a:gd name="connsiteX305" fmla="*/ 196710 w 483697"/>
                    <a:gd name="connsiteY305" fmla="*/ 172237 h 580436"/>
                    <a:gd name="connsiteX306" fmla="*/ 192840 w 483697"/>
                    <a:gd name="connsiteY306" fmla="*/ 168045 h 580436"/>
                    <a:gd name="connsiteX307" fmla="*/ 197032 w 483697"/>
                    <a:gd name="connsiteY307" fmla="*/ 164176 h 580436"/>
                    <a:gd name="connsiteX308" fmla="*/ 198322 w 483697"/>
                    <a:gd name="connsiteY308" fmla="*/ 164176 h 580436"/>
                    <a:gd name="connsiteX309" fmla="*/ 207029 w 483697"/>
                    <a:gd name="connsiteY309" fmla="*/ 162563 h 580436"/>
                    <a:gd name="connsiteX310" fmla="*/ 212511 w 483697"/>
                    <a:gd name="connsiteY310" fmla="*/ 159339 h 580436"/>
                    <a:gd name="connsiteX311" fmla="*/ 219605 w 483697"/>
                    <a:gd name="connsiteY311" fmla="*/ 155147 h 580436"/>
                    <a:gd name="connsiteX312" fmla="*/ 225087 w 483697"/>
                    <a:gd name="connsiteY312" fmla="*/ 156759 h 580436"/>
                    <a:gd name="connsiteX313" fmla="*/ 223474 w 483697"/>
                    <a:gd name="connsiteY313" fmla="*/ 162241 h 580436"/>
                    <a:gd name="connsiteX314" fmla="*/ 216703 w 483697"/>
                    <a:gd name="connsiteY314" fmla="*/ 166110 h 580436"/>
                    <a:gd name="connsiteX315" fmla="*/ 210576 w 483697"/>
                    <a:gd name="connsiteY315" fmla="*/ 169658 h 580436"/>
                    <a:gd name="connsiteX316" fmla="*/ 198000 w 483697"/>
                    <a:gd name="connsiteY316" fmla="*/ 172237 h 580436"/>
                    <a:gd name="connsiteX317" fmla="*/ 256688 w 483697"/>
                    <a:gd name="connsiteY317" fmla="*/ 165788 h 580436"/>
                    <a:gd name="connsiteX318" fmla="*/ 252819 w 483697"/>
                    <a:gd name="connsiteY318" fmla="*/ 161918 h 580436"/>
                    <a:gd name="connsiteX319" fmla="*/ 256688 w 483697"/>
                    <a:gd name="connsiteY319" fmla="*/ 157726 h 580436"/>
                    <a:gd name="connsiteX320" fmla="*/ 268942 w 483697"/>
                    <a:gd name="connsiteY320" fmla="*/ 151600 h 580436"/>
                    <a:gd name="connsiteX321" fmla="*/ 276681 w 483697"/>
                    <a:gd name="connsiteY321" fmla="*/ 146440 h 580436"/>
                    <a:gd name="connsiteX322" fmla="*/ 278294 w 483697"/>
                    <a:gd name="connsiteY322" fmla="*/ 145473 h 580436"/>
                    <a:gd name="connsiteX323" fmla="*/ 283775 w 483697"/>
                    <a:gd name="connsiteY323" fmla="*/ 146763 h 580436"/>
                    <a:gd name="connsiteX324" fmla="*/ 282486 w 483697"/>
                    <a:gd name="connsiteY324" fmla="*/ 152244 h 580436"/>
                    <a:gd name="connsiteX325" fmla="*/ 280551 w 483697"/>
                    <a:gd name="connsiteY325" fmla="*/ 153212 h 580436"/>
                    <a:gd name="connsiteX326" fmla="*/ 273779 w 483697"/>
                    <a:gd name="connsiteY326" fmla="*/ 157726 h 580436"/>
                    <a:gd name="connsiteX327" fmla="*/ 256688 w 483697"/>
                    <a:gd name="connsiteY327" fmla="*/ 165788 h 580436"/>
                    <a:gd name="connsiteX328" fmla="*/ 256688 w 483697"/>
                    <a:gd name="connsiteY328" fmla="*/ 165788 h 580436"/>
                    <a:gd name="connsiteX329" fmla="*/ 455004 w 483697"/>
                    <a:gd name="connsiteY329" fmla="*/ 161918 h 580436"/>
                    <a:gd name="connsiteX330" fmla="*/ 453714 w 483697"/>
                    <a:gd name="connsiteY330" fmla="*/ 161596 h 580436"/>
                    <a:gd name="connsiteX331" fmla="*/ 451457 w 483697"/>
                    <a:gd name="connsiteY331" fmla="*/ 156437 h 580436"/>
                    <a:gd name="connsiteX332" fmla="*/ 458551 w 483697"/>
                    <a:gd name="connsiteY332" fmla="*/ 133219 h 580436"/>
                    <a:gd name="connsiteX333" fmla="*/ 459196 w 483697"/>
                    <a:gd name="connsiteY333" fmla="*/ 130962 h 580436"/>
                    <a:gd name="connsiteX334" fmla="*/ 464033 w 483697"/>
                    <a:gd name="connsiteY334" fmla="*/ 128060 h 580436"/>
                    <a:gd name="connsiteX335" fmla="*/ 466935 w 483697"/>
                    <a:gd name="connsiteY335" fmla="*/ 132897 h 580436"/>
                    <a:gd name="connsiteX336" fmla="*/ 466290 w 483697"/>
                    <a:gd name="connsiteY336" fmla="*/ 134831 h 580436"/>
                    <a:gd name="connsiteX337" fmla="*/ 458874 w 483697"/>
                    <a:gd name="connsiteY337" fmla="*/ 159016 h 580436"/>
                    <a:gd name="connsiteX338" fmla="*/ 455004 w 483697"/>
                    <a:gd name="connsiteY338" fmla="*/ 161918 h 580436"/>
                    <a:gd name="connsiteX339" fmla="*/ 86105 w 483697"/>
                    <a:gd name="connsiteY339" fmla="*/ 147730 h 580436"/>
                    <a:gd name="connsiteX340" fmla="*/ 83847 w 483697"/>
                    <a:gd name="connsiteY340" fmla="*/ 147085 h 580436"/>
                    <a:gd name="connsiteX341" fmla="*/ 69659 w 483697"/>
                    <a:gd name="connsiteY341" fmla="*/ 131929 h 580436"/>
                    <a:gd name="connsiteX342" fmla="*/ 65144 w 483697"/>
                    <a:gd name="connsiteY342" fmla="*/ 126125 h 580436"/>
                    <a:gd name="connsiteX343" fmla="*/ 65467 w 483697"/>
                    <a:gd name="connsiteY343" fmla="*/ 120320 h 580436"/>
                    <a:gd name="connsiteX344" fmla="*/ 71271 w 483697"/>
                    <a:gd name="connsiteY344" fmla="*/ 120643 h 580436"/>
                    <a:gd name="connsiteX345" fmla="*/ 76108 w 483697"/>
                    <a:gd name="connsiteY345" fmla="*/ 127092 h 580436"/>
                    <a:gd name="connsiteX346" fmla="*/ 88039 w 483697"/>
                    <a:gd name="connsiteY346" fmla="*/ 139991 h 580436"/>
                    <a:gd name="connsiteX347" fmla="*/ 89329 w 483697"/>
                    <a:gd name="connsiteY347" fmla="*/ 145473 h 580436"/>
                    <a:gd name="connsiteX348" fmla="*/ 86105 w 483697"/>
                    <a:gd name="connsiteY348" fmla="*/ 147730 h 580436"/>
                    <a:gd name="connsiteX349" fmla="*/ 8068 w 483697"/>
                    <a:gd name="connsiteY349" fmla="*/ 136121 h 580436"/>
                    <a:gd name="connsiteX350" fmla="*/ 6778 w 483697"/>
                    <a:gd name="connsiteY350" fmla="*/ 135799 h 580436"/>
                    <a:gd name="connsiteX351" fmla="*/ 4521 w 483697"/>
                    <a:gd name="connsiteY351" fmla="*/ 130639 h 580436"/>
                    <a:gd name="connsiteX352" fmla="*/ 10003 w 483697"/>
                    <a:gd name="connsiteY352" fmla="*/ 126770 h 580436"/>
                    <a:gd name="connsiteX353" fmla="*/ 11293 w 483697"/>
                    <a:gd name="connsiteY353" fmla="*/ 126770 h 580436"/>
                    <a:gd name="connsiteX354" fmla="*/ 27738 w 483697"/>
                    <a:gd name="connsiteY354" fmla="*/ 122578 h 580436"/>
                    <a:gd name="connsiteX355" fmla="*/ 32253 w 483697"/>
                    <a:gd name="connsiteY355" fmla="*/ 120643 h 580436"/>
                    <a:gd name="connsiteX356" fmla="*/ 37412 w 483697"/>
                    <a:gd name="connsiteY356" fmla="*/ 122900 h 580436"/>
                    <a:gd name="connsiteX357" fmla="*/ 35155 w 483697"/>
                    <a:gd name="connsiteY357" fmla="*/ 128060 h 580436"/>
                    <a:gd name="connsiteX358" fmla="*/ 30963 w 483697"/>
                    <a:gd name="connsiteY358" fmla="*/ 129994 h 580436"/>
                    <a:gd name="connsiteX359" fmla="*/ 11293 w 483697"/>
                    <a:gd name="connsiteY359" fmla="*/ 135154 h 580436"/>
                    <a:gd name="connsiteX360" fmla="*/ 8068 w 483697"/>
                    <a:gd name="connsiteY360" fmla="*/ 136121 h 580436"/>
                    <a:gd name="connsiteX361" fmla="*/ 295384 w 483697"/>
                    <a:gd name="connsiteY361" fmla="*/ 119998 h 580436"/>
                    <a:gd name="connsiteX362" fmla="*/ 293772 w 483697"/>
                    <a:gd name="connsiteY362" fmla="*/ 119676 h 580436"/>
                    <a:gd name="connsiteX363" fmla="*/ 291837 w 483697"/>
                    <a:gd name="connsiteY363" fmla="*/ 114194 h 580436"/>
                    <a:gd name="connsiteX364" fmla="*/ 312152 w 483697"/>
                    <a:gd name="connsiteY364" fmla="*/ 93233 h 580436"/>
                    <a:gd name="connsiteX365" fmla="*/ 317634 w 483697"/>
                    <a:gd name="connsiteY365" fmla="*/ 95168 h 580436"/>
                    <a:gd name="connsiteX366" fmla="*/ 315699 w 483697"/>
                    <a:gd name="connsiteY366" fmla="*/ 100650 h 580436"/>
                    <a:gd name="connsiteX367" fmla="*/ 298931 w 483697"/>
                    <a:gd name="connsiteY367" fmla="*/ 117741 h 580436"/>
                    <a:gd name="connsiteX368" fmla="*/ 295384 w 483697"/>
                    <a:gd name="connsiteY368" fmla="*/ 119998 h 580436"/>
                    <a:gd name="connsiteX369" fmla="*/ 492410 w 483697"/>
                    <a:gd name="connsiteY369" fmla="*/ 116451 h 580436"/>
                    <a:gd name="connsiteX370" fmla="*/ 488863 w 483697"/>
                    <a:gd name="connsiteY370" fmla="*/ 114516 h 580436"/>
                    <a:gd name="connsiteX371" fmla="*/ 490153 w 483697"/>
                    <a:gd name="connsiteY371" fmla="*/ 109034 h 580436"/>
                    <a:gd name="connsiteX372" fmla="*/ 495957 w 483697"/>
                    <a:gd name="connsiteY372" fmla="*/ 95491 h 580436"/>
                    <a:gd name="connsiteX373" fmla="*/ 499827 w 483697"/>
                    <a:gd name="connsiteY373" fmla="*/ 86462 h 580436"/>
                    <a:gd name="connsiteX374" fmla="*/ 505631 w 483697"/>
                    <a:gd name="connsiteY374" fmla="*/ 86139 h 580436"/>
                    <a:gd name="connsiteX375" fmla="*/ 505954 w 483697"/>
                    <a:gd name="connsiteY375" fmla="*/ 91944 h 580436"/>
                    <a:gd name="connsiteX376" fmla="*/ 504019 w 483697"/>
                    <a:gd name="connsiteY376" fmla="*/ 95813 h 580436"/>
                    <a:gd name="connsiteX377" fmla="*/ 494345 w 483697"/>
                    <a:gd name="connsiteY377" fmla="*/ 116128 h 580436"/>
                    <a:gd name="connsiteX378" fmla="*/ 492410 w 483697"/>
                    <a:gd name="connsiteY378" fmla="*/ 116451 h 580436"/>
                    <a:gd name="connsiteX379" fmla="*/ 355685 w 483697"/>
                    <a:gd name="connsiteY379" fmla="*/ 104197 h 580436"/>
                    <a:gd name="connsiteX380" fmla="*/ 348913 w 483697"/>
                    <a:gd name="connsiteY380" fmla="*/ 102585 h 580436"/>
                    <a:gd name="connsiteX381" fmla="*/ 346656 w 483697"/>
                    <a:gd name="connsiteY381" fmla="*/ 97426 h 580436"/>
                    <a:gd name="connsiteX382" fmla="*/ 351816 w 483697"/>
                    <a:gd name="connsiteY382" fmla="*/ 95168 h 580436"/>
                    <a:gd name="connsiteX383" fmla="*/ 356007 w 483697"/>
                    <a:gd name="connsiteY383" fmla="*/ 96458 h 580436"/>
                    <a:gd name="connsiteX384" fmla="*/ 362134 w 483697"/>
                    <a:gd name="connsiteY384" fmla="*/ 92588 h 580436"/>
                    <a:gd name="connsiteX385" fmla="*/ 364392 w 483697"/>
                    <a:gd name="connsiteY385" fmla="*/ 89041 h 580436"/>
                    <a:gd name="connsiteX386" fmla="*/ 364069 w 483697"/>
                    <a:gd name="connsiteY386" fmla="*/ 86784 h 580436"/>
                    <a:gd name="connsiteX387" fmla="*/ 366971 w 483697"/>
                    <a:gd name="connsiteY387" fmla="*/ 81947 h 580436"/>
                    <a:gd name="connsiteX388" fmla="*/ 371808 w 483697"/>
                    <a:gd name="connsiteY388" fmla="*/ 84849 h 580436"/>
                    <a:gd name="connsiteX389" fmla="*/ 372453 w 483697"/>
                    <a:gd name="connsiteY389" fmla="*/ 89041 h 580436"/>
                    <a:gd name="connsiteX390" fmla="*/ 367294 w 483697"/>
                    <a:gd name="connsiteY390" fmla="*/ 99038 h 580436"/>
                    <a:gd name="connsiteX391" fmla="*/ 355685 w 483697"/>
                    <a:gd name="connsiteY391" fmla="*/ 104197 h 580436"/>
                    <a:gd name="connsiteX392" fmla="*/ 382127 w 483697"/>
                    <a:gd name="connsiteY392" fmla="*/ 57117 h 580436"/>
                    <a:gd name="connsiteX393" fmla="*/ 380837 w 483697"/>
                    <a:gd name="connsiteY393" fmla="*/ 56795 h 580436"/>
                    <a:gd name="connsiteX394" fmla="*/ 378258 w 483697"/>
                    <a:gd name="connsiteY394" fmla="*/ 51635 h 580436"/>
                    <a:gd name="connsiteX395" fmla="*/ 379225 w 483697"/>
                    <a:gd name="connsiteY395" fmla="*/ 48411 h 580436"/>
                    <a:gd name="connsiteX396" fmla="*/ 390189 w 483697"/>
                    <a:gd name="connsiteY396" fmla="*/ 32610 h 580436"/>
                    <a:gd name="connsiteX397" fmla="*/ 399218 w 483697"/>
                    <a:gd name="connsiteY397" fmla="*/ 31965 h 580436"/>
                    <a:gd name="connsiteX398" fmla="*/ 402442 w 483697"/>
                    <a:gd name="connsiteY398" fmla="*/ 36802 h 580436"/>
                    <a:gd name="connsiteX399" fmla="*/ 397605 w 483697"/>
                    <a:gd name="connsiteY399" fmla="*/ 40027 h 580436"/>
                    <a:gd name="connsiteX400" fmla="*/ 392768 w 483697"/>
                    <a:gd name="connsiteY400" fmla="*/ 40349 h 580436"/>
                    <a:gd name="connsiteX401" fmla="*/ 386319 w 483697"/>
                    <a:gd name="connsiteY401" fmla="*/ 50990 h 580436"/>
                    <a:gd name="connsiteX402" fmla="*/ 385029 w 483697"/>
                    <a:gd name="connsiteY402" fmla="*/ 54538 h 580436"/>
                    <a:gd name="connsiteX403" fmla="*/ 382127 w 483697"/>
                    <a:gd name="connsiteY403" fmla="*/ 57117 h 580436"/>
                    <a:gd name="connsiteX404" fmla="*/ 416953 w 483697"/>
                    <a:gd name="connsiteY404" fmla="*/ 34545 h 580436"/>
                    <a:gd name="connsiteX405" fmla="*/ 413084 w 483697"/>
                    <a:gd name="connsiteY405" fmla="*/ 31643 h 580436"/>
                    <a:gd name="connsiteX406" fmla="*/ 410827 w 483697"/>
                    <a:gd name="connsiteY406" fmla="*/ 15519 h 580436"/>
                    <a:gd name="connsiteX407" fmla="*/ 410827 w 483697"/>
                    <a:gd name="connsiteY407" fmla="*/ 13585 h 580436"/>
                    <a:gd name="connsiteX408" fmla="*/ 410827 w 483697"/>
                    <a:gd name="connsiteY408" fmla="*/ 10037 h 580436"/>
                    <a:gd name="connsiteX409" fmla="*/ 410504 w 483697"/>
                    <a:gd name="connsiteY409" fmla="*/ 4556 h 580436"/>
                    <a:gd name="connsiteX410" fmla="*/ 414051 w 483697"/>
                    <a:gd name="connsiteY410" fmla="*/ 41 h 580436"/>
                    <a:gd name="connsiteX411" fmla="*/ 418566 w 483697"/>
                    <a:gd name="connsiteY411" fmla="*/ 3588 h 580436"/>
                    <a:gd name="connsiteX412" fmla="*/ 418888 w 483697"/>
                    <a:gd name="connsiteY412" fmla="*/ 10360 h 580436"/>
                    <a:gd name="connsiteX413" fmla="*/ 418888 w 483697"/>
                    <a:gd name="connsiteY413" fmla="*/ 14230 h 580436"/>
                    <a:gd name="connsiteX414" fmla="*/ 418888 w 483697"/>
                    <a:gd name="connsiteY414" fmla="*/ 15842 h 580436"/>
                    <a:gd name="connsiteX415" fmla="*/ 421145 w 483697"/>
                    <a:gd name="connsiteY415" fmla="*/ 29708 h 580436"/>
                    <a:gd name="connsiteX416" fmla="*/ 418243 w 483697"/>
                    <a:gd name="connsiteY416" fmla="*/ 34545 h 580436"/>
                    <a:gd name="connsiteX417" fmla="*/ 416953 w 483697"/>
                    <a:gd name="connsiteY417" fmla="*/ 34545 h 580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</a:cxnLst>
                  <a:rect l="l" t="t" r="r" b="b"/>
                  <a:pathLst>
                    <a:path w="483697" h="580436">
                      <a:moveTo>
                        <a:pt x="408892" y="582735"/>
                      </a:moveTo>
                      <a:cubicBezTo>
                        <a:pt x="407279" y="582735"/>
                        <a:pt x="405345" y="582413"/>
                        <a:pt x="403732" y="581768"/>
                      </a:cubicBezTo>
                      <a:cubicBezTo>
                        <a:pt x="401475" y="581123"/>
                        <a:pt x="400508" y="578866"/>
                        <a:pt x="401153" y="576608"/>
                      </a:cubicBezTo>
                      <a:cubicBezTo>
                        <a:pt x="401798" y="574351"/>
                        <a:pt x="404055" y="573384"/>
                        <a:pt x="406312" y="574029"/>
                      </a:cubicBezTo>
                      <a:cubicBezTo>
                        <a:pt x="407279" y="574351"/>
                        <a:pt x="408247" y="574351"/>
                        <a:pt x="409214" y="574351"/>
                      </a:cubicBezTo>
                      <a:cubicBezTo>
                        <a:pt x="410827" y="574351"/>
                        <a:pt x="413406" y="573706"/>
                        <a:pt x="415986" y="568869"/>
                      </a:cubicBezTo>
                      <a:cubicBezTo>
                        <a:pt x="418243" y="565000"/>
                        <a:pt x="420178" y="562420"/>
                        <a:pt x="422758" y="560163"/>
                      </a:cubicBezTo>
                      <a:cubicBezTo>
                        <a:pt x="424692" y="558873"/>
                        <a:pt x="426950" y="559195"/>
                        <a:pt x="428562" y="560808"/>
                      </a:cubicBezTo>
                      <a:cubicBezTo>
                        <a:pt x="429852" y="562742"/>
                        <a:pt x="429530" y="565000"/>
                        <a:pt x="427917" y="566612"/>
                      </a:cubicBezTo>
                      <a:cubicBezTo>
                        <a:pt x="426305" y="567902"/>
                        <a:pt x="424692" y="569836"/>
                        <a:pt x="423080" y="572739"/>
                      </a:cubicBezTo>
                      <a:cubicBezTo>
                        <a:pt x="418566" y="581123"/>
                        <a:pt x="413084" y="582735"/>
                        <a:pt x="408892" y="582735"/>
                      </a:cubicBezTo>
                      <a:close/>
                      <a:moveTo>
                        <a:pt x="460809" y="557260"/>
                      </a:moveTo>
                      <a:cubicBezTo>
                        <a:pt x="458551" y="557260"/>
                        <a:pt x="456939" y="555648"/>
                        <a:pt x="456939" y="553391"/>
                      </a:cubicBezTo>
                      <a:cubicBezTo>
                        <a:pt x="456939" y="551134"/>
                        <a:pt x="458551" y="549199"/>
                        <a:pt x="460809" y="549199"/>
                      </a:cubicBezTo>
                      <a:cubicBezTo>
                        <a:pt x="462421" y="549199"/>
                        <a:pt x="464678" y="548876"/>
                        <a:pt x="467258" y="548554"/>
                      </a:cubicBezTo>
                      <a:lnTo>
                        <a:pt x="470805" y="547909"/>
                      </a:lnTo>
                      <a:cubicBezTo>
                        <a:pt x="477254" y="546942"/>
                        <a:pt x="480801" y="546297"/>
                        <a:pt x="483381" y="543072"/>
                      </a:cubicBezTo>
                      <a:cubicBezTo>
                        <a:pt x="484993" y="541460"/>
                        <a:pt x="487251" y="541137"/>
                        <a:pt x="489185" y="542749"/>
                      </a:cubicBezTo>
                      <a:cubicBezTo>
                        <a:pt x="490798" y="544362"/>
                        <a:pt x="491120" y="546619"/>
                        <a:pt x="489508" y="548554"/>
                      </a:cubicBezTo>
                      <a:cubicBezTo>
                        <a:pt x="484993" y="553713"/>
                        <a:pt x="479189" y="554681"/>
                        <a:pt x="472417" y="555970"/>
                      </a:cubicBezTo>
                      <a:lnTo>
                        <a:pt x="468870" y="556615"/>
                      </a:lnTo>
                      <a:cubicBezTo>
                        <a:pt x="465646" y="556938"/>
                        <a:pt x="462743" y="557260"/>
                        <a:pt x="460809" y="557260"/>
                      </a:cubicBezTo>
                      <a:cubicBezTo>
                        <a:pt x="460809" y="557260"/>
                        <a:pt x="460809" y="557260"/>
                        <a:pt x="460809" y="557260"/>
                      </a:cubicBezTo>
                      <a:close/>
                      <a:moveTo>
                        <a:pt x="256688" y="551456"/>
                      </a:moveTo>
                      <a:cubicBezTo>
                        <a:pt x="253141" y="551456"/>
                        <a:pt x="249594" y="551134"/>
                        <a:pt x="246692" y="550489"/>
                      </a:cubicBezTo>
                      <a:cubicBezTo>
                        <a:pt x="244435" y="550166"/>
                        <a:pt x="243145" y="547909"/>
                        <a:pt x="243467" y="545652"/>
                      </a:cubicBezTo>
                      <a:cubicBezTo>
                        <a:pt x="243790" y="543394"/>
                        <a:pt x="246047" y="542104"/>
                        <a:pt x="248304" y="542427"/>
                      </a:cubicBezTo>
                      <a:cubicBezTo>
                        <a:pt x="250884" y="543072"/>
                        <a:pt x="253786" y="543394"/>
                        <a:pt x="256688" y="543394"/>
                      </a:cubicBezTo>
                      <a:cubicBezTo>
                        <a:pt x="261848" y="543394"/>
                        <a:pt x="265395" y="542427"/>
                        <a:pt x="266362" y="541782"/>
                      </a:cubicBezTo>
                      <a:cubicBezTo>
                        <a:pt x="266362" y="541460"/>
                        <a:pt x="266362" y="541137"/>
                        <a:pt x="266362" y="540815"/>
                      </a:cubicBezTo>
                      <a:cubicBezTo>
                        <a:pt x="266040" y="538557"/>
                        <a:pt x="267652" y="536623"/>
                        <a:pt x="269909" y="536300"/>
                      </a:cubicBezTo>
                      <a:cubicBezTo>
                        <a:pt x="272167" y="535978"/>
                        <a:pt x="274101" y="537590"/>
                        <a:pt x="274424" y="539847"/>
                      </a:cubicBezTo>
                      <a:cubicBezTo>
                        <a:pt x="274424" y="540815"/>
                        <a:pt x="274424" y="541460"/>
                        <a:pt x="274424" y="542427"/>
                      </a:cubicBezTo>
                      <a:cubicBezTo>
                        <a:pt x="274746" y="548231"/>
                        <a:pt x="268297" y="551456"/>
                        <a:pt x="256688" y="551456"/>
                      </a:cubicBezTo>
                      <a:close/>
                      <a:moveTo>
                        <a:pt x="403732" y="548876"/>
                      </a:moveTo>
                      <a:cubicBezTo>
                        <a:pt x="401798" y="548876"/>
                        <a:pt x="400185" y="547586"/>
                        <a:pt x="399863" y="545652"/>
                      </a:cubicBezTo>
                      <a:cubicBezTo>
                        <a:pt x="399540" y="544362"/>
                        <a:pt x="399218" y="542749"/>
                        <a:pt x="398895" y="541137"/>
                      </a:cubicBezTo>
                      <a:cubicBezTo>
                        <a:pt x="397928" y="536623"/>
                        <a:pt x="396961" y="531786"/>
                        <a:pt x="396961" y="526626"/>
                      </a:cubicBezTo>
                      <a:cubicBezTo>
                        <a:pt x="396961" y="522757"/>
                        <a:pt x="397605" y="519532"/>
                        <a:pt x="398895" y="516630"/>
                      </a:cubicBezTo>
                      <a:cubicBezTo>
                        <a:pt x="399863" y="514695"/>
                        <a:pt x="402120" y="513728"/>
                        <a:pt x="404055" y="514373"/>
                      </a:cubicBezTo>
                      <a:cubicBezTo>
                        <a:pt x="405989" y="515340"/>
                        <a:pt x="406957" y="517597"/>
                        <a:pt x="406312" y="519532"/>
                      </a:cubicBezTo>
                      <a:cubicBezTo>
                        <a:pt x="406312" y="519532"/>
                        <a:pt x="406312" y="519854"/>
                        <a:pt x="406312" y="519854"/>
                      </a:cubicBezTo>
                      <a:cubicBezTo>
                        <a:pt x="405667" y="521789"/>
                        <a:pt x="405022" y="523724"/>
                        <a:pt x="405022" y="526626"/>
                      </a:cubicBezTo>
                      <a:cubicBezTo>
                        <a:pt x="405022" y="530818"/>
                        <a:pt x="405989" y="535010"/>
                        <a:pt x="406957" y="539202"/>
                      </a:cubicBezTo>
                      <a:cubicBezTo>
                        <a:pt x="407279" y="540815"/>
                        <a:pt x="407602" y="542427"/>
                        <a:pt x="407924" y="544039"/>
                      </a:cubicBezTo>
                      <a:cubicBezTo>
                        <a:pt x="408247" y="546297"/>
                        <a:pt x="406957" y="548231"/>
                        <a:pt x="404700" y="548876"/>
                      </a:cubicBezTo>
                      <a:cubicBezTo>
                        <a:pt x="404377" y="548876"/>
                        <a:pt x="404055" y="548876"/>
                        <a:pt x="403732" y="548876"/>
                      </a:cubicBezTo>
                      <a:close/>
                      <a:moveTo>
                        <a:pt x="239920" y="523079"/>
                      </a:moveTo>
                      <a:cubicBezTo>
                        <a:pt x="239275" y="523079"/>
                        <a:pt x="238953" y="523079"/>
                        <a:pt x="238308" y="522757"/>
                      </a:cubicBezTo>
                      <a:cubicBezTo>
                        <a:pt x="236373" y="521789"/>
                        <a:pt x="235406" y="519532"/>
                        <a:pt x="236373" y="517597"/>
                      </a:cubicBezTo>
                      <a:cubicBezTo>
                        <a:pt x="237985" y="514373"/>
                        <a:pt x="238630" y="510825"/>
                        <a:pt x="239275" y="507601"/>
                      </a:cubicBezTo>
                      <a:cubicBezTo>
                        <a:pt x="239920" y="505021"/>
                        <a:pt x="240243" y="502119"/>
                        <a:pt x="241210" y="499539"/>
                      </a:cubicBezTo>
                      <a:cubicBezTo>
                        <a:pt x="241855" y="497604"/>
                        <a:pt x="242500" y="495347"/>
                        <a:pt x="243145" y="492445"/>
                      </a:cubicBezTo>
                      <a:cubicBezTo>
                        <a:pt x="243790" y="490188"/>
                        <a:pt x="245725" y="488898"/>
                        <a:pt x="247982" y="489543"/>
                      </a:cubicBezTo>
                      <a:cubicBezTo>
                        <a:pt x="250239" y="490188"/>
                        <a:pt x="251529" y="492122"/>
                        <a:pt x="250884" y="494380"/>
                      </a:cubicBezTo>
                      <a:cubicBezTo>
                        <a:pt x="250239" y="497604"/>
                        <a:pt x="249272" y="500184"/>
                        <a:pt x="248627" y="502441"/>
                      </a:cubicBezTo>
                      <a:cubicBezTo>
                        <a:pt x="247982" y="504376"/>
                        <a:pt x="247337" y="506956"/>
                        <a:pt x="247015" y="509213"/>
                      </a:cubicBezTo>
                      <a:cubicBezTo>
                        <a:pt x="246370" y="512760"/>
                        <a:pt x="245402" y="516630"/>
                        <a:pt x="243790" y="520822"/>
                      </a:cubicBezTo>
                      <a:cubicBezTo>
                        <a:pt x="242822" y="522112"/>
                        <a:pt x="241210" y="523079"/>
                        <a:pt x="239920" y="523079"/>
                      </a:cubicBezTo>
                      <a:close/>
                      <a:moveTo>
                        <a:pt x="335047" y="518887"/>
                      </a:moveTo>
                      <a:cubicBezTo>
                        <a:pt x="329888" y="518887"/>
                        <a:pt x="328598" y="514695"/>
                        <a:pt x="327308" y="511470"/>
                      </a:cubicBezTo>
                      <a:cubicBezTo>
                        <a:pt x="326986" y="510181"/>
                        <a:pt x="326341" y="508568"/>
                        <a:pt x="325696" y="506311"/>
                      </a:cubicBezTo>
                      <a:cubicBezTo>
                        <a:pt x="324728" y="504376"/>
                        <a:pt x="325696" y="501796"/>
                        <a:pt x="327953" y="501152"/>
                      </a:cubicBezTo>
                      <a:cubicBezTo>
                        <a:pt x="329888" y="500184"/>
                        <a:pt x="332468" y="501474"/>
                        <a:pt x="333113" y="503409"/>
                      </a:cubicBezTo>
                      <a:cubicBezTo>
                        <a:pt x="334080" y="505666"/>
                        <a:pt x="334725" y="507601"/>
                        <a:pt x="335047" y="509213"/>
                      </a:cubicBezTo>
                      <a:cubicBezTo>
                        <a:pt x="335370" y="509858"/>
                        <a:pt x="335370" y="510503"/>
                        <a:pt x="335692" y="511148"/>
                      </a:cubicBezTo>
                      <a:cubicBezTo>
                        <a:pt x="340852" y="511148"/>
                        <a:pt x="345366" y="510825"/>
                        <a:pt x="348913" y="510181"/>
                      </a:cubicBezTo>
                      <a:cubicBezTo>
                        <a:pt x="351171" y="509858"/>
                        <a:pt x="353105" y="511470"/>
                        <a:pt x="353428" y="513405"/>
                      </a:cubicBezTo>
                      <a:cubicBezTo>
                        <a:pt x="353750" y="515662"/>
                        <a:pt x="352138" y="517597"/>
                        <a:pt x="350203" y="517920"/>
                      </a:cubicBezTo>
                      <a:cubicBezTo>
                        <a:pt x="346011" y="518565"/>
                        <a:pt x="340852" y="518887"/>
                        <a:pt x="335047" y="518887"/>
                      </a:cubicBezTo>
                      <a:close/>
                      <a:moveTo>
                        <a:pt x="503696" y="516630"/>
                      </a:moveTo>
                      <a:cubicBezTo>
                        <a:pt x="503374" y="516630"/>
                        <a:pt x="502729" y="516630"/>
                        <a:pt x="502406" y="516307"/>
                      </a:cubicBezTo>
                      <a:cubicBezTo>
                        <a:pt x="500472" y="515662"/>
                        <a:pt x="499182" y="513083"/>
                        <a:pt x="500149" y="511148"/>
                      </a:cubicBezTo>
                      <a:cubicBezTo>
                        <a:pt x="501762" y="506956"/>
                        <a:pt x="502729" y="503086"/>
                        <a:pt x="503374" y="499862"/>
                      </a:cubicBezTo>
                      <a:cubicBezTo>
                        <a:pt x="503696" y="497604"/>
                        <a:pt x="504019" y="495025"/>
                        <a:pt x="504019" y="492767"/>
                      </a:cubicBezTo>
                      <a:cubicBezTo>
                        <a:pt x="504019" y="490833"/>
                        <a:pt x="504019" y="488898"/>
                        <a:pt x="503696" y="486641"/>
                      </a:cubicBezTo>
                      <a:cubicBezTo>
                        <a:pt x="503374" y="484383"/>
                        <a:pt x="504986" y="482449"/>
                        <a:pt x="507244" y="482126"/>
                      </a:cubicBezTo>
                      <a:cubicBezTo>
                        <a:pt x="509501" y="481804"/>
                        <a:pt x="511435" y="483416"/>
                        <a:pt x="511758" y="485673"/>
                      </a:cubicBezTo>
                      <a:cubicBezTo>
                        <a:pt x="512080" y="488253"/>
                        <a:pt x="512080" y="490510"/>
                        <a:pt x="512080" y="492767"/>
                      </a:cubicBezTo>
                      <a:cubicBezTo>
                        <a:pt x="512080" y="495670"/>
                        <a:pt x="511758" y="498572"/>
                        <a:pt x="511435" y="501474"/>
                      </a:cubicBezTo>
                      <a:cubicBezTo>
                        <a:pt x="510791" y="505343"/>
                        <a:pt x="509501" y="509536"/>
                        <a:pt x="507888" y="514050"/>
                      </a:cubicBezTo>
                      <a:cubicBezTo>
                        <a:pt x="506921" y="515662"/>
                        <a:pt x="505309" y="516630"/>
                        <a:pt x="503696" y="516630"/>
                      </a:cubicBezTo>
                      <a:close/>
                      <a:moveTo>
                        <a:pt x="285388" y="511148"/>
                      </a:moveTo>
                      <a:cubicBezTo>
                        <a:pt x="284420" y="511148"/>
                        <a:pt x="283775" y="510825"/>
                        <a:pt x="282808" y="510181"/>
                      </a:cubicBezTo>
                      <a:cubicBezTo>
                        <a:pt x="281196" y="508891"/>
                        <a:pt x="280551" y="506311"/>
                        <a:pt x="282163" y="504699"/>
                      </a:cubicBezTo>
                      <a:cubicBezTo>
                        <a:pt x="283131" y="503731"/>
                        <a:pt x="284098" y="502764"/>
                        <a:pt x="285065" y="502119"/>
                      </a:cubicBezTo>
                      <a:cubicBezTo>
                        <a:pt x="286355" y="501474"/>
                        <a:pt x="287645" y="500829"/>
                        <a:pt x="288935" y="500507"/>
                      </a:cubicBezTo>
                      <a:cubicBezTo>
                        <a:pt x="293127" y="498572"/>
                        <a:pt x="297319" y="496959"/>
                        <a:pt x="299576" y="493090"/>
                      </a:cubicBezTo>
                      <a:cubicBezTo>
                        <a:pt x="300221" y="492122"/>
                        <a:pt x="300544" y="491477"/>
                        <a:pt x="300866" y="490510"/>
                      </a:cubicBezTo>
                      <a:lnTo>
                        <a:pt x="301833" y="488575"/>
                      </a:lnTo>
                      <a:cubicBezTo>
                        <a:pt x="302801" y="486641"/>
                        <a:pt x="305381" y="485996"/>
                        <a:pt x="307315" y="486963"/>
                      </a:cubicBezTo>
                      <a:cubicBezTo>
                        <a:pt x="309250" y="487930"/>
                        <a:pt x="309895" y="490510"/>
                        <a:pt x="308928" y="492445"/>
                      </a:cubicBezTo>
                      <a:lnTo>
                        <a:pt x="307960" y="494057"/>
                      </a:lnTo>
                      <a:cubicBezTo>
                        <a:pt x="307638" y="495025"/>
                        <a:pt x="306993" y="495992"/>
                        <a:pt x="306348" y="496959"/>
                      </a:cubicBezTo>
                      <a:cubicBezTo>
                        <a:pt x="302801" y="503086"/>
                        <a:pt x="296997" y="505666"/>
                        <a:pt x="292159" y="507601"/>
                      </a:cubicBezTo>
                      <a:cubicBezTo>
                        <a:pt x="290870" y="508246"/>
                        <a:pt x="289902" y="508568"/>
                        <a:pt x="288612" y="509213"/>
                      </a:cubicBezTo>
                      <a:cubicBezTo>
                        <a:pt x="287645" y="510503"/>
                        <a:pt x="286355" y="511148"/>
                        <a:pt x="285388" y="511148"/>
                      </a:cubicBezTo>
                      <a:close/>
                      <a:moveTo>
                        <a:pt x="375355" y="492767"/>
                      </a:moveTo>
                      <a:cubicBezTo>
                        <a:pt x="374388" y="492767"/>
                        <a:pt x="373421" y="492445"/>
                        <a:pt x="372776" y="491800"/>
                      </a:cubicBezTo>
                      <a:cubicBezTo>
                        <a:pt x="371163" y="490510"/>
                        <a:pt x="370841" y="487930"/>
                        <a:pt x="372453" y="485996"/>
                      </a:cubicBezTo>
                      <a:cubicBezTo>
                        <a:pt x="379225" y="477934"/>
                        <a:pt x="391156" y="477289"/>
                        <a:pt x="394703" y="477289"/>
                      </a:cubicBezTo>
                      <a:cubicBezTo>
                        <a:pt x="396638" y="477289"/>
                        <a:pt x="398573" y="477611"/>
                        <a:pt x="399863" y="477934"/>
                      </a:cubicBezTo>
                      <a:cubicBezTo>
                        <a:pt x="401153" y="478256"/>
                        <a:pt x="402442" y="479224"/>
                        <a:pt x="403410" y="480514"/>
                      </a:cubicBezTo>
                      <a:cubicBezTo>
                        <a:pt x="404700" y="482449"/>
                        <a:pt x="404377" y="484706"/>
                        <a:pt x="402442" y="485996"/>
                      </a:cubicBezTo>
                      <a:cubicBezTo>
                        <a:pt x="400830" y="487286"/>
                        <a:pt x="398573" y="486963"/>
                        <a:pt x="397283" y="485673"/>
                      </a:cubicBezTo>
                      <a:cubicBezTo>
                        <a:pt x="396638" y="485673"/>
                        <a:pt x="395671" y="485351"/>
                        <a:pt x="394703" y="485351"/>
                      </a:cubicBezTo>
                      <a:cubicBezTo>
                        <a:pt x="389221" y="485351"/>
                        <a:pt x="382450" y="486963"/>
                        <a:pt x="378580" y="491155"/>
                      </a:cubicBezTo>
                      <a:cubicBezTo>
                        <a:pt x="377613" y="492122"/>
                        <a:pt x="376645" y="492767"/>
                        <a:pt x="375355" y="492767"/>
                      </a:cubicBezTo>
                      <a:close/>
                      <a:moveTo>
                        <a:pt x="246370" y="460521"/>
                      </a:moveTo>
                      <a:cubicBezTo>
                        <a:pt x="245080" y="460521"/>
                        <a:pt x="243467" y="459876"/>
                        <a:pt x="242822" y="458264"/>
                      </a:cubicBezTo>
                      <a:cubicBezTo>
                        <a:pt x="241533" y="456006"/>
                        <a:pt x="240243" y="454072"/>
                        <a:pt x="238630" y="451814"/>
                      </a:cubicBezTo>
                      <a:cubicBezTo>
                        <a:pt x="235728" y="447622"/>
                        <a:pt x="231536" y="444398"/>
                        <a:pt x="225409" y="441818"/>
                      </a:cubicBezTo>
                      <a:cubicBezTo>
                        <a:pt x="223474" y="440851"/>
                        <a:pt x="222507" y="438593"/>
                        <a:pt x="223474" y="436336"/>
                      </a:cubicBezTo>
                      <a:cubicBezTo>
                        <a:pt x="224442" y="434401"/>
                        <a:pt x="226699" y="433434"/>
                        <a:pt x="228956" y="434401"/>
                      </a:cubicBezTo>
                      <a:cubicBezTo>
                        <a:pt x="233471" y="436659"/>
                        <a:pt x="240243" y="440206"/>
                        <a:pt x="245080" y="446977"/>
                      </a:cubicBezTo>
                      <a:cubicBezTo>
                        <a:pt x="247015" y="449557"/>
                        <a:pt x="248304" y="451814"/>
                        <a:pt x="249917" y="454394"/>
                      </a:cubicBezTo>
                      <a:cubicBezTo>
                        <a:pt x="250884" y="456329"/>
                        <a:pt x="250239" y="458909"/>
                        <a:pt x="248304" y="459876"/>
                      </a:cubicBezTo>
                      <a:cubicBezTo>
                        <a:pt x="247659" y="460198"/>
                        <a:pt x="247015" y="460521"/>
                        <a:pt x="246370" y="460521"/>
                      </a:cubicBezTo>
                      <a:close/>
                      <a:moveTo>
                        <a:pt x="506921" y="453104"/>
                      </a:moveTo>
                      <a:cubicBezTo>
                        <a:pt x="505309" y="453104"/>
                        <a:pt x="503696" y="452137"/>
                        <a:pt x="503051" y="450202"/>
                      </a:cubicBezTo>
                      <a:cubicBezTo>
                        <a:pt x="502729" y="448590"/>
                        <a:pt x="502084" y="447300"/>
                        <a:pt x="501762" y="445688"/>
                      </a:cubicBezTo>
                      <a:cubicBezTo>
                        <a:pt x="500149" y="440528"/>
                        <a:pt x="498214" y="435046"/>
                        <a:pt x="497892" y="430209"/>
                      </a:cubicBezTo>
                      <a:cubicBezTo>
                        <a:pt x="497892" y="429564"/>
                        <a:pt x="497569" y="428274"/>
                        <a:pt x="495957" y="427307"/>
                      </a:cubicBezTo>
                      <a:cubicBezTo>
                        <a:pt x="494022" y="426017"/>
                        <a:pt x="493700" y="423437"/>
                        <a:pt x="494990" y="421825"/>
                      </a:cubicBezTo>
                      <a:cubicBezTo>
                        <a:pt x="496280" y="419890"/>
                        <a:pt x="498859" y="419568"/>
                        <a:pt x="500472" y="420858"/>
                      </a:cubicBezTo>
                      <a:cubicBezTo>
                        <a:pt x="503696" y="423115"/>
                        <a:pt x="505309" y="426340"/>
                        <a:pt x="505631" y="429564"/>
                      </a:cubicBezTo>
                      <a:cubicBezTo>
                        <a:pt x="505954" y="433434"/>
                        <a:pt x="507566" y="438271"/>
                        <a:pt x="509178" y="443108"/>
                      </a:cubicBezTo>
                      <a:cubicBezTo>
                        <a:pt x="509823" y="444720"/>
                        <a:pt x="510146" y="446332"/>
                        <a:pt x="510791" y="447622"/>
                      </a:cubicBezTo>
                      <a:cubicBezTo>
                        <a:pt x="511435" y="449880"/>
                        <a:pt x="510146" y="452137"/>
                        <a:pt x="508211" y="452782"/>
                      </a:cubicBezTo>
                      <a:cubicBezTo>
                        <a:pt x="507566" y="452782"/>
                        <a:pt x="507244" y="453104"/>
                        <a:pt x="506921" y="453104"/>
                      </a:cubicBezTo>
                      <a:close/>
                      <a:moveTo>
                        <a:pt x="454359" y="441173"/>
                      </a:moveTo>
                      <a:lnTo>
                        <a:pt x="454359" y="441173"/>
                      </a:lnTo>
                      <a:cubicBezTo>
                        <a:pt x="454037" y="441173"/>
                        <a:pt x="453392" y="441173"/>
                        <a:pt x="453069" y="441173"/>
                      </a:cubicBezTo>
                      <a:cubicBezTo>
                        <a:pt x="446298" y="440528"/>
                        <a:pt x="443073" y="436014"/>
                        <a:pt x="441138" y="432466"/>
                      </a:cubicBezTo>
                      <a:cubicBezTo>
                        <a:pt x="440171" y="430532"/>
                        <a:pt x="440816" y="427952"/>
                        <a:pt x="442751" y="426985"/>
                      </a:cubicBezTo>
                      <a:cubicBezTo>
                        <a:pt x="444685" y="426017"/>
                        <a:pt x="447265" y="426662"/>
                        <a:pt x="448232" y="428597"/>
                      </a:cubicBezTo>
                      <a:cubicBezTo>
                        <a:pt x="449845" y="431822"/>
                        <a:pt x="451135" y="432789"/>
                        <a:pt x="453714" y="433111"/>
                      </a:cubicBezTo>
                      <a:cubicBezTo>
                        <a:pt x="454037" y="433111"/>
                        <a:pt x="454037" y="433111"/>
                        <a:pt x="454359" y="433111"/>
                      </a:cubicBezTo>
                      <a:lnTo>
                        <a:pt x="454359" y="433111"/>
                      </a:lnTo>
                      <a:cubicBezTo>
                        <a:pt x="455972" y="433111"/>
                        <a:pt x="456617" y="432466"/>
                        <a:pt x="458229" y="428597"/>
                      </a:cubicBezTo>
                      <a:cubicBezTo>
                        <a:pt x="458874" y="427307"/>
                        <a:pt x="459519" y="426340"/>
                        <a:pt x="460164" y="425050"/>
                      </a:cubicBezTo>
                      <a:cubicBezTo>
                        <a:pt x="461131" y="423115"/>
                        <a:pt x="463711" y="422470"/>
                        <a:pt x="465646" y="423760"/>
                      </a:cubicBezTo>
                      <a:cubicBezTo>
                        <a:pt x="467580" y="424727"/>
                        <a:pt x="468225" y="427307"/>
                        <a:pt x="466935" y="429242"/>
                      </a:cubicBezTo>
                      <a:cubicBezTo>
                        <a:pt x="466290" y="430209"/>
                        <a:pt x="465968" y="431177"/>
                        <a:pt x="465323" y="432144"/>
                      </a:cubicBezTo>
                      <a:cubicBezTo>
                        <a:pt x="463711" y="435691"/>
                        <a:pt x="461453" y="441173"/>
                        <a:pt x="454359" y="441173"/>
                      </a:cubicBezTo>
                      <a:close/>
                      <a:moveTo>
                        <a:pt x="198645" y="419245"/>
                      </a:moveTo>
                      <a:cubicBezTo>
                        <a:pt x="197355" y="419245"/>
                        <a:pt x="196065" y="418600"/>
                        <a:pt x="195420" y="417633"/>
                      </a:cubicBezTo>
                      <a:cubicBezTo>
                        <a:pt x="190261" y="410539"/>
                        <a:pt x="183489" y="401832"/>
                        <a:pt x="178974" y="397318"/>
                      </a:cubicBezTo>
                      <a:cubicBezTo>
                        <a:pt x="177362" y="395706"/>
                        <a:pt x="177362" y="393126"/>
                        <a:pt x="178652" y="391513"/>
                      </a:cubicBezTo>
                      <a:cubicBezTo>
                        <a:pt x="180264" y="389901"/>
                        <a:pt x="182844" y="389901"/>
                        <a:pt x="184456" y="391191"/>
                      </a:cubicBezTo>
                      <a:cubicBezTo>
                        <a:pt x="189616" y="396028"/>
                        <a:pt x="196387" y="404734"/>
                        <a:pt x="202192" y="412796"/>
                      </a:cubicBezTo>
                      <a:cubicBezTo>
                        <a:pt x="203482" y="414731"/>
                        <a:pt x="203159" y="416988"/>
                        <a:pt x="201224" y="418278"/>
                      </a:cubicBezTo>
                      <a:cubicBezTo>
                        <a:pt x="200257" y="418923"/>
                        <a:pt x="199612" y="419245"/>
                        <a:pt x="198645" y="419245"/>
                      </a:cubicBezTo>
                      <a:close/>
                      <a:moveTo>
                        <a:pt x="414374" y="418278"/>
                      </a:moveTo>
                      <a:cubicBezTo>
                        <a:pt x="414374" y="418278"/>
                        <a:pt x="414051" y="418278"/>
                        <a:pt x="414374" y="418278"/>
                      </a:cubicBezTo>
                      <a:cubicBezTo>
                        <a:pt x="406634" y="417633"/>
                        <a:pt x="400830" y="417311"/>
                        <a:pt x="395993" y="416021"/>
                      </a:cubicBezTo>
                      <a:cubicBezTo>
                        <a:pt x="394058" y="415376"/>
                        <a:pt x="387932" y="413763"/>
                        <a:pt x="387932" y="408282"/>
                      </a:cubicBezTo>
                      <a:cubicBezTo>
                        <a:pt x="387932" y="406992"/>
                        <a:pt x="388254" y="405702"/>
                        <a:pt x="389221" y="404090"/>
                      </a:cubicBezTo>
                      <a:cubicBezTo>
                        <a:pt x="390189" y="402155"/>
                        <a:pt x="392768" y="401510"/>
                        <a:pt x="394703" y="402477"/>
                      </a:cubicBezTo>
                      <a:cubicBezTo>
                        <a:pt x="396638" y="403445"/>
                        <a:pt x="397283" y="405702"/>
                        <a:pt x="396316" y="407637"/>
                      </a:cubicBezTo>
                      <a:cubicBezTo>
                        <a:pt x="396638" y="407959"/>
                        <a:pt x="397283" y="407959"/>
                        <a:pt x="398250" y="408282"/>
                      </a:cubicBezTo>
                      <a:cubicBezTo>
                        <a:pt x="402765" y="409572"/>
                        <a:pt x="409214" y="409894"/>
                        <a:pt x="414696" y="410216"/>
                      </a:cubicBezTo>
                      <a:cubicBezTo>
                        <a:pt x="416953" y="410216"/>
                        <a:pt x="418566" y="412151"/>
                        <a:pt x="418566" y="414408"/>
                      </a:cubicBezTo>
                      <a:cubicBezTo>
                        <a:pt x="418243" y="416343"/>
                        <a:pt x="416308" y="418278"/>
                        <a:pt x="414374" y="418278"/>
                      </a:cubicBezTo>
                      <a:close/>
                      <a:moveTo>
                        <a:pt x="405022" y="374745"/>
                      </a:moveTo>
                      <a:cubicBezTo>
                        <a:pt x="404377" y="374745"/>
                        <a:pt x="403732" y="374745"/>
                        <a:pt x="403087" y="374423"/>
                      </a:cubicBezTo>
                      <a:cubicBezTo>
                        <a:pt x="401153" y="373455"/>
                        <a:pt x="400185" y="370876"/>
                        <a:pt x="401153" y="368941"/>
                      </a:cubicBezTo>
                      <a:cubicBezTo>
                        <a:pt x="402765" y="365716"/>
                        <a:pt x="405022" y="363459"/>
                        <a:pt x="407924" y="361202"/>
                      </a:cubicBezTo>
                      <a:cubicBezTo>
                        <a:pt x="411149" y="358944"/>
                        <a:pt x="413729" y="357655"/>
                        <a:pt x="415986" y="356687"/>
                      </a:cubicBezTo>
                      <a:cubicBezTo>
                        <a:pt x="418566" y="355397"/>
                        <a:pt x="420823" y="354430"/>
                        <a:pt x="423725" y="352173"/>
                      </a:cubicBezTo>
                      <a:cubicBezTo>
                        <a:pt x="425337" y="350883"/>
                        <a:pt x="427917" y="351205"/>
                        <a:pt x="429530" y="352818"/>
                      </a:cubicBezTo>
                      <a:cubicBezTo>
                        <a:pt x="430819" y="354430"/>
                        <a:pt x="430497" y="357010"/>
                        <a:pt x="428885" y="358622"/>
                      </a:cubicBezTo>
                      <a:cubicBezTo>
                        <a:pt x="425015" y="361524"/>
                        <a:pt x="422435" y="362814"/>
                        <a:pt x="419533" y="364104"/>
                      </a:cubicBezTo>
                      <a:cubicBezTo>
                        <a:pt x="417276" y="365071"/>
                        <a:pt x="415341" y="366039"/>
                        <a:pt x="412439" y="367974"/>
                      </a:cubicBezTo>
                      <a:cubicBezTo>
                        <a:pt x="410504" y="369263"/>
                        <a:pt x="409214" y="370876"/>
                        <a:pt x="408247" y="372810"/>
                      </a:cubicBezTo>
                      <a:cubicBezTo>
                        <a:pt x="407924" y="373778"/>
                        <a:pt x="406312" y="374745"/>
                        <a:pt x="405022" y="374745"/>
                      </a:cubicBezTo>
                      <a:close/>
                      <a:moveTo>
                        <a:pt x="170590" y="365716"/>
                      </a:moveTo>
                      <a:cubicBezTo>
                        <a:pt x="170268" y="365716"/>
                        <a:pt x="169945" y="365716"/>
                        <a:pt x="169623" y="365716"/>
                      </a:cubicBezTo>
                      <a:cubicBezTo>
                        <a:pt x="167366" y="365071"/>
                        <a:pt x="166076" y="362814"/>
                        <a:pt x="166721" y="360879"/>
                      </a:cubicBezTo>
                      <a:cubicBezTo>
                        <a:pt x="166721" y="360557"/>
                        <a:pt x="166721" y="360557"/>
                        <a:pt x="166721" y="360234"/>
                      </a:cubicBezTo>
                      <a:cubicBezTo>
                        <a:pt x="166721" y="358300"/>
                        <a:pt x="165108" y="355720"/>
                        <a:pt x="163174" y="353463"/>
                      </a:cubicBezTo>
                      <a:cubicBezTo>
                        <a:pt x="160916" y="349915"/>
                        <a:pt x="158014" y="346046"/>
                        <a:pt x="158014" y="341209"/>
                      </a:cubicBezTo>
                      <a:cubicBezTo>
                        <a:pt x="158014" y="339274"/>
                        <a:pt x="158337" y="337662"/>
                        <a:pt x="159304" y="336049"/>
                      </a:cubicBezTo>
                      <a:lnTo>
                        <a:pt x="163174" y="337339"/>
                      </a:lnTo>
                      <a:lnTo>
                        <a:pt x="166721" y="339274"/>
                      </a:lnTo>
                      <a:cubicBezTo>
                        <a:pt x="166398" y="339919"/>
                        <a:pt x="166076" y="340564"/>
                        <a:pt x="166076" y="341209"/>
                      </a:cubicBezTo>
                      <a:cubicBezTo>
                        <a:pt x="166076" y="343466"/>
                        <a:pt x="168011" y="346046"/>
                        <a:pt x="169623" y="348948"/>
                      </a:cubicBezTo>
                      <a:cubicBezTo>
                        <a:pt x="171880" y="352495"/>
                        <a:pt x="174460" y="356042"/>
                        <a:pt x="174460" y="360234"/>
                      </a:cubicBezTo>
                      <a:cubicBezTo>
                        <a:pt x="174460" y="361202"/>
                        <a:pt x="174460" y="362169"/>
                        <a:pt x="174137" y="362814"/>
                      </a:cubicBezTo>
                      <a:cubicBezTo>
                        <a:pt x="174137" y="364426"/>
                        <a:pt x="172525" y="365716"/>
                        <a:pt x="170590" y="365716"/>
                      </a:cubicBezTo>
                      <a:close/>
                      <a:moveTo>
                        <a:pt x="457261" y="338307"/>
                      </a:moveTo>
                      <a:cubicBezTo>
                        <a:pt x="455649" y="338307"/>
                        <a:pt x="454359" y="337339"/>
                        <a:pt x="453714" y="336049"/>
                      </a:cubicBezTo>
                      <a:cubicBezTo>
                        <a:pt x="452747" y="334115"/>
                        <a:pt x="453714" y="331535"/>
                        <a:pt x="455649" y="330568"/>
                      </a:cubicBezTo>
                      <a:cubicBezTo>
                        <a:pt x="456294" y="330245"/>
                        <a:pt x="456617" y="330245"/>
                        <a:pt x="456617" y="328955"/>
                      </a:cubicBezTo>
                      <a:cubicBezTo>
                        <a:pt x="456617" y="325408"/>
                        <a:pt x="453714" y="321861"/>
                        <a:pt x="449845" y="317669"/>
                      </a:cubicBezTo>
                      <a:cubicBezTo>
                        <a:pt x="448877" y="316702"/>
                        <a:pt x="448232" y="315734"/>
                        <a:pt x="447265" y="314767"/>
                      </a:cubicBezTo>
                      <a:cubicBezTo>
                        <a:pt x="445975" y="313154"/>
                        <a:pt x="445975" y="310575"/>
                        <a:pt x="447587" y="308962"/>
                      </a:cubicBezTo>
                      <a:cubicBezTo>
                        <a:pt x="449200" y="307350"/>
                        <a:pt x="451780" y="307673"/>
                        <a:pt x="453392" y="309285"/>
                      </a:cubicBezTo>
                      <a:cubicBezTo>
                        <a:pt x="454359" y="310252"/>
                        <a:pt x="455004" y="311220"/>
                        <a:pt x="455972" y="312187"/>
                      </a:cubicBezTo>
                      <a:cubicBezTo>
                        <a:pt x="460809" y="317669"/>
                        <a:pt x="464678" y="322183"/>
                        <a:pt x="464678" y="328310"/>
                      </a:cubicBezTo>
                      <a:cubicBezTo>
                        <a:pt x="464678" y="328633"/>
                        <a:pt x="464678" y="329278"/>
                        <a:pt x="464678" y="329600"/>
                      </a:cubicBezTo>
                      <a:cubicBezTo>
                        <a:pt x="464356" y="333470"/>
                        <a:pt x="462421" y="336049"/>
                        <a:pt x="459196" y="337662"/>
                      </a:cubicBezTo>
                      <a:cubicBezTo>
                        <a:pt x="458551" y="338307"/>
                        <a:pt x="457906" y="338307"/>
                        <a:pt x="457261" y="338307"/>
                      </a:cubicBezTo>
                      <a:close/>
                      <a:moveTo>
                        <a:pt x="158982" y="306060"/>
                      </a:moveTo>
                      <a:cubicBezTo>
                        <a:pt x="157692" y="306060"/>
                        <a:pt x="156402" y="305415"/>
                        <a:pt x="155435" y="304125"/>
                      </a:cubicBezTo>
                      <a:cubicBezTo>
                        <a:pt x="154467" y="302836"/>
                        <a:pt x="153822" y="301546"/>
                        <a:pt x="153177" y="300578"/>
                      </a:cubicBezTo>
                      <a:cubicBezTo>
                        <a:pt x="148663" y="294129"/>
                        <a:pt x="144793" y="288002"/>
                        <a:pt x="144793" y="279618"/>
                      </a:cubicBezTo>
                      <a:cubicBezTo>
                        <a:pt x="144793" y="278973"/>
                        <a:pt x="144793" y="278328"/>
                        <a:pt x="144793" y="277361"/>
                      </a:cubicBezTo>
                      <a:cubicBezTo>
                        <a:pt x="145116" y="275104"/>
                        <a:pt x="147050" y="273491"/>
                        <a:pt x="149308" y="273814"/>
                      </a:cubicBezTo>
                      <a:cubicBezTo>
                        <a:pt x="151565" y="274136"/>
                        <a:pt x="153177" y="276071"/>
                        <a:pt x="152855" y="278328"/>
                      </a:cubicBezTo>
                      <a:cubicBezTo>
                        <a:pt x="152855" y="278973"/>
                        <a:pt x="152855" y="279296"/>
                        <a:pt x="152855" y="279941"/>
                      </a:cubicBezTo>
                      <a:cubicBezTo>
                        <a:pt x="152855" y="285745"/>
                        <a:pt x="156079" y="290582"/>
                        <a:pt x="159949" y="296386"/>
                      </a:cubicBezTo>
                      <a:cubicBezTo>
                        <a:pt x="160916" y="297676"/>
                        <a:pt x="161561" y="298966"/>
                        <a:pt x="162529" y="300256"/>
                      </a:cubicBezTo>
                      <a:cubicBezTo>
                        <a:pt x="163819" y="302191"/>
                        <a:pt x="163174" y="304770"/>
                        <a:pt x="161239" y="305738"/>
                      </a:cubicBezTo>
                      <a:cubicBezTo>
                        <a:pt x="160271" y="306060"/>
                        <a:pt x="159626" y="306060"/>
                        <a:pt x="158982" y="306060"/>
                      </a:cubicBezTo>
                      <a:close/>
                      <a:moveTo>
                        <a:pt x="445330" y="282843"/>
                      </a:moveTo>
                      <a:cubicBezTo>
                        <a:pt x="444685" y="282843"/>
                        <a:pt x="444363" y="282843"/>
                        <a:pt x="443718" y="282520"/>
                      </a:cubicBezTo>
                      <a:cubicBezTo>
                        <a:pt x="441783" y="281553"/>
                        <a:pt x="440493" y="279296"/>
                        <a:pt x="441461" y="277361"/>
                      </a:cubicBezTo>
                      <a:cubicBezTo>
                        <a:pt x="442106" y="275749"/>
                        <a:pt x="442428" y="274459"/>
                        <a:pt x="442428" y="272846"/>
                      </a:cubicBezTo>
                      <a:cubicBezTo>
                        <a:pt x="442428" y="271879"/>
                        <a:pt x="442428" y="271234"/>
                        <a:pt x="442106" y="269944"/>
                      </a:cubicBezTo>
                      <a:cubicBezTo>
                        <a:pt x="441138" y="265430"/>
                        <a:pt x="439203" y="259948"/>
                        <a:pt x="436624" y="254143"/>
                      </a:cubicBezTo>
                      <a:cubicBezTo>
                        <a:pt x="435656" y="252209"/>
                        <a:pt x="436624" y="249629"/>
                        <a:pt x="438881" y="248984"/>
                      </a:cubicBezTo>
                      <a:cubicBezTo>
                        <a:pt x="440816" y="248017"/>
                        <a:pt x="443395" y="248984"/>
                        <a:pt x="444040" y="251241"/>
                      </a:cubicBezTo>
                      <a:cubicBezTo>
                        <a:pt x="446620" y="257690"/>
                        <a:pt x="448877" y="263172"/>
                        <a:pt x="449845" y="268654"/>
                      </a:cubicBezTo>
                      <a:cubicBezTo>
                        <a:pt x="450167" y="270267"/>
                        <a:pt x="450167" y="271556"/>
                        <a:pt x="450167" y="272846"/>
                      </a:cubicBezTo>
                      <a:cubicBezTo>
                        <a:pt x="450167" y="275426"/>
                        <a:pt x="449845" y="277683"/>
                        <a:pt x="448877" y="280263"/>
                      </a:cubicBezTo>
                      <a:cubicBezTo>
                        <a:pt x="448555" y="281875"/>
                        <a:pt x="446943" y="282843"/>
                        <a:pt x="445330" y="282843"/>
                      </a:cubicBezTo>
                      <a:close/>
                      <a:moveTo>
                        <a:pt x="113837" y="269299"/>
                      </a:moveTo>
                      <a:cubicBezTo>
                        <a:pt x="108677" y="269299"/>
                        <a:pt x="104163" y="267687"/>
                        <a:pt x="100616" y="264462"/>
                      </a:cubicBezTo>
                      <a:cubicBezTo>
                        <a:pt x="99326" y="263172"/>
                        <a:pt x="97713" y="262205"/>
                        <a:pt x="96101" y="261238"/>
                      </a:cubicBezTo>
                      <a:cubicBezTo>
                        <a:pt x="94166" y="259948"/>
                        <a:pt x="93844" y="257368"/>
                        <a:pt x="94811" y="255756"/>
                      </a:cubicBezTo>
                      <a:cubicBezTo>
                        <a:pt x="96101" y="253821"/>
                        <a:pt x="98681" y="253499"/>
                        <a:pt x="100293" y="254466"/>
                      </a:cubicBezTo>
                      <a:cubicBezTo>
                        <a:pt x="102228" y="255756"/>
                        <a:pt x="103840" y="257046"/>
                        <a:pt x="105452" y="258335"/>
                      </a:cubicBezTo>
                      <a:cubicBezTo>
                        <a:pt x="109000" y="261560"/>
                        <a:pt x="114159" y="261883"/>
                        <a:pt x="121253" y="259625"/>
                      </a:cubicBezTo>
                      <a:cubicBezTo>
                        <a:pt x="123510" y="258980"/>
                        <a:pt x="125768" y="259948"/>
                        <a:pt x="126413" y="262205"/>
                      </a:cubicBezTo>
                      <a:cubicBezTo>
                        <a:pt x="127058" y="264462"/>
                        <a:pt x="126090" y="266720"/>
                        <a:pt x="123833" y="267365"/>
                      </a:cubicBezTo>
                      <a:cubicBezTo>
                        <a:pt x="120286" y="268654"/>
                        <a:pt x="117061" y="269299"/>
                        <a:pt x="113837" y="269299"/>
                      </a:cubicBezTo>
                      <a:close/>
                      <a:moveTo>
                        <a:pt x="42894" y="248339"/>
                      </a:moveTo>
                      <a:cubicBezTo>
                        <a:pt x="41282" y="248339"/>
                        <a:pt x="39992" y="247372"/>
                        <a:pt x="39347" y="246082"/>
                      </a:cubicBezTo>
                      <a:cubicBezTo>
                        <a:pt x="38380" y="244147"/>
                        <a:pt x="39025" y="241567"/>
                        <a:pt x="41282" y="240600"/>
                      </a:cubicBezTo>
                      <a:cubicBezTo>
                        <a:pt x="43862" y="239310"/>
                        <a:pt x="47086" y="237698"/>
                        <a:pt x="50634" y="236085"/>
                      </a:cubicBezTo>
                      <a:cubicBezTo>
                        <a:pt x="56760" y="233183"/>
                        <a:pt x="60952" y="231893"/>
                        <a:pt x="63532" y="231893"/>
                      </a:cubicBezTo>
                      <a:cubicBezTo>
                        <a:pt x="65789" y="231893"/>
                        <a:pt x="69659" y="232861"/>
                        <a:pt x="69981" y="238665"/>
                      </a:cubicBezTo>
                      <a:cubicBezTo>
                        <a:pt x="70304" y="240922"/>
                        <a:pt x="68691" y="243180"/>
                        <a:pt x="66434" y="243180"/>
                      </a:cubicBezTo>
                      <a:cubicBezTo>
                        <a:pt x="64499" y="243502"/>
                        <a:pt x="62565" y="242212"/>
                        <a:pt x="62242" y="240277"/>
                      </a:cubicBezTo>
                      <a:cubicBezTo>
                        <a:pt x="60952" y="240600"/>
                        <a:pt x="58373" y="241567"/>
                        <a:pt x="54181" y="243502"/>
                      </a:cubicBezTo>
                      <a:cubicBezTo>
                        <a:pt x="50956" y="245114"/>
                        <a:pt x="47731" y="246404"/>
                        <a:pt x="45152" y="247694"/>
                      </a:cubicBezTo>
                      <a:cubicBezTo>
                        <a:pt x="44184" y="248017"/>
                        <a:pt x="43539" y="248339"/>
                        <a:pt x="42894" y="248339"/>
                      </a:cubicBezTo>
                      <a:close/>
                      <a:moveTo>
                        <a:pt x="14517" y="242212"/>
                      </a:moveTo>
                      <a:cubicBezTo>
                        <a:pt x="12905" y="242212"/>
                        <a:pt x="11293" y="241245"/>
                        <a:pt x="10648" y="239633"/>
                      </a:cubicBezTo>
                      <a:cubicBezTo>
                        <a:pt x="8068" y="232538"/>
                        <a:pt x="6456" y="225122"/>
                        <a:pt x="6456" y="219640"/>
                      </a:cubicBezTo>
                      <a:cubicBezTo>
                        <a:pt x="6456" y="217382"/>
                        <a:pt x="6778" y="215448"/>
                        <a:pt x="7101" y="213835"/>
                      </a:cubicBezTo>
                      <a:cubicBezTo>
                        <a:pt x="7423" y="212868"/>
                        <a:pt x="7423" y="212223"/>
                        <a:pt x="7746" y="211256"/>
                      </a:cubicBezTo>
                      <a:cubicBezTo>
                        <a:pt x="8068" y="208998"/>
                        <a:pt x="10003" y="207386"/>
                        <a:pt x="12260" y="207708"/>
                      </a:cubicBezTo>
                      <a:cubicBezTo>
                        <a:pt x="14517" y="208031"/>
                        <a:pt x="16130" y="209966"/>
                        <a:pt x="15807" y="212223"/>
                      </a:cubicBezTo>
                      <a:cubicBezTo>
                        <a:pt x="15485" y="213513"/>
                        <a:pt x="15485" y="214803"/>
                        <a:pt x="15162" y="215770"/>
                      </a:cubicBezTo>
                      <a:cubicBezTo>
                        <a:pt x="14840" y="216737"/>
                        <a:pt x="14840" y="218027"/>
                        <a:pt x="14840" y="219317"/>
                      </a:cubicBezTo>
                      <a:cubicBezTo>
                        <a:pt x="14840" y="223832"/>
                        <a:pt x="16130" y="230281"/>
                        <a:pt x="18709" y="236408"/>
                      </a:cubicBezTo>
                      <a:cubicBezTo>
                        <a:pt x="19354" y="238343"/>
                        <a:pt x="18387" y="240922"/>
                        <a:pt x="16452" y="241567"/>
                      </a:cubicBezTo>
                      <a:cubicBezTo>
                        <a:pt x="15485" y="242212"/>
                        <a:pt x="14840" y="242212"/>
                        <a:pt x="14517" y="242212"/>
                      </a:cubicBezTo>
                      <a:close/>
                      <a:moveTo>
                        <a:pt x="431142" y="220607"/>
                      </a:moveTo>
                      <a:cubicBezTo>
                        <a:pt x="428885" y="220607"/>
                        <a:pt x="426950" y="218672"/>
                        <a:pt x="426950" y="216415"/>
                      </a:cubicBezTo>
                      <a:cubicBezTo>
                        <a:pt x="426950" y="200937"/>
                        <a:pt x="426950" y="199969"/>
                        <a:pt x="432109" y="192553"/>
                      </a:cubicBezTo>
                      <a:cubicBezTo>
                        <a:pt x="432754" y="191585"/>
                        <a:pt x="433721" y="190295"/>
                        <a:pt x="434366" y="189006"/>
                      </a:cubicBezTo>
                      <a:cubicBezTo>
                        <a:pt x="435656" y="187071"/>
                        <a:pt x="438236" y="186748"/>
                        <a:pt x="439848" y="188038"/>
                      </a:cubicBezTo>
                      <a:cubicBezTo>
                        <a:pt x="441783" y="189328"/>
                        <a:pt x="442106" y="191908"/>
                        <a:pt x="440816" y="193520"/>
                      </a:cubicBezTo>
                      <a:cubicBezTo>
                        <a:pt x="439848" y="194810"/>
                        <a:pt x="439203" y="196100"/>
                        <a:pt x="438236" y="197067"/>
                      </a:cubicBezTo>
                      <a:cubicBezTo>
                        <a:pt x="434689" y="202227"/>
                        <a:pt x="434689" y="202227"/>
                        <a:pt x="434689" y="216415"/>
                      </a:cubicBezTo>
                      <a:cubicBezTo>
                        <a:pt x="435011" y="218672"/>
                        <a:pt x="433077" y="220607"/>
                        <a:pt x="431142" y="220607"/>
                      </a:cubicBezTo>
                      <a:close/>
                      <a:moveTo>
                        <a:pt x="146405" y="193197"/>
                      </a:moveTo>
                      <a:cubicBezTo>
                        <a:pt x="145760" y="193197"/>
                        <a:pt x="145116" y="193197"/>
                        <a:pt x="144471" y="192553"/>
                      </a:cubicBezTo>
                      <a:cubicBezTo>
                        <a:pt x="142536" y="191585"/>
                        <a:pt x="141891" y="189006"/>
                        <a:pt x="142858" y="187071"/>
                      </a:cubicBezTo>
                      <a:cubicBezTo>
                        <a:pt x="143826" y="185136"/>
                        <a:pt x="144793" y="182879"/>
                        <a:pt x="145760" y="180299"/>
                      </a:cubicBezTo>
                      <a:cubicBezTo>
                        <a:pt x="148018" y="173527"/>
                        <a:pt x="150920" y="165788"/>
                        <a:pt x="157692" y="162563"/>
                      </a:cubicBezTo>
                      <a:cubicBezTo>
                        <a:pt x="159626" y="161596"/>
                        <a:pt x="162206" y="162241"/>
                        <a:pt x="163174" y="164176"/>
                      </a:cubicBezTo>
                      <a:cubicBezTo>
                        <a:pt x="164141" y="166110"/>
                        <a:pt x="163496" y="168690"/>
                        <a:pt x="161561" y="169658"/>
                      </a:cubicBezTo>
                      <a:cubicBezTo>
                        <a:pt x="157692" y="171592"/>
                        <a:pt x="155757" y="177397"/>
                        <a:pt x="153822" y="182879"/>
                      </a:cubicBezTo>
                      <a:cubicBezTo>
                        <a:pt x="152855" y="185781"/>
                        <a:pt x="151887" y="188683"/>
                        <a:pt x="150598" y="190940"/>
                      </a:cubicBezTo>
                      <a:cubicBezTo>
                        <a:pt x="149308" y="192230"/>
                        <a:pt x="147695" y="193197"/>
                        <a:pt x="146405" y="193197"/>
                      </a:cubicBezTo>
                      <a:close/>
                      <a:moveTo>
                        <a:pt x="122543" y="183524"/>
                      </a:moveTo>
                      <a:cubicBezTo>
                        <a:pt x="120286" y="183524"/>
                        <a:pt x="118351" y="181589"/>
                        <a:pt x="118351" y="179331"/>
                      </a:cubicBezTo>
                      <a:lnTo>
                        <a:pt x="118351" y="171592"/>
                      </a:lnTo>
                      <a:cubicBezTo>
                        <a:pt x="118351" y="168045"/>
                        <a:pt x="118351" y="163208"/>
                        <a:pt x="117706" y="158371"/>
                      </a:cubicBezTo>
                      <a:cubicBezTo>
                        <a:pt x="117384" y="156759"/>
                        <a:pt x="117061" y="155147"/>
                        <a:pt x="116739" y="154179"/>
                      </a:cubicBezTo>
                      <a:cubicBezTo>
                        <a:pt x="116094" y="152244"/>
                        <a:pt x="117061" y="149665"/>
                        <a:pt x="118996" y="149020"/>
                      </a:cubicBezTo>
                      <a:cubicBezTo>
                        <a:pt x="120931" y="148375"/>
                        <a:pt x="123510" y="149342"/>
                        <a:pt x="124155" y="151277"/>
                      </a:cubicBezTo>
                      <a:cubicBezTo>
                        <a:pt x="124800" y="153212"/>
                        <a:pt x="125445" y="155147"/>
                        <a:pt x="125768" y="157404"/>
                      </a:cubicBezTo>
                      <a:cubicBezTo>
                        <a:pt x="126413" y="162886"/>
                        <a:pt x="126413" y="167723"/>
                        <a:pt x="126413" y="171592"/>
                      </a:cubicBezTo>
                      <a:lnTo>
                        <a:pt x="126413" y="179331"/>
                      </a:lnTo>
                      <a:cubicBezTo>
                        <a:pt x="126413" y="181911"/>
                        <a:pt x="124800" y="183524"/>
                        <a:pt x="122543" y="183524"/>
                      </a:cubicBezTo>
                      <a:close/>
                      <a:moveTo>
                        <a:pt x="21934" y="180621"/>
                      </a:moveTo>
                      <a:cubicBezTo>
                        <a:pt x="21612" y="180621"/>
                        <a:pt x="21289" y="180621"/>
                        <a:pt x="20644" y="180299"/>
                      </a:cubicBezTo>
                      <a:cubicBezTo>
                        <a:pt x="18387" y="179654"/>
                        <a:pt x="17420" y="177397"/>
                        <a:pt x="18064" y="175140"/>
                      </a:cubicBezTo>
                      <a:cubicBezTo>
                        <a:pt x="18387" y="174172"/>
                        <a:pt x="18709" y="173205"/>
                        <a:pt x="18709" y="172237"/>
                      </a:cubicBezTo>
                      <a:cubicBezTo>
                        <a:pt x="18709" y="170947"/>
                        <a:pt x="18387" y="170947"/>
                        <a:pt x="17742" y="170625"/>
                      </a:cubicBezTo>
                      <a:cubicBezTo>
                        <a:pt x="15807" y="169980"/>
                        <a:pt x="14195" y="169335"/>
                        <a:pt x="12260" y="168690"/>
                      </a:cubicBezTo>
                      <a:cubicBezTo>
                        <a:pt x="8713" y="167723"/>
                        <a:pt x="5488" y="166433"/>
                        <a:pt x="2586" y="165465"/>
                      </a:cubicBezTo>
                      <a:cubicBezTo>
                        <a:pt x="651" y="164821"/>
                        <a:pt x="-638" y="162241"/>
                        <a:pt x="329" y="160306"/>
                      </a:cubicBezTo>
                      <a:cubicBezTo>
                        <a:pt x="974" y="158371"/>
                        <a:pt x="3554" y="157081"/>
                        <a:pt x="5488" y="158049"/>
                      </a:cubicBezTo>
                      <a:cubicBezTo>
                        <a:pt x="8391" y="159016"/>
                        <a:pt x="11615" y="159984"/>
                        <a:pt x="14840" y="161274"/>
                      </a:cubicBezTo>
                      <a:cubicBezTo>
                        <a:pt x="16775" y="161918"/>
                        <a:pt x="18709" y="162563"/>
                        <a:pt x="20644" y="163208"/>
                      </a:cubicBezTo>
                      <a:cubicBezTo>
                        <a:pt x="24836" y="164498"/>
                        <a:pt x="27093" y="168045"/>
                        <a:pt x="27093" y="172237"/>
                      </a:cubicBezTo>
                      <a:cubicBezTo>
                        <a:pt x="27093" y="173850"/>
                        <a:pt x="26771" y="175462"/>
                        <a:pt x="26126" y="177397"/>
                      </a:cubicBezTo>
                      <a:cubicBezTo>
                        <a:pt x="25159" y="179654"/>
                        <a:pt x="23546" y="180621"/>
                        <a:pt x="21934" y="180621"/>
                      </a:cubicBezTo>
                      <a:close/>
                      <a:moveTo>
                        <a:pt x="198000" y="172237"/>
                      </a:moveTo>
                      <a:lnTo>
                        <a:pt x="196710" y="172237"/>
                      </a:lnTo>
                      <a:cubicBezTo>
                        <a:pt x="194453" y="172237"/>
                        <a:pt x="192840" y="170303"/>
                        <a:pt x="192840" y="168045"/>
                      </a:cubicBezTo>
                      <a:cubicBezTo>
                        <a:pt x="192840" y="165788"/>
                        <a:pt x="194775" y="164176"/>
                        <a:pt x="197032" y="164176"/>
                      </a:cubicBezTo>
                      <a:lnTo>
                        <a:pt x="198322" y="164176"/>
                      </a:lnTo>
                      <a:cubicBezTo>
                        <a:pt x="202192" y="164176"/>
                        <a:pt x="204772" y="163531"/>
                        <a:pt x="207029" y="162563"/>
                      </a:cubicBezTo>
                      <a:cubicBezTo>
                        <a:pt x="208641" y="161596"/>
                        <a:pt x="210576" y="160629"/>
                        <a:pt x="212511" y="159339"/>
                      </a:cubicBezTo>
                      <a:cubicBezTo>
                        <a:pt x="214768" y="158049"/>
                        <a:pt x="217348" y="156437"/>
                        <a:pt x="219605" y="155147"/>
                      </a:cubicBezTo>
                      <a:cubicBezTo>
                        <a:pt x="221540" y="154179"/>
                        <a:pt x="224119" y="154824"/>
                        <a:pt x="225087" y="156759"/>
                      </a:cubicBezTo>
                      <a:cubicBezTo>
                        <a:pt x="226054" y="158694"/>
                        <a:pt x="225409" y="161274"/>
                        <a:pt x="223474" y="162241"/>
                      </a:cubicBezTo>
                      <a:cubicBezTo>
                        <a:pt x="221217" y="163531"/>
                        <a:pt x="218960" y="164821"/>
                        <a:pt x="216703" y="166110"/>
                      </a:cubicBezTo>
                      <a:cubicBezTo>
                        <a:pt x="214446" y="167400"/>
                        <a:pt x="212511" y="168690"/>
                        <a:pt x="210576" y="169658"/>
                      </a:cubicBezTo>
                      <a:cubicBezTo>
                        <a:pt x="207029" y="171270"/>
                        <a:pt x="203159" y="172237"/>
                        <a:pt x="198000" y="172237"/>
                      </a:cubicBezTo>
                      <a:close/>
                      <a:moveTo>
                        <a:pt x="256688" y="165788"/>
                      </a:moveTo>
                      <a:cubicBezTo>
                        <a:pt x="254431" y="165788"/>
                        <a:pt x="252819" y="164176"/>
                        <a:pt x="252819" y="161918"/>
                      </a:cubicBezTo>
                      <a:cubicBezTo>
                        <a:pt x="252819" y="159661"/>
                        <a:pt x="254431" y="157726"/>
                        <a:pt x="256688" y="157726"/>
                      </a:cubicBezTo>
                      <a:cubicBezTo>
                        <a:pt x="260880" y="157404"/>
                        <a:pt x="264750" y="154502"/>
                        <a:pt x="268942" y="151600"/>
                      </a:cubicBezTo>
                      <a:cubicBezTo>
                        <a:pt x="271522" y="149665"/>
                        <a:pt x="273779" y="148052"/>
                        <a:pt x="276681" y="146440"/>
                      </a:cubicBezTo>
                      <a:cubicBezTo>
                        <a:pt x="277326" y="146118"/>
                        <a:pt x="277649" y="145795"/>
                        <a:pt x="278294" y="145473"/>
                      </a:cubicBezTo>
                      <a:cubicBezTo>
                        <a:pt x="280228" y="144183"/>
                        <a:pt x="282808" y="144828"/>
                        <a:pt x="283775" y="146763"/>
                      </a:cubicBezTo>
                      <a:cubicBezTo>
                        <a:pt x="285065" y="148697"/>
                        <a:pt x="284420" y="151277"/>
                        <a:pt x="282486" y="152244"/>
                      </a:cubicBezTo>
                      <a:cubicBezTo>
                        <a:pt x="281841" y="152567"/>
                        <a:pt x="281196" y="152889"/>
                        <a:pt x="280551" y="153212"/>
                      </a:cubicBezTo>
                      <a:cubicBezTo>
                        <a:pt x="278294" y="154502"/>
                        <a:pt x="276036" y="156114"/>
                        <a:pt x="273779" y="157726"/>
                      </a:cubicBezTo>
                      <a:cubicBezTo>
                        <a:pt x="268620" y="161596"/>
                        <a:pt x="263138" y="165465"/>
                        <a:pt x="256688" y="165788"/>
                      </a:cubicBezTo>
                      <a:cubicBezTo>
                        <a:pt x="256688" y="165788"/>
                        <a:pt x="256688" y="165788"/>
                        <a:pt x="256688" y="165788"/>
                      </a:cubicBezTo>
                      <a:close/>
                      <a:moveTo>
                        <a:pt x="455004" y="161918"/>
                      </a:moveTo>
                      <a:cubicBezTo>
                        <a:pt x="454359" y="161918"/>
                        <a:pt x="454037" y="161918"/>
                        <a:pt x="453714" y="161596"/>
                      </a:cubicBezTo>
                      <a:cubicBezTo>
                        <a:pt x="451780" y="160951"/>
                        <a:pt x="450490" y="158371"/>
                        <a:pt x="451457" y="156437"/>
                      </a:cubicBezTo>
                      <a:cubicBezTo>
                        <a:pt x="454359" y="149020"/>
                        <a:pt x="456617" y="140958"/>
                        <a:pt x="458551" y="133219"/>
                      </a:cubicBezTo>
                      <a:lnTo>
                        <a:pt x="459196" y="130962"/>
                      </a:lnTo>
                      <a:cubicBezTo>
                        <a:pt x="459841" y="128705"/>
                        <a:pt x="461776" y="127415"/>
                        <a:pt x="464033" y="128060"/>
                      </a:cubicBezTo>
                      <a:cubicBezTo>
                        <a:pt x="466290" y="128705"/>
                        <a:pt x="467580" y="130639"/>
                        <a:pt x="466935" y="132897"/>
                      </a:cubicBezTo>
                      <a:lnTo>
                        <a:pt x="466290" y="134831"/>
                      </a:lnTo>
                      <a:cubicBezTo>
                        <a:pt x="464356" y="143215"/>
                        <a:pt x="461776" y="151277"/>
                        <a:pt x="458874" y="159016"/>
                      </a:cubicBezTo>
                      <a:cubicBezTo>
                        <a:pt x="458229" y="160951"/>
                        <a:pt x="456617" y="161918"/>
                        <a:pt x="455004" y="161918"/>
                      </a:cubicBezTo>
                      <a:close/>
                      <a:moveTo>
                        <a:pt x="86105" y="147730"/>
                      </a:moveTo>
                      <a:cubicBezTo>
                        <a:pt x="85460" y="147730"/>
                        <a:pt x="84492" y="147408"/>
                        <a:pt x="83847" y="147085"/>
                      </a:cubicBezTo>
                      <a:cubicBezTo>
                        <a:pt x="78043" y="143538"/>
                        <a:pt x="73528" y="137411"/>
                        <a:pt x="69659" y="131929"/>
                      </a:cubicBezTo>
                      <a:cubicBezTo>
                        <a:pt x="68047" y="129994"/>
                        <a:pt x="66757" y="127737"/>
                        <a:pt x="65144" y="126125"/>
                      </a:cubicBezTo>
                      <a:cubicBezTo>
                        <a:pt x="63855" y="124513"/>
                        <a:pt x="63855" y="121933"/>
                        <a:pt x="65467" y="120320"/>
                      </a:cubicBezTo>
                      <a:cubicBezTo>
                        <a:pt x="67079" y="119031"/>
                        <a:pt x="69659" y="119031"/>
                        <a:pt x="71271" y="120643"/>
                      </a:cubicBezTo>
                      <a:cubicBezTo>
                        <a:pt x="72884" y="122578"/>
                        <a:pt x="74496" y="124835"/>
                        <a:pt x="76108" y="127092"/>
                      </a:cubicBezTo>
                      <a:cubicBezTo>
                        <a:pt x="79655" y="131929"/>
                        <a:pt x="83525" y="137089"/>
                        <a:pt x="88039" y="139991"/>
                      </a:cubicBezTo>
                      <a:cubicBezTo>
                        <a:pt x="89974" y="141281"/>
                        <a:pt x="90619" y="143538"/>
                        <a:pt x="89329" y="145473"/>
                      </a:cubicBezTo>
                      <a:cubicBezTo>
                        <a:pt x="88684" y="147085"/>
                        <a:pt x="87394" y="147730"/>
                        <a:pt x="86105" y="147730"/>
                      </a:cubicBezTo>
                      <a:close/>
                      <a:moveTo>
                        <a:pt x="8068" y="136121"/>
                      </a:moveTo>
                      <a:cubicBezTo>
                        <a:pt x="7746" y="136121"/>
                        <a:pt x="7101" y="136121"/>
                        <a:pt x="6778" y="135799"/>
                      </a:cubicBezTo>
                      <a:cubicBezTo>
                        <a:pt x="4843" y="135154"/>
                        <a:pt x="3554" y="132574"/>
                        <a:pt x="4521" y="130639"/>
                      </a:cubicBezTo>
                      <a:cubicBezTo>
                        <a:pt x="5488" y="128382"/>
                        <a:pt x="7423" y="126770"/>
                        <a:pt x="10003" y="126770"/>
                      </a:cubicBezTo>
                      <a:lnTo>
                        <a:pt x="11293" y="126770"/>
                      </a:lnTo>
                      <a:cubicBezTo>
                        <a:pt x="16452" y="127737"/>
                        <a:pt x="21289" y="125480"/>
                        <a:pt x="27738" y="122578"/>
                      </a:cubicBezTo>
                      <a:cubicBezTo>
                        <a:pt x="29028" y="121933"/>
                        <a:pt x="30641" y="121288"/>
                        <a:pt x="32253" y="120643"/>
                      </a:cubicBezTo>
                      <a:cubicBezTo>
                        <a:pt x="34188" y="119676"/>
                        <a:pt x="36768" y="120643"/>
                        <a:pt x="37412" y="122900"/>
                      </a:cubicBezTo>
                      <a:cubicBezTo>
                        <a:pt x="38380" y="124835"/>
                        <a:pt x="37412" y="127415"/>
                        <a:pt x="35155" y="128060"/>
                      </a:cubicBezTo>
                      <a:cubicBezTo>
                        <a:pt x="33543" y="128705"/>
                        <a:pt x="32253" y="129349"/>
                        <a:pt x="30963" y="129994"/>
                      </a:cubicBezTo>
                      <a:cubicBezTo>
                        <a:pt x="23869" y="133219"/>
                        <a:pt x="18064" y="135799"/>
                        <a:pt x="11293" y="135154"/>
                      </a:cubicBezTo>
                      <a:cubicBezTo>
                        <a:pt x="10003" y="135476"/>
                        <a:pt x="9036" y="136121"/>
                        <a:pt x="8068" y="136121"/>
                      </a:cubicBezTo>
                      <a:close/>
                      <a:moveTo>
                        <a:pt x="295384" y="119998"/>
                      </a:moveTo>
                      <a:cubicBezTo>
                        <a:pt x="294739" y="119998"/>
                        <a:pt x="294417" y="119998"/>
                        <a:pt x="293772" y="119676"/>
                      </a:cubicBezTo>
                      <a:cubicBezTo>
                        <a:pt x="291837" y="118708"/>
                        <a:pt x="290870" y="116451"/>
                        <a:pt x="291837" y="114194"/>
                      </a:cubicBezTo>
                      <a:cubicBezTo>
                        <a:pt x="295707" y="105487"/>
                        <a:pt x="303446" y="97748"/>
                        <a:pt x="312152" y="93233"/>
                      </a:cubicBezTo>
                      <a:cubicBezTo>
                        <a:pt x="314087" y="92266"/>
                        <a:pt x="316667" y="92911"/>
                        <a:pt x="317634" y="95168"/>
                      </a:cubicBezTo>
                      <a:cubicBezTo>
                        <a:pt x="318602" y="97103"/>
                        <a:pt x="317957" y="99683"/>
                        <a:pt x="315699" y="100650"/>
                      </a:cubicBezTo>
                      <a:cubicBezTo>
                        <a:pt x="308605" y="104197"/>
                        <a:pt x="302156" y="110647"/>
                        <a:pt x="298931" y="117741"/>
                      </a:cubicBezTo>
                      <a:cubicBezTo>
                        <a:pt x="298286" y="119031"/>
                        <a:pt x="296674" y="119998"/>
                        <a:pt x="295384" y="119998"/>
                      </a:cubicBezTo>
                      <a:close/>
                      <a:moveTo>
                        <a:pt x="492410" y="116451"/>
                      </a:moveTo>
                      <a:cubicBezTo>
                        <a:pt x="491120" y="116451"/>
                        <a:pt x="489830" y="115806"/>
                        <a:pt x="488863" y="114516"/>
                      </a:cubicBezTo>
                      <a:cubicBezTo>
                        <a:pt x="487573" y="112581"/>
                        <a:pt x="488218" y="110002"/>
                        <a:pt x="490153" y="109034"/>
                      </a:cubicBezTo>
                      <a:cubicBezTo>
                        <a:pt x="495957" y="105487"/>
                        <a:pt x="495957" y="103552"/>
                        <a:pt x="495957" y="95491"/>
                      </a:cubicBezTo>
                      <a:cubicBezTo>
                        <a:pt x="495957" y="92266"/>
                        <a:pt x="497247" y="89364"/>
                        <a:pt x="499827" y="86462"/>
                      </a:cubicBezTo>
                      <a:cubicBezTo>
                        <a:pt x="501439" y="84849"/>
                        <a:pt x="503696" y="84527"/>
                        <a:pt x="505631" y="86139"/>
                      </a:cubicBezTo>
                      <a:cubicBezTo>
                        <a:pt x="507244" y="87751"/>
                        <a:pt x="507566" y="90009"/>
                        <a:pt x="505954" y="91944"/>
                      </a:cubicBezTo>
                      <a:cubicBezTo>
                        <a:pt x="504664" y="93233"/>
                        <a:pt x="504019" y="94523"/>
                        <a:pt x="504019" y="95813"/>
                      </a:cubicBezTo>
                      <a:cubicBezTo>
                        <a:pt x="504019" y="104197"/>
                        <a:pt x="504019" y="110324"/>
                        <a:pt x="494345" y="116128"/>
                      </a:cubicBezTo>
                      <a:cubicBezTo>
                        <a:pt x="493700" y="116451"/>
                        <a:pt x="493055" y="116451"/>
                        <a:pt x="492410" y="116451"/>
                      </a:cubicBezTo>
                      <a:close/>
                      <a:moveTo>
                        <a:pt x="355685" y="104197"/>
                      </a:moveTo>
                      <a:cubicBezTo>
                        <a:pt x="353428" y="104197"/>
                        <a:pt x="351493" y="103552"/>
                        <a:pt x="348913" y="102585"/>
                      </a:cubicBezTo>
                      <a:cubicBezTo>
                        <a:pt x="346979" y="101940"/>
                        <a:pt x="345689" y="99360"/>
                        <a:pt x="346656" y="97426"/>
                      </a:cubicBezTo>
                      <a:cubicBezTo>
                        <a:pt x="347301" y="95491"/>
                        <a:pt x="349881" y="94201"/>
                        <a:pt x="351816" y="95168"/>
                      </a:cubicBezTo>
                      <a:cubicBezTo>
                        <a:pt x="353750" y="95813"/>
                        <a:pt x="355040" y="96458"/>
                        <a:pt x="356007" y="96458"/>
                      </a:cubicBezTo>
                      <a:cubicBezTo>
                        <a:pt x="356975" y="96458"/>
                        <a:pt x="358910" y="95491"/>
                        <a:pt x="362134" y="92588"/>
                      </a:cubicBezTo>
                      <a:cubicBezTo>
                        <a:pt x="364392" y="90654"/>
                        <a:pt x="364392" y="89686"/>
                        <a:pt x="364392" y="89041"/>
                      </a:cubicBezTo>
                      <a:cubicBezTo>
                        <a:pt x="364392" y="88396"/>
                        <a:pt x="364392" y="87751"/>
                        <a:pt x="364069" y="86784"/>
                      </a:cubicBezTo>
                      <a:cubicBezTo>
                        <a:pt x="363424" y="84527"/>
                        <a:pt x="364714" y="82270"/>
                        <a:pt x="366971" y="81947"/>
                      </a:cubicBezTo>
                      <a:cubicBezTo>
                        <a:pt x="369229" y="81302"/>
                        <a:pt x="371486" y="82592"/>
                        <a:pt x="371808" y="84849"/>
                      </a:cubicBezTo>
                      <a:cubicBezTo>
                        <a:pt x="372131" y="86139"/>
                        <a:pt x="372453" y="87429"/>
                        <a:pt x="372453" y="89041"/>
                      </a:cubicBezTo>
                      <a:cubicBezTo>
                        <a:pt x="372453" y="92911"/>
                        <a:pt x="370841" y="96136"/>
                        <a:pt x="367294" y="99038"/>
                      </a:cubicBezTo>
                      <a:cubicBezTo>
                        <a:pt x="362134" y="102262"/>
                        <a:pt x="359232" y="104197"/>
                        <a:pt x="355685" y="104197"/>
                      </a:cubicBezTo>
                      <a:close/>
                      <a:moveTo>
                        <a:pt x="382127" y="57117"/>
                      </a:moveTo>
                      <a:cubicBezTo>
                        <a:pt x="381805" y="57117"/>
                        <a:pt x="381160" y="57117"/>
                        <a:pt x="380837" y="56795"/>
                      </a:cubicBezTo>
                      <a:cubicBezTo>
                        <a:pt x="378580" y="56150"/>
                        <a:pt x="377613" y="53893"/>
                        <a:pt x="378258" y="51635"/>
                      </a:cubicBezTo>
                      <a:cubicBezTo>
                        <a:pt x="378580" y="50668"/>
                        <a:pt x="378902" y="49378"/>
                        <a:pt x="379225" y="48411"/>
                      </a:cubicBezTo>
                      <a:cubicBezTo>
                        <a:pt x="381482" y="41962"/>
                        <a:pt x="383417" y="35512"/>
                        <a:pt x="390189" y="32610"/>
                      </a:cubicBezTo>
                      <a:cubicBezTo>
                        <a:pt x="392768" y="31643"/>
                        <a:pt x="395993" y="31320"/>
                        <a:pt x="399218" y="31965"/>
                      </a:cubicBezTo>
                      <a:cubicBezTo>
                        <a:pt x="401475" y="32288"/>
                        <a:pt x="402765" y="34545"/>
                        <a:pt x="402442" y="36802"/>
                      </a:cubicBezTo>
                      <a:cubicBezTo>
                        <a:pt x="402120" y="39059"/>
                        <a:pt x="399863" y="40349"/>
                        <a:pt x="397605" y="40027"/>
                      </a:cubicBezTo>
                      <a:cubicBezTo>
                        <a:pt x="395993" y="39704"/>
                        <a:pt x="394058" y="39704"/>
                        <a:pt x="392768" y="40349"/>
                      </a:cubicBezTo>
                      <a:cubicBezTo>
                        <a:pt x="389866" y="41639"/>
                        <a:pt x="388576" y="45186"/>
                        <a:pt x="386319" y="50990"/>
                      </a:cubicBezTo>
                      <a:cubicBezTo>
                        <a:pt x="385997" y="51958"/>
                        <a:pt x="385674" y="53248"/>
                        <a:pt x="385029" y="54538"/>
                      </a:cubicBezTo>
                      <a:cubicBezTo>
                        <a:pt x="385352" y="55828"/>
                        <a:pt x="383739" y="57117"/>
                        <a:pt x="382127" y="57117"/>
                      </a:cubicBezTo>
                      <a:close/>
                      <a:moveTo>
                        <a:pt x="416953" y="34545"/>
                      </a:moveTo>
                      <a:cubicBezTo>
                        <a:pt x="415341" y="34545"/>
                        <a:pt x="413406" y="33255"/>
                        <a:pt x="413084" y="31643"/>
                      </a:cubicBezTo>
                      <a:cubicBezTo>
                        <a:pt x="411471" y="25516"/>
                        <a:pt x="410827" y="20679"/>
                        <a:pt x="410827" y="15519"/>
                      </a:cubicBezTo>
                      <a:cubicBezTo>
                        <a:pt x="410827" y="14874"/>
                        <a:pt x="410827" y="14230"/>
                        <a:pt x="410827" y="13585"/>
                      </a:cubicBezTo>
                      <a:cubicBezTo>
                        <a:pt x="410827" y="12295"/>
                        <a:pt x="410827" y="11005"/>
                        <a:pt x="410827" y="10037"/>
                      </a:cubicBezTo>
                      <a:cubicBezTo>
                        <a:pt x="410827" y="7780"/>
                        <a:pt x="410827" y="6168"/>
                        <a:pt x="410504" y="4556"/>
                      </a:cubicBezTo>
                      <a:cubicBezTo>
                        <a:pt x="410182" y="2298"/>
                        <a:pt x="411794" y="364"/>
                        <a:pt x="414051" y="41"/>
                      </a:cubicBezTo>
                      <a:cubicBezTo>
                        <a:pt x="416308" y="-281"/>
                        <a:pt x="418243" y="1331"/>
                        <a:pt x="418566" y="3588"/>
                      </a:cubicBezTo>
                      <a:cubicBezTo>
                        <a:pt x="418888" y="5523"/>
                        <a:pt x="418888" y="7780"/>
                        <a:pt x="418888" y="10360"/>
                      </a:cubicBezTo>
                      <a:cubicBezTo>
                        <a:pt x="418888" y="11650"/>
                        <a:pt x="418888" y="12940"/>
                        <a:pt x="418888" y="14230"/>
                      </a:cubicBezTo>
                      <a:cubicBezTo>
                        <a:pt x="418888" y="14874"/>
                        <a:pt x="418888" y="15197"/>
                        <a:pt x="418888" y="15842"/>
                      </a:cubicBezTo>
                      <a:cubicBezTo>
                        <a:pt x="418888" y="20034"/>
                        <a:pt x="419533" y="24548"/>
                        <a:pt x="421145" y="29708"/>
                      </a:cubicBezTo>
                      <a:cubicBezTo>
                        <a:pt x="421790" y="31965"/>
                        <a:pt x="420500" y="34222"/>
                        <a:pt x="418243" y="34545"/>
                      </a:cubicBezTo>
                      <a:cubicBezTo>
                        <a:pt x="417598" y="34545"/>
                        <a:pt x="417276" y="34545"/>
                        <a:pt x="416953" y="3454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7F202E7-AD79-04CC-839B-87CE77562BFD}"/>
                  </a:ext>
                </a:extLst>
              </p:cNvPr>
              <p:cNvSpPr/>
              <p:nvPr/>
            </p:nvSpPr>
            <p:spPr>
              <a:xfrm>
                <a:off x="4880537" y="1560451"/>
                <a:ext cx="515943" cy="548190"/>
              </a:xfrm>
              <a:custGeom>
                <a:avLst/>
                <a:gdLst>
                  <a:gd name="connsiteX0" fmla="*/ 345054 w 515943"/>
                  <a:gd name="connsiteY0" fmla="*/ 5482 h 548190"/>
                  <a:gd name="connsiteX1" fmla="*/ 350859 w 515943"/>
                  <a:gd name="connsiteY1" fmla="*/ 0 h 548190"/>
                  <a:gd name="connsiteX2" fmla="*/ 345054 w 515943"/>
                  <a:gd name="connsiteY2" fmla="*/ 5482 h 548190"/>
                  <a:gd name="connsiteX3" fmla="*/ 512736 w 515943"/>
                  <a:gd name="connsiteY3" fmla="*/ 391795 h 548190"/>
                  <a:gd name="connsiteX4" fmla="*/ 506609 w 515943"/>
                  <a:gd name="connsiteY4" fmla="*/ 366320 h 548190"/>
                  <a:gd name="connsiteX5" fmla="*/ 497903 w 515943"/>
                  <a:gd name="connsiteY5" fmla="*/ 342780 h 548190"/>
                  <a:gd name="connsiteX6" fmla="*/ 498225 w 515943"/>
                  <a:gd name="connsiteY6" fmla="*/ 333429 h 548190"/>
                  <a:gd name="connsiteX7" fmla="*/ 499837 w 515943"/>
                  <a:gd name="connsiteY7" fmla="*/ 332784 h 548190"/>
                  <a:gd name="connsiteX8" fmla="*/ 460819 w 515943"/>
                  <a:gd name="connsiteY8" fmla="*/ 305052 h 548190"/>
                  <a:gd name="connsiteX9" fmla="*/ 458240 w 515943"/>
                  <a:gd name="connsiteY9" fmla="*/ 267323 h 548190"/>
                  <a:gd name="connsiteX10" fmla="*/ 416642 w 515943"/>
                  <a:gd name="connsiteY10" fmla="*/ 230885 h 548190"/>
                  <a:gd name="connsiteX11" fmla="*/ 388265 w 515943"/>
                  <a:gd name="connsiteY11" fmla="*/ 212182 h 548190"/>
                  <a:gd name="connsiteX12" fmla="*/ 358598 w 515943"/>
                  <a:gd name="connsiteY12" fmla="*/ 138337 h 548190"/>
                  <a:gd name="connsiteX13" fmla="*/ 322159 w 515943"/>
                  <a:gd name="connsiteY13" fmla="*/ 96739 h 548190"/>
                  <a:gd name="connsiteX14" fmla="*/ 328931 w 515943"/>
                  <a:gd name="connsiteY14" fmla="*/ 49660 h 548190"/>
                  <a:gd name="connsiteX15" fmla="*/ 343765 w 515943"/>
                  <a:gd name="connsiteY15" fmla="*/ 22895 h 548190"/>
                  <a:gd name="connsiteX16" fmla="*/ 338928 w 515943"/>
                  <a:gd name="connsiteY16" fmla="*/ 10964 h 548190"/>
                  <a:gd name="connsiteX17" fmla="*/ 339250 w 515943"/>
                  <a:gd name="connsiteY17" fmla="*/ 10641 h 548190"/>
                  <a:gd name="connsiteX18" fmla="*/ 313775 w 515943"/>
                  <a:gd name="connsiteY18" fmla="*/ 20638 h 548190"/>
                  <a:gd name="connsiteX19" fmla="*/ 283464 w 515943"/>
                  <a:gd name="connsiteY19" fmla="*/ 42243 h 548190"/>
                  <a:gd name="connsiteX20" fmla="*/ 263148 w 515943"/>
                  <a:gd name="connsiteY20" fmla="*/ 36761 h 548190"/>
                  <a:gd name="connsiteX21" fmla="*/ 267340 w 515943"/>
                  <a:gd name="connsiteY21" fmla="*/ 57076 h 548190"/>
                  <a:gd name="connsiteX22" fmla="*/ 259279 w 515943"/>
                  <a:gd name="connsiteY22" fmla="*/ 73844 h 548190"/>
                  <a:gd name="connsiteX23" fmla="*/ 236384 w 515943"/>
                  <a:gd name="connsiteY23" fmla="*/ 89323 h 548190"/>
                  <a:gd name="connsiteX24" fmla="*/ 202847 w 515943"/>
                  <a:gd name="connsiteY24" fmla="*/ 90613 h 548190"/>
                  <a:gd name="connsiteX25" fmla="*/ 175438 w 515943"/>
                  <a:gd name="connsiteY25" fmla="*/ 99964 h 548190"/>
                  <a:gd name="connsiteX26" fmla="*/ 141257 w 515943"/>
                  <a:gd name="connsiteY26" fmla="*/ 122214 h 548190"/>
                  <a:gd name="connsiteX27" fmla="*/ 122554 w 515943"/>
                  <a:gd name="connsiteY27" fmla="*/ 151236 h 548190"/>
                  <a:gd name="connsiteX28" fmla="*/ 135452 w 515943"/>
                  <a:gd name="connsiteY28" fmla="*/ 180903 h 548190"/>
                  <a:gd name="connsiteX29" fmla="*/ 142869 w 515943"/>
                  <a:gd name="connsiteY29" fmla="*/ 211215 h 548190"/>
                  <a:gd name="connsiteX30" fmla="*/ 132873 w 515943"/>
                  <a:gd name="connsiteY30" fmla="*/ 219276 h 548190"/>
                  <a:gd name="connsiteX31" fmla="*/ 122876 w 515943"/>
                  <a:gd name="connsiteY31" fmla="*/ 236044 h 548190"/>
                  <a:gd name="connsiteX32" fmla="*/ 124166 w 515943"/>
                  <a:gd name="connsiteY32" fmla="*/ 259584 h 548190"/>
                  <a:gd name="connsiteX33" fmla="*/ 133518 w 515943"/>
                  <a:gd name="connsiteY33" fmla="*/ 279900 h 548190"/>
                  <a:gd name="connsiteX34" fmla="*/ 126746 w 515943"/>
                  <a:gd name="connsiteY34" fmla="*/ 287961 h 548190"/>
                  <a:gd name="connsiteX35" fmla="*/ 105786 w 515943"/>
                  <a:gd name="connsiteY35" fmla="*/ 298602 h 548190"/>
                  <a:gd name="connsiteX36" fmla="*/ 89662 w 515943"/>
                  <a:gd name="connsiteY36" fmla="*/ 309244 h 548190"/>
                  <a:gd name="connsiteX37" fmla="*/ 78376 w 515943"/>
                  <a:gd name="connsiteY37" fmla="*/ 327302 h 548190"/>
                  <a:gd name="connsiteX38" fmla="*/ 66122 w 515943"/>
                  <a:gd name="connsiteY38" fmla="*/ 348262 h 548190"/>
                  <a:gd name="connsiteX39" fmla="*/ 53224 w 515943"/>
                  <a:gd name="connsiteY39" fmla="*/ 361161 h 548190"/>
                  <a:gd name="connsiteX40" fmla="*/ 40325 w 515943"/>
                  <a:gd name="connsiteY40" fmla="*/ 376639 h 548190"/>
                  <a:gd name="connsiteX41" fmla="*/ 18720 w 515943"/>
                  <a:gd name="connsiteY41" fmla="*/ 390827 h 548190"/>
                  <a:gd name="connsiteX42" fmla="*/ 12593 w 515943"/>
                  <a:gd name="connsiteY42" fmla="*/ 413722 h 548190"/>
                  <a:gd name="connsiteX43" fmla="*/ 20977 w 515943"/>
                  <a:gd name="connsiteY43" fmla="*/ 438552 h 548190"/>
                  <a:gd name="connsiteX44" fmla="*/ 15495 w 515943"/>
                  <a:gd name="connsiteY44" fmla="*/ 453063 h 548190"/>
                  <a:gd name="connsiteX45" fmla="*/ 13883 w 515943"/>
                  <a:gd name="connsiteY45" fmla="*/ 461447 h 548190"/>
                  <a:gd name="connsiteX46" fmla="*/ 3242 w 515943"/>
                  <a:gd name="connsiteY46" fmla="*/ 484987 h 548190"/>
                  <a:gd name="connsiteX47" fmla="*/ 20655 w 515943"/>
                  <a:gd name="connsiteY47" fmla="*/ 496273 h 548190"/>
                  <a:gd name="connsiteX48" fmla="*/ 48064 w 515943"/>
                  <a:gd name="connsiteY48" fmla="*/ 496918 h 548190"/>
                  <a:gd name="connsiteX49" fmla="*/ 84181 w 515943"/>
                  <a:gd name="connsiteY49" fmla="*/ 506270 h 548190"/>
                  <a:gd name="connsiteX50" fmla="*/ 110300 w 515943"/>
                  <a:gd name="connsiteY50" fmla="*/ 509495 h 548190"/>
                  <a:gd name="connsiteX51" fmla="*/ 110300 w 515943"/>
                  <a:gd name="connsiteY51" fmla="*/ 509495 h 548190"/>
                  <a:gd name="connsiteX52" fmla="*/ 132550 w 515943"/>
                  <a:gd name="connsiteY52" fmla="*/ 502078 h 548190"/>
                  <a:gd name="connsiteX53" fmla="*/ 164797 w 515943"/>
                  <a:gd name="connsiteY53" fmla="*/ 500788 h 548190"/>
                  <a:gd name="connsiteX54" fmla="*/ 192206 w 515943"/>
                  <a:gd name="connsiteY54" fmla="*/ 524973 h 548190"/>
                  <a:gd name="connsiteX55" fmla="*/ 218971 w 515943"/>
                  <a:gd name="connsiteY55" fmla="*/ 536259 h 548190"/>
                  <a:gd name="connsiteX56" fmla="*/ 222195 w 515943"/>
                  <a:gd name="connsiteY56" fmla="*/ 570440 h 548190"/>
                  <a:gd name="connsiteX57" fmla="*/ 240898 w 515943"/>
                  <a:gd name="connsiteY57" fmla="*/ 570440 h 548190"/>
                  <a:gd name="connsiteX58" fmla="*/ 261859 w 515943"/>
                  <a:gd name="connsiteY58" fmla="*/ 543031 h 548190"/>
                  <a:gd name="connsiteX59" fmla="*/ 305391 w 515943"/>
                  <a:gd name="connsiteY59" fmla="*/ 544321 h 548190"/>
                  <a:gd name="connsiteX60" fmla="*/ 343120 w 515943"/>
                  <a:gd name="connsiteY60" fmla="*/ 536259 h 548190"/>
                  <a:gd name="connsiteX61" fmla="*/ 375366 w 515943"/>
                  <a:gd name="connsiteY61" fmla="*/ 528197 h 548190"/>
                  <a:gd name="connsiteX62" fmla="*/ 390199 w 515943"/>
                  <a:gd name="connsiteY62" fmla="*/ 502078 h 548190"/>
                  <a:gd name="connsiteX63" fmla="*/ 431797 w 515943"/>
                  <a:gd name="connsiteY63" fmla="*/ 472411 h 548190"/>
                  <a:gd name="connsiteX64" fmla="*/ 461464 w 515943"/>
                  <a:gd name="connsiteY64" fmla="*/ 473701 h 548190"/>
                  <a:gd name="connsiteX65" fmla="*/ 468881 w 515943"/>
                  <a:gd name="connsiteY65" fmla="*/ 447581 h 548190"/>
                  <a:gd name="connsiteX66" fmla="*/ 489196 w 515943"/>
                  <a:gd name="connsiteY66" fmla="*/ 414690 h 548190"/>
                  <a:gd name="connsiteX67" fmla="*/ 517573 w 515943"/>
                  <a:gd name="connsiteY67" fmla="*/ 422751 h 548190"/>
                  <a:gd name="connsiteX68" fmla="*/ 512736 w 515943"/>
                  <a:gd name="connsiteY68" fmla="*/ 391795 h 548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515943" h="548190">
                    <a:moveTo>
                      <a:pt x="345054" y="5482"/>
                    </a:moveTo>
                    <a:cubicBezTo>
                      <a:pt x="346989" y="3547"/>
                      <a:pt x="348924" y="1612"/>
                      <a:pt x="350859" y="0"/>
                    </a:cubicBezTo>
                    <a:cubicBezTo>
                      <a:pt x="348924" y="1612"/>
                      <a:pt x="346989" y="3547"/>
                      <a:pt x="345054" y="5482"/>
                    </a:cubicBezTo>
                    <a:close/>
                    <a:moveTo>
                      <a:pt x="512736" y="391795"/>
                    </a:moveTo>
                    <a:cubicBezTo>
                      <a:pt x="513381" y="376317"/>
                      <a:pt x="510156" y="375672"/>
                      <a:pt x="506609" y="366320"/>
                    </a:cubicBezTo>
                    <a:cubicBezTo>
                      <a:pt x="503385" y="356969"/>
                      <a:pt x="497903" y="349552"/>
                      <a:pt x="497903" y="342780"/>
                    </a:cubicBezTo>
                    <a:cubicBezTo>
                      <a:pt x="497903" y="340200"/>
                      <a:pt x="497903" y="336976"/>
                      <a:pt x="498225" y="333429"/>
                    </a:cubicBezTo>
                    <a:cubicBezTo>
                      <a:pt x="498225" y="333429"/>
                      <a:pt x="498870" y="333106"/>
                      <a:pt x="499837" y="332784"/>
                    </a:cubicBezTo>
                    <a:cubicBezTo>
                      <a:pt x="485649" y="323110"/>
                      <a:pt x="470493" y="312468"/>
                      <a:pt x="460819" y="305052"/>
                    </a:cubicBezTo>
                    <a:cubicBezTo>
                      <a:pt x="447276" y="294410"/>
                      <a:pt x="458240" y="282157"/>
                      <a:pt x="458240" y="267323"/>
                    </a:cubicBezTo>
                    <a:cubicBezTo>
                      <a:pt x="458240" y="252490"/>
                      <a:pt x="423413" y="232497"/>
                      <a:pt x="416642" y="230885"/>
                    </a:cubicBezTo>
                    <a:cubicBezTo>
                      <a:pt x="409870" y="229595"/>
                      <a:pt x="397939" y="236367"/>
                      <a:pt x="388265" y="212182"/>
                    </a:cubicBezTo>
                    <a:cubicBezTo>
                      <a:pt x="378913" y="187997"/>
                      <a:pt x="359888" y="162522"/>
                      <a:pt x="358598" y="138337"/>
                    </a:cubicBezTo>
                    <a:cubicBezTo>
                      <a:pt x="357308" y="114153"/>
                      <a:pt x="335703" y="107381"/>
                      <a:pt x="322159" y="96739"/>
                    </a:cubicBezTo>
                    <a:cubicBezTo>
                      <a:pt x="308616" y="86098"/>
                      <a:pt x="326351" y="67073"/>
                      <a:pt x="328931" y="49660"/>
                    </a:cubicBezTo>
                    <a:cubicBezTo>
                      <a:pt x="331511" y="32246"/>
                      <a:pt x="347634" y="30957"/>
                      <a:pt x="343765" y="22895"/>
                    </a:cubicBezTo>
                    <a:cubicBezTo>
                      <a:pt x="342797" y="20638"/>
                      <a:pt x="340217" y="15478"/>
                      <a:pt x="338928" y="10964"/>
                    </a:cubicBezTo>
                    <a:cubicBezTo>
                      <a:pt x="339250" y="10964"/>
                      <a:pt x="339250" y="10641"/>
                      <a:pt x="339250" y="10641"/>
                    </a:cubicBezTo>
                    <a:cubicBezTo>
                      <a:pt x="332801" y="16123"/>
                      <a:pt x="325062" y="20638"/>
                      <a:pt x="313775" y="20638"/>
                    </a:cubicBezTo>
                    <a:cubicBezTo>
                      <a:pt x="295072" y="20638"/>
                      <a:pt x="302167" y="54819"/>
                      <a:pt x="283464" y="42243"/>
                    </a:cubicBezTo>
                    <a:cubicBezTo>
                      <a:pt x="277659" y="38373"/>
                      <a:pt x="270243" y="37083"/>
                      <a:pt x="263148" y="36761"/>
                    </a:cubicBezTo>
                    <a:cubicBezTo>
                      <a:pt x="266696" y="44178"/>
                      <a:pt x="268308" y="54819"/>
                      <a:pt x="267340" y="57076"/>
                    </a:cubicBezTo>
                    <a:cubicBezTo>
                      <a:pt x="266051" y="60301"/>
                      <a:pt x="259279" y="71265"/>
                      <a:pt x="259279" y="73844"/>
                    </a:cubicBezTo>
                    <a:cubicBezTo>
                      <a:pt x="259279" y="76424"/>
                      <a:pt x="243800" y="87388"/>
                      <a:pt x="236384" y="89323"/>
                    </a:cubicBezTo>
                    <a:cubicBezTo>
                      <a:pt x="228967" y="91258"/>
                      <a:pt x="227032" y="89968"/>
                      <a:pt x="202847" y="90613"/>
                    </a:cubicBezTo>
                    <a:cubicBezTo>
                      <a:pt x="178663" y="91258"/>
                      <a:pt x="181242" y="98674"/>
                      <a:pt x="175438" y="99964"/>
                    </a:cubicBezTo>
                    <a:cubicBezTo>
                      <a:pt x="169311" y="101254"/>
                      <a:pt x="148029" y="114798"/>
                      <a:pt x="141257" y="122214"/>
                    </a:cubicBezTo>
                    <a:cubicBezTo>
                      <a:pt x="134485" y="129631"/>
                      <a:pt x="131905" y="136403"/>
                      <a:pt x="122554" y="151236"/>
                    </a:cubicBezTo>
                    <a:cubicBezTo>
                      <a:pt x="113202" y="166069"/>
                      <a:pt x="133195" y="176711"/>
                      <a:pt x="135452" y="180903"/>
                    </a:cubicBezTo>
                    <a:cubicBezTo>
                      <a:pt x="137710" y="185095"/>
                      <a:pt x="142869" y="207667"/>
                      <a:pt x="142869" y="211215"/>
                    </a:cubicBezTo>
                    <a:cubicBezTo>
                      <a:pt x="142869" y="214439"/>
                      <a:pt x="136742" y="218631"/>
                      <a:pt x="132873" y="219276"/>
                    </a:cubicBezTo>
                    <a:cubicBezTo>
                      <a:pt x="128681" y="219921"/>
                      <a:pt x="126746" y="227338"/>
                      <a:pt x="122876" y="236044"/>
                    </a:cubicBezTo>
                    <a:cubicBezTo>
                      <a:pt x="118684" y="244751"/>
                      <a:pt x="121586" y="251523"/>
                      <a:pt x="124166" y="259584"/>
                    </a:cubicBezTo>
                    <a:cubicBezTo>
                      <a:pt x="126746" y="267646"/>
                      <a:pt x="130293" y="273128"/>
                      <a:pt x="133518" y="279900"/>
                    </a:cubicBezTo>
                    <a:cubicBezTo>
                      <a:pt x="136742" y="286671"/>
                      <a:pt x="132873" y="285381"/>
                      <a:pt x="126746" y="287961"/>
                    </a:cubicBezTo>
                    <a:cubicBezTo>
                      <a:pt x="120619" y="290541"/>
                      <a:pt x="116749" y="295378"/>
                      <a:pt x="105786" y="298602"/>
                    </a:cubicBezTo>
                    <a:cubicBezTo>
                      <a:pt x="95144" y="301827"/>
                      <a:pt x="95144" y="304084"/>
                      <a:pt x="89662" y="309244"/>
                    </a:cubicBezTo>
                    <a:cubicBezTo>
                      <a:pt x="84181" y="314726"/>
                      <a:pt x="87083" y="322142"/>
                      <a:pt x="78376" y="327302"/>
                    </a:cubicBezTo>
                    <a:cubicBezTo>
                      <a:pt x="69670" y="332784"/>
                      <a:pt x="71604" y="342780"/>
                      <a:pt x="66122" y="348262"/>
                    </a:cubicBezTo>
                    <a:cubicBezTo>
                      <a:pt x="60640" y="353744"/>
                      <a:pt x="59996" y="352454"/>
                      <a:pt x="53224" y="361161"/>
                    </a:cubicBezTo>
                    <a:cubicBezTo>
                      <a:pt x="46452" y="369867"/>
                      <a:pt x="50644" y="373414"/>
                      <a:pt x="40325" y="376639"/>
                    </a:cubicBezTo>
                    <a:cubicBezTo>
                      <a:pt x="30329" y="379864"/>
                      <a:pt x="29039" y="386635"/>
                      <a:pt x="18720" y="390827"/>
                    </a:cubicBezTo>
                    <a:cubicBezTo>
                      <a:pt x="8724" y="395020"/>
                      <a:pt x="21300" y="404371"/>
                      <a:pt x="12593" y="413722"/>
                    </a:cubicBezTo>
                    <a:cubicBezTo>
                      <a:pt x="3887" y="423074"/>
                      <a:pt x="17430" y="433715"/>
                      <a:pt x="20977" y="438552"/>
                    </a:cubicBezTo>
                    <a:cubicBezTo>
                      <a:pt x="24524" y="443389"/>
                      <a:pt x="20977" y="450806"/>
                      <a:pt x="15495" y="453063"/>
                    </a:cubicBezTo>
                    <a:cubicBezTo>
                      <a:pt x="16140" y="455643"/>
                      <a:pt x="15818" y="458545"/>
                      <a:pt x="13883" y="461447"/>
                    </a:cubicBezTo>
                    <a:cubicBezTo>
                      <a:pt x="5177" y="474346"/>
                      <a:pt x="-5465" y="474991"/>
                      <a:pt x="3242" y="484987"/>
                    </a:cubicBezTo>
                    <a:cubicBezTo>
                      <a:pt x="11948" y="494984"/>
                      <a:pt x="9369" y="496273"/>
                      <a:pt x="20655" y="496273"/>
                    </a:cubicBezTo>
                    <a:cubicBezTo>
                      <a:pt x="31941" y="496273"/>
                      <a:pt x="34198" y="492081"/>
                      <a:pt x="48064" y="496918"/>
                    </a:cubicBezTo>
                    <a:cubicBezTo>
                      <a:pt x="62253" y="501755"/>
                      <a:pt x="72894" y="505625"/>
                      <a:pt x="84181" y="506270"/>
                    </a:cubicBezTo>
                    <a:cubicBezTo>
                      <a:pt x="95467" y="506915"/>
                      <a:pt x="104496" y="499498"/>
                      <a:pt x="110300" y="509495"/>
                    </a:cubicBezTo>
                    <a:cubicBezTo>
                      <a:pt x="110300" y="509495"/>
                      <a:pt x="110300" y="509495"/>
                      <a:pt x="110300" y="509495"/>
                    </a:cubicBezTo>
                    <a:cubicBezTo>
                      <a:pt x="117072" y="509495"/>
                      <a:pt x="123521" y="505947"/>
                      <a:pt x="132550" y="502078"/>
                    </a:cubicBezTo>
                    <a:cubicBezTo>
                      <a:pt x="143836" y="497241"/>
                      <a:pt x="157380" y="492726"/>
                      <a:pt x="164797" y="500788"/>
                    </a:cubicBezTo>
                    <a:cubicBezTo>
                      <a:pt x="172213" y="508850"/>
                      <a:pt x="178985" y="524328"/>
                      <a:pt x="192206" y="524973"/>
                    </a:cubicBezTo>
                    <a:cubicBezTo>
                      <a:pt x="205750" y="525618"/>
                      <a:pt x="217036" y="520136"/>
                      <a:pt x="218971" y="536259"/>
                    </a:cubicBezTo>
                    <a:cubicBezTo>
                      <a:pt x="220905" y="552382"/>
                      <a:pt x="217681" y="566571"/>
                      <a:pt x="222195" y="570440"/>
                    </a:cubicBezTo>
                    <a:cubicBezTo>
                      <a:pt x="227032" y="574632"/>
                      <a:pt x="234449" y="575922"/>
                      <a:pt x="240898" y="570440"/>
                    </a:cubicBezTo>
                    <a:cubicBezTo>
                      <a:pt x="247670" y="564959"/>
                      <a:pt x="247025" y="543031"/>
                      <a:pt x="261859" y="543031"/>
                    </a:cubicBezTo>
                    <a:cubicBezTo>
                      <a:pt x="276692" y="543031"/>
                      <a:pt x="295395" y="549803"/>
                      <a:pt x="305391" y="544321"/>
                    </a:cubicBezTo>
                    <a:cubicBezTo>
                      <a:pt x="315388" y="538839"/>
                      <a:pt x="329576" y="526263"/>
                      <a:pt x="343120" y="536259"/>
                    </a:cubicBezTo>
                    <a:cubicBezTo>
                      <a:pt x="356663" y="546256"/>
                      <a:pt x="365370" y="533679"/>
                      <a:pt x="375366" y="528197"/>
                    </a:cubicBezTo>
                    <a:cubicBezTo>
                      <a:pt x="385363" y="522716"/>
                      <a:pt x="388910" y="515944"/>
                      <a:pt x="390199" y="502078"/>
                    </a:cubicBezTo>
                    <a:cubicBezTo>
                      <a:pt x="391489" y="487889"/>
                      <a:pt x="410515" y="467897"/>
                      <a:pt x="431797" y="472411"/>
                    </a:cubicBezTo>
                    <a:cubicBezTo>
                      <a:pt x="453402" y="477248"/>
                      <a:pt x="450500" y="482407"/>
                      <a:pt x="461464" y="473701"/>
                    </a:cubicBezTo>
                    <a:cubicBezTo>
                      <a:pt x="472106" y="464994"/>
                      <a:pt x="455337" y="458868"/>
                      <a:pt x="468881" y="447581"/>
                    </a:cubicBezTo>
                    <a:cubicBezTo>
                      <a:pt x="482424" y="436295"/>
                      <a:pt x="478877" y="418559"/>
                      <a:pt x="489196" y="414690"/>
                    </a:cubicBezTo>
                    <a:cubicBezTo>
                      <a:pt x="499515" y="410820"/>
                      <a:pt x="515316" y="425331"/>
                      <a:pt x="517573" y="422751"/>
                    </a:cubicBezTo>
                    <a:cubicBezTo>
                      <a:pt x="520153" y="419849"/>
                      <a:pt x="512091" y="407273"/>
                      <a:pt x="512736" y="39179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26" name="Graphic 4">
                <a:extLst>
                  <a:ext uri="{FF2B5EF4-FFF2-40B4-BE49-F238E27FC236}">
                    <a16:creationId xmlns:a16="http://schemas.microsoft.com/office/drawing/2014/main" id="{56E0E5EF-2CE5-FBB2-0582-8EEEB93C7096}"/>
                  </a:ext>
                </a:extLst>
              </p:cNvPr>
              <p:cNvGrpSpPr/>
              <p:nvPr/>
            </p:nvGrpSpPr>
            <p:grpSpPr>
              <a:xfrm>
                <a:off x="4887878" y="1557549"/>
                <a:ext cx="509780" cy="575236"/>
                <a:chOff x="4887878" y="1557549"/>
                <a:chExt cx="509780" cy="575236"/>
              </a:xfrm>
              <a:grpFill/>
            </p:grpSpPr>
            <p:sp>
              <p:nvSpPr>
                <p:cNvPr id="247" name="Freeform: Shape 246">
                  <a:extLst>
                    <a:ext uri="{FF2B5EF4-FFF2-40B4-BE49-F238E27FC236}">
                      <a16:creationId xmlns:a16="http://schemas.microsoft.com/office/drawing/2014/main" id="{0E9A7336-3228-5288-8197-5678ACD7472D}"/>
                    </a:ext>
                  </a:extLst>
                </p:cNvPr>
                <p:cNvSpPr/>
                <p:nvPr/>
              </p:nvSpPr>
              <p:spPr>
                <a:xfrm>
                  <a:off x="5222689" y="1557549"/>
                  <a:ext cx="32246" cy="32246"/>
                </a:xfrm>
                <a:custGeom>
                  <a:avLst/>
                  <a:gdLst>
                    <a:gd name="connsiteX0" fmla="*/ 5482 w 0"/>
                    <a:gd name="connsiteY0" fmla="*/ 11286 h 0"/>
                    <a:gd name="connsiteX1" fmla="*/ 0 w 0"/>
                    <a:gd name="connsiteY1" fmla="*/ 5482 h 0"/>
                    <a:gd name="connsiteX2" fmla="*/ 967 w 0"/>
                    <a:gd name="connsiteY2" fmla="*/ 4515 h 0"/>
                    <a:gd name="connsiteX3" fmla="*/ 5804 w 0"/>
                    <a:gd name="connsiteY3" fmla="*/ 0 h 0"/>
                    <a:gd name="connsiteX4" fmla="*/ 11286 w 0"/>
                    <a:gd name="connsiteY4" fmla="*/ 6127 h 0"/>
                    <a:gd name="connsiteX5" fmla="*/ 6772 w 0"/>
                    <a:gd name="connsiteY5" fmla="*/ 10319 h 0"/>
                    <a:gd name="connsiteX6" fmla="*/ 5482 w 0"/>
                    <a:gd name="connsiteY6" fmla="*/ 11286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>
                      <a:moveTo>
                        <a:pt x="5482" y="11286"/>
                      </a:moveTo>
                      <a:lnTo>
                        <a:pt x="0" y="5482"/>
                      </a:lnTo>
                      <a:lnTo>
                        <a:pt x="967" y="4515"/>
                      </a:lnTo>
                      <a:cubicBezTo>
                        <a:pt x="2580" y="2902"/>
                        <a:pt x="4192" y="1290"/>
                        <a:pt x="5804" y="0"/>
                      </a:cubicBezTo>
                      <a:lnTo>
                        <a:pt x="11286" y="6127"/>
                      </a:lnTo>
                      <a:cubicBezTo>
                        <a:pt x="9674" y="7417"/>
                        <a:pt x="8384" y="9029"/>
                        <a:pt x="6772" y="10319"/>
                      </a:cubicBezTo>
                      <a:lnTo>
                        <a:pt x="5482" y="11286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grpSp>
              <p:nvGrpSpPr>
                <p:cNvPr id="248" name="Graphic 4">
                  <a:extLst>
                    <a:ext uri="{FF2B5EF4-FFF2-40B4-BE49-F238E27FC236}">
                      <a16:creationId xmlns:a16="http://schemas.microsoft.com/office/drawing/2014/main" id="{976D5A77-40DA-6CD6-E8EE-BC4739C2415F}"/>
                    </a:ext>
                  </a:extLst>
                </p:cNvPr>
                <p:cNvGrpSpPr/>
                <p:nvPr/>
              </p:nvGrpSpPr>
              <p:grpSpPr>
                <a:xfrm>
                  <a:off x="4887878" y="1568190"/>
                  <a:ext cx="509780" cy="564595"/>
                  <a:chOff x="4887878" y="1568190"/>
                  <a:chExt cx="509780" cy="564595"/>
                </a:xfrm>
                <a:grpFill/>
              </p:grpSpPr>
              <p:sp>
                <p:nvSpPr>
                  <p:cNvPr id="249" name="Freeform: Shape 248">
                    <a:extLst>
                      <a:ext uri="{FF2B5EF4-FFF2-40B4-BE49-F238E27FC236}">
                        <a16:creationId xmlns:a16="http://schemas.microsoft.com/office/drawing/2014/main" id="{2DF50047-6F89-63A0-C610-A9AE5CBF6870}"/>
                      </a:ext>
                    </a:extLst>
                  </p:cNvPr>
                  <p:cNvSpPr/>
                  <p:nvPr/>
                </p:nvSpPr>
                <p:spPr>
                  <a:xfrm>
                    <a:off x="4887878" y="2006500"/>
                    <a:ext cx="32246" cy="32246"/>
                  </a:xfrm>
                  <a:custGeom>
                    <a:avLst/>
                    <a:gdLst>
                      <a:gd name="connsiteX0" fmla="*/ 3962 w 0"/>
                      <a:gd name="connsiteY0" fmla="*/ 22492 h 0"/>
                      <a:gd name="connsiteX1" fmla="*/ 1383 w 0"/>
                      <a:gd name="connsiteY1" fmla="*/ 21525 h 0"/>
                      <a:gd name="connsiteX2" fmla="*/ 1060 w 0"/>
                      <a:gd name="connsiteY2" fmla="*/ 15720 h 0"/>
                      <a:gd name="connsiteX3" fmla="*/ 3640 w 0"/>
                      <a:gd name="connsiteY3" fmla="*/ 12495 h 0"/>
                      <a:gd name="connsiteX4" fmla="*/ 4607 w 0"/>
                      <a:gd name="connsiteY4" fmla="*/ 7336 h 0"/>
                      <a:gd name="connsiteX5" fmla="*/ 3962 w 0"/>
                      <a:gd name="connsiteY5" fmla="*/ 4111 h 0"/>
                      <a:gd name="connsiteX6" fmla="*/ 7187 w 0"/>
                      <a:gd name="connsiteY6" fmla="*/ 2822 h 0"/>
                      <a:gd name="connsiteX7" fmla="*/ 9444 w 0"/>
                      <a:gd name="connsiteY7" fmla="*/ 1209 h 0"/>
                      <a:gd name="connsiteX8" fmla="*/ 15249 w 0"/>
                      <a:gd name="connsiteY8" fmla="*/ 1209 h 0"/>
                      <a:gd name="connsiteX9" fmla="*/ 15249 w 0"/>
                      <a:gd name="connsiteY9" fmla="*/ 7014 h 0"/>
                      <a:gd name="connsiteX10" fmla="*/ 13314 w 0"/>
                      <a:gd name="connsiteY10" fmla="*/ 8626 h 0"/>
                      <a:gd name="connsiteX11" fmla="*/ 10734 w 0"/>
                      <a:gd name="connsiteY11" fmla="*/ 17010 h 0"/>
                      <a:gd name="connsiteX12" fmla="*/ 7509 w 0"/>
                      <a:gd name="connsiteY12" fmla="*/ 21202 h 0"/>
                      <a:gd name="connsiteX13" fmla="*/ 3962 w 0"/>
                      <a:gd name="connsiteY13" fmla="*/ 22492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>
                        <a:moveTo>
                          <a:pt x="3962" y="22492"/>
                        </a:moveTo>
                        <a:cubicBezTo>
                          <a:pt x="2995" y="22492"/>
                          <a:pt x="2027" y="22169"/>
                          <a:pt x="1383" y="21525"/>
                        </a:cubicBezTo>
                        <a:cubicBezTo>
                          <a:pt x="-230" y="20235"/>
                          <a:pt x="-552" y="17655"/>
                          <a:pt x="1060" y="15720"/>
                        </a:cubicBezTo>
                        <a:cubicBezTo>
                          <a:pt x="2027" y="14753"/>
                          <a:pt x="2672" y="13463"/>
                          <a:pt x="3640" y="12495"/>
                        </a:cubicBezTo>
                        <a:cubicBezTo>
                          <a:pt x="4930" y="10883"/>
                          <a:pt x="5252" y="9271"/>
                          <a:pt x="4607" y="7336"/>
                        </a:cubicBezTo>
                        <a:lnTo>
                          <a:pt x="3962" y="4111"/>
                        </a:lnTo>
                        <a:lnTo>
                          <a:pt x="7187" y="2822"/>
                        </a:lnTo>
                        <a:cubicBezTo>
                          <a:pt x="7832" y="2499"/>
                          <a:pt x="8799" y="1854"/>
                          <a:pt x="9444" y="1209"/>
                        </a:cubicBezTo>
                        <a:cubicBezTo>
                          <a:pt x="11056" y="-403"/>
                          <a:pt x="13636" y="-403"/>
                          <a:pt x="15249" y="1209"/>
                        </a:cubicBezTo>
                        <a:cubicBezTo>
                          <a:pt x="16861" y="2822"/>
                          <a:pt x="16861" y="5401"/>
                          <a:pt x="15249" y="7014"/>
                        </a:cubicBezTo>
                        <a:cubicBezTo>
                          <a:pt x="14604" y="7659"/>
                          <a:pt x="13959" y="8303"/>
                          <a:pt x="13314" y="8626"/>
                        </a:cubicBezTo>
                        <a:cubicBezTo>
                          <a:pt x="13314" y="11528"/>
                          <a:pt x="12346" y="14430"/>
                          <a:pt x="10734" y="17010"/>
                        </a:cubicBezTo>
                        <a:cubicBezTo>
                          <a:pt x="9767" y="18622"/>
                          <a:pt x="8799" y="19912"/>
                          <a:pt x="7509" y="21202"/>
                        </a:cubicBezTo>
                        <a:cubicBezTo>
                          <a:pt x="6219" y="22169"/>
                          <a:pt x="4930" y="22492"/>
                          <a:pt x="3962" y="22492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0" name="Freeform: Shape 249">
                    <a:extLst>
                      <a:ext uri="{FF2B5EF4-FFF2-40B4-BE49-F238E27FC236}">
                        <a16:creationId xmlns:a16="http://schemas.microsoft.com/office/drawing/2014/main" id="{69E5CEA7-85A4-B1DB-1FA7-73DE805256A8}"/>
                      </a:ext>
                    </a:extLst>
                  </p:cNvPr>
                  <p:cNvSpPr/>
                  <p:nvPr/>
                </p:nvSpPr>
                <p:spPr>
                  <a:xfrm>
                    <a:off x="4897000" y="2050555"/>
                    <a:ext cx="32246" cy="32246"/>
                  </a:xfrm>
                  <a:custGeom>
                    <a:avLst/>
                    <a:gdLst>
                      <a:gd name="connsiteX0" fmla="*/ 37083 w 32246"/>
                      <a:gd name="connsiteY0" fmla="*/ 12296 h 0"/>
                      <a:gd name="connsiteX1" fmla="*/ 35794 w 32246"/>
                      <a:gd name="connsiteY1" fmla="*/ 11973 h 0"/>
                      <a:gd name="connsiteX2" fmla="*/ 30634 w 32246"/>
                      <a:gd name="connsiteY2" fmla="*/ 10361 h 0"/>
                      <a:gd name="connsiteX3" fmla="*/ 14189 w 32246"/>
                      <a:gd name="connsiteY3" fmla="*/ 9071 h 0"/>
                      <a:gd name="connsiteX4" fmla="*/ 4192 w 32246"/>
                      <a:gd name="connsiteY4" fmla="*/ 10038 h 0"/>
                      <a:gd name="connsiteX5" fmla="*/ 0 w 32246"/>
                      <a:gd name="connsiteY5" fmla="*/ 5846 h 0"/>
                      <a:gd name="connsiteX6" fmla="*/ 3870 w 32246"/>
                      <a:gd name="connsiteY6" fmla="*/ 1654 h 0"/>
                      <a:gd name="connsiteX7" fmla="*/ 4192 w 32246"/>
                      <a:gd name="connsiteY7" fmla="*/ 1654 h 0"/>
                      <a:gd name="connsiteX8" fmla="*/ 12899 w 32246"/>
                      <a:gd name="connsiteY8" fmla="*/ 687 h 0"/>
                      <a:gd name="connsiteX9" fmla="*/ 33214 w 32246"/>
                      <a:gd name="connsiteY9" fmla="*/ 2299 h 0"/>
                      <a:gd name="connsiteX10" fmla="*/ 38373 w 32246"/>
                      <a:gd name="connsiteY10" fmla="*/ 3912 h 0"/>
                      <a:gd name="connsiteX11" fmla="*/ 40953 w 32246"/>
                      <a:gd name="connsiteY11" fmla="*/ 9071 h 0"/>
                      <a:gd name="connsiteX12" fmla="*/ 37083 w 32246"/>
                      <a:gd name="connsiteY12" fmla="*/ 12296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2246">
                        <a:moveTo>
                          <a:pt x="37083" y="12296"/>
                        </a:moveTo>
                        <a:cubicBezTo>
                          <a:pt x="36761" y="12296"/>
                          <a:pt x="36116" y="12296"/>
                          <a:pt x="35794" y="11973"/>
                        </a:cubicBezTo>
                        <a:lnTo>
                          <a:pt x="30634" y="10361"/>
                        </a:lnTo>
                        <a:cubicBezTo>
                          <a:pt x="23540" y="8103"/>
                          <a:pt x="19348" y="8103"/>
                          <a:pt x="14189" y="9071"/>
                        </a:cubicBezTo>
                        <a:cubicBezTo>
                          <a:pt x="11609" y="9393"/>
                          <a:pt x="8384" y="10038"/>
                          <a:pt x="4192" y="10038"/>
                        </a:cubicBezTo>
                        <a:cubicBezTo>
                          <a:pt x="1935" y="10038"/>
                          <a:pt x="0" y="8103"/>
                          <a:pt x="0" y="5846"/>
                        </a:cubicBezTo>
                        <a:cubicBezTo>
                          <a:pt x="0" y="3589"/>
                          <a:pt x="1612" y="1654"/>
                          <a:pt x="3870" y="1654"/>
                        </a:cubicBezTo>
                        <a:lnTo>
                          <a:pt x="4192" y="1654"/>
                        </a:lnTo>
                        <a:cubicBezTo>
                          <a:pt x="7739" y="1654"/>
                          <a:pt x="10319" y="1332"/>
                          <a:pt x="12899" y="687"/>
                        </a:cubicBezTo>
                        <a:cubicBezTo>
                          <a:pt x="18380" y="-281"/>
                          <a:pt x="24507" y="-603"/>
                          <a:pt x="33214" y="2299"/>
                        </a:cubicBezTo>
                        <a:lnTo>
                          <a:pt x="38373" y="3912"/>
                        </a:lnTo>
                        <a:cubicBezTo>
                          <a:pt x="40631" y="4556"/>
                          <a:pt x="41598" y="6814"/>
                          <a:pt x="40953" y="9071"/>
                        </a:cubicBezTo>
                        <a:cubicBezTo>
                          <a:pt x="40308" y="11006"/>
                          <a:pt x="38696" y="12296"/>
                          <a:pt x="37083" y="12296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1" name="Freeform: Shape 250">
                    <a:extLst>
                      <a:ext uri="{FF2B5EF4-FFF2-40B4-BE49-F238E27FC236}">
                        <a16:creationId xmlns:a16="http://schemas.microsoft.com/office/drawing/2014/main" id="{AAF11B23-B7A1-48A8-5E9D-6FDFBFA16947}"/>
                      </a:ext>
                    </a:extLst>
                  </p:cNvPr>
                  <p:cNvSpPr/>
                  <p:nvPr/>
                </p:nvSpPr>
                <p:spPr>
                  <a:xfrm>
                    <a:off x="4975640" y="2060353"/>
                    <a:ext cx="32246" cy="32246"/>
                  </a:xfrm>
                  <a:custGeom>
                    <a:avLst/>
                    <a:gdLst>
                      <a:gd name="connsiteX0" fmla="*/ 16164 w 32246"/>
                      <a:gd name="connsiteY0" fmla="*/ 13462 h 0"/>
                      <a:gd name="connsiteX1" fmla="*/ 15519 w 32246"/>
                      <a:gd name="connsiteY1" fmla="*/ 13462 h 0"/>
                      <a:gd name="connsiteX2" fmla="*/ 13262 w 32246"/>
                      <a:gd name="connsiteY2" fmla="*/ 13462 h 0"/>
                      <a:gd name="connsiteX3" fmla="*/ 11972 w 32246"/>
                      <a:gd name="connsiteY3" fmla="*/ 11527 h 0"/>
                      <a:gd name="connsiteX4" fmla="*/ 4556 w 32246"/>
                      <a:gd name="connsiteY4" fmla="*/ 8302 h 0"/>
                      <a:gd name="connsiteX5" fmla="*/ 41 w 32246"/>
                      <a:gd name="connsiteY5" fmla="*/ 4755 h 0"/>
                      <a:gd name="connsiteX6" fmla="*/ 3588 w 32246"/>
                      <a:gd name="connsiteY6" fmla="*/ 241 h 0"/>
                      <a:gd name="connsiteX7" fmla="*/ 17454 w 32246"/>
                      <a:gd name="connsiteY7" fmla="*/ 5400 h 0"/>
                      <a:gd name="connsiteX8" fmla="*/ 26806 w 32246"/>
                      <a:gd name="connsiteY8" fmla="*/ 2498 h 0"/>
                      <a:gd name="connsiteX9" fmla="*/ 31965 w 32246"/>
                      <a:gd name="connsiteY9" fmla="*/ 4755 h 0"/>
                      <a:gd name="connsiteX10" fmla="*/ 29708 w 32246"/>
                      <a:gd name="connsiteY10" fmla="*/ 9915 h 0"/>
                      <a:gd name="connsiteX11" fmla="*/ 16164 w 32246"/>
                      <a:gd name="connsiteY11" fmla="*/ 13462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2246">
                        <a:moveTo>
                          <a:pt x="16164" y="13462"/>
                        </a:moveTo>
                        <a:cubicBezTo>
                          <a:pt x="15842" y="13462"/>
                          <a:pt x="15842" y="13462"/>
                          <a:pt x="15519" y="13462"/>
                        </a:cubicBezTo>
                        <a:lnTo>
                          <a:pt x="13262" y="13462"/>
                        </a:lnTo>
                        <a:lnTo>
                          <a:pt x="11972" y="11527"/>
                        </a:lnTo>
                        <a:cubicBezTo>
                          <a:pt x="10037" y="8302"/>
                          <a:pt x="8103" y="7980"/>
                          <a:pt x="4556" y="8302"/>
                        </a:cubicBezTo>
                        <a:cubicBezTo>
                          <a:pt x="2298" y="8625"/>
                          <a:pt x="364" y="7012"/>
                          <a:pt x="41" y="4755"/>
                        </a:cubicBezTo>
                        <a:cubicBezTo>
                          <a:pt x="-281" y="2498"/>
                          <a:pt x="1331" y="563"/>
                          <a:pt x="3588" y="241"/>
                        </a:cubicBezTo>
                        <a:cubicBezTo>
                          <a:pt x="7780" y="-404"/>
                          <a:pt x="13262" y="-82"/>
                          <a:pt x="17454" y="5400"/>
                        </a:cubicBezTo>
                        <a:cubicBezTo>
                          <a:pt x="20356" y="5078"/>
                          <a:pt x="23258" y="4110"/>
                          <a:pt x="26806" y="2498"/>
                        </a:cubicBezTo>
                        <a:cubicBezTo>
                          <a:pt x="28740" y="1531"/>
                          <a:pt x="31320" y="2498"/>
                          <a:pt x="31965" y="4755"/>
                        </a:cubicBezTo>
                        <a:cubicBezTo>
                          <a:pt x="32932" y="6690"/>
                          <a:pt x="31965" y="9270"/>
                          <a:pt x="29708" y="9915"/>
                        </a:cubicBezTo>
                        <a:cubicBezTo>
                          <a:pt x="25193" y="11849"/>
                          <a:pt x="20679" y="13462"/>
                          <a:pt x="16164" y="13462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2" name="Freeform: Shape 251">
                    <a:extLst>
                      <a:ext uri="{FF2B5EF4-FFF2-40B4-BE49-F238E27FC236}">
                        <a16:creationId xmlns:a16="http://schemas.microsoft.com/office/drawing/2014/main" id="{71890B68-A0A2-233A-E142-B8AC345BA328}"/>
                      </a:ext>
                    </a:extLst>
                  </p:cNvPr>
                  <p:cNvSpPr/>
                  <p:nvPr/>
                </p:nvSpPr>
                <p:spPr>
                  <a:xfrm>
                    <a:off x="5036459" y="1939306"/>
                    <a:ext cx="354711" cy="193479"/>
                  </a:xfrm>
                  <a:custGeom>
                    <a:avLst/>
                    <a:gdLst>
                      <a:gd name="connsiteX0" fmla="*/ 84331 w 354711"/>
                      <a:gd name="connsiteY0" fmla="*/ 196745 h 193478"/>
                      <a:gd name="connsiteX1" fmla="*/ 80784 w 354711"/>
                      <a:gd name="connsiteY1" fmla="*/ 194810 h 193478"/>
                      <a:gd name="connsiteX2" fmla="*/ 82074 w 354711"/>
                      <a:gd name="connsiteY2" fmla="*/ 189328 h 193478"/>
                      <a:gd name="connsiteX3" fmla="*/ 83364 w 354711"/>
                      <a:gd name="connsiteY3" fmla="*/ 188361 h 193478"/>
                      <a:gd name="connsiteX4" fmla="*/ 87556 w 354711"/>
                      <a:gd name="connsiteY4" fmla="*/ 179654 h 193478"/>
                      <a:gd name="connsiteX5" fmla="*/ 93682 w 354711"/>
                      <a:gd name="connsiteY5" fmla="*/ 166755 h 193478"/>
                      <a:gd name="connsiteX6" fmla="*/ 99487 w 354711"/>
                      <a:gd name="connsiteY6" fmla="*/ 165788 h 193478"/>
                      <a:gd name="connsiteX7" fmla="*/ 100132 w 354711"/>
                      <a:gd name="connsiteY7" fmla="*/ 171270 h 193478"/>
                      <a:gd name="connsiteX8" fmla="*/ 95295 w 354711"/>
                      <a:gd name="connsiteY8" fmla="*/ 181911 h 193478"/>
                      <a:gd name="connsiteX9" fmla="*/ 88523 w 354711"/>
                      <a:gd name="connsiteY9" fmla="*/ 194487 h 193478"/>
                      <a:gd name="connsiteX10" fmla="*/ 86266 w 354711"/>
                      <a:gd name="connsiteY10" fmla="*/ 196100 h 193478"/>
                      <a:gd name="connsiteX11" fmla="*/ 84331 w 354711"/>
                      <a:gd name="connsiteY11" fmla="*/ 196745 h 193478"/>
                      <a:gd name="connsiteX12" fmla="*/ 64661 w 354711"/>
                      <a:gd name="connsiteY12" fmla="*/ 176107 h 193478"/>
                      <a:gd name="connsiteX13" fmla="*/ 64661 w 354711"/>
                      <a:gd name="connsiteY13" fmla="*/ 176107 h 193478"/>
                      <a:gd name="connsiteX14" fmla="*/ 60469 w 354711"/>
                      <a:gd name="connsiteY14" fmla="*/ 171915 h 193478"/>
                      <a:gd name="connsiteX15" fmla="*/ 60469 w 354711"/>
                      <a:gd name="connsiteY15" fmla="*/ 170625 h 193478"/>
                      <a:gd name="connsiteX16" fmla="*/ 59824 w 354711"/>
                      <a:gd name="connsiteY16" fmla="*/ 157404 h 193478"/>
                      <a:gd name="connsiteX17" fmla="*/ 56277 w 354711"/>
                      <a:gd name="connsiteY17" fmla="*/ 149987 h 193478"/>
                      <a:gd name="connsiteX18" fmla="*/ 54664 w 354711"/>
                      <a:gd name="connsiteY18" fmla="*/ 144505 h 193478"/>
                      <a:gd name="connsiteX19" fmla="*/ 60146 w 354711"/>
                      <a:gd name="connsiteY19" fmla="*/ 142893 h 193478"/>
                      <a:gd name="connsiteX20" fmla="*/ 67885 w 354711"/>
                      <a:gd name="connsiteY20" fmla="*/ 156437 h 193478"/>
                      <a:gd name="connsiteX21" fmla="*/ 68530 w 354711"/>
                      <a:gd name="connsiteY21" fmla="*/ 170625 h 193478"/>
                      <a:gd name="connsiteX22" fmla="*/ 68530 w 354711"/>
                      <a:gd name="connsiteY22" fmla="*/ 171915 h 193478"/>
                      <a:gd name="connsiteX23" fmla="*/ 64661 w 354711"/>
                      <a:gd name="connsiteY23" fmla="*/ 176107 h 193478"/>
                      <a:gd name="connsiteX24" fmla="*/ 140117 w 354711"/>
                      <a:gd name="connsiteY24" fmla="*/ 171592 h 193478"/>
                      <a:gd name="connsiteX25" fmla="*/ 133023 w 354711"/>
                      <a:gd name="connsiteY25" fmla="*/ 171270 h 193478"/>
                      <a:gd name="connsiteX26" fmla="*/ 129476 w 354711"/>
                      <a:gd name="connsiteY26" fmla="*/ 166755 h 193478"/>
                      <a:gd name="connsiteX27" fmla="*/ 133991 w 354711"/>
                      <a:gd name="connsiteY27" fmla="*/ 163208 h 193478"/>
                      <a:gd name="connsiteX28" fmla="*/ 148824 w 354711"/>
                      <a:gd name="connsiteY28" fmla="*/ 161918 h 193478"/>
                      <a:gd name="connsiteX29" fmla="*/ 154306 w 354711"/>
                      <a:gd name="connsiteY29" fmla="*/ 158694 h 193478"/>
                      <a:gd name="connsiteX30" fmla="*/ 156886 w 354711"/>
                      <a:gd name="connsiteY30" fmla="*/ 157081 h 193478"/>
                      <a:gd name="connsiteX31" fmla="*/ 162367 w 354711"/>
                      <a:gd name="connsiteY31" fmla="*/ 158371 h 193478"/>
                      <a:gd name="connsiteX32" fmla="*/ 161078 w 354711"/>
                      <a:gd name="connsiteY32" fmla="*/ 163853 h 193478"/>
                      <a:gd name="connsiteX33" fmla="*/ 158498 w 354711"/>
                      <a:gd name="connsiteY33" fmla="*/ 165465 h 193478"/>
                      <a:gd name="connsiteX34" fmla="*/ 152371 w 354711"/>
                      <a:gd name="connsiteY34" fmla="*/ 169013 h 193478"/>
                      <a:gd name="connsiteX35" fmla="*/ 140117 w 354711"/>
                      <a:gd name="connsiteY35" fmla="*/ 171592 h 193478"/>
                      <a:gd name="connsiteX36" fmla="*/ 198161 w 354711"/>
                      <a:gd name="connsiteY36" fmla="*/ 165143 h 193478"/>
                      <a:gd name="connsiteX37" fmla="*/ 193002 w 354711"/>
                      <a:gd name="connsiteY37" fmla="*/ 164498 h 193478"/>
                      <a:gd name="connsiteX38" fmla="*/ 190422 w 354711"/>
                      <a:gd name="connsiteY38" fmla="*/ 159339 h 193478"/>
                      <a:gd name="connsiteX39" fmla="*/ 195581 w 354711"/>
                      <a:gd name="connsiteY39" fmla="*/ 156759 h 193478"/>
                      <a:gd name="connsiteX40" fmla="*/ 198483 w 354711"/>
                      <a:gd name="connsiteY40" fmla="*/ 157081 h 193478"/>
                      <a:gd name="connsiteX41" fmla="*/ 198483 w 354711"/>
                      <a:gd name="connsiteY41" fmla="*/ 157081 h 193478"/>
                      <a:gd name="connsiteX42" fmla="*/ 211382 w 354711"/>
                      <a:gd name="connsiteY42" fmla="*/ 150955 h 193478"/>
                      <a:gd name="connsiteX43" fmla="*/ 216864 w 354711"/>
                      <a:gd name="connsiteY43" fmla="*/ 147085 h 193478"/>
                      <a:gd name="connsiteX44" fmla="*/ 222346 w 354711"/>
                      <a:gd name="connsiteY44" fmla="*/ 148375 h 193478"/>
                      <a:gd name="connsiteX45" fmla="*/ 221056 w 354711"/>
                      <a:gd name="connsiteY45" fmla="*/ 153857 h 193478"/>
                      <a:gd name="connsiteX46" fmla="*/ 216219 w 354711"/>
                      <a:gd name="connsiteY46" fmla="*/ 157404 h 193478"/>
                      <a:gd name="connsiteX47" fmla="*/ 198161 w 354711"/>
                      <a:gd name="connsiteY47" fmla="*/ 165143 h 193478"/>
                      <a:gd name="connsiteX48" fmla="*/ 22418 w 354711"/>
                      <a:gd name="connsiteY48" fmla="*/ 142248 h 193478"/>
                      <a:gd name="connsiteX49" fmla="*/ 19516 w 354711"/>
                      <a:gd name="connsiteY49" fmla="*/ 140958 h 193478"/>
                      <a:gd name="connsiteX50" fmla="*/ 11777 w 354711"/>
                      <a:gd name="connsiteY50" fmla="*/ 131284 h 193478"/>
                      <a:gd name="connsiteX51" fmla="*/ 6295 w 354711"/>
                      <a:gd name="connsiteY51" fmla="*/ 124190 h 193478"/>
                      <a:gd name="connsiteX52" fmla="*/ 2747 w 354711"/>
                      <a:gd name="connsiteY52" fmla="*/ 121933 h 193478"/>
                      <a:gd name="connsiteX53" fmla="*/ 168 w 354711"/>
                      <a:gd name="connsiteY53" fmla="*/ 116773 h 193478"/>
                      <a:gd name="connsiteX54" fmla="*/ 5327 w 354711"/>
                      <a:gd name="connsiteY54" fmla="*/ 114194 h 193478"/>
                      <a:gd name="connsiteX55" fmla="*/ 12099 w 354711"/>
                      <a:gd name="connsiteY55" fmla="*/ 118708 h 193478"/>
                      <a:gd name="connsiteX56" fmla="*/ 18226 w 354711"/>
                      <a:gd name="connsiteY56" fmla="*/ 126447 h 193478"/>
                      <a:gd name="connsiteX57" fmla="*/ 25320 w 354711"/>
                      <a:gd name="connsiteY57" fmla="*/ 135154 h 193478"/>
                      <a:gd name="connsiteX58" fmla="*/ 25320 w 354711"/>
                      <a:gd name="connsiteY58" fmla="*/ 140958 h 193478"/>
                      <a:gd name="connsiteX59" fmla="*/ 22418 w 354711"/>
                      <a:gd name="connsiteY59" fmla="*/ 142248 h 193478"/>
                      <a:gd name="connsiteX60" fmla="*/ 235889 w 354711"/>
                      <a:gd name="connsiteY60" fmla="*/ 122900 h 193478"/>
                      <a:gd name="connsiteX61" fmla="*/ 234600 w 354711"/>
                      <a:gd name="connsiteY61" fmla="*/ 122578 h 193478"/>
                      <a:gd name="connsiteX62" fmla="*/ 232020 w 354711"/>
                      <a:gd name="connsiteY62" fmla="*/ 117418 h 193478"/>
                      <a:gd name="connsiteX63" fmla="*/ 250400 w 354711"/>
                      <a:gd name="connsiteY63" fmla="*/ 94201 h 193478"/>
                      <a:gd name="connsiteX64" fmla="*/ 255882 w 354711"/>
                      <a:gd name="connsiteY64" fmla="*/ 95491 h 193478"/>
                      <a:gd name="connsiteX65" fmla="*/ 254592 w 354711"/>
                      <a:gd name="connsiteY65" fmla="*/ 100973 h 193478"/>
                      <a:gd name="connsiteX66" fmla="*/ 239437 w 354711"/>
                      <a:gd name="connsiteY66" fmla="*/ 119676 h 193478"/>
                      <a:gd name="connsiteX67" fmla="*/ 235889 w 354711"/>
                      <a:gd name="connsiteY67" fmla="*/ 122900 h 193478"/>
                      <a:gd name="connsiteX68" fmla="*/ 297803 w 354711"/>
                      <a:gd name="connsiteY68" fmla="*/ 103552 h 193478"/>
                      <a:gd name="connsiteX69" fmla="*/ 290386 w 354711"/>
                      <a:gd name="connsiteY69" fmla="*/ 101617 h 193478"/>
                      <a:gd name="connsiteX70" fmla="*/ 288129 w 354711"/>
                      <a:gd name="connsiteY70" fmla="*/ 100973 h 193478"/>
                      <a:gd name="connsiteX71" fmla="*/ 285549 w 354711"/>
                      <a:gd name="connsiteY71" fmla="*/ 95813 h 193478"/>
                      <a:gd name="connsiteX72" fmla="*/ 290708 w 354711"/>
                      <a:gd name="connsiteY72" fmla="*/ 93233 h 193478"/>
                      <a:gd name="connsiteX73" fmla="*/ 292966 w 354711"/>
                      <a:gd name="connsiteY73" fmla="*/ 94201 h 193478"/>
                      <a:gd name="connsiteX74" fmla="*/ 297480 w 354711"/>
                      <a:gd name="connsiteY74" fmla="*/ 95491 h 193478"/>
                      <a:gd name="connsiteX75" fmla="*/ 303607 w 354711"/>
                      <a:gd name="connsiteY75" fmla="*/ 91621 h 193478"/>
                      <a:gd name="connsiteX76" fmla="*/ 305864 w 354711"/>
                      <a:gd name="connsiteY76" fmla="*/ 88074 h 193478"/>
                      <a:gd name="connsiteX77" fmla="*/ 309734 w 354711"/>
                      <a:gd name="connsiteY77" fmla="*/ 83560 h 193478"/>
                      <a:gd name="connsiteX78" fmla="*/ 313926 w 354711"/>
                      <a:gd name="connsiteY78" fmla="*/ 87107 h 193478"/>
                      <a:gd name="connsiteX79" fmla="*/ 313926 w 354711"/>
                      <a:gd name="connsiteY79" fmla="*/ 88074 h 193478"/>
                      <a:gd name="connsiteX80" fmla="*/ 308766 w 354711"/>
                      <a:gd name="connsiteY80" fmla="*/ 98070 h 193478"/>
                      <a:gd name="connsiteX81" fmla="*/ 297803 w 354711"/>
                      <a:gd name="connsiteY81" fmla="*/ 103552 h 193478"/>
                      <a:gd name="connsiteX82" fmla="*/ 323277 w 354711"/>
                      <a:gd name="connsiteY82" fmla="*/ 58407 h 193478"/>
                      <a:gd name="connsiteX83" fmla="*/ 321665 w 354711"/>
                      <a:gd name="connsiteY83" fmla="*/ 58085 h 193478"/>
                      <a:gd name="connsiteX84" fmla="*/ 319408 w 354711"/>
                      <a:gd name="connsiteY84" fmla="*/ 52925 h 193478"/>
                      <a:gd name="connsiteX85" fmla="*/ 321343 w 354711"/>
                      <a:gd name="connsiteY85" fmla="*/ 47766 h 193478"/>
                      <a:gd name="connsiteX86" fmla="*/ 332306 w 354711"/>
                      <a:gd name="connsiteY86" fmla="*/ 31965 h 193478"/>
                      <a:gd name="connsiteX87" fmla="*/ 339078 w 354711"/>
                      <a:gd name="connsiteY87" fmla="*/ 30998 h 193478"/>
                      <a:gd name="connsiteX88" fmla="*/ 342625 w 354711"/>
                      <a:gd name="connsiteY88" fmla="*/ 35190 h 193478"/>
                      <a:gd name="connsiteX89" fmla="*/ 338111 w 354711"/>
                      <a:gd name="connsiteY89" fmla="*/ 38737 h 193478"/>
                      <a:gd name="connsiteX90" fmla="*/ 334886 w 354711"/>
                      <a:gd name="connsiteY90" fmla="*/ 39059 h 193478"/>
                      <a:gd name="connsiteX91" fmla="*/ 328437 w 354711"/>
                      <a:gd name="connsiteY91" fmla="*/ 49701 h 193478"/>
                      <a:gd name="connsiteX92" fmla="*/ 326502 w 354711"/>
                      <a:gd name="connsiteY92" fmla="*/ 55505 h 193478"/>
                      <a:gd name="connsiteX93" fmla="*/ 323277 w 354711"/>
                      <a:gd name="connsiteY93" fmla="*/ 58407 h 193478"/>
                      <a:gd name="connsiteX94" fmla="*/ 359393 w 354711"/>
                      <a:gd name="connsiteY94" fmla="*/ 35190 h 193478"/>
                      <a:gd name="connsiteX95" fmla="*/ 355524 w 354711"/>
                      <a:gd name="connsiteY95" fmla="*/ 32288 h 193478"/>
                      <a:gd name="connsiteX96" fmla="*/ 352622 w 354711"/>
                      <a:gd name="connsiteY96" fmla="*/ 14552 h 193478"/>
                      <a:gd name="connsiteX97" fmla="*/ 352622 w 354711"/>
                      <a:gd name="connsiteY97" fmla="*/ 12617 h 193478"/>
                      <a:gd name="connsiteX98" fmla="*/ 352622 w 354711"/>
                      <a:gd name="connsiteY98" fmla="*/ 9070 h 193478"/>
                      <a:gd name="connsiteX99" fmla="*/ 352299 w 354711"/>
                      <a:gd name="connsiteY99" fmla="*/ 4556 h 193478"/>
                      <a:gd name="connsiteX100" fmla="*/ 355846 w 354711"/>
                      <a:gd name="connsiteY100" fmla="*/ 41 h 193478"/>
                      <a:gd name="connsiteX101" fmla="*/ 360361 w 354711"/>
                      <a:gd name="connsiteY101" fmla="*/ 3588 h 193478"/>
                      <a:gd name="connsiteX102" fmla="*/ 360683 w 354711"/>
                      <a:gd name="connsiteY102" fmla="*/ 9070 h 193478"/>
                      <a:gd name="connsiteX103" fmla="*/ 360683 w 354711"/>
                      <a:gd name="connsiteY103" fmla="*/ 12940 h 193478"/>
                      <a:gd name="connsiteX104" fmla="*/ 360683 w 354711"/>
                      <a:gd name="connsiteY104" fmla="*/ 14552 h 193478"/>
                      <a:gd name="connsiteX105" fmla="*/ 363263 w 354711"/>
                      <a:gd name="connsiteY105" fmla="*/ 30030 h 193478"/>
                      <a:gd name="connsiteX106" fmla="*/ 360361 w 354711"/>
                      <a:gd name="connsiteY106" fmla="*/ 34867 h 193478"/>
                      <a:gd name="connsiteX107" fmla="*/ 359393 w 354711"/>
                      <a:gd name="connsiteY107" fmla="*/ 35190 h 1934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</a:cxnLst>
                    <a:rect l="l" t="t" r="r" b="b"/>
                    <a:pathLst>
                      <a:path w="354711" h="193478">
                        <a:moveTo>
                          <a:pt x="84331" y="196745"/>
                        </a:moveTo>
                        <a:cubicBezTo>
                          <a:pt x="83041" y="196745"/>
                          <a:pt x="81751" y="196100"/>
                          <a:pt x="80784" y="194810"/>
                        </a:cubicBezTo>
                        <a:cubicBezTo>
                          <a:pt x="79494" y="192875"/>
                          <a:pt x="80139" y="190295"/>
                          <a:pt x="82074" y="189328"/>
                        </a:cubicBezTo>
                        <a:cubicBezTo>
                          <a:pt x="82396" y="189005"/>
                          <a:pt x="83041" y="188683"/>
                          <a:pt x="83364" y="188361"/>
                        </a:cubicBezTo>
                        <a:cubicBezTo>
                          <a:pt x="84976" y="187071"/>
                          <a:pt x="86266" y="183201"/>
                          <a:pt x="87556" y="179654"/>
                        </a:cubicBezTo>
                        <a:cubicBezTo>
                          <a:pt x="89168" y="175462"/>
                          <a:pt x="90780" y="170625"/>
                          <a:pt x="93682" y="166755"/>
                        </a:cubicBezTo>
                        <a:cubicBezTo>
                          <a:pt x="94972" y="164821"/>
                          <a:pt x="97552" y="164498"/>
                          <a:pt x="99487" y="165788"/>
                        </a:cubicBezTo>
                        <a:cubicBezTo>
                          <a:pt x="101422" y="167078"/>
                          <a:pt x="101744" y="169658"/>
                          <a:pt x="100132" y="171270"/>
                        </a:cubicBezTo>
                        <a:cubicBezTo>
                          <a:pt x="98197" y="174172"/>
                          <a:pt x="96585" y="178042"/>
                          <a:pt x="95295" y="181911"/>
                        </a:cubicBezTo>
                        <a:cubicBezTo>
                          <a:pt x="93682" y="187071"/>
                          <a:pt x="91748" y="191585"/>
                          <a:pt x="88523" y="194487"/>
                        </a:cubicBezTo>
                        <a:cubicBezTo>
                          <a:pt x="87878" y="195132"/>
                          <a:pt x="86911" y="195455"/>
                          <a:pt x="86266" y="196100"/>
                        </a:cubicBezTo>
                        <a:cubicBezTo>
                          <a:pt x="85621" y="196745"/>
                          <a:pt x="84976" y="196745"/>
                          <a:pt x="84331" y="196745"/>
                        </a:cubicBezTo>
                        <a:close/>
                        <a:moveTo>
                          <a:pt x="64661" y="176107"/>
                        </a:moveTo>
                        <a:lnTo>
                          <a:pt x="64661" y="176107"/>
                        </a:lnTo>
                        <a:cubicBezTo>
                          <a:pt x="62403" y="176107"/>
                          <a:pt x="60469" y="174172"/>
                          <a:pt x="60469" y="171915"/>
                        </a:cubicBezTo>
                        <a:lnTo>
                          <a:pt x="60469" y="170625"/>
                        </a:lnTo>
                        <a:cubicBezTo>
                          <a:pt x="60469" y="167078"/>
                          <a:pt x="60469" y="162241"/>
                          <a:pt x="59824" y="157404"/>
                        </a:cubicBezTo>
                        <a:cubicBezTo>
                          <a:pt x="59179" y="151599"/>
                          <a:pt x="57244" y="150310"/>
                          <a:pt x="56277" y="149987"/>
                        </a:cubicBezTo>
                        <a:cubicBezTo>
                          <a:pt x="54342" y="149020"/>
                          <a:pt x="53374" y="146440"/>
                          <a:pt x="54664" y="144505"/>
                        </a:cubicBezTo>
                        <a:cubicBezTo>
                          <a:pt x="55632" y="142571"/>
                          <a:pt x="58211" y="141603"/>
                          <a:pt x="60146" y="142893"/>
                        </a:cubicBezTo>
                        <a:cubicBezTo>
                          <a:pt x="64661" y="145150"/>
                          <a:pt x="67240" y="149665"/>
                          <a:pt x="67885" y="156437"/>
                        </a:cubicBezTo>
                        <a:cubicBezTo>
                          <a:pt x="68530" y="161918"/>
                          <a:pt x="68530" y="166755"/>
                          <a:pt x="68530" y="170625"/>
                        </a:cubicBezTo>
                        <a:lnTo>
                          <a:pt x="68530" y="171915"/>
                        </a:lnTo>
                        <a:cubicBezTo>
                          <a:pt x="68530" y="174495"/>
                          <a:pt x="66918" y="176107"/>
                          <a:pt x="64661" y="176107"/>
                        </a:cubicBezTo>
                        <a:close/>
                        <a:moveTo>
                          <a:pt x="140117" y="171592"/>
                        </a:moveTo>
                        <a:cubicBezTo>
                          <a:pt x="137860" y="171592"/>
                          <a:pt x="135603" y="171592"/>
                          <a:pt x="133023" y="171270"/>
                        </a:cubicBezTo>
                        <a:cubicBezTo>
                          <a:pt x="130766" y="170947"/>
                          <a:pt x="129154" y="169013"/>
                          <a:pt x="129476" y="166755"/>
                        </a:cubicBezTo>
                        <a:cubicBezTo>
                          <a:pt x="129799" y="164498"/>
                          <a:pt x="131733" y="162886"/>
                          <a:pt x="133991" y="163208"/>
                        </a:cubicBezTo>
                        <a:cubicBezTo>
                          <a:pt x="140117" y="163853"/>
                          <a:pt x="145922" y="163531"/>
                          <a:pt x="148824" y="161918"/>
                        </a:cubicBezTo>
                        <a:cubicBezTo>
                          <a:pt x="150436" y="160951"/>
                          <a:pt x="152371" y="159984"/>
                          <a:pt x="154306" y="158694"/>
                        </a:cubicBezTo>
                        <a:lnTo>
                          <a:pt x="156886" y="157081"/>
                        </a:lnTo>
                        <a:cubicBezTo>
                          <a:pt x="158820" y="155792"/>
                          <a:pt x="161400" y="156437"/>
                          <a:pt x="162367" y="158371"/>
                        </a:cubicBezTo>
                        <a:cubicBezTo>
                          <a:pt x="163657" y="160306"/>
                          <a:pt x="163012" y="162886"/>
                          <a:pt x="161078" y="163853"/>
                        </a:cubicBezTo>
                        <a:lnTo>
                          <a:pt x="158498" y="165465"/>
                        </a:lnTo>
                        <a:cubicBezTo>
                          <a:pt x="156241" y="166755"/>
                          <a:pt x="154306" y="168045"/>
                          <a:pt x="152371" y="169013"/>
                        </a:cubicBezTo>
                        <a:cubicBezTo>
                          <a:pt x="149146" y="170625"/>
                          <a:pt x="145277" y="171592"/>
                          <a:pt x="140117" y="171592"/>
                        </a:cubicBezTo>
                        <a:close/>
                        <a:moveTo>
                          <a:pt x="198161" y="165143"/>
                        </a:moveTo>
                        <a:cubicBezTo>
                          <a:pt x="196549" y="165143"/>
                          <a:pt x="194614" y="164821"/>
                          <a:pt x="193002" y="164498"/>
                        </a:cubicBezTo>
                        <a:cubicBezTo>
                          <a:pt x="190744" y="163853"/>
                          <a:pt x="189777" y="161596"/>
                          <a:pt x="190422" y="159339"/>
                        </a:cubicBezTo>
                        <a:cubicBezTo>
                          <a:pt x="191067" y="157081"/>
                          <a:pt x="193324" y="156114"/>
                          <a:pt x="195581" y="156759"/>
                        </a:cubicBezTo>
                        <a:cubicBezTo>
                          <a:pt x="196549" y="157081"/>
                          <a:pt x="197516" y="157081"/>
                          <a:pt x="198483" y="157081"/>
                        </a:cubicBezTo>
                        <a:lnTo>
                          <a:pt x="198483" y="157081"/>
                        </a:lnTo>
                        <a:cubicBezTo>
                          <a:pt x="202676" y="157081"/>
                          <a:pt x="206868" y="154179"/>
                          <a:pt x="211382" y="150955"/>
                        </a:cubicBezTo>
                        <a:cubicBezTo>
                          <a:pt x="212994" y="149665"/>
                          <a:pt x="214929" y="148375"/>
                          <a:pt x="216864" y="147085"/>
                        </a:cubicBezTo>
                        <a:cubicBezTo>
                          <a:pt x="218799" y="145795"/>
                          <a:pt x="221379" y="146440"/>
                          <a:pt x="222346" y="148375"/>
                        </a:cubicBezTo>
                        <a:cubicBezTo>
                          <a:pt x="223636" y="150310"/>
                          <a:pt x="222991" y="152889"/>
                          <a:pt x="221056" y="153857"/>
                        </a:cubicBezTo>
                        <a:cubicBezTo>
                          <a:pt x="219444" y="154824"/>
                          <a:pt x="217831" y="156114"/>
                          <a:pt x="216219" y="157404"/>
                        </a:cubicBezTo>
                        <a:cubicBezTo>
                          <a:pt x="210737" y="160951"/>
                          <a:pt x="204933" y="165143"/>
                          <a:pt x="198161" y="165143"/>
                        </a:cubicBezTo>
                        <a:close/>
                        <a:moveTo>
                          <a:pt x="22418" y="142248"/>
                        </a:moveTo>
                        <a:cubicBezTo>
                          <a:pt x="21450" y="142248"/>
                          <a:pt x="20161" y="141926"/>
                          <a:pt x="19516" y="140958"/>
                        </a:cubicBezTo>
                        <a:cubicBezTo>
                          <a:pt x="16613" y="138056"/>
                          <a:pt x="14034" y="134509"/>
                          <a:pt x="11777" y="131284"/>
                        </a:cubicBezTo>
                        <a:cubicBezTo>
                          <a:pt x="9842" y="128705"/>
                          <a:pt x="8229" y="126125"/>
                          <a:pt x="6295" y="124190"/>
                        </a:cubicBezTo>
                        <a:cubicBezTo>
                          <a:pt x="5327" y="123223"/>
                          <a:pt x="4037" y="122255"/>
                          <a:pt x="2747" y="121933"/>
                        </a:cubicBezTo>
                        <a:cubicBezTo>
                          <a:pt x="813" y="121288"/>
                          <a:pt x="-477" y="119031"/>
                          <a:pt x="168" y="116773"/>
                        </a:cubicBezTo>
                        <a:cubicBezTo>
                          <a:pt x="813" y="114516"/>
                          <a:pt x="3392" y="113549"/>
                          <a:pt x="5327" y="114194"/>
                        </a:cubicBezTo>
                        <a:cubicBezTo>
                          <a:pt x="7907" y="115161"/>
                          <a:pt x="10164" y="116773"/>
                          <a:pt x="12099" y="118708"/>
                        </a:cubicBezTo>
                        <a:cubicBezTo>
                          <a:pt x="14034" y="120965"/>
                          <a:pt x="15968" y="123545"/>
                          <a:pt x="18226" y="126447"/>
                        </a:cubicBezTo>
                        <a:cubicBezTo>
                          <a:pt x="20483" y="129349"/>
                          <a:pt x="22740" y="132574"/>
                          <a:pt x="25320" y="135154"/>
                        </a:cubicBezTo>
                        <a:cubicBezTo>
                          <a:pt x="26932" y="136766"/>
                          <a:pt x="26932" y="139346"/>
                          <a:pt x="25320" y="140958"/>
                        </a:cubicBezTo>
                        <a:cubicBezTo>
                          <a:pt x="24353" y="141926"/>
                          <a:pt x="23385" y="142248"/>
                          <a:pt x="22418" y="142248"/>
                        </a:cubicBezTo>
                        <a:close/>
                        <a:moveTo>
                          <a:pt x="235889" y="122900"/>
                        </a:moveTo>
                        <a:cubicBezTo>
                          <a:pt x="235567" y="122900"/>
                          <a:pt x="235244" y="122900"/>
                          <a:pt x="234600" y="122578"/>
                        </a:cubicBezTo>
                        <a:cubicBezTo>
                          <a:pt x="232342" y="121933"/>
                          <a:pt x="231375" y="119676"/>
                          <a:pt x="232020" y="117418"/>
                        </a:cubicBezTo>
                        <a:cubicBezTo>
                          <a:pt x="234600" y="108712"/>
                          <a:pt x="241694" y="99683"/>
                          <a:pt x="250400" y="94201"/>
                        </a:cubicBezTo>
                        <a:cubicBezTo>
                          <a:pt x="252335" y="92911"/>
                          <a:pt x="254915" y="93556"/>
                          <a:pt x="255882" y="95491"/>
                        </a:cubicBezTo>
                        <a:cubicBezTo>
                          <a:pt x="257172" y="97426"/>
                          <a:pt x="256527" y="100005"/>
                          <a:pt x="254592" y="100973"/>
                        </a:cubicBezTo>
                        <a:cubicBezTo>
                          <a:pt x="247498" y="105487"/>
                          <a:pt x="241694" y="112581"/>
                          <a:pt x="239437" y="119676"/>
                        </a:cubicBezTo>
                        <a:cubicBezTo>
                          <a:pt x="239437" y="121933"/>
                          <a:pt x="237824" y="122900"/>
                          <a:pt x="235889" y="122900"/>
                        </a:cubicBezTo>
                        <a:close/>
                        <a:moveTo>
                          <a:pt x="297803" y="103552"/>
                        </a:moveTo>
                        <a:cubicBezTo>
                          <a:pt x="295545" y="103552"/>
                          <a:pt x="293288" y="102907"/>
                          <a:pt x="290386" y="101617"/>
                        </a:cubicBezTo>
                        <a:lnTo>
                          <a:pt x="288129" y="100973"/>
                        </a:lnTo>
                        <a:cubicBezTo>
                          <a:pt x="285872" y="100328"/>
                          <a:pt x="284904" y="98070"/>
                          <a:pt x="285549" y="95813"/>
                        </a:cubicBezTo>
                        <a:cubicBezTo>
                          <a:pt x="286194" y="93878"/>
                          <a:pt x="288451" y="92588"/>
                          <a:pt x="290708" y="93233"/>
                        </a:cubicBezTo>
                        <a:lnTo>
                          <a:pt x="292966" y="94201"/>
                        </a:lnTo>
                        <a:cubicBezTo>
                          <a:pt x="295223" y="94846"/>
                          <a:pt x="296835" y="95491"/>
                          <a:pt x="297480" y="95491"/>
                        </a:cubicBezTo>
                        <a:cubicBezTo>
                          <a:pt x="298448" y="95491"/>
                          <a:pt x="300060" y="94523"/>
                          <a:pt x="303607" y="91621"/>
                        </a:cubicBezTo>
                        <a:cubicBezTo>
                          <a:pt x="305864" y="89686"/>
                          <a:pt x="305864" y="88719"/>
                          <a:pt x="305864" y="88074"/>
                        </a:cubicBezTo>
                        <a:cubicBezTo>
                          <a:pt x="305864" y="85817"/>
                          <a:pt x="307477" y="83882"/>
                          <a:pt x="309734" y="83560"/>
                        </a:cubicBezTo>
                        <a:cubicBezTo>
                          <a:pt x="311991" y="83237"/>
                          <a:pt x="313926" y="84849"/>
                          <a:pt x="313926" y="87107"/>
                        </a:cubicBezTo>
                        <a:cubicBezTo>
                          <a:pt x="313926" y="87429"/>
                          <a:pt x="313926" y="87751"/>
                          <a:pt x="313926" y="88074"/>
                        </a:cubicBezTo>
                        <a:cubicBezTo>
                          <a:pt x="313926" y="91944"/>
                          <a:pt x="312314" y="95168"/>
                          <a:pt x="308766" y="98070"/>
                        </a:cubicBezTo>
                        <a:cubicBezTo>
                          <a:pt x="304252" y="101617"/>
                          <a:pt x="301350" y="103552"/>
                          <a:pt x="297803" y="103552"/>
                        </a:cubicBezTo>
                        <a:close/>
                        <a:moveTo>
                          <a:pt x="323277" y="58407"/>
                        </a:moveTo>
                        <a:cubicBezTo>
                          <a:pt x="322632" y="58407"/>
                          <a:pt x="322310" y="58407"/>
                          <a:pt x="321665" y="58085"/>
                        </a:cubicBezTo>
                        <a:cubicBezTo>
                          <a:pt x="319730" y="57117"/>
                          <a:pt x="318440" y="54860"/>
                          <a:pt x="319408" y="52925"/>
                        </a:cubicBezTo>
                        <a:cubicBezTo>
                          <a:pt x="320053" y="50990"/>
                          <a:pt x="320698" y="49378"/>
                          <a:pt x="321343" y="47766"/>
                        </a:cubicBezTo>
                        <a:cubicBezTo>
                          <a:pt x="323600" y="41317"/>
                          <a:pt x="325535" y="34867"/>
                          <a:pt x="332306" y="31965"/>
                        </a:cubicBezTo>
                        <a:cubicBezTo>
                          <a:pt x="334241" y="30998"/>
                          <a:pt x="336821" y="30998"/>
                          <a:pt x="339078" y="30998"/>
                        </a:cubicBezTo>
                        <a:cubicBezTo>
                          <a:pt x="341335" y="31320"/>
                          <a:pt x="342948" y="33255"/>
                          <a:pt x="342625" y="35190"/>
                        </a:cubicBezTo>
                        <a:cubicBezTo>
                          <a:pt x="342303" y="37447"/>
                          <a:pt x="340368" y="39059"/>
                          <a:pt x="338111" y="38737"/>
                        </a:cubicBezTo>
                        <a:cubicBezTo>
                          <a:pt x="336821" y="38737"/>
                          <a:pt x="335854" y="38737"/>
                          <a:pt x="334886" y="39059"/>
                        </a:cubicBezTo>
                        <a:cubicBezTo>
                          <a:pt x="331984" y="40349"/>
                          <a:pt x="330694" y="43896"/>
                          <a:pt x="328437" y="49701"/>
                        </a:cubicBezTo>
                        <a:cubicBezTo>
                          <a:pt x="327792" y="51635"/>
                          <a:pt x="327147" y="53570"/>
                          <a:pt x="326502" y="55505"/>
                        </a:cubicBezTo>
                        <a:cubicBezTo>
                          <a:pt x="326502" y="57440"/>
                          <a:pt x="324890" y="58407"/>
                          <a:pt x="323277" y="58407"/>
                        </a:cubicBezTo>
                        <a:close/>
                        <a:moveTo>
                          <a:pt x="359393" y="35190"/>
                        </a:moveTo>
                        <a:cubicBezTo>
                          <a:pt x="357781" y="35190"/>
                          <a:pt x="356169" y="33900"/>
                          <a:pt x="355524" y="32288"/>
                        </a:cubicBezTo>
                        <a:cubicBezTo>
                          <a:pt x="354234" y="28096"/>
                          <a:pt x="352622" y="21646"/>
                          <a:pt x="352622" y="14552"/>
                        </a:cubicBezTo>
                        <a:cubicBezTo>
                          <a:pt x="352622" y="13907"/>
                          <a:pt x="352622" y="13262"/>
                          <a:pt x="352622" y="12617"/>
                        </a:cubicBezTo>
                        <a:cubicBezTo>
                          <a:pt x="352622" y="11327"/>
                          <a:pt x="352622" y="10037"/>
                          <a:pt x="352622" y="9070"/>
                        </a:cubicBezTo>
                        <a:cubicBezTo>
                          <a:pt x="352622" y="7458"/>
                          <a:pt x="352622" y="5845"/>
                          <a:pt x="352299" y="4556"/>
                        </a:cubicBezTo>
                        <a:cubicBezTo>
                          <a:pt x="351977" y="2298"/>
                          <a:pt x="353589" y="364"/>
                          <a:pt x="355846" y="41"/>
                        </a:cubicBezTo>
                        <a:cubicBezTo>
                          <a:pt x="358104" y="-281"/>
                          <a:pt x="360038" y="1331"/>
                          <a:pt x="360361" y="3588"/>
                        </a:cubicBezTo>
                        <a:cubicBezTo>
                          <a:pt x="360361" y="5201"/>
                          <a:pt x="360683" y="6813"/>
                          <a:pt x="360683" y="9070"/>
                        </a:cubicBezTo>
                        <a:cubicBezTo>
                          <a:pt x="360683" y="10360"/>
                          <a:pt x="360683" y="11650"/>
                          <a:pt x="360683" y="12940"/>
                        </a:cubicBezTo>
                        <a:cubicBezTo>
                          <a:pt x="360683" y="13585"/>
                          <a:pt x="360683" y="13907"/>
                          <a:pt x="360683" y="14552"/>
                        </a:cubicBezTo>
                        <a:cubicBezTo>
                          <a:pt x="360683" y="20679"/>
                          <a:pt x="361973" y="26161"/>
                          <a:pt x="363263" y="30030"/>
                        </a:cubicBezTo>
                        <a:cubicBezTo>
                          <a:pt x="363908" y="32288"/>
                          <a:pt x="362618" y="34545"/>
                          <a:pt x="360361" y="34867"/>
                        </a:cubicBezTo>
                        <a:cubicBezTo>
                          <a:pt x="360038" y="35190"/>
                          <a:pt x="359716" y="35190"/>
                          <a:pt x="359393" y="35190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3" name="Freeform: Shape 252">
                    <a:extLst>
                      <a:ext uri="{FF2B5EF4-FFF2-40B4-BE49-F238E27FC236}">
                        <a16:creationId xmlns:a16="http://schemas.microsoft.com/office/drawing/2014/main" id="{B169F607-68F2-3A36-43F1-003D23B072D5}"/>
                      </a:ext>
                    </a:extLst>
                  </p:cNvPr>
                  <p:cNvSpPr/>
                  <p:nvPr/>
                </p:nvSpPr>
                <p:spPr>
                  <a:xfrm>
                    <a:off x="5365412" y="1881819"/>
                    <a:ext cx="32246" cy="32246"/>
                  </a:xfrm>
                  <a:custGeom>
                    <a:avLst/>
                    <a:gdLst>
                      <a:gd name="connsiteX0" fmla="*/ 13672 w 0"/>
                      <a:gd name="connsiteY0" fmla="*/ 29473 h 0"/>
                      <a:gd name="connsiteX1" fmla="*/ 9803 w 0"/>
                      <a:gd name="connsiteY1" fmla="*/ 26571 h 0"/>
                      <a:gd name="connsiteX2" fmla="*/ 9158 w 0"/>
                      <a:gd name="connsiteY2" fmla="*/ 21412 h 0"/>
                      <a:gd name="connsiteX3" fmla="*/ 9158 w 0"/>
                      <a:gd name="connsiteY3" fmla="*/ 20444 h 0"/>
                      <a:gd name="connsiteX4" fmla="*/ 9480 w 0"/>
                      <a:gd name="connsiteY4" fmla="*/ 12705 h 0"/>
                      <a:gd name="connsiteX5" fmla="*/ 1741 w 0"/>
                      <a:gd name="connsiteY5" fmla="*/ 7223 h 0"/>
                      <a:gd name="connsiteX6" fmla="*/ 774 w 0"/>
                      <a:gd name="connsiteY6" fmla="*/ 1741 h 0"/>
                      <a:gd name="connsiteX7" fmla="*/ 6256 w 0"/>
                      <a:gd name="connsiteY7" fmla="*/ 774 h 0"/>
                      <a:gd name="connsiteX8" fmla="*/ 17220 w 0"/>
                      <a:gd name="connsiteY8" fmla="*/ 8513 h 0"/>
                      <a:gd name="connsiteX9" fmla="*/ 23669 w 0"/>
                      <a:gd name="connsiteY9" fmla="*/ 13028 h 0"/>
                      <a:gd name="connsiteX10" fmla="*/ 17220 w 0"/>
                      <a:gd name="connsiteY10" fmla="*/ 15285 h 0"/>
                      <a:gd name="connsiteX11" fmla="*/ 17220 w 0"/>
                      <a:gd name="connsiteY11" fmla="*/ 20444 h 0"/>
                      <a:gd name="connsiteX12" fmla="*/ 17220 w 0"/>
                      <a:gd name="connsiteY12" fmla="*/ 21734 h 0"/>
                      <a:gd name="connsiteX13" fmla="*/ 17542 w 0"/>
                      <a:gd name="connsiteY13" fmla="*/ 24959 h 0"/>
                      <a:gd name="connsiteX14" fmla="*/ 14640 w 0"/>
                      <a:gd name="connsiteY14" fmla="*/ 29796 h 0"/>
                      <a:gd name="connsiteX15" fmla="*/ 13672 w 0"/>
                      <a:gd name="connsiteY15" fmla="*/ 29473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>
                        <a:moveTo>
                          <a:pt x="13672" y="29473"/>
                        </a:moveTo>
                        <a:cubicBezTo>
                          <a:pt x="11738" y="29473"/>
                          <a:pt x="10125" y="28183"/>
                          <a:pt x="9803" y="26571"/>
                        </a:cubicBezTo>
                        <a:cubicBezTo>
                          <a:pt x="9158" y="24636"/>
                          <a:pt x="9158" y="23024"/>
                          <a:pt x="9158" y="21412"/>
                        </a:cubicBezTo>
                        <a:lnTo>
                          <a:pt x="9158" y="20444"/>
                        </a:lnTo>
                        <a:cubicBezTo>
                          <a:pt x="9158" y="18187"/>
                          <a:pt x="9158" y="15607"/>
                          <a:pt x="9480" y="12705"/>
                        </a:cubicBezTo>
                        <a:cubicBezTo>
                          <a:pt x="6901" y="10770"/>
                          <a:pt x="4321" y="9158"/>
                          <a:pt x="1741" y="7223"/>
                        </a:cubicBezTo>
                        <a:cubicBezTo>
                          <a:pt x="-193" y="5933"/>
                          <a:pt x="-516" y="3354"/>
                          <a:pt x="774" y="1741"/>
                        </a:cubicBezTo>
                        <a:cubicBezTo>
                          <a:pt x="2064" y="-193"/>
                          <a:pt x="4644" y="-516"/>
                          <a:pt x="6256" y="774"/>
                        </a:cubicBezTo>
                        <a:cubicBezTo>
                          <a:pt x="9803" y="3354"/>
                          <a:pt x="13672" y="5933"/>
                          <a:pt x="17220" y="8513"/>
                        </a:cubicBezTo>
                        <a:lnTo>
                          <a:pt x="23669" y="13028"/>
                        </a:lnTo>
                        <a:lnTo>
                          <a:pt x="17220" y="15285"/>
                        </a:lnTo>
                        <a:cubicBezTo>
                          <a:pt x="17220" y="17220"/>
                          <a:pt x="17220" y="18832"/>
                          <a:pt x="17220" y="20444"/>
                        </a:cubicBezTo>
                        <a:lnTo>
                          <a:pt x="17220" y="21734"/>
                        </a:lnTo>
                        <a:cubicBezTo>
                          <a:pt x="17220" y="22702"/>
                          <a:pt x="17220" y="23669"/>
                          <a:pt x="17542" y="24959"/>
                        </a:cubicBezTo>
                        <a:cubicBezTo>
                          <a:pt x="18187" y="27216"/>
                          <a:pt x="16897" y="29473"/>
                          <a:pt x="14640" y="29796"/>
                        </a:cubicBezTo>
                        <a:cubicBezTo>
                          <a:pt x="14317" y="29473"/>
                          <a:pt x="13995" y="29473"/>
                          <a:pt x="13672" y="29473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4" name="Freeform: Shape 253">
                    <a:extLst>
                      <a:ext uri="{FF2B5EF4-FFF2-40B4-BE49-F238E27FC236}">
                        <a16:creationId xmlns:a16="http://schemas.microsoft.com/office/drawing/2014/main" id="{EB5ADF37-064F-6082-E0A0-562D2E02EB8F}"/>
                      </a:ext>
                    </a:extLst>
                  </p:cNvPr>
                  <p:cNvSpPr/>
                  <p:nvPr/>
                </p:nvSpPr>
                <p:spPr>
                  <a:xfrm>
                    <a:off x="5193667" y="1614941"/>
                    <a:ext cx="128986" cy="225725"/>
                  </a:xfrm>
                  <a:custGeom>
                    <a:avLst/>
                    <a:gdLst>
                      <a:gd name="connsiteX0" fmla="*/ 143497 w 128985"/>
                      <a:gd name="connsiteY0" fmla="*/ 249917 h 225725"/>
                      <a:gd name="connsiteX1" fmla="*/ 140272 w 128985"/>
                      <a:gd name="connsiteY1" fmla="*/ 247982 h 225725"/>
                      <a:gd name="connsiteX2" fmla="*/ 137047 w 128985"/>
                      <a:gd name="connsiteY2" fmla="*/ 237341 h 225725"/>
                      <a:gd name="connsiteX3" fmla="*/ 138982 w 128985"/>
                      <a:gd name="connsiteY3" fmla="*/ 225410 h 225725"/>
                      <a:gd name="connsiteX4" fmla="*/ 140595 w 128985"/>
                      <a:gd name="connsiteY4" fmla="*/ 217025 h 225725"/>
                      <a:gd name="connsiteX5" fmla="*/ 145109 w 128985"/>
                      <a:gd name="connsiteY5" fmla="*/ 213478 h 225725"/>
                      <a:gd name="connsiteX6" fmla="*/ 148656 w 128985"/>
                      <a:gd name="connsiteY6" fmla="*/ 217993 h 225725"/>
                      <a:gd name="connsiteX7" fmla="*/ 146721 w 128985"/>
                      <a:gd name="connsiteY7" fmla="*/ 227022 h 225725"/>
                      <a:gd name="connsiteX8" fmla="*/ 145109 w 128985"/>
                      <a:gd name="connsiteY8" fmla="*/ 237018 h 225725"/>
                      <a:gd name="connsiteX9" fmla="*/ 147044 w 128985"/>
                      <a:gd name="connsiteY9" fmla="*/ 243467 h 225725"/>
                      <a:gd name="connsiteX10" fmla="*/ 146076 w 128985"/>
                      <a:gd name="connsiteY10" fmla="*/ 248949 h 225725"/>
                      <a:gd name="connsiteX11" fmla="*/ 143497 w 128985"/>
                      <a:gd name="connsiteY11" fmla="*/ 249917 h 225725"/>
                      <a:gd name="connsiteX12" fmla="*/ 122214 w 128985"/>
                      <a:gd name="connsiteY12" fmla="*/ 190583 h 225725"/>
                      <a:gd name="connsiteX13" fmla="*/ 119957 w 128985"/>
                      <a:gd name="connsiteY13" fmla="*/ 189938 h 225725"/>
                      <a:gd name="connsiteX14" fmla="*/ 102544 w 128985"/>
                      <a:gd name="connsiteY14" fmla="*/ 180587 h 225725"/>
                      <a:gd name="connsiteX15" fmla="*/ 98674 w 128985"/>
                      <a:gd name="connsiteY15" fmla="*/ 180587 h 225725"/>
                      <a:gd name="connsiteX16" fmla="*/ 96094 w 128985"/>
                      <a:gd name="connsiteY16" fmla="*/ 180587 h 225725"/>
                      <a:gd name="connsiteX17" fmla="*/ 95772 w 128985"/>
                      <a:gd name="connsiteY17" fmla="*/ 176395 h 225725"/>
                      <a:gd name="connsiteX18" fmla="*/ 95772 w 128985"/>
                      <a:gd name="connsiteY18" fmla="*/ 172203 h 225725"/>
                      <a:gd name="connsiteX19" fmla="*/ 98352 w 128985"/>
                      <a:gd name="connsiteY19" fmla="*/ 172203 h 225725"/>
                      <a:gd name="connsiteX20" fmla="*/ 103834 w 128985"/>
                      <a:gd name="connsiteY20" fmla="*/ 172525 h 225725"/>
                      <a:gd name="connsiteX21" fmla="*/ 124149 w 128985"/>
                      <a:gd name="connsiteY21" fmla="*/ 183167 h 225725"/>
                      <a:gd name="connsiteX22" fmla="*/ 125116 w 128985"/>
                      <a:gd name="connsiteY22" fmla="*/ 188648 h 225725"/>
                      <a:gd name="connsiteX23" fmla="*/ 122214 w 128985"/>
                      <a:gd name="connsiteY23" fmla="*/ 190583 h 225725"/>
                      <a:gd name="connsiteX24" fmla="*/ 70942 w 128985"/>
                      <a:gd name="connsiteY24" fmla="*/ 151887 h 225725"/>
                      <a:gd name="connsiteX25" fmla="*/ 67395 w 128985"/>
                      <a:gd name="connsiteY25" fmla="*/ 149630 h 225725"/>
                      <a:gd name="connsiteX26" fmla="*/ 59978 w 128985"/>
                      <a:gd name="connsiteY26" fmla="*/ 134474 h 225725"/>
                      <a:gd name="connsiteX27" fmla="*/ 54496 w 128985"/>
                      <a:gd name="connsiteY27" fmla="*/ 123833 h 225725"/>
                      <a:gd name="connsiteX28" fmla="*/ 56431 w 128985"/>
                      <a:gd name="connsiteY28" fmla="*/ 118351 h 225725"/>
                      <a:gd name="connsiteX29" fmla="*/ 61913 w 128985"/>
                      <a:gd name="connsiteY29" fmla="*/ 120286 h 225725"/>
                      <a:gd name="connsiteX30" fmla="*/ 67395 w 128985"/>
                      <a:gd name="connsiteY30" fmla="*/ 130927 h 225725"/>
                      <a:gd name="connsiteX31" fmla="*/ 75134 w 128985"/>
                      <a:gd name="connsiteY31" fmla="*/ 146406 h 225725"/>
                      <a:gd name="connsiteX32" fmla="*/ 73200 w 128985"/>
                      <a:gd name="connsiteY32" fmla="*/ 151887 h 225725"/>
                      <a:gd name="connsiteX33" fmla="*/ 70942 w 128985"/>
                      <a:gd name="connsiteY33" fmla="*/ 151887 h 225725"/>
                      <a:gd name="connsiteX34" fmla="*/ 45468 w 128985"/>
                      <a:gd name="connsiteY34" fmla="*/ 87717 h 225725"/>
                      <a:gd name="connsiteX35" fmla="*/ 41598 w 128985"/>
                      <a:gd name="connsiteY35" fmla="*/ 83847 h 225725"/>
                      <a:gd name="connsiteX36" fmla="*/ 29989 w 128985"/>
                      <a:gd name="connsiteY36" fmla="*/ 61597 h 225725"/>
                      <a:gd name="connsiteX37" fmla="*/ 29667 w 128985"/>
                      <a:gd name="connsiteY37" fmla="*/ 55793 h 225725"/>
                      <a:gd name="connsiteX38" fmla="*/ 35471 w 128985"/>
                      <a:gd name="connsiteY38" fmla="*/ 55470 h 225725"/>
                      <a:gd name="connsiteX39" fmla="*/ 49982 w 128985"/>
                      <a:gd name="connsiteY39" fmla="*/ 83203 h 225725"/>
                      <a:gd name="connsiteX40" fmla="*/ 45468 w 128985"/>
                      <a:gd name="connsiteY40" fmla="*/ 87717 h 225725"/>
                      <a:gd name="connsiteX41" fmla="*/ 45468 w 128985"/>
                      <a:gd name="connsiteY41" fmla="*/ 87717 h 225725"/>
                      <a:gd name="connsiteX42" fmla="*/ 4192 w 128985"/>
                      <a:gd name="connsiteY42" fmla="*/ 35478 h 225725"/>
                      <a:gd name="connsiteX43" fmla="*/ 4192 w 128985"/>
                      <a:gd name="connsiteY43" fmla="*/ 35478 h 225725"/>
                      <a:gd name="connsiteX44" fmla="*/ 0 w 128985"/>
                      <a:gd name="connsiteY44" fmla="*/ 31286 h 225725"/>
                      <a:gd name="connsiteX45" fmla="*/ 6127 w 128985"/>
                      <a:gd name="connsiteY45" fmla="*/ 11293 h 225725"/>
                      <a:gd name="connsiteX46" fmla="*/ 9674 w 128985"/>
                      <a:gd name="connsiteY46" fmla="*/ 2586 h 225725"/>
                      <a:gd name="connsiteX47" fmla="*/ 14833 w 128985"/>
                      <a:gd name="connsiteY47" fmla="*/ 329 h 225725"/>
                      <a:gd name="connsiteX48" fmla="*/ 17413 w 128985"/>
                      <a:gd name="connsiteY48" fmla="*/ 5488 h 225725"/>
                      <a:gd name="connsiteX49" fmla="*/ 13543 w 128985"/>
                      <a:gd name="connsiteY49" fmla="*/ 14840 h 225725"/>
                      <a:gd name="connsiteX50" fmla="*/ 8384 w 128985"/>
                      <a:gd name="connsiteY50" fmla="*/ 31608 h 225725"/>
                      <a:gd name="connsiteX51" fmla="*/ 4192 w 128985"/>
                      <a:gd name="connsiteY51" fmla="*/ 35478 h 2257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</a:cxnLst>
                    <a:rect l="l" t="t" r="r" b="b"/>
                    <a:pathLst>
                      <a:path w="128985" h="225725">
                        <a:moveTo>
                          <a:pt x="143497" y="249917"/>
                        </a:moveTo>
                        <a:cubicBezTo>
                          <a:pt x="142207" y="249917"/>
                          <a:pt x="140917" y="249272"/>
                          <a:pt x="140272" y="247982"/>
                        </a:cubicBezTo>
                        <a:cubicBezTo>
                          <a:pt x="138015" y="244757"/>
                          <a:pt x="137047" y="241210"/>
                          <a:pt x="137047" y="237341"/>
                        </a:cubicBezTo>
                        <a:cubicBezTo>
                          <a:pt x="137047" y="233471"/>
                          <a:pt x="138015" y="229601"/>
                          <a:pt x="138982" y="225410"/>
                        </a:cubicBezTo>
                        <a:cubicBezTo>
                          <a:pt x="139627" y="222830"/>
                          <a:pt x="140272" y="219928"/>
                          <a:pt x="140595" y="217025"/>
                        </a:cubicBezTo>
                        <a:cubicBezTo>
                          <a:pt x="140917" y="214768"/>
                          <a:pt x="142852" y="213156"/>
                          <a:pt x="145109" y="213478"/>
                        </a:cubicBezTo>
                        <a:cubicBezTo>
                          <a:pt x="147366" y="213801"/>
                          <a:pt x="148979" y="215735"/>
                          <a:pt x="148656" y="217993"/>
                        </a:cubicBezTo>
                        <a:cubicBezTo>
                          <a:pt x="148334" y="221217"/>
                          <a:pt x="147366" y="224120"/>
                          <a:pt x="146721" y="227022"/>
                        </a:cubicBezTo>
                        <a:cubicBezTo>
                          <a:pt x="145754" y="230569"/>
                          <a:pt x="145109" y="234116"/>
                          <a:pt x="145109" y="237018"/>
                        </a:cubicBezTo>
                        <a:cubicBezTo>
                          <a:pt x="145109" y="239598"/>
                          <a:pt x="145754" y="241533"/>
                          <a:pt x="147044" y="243467"/>
                        </a:cubicBezTo>
                        <a:cubicBezTo>
                          <a:pt x="148334" y="245402"/>
                          <a:pt x="147689" y="247982"/>
                          <a:pt x="146076" y="248949"/>
                        </a:cubicBezTo>
                        <a:cubicBezTo>
                          <a:pt x="145109" y="249917"/>
                          <a:pt x="144142" y="249917"/>
                          <a:pt x="143497" y="249917"/>
                        </a:cubicBezTo>
                        <a:close/>
                        <a:moveTo>
                          <a:pt x="122214" y="190583"/>
                        </a:moveTo>
                        <a:cubicBezTo>
                          <a:pt x="121569" y="190583"/>
                          <a:pt x="120602" y="190261"/>
                          <a:pt x="119957" y="189938"/>
                        </a:cubicBezTo>
                        <a:cubicBezTo>
                          <a:pt x="111895" y="184456"/>
                          <a:pt x="104479" y="180909"/>
                          <a:pt x="102544" y="180587"/>
                        </a:cubicBezTo>
                        <a:cubicBezTo>
                          <a:pt x="101576" y="180264"/>
                          <a:pt x="100287" y="180587"/>
                          <a:pt x="98674" y="180587"/>
                        </a:cubicBezTo>
                        <a:cubicBezTo>
                          <a:pt x="97707" y="180587"/>
                          <a:pt x="97062" y="180587"/>
                          <a:pt x="96094" y="180587"/>
                        </a:cubicBezTo>
                        <a:lnTo>
                          <a:pt x="95772" y="176395"/>
                        </a:lnTo>
                        <a:lnTo>
                          <a:pt x="95772" y="172203"/>
                        </a:lnTo>
                        <a:cubicBezTo>
                          <a:pt x="96739" y="172203"/>
                          <a:pt x="97707" y="172203"/>
                          <a:pt x="98352" y="172203"/>
                        </a:cubicBezTo>
                        <a:cubicBezTo>
                          <a:pt x="100287" y="172203"/>
                          <a:pt x="102221" y="172203"/>
                          <a:pt x="103834" y="172525"/>
                        </a:cubicBezTo>
                        <a:cubicBezTo>
                          <a:pt x="107703" y="173170"/>
                          <a:pt x="116087" y="177685"/>
                          <a:pt x="124149" y="183167"/>
                        </a:cubicBezTo>
                        <a:cubicBezTo>
                          <a:pt x="126084" y="184456"/>
                          <a:pt x="126406" y="187036"/>
                          <a:pt x="125116" y="188648"/>
                        </a:cubicBezTo>
                        <a:cubicBezTo>
                          <a:pt x="124794" y="189938"/>
                          <a:pt x="123504" y="190583"/>
                          <a:pt x="122214" y="190583"/>
                        </a:cubicBezTo>
                        <a:close/>
                        <a:moveTo>
                          <a:pt x="70942" y="151887"/>
                        </a:moveTo>
                        <a:cubicBezTo>
                          <a:pt x="69330" y="151887"/>
                          <a:pt x="68040" y="150920"/>
                          <a:pt x="67395" y="149630"/>
                        </a:cubicBezTo>
                        <a:cubicBezTo>
                          <a:pt x="65138" y="144471"/>
                          <a:pt x="62558" y="139634"/>
                          <a:pt x="59978" y="134474"/>
                        </a:cubicBezTo>
                        <a:cubicBezTo>
                          <a:pt x="58044" y="130927"/>
                          <a:pt x="56431" y="127380"/>
                          <a:pt x="54496" y="123833"/>
                        </a:cubicBezTo>
                        <a:cubicBezTo>
                          <a:pt x="53529" y="121898"/>
                          <a:pt x="54496" y="119319"/>
                          <a:pt x="56431" y="118351"/>
                        </a:cubicBezTo>
                        <a:cubicBezTo>
                          <a:pt x="58366" y="117384"/>
                          <a:pt x="60946" y="118351"/>
                          <a:pt x="61913" y="120286"/>
                        </a:cubicBezTo>
                        <a:cubicBezTo>
                          <a:pt x="63526" y="123833"/>
                          <a:pt x="65460" y="127380"/>
                          <a:pt x="67395" y="130927"/>
                        </a:cubicBezTo>
                        <a:cubicBezTo>
                          <a:pt x="69975" y="136087"/>
                          <a:pt x="72555" y="141246"/>
                          <a:pt x="75134" y="146406"/>
                        </a:cubicBezTo>
                        <a:cubicBezTo>
                          <a:pt x="76102" y="148340"/>
                          <a:pt x="75134" y="150920"/>
                          <a:pt x="73200" y="151887"/>
                        </a:cubicBezTo>
                        <a:cubicBezTo>
                          <a:pt x="71910" y="151887"/>
                          <a:pt x="71587" y="151887"/>
                          <a:pt x="70942" y="151887"/>
                        </a:cubicBezTo>
                        <a:close/>
                        <a:moveTo>
                          <a:pt x="45468" y="87717"/>
                        </a:moveTo>
                        <a:cubicBezTo>
                          <a:pt x="43210" y="87717"/>
                          <a:pt x="41598" y="86105"/>
                          <a:pt x="41598" y="83847"/>
                        </a:cubicBezTo>
                        <a:cubicBezTo>
                          <a:pt x="40953" y="74818"/>
                          <a:pt x="37406" y="68047"/>
                          <a:pt x="29989" y="61597"/>
                        </a:cubicBezTo>
                        <a:cubicBezTo>
                          <a:pt x="28377" y="59985"/>
                          <a:pt x="28054" y="57728"/>
                          <a:pt x="29667" y="55793"/>
                        </a:cubicBezTo>
                        <a:cubicBezTo>
                          <a:pt x="30957" y="54181"/>
                          <a:pt x="33536" y="53858"/>
                          <a:pt x="35471" y="55470"/>
                        </a:cubicBezTo>
                        <a:cubicBezTo>
                          <a:pt x="44500" y="63210"/>
                          <a:pt x="49015" y="72239"/>
                          <a:pt x="49982" y="83203"/>
                        </a:cubicBezTo>
                        <a:cubicBezTo>
                          <a:pt x="49660" y="85460"/>
                          <a:pt x="48047" y="87394"/>
                          <a:pt x="45468" y="87717"/>
                        </a:cubicBezTo>
                        <a:cubicBezTo>
                          <a:pt x="45790" y="87717"/>
                          <a:pt x="45790" y="87717"/>
                          <a:pt x="45468" y="87717"/>
                        </a:cubicBezTo>
                        <a:close/>
                        <a:moveTo>
                          <a:pt x="4192" y="35478"/>
                        </a:moveTo>
                        <a:cubicBezTo>
                          <a:pt x="4192" y="35478"/>
                          <a:pt x="4192" y="35478"/>
                          <a:pt x="4192" y="35478"/>
                        </a:cubicBezTo>
                        <a:cubicBezTo>
                          <a:pt x="1935" y="35478"/>
                          <a:pt x="0" y="33543"/>
                          <a:pt x="0" y="31286"/>
                        </a:cubicBezTo>
                        <a:cubicBezTo>
                          <a:pt x="0" y="24836"/>
                          <a:pt x="2902" y="18387"/>
                          <a:pt x="6127" y="11293"/>
                        </a:cubicBezTo>
                        <a:cubicBezTo>
                          <a:pt x="7417" y="8391"/>
                          <a:pt x="8707" y="5488"/>
                          <a:pt x="9674" y="2586"/>
                        </a:cubicBezTo>
                        <a:cubicBezTo>
                          <a:pt x="10319" y="651"/>
                          <a:pt x="12899" y="-638"/>
                          <a:pt x="14833" y="329"/>
                        </a:cubicBezTo>
                        <a:cubicBezTo>
                          <a:pt x="16768" y="974"/>
                          <a:pt x="18058" y="3554"/>
                          <a:pt x="17413" y="5488"/>
                        </a:cubicBezTo>
                        <a:cubicBezTo>
                          <a:pt x="16446" y="8713"/>
                          <a:pt x="14833" y="11615"/>
                          <a:pt x="13543" y="14840"/>
                        </a:cubicBezTo>
                        <a:cubicBezTo>
                          <a:pt x="10964" y="20967"/>
                          <a:pt x="8384" y="27094"/>
                          <a:pt x="8384" y="31608"/>
                        </a:cubicBezTo>
                        <a:cubicBezTo>
                          <a:pt x="8384" y="33865"/>
                          <a:pt x="6449" y="35478"/>
                          <a:pt x="4192" y="35478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5" name="Freeform: Shape 254">
                    <a:extLst>
                      <a:ext uri="{FF2B5EF4-FFF2-40B4-BE49-F238E27FC236}">
                        <a16:creationId xmlns:a16="http://schemas.microsoft.com/office/drawing/2014/main" id="{DB74C40F-2477-946A-9E24-2B5F565ECFD0}"/>
                      </a:ext>
                    </a:extLst>
                  </p:cNvPr>
                  <p:cNvSpPr/>
                  <p:nvPr/>
                </p:nvSpPr>
                <p:spPr>
                  <a:xfrm>
                    <a:off x="5204580" y="1568190"/>
                    <a:ext cx="32246" cy="32246"/>
                  </a:xfrm>
                  <a:custGeom>
                    <a:avLst/>
                    <a:gdLst>
                      <a:gd name="connsiteX0" fmla="*/ 20044 w 0"/>
                      <a:gd name="connsiteY0" fmla="*/ 19670 h 0"/>
                      <a:gd name="connsiteX1" fmla="*/ 16174 w 0"/>
                      <a:gd name="connsiteY1" fmla="*/ 17091 h 0"/>
                      <a:gd name="connsiteX2" fmla="*/ 16174 w 0"/>
                      <a:gd name="connsiteY2" fmla="*/ 16768 h 0"/>
                      <a:gd name="connsiteX3" fmla="*/ 12950 w 0"/>
                      <a:gd name="connsiteY3" fmla="*/ 9674 h 0"/>
                      <a:gd name="connsiteX4" fmla="*/ 5533 w 0"/>
                      <a:gd name="connsiteY4" fmla="*/ 13866 h 0"/>
                      <a:gd name="connsiteX5" fmla="*/ 374 w 0"/>
                      <a:gd name="connsiteY5" fmla="*/ 11609 h 0"/>
                      <a:gd name="connsiteX6" fmla="*/ 2631 w 0"/>
                      <a:gd name="connsiteY6" fmla="*/ 6449 h 0"/>
                      <a:gd name="connsiteX7" fmla="*/ 12950 w 0"/>
                      <a:gd name="connsiteY7" fmla="*/ 0 h 0"/>
                      <a:gd name="connsiteX8" fmla="*/ 15852 w 0"/>
                      <a:gd name="connsiteY8" fmla="*/ 3225 h 0"/>
                      <a:gd name="connsiteX9" fmla="*/ 19077 w 0"/>
                      <a:gd name="connsiteY9" fmla="*/ 2257 h 0"/>
                      <a:gd name="connsiteX10" fmla="*/ 23913 w 0"/>
                      <a:gd name="connsiteY10" fmla="*/ 13544 h 0"/>
                      <a:gd name="connsiteX11" fmla="*/ 24236 w 0"/>
                      <a:gd name="connsiteY11" fmla="*/ 14188 h 0"/>
                      <a:gd name="connsiteX12" fmla="*/ 21979 w 0"/>
                      <a:gd name="connsiteY12" fmla="*/ 19348 h 0"/>
                      <a:gd name="connsiteX13" fmla="*/ 20044 w 0"/>
                      <a:gd name="connsiteY13" fmla="*/ 1967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>
                        <a:moveTo>
                          <a:pt x="20044" y="19670"/>
                        </a:moveTo>
                        <a:cubicBezTo>
                          <a:pt x="18432" y="19670"/>
                          <a:pt x="16819" y="18703"/>
                          <a:pt x="16174" y="17091"/>
                        </a:cubicBezTo>
                        <a:lnTo>
                          <a:pt x="16174" y="16768"/>
                        </a:lnTo>
                        <a:cubicBezTo>
                          <a:pt x="15529" y="15156"/>
                          <a:pt x="14240" y="12576"/>
                          <a:pt x="12950" y="9674"/>
                        </a:cubicBezTo>
                        <a:cubicBezTo>
                          <a:pt x="10370" y="11286"/>
                          <a:pt x="8113" y="12576"/>
                          <a:pt x="5533" y="13866"/>
                        </a:cubicBezTo>
                        <a:cubicBezTo>
                          <a:pt x="3598" y="14833"/>
                          <a:pt x="1018" y="13866"/>
                          <a:pt x="374" y="11609"/>
                        </a:cubicBezTo>
                        <a:cubicBezTo>
                          <a:pt x="-594" y="9674"/>
                          <a:pt x="374" y="7094"/>
                          <a:pt x="2631" y="6449"/>
                        </a:cubicBezTo>
                        <a:cubicBezTo>
                          <a:pt x="6178" y="4837"/>
                          <a:pt x="9403" y="2902"/>
                          <a:pt x="12950" y="0"/>
                        </a:cubicBezTo>
                        <a:lnTo>
                          <a:pt x="15852" y="3225"/>
                        </a:lnTo>
                        <a:lnTo>
                          <a:pt x="19077" y="2257"/>
                        </a:lnTo>
                        <a:cubicBezTo>
                          <a:pt x="20366" y="6449"/>
                          <a:pt x="22624" y="11286"/>
                          <a:pt x="23913" y="13544"/>
                        </a:cubicBezTo>
                        <a:cubicBezTo>
                          <a:pt x="23913" y="13866"/>
                          <a:pt x="24236" y="14188"/>
                          <a:pt x="24236" y="14188"/>
                        </a:cubicBezTo>
                        <a:cubicBezTo>
                          <a:pt x="25203" y="16123"/>
                          <a:pt x="24236" y="18703"/>
                          <a:pt x="21979" y="19348"/>
                        </a:cubicBezTo>
                        <a:cubicBezTo>
                          <a:pt x="21011" y="19670"/>
                          <a:pt x="20689" y="19670"/>
                          <a:pt x="20044" y="19670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6" name="Freeform: Shape 255">
                    <a:extLst>
                      <a:ext uri="{FF2B5EF4-FFF2-40B4-BE49-F238E27FC236}">
                        <a16:creationId xmlns:a16="http://schemas.microsoft.com/office/drawing/2014/main" id="{9BEF3E0A-05ED-085D-AE27-8489A5037E08}"/>
                      </a:ext>
                    </a:extLst>
                  </p:cNvPr>
                  <p:cNvSpPr/>
                  <p:nvPr/>
                </p:nvSpPr>
                <p:spPr>
                  <a:xfrm>
                    <a:off x="5176055" y="1578709"/>
                    <a:ext cx="32246" cy="32246"/>
                  </a:xfrm>
                  <a:custGeom>
                    <a:avLst/>
                    <a:gdLst>
                      <a:gd name="connsiteX0" fmla="*/ 4069 w 0"/>
                      <a:gd name="connsiteY0" fmla="*/ 20115 h 0"/>
                      <a:gd name="connsiteX1" fmla="*/ 2456 w 0"/>
                      <a:gd name="connsiteY1" fmla="*/ 19792 h 0"/>
                      <a:gd name="connsiteX2" fmla="*/ 199 w 0"/>
                      <a:gd name="connsiteY2" fmla="*/ 14633 h 0"/>
                      <a:gd name="connsiteX3" fmla="*/ 10195 w 0"/>
                      <a:gd name="connsiteY3" fmla="*/ 444 h 0"/>
                      <a:gd name="connsiteX4" fmla="*/ 15677 w 0"/>
                      <a:gd name="connsiteY4" fmla="*/ 2057 h 0"/>
                      <a:gd name="connsiteX5" fmla="*/ 14065 w 0"/>
                      <a:gd name="connsiteY5" fmla="*/ 7539 h 0"/>
                      <a:gd name="connsiteX6" fmla="*/ 7293 w 0"/>
                      <a:gd name="connsiteY6" fmla="*/ 17858 h 0"/>
                      <a:gd name="connsiteX7" fmla="*/ 4069 w 0"/>
                      <a:gd name="connsiteY7" fmla="*/ 2011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>
                        <a:moveTo>
                          <a:pt x="4069" y="20115"/>
                        </a:moveTo>
                        <a:cubicBezTo>
                          <a:pt x="3424" y="20115"/>
                          <a:pt x="3101" y="20115"/>
                          <a:pt x="2456" y="19792"/>
                        </a:cubicBezTo>
                        <a:cubicBezTo>
                          <a:pt x="522" y="18825"/>
                          <a:pt x="-446" y="16568"/>
                          <a:pt x="199" y="14633"/>
                        </a:cubicBezTo>
                        <a:cubicBezTo>
                          <a:pt x="2134" y="10118"/>
                          <a:pt x="4713" y="3669"/>
                          <a:pt x="10195" y="444"/>
                        </a:cubicBezTo>
                        <a:cubicBezTo>
                          <a:pt x="12130" y="-523"/>
                          <a:pt x="14710" y="122"/>
                          <a:pt x="15677" y="2057"/>
                        </a:cubicBezTo>
                        <a:cubicBezTo>
                          <a:pt x="16645" y="3992"/>
                          <a:pt x="16000" y="6571"/>
                          <a:pt x="14065" y="7539"/>
                        </a:cubicBezTo>
                        <a:cubicBezTo>
                          <a:pt x="11163" y="9151"/>
                          <a:pt x="9228" y="13021"/>
                          <a:pt x="7293" y="17858"/>
                        </a:cubicBezTo>
                        <a:cubicBezTo>
                          <a:pt x="6971" y="19147"/>
                          <a:pt x="5358" y="20115"/>
                          <a:pt x="4069" y="20115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7" name="Freeform: Shape 256">
                    <a:extLst>
                      <a:ext uri="{FF2B5EF4-FFF2-40B4-BE49-F238E27FC236}">
                        <a16:creationId xmlns:a16="http://schemas.microsoft.com/office/drawing/2014/main" id="{B6128647-1F6E-AC0E-85E9-066C44045B6D}"/>
                      </a:ext>
                    </a:extLst>
                  </p:cNvPr>
                  <p:cNvSpPr/>
                  <p:nvPr/>
                </p:nvSpPr>
                <p:spPr>
                  <a:xfrm>
                    <a:off x="5149118" y="1593616"/>
                    <a:ext cx="32246" cy="32246"/>
                  </a:xfrm>
                  <a:custGeom>
                    <a:avLst/>
                    <a:gdLst>
                      <a:gd name="connsiteX0" fmla="*/ 16172 w 0"/>
                      <a:gd name="connsiteY0" fmla="*/ 13593 h 0"/>
                      <a:gd name="connsiteX1" fmla="*/ 14238 w 0"/>
                      <a:gd name="connsiteY1" fmla="*/ 12948 h 0"/>
                      <a:gd name="connsiteX2" fmla="*/ 12948 w 0"/>
                      <a:gd name="connsiteY2" fmla="*/ 11980 h 0"/>
                      <a:gd name="connsiteX3" fmla="*/ 3274 w 0"/>
                      <a:gd name="connsiteY3" fmla="*/ 8111 h 0"/>
                      <a:gd name="connsiteX4" fmla="*/ 49 w 0"/>
                      <a:gd name="connsiteY4" fmla="*/ 3274 h 0"/>
                      <a:gd name="connsiteX5" fmla="*/ 4886 w 0"/>
                      <a:gd name="connsiteY5" fmla="*/ 49 h 0"/>
                      <a:gd name="connsiteX6" fmla="*/ 17462 w 0"/>
                      <a:gd name="connsiteY6" fmla="*/ 5208 h 0"/>
                      <a:gd name="connsiteX7" fmla="*/ 18429 w 0"/>
                      <a:gd name="connsiteY7" fmla="*/ 5853 h 0"/>
                      <a:gd name="connsiteX8" fmla="*/ 19719 w 0"/>
                      <a:gd name="connsiteY8" fmla="*/ 11335 h 0"/>
                      <a:gd name="connsiteX9" fmla="*/ 16172 w 0"/>
                      <a:gd name="connsiteY9" fmla="*/ 13593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>
                        <a:moveTo>
                          <a:pt x="16172" y="13593"/>
                        </a:moveTo>
                        <a:cubicBezTo>
                          <a:pt x="15527" y="13593"/>
                          <a:pt x="14882" y="13270"/>
                          <a:pt x="14238" y="12948"/>
                        </a:cubicBezTo>
                        <a:cubicBezTo>
                          <a:pt x="13915" y="12625"/>
                          <a:pt x="13270" y="12303"/>
                          <a:pt x="12948" y="11980"/>
                        </a:cubicBezTo>
                        <a:cubicBezTo>
                          <a:pt x="10368" y="10045"/>
                          <a:pt x="6821" y="8756"/>
                          <a:pt x="3274" y="8111"/>
                        </a:cubicBezTo>
                        <a:cubicBezTo>
                          <a:pt x="1016" y="7788"/>
                          <a:pt x="-273" y="5531"/>
                          <a:pt x="49" y="3274"/>
                        </a:cubicBezTo>
                        <a:cubicBezTo>
                          <a:pt x="372" y="1016"/>
                          <a:pt x="2629" y="-273"/>
                          <a:pt x="4886" y="49"/>
                        </a:cubicBezTo>
                        <a:cubicBezTo>
                          <a:pt x="9723" y="1016"/>
                          <a:pt x="13915" y="2629"/>
                          <a:pt x="17462" y="5208"/>
                        </a:cubicBezTo>
                        <a:lnTo>
                          <a:pt x="18429" y="5853"/>
                        </a:lnTo>
                        <a:cubicBezTo>
                          <a:pt x="20364" y="7143"/>
                          <a:pt x="21009" y="9400"/>
                          <a:pt x="19719" y="11335"/>
                        </a:cubicBezTo>
                        <a:cubicBezTo>
                          <a:pt x="18752" y="12948"/>
                          <a:pt x="17462" y="13593"/>
                          <a:pt x="16172" y="13593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29CD44-5FEA-CDFB-3B45-1E174B26978A}"/>
                  </a:ext>
                </a:extLst>
              </p:cNvPr>
              <p:cNvSpPr/>
              <p:nvPr/>
            </p:nvSpPr>
            <p:spPr>
              <a:xfrm>
                <a:off x="5198298" y="1449303"/>
                <a:ext cx="548190" cy="515944"/>
              </a:xfrm>
              <a:custGeom>
                <a:avLst/>
                <a:gdLst>
                  <a:gd name="connsiteX0" fmla="*/ 523889 w 548189"/>
                  <a:gd name="connsiteY0" fmla="*/ 353642 h 515943"/>
                  <a:gd name="connsiteX1" fmla="*/ 514538 w 548189"/>
                  <a:gd name="connsiteY1" fmla="*/ 316558 h 515943"/>
                  <a:gd name="connsiteX2" fmla="*/ 506476 w 548189"/>
                  <a:gd name="connsiteY2" fmla="*/ 284957 h 515943"/>
                  <a:gd name="connsiteX3" fmla="*/ 506476 w 548189"/>
                  <a:gd name="connsiteY3" fmla="*/ 252710 h 515943"/>
                  <a:gd name="connsiteX4" fmla="*/ 491643 w 548189"/>
                  <a:gd name="connsiteY4" fmla="*/ 203696 h 515943"/>
                  <a:gd name="connsiteX5" fmla="*/ 464233 w 548189"/>
                  <a:gd name="connsiteY5" fmla="*/ 162743 h 515943"/>
                  <a:gd name="connsiteX6" fmla="*/ 458751 w 548189"/>
                  <a:gd name="connsiteY6" fmla="*/ 129529 h 515943"/>
                  <a:gd name="connsiteX7" fmla="*/ 439726 w 548189"/>
                  <a:gd name="connsiteY7" fmla="*/ 111793 h 515943"/>
                  <a:gd name="connsiteX8" fmla="*/ 375233 w 548189"/>
                  <a:gd name="connsiteY8" fmla="*/ 108246 h 515943"/>
                  <a:gd name="connsiteX9" fmla="*/ 352983 w 548189"/>
                  <a:gd name="connsiteY9" fmla="*/ 64391 h 515943"/>
                  <a:gd name="connsiteX10" fmla="*/ 278494 w 548189"/>
                  <a:gd name="connsiteY10" fmla="*/ 59876 h 515943"/>
                  <a:gd name="connsiteX11" fmla="*/ 190783 w 548189"/>
                  <a:gd name="connsiteY11" fmla="*/ 6992 h 515943"/>
                  <a:gd name="connsiteX12" fmla="*/ 135319 w 548189"/>
                  <a:gd name="connsiteY12" fmla="*/ 2478 h 515943"/>
                  <a:gd name="connsiteX13" fmla="*/ 86950 w 548189"/>
                  <a:gd name="connsiteY13" fmla="*/ 21180 h 515943"/>
                  <a:gd name="connsiteX14" fmla="*/ 48576 w 548189"/>
                  <a:gd name="connsiteY14" fmla="*/ 42786 h 515943"/>
                  <a:gd name="connsiteX15" fmla="*/ 41482 w 548189"/>
                  <a:gd name="connsiteY15" fmla="*/ 68905 h 515943"/>
                  <a:gd name="connsiteX16" fmla="*/ 33420 w 548189"/>
                  <a:gd name="connsiteY16" fmla="*/ 111148 h 515943"/>
                  <a:gd name="connsiteX17" fmla="*/ 21812 w 548189"/>
                  <a:gd name="connsiteY17" fmla="*/ 122112 h 515943"/>
                  <a:gd name="connsiteX18" fmla="*/ 26649 w 548189"/>
                  <a:gd name="connsiteY18" fmla="*/ 134043 h 515943"/>
                  <a:gd name="connsiteX19" fmla="*/ 11815 w 548189"/>
                  <a:gd name="connsiteY19" fmla="*/ 160808 h 515943"/>
                  <a:gd name="connsiteX20" fmla="*/ 5044 w 548189"/>
                  <a:gd name="connsiteY20" fmla="*/ 207888 h 515943"/>
                  <a:gd name="connsiteX21" fmla="*/ 41482 w 548189"/>
                  <a:gd name="connsiteY21" fmla="*/ 249486 h 515943"/>
                  <a:gd name="connsiteX22" fmla="*/ 71149 w 548189"/>
                  <a:gd name="connsiteY22" fmla="*/ 323330 h 515943"/>
                  <a:gd name="connsiteX23" fmla="*/ 99526 w 548189"/>
                  <a:gd name="connsiteY23" fmla="*/ 342033 h 515943"/>
                  <a:gd name="connsiteX24" fmla="*/ 141124 w 548189"/>
                  <a:gd name="connsiteY24" fmla="*/ 378471 h 515943"/>
                  <a:gd name="connsiteX25" fmla="*/ 143703 w 548189"/>
                  <a:gd name="connsiteY25" fmla="*/ 416200 h 515943"/>
                  <a:gd name="connsiteX26" fmla="*/ 198845 w 548189"/>
                  <a:gd name="connsiteY26" fmla="*/ 455218 h 515943"/>
                  <a:gd name="connsiteX27" fmla="*/ 237863 w 548189"/>
                  <a:gd name="connsiteY27" fmla="*/ 486175 h 515943"/>
                  <a:gd name="connsiteX28" fmla="*/ 260758 w 548189"/>
                  <a:gd name="connsiteY28" fmla="*/ 527773 h 515943"/>
                  <a:gd name="connsiteX29" fmla="*/ 295584 w 548189"/>
                  <a:gd name="connsiteY29" fmla="*/ 542606 h 515943"/>
                  <a:gd name="connsiteX30" fmla="*/ 326541 w 548189"/>
                  <a:gd name="connsiteY30" fmla="*/ 531965 h 515943"/>
                  <a:gd name="connsiteX31" fmla="*/ 343954 w 548189"/>
                  <a:gd name="connsiteY31" fmla="*/ 506490 h 515943"/>
                  <a:gd name="connsiteX32" fmla="*/ 345244 w 548189"/>
                  <a:gd name="connsiteY32" fmla="*/ 441997 h 515943"/>
                  <a:gd name="connsiteX33" fmla="*/ 370718 w 548189"/>
                  <a:gd name="connsiteY33" fmla="*/ 393627 h 515943"/>
                  <a:gd name="connsiteX34" fmla="*/ 402965 w 548189"/>
                  <a:gd name="connsiteY34" fmla="*/ 386856 h 515943"/>
                  <a:gd name="connsiteX35" fmla="*/ 444563 w 548189"/>
                  <a:gd name="connsiteY35" fmla="*/ 376214 h 515943"/>
                  <a:gd name="connsiteX36" fmla="*/ 483581 w 548189"/>
                  <a:gd name="connsiteY36" fmla="*/ 372022 h 515943"/>
                  <a:gd name="connsiteX37" fmla="*/ 495835 w 548189"/>
                  <a:gd name="connsiteY37" fmla="*/ 381374 h 515943"/>
                  <a:gd name="connsiteX38" fmla="*/ 516150 w 548189"/>
                  <a:gd name="connsiteY38" fmla="*/ 405559 h 515943"/>
                  <a:gd name="connsiteX39" fmla="*/ 553878 w 548189"/>
                  <a:gd name="connsiteY39" fmla="*/ 392015 h 515943"/>
                  <a:gd name="connsiteX40" fmla="*/ 541947 w 548189"/>
                  <a:gd name="connsiteY40" fmla="*/ 361058 h 515943"/>
                  <a:gd name="connsiteX41" fmla="*/ 523889 w 548189"/>
                  <a:gd name="connsiteY41" fmla="*/ 353642 h 515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548189" h="515943">
                    <a:moveTo>
                      <a:pt x="523889" y="353642"/>
                    </a:moveTo>
                    <a:cubicBezTo>
                      <a:pt x="517117" y="344290"/>
                      <a:pt x="510346" y="332037"/>
                      <a:pt x="514538" y="316558"/>
                    </a:cubicBezTo>
                    <a:cubicBezTo>
                      <a:pt x="518730" y="301080"/>
                      <a:pt x="516473" y="294953"/>
                      <a:pt x="506476" y="284957"/>
                    </a:cubicBezTo>
                    <a:cubicBezTo>
                      <a:pt x="496480" y="274960"/>
                      <a:pt x="506476" y="267544"/>
                      <a:pt x="506476" y="252710"/>
                    </a:cubicBezTo>
                    <a:cubicBezTo>
                      <a:pt x="506476" y="237877"/>
                      <a:pt x="500994" y="215627"/>
                      <a:pt x="491643" y="203696"/>
                    </a:cubicBezTo>
                    <a:cubicBezTo>
                      <a:pt x="482291" y="191442"/>
                      <a:pt x="468748" y="175319"/>
                      <a:pt x="464233" y="162743"/>
                    </a:cubicBezTo>
                    <a:cubicBezTo>
                      <a:pt x="459719" y="150489"/>
                      <a:pt x="464556" y="141137"/>
                      <a:pt x="458751" y="129529"/>
                    </a:cubicBezTo>
                    <a:cubicBezTo>
                      <a:pt x="448110" y="128884"/>
                      <a:pt x="436501" y="125982"/>
                      <a:pt x="439726" y="111793"/>
                    </a:cubicBezTo>
                    <a:cubicBezTo>
                      <a:pt x="443273" y="94702"/>
                      <a:pt x="394903" y="109213"/>
                      <a:pt x="375233" y="108246"/>
                    </a:cubicBezTo>
                    <a:cubicBezTo>
                      <a:pt x="355563" y="107279"/>
                      <a:pt x="366204" y="79547"/>
                      <a:pt x="352983" y="64391"/>
                    </a:cubicBezTo>
                    <a:cubicBezTo>
                      <a:pt x="339439" y="49235"/>
                      <a:pt x="306548" y="56329"/>
                      <a:pt x="278494" y="59876"/>
                    </a:cubicBezTo>
                    <a:cubicBezTo>
                      <a:pt x="250762" y="63423"/>
                      <a:pt x="203359" y="18601"/>
                      <a:pt x="190783" y="6992"/>
                    </a:cubicBezTo>
                    <a:cubicBezTo>
                      <a:pt x="178207" y="-4617"/>
                      <a:pt x="163051" y="1510"/>
                      <a:pt x="135319" y="2478"/>
                    </a:cubicBezTo>
                    <a:cubicBezTo>
                      <a:pt x="107587" y="3445"/>
                      <a:pt x="98558" y="10539"/>
                      <a:pt x="86950" y="21180"/>
                    </a:cubicBezTo>
                    <a:cubicBezTo>
                      <a:pt x="75341" y="31822"/>
                      <a:pt x="74373" y="32789"/>
                      <a:pt x="48576" y="42786"/>
                    </a:cubicBezTo>
                    <a:cubicBezTo>
                      <a:pt x="22457" y="52782"/>
                      <a:pt x="36000" y="53427"/>
                      <a:pt x="41482" y="68905"/>
                    </a:cubicBezTo>
                    <a:cubicBezTo>
                      <a:pt x="46964" y="84061"/>
                      <a:pt x="42449" y="103087"/>
                      <a:pt x="33420" y="111148"/>
                    </a:cubicBezTo>
                    <a:cubicBezTo>
                      <a:pt x="29873" y="114373"/>
                      <a:pt x="26004" y="118565"/>
                      <a:pt x="21812" y="122112"/>
                    </a:cubicBezTo>
                    <a:cubicBezTo>
                      <a:pt x="23424" y="126626"/>
                      <a:pt x="25681" y="131786"/>
                      <a:pt x="26649" y="134043"/>
                    </a:cubicBezTo>
                    <a:cubicBezTo>
                      <a:pt x="30841" y="142105"/>
                      <a:pt x="14395" y="143395"/>
                      <a:pt x="11815" y="160808"/>
                    </a:cubicBezTo>
                    <a:cubicBezTo>
                      <a:pt x="9236" y="178221"/>
                      <a:pt x="-8500" y="197246"/>
                      <a:pt x="5044" y="207888"/>
                    </a:cubicBezTo>
                    <a:cubicBezTo>
                      <a:pt x="18587" y="218529"/>
                      <a:pt x="39870" y="225301"/>
                      <a:pt x="41482" y="249486"/>
                    </a:cubicBezTo>
                    <a:cubicBezTo>
                      <a:pt x="42772" y="273670"/>
                      <a:pt x="61797" y="299145"/>
                      <a:pt x="71149" y="323330"/>
                    </a:cubicBezTo>
                    <a:cubicBezTo>
                      <a:pt x="80500" y="347515"/>
                      <a:pt x="92754" y="340743"/>
                      <a:pt x="99526" y="342033"/>
                    </a:cubicBezTo>
                    <a:cubicBezTo>
                      <a:pt x="106297" y="343323"/>
                      <a:pt x="141124" y="363638"/>
                      <a:pt x="141124" y="378471"/>
                    </a:cubicBezTo>
                    <a:cubicBezTo>
                      <a:pt x="141124" y="393305"/>
                      <a:pt x="130482" y="405236"/>
                      <a:pt x="143703" y="416200"/>
                    </a:cubicBezTo>
                    <a:cubicBezTo>
                      <a:pt x="157247" y="426841"/>
                      <a:pt x="181432" y="442964"/>
                      <a:pt x="198845" y="455218"/>
                    </a:cubicBezTo>
                    <a:cubicBezTo>
                      <a:pt x="216258" y="467472"/>
                      <a:pt x="236573" y="473921"/>
                      <a:pt x="237863" y="486175"/>
                    </a:cubicBezTo>
                    <a:cubicBezTo>
                      <a:pt x="239153" y="498428"/>
                      <a:pt x="251407" y="521001"/>
                      <a:pt x="260758" y="527773"/>
                    </a:cubicBezTo>
                    <a:cubicBezTo>
                      <a:pt x="270110" y="534544"/>
                      <a:pt x="281073" y="540026"/>
                      <a:pt x="295584" y="542606"/>
                    </a:cubicBezTo>
                    <a:cubicBezTo>
                      <a:pt x="310418" y="545186"/>
                      <a:pt x="312997" y="534544"/>
                      <a:pt x="326541" y="531965"/>
                    </a:cubicBezTo>
                    <a:cubicBezTo>
                      <a:pt x="340084" y="529385"/>
                      <a:pt x="343954" y="526483"/>
                      <a:pt x="343954" y="506490"/>
                    </a:cubicBezTo>
                    <a:cubicBezTo>
                      <a:pt x="343954" y="486497"/>
                      <a:pt x="327831" y="451349"/>
                      <a:pt x="345244" y="441997"/>
                    </a:cubicBezTo>
                    <a:cubicBezTo>
                      <a:pt x="362657" y="432646"/>
                      <a:pt x="357497" y="393627"/>
                      <a:pt x="370718" y="393627"/>
                    </a:cubicBezTo>
                    <a:cubicBezTo>
                      <a:pt x="383940" y="393627"/>
                      <a:pt x="385552" y="385566"/>
                      <a:pt x="402965" y="386856"/>
                    </a:cubicBezTo>
                    <a:cubicBezTo>
                      <a:pt x="420378" y="388146"/>
                      <a:pt x="431342" y="378794"/>
                      <a:pt x="444563" y="376214"/>
                    </a:cubicBezTo>
                    <a:cubicBezTo>
                      <a:pt x="458106" y="373635"/>
                      <a:pt x="460686" y="360091"/>
                      <a:pt x="483581" y="372022"/>
                    </a:cubicBezTo>
                    <a:cubicBezTo>
                      <a:pt x="506476" y="383953"/>
                      <a:pt x="482291" y="372022"/>
                      <a:pt x="495835" y="381374"/>
                    </a:cubicBezTo>
                    <a:cubicBezTo>
                      <a:pt x="509378" y="390725"/>
                      <a:pt x="505186" y="404269"/>
                      <a:pt x="516150" y="405559"/>
                    </a:cubicBezTo>
                    <a:cubicBezTo>
                      <a:pt x="526791" y="406848"/>
                      <a:pt x="552589" y="400077"/>
                      <a:pt x="553878" y="392015"/>
                    </a:cubicBezTo>
                    <a:cubicBezTo>
                      <a:pt x="554846" y="386211"/>
                      <a:pt x="544205" y="372990"/>
                      <a:pt x="541947" y="361058"/>
                    </a:cubicBezTo>
                    <a:cubicBezTo>
                      <a:pt x="535498" y="361381"/>
                      <a:pt x="528404" y="360091"/>
                      <a:pt x="523889" y="35364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28" name="Graphic 4">
                <a:extLst>
                  <a:ext uri="{FF2B5EF4-FFF2-40B4-BE49-F238E27FC236}">
                    <a16:creationId xmlns:a16="http://schemas.microsoft.com/office/drawing/2014/main" id="{8CF7EEAA-489B-2D9D-7144-9D97201B3A10}"/>
                  </a:ext>
                </a:extLst>
              </p:cNvPr>
              <p:cNvGrpSpPr/>
              <p:nvPr/>
            </p:nvGrpSpPr>
            <p:grpSpPr>
              <a:xfrm>
                <a:off x="5195219" y="1447230"/>
                <a:ext cx="572386" cy="519330"/>
                <a:chOff x="5195219" y="1447230"/>
                <a:chExt cx="572386" cy="519330"/>
              </a:xfrm>
              <a:grpFill/>
            </p:grpSpPr>
            <p:sp>
              <p:nvSpPr>
                <p:cNvPr id="242" name="Freeform: Shape 241">
                  <a:extLst>
                    <a:ext uri="{FF2B5EF4-FFF2-40B4-BE49-F238E27FC236}">
                      <a16:creationId xmlns:a16="http://schemas.microsoft.com/office/drawing/2014/main" id="{A7580C55-5C2E-90DD-9CD0-EB17A34F2CFE}"/>
                    </a:ext>
                  </a:extLst>
                </p:cNvPr>
                <p:cNvSpPr/>
                <p:nvPr/>
              </p:nvSpPr>
              <p:spPr>
                <a:xfrm>
                  <a:off x="5637735" y="1570705"/>
                  <a:ext cx="32246" cy="32246"/>
                </a:xfrm>
                <a:custGeom>
                  <a:avLst/>
                  <a:gdLst>
                    <a:gd name="connsiteX0" fmla="*/ 16735 w 0"/>
                    <a:gd name="connsiteY0" fmla="*/ 12319 h 0"/>
                    <a:gd name="connsiteX1" fmla="*/ 16412 w 0"/>
                    <a:gd name="connsiteY1" fmla="*/ 12319 h 0"/>
                    <a:gd name="connsiteX2" fmla="*/ 1579 w 0"/>
                    <a:gd name="connsiteY2" fmla="*/ 7482 h 0"/>
                    <a:gd name="connsiteX3" fmla="*/ 934 w 0"/>
                    <a:gd name="connsiteY3" fmla="*/ 1677 h 0"/>
                    <a:gd name="connsiteX4" fmla="*/ 6738 w 0"/>
                    <a:gd name="connsiteY4" fmla="*/ 1032 h 0"/>
                    <a:gd name="connsiteX5" fmla="*/ 17380 w 0"/>
                    <a:gd name="connsiteY5" fmla="*/ 4257 h 0"/>
                    <a:gd name="connsiteX6" fmla="*/ 20927 w 0"/>
                    <a:gd name="connsiteY6" fmla="*/ 8771 h 0"/>
                    <a:gd name="connsiteX7" fmla="*/ 16735 w 0"/>
                    <a:gd name="connsiteY7" fmla="*/ 1231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>
                      <a:moveTo>
                        <a:pt x="16735" y="12319"/>
                      </a:moveTo>
                      <a:cubicBezTo>
                        <a:pt x="16735" y="12319"/>
                        <a:pt x="16412" y="12319"/>
                        <a:pt x="16412" y="12319"/>
                      </a:cubicBezTo>
                      <a:cubicBezTo>
                        <a:pt x="9963" y="11674"/>
                        <a:pt x="5126" y="10061"/>
                        <a:pt x="1579" y="7482"/>
                      </a:cubicBezTo>
                      <a:cubicBezTo>
                        <a:pt x="-33" y="6192"/>
                        <a:pt x="-678" y="3612"/>
                        <a:pt x="934" y="1677"/>
                      </a:cubicBezTo>
                      <a:cubicBezTo>
                        <a:pt x="2224" y="-258"/>
                        <a:pt x="4803" y="-580"/>
                        <a:pt x="6738" y="1032"/>
                      </a:cubicBezTo>
                      <a:cubicBezTo>
                        <a:pt x="8996" y="2645"/>
                        <a:pt x="12543" y="3612"/>
                        <a:pt x="17380" y="4257"/>
                      </a:cubicBezTo>
                      <a:cubicBezTo>
                        <a:pt x="19637" y="4579"/>
                        <a:pt x="21249" y="6514"/>
                        <a:pt x="20927" y="8771"/>
                      </a:cubicBezTo>
                      <a:cubicBezTo>
                        <a:pt x="20604" y="10706"/>
                        <a:pt x="18669" y="12319"/>
                        <a:pt x="16735" y="12319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Freeform: Shape 242">
                  <a:extLst>
                    <a:ext uri="{FF2B5EF4-FFF2-40B4-BE49-F238E27FC236}">
                      <a16:creationId xmlns:a16="http://schemas.microsoft.com/office/drawing/2014/main" id="{0EDD8544-703A-EFFD-A6AD-4ACABFCA239D}"/>
                    </a:ext>
                  </a:extLst>
                </p:cNvPr>
                <p:cNvSpPr/>
                <p:nvPr/>
              </p:nvSpPr>
              <p:spPr>
                <a:xfrm>
                  <a:off x="5227204" y="1447230"/>
                  <a:ext cx="386958" cy="96739"/>
                </a:xfrm>
                <a:custGeom>
                  <a:avLst/>
                  <a:gdLst>
                    <a:gd name="connsiteX0" fmla="*/ 365675 w 386957"/>
                    <a:gd name="connsiteY0" fmla="*/ 113221 h 96739"/>
                    <a:gd name="connsiteX1" fmla="*/ 361805 w 386957"/>
                    <a:gd name="connsiteY1" fmla="*/ 109674 h 96739"/>
                    <a:gd name="connsiteX2" fmla="*/ 365352 w 386957"/>
                    <a:gd name="connsiteY2" fmla="*/ 105159 h 96739"/>
                    <a:gd name="connsiteX3" fmla="*/ 370512 w 386957"/>
                    <a:gd name="connsiteY3" fmla="*/ 104514 h 96739"/>
                    <a:gd name="connsiteX4" fmla="*/ 392439 w 386957"/>
                    <a:gd name="connsiteY4" fmla="*/ 101934 h 96739"/>
                    <a:gd name="connsiteX5" fmla="*/ 396632 w 386957"/>
                    <a:gd name="connsiteY5" fmla="*/ 105804 h 96739"/>
                    <a:gd name="connsiteX6" fmla="*/ 392762 w 386957"/>
                    <a:gd name="connsiteY6" fmla="*/ 109996 h 96739"/>
                    <a:gd name="connsiteX7" fmla="*/ 371479 w 386957"/>
                    <a:gd name="connsiteY7" fmla="*/ 112253 h 96739"/>
                    <a:gd name="connsiteX8" fmla="*/ 365997 w 386957"/>
                    <a:gd name="connsiteY8" fmla="*/ 112898 h 96739"/>
                    <a:gd name="connsiteX9" fmla="*/ 365675 w 386957"/>
                    <a:gd name="connsiteY9" fmla="*/ 113221 h 96739"/>
                    <a:gd name="connsiteX10" fmla="*/ 333751 w 386957"/>
                    <a:gd name="connsiteY10" fmla="*/ 103224 h 96739"/>
                    <a:gd name="connsiteX11" fmla="*/ 329881 w 386957"/>
                    <a:gd name="connsiteY11" fmla="*/ 100322 h 96739"/>
                    <a:gd name="connsiteX12" fmla="*/ 328269 w 386957"/>
                    <a:gd name="connsiteY12" fmla="*/ 90648 h 96739"/>
                    <a:gd name="connsiteX13" fmla="*/ 324399 w 386957"/>
                    <a:gd name="connsiteY13" fmla="*/ 74525 h 96739"/>
                    <a:gd name="connsiteX14" fmla="*/ 326334 w 386957"/>
                    <a:gd name="connsiteY14" fmla="*/ 69043 h 96739"/>
                    <a:gd name="connsiteX15" fmla="*/ 331816 w 386957"/>
                    <a:gd name="connsiteY15" fmla="*/ 70978 h 96739"/>
                    <a:gd name="connsiteX16" fmla="*/ 336331 w 386957"/>
                    <a:gd name="connsiteY16" fmla="*/ 89358 h 96739"/>
                    <a:gd name="connsiteX17" fmla="*/ 337943 w 386957"/>
                    <a:gd name="connsiteY17" fmla="*/ 98065 h 96739"/>
                    <a:gd name="connsiteX18" fmla="*/ 335041 w 386957"/>
                    <a:gd name="connsiteY18" fmla="*/ 102902 h 96739"/>
                    <a:gd name="connsiteX19" fmla="*/ 333751 w 386957"/>
                    <a:gd name="connsiteY19" fmla="*/ 103224 h 96739"/>
                    <a:gd name="connsiteX20" fmla="*/ 14188 w 386957"/>
                    <a:gd name="connsiteY20" fmla="*/ 84199 h 96739"/>
                    <a:gd name="connsiteX21" fmla="*/ 10319 w 386957"/>
                    <a:gd name="connsiteY21" fmla="*/ 80652 h 96739"/>
                    <a:gd name="connsiteX22" fmla="*/ 8384 w 386957"/>
                    <a:gd name="connsiteY22" fmla="*/ 72590 h 96739"/>
                    <a:gd name="connsiteX23" fmla="*/ 3547 w 386957"/>
                    <a:gd name="connsiteY23" fmla="*/ 63561 h 96739"/>
                    <a:gd name="connsiteX24" fmla="*/ 0 w 386957"/>
                    <a:gd name="connsiteY24" fmla="*/ 55499 h 96739"/>
                    <a:gd name="connsiteX25" fmla="*/ 3870 w 386957"/>
                    <a:gd name="connsiteY25" fmla="*/ 51307 h 96739"/>
                    <a:gd name="connsiteX26" fmla="*/ 8062 w 386957"/>
                    <a:gd name="connsiteY26" fmla="*/ 55177 h 96739"/>
                    <a:gd name="connsiteX27" fmla="*/ 10319 w 386957"/>
                    <a:gd name="connsiteY27" fmla="*/ 59046 h 96739"/>
                    <a:gd name="connsiteX28" fmla="*/ 16123 w 386957"/>
                    <a:gd name="connsiteY28" fmla="*/ 70010 h 96739"/>
                    <a:gd name="connsiteX29" fmla="*/ 18380 w 386957"/>
                    <a:gd name="connsiteY29" fmla="*/ 80007 h 96739"/>
                    <a:gd name="connsiteX30" fmla="*/ 14833 w 386957"/>
                    <a:gd name="connsiteY30" fmla="*/ 84521 h 96739"/>
                    <a:gd name="connsiteX31" fmla="*/ 14188 w 386957"/>
                    <a:gd name="connsiteY31" fmla="*/ 84199 h 96739"/>
                    <a:gd name="connsiteX32" fmla="*/ 268613 w 386957"/>
                    <a:gd name="connsiteY32" fmla="*/ 63561 h 96739"/>
                    <a:gd name="connsiteX33" fmla="*/ 264743 w 386957"/>
                    <a:gd name="connsiteY33" fmla="*/ 60014 h 96739"/>
                    <a:gd name="connsiteX34" fmla="*/ 268291 w 386957"/>
                    <a:gd name="connsiteY34" fmla="*/ 55499 h 96739"/>
                    <a:gd name="connsiteX35" fmla="*/ 295055 w 386957"/>
                    <a:gd name="connsiteY35" fmla="*/ 53242 h 96739"/>
                    <a:gd name="connsiteX36" fmla="*/ 296023 w 386957"/>
                    <a:gd name="connsiteY36" fmla="*/ 53242 h 96739"/>
                    <a:gd name="connsiteX37" fmla="*/ 299892 w 386957"/>
                    <a:gd name="connsiteY37" fmla="*/ 57434 h 96739"/>
                    <a:gd name="connsiteX38" fmla="*/ 295700 w 386957"/>
                    <a:gd name="connsiteY38" fmla="*/ 61304 h 96739"/>
                    <a:gd name="connsiteX39" fmla="*/ 295700 w 386957"/>
                    <a:gd name="connsiteY39" fmla="*/ 61304 h 96739"/>
                    <a:gd name="connsiteX40" fmla="*/ 295055 w 386957"/>
                    <a:gd name="connsiteY40" fmla="*/ 61304 h 96739"/>
                    <a:gd name="connsiteX41" fmla="*/ 269258 w 386957"/>
                    <a:gd name="connsiteY41" fmla="*/ 63561 h 96739"/>
                    <a:gd name="connsiteX42" fmla="*/ 268613 w 386957"/>
                    <a:gd name="connsiteY42" fmla="*/ 63561 h 96739"/>
                    <a:gd name="connsiteX43" fmla="*/ 231207 w 386957"/>
                    <a:gd name="connsiteY43" fmla="*/ 63239 h 96739"/>
                    <a:gd name="connsiteX44" fmla="*/ 229917 w 386957"/>
                    <a:gd name="connsiteY44" fmla="*/ 62916 h 96739"/>
                    <a:gd name="connsiteX45" fmla="*/ 205088 w 386957"/>
                    <a:gd name="connsiteY45" fmla="*/ 49695 h 96739"/>
                    <a:gd name="connsiteX46" fmla="*/ 203798 w 386957"/>
                    <a:gd name="connsiteY46" fmla="*/ 44213 h 96739"/>
                    <a:gd name="connsiteX47" fmla="*/ 209280 w 386957"/>
                    <a:gd name="connsiteY47" fmla="*/ 42923 h 96739"/>
                    <a:gd name="connsiteX48" fmla="*/ 232497 w 386957"/>
                    <a:gd name="connsiteY48" fmla="*/ 55177 h 96739"/>
                    <a:gd name="connsiteX49" fmla="*/ 234754 w 386957"/>
                    <a:gd name="connsiteY49" fmla="*/ 60336 h 96739"/>
                    <a:gd name="connsiteX50" fmla="*/ 231207 w 386957"/>
                    <a:gd name="connsiteY50" fmla="*/ 63239 h 96739"/>
                    <a:gd name="connsiteX51" fmla="*/ 36761 w 386957"/>
                    <a:gd name="connsiteY51" fmla="*/ 42278 h 96739"/>
                    <a:gd name="connsiteX52" fmla="*/ 33214 w 386957"/>
                    <a:gd name="connsiteY52" fmla="*/ 39699 h 96739"/>
                    <a:gd name="connsiteX53" fmla="*/ 35149 w 386957"/>
                    <a:gd name="connsiteY53" fmla="*/ 34539 h 96739"/>
                    <a:gd name="connsiteX54" fmla="*/ 55141 w 386957"/>
                    <a:gd name="connsiteY54" fmla="*/ 20673 h 96739"/>
                    <a:gd name="connsiteX55" fmla="*/ 56109 w 386957"/>
                    <a:gd name="connsiteY55" fmla="*/ 19706 h 96739"/>
                    <a:gd name="connsiteX56" fmla="*/ 61913 w 386957"/>
                    <a:gd name="connsiteY56" fmla="*/ 20028 h 96739"/>
                    <a:gd name="connsiteX57" fmla="*/ 61591 w 386957"/>
                    <a:gd name="connsiteY57" fmla="*/ 25833 h 96739"/>
                    <a:gd name="connsiteX58" fmla="*/ 60623 w 386957"/>
                    <a:gd name="connsiteY58" fmla="*/ 26478 h 96739"/>
                    <a:gd name="connsiteX59" fmla="*/ 38373 w 386957"/>
                    <a:gd name="connsiteY59" fmla="*/ 41956 h 96739"/>
                    <a:gd name="connsiteX60" fmla="*/ 36761 w 386957"/>
                    <a:gd name="connsiteY60" fmla="*/ 42278 h 96739"/>
                    <a:gd name="connsiteX61" fmla="*/ 177033 w 386957"/>
                    <a:gd name="connsiteY61" fmla="*/ 27445 h 96739"/>
                    <a:gd name="connsiteX62" fmla="*/ 174453 w 386957"/>
                    <a:gd name="connsiteY62" fmla="*/ 26478 h 96739"/>
                    <a:gd name="connsiteX63" fmla="*/ 159942 w 386957"/>
                    <a:gd name="connsiteY63" fmla="*/ 13256 h 96739"/>
                    <a:gd name="connsiteX64" fmla="*/ 158975 w 386957"/>
                    <a:gd name="connsiteY64" fmla="*/ 12612 h 96739"/>
                    <a:gd name="connsiteX65" fmla="*/ 154460 w 386957"/>
                    <a:gd name="connsiteY65" fmla="*/ 9387 h 96739"/>
                    <a:gd name="connsiteX66" fmla="*/ 152848 w 386957"/>
                    <a:gd name="connsiteY66" fmla="*/ 3905 h 96739"/>
                    <a:gd name="connsiteX67" fmla="*/ 158330 w 386957"/>
                    <a:gd name="connsiteY67" fmla="*/ 2293 h 96739"/>
                    <a:gd name="connsiteX68" fmla="*/ 164457 w 386957"/>
                    <a:gd name="connsiteY68" fmla="*/ 6807 h 96739"/>
                    <a:gd name="connsiteX69" fmla="*/ 165424 w 386957"/>
                    <a:gd name="connsiteY69" fmla="*/ 7452 h 96739"/>
                    <a:gd name="connsiteX70" fmla="*/ 179935 w 386957"/>
                    <a:gd name="connsiteY70" fmla="*/ 20351 h 96739"/>
                    <a:gd name="connsiteX71" fmla="*/ 180258 w 386957"/>
                    <a:gd name="connsiteY71" fmla="*/ 26155 h 96739"/>
                    <a:gd name="connsiteX72" fmla="*/ 177033 w 386957"/>
                    <a:gd name="connsiteY72" fmla="*/ 27445 h 96739"/>
                    <a:gd name="connsiteX73" fmla="*/ 91902 w 386957"/>
                    <a:gd name="connsiteY73" fmla="*/ 10032 h 96739"/>
                    <a:gd name="connsiteX74" fmla="*/ 88033 w 386957"/>
                    <a:gd name="connsiteY74" fmla="*/ 6485 h 96739"/>
                    <a:gd name="connsiteX75" fmla="*/ 91257 w 386957"/>
                    <a:gd name="connsiteY75" fmla="*/ 1970 h 96739"/>
                    <a:gd name="connsiteX76" fmla="*/ 106091 w 386957"/>
                    <a:gd name="connsiteY76" fmla="*/ 680 h 96739"/>
                    <a:gd name="connsiteX77" fmla="*/ 118667 w 386957"/>
                    <a:gd name="connsiteY77" fmla="*/ 35 h 96739"/>
                    <a:gd name="connsiteX78" fmla="*/ 123182 w 386957"/>
                    <a:gd name="connsiteY78" fmla="*/ 3583 h 96739"/>
                    <a:gd name="connsiteX79" fmla="*/ 119634 w 386957"/>
                    <a:gd name="connsiteY79" fmla="*/ 8097 h 96739"/>
                    <a:gd name="connsiteX80" fmla="*/ 106413 w 386957"/>
                    <a:gd name="connsiteY80" fmla="*/ 8742 h 96739"/>
                    <a:gd name="connsiteX81" fmla="*/ 92547 w 386957"/>
                    <a:gd name="connsiteY81" fmla="*/ 10032 h 96739"/>
                    <a:gd name="connsiteX82" fmla="*/ 91902 w 386957"/>
                    <a:gd name="connsiteY82" fmla="*/ 10032 h 96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</a:cxnLst>
                  <a:rect l="l" t="t" r="r" b="b"/>
                  <a:pathLst>
                    <a:path w="386957" h="96739">
                      <a:moveTo>
                        <a:pt x="365675" y="113221"/>
                      </a:moveTo>
                      <a:cubicBezTo>
                        <a:pt x="363740" y="113221"/>
                        <a:pt x="361805" y="111608"/>
                        <a:pt x="361805" y="109674"/>
                      </a:cubicBezTo>
                      <a:cubicBezTo>
                        <a:pt x="361483" y="107416"/>
                        <a:pt x="363095" y="105481"/>
                        <a:pt x="365352" y="105159"/>
                      </a:cubicBezTo>
                      <a:lnTo>
                        <a:pt x="370512" y="104514"/>
                      </a:lnTo>
                      <a:cubicBezTo>
                        <a:pt x="377929" y="103547"/>
                        <a:pt x="385668" y="102579"/>
                        <a:pt x="392439" y="101934"/>
                      </a:cubicBezTo>
                      <a:cubicBezTo>
                        <a:pt x="394697" y="101934"/>
                        <a:pt x="396632" y="103547"/>
                        <a:pt x="396632" y="105804"/>
                      </a:cubicBezTo>
                      <a:cubicBezTo>
                        <a:pt x="396632" y="108061"/>
                        <a:pt x="395019" y="109996"/>
                        <a:pt x="392762" y="109996"/>
                      </a:cubicBezTo>
                      <a:cubicBezTo>
                        <a:pt x="386313" y="110318"/>
                        <a:pt x="378896" y="111286"/>
                        <a:pt x="371479" y="112253"/>
                      </a:cubicBezTo>
                      <a:lnTo>
                        <a:pt x="365997" y="112898"/>
                      </a:lnTo>
                      <a:cubicBezTo>
                        <a:pt x="365997" y="112898"/>
                        <a:pt x="365997" y="113221"/>
                        <a:pt x="365675" y="113221"/>
                      </a:cubicBezTo>
                      <a:close/>
                      <a:moveTo>
                        <a:pt x="333751" y="103224"/>
                      </a:moveTo>
                      <a:cubicBezTo>
                        <a:pt x="331816" y="103224"/>
                        <a:pt x="330204" y="101934"/>
                        <a:pt x="329881" y="100322"/>
                      </a:cubicBezTo>
                      <a:cubicBezTo>
                        <a:pt x="329236" y="97420"/>
                        <a:pt x="328591" y="94195"/>
                        <a:pt x="328269" y="90648"/>
                      </a:cubicBezTo>
                      <a:cubicBezTo>
                        <a:pt x="327302" y="85166"/>
                        <a:pt x="326657" y="79362"/>
                        <a:pt x="324399" y="74525"/>
                      </a:cubicBezTo>
                      <a:cubicBezTo>
                        <a:pt x="323432" y="72590"/>
                        <a:pt x="324399" y="70010"/>
                        <a:pt x="326334" y="69043"/>
                      </a:cubicBezTo>
                      <a:cubicBezTo>
                        <a:pt x="328269" y="68076"/>
                        <a:pt x="330849" y="69043"/>
                        <a:pt x="331816" y="70978"/>
                      </a:cubicBezTo>
                      <a:cubicBezTo>
                        <a:pt x="334718" y="77105"/>
                        <a:pt x="335686" y="83554"/>
                        <a:pt x="336331" y="89358"/>
                      </a:cubicBezTo>
                      <a:cubicBezTo>
                        <a:pt x="336653" y="92583"/>
                        <a:pt x="337298" y="95485"/>
                        <a:pt x="337943" y="98065"/>
                      </a:cubicBezTo>
                      <a:cubicBezTo>
                        <a:pt x="338588" y="100322"/>
                        <a:pt x="337298" y="102579"/>
                        <a:pt x="335041" y="102902"/>
                      </a:cubicBezTo>
                      <a:cubicBezTo>
                        <a:pt x="334396" y="103224"/>
                        <a:pt x="334073" y="103224"/>
                        <a:pt x="333751" y="103224"/>
                      </a:cubicBezTo>
                      <a:close/>
                      <a:moveTo>
                        <a:pt x="14188" y="84199"/>
                      </a:moveTo>
                      <a:cubicBezTo>
                        <a:pt x="12254" y="84199"/>
                        <a:pt x="10319" y="82586"/>
                        <a:pt x="10319" y="80652"/>
                      </a:cubicBezTo>
                      <a:cubicBezTo>
                        <a:pt x="9996" y="77749"/>
                        <a:pt x="9351" y="75170"/>
                        <a:pt x="8384" y="72590"/>
                      </a:cubicBezTo>
                      <a:cubicBezTo>
                        <a:pt x="7094" y="68720"/>
                        <a:pt x="5159" y="66141"/>
                        <a:pt x="3547" y="63561"/>
                      </a:cubicBezTo>
                      <a:cubicBezTo>
                        <a:pt x="1612" y="60981"/>
                        <a:pt x="0" y="58402"/>
                        <a:pt x="0" y="55499"/>
                      </a:cubicBezTo>
                      <a:cubicBezTo>
                        <a:pt x="0" y="53242"/>
                        <a:pt x="1612" y="51307"/>
                        <a:pt x="3870" y="51307"/>
                      </a:cubicBezTo>
                      <a:cubicBezTo>
                        <a:pt x="6127" y="51307"/>
                        <a:pt x="8062" y="52920"/>
                        <a:pt x="8062" y="55177"/>
                      </a:cubicBezTo>
                      <a:cubicBezTo>
                        <a:pt x="8062" y="55822"/>
                        <a:pt x="9351" y="57434"/>
                        <a:pt x="10319" y="59046"/>
                      </a:cubicBezTo>
                      <a:cubicBezTo>
                        <a:pt x="11931" y="61626"/>
                        <a:pt x="14511" y="65173"/>
                        <a:pt x="16123" y="70010"/>
                      </a:cubicBezTo>
                      <a:cubicBezTo>
                        <a:pt x="17091" y="73235"/>
                        <a:pt x="18058" y="76460"/>
                        <a:pt x="18380" y="80007"/>
                      </a:cubicBezTo>
                      <a:cubicBezTo>
                        <a:pt x="18703" y="82264"/>
                        <a:pt x="17091" y="84199"/>
                        <a:pt x="14833" y="84521"/>
                      </a:cubicBezTo>
                      <a:cubicBezTo>
                        <a:pt x="14511" y="84199"/>
                        <a:pt x="14188" y="84199"/>
                        <a:pt x="14188" y="84199"/>
                      </a:cubicBezTo>
                      <a:close/>
                      <a:moveTo>
                        <a:pt x="268613" y="63561"/>
                      </a:moveTo>
                      <a:cubicBezTo>
                        <a:pt x="266678" y="63561"/>
                        <a:pt x="264743" y="61949"/>
                        <a:pt x="264743" y="60014"/>
                      </a:cubicBezTo>
                      <a:cubicBezTo>
                        <a:pt x="264421" y="57757"/>
                        <a:pt x="266033" y="55822"/>
                        <a:pt x="268291" y="55499"/>
                      </a:cubicBezTo>
                      <a:cubicBezTo>
                        <a:pt x="276675" y="54532"/>
                        <a:pt x="286349" y="53242"/>
                        <a:pt x="295055" y="53242"/>
                      </a:cubicBezTo>
                      <a:lnTo>
                        <a:pt x="296023" y="53242"/>
                      </a:lnTo>
                      <a:cubicBezTo>
                        <a:pt x="298280" y="53242"/>
                        <a:pt x="299892" y="55177"/>
                        <a:pt x="299892" y="57434"/>
                      </a:cubicBezTo>
                      <a:cubicBezTo>
                        <a:pt x="299892" y="59691"/>
                        <a:pt x="297957" y="61304"/>
                        <a:pt x="295700" y="61304"/>
                      </a:cubicBezTo>
                      <a:lnTo>
                        <a:pt x="295700" y="61304"/>
                      </a:lnTo>
                      <a:lnTo>
                        <a:pt x="295055" y="61304"/>
                      </a:lnTo>
                      <a:cubicBezTo>
                        <a:pt x="286671" y="61304"/>
                        <a:pt x="277320" y="62271"/>
                        <a:pt x="269258" y="63561"/>
                      </a:cubicBezTo>
                      <a:cubicBezTo>
                        <a:pt x="268936" y="63561"/>
                        <a:pt x="268613" y="63561"/>
                        <a:pt x="268613" y="63561"/>
                      </a:cubicBezTo>
                      <a:close/>
                      <a:moveTo>
                        <a:pt x="231207" y="63239"/>
                      </a:moveTo>
                      <a:cubicBezTo>
                        <a:pt x="230885" y="63239"/>
                        <a:pt x="230240" y="63239"/>
                        <a:pt x="229917" y="62916"/>
                      </a:cubicBezTo>
                      <a:cubicBezTo>
                        <a:pt x="222501" y="60336"/>
                        <a:pt x="214117" y="55822"/>
                        <a:pt x="205088" y="49695"/>
                      </a:cubicBezTo>
                      <a:cubicBezTo>
                        <a:pt x="203153" y="48405"/>
                        <a:pt x="202830" y="45825"/>
                        <a:pt x="203798" y="44213"/>
                      </a:cubicBezTo>
                      <a:cubicBezTo>
                        <a:pt x="205088" y="42278"/>
                        <a:pt x="207667" y="41956"/>
                        <a:pt x="209280" y="42923"/>
                      </a:cubicBezTo>
                      <a:cubicBezTo>
                        <a:pt x="217986" y="48728"/>
                        <a:pt x="225725" y="52597"/>
                        <a:pt x="232497" y="55177"/>
                      </a:cubicBezTo>
                      <a:cubicBezTo>
                        <a:pt x="234432" y="55822"/>
                        <a:pt x="235722" y="58402"/>
                        <a:pt x="234754" y="60336"/>
                      </a:cubicBezTo>
                      <a:cubicBezTo>
                        <a:pt x="234109" y="62271"/>
                        <a:pt x="232819" y="63239"/>
                        <a:pt x="231207" y="63239"/>
                      </a:cubicBezTo>
                      <a:close/>
                      <a:moveTo>
                        <a:pt x="36761" y="42278"/>
                      </a:moveTo>
                      <a:cubicBezTo>
                        <a:pt x="35149" y="42278"/>
                        <a:pt x="33859" y="41311"/>
                        <a:pt x="33214" y="39699"/>
                      </a:cubicBezTo>
                      <a:cubicBezTo>
                        <a:pt x="32246" y="37764"/>
                        <a:pt x="33214" y="35184"/>
                        <a:pt x="35149" y="34539"/>
                      </a:cubicBezTo>
                      <a:cubicBezTo>
                        <a:pt x="44500" y="30347"/>
                        <a:pt x="47080" y="28090"/>
                        <a:pt x="55141" y="20673"/>
                      </a:cubicBezTo>
                      <a:lnTo>
                        <a:pt x="56109" y="19706"/>
                      </a:lnTo>
                      <a:cubicBezTo>
                        <a:pt x="57721" y="18093"/>
                        <a:pt x="60301" y="18416"/>
                        <a:pt x="61913" y="20028"/>
                      </a:cubicBezTo>
                      <a:cubicBezTo>
                        <a:pt x="63525" y="21641"/>
                        <a:pt x="63203" y="24220"/>
                        <a:pt x="61591" y="25833"/>
                      </a:cubicBezTo>
                      <a:lnTo>
                        <a:pt x="60623" y="26478"/>
                      </a:lnTo>
                      <a:cubicBezTo>
                        <a:pt x="52239" y="34217"/>
                        <a:pt x="49015" y="37119"/>
                        <a:pt x="38373" y="41956"/>
                      </a:cubicBezTo>
                      <a:cubicBezTo>
                        <a:pt x="37728" y="42278"/>
                        <a:pt x="37083" y="42278"/>
                        <a:pt x="36761" y="42278"/>
                      </a:cubicBezTo>
                      <a:close/>
                      <a:moveTo>
                        <a:pt x="177033" y="27445"/>
                      </a:moveTo>
                      <a:cubicBezTo>
                        <a:pt x="176066" y="27445"/>
                        <a:pt x="175098" y="27122"/>
                        <a:pt x="174453" y="26478"/>
                      </a:cubicBezTo>
                      <a:cubicBezTo>
                        <a:pt x="168326" y="20996"/>
                        <a:pt x="163167" y="16159"/>
                        <a:pt x="159942" y="13256"/>
                      </a:cubicBezTo>
                      <a:lnTo>
                        <a:pt x="158975" y="12612"/>
                      </a:lnTo>
                      <a:cubicBezTo>
                        <a:pt x="157685" y="11322"/>
                        <a:pt x="156073" y="10354"/>
                        <a:pt x="154460" y="9387"/>
                      </a:cubicBezTo>
                      <a:cubicBezTo>
                        <a:pt x="152526" y="8420"/>
                        <a:pt x="151881" y="5840"/>
                        <a:pt x="152848" y="3905"/>
                      </a:cubicBezTo>
                      <a:cubicBezTo>
                        <a:pt x="153816" y="1970"/>
                        <a:pt x="156395" y="1325"/>
                        <a:pt x="158330" y="2293"/>
                      </a:cubicBezTo>
                      <a:cubicBezTo>
                        <a:pt x="160587" y="3583"/>
                        <a:pt x="162522" y="4872"/>
                        <a:pt x="164457" y="6807"/>
                      </a:cubicBezTo>
                      <a:lnTo>
                        <a:pt x="165424" y="7452"/>
                      </a:lnTo>
                      <a:cubicBezTo>
                        <a:pt x="168649" y="10354"/>
                        <a:pt x="173808" y="15191"/>
                        <a:pt x="179935" y="20351"/>
                      </a:cubicBezTo>
                      <a:cubicBezTo>
                        <a:pt x="181548" y="21963"/>
                        <a:pt x="181870" y="24220"/>
                        <a:pt x="180258" y="26155"/>
                      </a:cubicBezTo>
                      <a:cubicBezTo>
                        <a:pt x="179290" y="26800"/>
                        <a:pt x="178001" y="27445"/>
                        <a:pt x="177033" y="27445"/>
                      </a:cubicBezTo>
                      <a:close/>
                      <a:moveTo>
                        <a:pt x="91902" y="10032"/>
                      </a:moveTo>
                      <a:cubicBezTo>
                        <a:pt x="89968" y="10032"/>
                        <a:pt x="88355" y="8742"/>
                        <a:pt x="88033" y="6485"/>
                      </a:cubicBezTo>
                      <a:cubicBezTo>
                        <a:pt x="87710" y="4227"/>
                        <a:pt x="89323" y="2293"/>
                        <a:pt x="91257" y="1970"/>
                      </a:cubicBezTo>
                      <a:cubicBezTo>
                        <a:pt x="95772" y="1325"/>
                        <a:pt x="100287" y="1003"/>
                        <a:pt x="106091" y="680"/>
                      </a:cubicBezTo>
                      <a:cubicBezTo>
                        <a:pt x="110605" y="680"/>
                        <a:pt x="114797" y="358"/>
                        <a:pt x="118667" y="35"/>
                      </a:cubicBezTo>
                      <a:cubicBezTo>
                        <a:pt x="120924" y="-287"/>
                        <a:pt x="122859" y="1648"/>
                        <a:pt x="123182" y="3583"/>
                      </a:cubicBezTo>
                      <a:cubicBezTo>
                        <a:pt x="123504" y="5840"/>
                        <a:pt x="121569" y="7775"/>
                        <a:pt x="119634" y="8097"/>
                      </a:cubicBezTo>
                      <a:cubicBezTo>
                        <a:pt x="115442" y="8420"/>
                        <a:pt x="111250" y="8742"/>
                        <a:pt x="106413" y="8742"/>
                      </a:cubicBezTo>
                      <a:cubicBezTo>
                        <a:pt x="101254" y="9064"/>
                        <a:pt x="96739" y="9387"/>
                        <a:pt x="92547" y="10032"/>
                      </a:cubicBezTo>
                      <a:cubicBezTo>
                        <a:pt x="92225" y="10032"/>
                        <a:pt x="92225" y="10032"/>
                        <a:pt x="91902" y="1003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Freeform: Shape 243">
                  <a:extLst>
                    <a:ext uri="{FF2B5EF4-FFF2-40B4-BE49-F238E27FC236}">
                      <a16:creationId xmlns:a16="http://schemas.microsoft.com/office/drawing/2014/main" id="{A7D75BC9-21FD-7D09-4E9F-1956DC06F18B}"/>
                    </a:ext>
                  </a:extLst>
                </p:cNvPr>
                <p:cNvSpPr/>
                <p:nvPr/>
              </p:nvSpPr>
              <p:spPr>
                <a:xfrm>
                  <a:off x="5214628" y="1558274"/>
                  <a:ext cx="32246" cy="32246"/>
                </a:xfrm>
                <a:custGeom>
                  <a:avLst/>
                  <a:gdLst>
                    <a:gd name="connsiteX0" fmla="*/ 9996 w 0"/>
                    <a:gd name="connsiteY0" fmla="*/ 29586 h 0"/>
                    <a:gd name="connsiteX1" fmla="*/ 6127 w 0"/>
                    <a:gd name="connsiteY1" fmla="*/ 27006 h 0"/>
                    <a:gd name="connsiteX2" fmla="*/ 967 w 0"/>
                    <a:gd name="connsiteY2" fmla="*/ 14430 h 0"/>
                    <a:gd name="connsiteX3" fmla="*/ 0 w 0"/>
                    <a:gd name="connsiteY3" fmla="*/ 11851 h 0"/>
                    <a:gd name="connsiteX4" fmla="*/ 2257 w 0"/>
                    <a:gd name="connsiteY4" fmla="*/ 10238 h 0"/>
                    <a:gd name="connsiteX5" fmla="*/ 9029 w 0"/>
                    <a:gd name="connsiteY5" fmla="*/ 3789 h 0"/>
                    <a:gd name="connsiteX6" fmla="*/ 11609 w 0"/>
                    <a:gd name="connsiteY6" fmla="*/ 1209 h 0"/>
                    <a:gd name="connsiteX7" fmla="*/ 17413 w 0"/>
                    <a:gd name="connsiteY7" fmla="*/ 1209 h 0"/>
                    <a:gd name="connsiteX8" fmla="*/ 17413 w 0"/>
                    <a:gd name="connsiteY8" fmla="*/ 7014 h 0"/>
                    <a:gd name="connsiteX9" fmla="*/ 14833 w 0"/>
                    <a:gd name="connsiteY9" fmla="*/ 9593 h 0"/>
                    <a:gd name="connsiteX10" fmla="*/ 9674 w 0"/>
                    <a:gd name="connsiteY10" fmla="*/ 14753 h 0"/>
                    <a:gd name="connsiteX11" fmla="*/ 13543 w 0"/>
                    <a:gd name="connsiteY11" fmla="*/ 23459 h 0"/>
                    <a:gd name="connsiteX12" fmla="*/ 13866 w 0"/>
                    <a:gd name="connsiteY12" fmla="*/ 24104 h 0"/>
                    <a:gd name="connsiteX13" fmla="*/ 11609 w 0"/>
                    <a:gd name="connsiteY13" fmla="*/ 29264 h 0"/>
                    <a:gd name="connsiteX14" fmla="*/ 9996 w 0"/>
                    <a:gd name="connsiteY14" fmla="*/ 29586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>
                      <a:moveTo>
                        <a:pt x="9996" y="29586"/>
                      </a:moveTo>
                      <a:cubicBezTo>
                        <a:pt x="8384" y="29586"/>
                        <a:pt x="6772" y="28619"/>
                        <a:pt x="6127" y="27006"/>
                      </a:cubicBezTo>
                      <a:cubicBezTo>
                        <a:pt x="4837" y="24427"/>
                        <a:pt x="2257" y="18945"/>
                        <a:pt x="967" y="14430"/>
                      </a:cubicBezTo>
                      <a:lnTo>
                        <a:pt x="0" y="11851"/>
                      </a:lnTo>
                      <a:lnTo>
                        <a:pt x="2257" y="10238"/>
                      </a:lnTo>
                      <a:cubicBezTo>
                        <a:pt x="4837" y="8303"/>
                        <a:pt x="7094" y="6046"/>
                        <a:pt x="9029" y="3789"/>
                      </a:cubicBezTo>
                      <a:cubicBezTo>
                        <a:pt x="9996" y="2822"/>
                        <a:pt x="10964" y="1854"/>
                        <a:pt x="11609" y="1209"/>
                      </a:cubicBezTo>
                      <a:cubicBezTo>
                        <a:pt x="13221" y="-403"/>
                        <a:pt x="15801" y="-403"/>
                        <a:pt x="17413" y="1209"/>
                      </a:cubicBezTo>
                      <a:cubicBezTo>
                        <a:pt x="19025" y="2822"/>
                        <a:pt x="19025" y="5401"/>
                        <a:pt x="17413" y="7014"/>
                      </a:cubicBezTo>
                      <a:lnTo>
                        <a:pt x="14833" y="9593"/>
                      </a:lnTo>
                      <a:cubicBezTo>
                        <a:pt x="13221" y="11206"/>
                        <a:pt x="11286" y="12818"/>
                        <a:pt x="9674" y="14753"/>
                      </a:cubicBezTo>
                      <a:cubicBezTo>
                        <a:pt x="10964" y="18300"/>
                        <a:pt x="12576" y="21847"/>
                        <a:pt x="13543" y="23459"/>
                      </a:cubicBezTo>
                      <a:cubicBezTo>
                        <a:pt x="13543" y="23782"/>
                        <a:pt x="13866" y="24104"/>
                        <a:pt x="13866" y="24104"/>
                      </a:cubicBezTo>
                      <a:cubicBezTo>
                        <a:pt x="14833" y="26039"/>
                        <a:pt x="13866" y="28619"/>
                        <a:pt x="11609" y="29264"/>
                      </a:cubicBezTo>
                      <a:cubicBezTo>
                        <a:pt x="10964" y="29586"/>
                        <a:pt x="10641" y="29586"/>
                        <a:pt x="9996" y="2958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Freeform: Shape 244">
                  <a:extLst>
                    <a:ext uri="{FF2B5EF4-FFF2-40B4-BE49-F238E27FC236}">
                      <a16:creationId xmlns:a16="http://schemas.microsoft.com/office/drawing/2014/main" id="{B0E998B5-162F-E97D-5A10-338B06D3E62A}"/>
                    </a:ext>
                  </a:extLst>
                </p:cNvPr>
                <p:cNvSpPr/>
                <p:nvPr/>
              </p:nvSpPr>
              <p:spPr>
                <a:xfrm>
                  <a:off x="5195219" y="1611849"/>
                  <a:ext cx="515943" cy="354711"/>
                </a:xfrm>
                <a:custGeom>
                  <a:avLst/>
                  <a:gdLst>
                    <a:gd name="connsiteX0" fmla="*/ 302532 w 515943"/>
                    <a:gd name="connsiteY0" fmla="*/ 384252 h 354711"/>
                    <a:gd name="connsiteX1" fmla="*/ 297373 w 515943"/>
                    <a:gd name="connsiteY1" fmla="*/ 383607 h 354711"/>
                    <a:gd name="connsiteX2" fmla="*/ 280927 w 515943"/>
                    <a:gd name="connsiteY2" fmla="*/ 379092 h 354711"/>
                    <a:gd name="connsiteX3" fmla="*/ 278670 w 515943"/>
                    <a:gd name="connsiteY3" fmla="*/ 373933 h 354711"/>
                    <a:gd name="connsiteX4" fmla="*/ 283829 w 515943"/>
                    <a:gd name="connsiteY4" fmla="*/ 371676 h 354711"/>
                    <a:gd name="connsiteX5" fmla="*/ 298985 w 515943"/>
                    <a:gd name="connsiteY5" fmla="*/ 375868 h 354711"/>
                    <a:gd name="connsiteX6" fmla="*/ 307047 w 515943"/>
                    <a:gd name="connsiteY6" fmla="*/ 375545 h 354711"/>
                    <a:gd name="connsiteX7" fmla="*/ 312206 w 515943"/>
                    <a:gd name="connsiteY7" fmla="*/ 378125 h 354711"/>
                    <a:gd name="connsiteX8" fmla="*/ 309627 w 515943"/>
                    <a:gd name="connsiteY8" fmla="*/ 383284 h 354711"/>
                    <a:gd name="connsiteX9" fmla="*/ 302532 w 515943"/>
                    <a:gd name="connsiteY9" fmla="*/ 384252 h 354711"/>
                    <a:gd name="connsiteX10" fmla="*/ 341228 w 515943"/>
                    <a:gd name="connsiteY10" fmla="*/ 368774 h 354711"/>
                    <a:gd name="connsiteX11" fmla="*/ 338326 w 515943"/>
                    <a:gd name="connsiteY11" fmla="*/ 367484 h 354711"/>
                    <a:gd name="connsiteX12" fmla="*/ 338648 w 515943"/>
                    <a:gd name="connsiteY12" fmla="*/ 361679 h 354711"/>
                    <a:gd name="connsiteX13" fmla="*/ 342518 w 515943"/>
                    <a:gd name="connsiteY13" fmla="*/ 343944 h 354711"/>
                    <a:gd name="connsiteX14" fmla="*/ 342196 w 515943"/>
                    <a:gd name="connsiteY14" fmla="*/ 340074 h 354711"/>
                    <a:gd name="connsiteX15" fmla="*/ 345743 w 515943"/>
                    <a:gd name="connsiteY15" fmla="*/ 335560 h 354711"/>
                    <a:gd name="connsiteX16" fmla="*/ 350257 w 515943"/>
                    <a:gd name="connsiteY16" fmla="*/ 339107 h 354711"/>
                    <a:gd name="connsiteX17" fmla="*/ 350580 w 515943"/>
                    <a:gd name="connsiteY17" fmla="*/ 343621 h 354711"/>
                    <a:gd name="connsiteX18" fmla="*/ 344130 w 515943"/>
                    <a:gd name="connsiteY18" fmla="*/ 367484 h 354711"/>
                    <a:gd name="connsiteX19" fmla="*/ 341228 w 515943"/>
                    <a:gd name="connsiteY19" fmla="*/ 368774 h 354711"/>
                    <a:gd name="connsiteX20" fmla="*/ 253195 w 515943"/>
                    <a:gd name="connsiteY20" fmla="*/ 357810 h 354711"/>
                    <a:gd name="connsiteX21" fmla="*/ 249971 w 515943"/>
                    <a:gd name="connsiteY21" fmla="*/ 355875 h 354711"/>
                    <a:gd name="connsiteX22" fmla="*/ 238039 w 515943"/>
                    <a:gd name="connsiteY22" fmla="*/ 331045 h 354711"/>
                    <a:gd name="connsiteX23" fmla="*/ 240619 w 515943"/>
                    <a:gd name="connsiteY23" fmla="*/ 325886 h 354711"/>
                    <a:gd name="connsiteX24" fmla="*/ 245779 w 515943"/>
                    <a:gd name="connsiteY24" fmla="*/ 328465 h 354711"/>
                    <a:gd name="connsiteX25" fmla="*/ 256742 w 515943"/>
                    <a:gd name="connsiteY25" fmla="*/ 351038 h 354711"/>
                    <a:gd name="connsiteX26" fmla="*/ 255775 w 515943"/>
                    <a:gd name="connsiteY26" fmla="*/ 356520 h 354711"/>
                    <a:gd name="connsiteX27" fmla="*/ 253195 w 515943"/>
                    <a:gd name="connsiteY27" fmla="*/ 357810 h 354711"/>
                    <a:gd name="connsiteX28" fmla="*/ 219014 w 515943"/>
                    <a:gd name="connsiteY28" fmla="*/ 307505 h 354711"/>
                    <a:gd name="connsiteX29" fmla="*/ 217079 w 515943"/>
                    <a:gd name="connsiteY29" fmla="*/ 306860 h 354711"/>
                    <a:gd name="connsiteX30" fmla="*/ 215144 w 515943"/>
                    <a:gd name="connsiteY30" fmla="*/ 305893 h 354711"/>
                    <a:gd name="connsiteX31" fmla="*/ 199021 w 515943"/>
                    <a:gd name="connsiteY31" fmla="*/ 295896 h 354711"/>
                    <a:gd name="connsiteX32" fmla="*/ 194507 w 515943"/>
                    <a:gd name="connsiteY32" fmla="*/ 292672 h 354711"/>
                    <a:gd name="connsiteX33" fmla="*/ 193539 w 515943"/>
                    <a:gd name="connsiteY33" fmla="*/ 287190 h 354711"/>
                    <a:gd name="connsiteX34" fmla="*/ 199021 w 515943"/>
                    <a:gd name="connsiteY34" fmla="*/ 286222 h 354711"/>
                    <a:gd name="connsiteX35" fmla="*/ 203536 w 515943"/>
                    <a:gd name="connsiteY35" fmla="*/ 289447 h 354711"/>
                    <a:gd name="connsiteX36" fmla="*/ 219014 w 515943"/>
                    <a:gd name="connsiteY36" fmla="*/ 299121 h 354711"/>
                    <a:gd name="connsiteX37" fmla="*/ 220949 w 515943"/>
                    <a:gd name="connsiteY37" fmla="*/ 300411 h 354711"/>
                    <a:gd name="connsiteX38" fmla="*/ 222561 w 515943"/>
                    <a:gd name="connsiteY38" fmla="*/ 305893 h 354711"/>
                    <a:gd name="connsiteX39" fmla="*/ 219014 w 515943"/>
                    <a:gd name="connsiteY39" fmla="*/ 307505 h 354711"/>
                    <a:gd name="connsiteX40" fmla="*/ 339938 w 515943"/>
                    <a:gd name="connsiteY40" fmla="*/ 307183 h 354711"/>
                    <a:gd name="connsiteX41" fmla="*/ 336069 w 515943"/>
                    <a:gd name="connsiteY41" fmla="*/ 303636 h 354711"/>
                    <a:gd name="connsiteX42" fmla="*/ 335746 w 515943"/>
                    <a:gd name="connsiteY42" fmla="*/ 296864 h 354711"/>
                    <a:gd name="connsiteX43" fmla="*/ 345420 w 515943"/>
                    <a:gd name="connsiteY43" fmla="*/ 275904 h 354711"/>
                    <a:gd name="connsiteX44" fmla="*/ 350902 w 515943"/>
                    <a:gd name="connsiteY44" fmla="*/ 277516 h 354711"/>
                    <a:gd name="connsiteX45" fmla="*/ 349290 w 515943"/>
                    <a:gd name="connsiteY45" fmla="*/ 282998 h 354711"/>
                    <a:gd name="connsiteX46" fmla="*/ 343485 w 515943"/>
                    <a:gd name="connsiteY46" fmla="*/ 296864 h 354711"/>
                    <a:gd name="connsiteX47" fmla="*/ 343808 w 515943"/>
                    <a:gd name="connsiteY47" fmla="*/ 302668 h 354711"/>
                    <a:gd name="connsiteX48" fmla="*/ 340261 w 515943"/>
                    <a:gd name="connsiteY48" fmla="*/ 307183 h 354711"/>
                    <a:gd name="connsiteX49" fmla="*/ 339938 w 515943"/>
                    <a:gd name="connsiteY49" fmla="*/ 307183 h 354711"/>
                    <a:gd name="connsiteX50" fmla="*/ 166130 w 515943"/>
                    <a:gd name="connsiteY50" fmla="*/ 272356 h 354711"/>
                    <a:gd name="connsiteX51" fmla="*/ 163873 w 515943"/>
                    <a:gd name="connsiteY51" fmla="*/ 271712 h 354711"/>
                    <a:gd name="connsiteX52" fmla="*/ 143557 w 515943"/>
                    <a:gd name="connsiteY52" fmla="*/ 256878 h 354711"/>
                    <a:gd name="connsiteX53" fmla="*/ 142267 w 515943"/>
                    <a:gd name="connsiteY53" fmla="*/ 255911 h 354711"/>
                    <a:gd name="connsiteX54" fmla="*/ 141945 w 515943"/>
                    <a:gd name="connsiteY54" fmla="*/ 250106 h 354711"/>
                    <a:gd name="connsiteX55" fmla="*/ 147749 w 515943"/>
                    <a:gd name="connsiteY55" fmla="*/ 249784 h 354711"/>
                    <a:gd name="connsiteX56" fmla="*/ 148717 w 515943"/>
                    <a:gd name="connsiteY56" fmla="*/ 250429 h 354711"/>
                    <a:gd name="connsiteX57" fmla="*/ 168709 w 515943"/>
                    <a:gd name="connsiteY57" fmla="*/ 264940 h 354711"/>
                    <a:gd name="connsiteX58" fmla="*/ 169677 w 515943"/>
                    <a:gd name="connsiteY58" fmla="*/ 270422 h 354711"/>
                    <a:gd name="connsiteX59" fmla="*/ 166130 w 515943"/>
                    <a:gd name="connsiteY59" fmla="*/ 272356 h 354711"/>
                    <a:gd name="connsiteX60" fmla="*/ 362833 w 515943"/>
                    <a:gd name="connsiteY60" fmla="*/ 251074 h 354711"/>
                    <a:gd name="connsiteX61" fmla="*/ 361866 w 515943"/>
                    <a:gd name="connsiteY61" fmla="*/ 251074 h 354711"/>
                    <a:gd name="connsiteX62" fmla="*/ 358964 w 515943"/>
                    <a:gd name="connsiteY62" fmla="*/ 246237 h 354711"/>
                    <a:gd name="connsiteX63" fmla="*/ 373152 w 515943"/>
                    <a:gd name="connsiteY63" fmla="*/ 226889 h 354711"/>
                    <a:gd name="connsiteX64" fmla="*/ 377989 w 515943"/>
                    <a:gd name="connsiteY64" fmla="*/ 226566 h 354711"/>
                    <a:gd name="connsiteX65" fmla="*/ 382826 w 515943"/>
                    <a:gd name="connsiteY65" fmla="*/ 229791 h 354711"/>
                    <a:gd name="connsiteX66" fmla="*/ 379601 w 515943"/>
                    <a:gd name="connsiteY66" fmla="*/ 234628 h 354711"/>
                    <a:gd name="connsiteX67" fmla="*/ 373152 w 515943"/>
                    <a:gd name="connsiteY67" fmla="*/ 235273 h 354711"/>
                    <a:gd name="connsiteX68" fmla="*/ 366703 w 515943"/>
                    <a:gd name="connsiteY68" fmla="*/ 248494 h 354711"/>
                    <a:gd name="connsiteX69" fmla="*/ 362833 w 515943"/>
                    <a:gd name="connsiteY69" fmla="*/ 251074 h 354711"/>
                    <a:gd name="connsiteX70" fmla="*/ 521486 w 515943"/>
                    <a:gd name="connsiteY70" fmla="*/ 247204 h 354711"/>
                    <a:gd name="connsiteX71" fmla="*/ 517939 w 515943"/>
                    <a:gd name="connsiteY71" fmla="*/ 246882 h 354711"/>
                    <a:gd name="connsiteX72" fmla="*/ 514392 w 515943"/>
                    <a:gd name="connsiteY72" fmla="*/ 245914 h 354711"/>
                    <a:gd name="connsiteX73" fmla="*/ 512134 w 515943"/>
                    <a:gd name="connsiteY73" fmla="*/ 240755 h 354711"/>
                    <a:gd name="connsiteX74" fmla="*/ 517294 w 515943"/>
                    <a:gd name="connsiteY74" fmla="*/ 238498 h 354711"/>
                    <a:gd name="connsiteX75" fmla="*/ 518906 w 515943"/>
                    <a:gd name="connsiteY75" fmla="*/ 238820 h 354711"/>
                    <a:gd name="connsiteX76" fmla="*/ 540511 w 515943"/>
                    <a:gd name="connsiteY76" fmla="*/ 235595 h 354711"/>
                    <a:gd name="connsiteX77" fmla="*/ 545671 w 515943"/>
                    <a:gd name="connsiteY77" fmla="*/ 238175 h 354711"/>
                    <a:gd name="connsiteX78" fmla="*/ 543091 w 515943"/>
                    <a:gd name="connsiteY78" fmla="*/ 243335 h 354711"/>
                    <a:gd name="connsiteX79" fmla="*/ 521486 w 515943"/>
                    <a:gd name="connsiteY79" fmla="*/ 247204 h 354711"/>
                    <a:gd name="connsiteX80" fmla="*/ 414750 w 515943"/>
                    <a:gd name="connsiteY80" fmla="*/ 227856 h 354711"/>
                    <a:gd name="connsiteX81" fmla="*/ 410881 w 515943"/>
                    <a:gd name="connsiteY81" fmla="*/ 224309 h 354711"/>
                    <a:gd name="connsiteX82" fmla="*/ 414428 w 515943"/>
                    <a:gd name="connsiteY82" fmla="*/ 219795 h 354711"/>
                    <a:gd name="connsiteX83" fmla="*/ 431841 w 515943"/>
                    <a:gd name="connsiteY83" fmla="*/ 214313 h 354711"/>
                    <a:gd name="connsiteX84" fmla="*/ 438613 w 515943"/>
                    <a:gd name="connsiteY84" fmla="*/ 211733 h 354711"/>
                    <a:gd name="connsiteX85" fmla="*/ 443772 w 515943"/>
                    <a:gd name="connsiteY85" fmla="*/ 213990 h 354711"/>
                    <a:gd name="connsiteX86" fmla="*/ 441515 w 515943"/>
                    <a:gd name="connsiteY86" fmla="*/ 219150 h 354711"/>
                    <a:gd name="connsiteX87" fmla="*/ 435065 w 515943"/>
                    <a:gd name="connsiteY87" fmla="*/ 221729 h 354711"/>
                    <a:gd name="connsiteX88" fmla="*/ 415717 w 515943"/>
                    <a:gd name="connsiteY88" fmla="*/ 227534 h 354711"/>
                    <a:gd name="connsiteX89" fmla="*/ 414750 w 515943"/>
                    <a:gd name="connsiteY89" fmla="*/ 227856 h 354711"/>
                    <a:gd name="connsiteX90" fmla="*/ 143557 w 515943"/>
                    <a:gd name="connsiteY90" fmla="*/ 222052 h 354711"/>
                    <a:gd name="connsiteX91" fmla="*/ 143557 w 515943"/>
                    <a:gd name="connsiteY91" fmla="*/ 222052 h 354711"/>
                    <a:gd name="connsiteX92" fmla="*/ 139688 w 515943"/>
                    <a:gd name="connsiteY92" fmla="*/ 217860 h 354711"/>
                    <a:gd name="connsiteX93" fmla="*/ 139688 w 515943"/>
                    <a:gd name="connsiteY93" fmla="*/ 216248 h 354711"/>
                    <a:gd name="connsiteX94" fmla="*/ 127434 w 515943"/>
                    <a:gd name="connsiteY94" fmla="*/ 199802 h 354711"/>
                    <a:gd name="connsiteX95" fmla="*/ 126789 w 515943"/>
                    <a:gd name="connsiteY95" fmla="*/ 193997 h 354711"/>
                    <a:gd name="connsiteX96" fmla="*/ 132593 w 515943"/>
                    <a:gd name="connsiteY96" fmla="*/ 193353 h 354711"/>
                    <a:gd name="connsiteX97" fmla="*/ 147749 w 515943"/>
                    <a:gd name="connsiteY97" fmla="*/ 215925 h 354711"/>
                    <a:gd name="connsiteX98" fmla="*/ 147749 w 515943"/>
                    <a:gd name="connsiteY98" fmla="*/ 218182 h 354711"/>
                    <a:gd name="connsiteX99" fmla="*/ 143557 w 515943"/>
                    <a:gd name="connsiteY99" fmla="*/ 222052 h 354711"/>
                    <a:gd name="connsiteX100" fmla="*/ 496334 w 515943"/>
                    <a:gd name="connsiteY100" fmla="*/ 219150 h 354711"/>
                    <a:gd name="connsiteX101" fmla="*/ 494721 w 515943"/>
                    <a:gd name="connsiteY101" fmla="*/ 218827 h 354711"/>
                    <a:gd name="connsiteX102" fmla="*/ 494076 w 515943"/>
                    <a:gd name="connsiteY102" fmla="*/ 218827 h 354711"/>
                    <a:gd name="connsiteX103" fmla="*/ 491174 w 515943"/>
                    <a:gd name="connsiteY103" fmla="*/ 216570 h 354711"/>
                    <a:gd name="connsiteX104" fmla="*/ 484402 w 515943"/>
                    <a:gd name="connsiteY104" fmla="*/ 213023 h 354711"/>
                    <a:gd name="connsiteX105" fmla="*/ 473761 w 515943"/>
                    <a:gd name="connsiteY105" fmla="*/ 208831 h 354711"/>
                    <a:gd name="connsiteX106" fmla="*/ 470536 w 515943"/>
                    <a:gd name="connsiteY106" fmla="*/ 203994 h 354711"/>
                    <a:gd name="connsiteX107" fmla="*/ 475373 w 515943"/>
                    <a:gd name="connsiteY107" fmla="*/ 200769 h 354711"/>
                    <a:gd name="connsiteX108" fmla="*/ 488272 w 515943"/>
                    <a:gd name="connsiteY108" fmla="*/ 205606 h 354711"/>
                    <a:gd name="connsiteX109" fmla="*/ 500848 w 515943"/>
                    <a:gd name="connsiteY109" fmla="*/ 214958 h 354711"/>
                    <a:gd name="connsiteX110" fmla="*/ 500848 w 515943"/>
                    <a:gd name="connsiteY110" fmla="*/ 219150 h 354711"/>
                    <a:gd name="connsiteX111" fmla="*/ 496334 w 515943"/>
                    <a:gd name="connsiteY111" fmla="*/ 219150 h 354711"/>
                    <a:gd name="connsiteX112" fmla="*/ 94543 w 515943"/>
                    <a:gd name="connsiteY112" fmla="*/ 183679 h 354711"/>
                    <a:gd name="connsiteX113" fmla="*/ 72938 w 515943"/>
                    <a:gd name="connsiteY113" fmla="*/ 169168 h 354711"/>
                    <a:gd name="connsiteX114" fmla="*/ 74550 w 515943"/>
                    <a:gd name="connsiteY114" fmla="*/ 163686 h 354711"/>
                    <a:gd name="connsiteX115" fmla="*/ 80032 w 515943"/>
                    <a:gd name="connsiteY115" fmla="*/ 165298 h 354711"/>
                    <a:gd name="connsiteX116" fmla="*/ 97122 w 515943"/>
                    <a:gd name="connsiteY116" fmla="*/ 175617 h 354711"/>
                    <a:gd name="connsiteX117" fmla="*/ 97767 w 515943"/>
                    <a:gd name="connsiteY117" fmla="*/ 179487 h 354711"/>
                    <a:gd name="connsiteX118" fmla="*/ 97767 w 515943"/>
                    <a:gd name="connsiteY118" fmla="*/ 183356 h 354711"/>
                    <a:gd name="connsiteX119" fmla="*/ 94543 w 515943"/>
                    <a:gd name="connsiteY119" fmla="*/ 183679 h 354711"/>
                    <a:gd name="connsiteX120" fmla="*/ 60684 w 515943"/>
                    <a:gd name="connsiteY120" fmla="*/ 137889 h 354711"/>
                    <a:gd name="connsiteX121" fmla="*/ 57137 w 515943"/>
                    <a:gd name="connsiteY121" fmla="*/ 135631 h 354711"/>
                    <a:gd name="connsiteX122" fmla="*/ 45850 w 515943"/>
                    <a:gd name="connsiteY122" fmla="*/ 111447 h 354711"/>
                    <a:gd name="connsiteX123" fmla="*/ 48108 w 515943"/>
                    <a:gd name="connsiteY123" fmla="*/ 106287 h 354711"/>
                    <a:gd name="connsiteX124" fmla="*/ 53267 w 515943"/>
                    <a:gd name="connsiteY124" fmla="*/ 108544 h 354711"/>
                    <a:gd name="connsiteX125" fmla="*/ 64231 w 515943"/>
                    <a:gd name="connsiteY125" fmla="*/ 132084 h 354711"/>
                    <a:gd name="connsiteX126" fmla="*/ 62619 w 515943"/>
                    <a:gd name="connsiteY126" fmla="*/ 137566 h 354711"/>
                    <a:gd name="connsiteX127" fmla="*/ 60684 w 515943"/>
                    <a:gd name="connsiteY127" fmla="*/ 137889 h 354711"/>
                    <a:gd name="connsiteX128" fmla="*/ 41013 w 515943"/>
                    <a:gd name="connsiteY128" fmla="*/ 78233 h 354711"/>
                    <a:gd name="connsiteX129" fmla="*/ 37466 w 515943"/>
                    <a:gd name="connsiteY129" fmla="*/ 75975 h 354711"/>
                    <a:gd name="connsiteX130" fmla="*/ 20698 w 515943"/>
                    <a:gd name="connsiteY130" fmla="*/ 58885 h 354711"/>
                    <a:gd name="connsiteX131" fmla="*/ 19731 w 515943"/>
                    <a:gd name="connsiteY131" fmla="*/ 53403 h 354711"/>
                    <a:gd name="connsiteX132" fmla="*/ 25213 w 515943"/>
                    <a:gd name="connsiteY132" fmla="*/ 52435 h 354711"/>
                    <a:gd name="connsiteX133" fmla="*/ 44883 w 515943"/>
                    <a:gd name="connsiteY133" fmla="*/ 72751 h 354711"/>
                    <a:gd name="connsiteX134" fmla="*/ 42948 w 515943"/>
                    <a:gd name="connsiteY134" fmla="*/ 78233 h 354711"/>
                    <a:gd name="connsiteX135" fmla="*/ 41013 w 515943"/>
                    <a:gd name="connsiteY135" fmla="*/ 78233 h 354711"/>
                    <a:gd name="connsiteX136" fmla="*/ 3930 w 515943"/>
                    <a:gd name="connsiteY136" fmla="*/ 32120 h 354711"/>
                    <a:gd name="connsiteX137" fmla="*/ 2963 w 515943"/>
                    <a:gd name="connsiteY137" fmla="*/ 32120 h 354711"/>
                    <a:gd name="connsiteX138" fmla="*/ 60 w 515943"/>
                    <a:gd name="connsiteY138" fmla="*/ 27283 h 354711"/>
                    <a:gd name="connsiteX139" fmla="*/ 4897 w 515943"/>
                    <a:gd name="connsiteY139" fmla="*/ 15030 h 354711"/>
                    <a:gd name="connsiteX140" fmla="*/ 9734 w 515943"/>
                    <a:gd name="connsiteY140" fmla="*/ 2776 h 354711"/>
                    <a:gd name="connsiteX141" fmla="*/ 14894 w 515943"/>
                    <a:gd name="connsiteY141" fmla="*/ 196 h 354711"/>
                    <a:gd name="connsiteX142" fmla="*/ 17474 w 515943"/>
                    <a:gd name="connsiteY142" fmla="*/ 5356 h 354711"/>
                    <a:gd name="connsiteX143" fmla="*/ 12314 w 515943"/>
                    <a:gd name="connsiteY143" fmla="*/ 18577 h 354711"/>
                    <a:gd name="connsiteX144" fmla="*/ 7800 w 515943"/>
                    <a:gd name="connsiteY144" fmla="*/ 29863 h 354711"/>
                    <a:gd name="connsiteX145" fmla="*/ 3930 w 515943"/>
                    <a:gd name="connsiteY145" fmla="*/ 32120 h 354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</a:cxnLst>
                  <a:rect l="l" t="t" r="r" b="b"/>
                  <a:pathLst>
                    <a:path w="515943" h="354711">
                      <a:moveTo>
                        <a:pt x="302532" y="384252"/>
                      </a:moveTo>
                      <a:cubicBezTo>
                        <a:pt x="300920" y="384252"/>
                        <a:pt x="299308" y="383929"/>
                        <a:pt x="297373" y="383607"/>
                      </a:cubicBezTo>
                      <a:cubicBezTo>
                        <a:pt x="291569" y="382640"/>
                        <a:pt x="286087" y="381027"/>
                        <a:pt x="280927" y="379092"/>
                      </a:cubicBezTo>
                      <a:cubicBezTo>
                        <a:pt x="278992" y="378447"/>
                        <a:pt x="277703" y="375868"/>
                        <a:pt x="278670" y="373933"/>
                      </a:cubicBezTo>
                      <a:cubicBezTo>
                        <a:pt x="279315" y="371998"/>
                        <a:pt x="281895" y="370708"/>
                        <a:pt x="283829" y="371676"/>
                      </a:cubicBezTo>
                      <a:cubicBezTo>
                        <a:pt x="288666" y="373611"/>
                        <a:pt x="293503" y="374900"/>
                        <a:pt x="298985" y="375868"/>
                      </a:cubicBezTo>
                      <a:cubicBezTo>
                        <a:pt x="301887" y="376513"/>
                        <a:pt x="304467" y="376190"/>
                        <a:pt x="307047" y="375545"/>
                      </a:cubicBezTo>
                      <a:cubicBezTo>
                        <a:pt x="309304" y="374900"/>
                        <a:pt x="311561" y="376190"/>
                        <a:pt x="312206" y="378125"/>
                      </a:cubicBezTo>
                      <a:cubicBezTo>
                        <a:pt x="312851" y="380382"/>
                        <a:pt x="311561" y="382640"/>
                        <a:pt x="309627" y="383284"/>
                      </a:cubicBezTo>
                      <a:cubicBezTo>
                        <a:pt x="306724" y="383929"/>
                        <a:pt x="304790" y="384252"/>
                        <a:pt x="302532" y="384252"/>
                      </a:cubicBezTo>
                      <a:close/>
                      <a:moveTo>
                        <a:pt x="341228" y="368774"/>
                      </a:moveTo>
                      <a:cubicBezTo>
                        <a:pt x="340261" y="368774"/>
                        <a:pt x="338971" y="368451"/>
                        <a:pt x="338326" y="367484"/>
                      </a:cubicBezTo>
                      <a:cubicBezTo>
                        <a:pt x="336714" y="365871"/>
                        <a:pt x="337036" y="363292"/>
                        <a:pt x="338648" y="361679"/>
                      </a:cubicBezTo>
                      <a:cubicBezTo>
                        <a:pt x="341228" y="359422"/>
                        <a:pt x="342518" y="354263"/>
                        <a:pt x="342518" y="343944"/>
                      </a:cubicBezTo>
                      <a:cubicBezTo>
                        <a:pt x="342518" y="342654"/>
                        <a:pt x="342518" y="341364"/>
                        <a:pt x="342196" y="340074"/>
                      </a:cubicBezTo>
                      <a:cubicBezTo>
                        <a:pt x="341873" y="337817"/>
                        <a:pt x="343485" y="335882"/>
                        <a:pt x="345743" y="335560"/>
                      </a:cubicBezTo>
                      <a:cubicBezTo>
                        <a:pt x="348000" y="335237"/>
                        <a:pt x="349935" y="336849"/>
                        <a:pt x="350257" y="339107"/>
                      </a:cubicBezTo>
                      <a:cubicBezTo>
                        <a:pt x="350257" y="340719"/>
                        <a:pt x="350580" y="342331"/>
                        <a:pt x="350580" y="343621"/>
                      </a:cubicBezTo>
                      <a:cubicBezTo>
                        <a:pt x="350580" y="354908"/>
                        <a:pt x="349612" y="362969"/>
                        <a:pt x="344130" y="367484"/>
                      </a:cubicBezTo>
                      <a:cubicBezTo>
                        <a:pt x="343163" y="368451"/>
                        <a:pt x="342196" y="368774"/>
                        <a:pt x="341228" y="368774"/>
                      </a:cubicBezTo>
                      <a:close/>
                      <a:moveTo>
                        <a:pt x="253195" y="357810"/>
                      </a:moveTo>
                      <a:cubicBezTo>
                        <a:pt x="251905" y="357810"/>
                        <a:pt x="250616" y="357165"/>
                        <a:pt x="249971" y="355875"/>
                      </a:cubicBezTo>
                      <a:cubicBezTo>
                        <a:pt x="244811" y="348136"/>
                        <a:pt x="240297" y="338784"/>
                        <a:pt x="238039" y="331045"/>
                      </a:cubicBezTo>
                      <a:cubicBezTo>
                        <a:pt x="237394" y="328788"/>
                        <a:pt x="238684" y="326531"/>
                        <a:pt x="240619" y="325886"/>
                      </a:cubicBezTo>
                      <a:cubicBezTo>
                        <a:pt x="242876" y="325241"/>
                        <a:pt x="245134" y="326531"/>
                        <a:pt x="245779" y="328465"/>
                      </a:cubicBezTo>
                      <a:cubicBezTo>
                        <a:pt x="248036" y="335560"/>
                        <a:pt x="252228" y="344266"/>
                        <a:pt x="256742" y="351038"/>
                      </a:cubicBezTo>
                      <a:cubicBezTo>
                        <a:pt x="258032" y="352973"/>
                        <a:pt x="257387" y="355552"/>
                        <a:pt x="255775" y="356520"/>
                      </a:cubicBezTo>
                      <a:cubicBezTo>
                        <a:pt x="254485" y="357487"/>
                        <a:pt x="253840" y="357810"/>
                        <a:pt x="253195" y="357810"/>
                      </a:cubicBezTo>
                      <a:close/>
                      <a:moveTo>
                        <a:pt x="219014" y="307505"/>
                      </a:moveTo>
                      <a:cubicBezTo>
                        <a:pt x="218369" y="307505"/>
                        <a:pt x="217724" y="307183"/>
                        <a:pt x="217079" y="306860"/>
                      </a:cubicBezTo>
                      <a:lnTo>
                        <a:pt x="215144" y="305893"/>
                      </a:lnTo>
                      <a:cubicBezTo>
                        <a:pt x="209985" y="302991"/>
                        <a:pt x="204503" y="299766"/>
                        <a:pt x="199021" y="295896"/>
                      </a:cubicBezTo>
                      <a:lnTo>
                        <a:pt x="194507" y="292672"/>
                      </a:lnTo>
                      <a:cubicBezTo>
                        <a:pt x="192572" y="291382"/>
                        <a:pt x="192249" y="288802"/>
                        <a:pt x="193539" y="287190"/>
                      </a:cubicBezTo>
                      <a:cubicBezTo>
                        <a:pt x="194829" y="285255"/>
                        <a:pt x="197409" y="284933"/>
                        <a:pt x="199021" y="286222"/>
                      </a:cubicBezTo>
                      <a:lnTo>
                        <a:pt x="203536" y="289447"/>
                      </a:lnTo>
                      <a:cubicBezTo>
                        <a:pt x="208695" y="292994"/>
                        <a:pt x="213855" y="295896"/>
                        <a:pt x="219014" y="299121"/>
                      </a:cubicBezTo>
                      <a:lnTo>
                        <a:pt x="220949" y="300411"/>
                      </a:lnTo>
                      <a:cubicBezTo>
                        <a:pt x="222884" y="301378"/>
                        <a:pt x="223528" y="303958"/>
                        <a:pt x="222561" y="305893"/>
                      </a:cubicBezTo>
                      <a:cubicBezTo>
                        <a:pt x="221916" y="306860"/>
                        <a:pt x="220304" y="307505"/>
                        <a:pt x="219014" y="307505"/>
                      </a:cubicBezTo>
                      <a:close/>
                      <a:moveTo>
                        <a:pt x="339938" y="307183"/>
                      </a:moveTo>
                      <a:cubicBezTo>
                        <a:pt x="338003" y="307183"/>
                        <a:pt x="336069" y="305570"/>
                        <a:pt x="336069" y="303636"/>
                      </a:cubicBezTo>
                      <a:cubicBezTo>
                        <a:pt x="335746" y="301378"/>
                        <a:pt x="335746" y="299121"/>
                        <a:pt x="335746" y="296864"/>
                      </a:cubicBezTo>
                      <a:cubicBezTo>
                        <a:pt x="335746" y="286545"/>
                        <a:pt x="338971" y="279773"/>
                        <a:pt x="345420" y="275904"/>
                      </a:cubicBezTo>
                      <a:cubicBezTo>
                        <a:pt x="347355" y="274936"/>
                        <a:pt x="349935" y="275581"/>
                        <a:pt x="350902" y="277516"/>
                      </a:cubicBezTo>
                      <a:cubicBezTo>
                        <a:pt x="351869" y="279451"/>
                        <a:pt x="351224" y="282031"/>
                        <a:pt x="349290" y="282998"/>
                      </a:cubicBezTo>
                      <a:cubicBezTo>
                        <a:pt x="346710" y="284288"/>
                        <a:pt x="343485" y="287512"/>
                        <a:pt x="343485" y="296864"/>
                      </a:cubicBezTo>
                      <a:cubicBezTo>
                        <a:pt x="343485" y="298799"/>
                        <a:pt x="343485" y="300733"/>
                        <a:pt x="343808" y="302668"/>
                      </a:cubicBezTo>
                      <a:cubicBezTo>
                        <a:pt x="344130" y="304925"/>
                        <a:pt x="342518" y="306860"/>
                        <a:pt x="340261" y="307183"/>
                      </a:cubicBezTo>
                      <a:cubicBezTo>
                        <a:pt x="340261" y="307183"/>
                        <a:pt x="339938" y="307183"/>
                        <a:pt x="339938" y="307183"/>
                      </a:cubicBezTo>
                      <a:close/>
                      <a:moveTo>
                        <a:pt x="166130" y="272356"/>
                      </a:moveTo>
                      <a:cubicBezTo>
                        <a:pt x="165485" y="272356"/>
                        <a:pt x="164518" y="272034"/>
                        <a:pt x="163873" y="271712"/>
                      </a:cubicBezTo>
                      <a:cubicBezTo>
                        <a:pt x="155166" y="265585"/>
                        <a:pt x="148394" y="260748"/>
                        <a:pt x="143557" y="256878"/>
                      </a:cubicBezTo>
                      <a:cubicBezTo>
                        <a:pt x="143235" y="256556"/>
                        <a:pt x="142590" y="256233"/>
                        <a:pt x="142267" y="255911"/>
                      </a:cubicBezTo>
                      <a:cubicBezTo>
                        <a:pt x="140655" y="254298"/>
                        <a:pt x="140333" y="251719"/>
                        <a:pt x="141945" y="250106"/>
                      </a:cubicBezTo>
                      <a:cubicBezTo>
                        <a:pt x="143557" y="248494"/>
                        <a:pt x="146137" y="248172"/>
                        <a:pt x="147749" y="249784"/>
                      </a:cubicBezTo>
                      <a:cubicBezTo>
                        <a:pt x="148072" y="250106"/>
                        <a:pt x="148394" y="250429"/>
                        <a:pt x="148717" y="250429"/>
                      </a:cubicBezTo>
                      <a:cubicBezTo>
                        <a:pt x="153554" y="254298"/>
                        <a:pt x="160003" y="258813"/>
                        <a:pt x="168709" y="264940"/>
                      </a:cubicBezTo>
                      <a:cubicBezTo>
                        <a:pt x="170644" y="266230"/>
                        <a:pt x="170967" y="268809"/>
                        <a:pt x="169677" y="270422"/>
                      </a:cubicBezTo>
                      <a:cubicBezTo>
                        <a:pt x="168709" y="272034"/>
                        <a:pt x="167420" y="272356"/>
                        <a:pt x="166130" y="272356"/>
                      </a:cubicBezTo>
                      <a:close/>
                      <a:moveTo>
                        <a:pt x="362833" y="251074"/>
                      </a:moveTo>
                      <a:cubicBezTo>
                        <a:pt x="362511" y="251074"/>
                        <a:pt x="362188" y="251074"/>
                        <a:pt x="361866" y="251074"/>
                      </a:cubicBezTo>
                      <a:cubicBezTo>
                        <a:pt x="359609" y="250429"/>
                        <a:pt x="358319" y="248494"/>
                        <a:pt x="358964" y="246237"/>
                      </a:cubicBezTo>
                      <a:cubicBezTo>
                        <a:pt x="360899" y="238498"/>
                        <a:pt x="363478" y="226889"/>
                        <a:pt x="373152" y="226889"/>
                      </a:cubicBezTo>
                      <a:cubicBezTo>
                        <a:pt x="374764" y="226889"/>
                        <a:pt x="376377" y="226889"/>
                        <a:pt x="377989" y="226566"/>
                      </a:cubicBezTo>
                      <a:cubicBezTo>
                        <a:pt x="380246" y="226244"/>
                        <a:pt x="382181" y="227534"/>
                        <a:pt x="382826" y="229791"/>
                      </a:cubicBezTo>
                      <a:cubicBezTo>
                        <a:pt x="383149" y="232048"/>
                        <a:pt x="381859" y="233983"/>
                        <a:pt x="379601" y="234628"/>
                      </a:cubicBezTo>
                      <a:cubicBezTo>
                        <a:pt x="377667" y="234951"/>
                        <a:pt x="375409" y="235273"/>
                        <a:pt x="373152" y="235273"/>
                      </a:cubicBezTo>
                      <a:cubicBezTo>
                        <a:pt x="370250" y="235273"/>
                        <a:pt x="368315" y="241722"/>
                        <a:pt x="366703" y="248494"/>
                      </a:cubicBezTo>
                      <a:cubicBezTo>
                        <a:pt x="366380" y="249784"/>
                        <a:pt x="364768" y="251074"/>
                        <a:pt x="362833" y="251074"/>
                      </a:cubicBezTo>
                      <a:close/>
                      <a:moveTo>
                        <a:pt x="521486" y="247204"/>
                      </a:moveTo>
                      <a:cubicBezTo>
                        <a:pt x="520196" y="247204"/>
                        <a:pt x="518906" y="247204"/>
                        <a:pt x="517939" y="246882"/>
                      </a:cubicBezTo>
                      <a:cubicBezTo>
                        <a:pt x="516649" y="246882"/>
                        <a:pt x="515682" y="246559"/>
                        <a:pt x="514392" y="245914"/>
                      </a:cubicBezTo>
                      <a:cubicBezTo>
                        <a:pt x="512457" y="244947"/>
                        <a:pt x="511167" y="242690"/>
                        <a:pt x="512134" y="240755"/>
                      </a:cubicBezTo>
                      <a:cubicBezTo>
                        <a:pt x="513102" y="238820"/>
                        <a:pt x="515359" y="237530"/>
                        <a:pt x="517294" y="238498"/>
                      </a:cubicBezTo>
                      <a:cubicBezTo>
                        <a:pt x="517616" y="238820"/>
                        <a:pt x="518261" y="238820"/>
                        <a:pt x="518906" y="238820"/>
                      </a:cubicBezTo>
                      <a:cubicBezTo>
                        <a:pt x="524066" y="239465"/>
                        <a:pt x="533095" y="237853"/>
                        <a:pt x="540511" y="235595"/>
                      </a:cubicBezTo>
                      <a:cubicBezTo>
                        <a:pt x="542769" y="234951"/>
                        <a:pt x="545026" y="235918"/>
                        <a:pt x="545671" y="238175"/>
                      </a:cubicBezTo>
                      <a:cubicBezTo>
                        <a:pt x="546316" y="240432"/>
                        <a:pt x="545348" y="242690"/>
                        <a:pt x="543091" y="243335"/>
                      </a:cubicBezTo>
                      <a:cubicBezTo>
                        <a:pt x="535997" y="245592"/>
                        <a:pt x="527613" y="247204"/>
                        <a:pt x="521486" y="247204"/>
                      </a:cubicBezTo>
                      <a:close/>
                      <a:moveTo>
                        <a:pt x="414750" y="227856"/>
                      </a:moveTo>
                      <a:cubicBezTo>
                        <a:pt x="412815" y="227856"/>
                        <a:pt x="410881" y="226244"/>
                        <a:pt x="410881" y="224309"/>
                      </a:cubicBezTo>
                      <a:cubicBezTo>
                        <a:pt x="410558" y="222052"/>
                        <a:pt x="412170" y="220117"/>
                        <a:pt x="414428" y="219795"/>
                      </a:cubicBezTo>
                      <a:cubicBezTo>
                        <a:pt x="420877" y="218827"/>
                        <a:pt x="426359" y="216570"/>
                        <a:pt x="431841" y="214313"/>
                      </a:cubicBezTo>
                      <a:cubicBezTo>
                        <a:pt x="434098" y="213345"/>
                        <a:pt x="436355" y="212378"/>
                        <a:pt x="438613" y="211733"/>
                      </a:cubicBezTo>
                      <a:cubicBezTo>
                        <a:pt x="440547" y="211088"/>
                        <a:pt x="443127" y="212056"/>
                        <a:pt x="443772" y="213990"/>
                      </a:cubicBezTo>
                      <a:cubicBezTo>
                        <a:pt x="444417" y="215925"/>
                        <a:pt x="443449" y="218505"/>
                        <a:pt x="441515" y="219150"/>
                      </a:cubicBezTo>
                      <a:cubicBezTo>
                        <a:pt x="439257" y="219795"/>
                        <a:pt x="437323" y="220762"/>
                        <a:pt x="435065" y="221729"/>
                      </a:cubicBezTo>
                      <a:cubicBezTo>
                        <a:pt x="429261" y="224309"/>
                        <a:pt x="423134" y="226566"/>
                        <a:pt x="415717" y="227534"/>
                      </a:cubicBezTo>
                      <a:cubicBezTo>
                        <a:pt x="415072" y="227856"/>
                        <a:pt x="414750" y="227856"/>
                        <a:pt x="414750" y="227856"/>
                      </a:cubicBezTo>
                      <a:close/>
                      <a:moveTo>
                        <a:pt x="143557" y="222052"/>
                      </a:moveTo>
                      <a:cubicBezTo>
                        <a:pt x="143235" y="222052"/>
                        <a:pt x="143235" y="222052"/>
                        <a:pt x="143557" y="222052"/>
                      </a:cubicBezTo>
                      <a:cubicBezTo>
                        <a:pt x="140977" y="222052"/>
                        <a:pt x="139365" y="220117"/>
                        <a:pt x="139688" y="217860"/>
                      </a:cubicBezTo>
                      <a:cubicBezTo>
                        <a:pt x="139688" y="217215"/>
                        <a:pt x="139688" y="216893"/>
                        <a:pt x="139688" y="216248"/>
                      </a:cubicBezTo>
                      <a:cubicBezTo>
                        <a:pt x="139688" y="212056"/>
                        <a:pt x="135173" y="206251"/>
                        <a:pt x="127434" y="199802"/>
                      </a:cubicBezTo>
                      <a:cubicBezTo>
                        <a:pt x="125822" y="198512"/>
                        <a:pt x="125499" y="195932"/>
                        <a:pt x="126789" y="193997"/>
                      </a:cubicBezTo>
                      <a:cubicBezTo>
                        <a:pt x="128079" y="192385"/>
                        <a:pt x="130659" y="192063"/>
                        <a:pt x="132593" y="193353"/>
                      </a:cubicBezTo>
                      <a:cubicBezTo>
                        <a:pt x="142590" y="201737"/>
                        <a:pt x="147749" y="209153"/>
                        <a:pt x="147749" y="215925"/>
                      </a:cubicBezTo>
                      <a:cubicBezTo>
                        <a:pt x="147749" y="216570"/>
                        <a:pt x="147749" y="217215"/>
                        <a:pt x="147749" y="218182"/>
                      </a:cubicBezTo>
                      <a:cubicBezTo>
                        <a:pt x="147427" y="220117"/>
                        <a:pt x="145492" y="222052"/>
                        <a:pt x="143557" y="222052"/>
                      </a:cubicBezTo>
                      <a:close/>
                      <a:moveTo>
                        <a:pt x="496334" y="219150"/>
                      </a:moveTo>
                      <a:cubicBezTo>
                        <a:pt x="495689" y="219150"/>
                        <a:pt x="495366" y="219150"/>
                        <a:pt x="494721" y="218827"/>
                      </a:cubicBezTo>
                      <a:lnTo>
                        <a:pt x="494076" y="218827"/>
                      </a:lnTo>
                      <a:cubicBezTo>
                        <a:pt x="492786" y="218505"/>
                        <a:pt x="491497" y="217860"/>
                        <a:pt x="491174" y="216570"/>
                      </a:cubicBezTo>
                      <a:cubicBezTo>
                        <a:pt x="488917" y="215280"/>
                        <a:pt x="485692" y="213668"/>
                        <a:pt x="484402" y="213023"/>
                      </a:cubicBezTo>
                      <a:cubicBezTo>
                        <a:pt x="480210" y="210766"/>
                        <a:pt x="476663" y="209476"/>
                        <a:pt x="473761" y="208831"/>
                      </a:cubicBezTo>
                      <a:cubicBezTo>
                        <a:pt x="471504" y="208508"/>
                        <a:pt x="470214" y="206251"/>
                        <a:pt x="470536" y="203994"/>
                      </a:cubicBezTo>
                      <a:cubicBezTo>
                        <a:pt x="470859" y="201737"/>
                        <a:pt x="473116" y="200447"/>
                        <a:pt x="475373" y="200769"/>
                      </a:cubicBezTo>
                      <a:cubicBezTo>
                        <a:pt x="479243" y="201414"/>
                        <a:pt x="483435" y="203027"/>
                        <a:pt x="488272" y="205606"/>
                      </a:cubicBezTo>
                      <a:cubicBezTo>
                        <a:pt x="500848" y="212056"/>
                        <a:pt x="500848" y="212056"/>
                        <a:pt x="500848" y="214958"/>
                      </a:cubicBezTo>
                      <a:lnTo>
                        <a:pt x="500848" y="219150"/>
                      </a:lnTo>
                      <a:lnTo>
                        <a:pt x="496334" y="219150"/>
                      </a:lnTo>
                      <a:close/>
                      <a:moveTo>
                        <a:pt x="94543" y="183679"/>
                      </a:moveTo>
                      <a:cubicBezTo>
                        <a:pt x="88093" y="183679"/>
                        <a:pt x="79709" y="182066"/>
                        <a:pt x="72938" y="169168"/>
                      </a:cubicBezTo>
                      <a:cubicBezTo>
                        <a:pt x="71970" y="167233"/>
                        <a:pt x="72615" y="164653"/>
                        <a:pt x="74550" y="163686"/>
                      </a:cubicBezTo>
                      <a:cubicBezTo>
                        <a:pt x="76485" y="162718"/>
                        <a:pt x="79064" y="163363"/>
                        <a:pt x="80032" y="165298"/>
                      </a:cubicBezTo>
                      <a:cubicBezTo>
                        <a:pt x="86159" y="176584"/>
                        <a:pt x="92285" y="175617"/>
                        <a:pt x="97122" y="175617"/>
                      </a:cubicBezTo>
                      <a:lnTo>
                        <a:pt x="97767" y="179487"/>
                      </a:lnTo>
                      <a:lnTo>
                        <a:pt x="97767" y="183356"/>
                      </a:lnTo>
                      <a:cubicBezTo>
                        <a:pt x="96477" y="183679"/>
                        <a:pt x="95510" y="183679"/>
                        <a:pt x="94543" y="183679"/>
                      </a:cubicBezTo>
                      <a:close/>
                      <a:moveTo>
                        <a:pt x="60684" y="137889"/>
                      </a:moveTo>
                      <a:cubicBezTo>
                        <a:pt x="59072" y="137889"/>
                        <a:pt x="57782" y="137244"/>
                        <a:pt x="57137" y="135631"/>
                      </a:cubicBezTo>
                      <a:cubicBezTo>
                        <a:pt x="52945" y="127570"/>
                        <a:pt x="49075" y="119508"/>
                        <a:pt x="45850" y="111447"/>
                      </a:cubicBezTo>
                      <a:cubicBezTo>
                        <a:pt x="44883" y="109512"/>
                        <a:pt x="46173" y="106932"/>
                        <a:pt x="48108" y="106287"/>
                      </a:cubicBezTo>
                      <a:cubicBezTo>
                        <a:pt x="50042" y="105320"/>
                        <a:pt x="52622" y="106610"/>
                        <a:pt x="53267" y="108544"/>
                      </a:cubicBezTo>
                      <a:cubicBezTo>
                        <a:pt x="56169" y="116283"/>
                        <a:pt x="60039" y="124023"/>
                        <a:pt x="64231" y="132084"/>
                      </a:cubicBezTo>
                      <a:cubicBezTo>
                        <a:pt x="65198" y="134019"/>
                        <a:pt x="64553" y="136599"/>
                        <a:pt x="62619" y="137566"/>
                      </a:cubicBezTo>
                      <a:cubicBezTo>
                        <a:pt x="61974" y="137566"/>
                        <a:pt x="61329" y="137889"/>
                        <a:pt x="60684" y="137889"/>
                      </a:cubicBezTo>
                      <a:close/>
                      <a:moveTo>
                        <a:pt x="41013" y="78233"/>
                      </a:moveTo>
                      <a:cubicBezTo>
                        <a:pt x="39401" y="78233"/>
                        <a:pt x="38111" y="77265"/>
                        <a:pt x="37466" y="75975"/>
                      </a:cubicBezTo>
                      <a:cubicBezTo>
                        <a:pt x="33919" y="68559"/>
                        <a:pt x="27470" y="63399"/>
                        <a:pt x="20698" y="58885"/>
                      </a:cubicBezTo>
                      <a:cubicBezTo>
                        <a:pt x="18763" y="57595"/>
                        <a:pt x="18441" y="55015"/>
                        <a:pt x="19731" y="53403"/>
                      </a:cubicBezTo>
                      <a:cubicBezTo>
                        <a:pt x="21021" y="51468"/>
                        <a:pt x="23600" y="51146"/>
                        <a:pt x="25213" y="52435"/>
                      </a:cubicBezTo>
                      <a:cubicBezTo>
                        <a:pt x="32952" y="57595"/>
                        <a:pt x="40369" y="63399"/>
                        <a:pt x="44883" y="72751"/>
                      </a:cubicBezTo>
                      <a:cubicBezTo>
                        <a:pt x="45850" y="74686"/>
                        <a:pt x="44883" y="77265"/>
                        <a:pt x="42948" y="78233"/>
                      </a:cubicBezTo>
                      <a:cubicBezTo>
                        <a:pt x="41981" y="77910"/>
                        <a:pt x="41336" y="78233"/>
                        <a:pt x="41013" y="78233"/>
                      </a:cubicBezTo>
                      <a:close/>
                      <a:moveTo>
                        <a:pt x="3930" y="32120"/>
                      </a:moveTo>
                      <a:cubicBezTo>
                        <a:pt x="3608" y="32120"/>
                        <a:pt x="3285" y="32120"/>
                        <a:pt x="2963" y="32120"/>
                      </a:cubicBezTo>
                      <a:cubicBezTo>
                        <a:pt x="705" y="31475"/>
                        <a:pt x="-262" y="29218"/>
                        <a:pt x="60" y="27283"/>
                      </a:cubicBezTo>
                      <a:cubicBezTo>
                        <a:pt x="1350" y="23414"/>
                        <a:pt x="2963" y="19222"/>
                        <a:pt x="4897" y="15030"/>
                      </a:cubicBezTo>
                      <a:cubicBezTo>
                        <a:pt x="6510" y="10837"/>
                        <a:pt x="8445" y="6645"/>
                        <a:pt x="9734" y="2776"/>
                      </a:cubicBezTo>
                      <a:cubicBezTo>
                        <a:pt x="10379" y="519"/>
                        <a:pt x="12637" y="-449"/>
                        <a:pt x="14894" y="196"/>
                      </a:cubicBezTo>
                      <a:cubicBezTo>
                        <a:pt x="17151" y="841"/>
                        <a:pt x="18119" y="3098"/>
                        <a:pt x="17474" y="5356"/>
                      </a:cubicBezTo>
                      <a:cubicBezTo>
                        <a:pt x="16184" y="9870"/>
                        <a:pt x="14249" y="14385"/>
                        <a:pt x="12314" y="18577"/>
                      </a:cubicBezTo>
                      <a:cubicBezTo>
                        <a:pt x="10702" y="22769"/>
                        <a:pt x="8767" y="26316"/>
                        <a:pt x="7800" y="29863"/>
                      </a:cubicBezTo>
                      <a:cubicBezTo>
                        <a:pt x="7155" y="31153"/>
                        <a:pt x="5542" y="32120"/>
                        <a:pt x="3930" y="3212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Freeform: Shape 245">
                  <a:extLst>
                    <a:ext uri="{FF2B5EF4-FFF2-40B4-BE49-F238E27FC236}">
                      <a16:creationId xmlns:a16="http://schemas.microsoft.com/office/drawing/2014/main" id="{F653F4D5-365F-0238-E734-0FA6926F721D}"/>
                    </a:ext>
                  </a:extLst>
                </p:cNvPr>
                <p:cNvSpPr/>
                <p:nvPr/>
              </p:nvSpPr>
              <p:spPr>
                <a:xfrm>
                  <a:off x="5735359" y="1806442"/>
                  <a:ext cx="32246" cy="32246"/>
                </a:xfrm>
                <a:custGeom>
                  <a:avLst/>
                  <a:gdLst>
                    <a:gd name="connsiteX0" fmla="*/ 8433 w 0"/>
                    <a:gd name="connsiteY0" fmla="*/ 20687 h 0"/>
                    <a:gd name="connsiteX1" fmla="*/ 4886 w 0"/>
                    <a:gd name="connsiteY1" fmla="*/ 18430 h 0"/>
                    <a:gd name="connsiteX2" fmla="*/ 49 w 0"/>
                    <a:gd name="connsiteY2" fmla="*/ 4886 h 0"/>
                    <a:gd name="connsiteX3" fmla="*/ 3274 w 0"/>
                    <a:gd name="connsiteY3" fmla="*/ 49 h 0"/>
                    <a:gd name="connsiteX4" fmla="*/ 8111 w 0"/>
                    <a:gd name="connsiteY4" fmla="*/ 3274 h 0"/>
                    <a:gd name="connsiteX5" fmla="*/ 12303 w 0"/>
                    <a:gd name="connsiteY5" fmla="*/ 14882 h 0"/>
                    <a:gd name="connsiteX6" fmla="*/ 10368 w 0"/>
                    <a:gd name="connsiteY6" fmla="*/ 20364 h 0"/>
                    <a:gd name="connsiteX7" fmla="*/ 8433 w 0"/>
                    <a:gd name="connsiteY7" fmla="*/ 20687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>
                      <a:moveTo>
                        <a:pt x="8433" y="20687"/>
                      </a:moveTo>
                      <a:cubicBezTo>
                        <a:pt x="6821" y="20687"/>
                        <a:pt x="5531" y="19719"/>
                        <a:pt x="4886" y="18430"/>
                      </a:cubicBezTo>
                      <a:cubicBezTo>
                        <a:pt x="2951" y="14882"/>
                        <a:pt x="1016" y="9723"/>
                        <a:pt x="49" y="4886"/>
                      </a:cubicBezTo>
                      <a:cubicBezTo>
                        <a:pt x="-273" y="2629"/>
                        <a:pt x="1016" y="694"/>
                        <a:pt x="3274" y="49"/>
                      </a:cubicBezTo>
                      <a:cubicBezTo>
                        <a:pt x="5531" y="-273"/>
                        <a:pt x="7466" y="1016"/>
                        <a:pt x="8111" y="3274"/>
                      </a:cubicBezTo>
                      <a:cubicBezTo>
                        <a:pt x="8756" y="7466"/>
                        <a:pt x="10690" y="11658"/>
                        <a:pt x="12303" y="14882"/>
                      </a:cubicBezTo>
                      <a:cubicBezTo>
                        <a:pt x="13270" y="16817"/>
                        <a:pt x="12303" y="19397"/>
                        <a:pt x="10368" y="20364"/>
                      </a:cubicBezTo>
                      <a:cubicBezTo>
                        <a:pt x="9723" y="20364"/>
                        <a:pt x="9078" y="20687"/>
                        <a:pt x="8433" y="20687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39F751F-4E5B-5D59-A736-030FC643B864}"/>
                  </a:ext>
                </a:extLst>
              </p:cNvPr>
              <p:cNvSpPr/>
              <p:nvPr/>
            </p:nvSpPr>
            <p:spPr>
              <a:xfrm>
                <a:off x="4712524" y="669005"/>
                <a:ext cx="1225366" cy="935148"/>
              </a:xfrm>
              <a:custGeom>
                <a:avLst/>
                <a:gdLst>
                  <a:gd name="connsiteX0" fmla="*/ 944525 w 1225365"/>
                  <a:gd name="connsiteY0" fmla="*/ 910149 h 935148"/>
                  <a:gd name="connsiteX1" fmla="*/ 943880 w 1225365"/>
                  <a:gd name="connsiteY1" fmla="*/ 908859 h 935148"/>
                  <a:gd name="connsiteX2" fmla="*/ 952587 w 1225365"/>
                  <a:gd name="connsiteY2" fmla="*/ 887254 h 935148"/>
                  <a:gd name="connsiteX3" fmla="*/ 989025 w 1225365"/>
                  <a:gd name="connsiteY3" fmla="*/ 879515 h 935148"/>
                  <a:gd name="connsiteX4" fmla="*/ 1011275 w 1225365"/>
                  <a:gd name="connsiteY4" fmla="*/ 909181 h 935148"/>
                  <a:gd name="connsiteX5" fmla="*/ 1039975 w 1225365"/>
                  <a:gd name="connsiteY5" fmla="*/ 926272 h 935148"/>
                  <a:gd name="connsiteX6" fmla="*/ 1074801 w 1225365"/>
                  <a:gd name="connsiteY6" fmla="*/ 900152 h 935148"/>
                  <a:gd name="connsiteX7" fmla="*/ 1107047 w 1225365"/>
                  <a:gd name="connsiteY7" fmla="*/ 889511 h 935148"/>
                  <a:gd name="connsiteX8" fmla="*/ 1128653 w 1225365"/>
                  <a:gd name="connsiteY8" fmla="*/ 863391 h 935148"/>
                  <a:gd name="connsiteX9" fmla="*/ 1108015 w 1225365"/>
                  <a:gd name="connsiteY9" fmla="*/ 815989 h 935148"/>
                  <a:gd name="connsiteX10" fmla="*/ 1104468 w 1225365"/>
                  <a:gd name="connsiteY10" fmla="*/ 761493 h 935148"/>
                  <a:gd name="connsiteX11" fmla="*/ 1044489 w 1225365"/>
                  <a:gd name="connsiteY11" fmla="*/ 740855 h 935148"/>
                  <a:gd name="connsiteX12" fmla="*/ 1026431 w 1225365"/>
                  <a:gd name="connsiteY12" fmla="*/ 709576 h 935148"/>
                  <a:gd name="connsiteX13" fmla="*/ 1046102 w 1225365"/>
                  <a:gd name="connsiteY13" fmla="*/ 679264 h 935148"/>
                  <a:gd name="connsiteX14" fmla="*/ 1026431 w 1225365"/>
                  <a:gd name="connsiteY14" fmla="*/ 624767 h 935148"/>
                  <a:gd name="connsiteX15" fmla="*/ 1058678 w 1225365"/>
                  <a:gd name="connsiteY15" fmla="*/ 600583 h 935148"/>
                  <a:gd name="connsiteX16" fmla="*/ 1111562 w 1225365"/>
                  <a:gd name="connsiteY16" fmla="*/ 590586 h 935148"/>
                  <a:gd name="connsiteX17" fmla="*/ 1121558 w 1225365"/>
                  <a:gd name="connsiteY17" fmla="*/ 554793 h 935148"/>
                  <a:gd name="connsiteX18" fmla="*/ 1135102 w 1225365"/>
                  <a:gd name="connsiteY18" fmla="*/ 520611 h 935148"/>
                  <a:gd name="connsiteX19" fmla="*/ 1162834 w 1225365"/>
                  <a:gd name="connsiteY19" fmla="*/ 501908 h 935148"/>
                  <a:gd name="connsiteX20" fmla="*/ 1186051 w 1225365"/>
                  <a:gd name="connsiteY20" fmla="*/ 480303 h 935148"/>
                  <a:gd name="connsiteX21" fmla="*/ 1212816 w 1225365"/>
                  <a:gd name="connsiteY21" fmla="*/ 442575 h 935148"/>
                  <a:gd name="connsiteX22" fmla="*/ 1240548 w 1225365"/>
                  <a:gd name="connsiteY22" fmla="*/ 366473 h 935148"/>
                  <a:gd name="connsiteX23" fmla="*/ 1244095 w 1225365"/>
                  <a:gd name="connsiteY23" fmla="*/ 301013 h 935148"/>
                  <a:gd name="connsiteX24" fmla="*/ 1187664 w 1225365"/>
                  <a:gd name="connsiteY24" fmla="*/ 269734 h 935148"/>
                  <a:gd name="connsiteX25" fmla="*/ 1103500 w 1225365"/>
                  <a:gd name="connsiteY25" fmla="*/ 231360 h 935148"/>
                  <a:gd name="connsiteX26" fmla="*/ 1073189 w 1225365"/>
                  <a:gd name="connsiteY26" fmla="*/ 243936 h 935148"/>
                  <a:gd name="connsiteX27" fmla="*/ 976449 w 1225365"/>
                  <a:gd name="connsiteY27" fmla="*/ 248451 h 935148"/>
                  <a:gd name="connsiteX28" fmla="*/ 896800 w 1225365"/>
                  <a:gd name="connsiteY28" fmla="*/ 302303 h 935148"/>
                  <a:gd name="connsiteX29" fmla="*/ 835855 w 1225365"/>
                  <a:gd name="connsiteY29" fmla="*/ 315846 h 935148"/>
                  <a:gd name="connsiteX30" fmla="*/ 780391 w 1225365"/>
                  <a:gd name="connsiteY30" fmla="*/ 281665 h 935148"/>
                  <a:gd name="connsiteX31" fmla="*/ 708804 w 1225365"/>
                  <a:gd name="connsiteY31" fmla="*/ 252965 h 935148"/>
                  <a:gd name="connsiteX32" fmla="*/ 694293 w 1225365"/>
                  <a:gd name="connsiteY32" fmla="*/ 209755 h 935148"/>
                  <a:gd name="connsiteX33" fmla="*/ 653985 w 1225365"/>
                  <a:gd name="connsiteY33" fmla="*/ 169447 h 935148"/>
                  <a:gd name="connsiteX34" fmla="*/ 603035 w 1225365"/>
                  <a:gd name="connsiteY34" fmla="*/ 123012 h 935148"/>
                  <a:gd name="connsiteX35" fmla="*/ 536607 w 1225365"/>
                  <a:gd name="connsiteY35" fmla="*/ 85284 h 935148"/>
                  <a:gd name="connsiteX36" fmla="*/ 467600 w 1225365"/>
                  <a:gd name="connsiteY36" fmla="*/ 11762 h 935148"/>
                  <a:gd name="connsiteX37" fmla="*/ 409234 w 1225365"/>
                  <a:gd name="connsiteY37" fmla="*/ 12729 h 935148"/>
                  <a:gd name="connsiteX38" fmla="*/ 362799 w 1225365"/>
                  <a:gd name="connsiteY38" fmla="*/ 153 h 935148"/>
                  <a:gd name="connsiteX39" fmla="*/ 316364 w 1225365"/>
                  <a:gd name="connsiteY39" fmla="*/ 5635 h 935148"/>
                  <a:gd name="connsiteX40" fmla="*/ 257998 w 1225365"/>
                  <a:gd name="connsiteY40" fmla="*/ 26273 h 935148"/>
                  <a:gd name="connsiteX41" fmla="*/ 212208 w 1225365"/>
                  <a:gd name="connsiteY41" fmla="*/ 46910 h 935148"/>
                  <a:gd name="connsiteX42" fmla="*/ 129657 w 1225365"/>
                  <a:gd name="connsiteY42" fmla="*/ 43363 h 935148"/>
                  <a:gd name="connsiteX43" fmla="*/ 90316 w 1225365"/>
                  <a:gd name="connsiteY43" fmla="*/ 59486 h 935148"/>
                  <a:gd name="connsiteX44" fmla="*/ 65487 w 1225365"/>
                  <a:gd name="connsiteY44" fmla="*/ 103987 h 935148"/>
                  <a:gd name="connsiteX45" fmla="*/ 10023 w 1225365"/>
                  <a:gd name="connsiteY45" fmla="*/ 136233 h 935148"/>
                  <a:gd name="connsiteX46" fmla="*/ 14537 w 1225365"/>
                  <a:gd name="connsiteY46" fmla="*/ 206208 h 935148"/>
                  <a:gd name="connsiteX47" fmla="*/ 68389 w 1225365"/>
                  <a:gd name="connsiteY47" fmla="*/ 214270 h 935148"/>
                  <a:gd name="connsiteX48" fmla="*/ 130947 w 1225365"/>
                  <a:gd name="connsiteY48" fmla="*/ 279730 h 935148"/>
                  <a:gd name="connsiteX49" fmla="*/ 180284 w 1225365"/>
                  <a:gd name="connsiteY49" fmla="*/ 302947 h 935148"/>
                  <a:gd name="connsiteX50" fmla="*/ 212530 w 1225365"/>
                  <a:gd name="connsiteY50" fmla="*/ 345190 h 935148"/>
                  <a:gd name="connsiteX51" fmla="*/ 232201 w 1225365"/>
                  <a:gd name="connsiteY51" fmla="*/ 404201 h 935148"/>
                  <a:gd name="connsiteX52" fmla="*/ 187378 w 1225365"/>
                  <a:gd name="connsiteY52" fmla="*/ 440962 h 935148"/>
                  <a:gd name="connsiteX53" fmla="*/ 177382 w 1225365"/>
                  <a:gd name="connsiteY53" fmla="*/ 475144 h 935148"/>
                  <a:gd name="connsiteX54" fmla="*/ 143201 w 1225365"/>
                  <a:gd name="connsiteY54" fmla="*/ 500296 h 935148"/>
                  <a:gd name="connsiteX55" fmla="*/ 150295 w 1225365"/>
                  <a:gd name="connsiteY55" fmla="*/ 549633 h 935148"/>
                  <a:gd name="connsiteX56" fmla="*/ 155777 w 1225365"/>
                  <a:gd name="connsiteY56" fmla="*/ 594456 h 935148"/>
                  <a:gd name="connsiteX57" fmla="*/ 153197 w 1225365"/>
                  <a:gd name="connsiteY57" fmla="*/ 672492 h 935148"/>
                  <a:gd name="connsiteX58" fmla="*/ 158679 w 1225365"/>
                  <a:gd name="connsiteY58" fmla="*/ 744079 h 935148"/>
                  <a:gd name="connsiteX59" fmla="*/ 180929 w 1225365"/>
                  <a:gd name="connsiteY59" fmla="*/ 781808 h 935148"/>
                  <a:gd name="connsiteX60" fmla="*/ 208338 w 1225365"/>
                  <a:gd name="connsiteY60" fmla="*/ 793094 h 935148"/>
                  <a:gd name="connsiteX61" fmla="*/ 238005 w 1225365"/>
                  <a:gd name="connsiteY61" fmla="*/ 809862 h 935148"/>
                  <a:gd name="connsiteX62" fmla="*/ 284440 w 1225365"/>
                  <a:gd name="connsiteY62" fmla="*/ 834047 h 935148"/>
                  <a:gd name="connsiteX63" fmla="*/ 326683 w 1225365"/>
                  <a:gd name="connsiteY63" fmla="*/ 842109 h 935148"/>
                  <a:gd name="connsiteX64" fmla="*/ 326038 w 1225365"/>
                  <a:gd name="connsiteY64" fmla="*/ 872420 h 935148"/>
                  <a:gd name="connsiteX65" fmla="*/ 331520 w 1225365"/>
                  <a:gd name="connsiteY65" fmla="*/ 889189 h 935148"/>
                  <a:gd name="connsiteX66" fmla="*/ 347643 w 1225365"/>
                  <a:gd name="connsiteY66" fmla="*/ 897250 h 935148"/>
                  <a:gd name="connsiteX67" fmla="*/ 391176 w 1225365"/>
                  <a:gd name="connsiteY67" fmla="*/ 898540 h 935148"/>
                  <a:gd name="connsiteX68" fmla="*/ 426002 w 1225365"/>
                  <a:gd name="connsiteY68" fmla="*/ 922080 h 935148"/>
                  <a:gd name="connsiteX69" fmla="*/ 431161 w 1225365"/>
                  <a:gd name="connsiteY69" fmla="*/ 928529 h 935148"/>
                  <a:gd name="connsiteX70" fmla="*/ 451477 w 1225365"/>
                  <a:gd name="connsiteY70" fmla="*/ 934011 h 935148"/>
                  <a:gd name="connsiteX71" fmla="*/ 481788 w 1225365"/>
                  <a:gd name="connsiteY71" fmla="*/ 912406 h 935148"/>
                  <a:gd name="connsiteX72" fmla="*/ 518549 w 1225365"/>
                  <a:gd name="connsiteY72" fmla="*/ 891768 h 935148"/>
                  <a:gd name="connsiteX73" fmla="*/ 526611 w 1225365"/>
                  <a:gd name="connsiteY73" fmla="*/ 849525 h 935148"/>
                  <a:gd name="connsiteX74" fmla="*/ 533705 w 1225365"/>
                  <a:gd name="connsiteY74" fmla="*/ 823406 h 935148"/>
                  <a:gd name="connsiteX75" fmla="*/ 572079 w 1225365"/>
                  <a:gd name="connsiteY75" fmla="*/ 801801 h 935148"/>
                  <a:gd name="connsiteX76" fmla="*/ 620448 w 1225365"/>
                  <a:gd name="connsiteY76" fmla="*/ 783098 h 935148"/>
                  <a:gd name="connsiteX77" fmla="*/ 675912 w 1225365"/>
                  <a:gd name="connsiteY77" fmla="*/ 787612 h 935148"/>
                  <a:gd name="connsiteX78" fmla="*/ 763623 w 1225365"/>
                  <a:gd name="connsiteY78" fmla="*/ 840496 h 935148"/>
                  <a:gd name="connsiteX79" fmla="*/ 838112 w 1225365"/>
                  <a:gd name="connsiteY79" fmla="*/ 845011 h 935148"/>
                  <a:gd name="connsiteX80" fmla="*/ 860362 w 1225365"/>
                  <a:gd name="connsiteY80" fmla="*/ 888866 h 935148"/>
                  <a:gd name="connsiteX81" fmla="*/ 924855 w 1225365"/>
                  <a:gd name="connsiteY81" fmla="*/ 892413 h 935148"/>
                  <a:gd name="connsiteX82" fmla="*/ 944525 w 1225365"/>
                  <a:gd name="connsiteY82" fmla="*/ 910149 h 935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</a:cxnLst>
                <a:rect l="l" t="t" r="r" b="b"/>
                <a:pathLst>
                  <a:path w="1225365" h="935148">
                    <a:moveTo>
                      <a:pt x="944525" y="910149"/>
                    </a:moveTo>
                    <a:cubicBezTo>
                      <a:pt x="944203" y="909826"/>
                      <a:pt x="944203" y="909504"/>
                      <a:pt x="943880" y="908859"/>
                    </a:cubicBezTo>
                    <a:cubicBezTo>
                      <a:pt x="937109" y="896605"/>
                      <a:pt x="948072" y="887254"/>
                      <a:pt x="952587" y="887254"/>
                    </a:cubicBezTo>
                    <a:cubicBezTo>
                      <a:pt x="957101" y="887254"/>
                      <a:pt x="979029" y="875968"/>
                      <a:pt x="989025" y="879515"/>
                    </a:cubicBezTo>
                    <a:cubicBezTo>
                      <a:pt x="999022" y="883062"/>
                      <a:pt x="1007083" y="906279"/>
                      <a:pt x="1011275" y="909181"/>
                    </a:cubicBezTo>
                    <a:cubicBezTo>
                      <a:pt x="1015790" y="911761"/>
                      <a:pt x="1027399" y="925305"/>
                      <a:pt x="1039975" y="926272"/>
                    </a:cubicBezTo>
                    <a:cubicBezTo>
                      <a:pt x="1052551" y="927239"/>
                      <a:pt x="1059645" y="917243"/>
                      <a:pt x="1074801" y="900152"/>
                    </a:cubicBezTo>
                    <a:cubicBezTo>
                      <a:pt x="1089957" y="883062"/>
                      <a:pt x="1097051" y="888544"/>
                      <a:pt x="1107047" y="889511"/>
                    </a:cubicBezTo>
                    <a:cubicBezTo>
                      <a:pt x="1117044" y="890478"/>
                      <a:pt x="1122203" y="885964"/>
                      <a:pt x="1128653" y="863391"/>
                    </a:cubicBezTo>
                    <a:cubicBezTo>
                      <a:pt x="1134779" y="841141"/>
                      <a:pt x="1122526" y="831145"/>
                      <a:pt x="1108015" y="815989"/>
                    </a:cubicBezTo>
                    <a:cubicBezTo>
                      <a:pt x="1093826" y="800833"/>
                      <a:pt x="1109950" y="773101"/>
                      <a:pt x="1104468" y="761493"/>
                    </a:cubicBezTo>
                    <a:cubicBezTo>
                      <a:pt x="1098986" y="749884"/>
                      <a:pt x="1063192" y="744402"/>
                      <a:pt x="1044489" y="740855"/>
                    </a:cubicBezTo>
                    <a:cubicBezTo>
                      <a:pt x="1025786" y="737308"/>
                      <a:pt x="1026431" y="732148"/>
                      <a:pt x="1026431" y="709576"/>
                    </a:cubicBezTo>
                    <a:cubicBezTo>
                      <a:pt x="1026431" y="687326"/>
                      <a:pt x="1042555" y="688938"/>
                      <a:pt x="1046102" y="679264"/>
                    </a:cubicBezTo>
                    <a:cubicBezTo>
                      <a:pt x="1049649" y="669268"/>
                      <a:pt x="1027399" y="637021"/>
                      <a:pt x="1026431" y="624767"/>
                    </a:cubicBezTo>
                    <a:cubicBezTo>
                      <a:pt x="1025464" y="612191"/>
                      <a:pt x="1038040" y="607677"/>
                      <a:pt x="1058678" y="600583"/>
                    </a:cubicBezTo>
                    <a:cubicBezTo>
                      <a:pt x="1079316" y="593488"/>
                      <a:pt x="1105113" y="599615"/>
                      <a:pt x="1111562" y="590586"/>
                    </a:cubicBezTo>
                    <a:cubicBezTo>
                      <a:pt x="1117689" y="581557"/>
                      <a:pt x="1124138" y="569948"/>
                      <a:pt x="1121558" y="554793"/>
                    </a:cubicBezTo>
                    <a:cubicBezTo>
                      <a:pt x="1118979" y="539637"/>
                      <a:pt x="1123493" y="528028"/>
                      <a:pt x="1135102" y="520611"/>
                    </a:cubicBezTo>
                    <a:cubicBezTo>
                      <a:pt x="1146711" y="513517"/>
                      <a:pt x="1158319" y="517064"/>
                      <a:pt x="1162834" y="501908"/>
                    </a:cubicBezTo>
                    <a:cubicBezTo>
                      <a:pt x="1167348" y="486752"/>
                      <a:pt x="1173475" y="487720"/>
                      <a:pt x="1186051" y="480303"/>
                    </a:cubicBezTo>
                    <a:cubicBezTo>
                      <a:pt x="1198627" y="473209"/>
                      <a:pt x="1206689" y="462245"/>
                      <a:pt x="1212816" y="442575"/>
                    </a:cubicBezTo>
                    <a:cubicBezTo>
                      <a:pt x="1218943" y="422904"/>
                      <a:pt x="1221845" y="413875"/>
                      <a:pt x="1240548" y="366473"/>
                    </a:cubicBezTo>
                    <a:cubicBezTo>
                      <a:pt x="1259251" y="319071"/>
                      <a:pt x="1260218" y="315524"/>
                      <a:pt x="1244095" y="301013"/>
                    </a:cubicBezTo>
                    <a:cubicBezTo>
                      <a:pt x="1227972" y="286502"/>
                      <a:pt x="1224425" y="279730"/>
                      <a:pt x="1187664" y="269734"/>
                    </a:cubicBezTo>
                    <a:cubicBezTo>
                      <a:pt x="1150903" y="259737"/>
                      <a:pt x="1126718" y="231360"/>
                      <a:pt x="1103500" y="231360"/>
                    </a:cubicBezTo>
                    <a:cubicBezTo>
                      <a:pt x="1080283" y="231360"/>
                      <a:pt x="1085442" y="239422"/>
                      <a:pt x="1073189" y="243936"/>
                    </a:cubicBezTo>
                    <a:cubicBezTo>
                      <a:pt x="1060613" y="248451"/>
                      <a:pt x="998054" y="241357"/>
                      <a:pt x="976449" y="248451"/>
                    </a:cubicBezTo>
                    <a:cubicBezTo>
                      <a:pt x="954844" y="255545"/>
                      <a:pt x="915503" y="288759"/>
                      <a:pt x="896800" y="302303"/>
                    </a:cubicBezTo>
                    <a:cubicBezTo>
                      <a:pt x="878098" y="315846"/>
                      <a:pt x="863587" y="316491"/>
                      <a:pt x="835855" y="315846"/>
                    </a:cubicBezTo>
                    <a:cubicBezTo>
                      <a:pt x="808123" y="314879"/>
                      <a:pt x="809735" y="301658"/>
                      <a:pt x="780391" y="281665"/>
                    </a:cubicBezTo>
                    <a:cubicBezTo>
                      <a:pt x="750724" y="261994"/>
                      <a:pt x="713318" y="253933"/>
                      <a:pt x="708804" y="252965"/>
                    </a:cubicBezTo>
                    <a:cubicBezTo>
                      <a:pt x="703967" y="251998"/>
                      <a:pt x="698807" y="225878"/>
                      <a:pt x="694293" y="209755"/>
                    </a:cubicBezTo>
                    <a:cubicBezTo>
                      <a:pt x="689778" y="193632"/>
                      <a:pt x="673655" y="183635"/>
                      <a:pt x="653985" y="169447"/>
                    </a:cubicBezTo>
                    <a:cubicBezTo>
                      <a:pt x="634314" y="155259"/>
                      <a:pt x="632379" y="141715"/>
                      <a:pt x="603035" y="123012"/>
                    </a:cubicBezTo>
                    <a:cubicBezTo>
                      <a:pt x="573368" y="104309"/>
                      <a:pt x="564662" y="103342"/>
                      <a:pt x="536607" y="85284"/>
                    </a:cubicBezTo>
                    <a:cubicBezTo>
                      <a:pt x="508875" y="67226"/>
                      <a:pt x="481143" y="24338"/>
                      <a:pt x="467600" y="11762"/>
                    </a:cubicBezTo>
                    <a:cubicBezTo>
                      <a:pt x="454056" y="-814"/>
                      <a:pt x="436321" y="15309"/>
                      <a:pt x="409234" y="12729"/>
                    </a:cubicBezTo>
                    <a:cubicBezTo>
                      <a:pt x="382469" y="10149"/>
                      <a:pt x="383114" y="-1459"/>
                      <a:pt x="362799" y="153"/>
                    </a:cubicBezTo>
                    <a:cubicBezTo>
                      <a:pt x="342161" y="2088"/>
                      <a:pt x="336034" y="5635"/>
                      <a:pt x="316364" y="5635"/>
                    </a:cubicBezTo>
                    <a:cubicBezTo>
                      <a:pt x="296694" y="5635"/>
                      <a:pt x="277023" y="16276"/>
                      <a:pt x="257998" y="26273"/>
                    </a:cubicBezTo>
                    <a:cubicBezTo>
                      <a:pt x="239295" y="36269"/>
                      <a:pt x="230266" y="43363"/>
                      <a:pt x="212208" y="46910"/>
                    </a:cubicBezTo>
                    <a:cubicBezTo>
                      <a:pt x="194150" y="50457"/>
                      <a:pt x="157711" y="43363"/>
                      <a:pt x="129657" y="43363"/>
                    </a:cubicBezTo>
                    <a:cubicBezTo>
                      <a:pt x="101925" y="43363"/>
                      <a:pt x="97411" y="49490"/>
                      <a:pt x="90316" y="59486"/>
                    </a:cubicBezTo>
                    <a:cubicBezTo>
                      <a:pt x="83222" y="69483"/>
                      <a:pt x="75160" y="97860"/>
                      <a:pt x="65487" y="103987"/>
                    </a:cubicBezTo>
                    <a:cubicBezTo>
                      <a:pt x="55490" y="110113"/>
                      <a:pt x="29693" y="124624"/>
                      <a:pt x="10023" y="136233"/>
                    </a:cubicBezTo>
                    <a:cubicBezTo>
                      <a:pt x="-9648" y="147842"/>
                      <a:pt x="3896" y="198146"/>
                      <a:pt x="14537" y="206208"/>
                    </a:cubicBezTo>
                    <a:cubicBezTo>
                      <a:pt x="25178" y="214270"/>
                      <a:pt x="48718" y="213302"/>
                      <a:pt x="68389" y="214270"/>
                    </a:cubicBezTo>
                    <a:cubicBezTo>
                      <a:pt x="88059" y="215237"/>
                      <a:pt x="116758" y="269734"/>
                      <a:pt x="130947" y="279730"/>
                    </a:cubicBezTo>
                    <a:cubicBezTo>
                      <a:pt x="145135" y="289726"/>
                      <a:pt x="167708" y="292306"/>
                      <a:pt x="180284" y="302947"/>
                    </a:cubicBezTo>
                    <a:cubicBezTo>
                      <a:pt x="192860" y="313589"/>
                      <a:pt x="196407" y="333259"/>
                      <a:pt x="212530" y="345190"/>
                    </a:cubicBezTo>
                    <a:cubicBezTo>
                      <a:pt x="228654" y="357122"/>
                      <a:pt x="244777" y="394527"/>
                      <a:pt x="232201" y="404201"/>
                    </a:cubicBezTo>
                    <a:cubicBezTo>
                      <a:pt x="219625" y="414198"/>
                      <a:pt x="212530" y="438383"/>
                      <a:pt x="187378" y="440962"/>
                    </a:cubicBezTo>
                    <a:cubicBezTo>
                      <a:pt x="162226" y="443542"/>
                      <a:pt x="186411" y="469662"/>
                      <a:pt x="177382" y="475144"/>
                    </a:cubicBezTo>
                    <a:cubicBezTo>
                      <a:pt x="168353" y="480626"/>
                      <a:pt x="153197" y="485785"/>
                      <a:pt x="143201" y="500296"/>
                    </a:cubicBezTo>
                    <a:cubicBezTo>
                      <a:pt x="133204" y="514484"/>
                      <a:pt x="147715" y="535122"/>
                      <a:pt x="150295" y="549633"/>
                    </a:cubicBezTo>
                    <a:cubicBezTo>
                      <a:pt x="152874" y="563822"/>
                      <a:pt x="153842" y="576398"/>
                      <a:pt x="155777" y="594456"/>
                    </a:cubicBezTo>
                    <a:cubicBezTo>
                      <a:pt x="157711" y="612514"/>
                      <a:pt x="159324" y="636699"/>
                      <a:pt x="153197" y="672492"/>
                    </a:cubicBezTo>
                    <a:cubicBezTo>
                      <a:pt x="147070" y="708286"/>
                      <a:pt x="155132" y="726344"/>
                      <a:pt x="158679" y="744079"/>
                    </a:cubicBezTo>
                    <a:cubicBezTo>
                      <a:pt x="162226" y="762137"/>
                      <a:pt x="170288" y="776326"/>
                      <a:pt x="180929" y="781808"/>
                    </a:cubicBezTo>
                    <a:cubicBezTo>
                      <a:pt x="191570" y="787290"/>
                      <a:pt x="208338" y="793094"/>
                      <a:pt x="208338" y="793094"/>
                    </a:cubicBezTo>
                    <a:cubicBezTo>
                      <a:pt x="221237" y="797931"/>
                      <a:pt x="229299" y="803735"/>
                      <a:pt x="238005" y="809862"/>
                    </a:cubicBezTo>
                    <a:cubicBezTo>
                      <a:pt x="246712" y="815989"/>
                      <a:pt x="255418" y="827275"/>
                      <a:pt x="284440" y="834047"/>
                    </a:cubicBezTo>
                    <a:cubicBezTo>
                      <a:pt x="313462" y="840819"/>
                      <a:pt x="327973" y="838239"/>
                      <a:pt x="326683" y="842109"/>
                    </a:cubicBezTo>
                    <a:cubicBezTo>
                      <a:pt x="325393" y="846301"/>
                      <a:pt x="325393" y="860167"/>
                      <a:pt x="326038" y="872420"/>
                    </a:cubicBezTo>
                    <a:cubicBezTo>
                      <a:pt x="326683" y="884674"/>
                      <a:pt x="327973" y="883707"/>
                      <a:pt x="331520" y="889189"/>
                    </a:cubicBezTo>
                    <a:cubicBezTo>
                      <a:pt x="334744" y="894670"/>
                      <a:pt x="340226" y="894670"/>
                      <a:pt x="347643" y="897250"/>
                    </a:cubicBezTo>
                    <a:cubicBezTo>
                      <a:pt x="355060" y="899830"/>
                      <a:pt x="383114" y="897895"/>
                      <a:pt x="391176" y="898540"/>
                    </a:cubicBezTo>
                    <a:cubicBezTo>
                      <a:pt x="399237" y="899185"/>
                      <a:pt x="418585" y="917243"/>
                      <a:pt x="426002" y="922080"/>
                    </a:cubicBezTo>
                    <a:cubicBezTo>
                      <a:pt x="427937" y="923370"/>
                      <a:pt x="429872" y="925627"/>
                      <a:pt x="431161" y="928529"/>
                    </a:cubicBezTo>
                    <a:cubicBezTo>
                      <a:pt x="438578" y="928529"/>
                      <a:pt x="445672" y="930142"/>
                      <a:pt x="451477" y="934011"/>
                    </a:cubicBezTo>
                    <a:cubicBezTo>
                      <a:pt x="470180" y="946587"/>
                      <a:pt x="463085" y="912406"/>
                      <a:pt x="481788" y="912406"/>
                    </a:cubicBezTo>
                    <a:cubicBezTo>
                      <a:pt x="500491" y="912406"/>
                      <a:pt x="509520" y="899830"/>
                      <a:pt x="518549" y="891768"/>
                    </a:cubicBezTo>
                    <a:cubicBezTo>
                      <a:pt x="527578" y="883707"/>
                      <a:pt x="532093" y="865004"/>
                      <a:pt x="526611" y="849525"/>
                    </a:cubicBezTo>
                    <a:cubicBezTo>
                      <a:pt x="521129" y="834370"/>
                      <a:pt x="507908" y="833402"/>
                      <a:pt x="533705" y="823406"/>
                    </a:cubicBezTo>
                    <a:cubicBezTo>
                      <a:pt x="559825" y="813409"/>
                      <a:pt x="560470" y="812764"/>
                      <a:pt x="572079" y="801801"/>
                    </a:cubicBezTo>
                    <a:cubicBezTo>
                      <a:pt x="583687" y="791159"/>
                      <a:pt x="592716" y="783743"/>
                      <a:pt x="620448" y="783098"/>
                    </a:cubicBezTo>
                    <a:cubicBezTo>
                      <a:pt x="648180" y="782130"/>
                      <a:pt x="663336" y="776003"/>
                      <a:pt x="675912" y="787612"/>
                    </a:cubicBezTo>
                    <a:cubicBezTo>
                      <a:pt x="688488" y="799221"/>
                      <a:pt x="735891" y="844044"/>
                      <a:pt x="763623" y="840496"/>
                    </a:cubicBezTo>
                    <a:cubicBezTo>
                      <a:pt x="791354" y="836949"/>
                      <a:pt x="824568" y="829855"/>
                      <a:pt x="838112" y="845011"/>
                    </a:cubicBezTo>
                    <a:cubicBezTo>
                      <a:pt x="851655" y="860167"/>
                      <a:pt x="840692" y="887899"/>
                      <a:pt x="860362" y="888866"/>
                    </a:cubicBezTo>
                    <a:cubicBezTo>
                      <a:pt x="880032" y="889834"/>
                      <a:pt x="928402" y="875323"/>
                      <a:pt x="924855" y="892413"/>
                    </a:cubicBezTo>
                    <a:cubicBezTo>
                      <a:pt x="922275" y="906602"/>
                      <a:pt x="933884" y="909504"/>
                      <a:pt x="944525" y="91014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30" name="Graphic 4">
                <a:extLst>
                  <a:ext uri="{FF2B5EF4-FFF2-40B4-BE49-F238E27FC236}">
                    <a16:creationId xmlns:a16="http://schemas.microsoft.com/office/drawing/2014/main" id="{D8380698-85E0-F85B-0BFB-1AD5F6B4AF93}"/>
                  </a:ext>
                </a:extLst>
              </p:cNvPr>
              <p:cNvGrpSpPr/>
              <p:nvPr/>
            </p:nvGrpSpPr>
            <p:grpSpPr>
              <a:xfrm>
                <a:off x="5156204" y="1447069"/>
                <a:ext cx="516058" cy="181364"/>
                <a:chOff x="5156204" y="1447069"/>
                <a:chExt cx="516058" cy="181364"/>
              </a:xfrm>
              <a:grpFill/>
            </p:grpSpPr>
            <p:sp>
              <p:nvSpPr>
                <p:cNvPr id="239" name="Freeform: Shape 238">
                  <a:extLst>
                    <a:ext uri="{FF2B5EF4-FFF2-40B4-BE49-F238E27FC236}">
                      <a16:creationId xmlns:a16="http://schemas.microsoft.com/office/drawing/2014/main" id="{3D54D69D-654C-A81E-0BB6-FF0DE5DA6B14}"/>
                    </a:ext>
                  </a:extLst>
                </p:cNvPr>
                <p:cNvSpPr/>
                <p:nvPr/>
              </p:nvSpPr>
              <p:spPr>
                <a:xfrm>
                  <a:off x="5156204" y="1596187"/>
                  <a:ext cx="32246" cy="32246"/>
                </a:xfrm>
                <a:custGeom>
                  <a:avLst/>
                  <a:gdLst>
                    <a:gd name="connsiteX0" fmla="*/ 14890 w 0"/>
                    <a:gd name="connsiteY0" fmla="*/ 13278 h 0"/>
                    <a:gd name="connsiteX1" fmla="*/ 5539 w 0"/>
                    <a:gd name="connsiteY1" fmla="*/ 9731 h 0"/>
                    <a:gd name="connsiteX2" fmla="*/ 2314 w 0"/>
                    <a:gd name="connsiteY2" fmla="*/ 7796 h 0"/>
                    <a:gd name="connsiteX3" fmla="*/ 379 w 0"/>
                    <a:gd name="connsiteY3" fmla="*/ 2314 h 0"/>
                    <a:gd name="connsiteX4" fmla="*/ 5861 w 0"/>
                    <a:gd name="connsiteY4" fmla="*/ 380 h 0"/>
                    <a:gd name="connsiteX5" fmla="*/ 10376 w 0"/>
                    <a:gd name="connsiteY5" fmla="*/ 2959 h 0"/>
                    <a:gd name="connsiteX6" fmla="*/ 15535 w 0"/>
                    <a:gd name="connsiteY6" fmla="*/ 4894 h 0"/>
                    <a:gd name="connsiteX7" fmla="*/ 20372 w 0"/>
                    <a:gd name="connsiteY7" fmla="*/ 7796 h 0"/>
                    <a:gd name="connsiteX8" fmla="*/ 17470 w 0"/>
                    <a:gd name="connsiteY8" fmla="*/ 12633 h 0"/>
                    <a:gd name="connsiteX9" fmla="*/ 14890 w 0"/>
                    <a:gd name="connsiteY9" fmla="*/ 13278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14890" y="13278"/>
                      </a:moveTo>
                      <a:cubicBezTo>
                        <a:pt x="11988" y="13278"/>
                        <a:pt x="9086" y="11988"/>
                        <a:pt x="5539" y="9731"/>
                      </a:cubicBezTo>
                      <a:cubicBezTo>
                        <a:pt x="4572" y="9086"/>
                        <a:pt x="3282" y="8441"/>
                        <a:pt x="2314" y="7796"/>
                      </a:cubicBezTo>
                      <a:cubicBezTo>
                        <a:pt x="379" y="6829"/>
                        <a:pt x="-588" y="4572"/>
                        <a:pt x="379" y="2314"/>
                      </a:cubicBezTo>
                      <a:cubicBezTo>
                        <a:pt x="1347" y="380"/>
                        <a:pt x="3604" y="-588"/>
                        <a:pt x="5861" y="380"/>
                      </a:cubicBezTo>
                      <a:cubicBezTo>
                        <a:pt x="7474" y="1024"/>
                        <a:pt x="9086" y="1992"/>
                        <a:pt x="10376" y="2959"/>
                      </a:cubicBezTo>
                      <a:cubicBezTo>
                        <a:pt x="13601" y="5216"/>
                        <a:pt x="15213" y="5216"/>
                        <a:pt x="15535" y="4894"/>
                      </a:cubicBezTo>
                      <a:cubicBezTo>
                        <a:pt x="17793" y="4249"/>
                        <a:pt x="19727" y="5861"/>
                        <a:pt x="20372" y="7796"/>
                      </a:cubicBezTo>
                      <a:cubicBezTo>
                        <a:pt x="21017" y="10053"/>
                        <a:pt x="19405" y="11988"/>
                        <a:pt x="17470" y="12633"/>
                      </a:cubicBezTo>
                      <a:cubicBezTo>
                        <a:pt x="16503" y="13278"/>
                        <a:pt x="15535" y="13278"/>
                        <a:pt x="14890" y="1327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Freeform: Shape 239">
                  <a:extLst>
                    <a:ext uri="{FF2B5EF4-FFF2-40B4-BE49-F238E27FC236}">
                      <a16:creationId xmlns:a16="http://schemas.microsoft.com/office/drawing/2014/main" id="{15AECF5B-C77A-6A52-42A6-0129FD46BBFF}"/>
                    </a:ext>
                  </a:extLst>
                </p:cNvPr>
                <p:cNvSpPr/>
                <p:nvPr/>
              </p:nvSpPr>
              <p:spPr>
                <a:xfrm>
                  <a:off x="5194594" y="1447069"/>
                  <a:ext cx="419204" cy="128986"/>
                </a:xfrm>
                <a:custGeom>
                  <a:avLst/>
                  <a:gdLst>
                    <a:gd name="connsiteX0" fmla="*/ 3911 w 419204"/>
                    <a:gd name="connsiteY0" fmla="*/ 137889 h 128985"/>
                    <a:gd name="connsiteX1" fmla="*/ 41 w 419204"/>
                    <a:gd name="connsiteY1" fmla="*/ 134342 h 128985"/>
                    <a:gd name="connsiteX2" fmla="*/ 3588 w 419204"/>
                    <a:gd name="connsiteY2" fmla="*/ 129827 h 128985"/>
                    <a:gd name="connsiteX3" fmla="*/ 25516 w 419204"/>
                    <a:gd name="connsiteY3" fmla="*/ 118541 h 128985"/>
                    <a:gd name="connsiteX4" fmla="*/ 31320 w 419204"/>
                    <a:gd name="connsiteY4" fmla="*/ 118863 h 128985"/>
                    <a:gd name="connsiteX5" fmla="*/ 30998 w 419204"/>
                    <a:gd name="connsiteY5" fmla="*/ 124668 h 128985"/>
                    <a:gd name="connsiteX6" fmla="*/ 4556 w 419204"/>
                    <a:gd name="connsiteY6" fmla="*/ 137889 h 128985"/>
                    <a:gd name="connsiteX7" fmla="*/ 3911 w 419204"/>
                    <a:gd name="connsiteY7" fmla="*/ 137889 h 128985"/>
                    <a:gd name="connsiteX8" fmla="*/ 399252 w 419204"/>
                    <a:gd name="connsiteY8" fmla="*/ 113059 h 128985"/>
                    <a:gd name="connsiteX9" fmla="*/ 395383 w 419204"/>
                    <a:gd name="connsiteY9" fmla="*/ 109512 h 128985"/>
                    <a:gd name="connsiteX10" fmla="*/ 398930 w 419204"/>
                    <a:gd name="connsiteY10" fmla="*/ 104997 h 128985"/>
                    <a:gd name="connsiteX11" fmla="*/ 403444 w 419204"/>
                    <a:gd name="connsiteY11" fmla="*/ 104352 h 128985"/>
                    <a:gd name="connsiteX12" fmla="*/ 426984 w 419204"/>
                    <a:gd name="connsiteY12" fmla="*/ 101773 h 128985"/>
                    <a:gd name="connsiteX13" fmla="*/ 431176 w 419204"/>
                    <a:gd name="connsiteY13" fmla="*/ 105642 h 128985"/>
                    <a:gd name="connsiteX14" fmla="*/ 427307 w 419204"/>
                    <a:gd name="connsiteY14" fmla="*/ 109834 h 128985"/>
                    <a:gd name="connsiteX15" fmla="*/ 404734 w 419204"/>
                    <a:gd name="connsiteY15" fmla="*/ 112414 h 128985"/>
                    <a:gd name="connsiteX16" fmla="*/ 400220 w 419204"/>
                    <a:gd name="connsiteY16" fmla="*/ 113059 h 128985"/>
                    <a:gd name="connsiteX17" fmla="*/ 399252 w 419204"/>
                    <a:gd name="connsiteY17" fmla="*/ 113059 h 128985"/>
                    <a:gd name="connsiteX18" fmla="*/ 366361 w 419204"/>
                    <a:gd name="connsiteY18" fmla="*/ 103385 h 128985"/>
                    <a:gd name="connsiteX19" fmla="*/ 362491 w 419204"/>
                    <a:gd name="connsiteY19" fmla="*/ 100483 h 128985"/>
                    <a:gd name="connsiteX20" fmla="*/ 360879 w 419204"/>
                    <a:gd name="connsiteY20" fmla="*/ 90809 h 128985"/>
                    <a:gd name="connsiteX21" fmla="*/ 356687 w 419204"/>
                    <a:gd name="connsiteY21" fmla="*/ 74041 h 128985"/>
                    <a:gd name="connsiteX22" fmla="*/ 358622 w 419204"/>
                    <a:gd name="connsiteY22" fmla="*/ 68559 h 128985"/>
                    <a:gd name="connsiteX23" fmla="*/ 364104 w 419204"/>
                    <a:gd name="connsiteY23" fmla="*/ 70493 h 128985"/>
                    <a:gd name="connsiteX24" fmla="*/ 368941 w 419204"/>
                    <a:gd name="connsiteY24" fmla="*/ 89519 h 128985"/>
                    <a:gd name="connsiteX25" fmla="*/ 370553 w 419204"/>
                    <a:gd name="connsiteY25" fmla="*/ 98225 h 128985"/>
                    <a:gd name="connsiteX26" fmla="*/ 367651 w 419204"/>
                    <a:gd name="connsiteY26" fmla="*/ 103062 h 128985"/>
                    <a:gd name="connsiteX27" fmla="*/ 366361 w 419204"/>
                    <a:gd name="connsiteY27" fmla="*/ 103385 h 128985"/>
                    <a:gd name="connsiteX28" fmla="*/ 46798 w 419204"/>
                    <a:gd name="connsiteY28" fmla="*/ 93066 h 128985"/>
                    <a:gd name="connsiteX29" fmla="*/ 46798 w 419204"/>
                    <a:gd name="connsiteY29" fmla="*/ 93066 h 128985"/>
                    <a:gd name="connsiteX30" fmla="*/ 42929 w 419204"/>
                    <a:gd name="connsiteY30" fmla="*/ 88874 h 128985"/>
                    <a:gd name="connsiteX31" fmla="*/ 42929 w 419204"/>
                    <a:gd name="connsiteY31" fmla="*/ 85649 h 128985"/>
                    <a:gd name="connsiteX32" fmla="*/ 40994 w 419204"/>
                    <a:gd name="connsiteY32" fmla="*/ 72751 h 128985"/>
                    <a:gd name="connsiteX33" fmla="*/ 36802 w 419204"/>
                    <a:gd name="connsiteY33" fmla="*/ 65012 h 128985"/>
                    <a:gd name="connsiteX34" fmla="*/ 37770 w 419204"/>
                    <a:gd name="connsiteY34" fmla="*/ 59530 h 128985"/>
                    <a:gd name="connsiteX35" fmla="*/ 43251 w 419204"/>
                    <a:gd name="connsiteY35" fmla="*/ 60497 h 128985"/>
                    <a:gd name="connsiteX36" fmla="*/ 48088 w 419204"/>
                    <a:gd name="connsiteY36" fmla="*/ 70171 h 128985"/>
                    <a:gd name="connsiteX37" fmla="*/ 50668 w 419204"/>
                    <a:gd name="connsiteY37" fmla="*/ 85649 h 128985"/>
                    <a:gd name="connsiteX38" fmla="*/ 50668 w 419204"/>
                    <a:gd name="connsiteY38" fmla="*/ 89519 h 128985"/>
                    <a:gd name="connsiteX39" fmla="*/ 46798 w 419204"/>
                    <a:gd name="connsiteY39" fmla="*/ 93066 h 128985"/>
                    <a:gd name="connsiteX40" fmla="*/ 299288 w 419204"/>
                    <a:gd name="connsiteY40" fmla="*/ 64044 h 128985"/>
                    <a:gd name="connsiteX41" fmla="*/ 295419 w 419204"/>
                    <a:gd name="connsiteY41" fmla="*/ 60497 h 128985"/>
                    <a:gd name="connsiteX42" fmla="*/ 298966 w 419204"/>
                    <a:gd name="connsiteY42" fmla="*/ 55983 h 128985"/>
                    <a:gd name="connsiteX43" fmla="*/ 327020 w 419204"/>
                    <a:gd name="connsiteY43" fmla="*/ 53403 h 128985"/>
                    <a:gd name="connsiteX44" fmla="*/ 327020 w 419204"/>
                    <a:gd name="connsiteY44" fmla="*/ 53403 h 128985"/>
                    <a:gd name="connsiteX45" fmla="*/ 331212 w 419204"/>
                    <a:gd name="connsiteY45" fmla="*/ 57272 h 128985"/>
                    <a:gd name="connsiteX46" fmla="*/ 327343 w 419204"/>
                    <a:gd name="connsiteY46" fmla="*/ 61464 h 128985"/>
                    <a:gd name="connsiteX47" fmla="*/ 300256 w 419204"/>
                    <a:gd name="connsiteY47" fmla="*/ 64044 h 128985"/>
                    <a:gd name="connsiteX48" fmla="*/ 299288 w 419204"/>
                    <a:gd name="connsiteY48" fmla="*/ 64044 h 128985"/>
                    <a:gd name="connsiteX49" fmla="*/ 261238 w 419204"/>
                    <a:gd name="connsiteY49" fmla="*/ 62432 h 128985"/>
                    <a:gd name="connsiteX50" fmla="*/ 259625 w 419204"/>
                    <a:gd name="connsiteY50" fmla="*/ 62109 h 128985"/>
                    <a:gd name="connsiteX51" fmla="*/ 234795 w 419204"/>
                    <a:gd name="connsiteY51" fmla="*/ 48243 h 128985"/>
                    <a:gd name="connsiteX52" fmla="*/ 233828 w 419204"/>
                    <a:gd name="connsiteY52" fmla="*/ 42762 h 128985"/>
                    <a:gd name="connsiteX53" fmla="*/ 239310 w 419204"/>
                    <a:gd name="connsiteY53" fmla="*/ 41794 h 128985"/>
                    <a:gd name="connsiteX54" fmla="*/ 262850 w 419204"/>
                    <a:gd name="connsiteY54" fmla="*/ 55015 h 128985"/>
                    <a:gd name="connsiteX55" fmla="*/ 265107 w 419204"/>
                    <a:gd name="connsiteY55" fmla="*/ 60175 h 128985"/>
                    <a:gd name="connsiteX56" fmla="*/ 261238 w 419204"/>
                    <a:gd name="connsiteY56" fmla="*/ 62432 h 128985"/>
                    <a:gd name="connsiteX57" fmla="*/ 62277 w 419204"/>
                    <a:gd name="connsiteY57" fmla="*/ 45341 h 128985"/>
                    <a:gd name="connsiteX58" fmla="*/ 58407 w 419204"/>
                    <a:gd name="connsiteY58" fmla="*/ 42762 h 128985"/>
                    <a:gd name="connsiteX59" fmla="*/ 60664 w 419204"/>
                    <a:gd name="connsiteY59" fmla="*/ 37602 h 128985"/>
                    <a:gd name="connsiteX60" fmla="*/ 83237 w 419204"/>
                    <a:gd name="connsiteY60" fmla="*/ 24703 h 128985"/>
                    <a:gd name="connsiteX61" fmla="*/ 89041 w 419204"/>
                    <a:gd name="connsiteY61" fmla="*/ 25026 h 128985"/>
                    <a:gd name="connsiteX62" fmla="*/ 88719 w 419204"/>
                    <a:gd name="connsiteY62" fmla="*/ 30830 h 128985"/>
                    <a:gd name="connsiteX63" fmla="*/ 63567 w 419204"/>
                    <a:gd name="connsiteY63" fmla="*/ 45341 h 128985"/>
                    <a:gd name="connsiteX64" fmla="*/ 62277 w 419204"/>
                    <a:gd name="connsiteY64" fmla="*/ 45341 h 128985"/>
                    <a:gd name="connsiteX65" fmla="*/ 206419 w 419204"/>
                    <a:gd name="connsiteY65" fmla="*/ 24703 h 128985"/>
                    <a:gd name="connsiteX66" fmla="*/ 203839 w 419204"/>
                    <a:gd name="connsiteY66" fmla="*/ 23736 h 128985"/>
                    <a:gd name="connsiteX67" fmla="*/ 192230 w 419204"/>
                    <a:gd name="connsiteY67" fmla="*/ 13095 h 128985"/>
                    <a:gd name="connsiteX68" fmla="*/ 191263 w 419204"/>
                    <a:gd name="connsiteY68" fmla="*/ 12450 h 128985"/>
                    <a:gd name="connsiteX69" fmla="*/ 183201 w 419204"/>
                    <a:gd name="connsiteY69" fmla="*/ 7935 h 128985"/>
                    <a:gd name="connsiteX70" fmla="*/ 180621 w 419204"/>
                    <a:gd name="connsiteY70" fmla="*/ 2776 h 128985"/>
                    <a:gd name="connsiteX71" fmla="*/ 185781 w 419204"/>
                    <a:gd name="connsiteY71" fmla="*/ 196 h 128985"/>
                    <a:gd name="connsiteX72" fmla="*/ 196745 w 419204"/>
                    <a:gd name="connsiteY72" fmla="*/ 6645 h 128985"/>
                    <a:gd name="connsiteX73" fmla="*/ 197712 w 419204"/>
                    <a:gd name="connsiteY73" fmla="*/ 7613 h 128985"/>
                    <a:gd name="connsiteX74" fmla="*/ 208998 w 419204"/>
                    <a:gd name="connsiteY74" fmla="*/ 17932 h 128985"/>
                    <a:gd name="connsiteX75" fmla="*/ 209321 w 419204"/>
                    <a:gd name="connsiteY75" fmla="*/ 23736 h 128985"/>
                    <a:gd name="connsiteX76" fmla="*/ 206419 w 419204"/>
                    <a:gd name="connsiteY76" fmla="*/ 24703 h 128985"/>
                    <a:gd name="connsiteX77" fmla="*/ 118708 w 419204"/>
                    <a:gd name="connsiteY77" fmla="*/ 11482 h 128985"/>
                    <a:gd name="connsiteX78" fmla="*/ 114839 w 419204"/>
                    <a:gd name="connsiteY78" fmla="*/ 8258 h 128985"/>
                    <a:gd name="connsiteX79" fmla="*/ 117741 w 419204"/>
                    <a:gd name="connsiteY79" fmla="*/ 3421 h 128985"/>
                    <a:gd name="connsiteX80" fmla="*/ 138701 w 419204"/>
                    <a:gd name="connsiteY80" fmla="*/ 841 h 128985"/>
                    <a:gd name="connsiteX81" fmla="*/ 146118 w 419204"/>
                    <a:gd name="connsiteY81" fmla="*/ 519 h 128985"/>
                    <a:gd name="connsiteX82" fmla="*/ 150310 w 419204"/>
                    <a:gd name="connsiteY82" fmla="*/ 4388 h 128985"/>
                    <a:gd name="connsiteX83" fmla="*/ 146440 w 419204"/>
                    <a:gd name="connsiteY83" fmla="*/ 8580 h 128985"/>
                    <a:gd name="connsiteX84" fmla="*/ 138701 w 419204"/>
                    <a:gd name="connsiteY84" fmla="*/ 8903 h 128985"/>
                    <a:gd name="connsiteX85" fmla="*/ 119353 w 419204"/>
                    <a:gd name="connsiteY85" fmla="*/ 11160 h 128985"/>
                    <a:gd name="connsiteX86" fmla="*/ 118708 w 419204"/>
                    <a:gd name="connsiteY86" fmla="*/ 11482 h 1289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</a:cxnLst>
                  <a:rect l="l" t="t" r="r" b="b"/>
                  <a:pathLst>
                    <a:path w="419204" h="128985">
                      <a:moveTo>
                        <a:pt x="3911" y="137889"/>
                      </a:moveTo>
                      <a:cubicBezTo>
                        <a:pt x="1976" y="137889"/>
                        <a:pt x="41" y="136276"/>
                        <a:pt x="41" y="134342"/>
                      </a:cubicBezTo>
                      <a:cubicBezTo>
                        <a:pt x="-281" y="132084"/>
                        <a:pt x="1331" y="130149"/>
                        <a:pt x="3588" y="129827"/>
                      </a:cubicBezTo>
                      <a:cubicBezTo>
                        <a:pt x="13262" y="128860"/>
                        <a:pt x="19711" y="123700"/>
                        <a:pt x="25516" y="118541"/>
                      </a:cubicBezTo>
                      <a:cubicBezTo>
                        <a:pt x="27128" y="116928"/>
                        <a:pt x="29708" y="117251"/>
                        <a:pt x="31320" y="118863"/>
                      </a:cubicBezTo>
                      <a:cubicBezTo>
                        <a:pt x="32932" y="120476"/>
                        <a:pt x="32610" y="123055"/>
                        <a:pt x="30998" y="124668"/>
                      </a:cubicBezTo>
                      <a:cubicBezTo>
                        <a:pt x="24548" y="130472"/>
                        <a:pt x="16487" y="136921"/>
                        <a:pt x="4556" y="137889"/>
                      </a:cubicBezTo>
                      <a:cubicBezTo>
                        <a:pt x="4233" y="137889"/>
                        <a:pt x="3911" y="137889"/>
                        <a:pt x="3911" y="137889"/>
                      </a:cubicBezTo>
                      <a:close/>
                      <a:moveTo>
                        <a:pt x="399252" y="113059"/>
                      </a:moveTo>
                      <a:cubicBezTo>
                        <a:pt x="397318" y="113059"/>
                        <a:pt x="395383" y="111447"/>
                        <a:pt x="395383" y="109512"/>
                      </a:cubicBezTo>
                      <a:cubicBezTo>
                        <a:pt x="395060" y="107255"/>
                        <a:pt x="396673" y="105320"/>
                        <a:pt x="398930" y="104997"/>
                      </a:cubicBezTo>
                      <a:lnTo>
                        <a:pt x="403444" y="104352"/>
                      </a:lnTo>
                      <a:cubicBezTo>
                        <a:pt x="411506" y="103385"/>
                        <a:pt x="419890" y="102095"/>
                        <a:pt x="426984" y="101773"/>
                      </a:cubicBezTo>
                      <a:cubicBezTo>
                        <a:pt x="429242" y="101450"/>
                        <a:pt x="431176" y="103385"/>
                        <a:pt x="431176" y="105642"/>
                      </a:cubicBezTo>
                      <a:cubicBezTo>
                        <a:pt x="431176" y="107899"/>
                        <a:pt x="429564" y="109834"/>
                        <a:pt x="427307" y="109834"/>
                      </a:cubicBezTo>
                      <a:cubicBezTo>
                        <a:pt x="420535" y="110157"/>
                        <a:pt x="412473" y="111124"/>
                        <a:pt x="404734" y="112414"/>
                      </a:cubicBezTo>
                      <a:lnTo>
                        <a:pt x="400220" y="113059"/>
                      </a:lnTo>
                      <a:cubicBezTo>
                        <a:pt x="399575" y="113059"/>
                        <a:pt x="399252" y="113059"/>
                        <a:pt x="399252" y="113059"/>
                      </a:cubicBezTo>
                      <a:close/>
                      <a:moveTo>
                        <a:pt x="366361" y="103385"/>
                      </a:moveTo>
                      <a:cubicBezTo>
                        <a:pt x="364426" y="103385"/>
                        <a:pt x="362814" y="102095"/>
                        <a:pt x="362491" y="100483"/>
                      </a:cubicBezTo>
                      <a:cubicBezTo>
                        <a:pt x="361847" y="97581"/>
                        <a:pt x="361202" y="94356"/>
                        <a:pt x="360879" y="90809"/>
                      </a:cubicBezTo>
                      <a:cubicBezTo>
                        <a:pt x="359912" y="85004"/>
                        <a:pt x="359267" y="79200"/>
                        <a:pt x="356687" y="74041"/>
                      </a:cubicBezTo>
                      <a:cubicBezTo>
                        <a:pt x="355720" y="72106"/>
                        <a:pt x="356687" y="69526"/>
                        <a:pt x="358622" y="68559"/>
                      </a:cubicBezTo>
                      <a:cubicBezTo>
                        <a:pt x="360557" y="67591"/>
                        <a:pt x="363136" y="68559"/>
                        <a:pt x="364104" y="70493"/>
                      </a:cubicBezTo>
                      <a:cubicBezTo>
                        <a:pt x="367006" y="76620"/>
                        <a:pt x="367973" y="83392"/>
                        <a:pt x="368941" y="89519"/>
                      </a:cubicBezTo>
                      <a:cubicBezTo>
                        <a:pt x="369263" y="92744"/>
                        <a:pt x="369908" y="95646"/>
                        <a:pt x="370553" y="98225"/>
                      </a:cubicBezTo>
                      <a:cubicBezTo>
                        <a:pt x="371198" y="100483"/>
                        <a:pt x="369908" y="102740"/>
                        <a:pt x="367651" y="103062"/>
                      </a:cubicBezTo>
                      <a:cubicBezTo>
                        <a:pt x="367006" y="103385"/>
                        <a:pt x="366684" y="103385"/>
                        <a:pt x="366361" y="103385"/>
                      </a:cubicBezTo>
                      <a:close/>
                      <a:moveTo>
                        <a:pt x="46798" y="93066"/>
                      </a:moveTo>
                      <a:cubicBezTo>
                        <a:pt x="46798" y="93066"/>
                        <a:pt x="46798" y="93066"/>
                        <a:pt x="46798" y="93066"/>
                      </a:cubicBezTo>
                      <a:cubicBezTo>
                        <a:pt x="44219" y="92744"/>
                        <a:pt x="42606" y="90809"/>
                        <a:pt x="42929" y="88874"/>
                      </a:cubicBezTo>
                      <a:cubicBezTo>
                        <a:pt x="42929" y="87907"/>
                        <a:pt x="42929" y="86617"/>
                        <a:pt x="42929" y="85649"/>
                      </a:cubicBezTo>
                      <a:cubicBezTo>
                        <a:pt x="42929" y="81135"/>
                        <a:pt x="42284" y="76943"/>
                        <a:pt x="40994" y="72751"/>
                      </a:cubicBezTo>
                      <a:cubicBezTo>
                        <a:pt x="40027" y="69526"/>
                        <a:pt x="38414" y="67269"/>
                        <a:pt x="36802" y="65012"/>
                      </a:cubicBezTo>
                      <a:cubicBezTo>
                        <a:pt x="35512" y="63077"/>
                        <a:pt x="36157" y="60497"/>
                        <a:pt x="37770" y="59530"/>
                      </a:cubicBezTo>
                      <a:cubicBezTo>
                        <a:pt x="39704" y="58240"/>
                        <a:pt x="41961" y="58885"/>
                        <a:pt x="43251" y="60497"/>
                      </a:cubicBezTo>
                      <a:cubicBezTo>
                        <a:pt x="44864" y="63077"/>
                        <a:pt x="46798" y="65979"/>
                        <a:pt x="48088" y="70171"/>
                      </a:cubicBezTo>
                      <a:cubicBezTo>
                        <a:pt x="49701" y="75008"/>
                        <a:pt x="50668" y="80167"/>
                        <a:pt x="50668" y="85649"/>
                      </a:cubicBezTo>
                      <a:cubicBezTo>
                        <a:pt x="50668" y="86939"/>
                        <a:pt x="50668" y="88229"/>
                        <a:pt x="50668" y="89519"/>
                      </a:cubicBezTo>
                      <a:cubicBezTo>
                        <a:pt x="50668" y="91454"/>
                        <a:pt x="49056" y="93066"/>
                        <a:pt x="46798" y="93066"/>
                      </a:cubicBezTo>
                      <a:close/>
                      <a:moveTo>
                        <a:pt x="299288" y="64044"/>
                      </a:moveTo>
                      <a:cubicBezTo>
                        <a:pt x="297354" y="64044"/>
                        <a:pt x="295419" y="62432"/>
                        <a:pt x="295419" y="60497"/>
                      </a:cubicBezTo>
                      <a:cubicBezTo>
                        <a:pt x="295096" y="58240"/>
                        <a:pt x="296709" y="56305"/>
                        <a:pt x="298966" y="55983"/>
                      </a:cubicBezTo>
                      <a:cubicBezTo>
                        <a:pt x="308317" y="54693"/>
                        <a:pt x="317991" y="53403"/>
                        <a:pt x="327020" y="53403"/>
                      </a:cubicBezTo>
                      <a:lnTo>
                        <a:pt x="327020" y="53403"/>
                      </a:lnTo>
                      <a:cubicBezTo>
                        <a:pt x="329278" y="53403"/>
                        <a:pt x="330890" y="55338"/>
                        <a:pt x="331212" y="57272"/>
                      </a:cubicBezTo>
                      <a:cubicBezTo>
                        <a:pt x="331212" y="59530"/>
                        <a:pt x="329278" y="61464"/>
                        <a:pt x="327343" y="61464"/>
                      </a:cubicBezTo>
                      <a:cubicBezTo>
                        <a:pt x="318636" y="61464"/>
                        <a:pt x="309285" y="62754"/>
                        <a:pt x="300256" y="64044"/>
                      </a:cubicBezTo>
                      <a:cubicBezTo>
                        <a:pt x="299611" y="64044"/>
                        <a:pt x="299288" y="64044"/>
                        <a:pt x="299288" y="64044"/>
                      </a:cubicBezTo>
                      <a:close/>
                      <a:moveTo>
                        <a:pt x="261238" y="62432"/>
                      </a:moveTo>
                      <a:cubicBezTo>
                        <a:pt x="260593" y="62432"/>
                        <a:pt x="260270" y="62432"/>
                        <a:pt x="259625" y="62109"/>
                      </a:cubicBezTo>
                      <a:cubicBezTo>
                        <a:pt x="252208" y="59207"/>
                        <a:pt x="243824" y="54370"/>
                        <a:pt x="234795" y="48243"/>
                      </a:cubicBezTo>
                      <a:cubicBezTo>
                        <a:pt x="232861" y="46954"/>
                        <a:pt x="232538" y="44374"/>
                        <a:pt x="233828" y="42762"/>
                      </a:cubicBezTo>
                      <a:cubicBezTo>
                        <a:pt x="235118" y="40827"/>
                        <a:pt x="237698" y="40504"/>
                        <a:pt x="239310" y="41794"/>
                      </a:cubicBezTo>
                      <a:cubicBezTo>
                        <a:pt x="248017" y="47598"/>
                        <a:pt x="255756" y="52113"/>
                        <a:pt x="262850" y="55015"/>
                      </a:cubicBezTo>
                      <a:cubicBezTo>
                        <a:pt x="264785" y="55983"/>
                        <a:pt x="265752" y="58240"/>
                        <a:pt x="265107" y="60175"/>
                      </a:cubicBezTo>
                      <a:cubicBezTo>
                        <a:pt x="264140" y="61464"/>
                        <a:pt x="262850" y="62432"/>
                        <a:pt x="261238" y="62432"/>
                      </a:cubicBezTo>
                      <a:close/>
                      <a:moveTo>
                        <a:pt x="62277" y="45341"/>
                      </a:moveTo>
                      <a:cubicBezTo>
                        <a:pt x="60664" y="45341"/>
                        <a:pt x="59052" y="44374"/>
                        <a:pt x="58407" y="42762"/>
                      </a:cubicBezTo>
                      <a:cubicBezTo>
                        <a:pt x="57440" y="40827"/>
                        <a:pt x="58730" y="38247"/>
                        <a:pt x="60664" y="37602"/>
                      </a:cubicBezTo>
                      <a:cubicBezTo>
                        <a:pt x="73563" y="32443"/>
                        <a:pt x="77110" y="30185"/>
                        <a:pt x="83237" y="24703"/>
                      </a:cubicBezTo>
                      <a:cubicBezTo>
                        <a:pt x="84849" y="23091"/>
                        <a:pt x="87429" y="23414"/>
                        <a:pt x="89041" y="25026"/>
                      </a:cubicBezTo>
                      <a:cubicBezTo>
                        <a:pt x="90654" y="26638"/>
                        <a:pt x="90331" y="29218"/>
                        <a:pt x="88719" y="30830"/>
                      </a:cubicBezTo>
                      <a:cubicBezTo>
                        <a:pt x="81625" y="37280"/>
                        <a:pt x="77755" y="39537"/>
                        <a:pt x="63567" y="45341"/>
                      </a:cubicBezTo>
                      <a:cubicBezTo>
                        <a:pt x="63567" y="45341"/>
                        <a:pt x="62922" y="45341"/>
                        <a:pt x="62277" y="45341"/>
                      </a:cubicBezTo>
                      <a:close/>
                      <a:moveTo>
                        <a:pt x="206419" y="24703"/>
                      </a:moveTo>
                      <a:cubicBezTo>
                        <a:pt x="205451" y="24703"/>
                        <a:pt x="204484" y="24381"/>
                        <a:pt x="203839" y="23736"/>
                      </a:cubicBezTo>
                      <a:cubicBezTo>
                        <a:pt x="199002" y="19544"/>
                        <a:pt x="195132" y="15674"/>
                        <a:pt x="192230" y="13095"/>
                      </a:cubicBezTo>
                      <a:lnTo>
                        <a:pt x="191263" y="12450"/>
                      </a:lnTo>
                      <a:cubicBezTo>
                        <a:pt x="189005" y="10193"/>
                        <a:pt x="186103" y="8580"/>
                        <a:pt x="183201" y="7935"/>
                      </a:cubicBezTo>
                      <a:cubicBezTo>
                        <a:pt x="180944" y="7290"/>
                        <a:pt x="179976" y="5033"/>
                        <a:pt x="180621" y="2776"/>
                      </a:cubicBezTo>
                      <a:cubicBezTo>
                        <a:pt x="181266" y="519"/>
                        <a:pt x="183524" y="-449"/>
                        <a:pt x="185781" y="196"/>
                      </a:cubicBezTo>
                      <a:cubicBezTo>
                        <a:pt x="189973" y="1486"/>
                        <a:pt x="193520" y="3743"/>
                        <a:pt x="196745" y="6645"/>
                      </a:cubicBezTo>
                      <a:lnTo>
                        <a:pt x="197712" y="7613"/>
                      </a:lnTo>
                      <a:cubicBezTo>
                        <a:pt x="200292" y="10193"/>
                        <a:pt x="204161" y="13740"/>
                        <a:pt x="208998" y="17932"/>
                      </a:cubicBezTo>
                      <a:cubicBezTo>
                        <a:pt x="210611" y="19544"/>
                        <a:pt x="210933" y="21801"/>
                        <a:pt x="209321" y="23736"/>
                      </a:cubicBezTo>
                      <a:cubicBezTo>
                        <a:pt x="208676" y="24381"/>
                        <a:pt x="207708" y="24703"/>
                        <a:pt x="206419" y="24703"/>
                      </a:cubicBezTo>
                      <a:close/>
                      <a:moveTo>
                        <a:pt x="118708" y="11482"/>
                      </a:moveTo>
                      <a:cubicBezTo>
                        <a:pt x="116773" y="11482"/>
                        <a:pt x="115161" y="10193"/>
                        <a:pt x="114839" y="8258"/>
                      </a:cubicBezTo>
                      <a:cubicBezTo>
                        <a:pt x="114194" y="6000"/>
                        <a:pt x="115806" y="4066"/>
                        <a:pt x="117741" y="3421"/>
                      </a:cubicBezTo>
                      <a:cubicBezTo>
                        <a:pt x="123545" y="2131"/>
                        <a:pt x="130317" y="1164"/>
                        <a:pt x="138701" y="841"/>
                      </a:cubicBezTo>
                      <a:cubicBezTo>
                        <a:pt x="141281" y="841"/>
                        <a:pt x="143538" y="519"/>
                        <a:pt x="146118" y="519"/>
                      </a:cubicBezTo>
                      <a:cubicBezTo>
                        <a:pt x="148375" y="519"/>
                        <a:pt x="150310" y="2131"/>
                        <a:pt x="150310" y="4388"/>
                      </a:cubicBezTo>
                      <a:cubicBezTo>
                        <a:pt x="150310" y="6645"/>
                        <a:pt x="148697" y="8580"/>
                        <a:pt x="146440" y="8580"/>
                      </a:cubicBezTo>
                      <a:cubicBezTo>
                        <a:pt x="143860" y="8903"/>
                        <a:pt x="141603" y="8903"/>
                        <a:pt x="138701" y="8903"/>
                      </a:cubicBezTo>
                      <a:cubicBezTo>
                        <a:pt x="130962" y="9225"/>
                        <a:pt x="124835" y="9870"/>
                        <a:pt x="119353" y="11160"/>
                      </a:cubicBezTo>
                      <a:cubicBezTo>
                        <a:pt x="119353" y="11482"/>
                        <a:pt x="119031" y="11482"/>
                        <a:pt x="118708" y="1148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41" name="Freeform: Shape 240">
                  <a:extLst>
                    <a:ext uri="{FF2B5EF4-FFF2-40B4-BE49-F238E27FC236}">
                      <a16:creationId xmlns:a16="http://schemas.microsoft.com/office/drawing/2014/main" id="{137008C7-F37E-4566-A090-8D90EB64A6C2}"/>
                    </a:ext>
                  </a:extLst>
                </p:cNvPr>
                <p:cNvSpPr/>
                <p:nvPr/>
              </p:nvSpPr>
              <p:spPr>
                <a:xfrm>
                  <a:off x="5640016" y="1572325"/>
                  <a:ext cx="32246" cy="32246"/>
                </a:xfrm>
                <a:custGeom>
                  <a:avLst/>
                  <a:gdLst>
                    <a:gd name="connsiteX0" fmla="*/ 17033 w 0"/>
                    <a:gd name="connsiteY0" fmla="*/ 11021 h 0"/>
                    <a:gd name="connsiteX1" fmla="*/ 17033 w 0"/>
                    <a:gd name="connsiteY1" fmla="*/ 11021 h 0"/>
                    <a:gd name="connsiteX2" fmla="*/ 2200 w 0"/>
                    <a:gd name="connsiteY2" fmla="*/ 7796 h 0"/>
                    <a:gd name="connsiteX3" fmla="*/ 587 w 0"/>
                    <a:gd name="connsiteY3" fmla="*/ 2314 h 0"/>
                    <a:gd name="connsiteX4" fmla="*/ 6069 w 0"/>
                    <a:gd name="connsiteY4" fmla="*/ 380 h 0"/>
                    <a:gd name="connsiteX5" fmla="*/ 17678 w 0"/>
                    <a:gd name="connsiteY5" fmla="*/ 2637 h 0"/>
                    <a:gd name="connsiteX6" fmla="*/ 21547 w 0"/>
                    <a:gd name="connsiteY6" fmla="*/ 6829 h 0"/>
                    <a:gd name="connsiteX7" fmla="*/ 17033 w 0"/>
                    <a:gd name="connsiteY7" fmla="*/ 11021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>
                      <a:moveTo>
                        <a:pt x="17033" y="11021"/>
                      </a:moveTo>
                      <a:cubicBezTo>
                        <a:pt x="17033" y="11021"/>
                        <a:pt x="16711" y="11021"/>
                        <a:pt x="17033" y="11021"/>
                      </a:cubicBezTo>
                      <a:cubicBezTo>
                        <a:pt x="10584" y="10698"/>
                        <a:pt x="5747" y="9731"/>
                        <a:pt x="2200" y="7796"/>
                      </a:cubicBezTo>
                      <a:cubicBezTo>
                        <a:pt x="265" y="6829"/>
                        <a:pt x="-703" y="4249"/>
                        <a:pt x="587" y="2314"/>
                      </a:cubicBezTo>
                      <a:cubicBezTo>
                        <a:pt x="1555" y="380"/>
                        <a:pt x="4134" y="-588"/>
                        <a:pt x="6069" y="380"/>
                      </a:cubicBezTo>
                      <a:cubicBezTo>
                        <a:pt x="8649" y="1669"/>
                        <a:pt x="12518" y="2314"/>
                        <a:pt x="17678" y="2637"/>
                      </a:cubicBezTo>
                      <a:cubicBezTo>
                        <a:pt x="19935" y="2637"/>
                        <a:pt x="21547" y="4572"/>
                        <a:pt x="21547" y="6829"/>
                      </a:cubicBezTo>
                      <a:cubicBezTo>
                        <a:pt x="20903" y="9086"/>
                        <a:pt x="18968" y="11021"/>
                        <a:pt x="17033" y="11021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039BC9BF-C7C2-4E6E-E6C2-469C4C6E66DB}"/>
                  </a:ext>
                </a:extLst>
              </p:cNvPr>
              <p:cNvSpPr/>
              <p:nvPr/>
            </p:nvSpPr>
            <p:spPr>
              <a:xfrm>
                <a:off x="5510005" y="1798595"/>
                <a:ext cx="548190" cy="483697"/>
              </a:xfrm>
              <a:custGeom>
                <a:avLst/>
                <a:gdLst>
                  <a:gd name="connsiteX0" fmla="*/ 389537 w 548189"/>
                  <a:gd name="connsiteY0" fmla="*/ 495463 h 483697"/>
                  <a:gd name="connsiteX1" fmla="*/ 408240 w 548189"/>
                  <a:gd name="connsiteY1" fmla="*/ 515133 h 483697"/>
                  <a:gd name="connsiteX2" fmla="*/ 426621 w 548189"/>
                  <a:gd name="connsiteY2" fmla="*/ 492238 h 483697"/>
                  <a:gd name="connsiteX3" fmla="*/ 422429 w 548189"/>
                  <a:gd name="connsiteY3" fmla="*/ 480630 h 483697"/>
                  <a:gd name="connsiteX4" fmla="*/ 445324 w 548189"/>
                  <a:gd name="connsiteY4" fmla="*/ 409365 h 483697"/>
                  <a:gd name="connsiteX5" fmla="*/ 466929 w 548189"/>
                  <a:gd name="connsiteY5" fmla="*/ 360995 h 483697"/>
                  <a:gd name="connsiteX6" fmla="*/ 487244 w 548189"/>
                  <a:gd name="connsiteY6" fmla="*/ 307144 h 483697"/>
                  <a:gd name="connsiteX7" fmla="*/ 522070 w 548189"/>
                  <a:gd name="connsiteY7" fmla="*/ 273607 h 483697"/>
                  <a:gd name="connsiteX8" fmla="*/ 551737 w 548189"/>
                  <a:gd name="connsiteY8" fmla="*/ 212984 h 483697"/>
                  <a:gd name="connsiteX9" fmla="*/ 521425 w 548189"/>
                  <a:gd name="connsiteY9" fmla="*/ 177513 h 483697"/>
                  <a:gd name="connsiteX10" fmla="*/ 482407 w 548189"/>
                  <a:gd name="connsiteY10" fmla="*/ 161390 h 483697"/>
                  <a:gd name="connsiteX11" fmla="*/ 450806 w 548189"/>
                  <a:gd name="connsiteY11" fmla="*/ 133980 h 483697"/>
                  <a:gd name="connsiteX12" fmla="*/ 424686 w 548189"/>
                  <a:gd name="connsiteY12" fmla="*/ 107860 h 483697"/>
                  <a:gd name="connsiteX13" fmla="*/ 379541 w 548189"/>
                  <a:gd name="connsiteY13" fmla="*/ 78839 h 483697"/>
                  <a:gd name="connsiteX14" fmla="*/ 340523 w 548189"/>
                  <a:gd name="connsiteY14" fmla="*/ 74646 h 483697"/>
                  <a:gd name="connsiteX15" fmla="*/ 290863 w 548189"/>
                  <a:gd name="connsiteY15" fmla="*/ 34983 h 483697"/>
                  <a:gd name="connsiteX16" fmla="*/ 265388 w 548189"/>
                  <a:gd name="connsiteY16" fmla="*/ 802 h 483697"/>
                  <a:gd name="connsiteX17" fmla="*/ 235722 w 548189"/>
                  <a:gd name="connsiteY17" fmla="*/ 10153 h 483697"/>
                  <a:gd name="connsiteX18" fmla="*/ 229272 w 548189"/>
                  <a:gd name="connsiteY18" fmla="*/ 11443 h 483697"/>
                  <a:gd name="connsiteX19" fmla="*/ 229272 w 548189"/>
                  <a:gd name="connsiteY19" fmla="*/ 11443 h 483697"/>
                  <a:gd name="connsiteX20" fmla="*/ 241204 w 548189"/>
                  <a:gd name="connsiteY20" fmla="*/ 42400 h 483697"/>
                  <a:gd name="connsiteX21" fmla="*/ 203475 w 548189"/>
                  <a:gd name="connsiteY21" fmla="*/ 55944 h 483697"/>
                  <a:gd name="connsiteX22" fmla="*/ 183160 w 548189"/>
                  <a:gd name="connsiteY22" fmla="*/ 31759 h 483697"/>
                  <a:gd name="connsiteX23" fmla="*/ 170906 w 548189"/>
                  <a:gd name="connsiteY23" fmla="*/ 22407 h 483697"/>
                  <a:gd name="connsiteX24" fmla="*/ 131888 w 548189"/>
                  <a:gd name="connsiteY24" fmla="*/ 26599 h 483697"/>
                  <a:gd name="connsiteX25" fmla="*/ 90290 w 548189"/>
                  <a:gd name="connsiteY25" fmla="*/ 37241 h 483697"/>
                  <a:gd name="connsiteX26" fmla="*/ 58044 w 548189"/>
                  <a:gd name="connsiteY26" fmla="*/ 44012 h 483697"/>
                  <a:gd name="connsiteX27" fmla="*/ 32569 w 548189"/>
                  <a:gd name="connsiteY27" fmla="*/ 92382 h 483697"/>
                  <a:gd name="connsiteX28" fmla="*/ 31279 w 548189"/>
                  <a:gd name="connsiteY28" fmla="*/ 156875 h 483697"/>
                  <a:gd name="connsiteX29" fmla="*/ 13866 w 548189"/>
                  <a:gd name="connsiteY29" fmla="*/ 182350 h 483697"/>
                  <a:gd name="connsiteX30" fmla="*/ 645 w 548189"/>
                  <a:gd name="connsiteY30" fmla="*/ 188477 h 483697"/>
                  <a:gd name="connsiteX31" fmla="*/ 0 w 548189"/>
                  <a:gd name="connsiteY31" fmla="*/ 189122 h 483697"/>
                  <a:gd name="connsiteX32" fmla="*/ 7094 w 548189"/>
                  <a:gd name="connsiteY32" fmla="*/ 198473 h 483697"/>
                  <a:gd name="connsiteX33" fmla="*/ 29989 w 548189"/>
                  <a:gd name="connsiteY33" fmla="*/ 212017 h 483697"/>
                  <a:gd name="connsiteX34" fmla="*/ 52884 w 548189"/>
                  <a:gd name="connsiteY34" fmla="*/ 233622 h 483697"/>
                  <a:gd name="connsiteX35" fmla="*/ 52239 w 548189"/>
                  <a:gd name="connsiteY35" fmla="*/ 256517 h 483697"/>
                  <a:gd name="connsiteX36" fmla="*/ 36761 w 548189"/>
                  <a:gd name="connsiteY36" fmla="*/ 284894 h 483697"/>
                  <a:gd name="connsiteX37" fmla="*/ 28699 w 548189"/>
                  <a:gd name="connsiteY37" fmla="*/ 308433 h 483697"/>
                  <a:gd name="connsiteX38" fmla="*/ 50304 w 548189"/>
                  <a:gd name="connsiteY38" fmla="*/ 343260 h 483697"/>
                  <a:gd name="connsiteX39" fmla="*/ 73844 w 548189"/>
                  <a:gd name="connsiteY39" fmla="*/ 360028 h 483697"/>
                  <a:gd name="connsiteX40" fmla="*/ 97384 w 548189"/>
                  <a:gd name="connsiteY40" fmla="*/ 350676 h 483697"/>
                  <a:gd name="connsiteX41" fmla="*/ 118989 w 548189"/>
                  <a:gd name="connsiteY41" fmla="*/ 337133 h 483697"/>
                  <a:gd name="connsiteX42" fmla="*/ 139305 w 548189"/>
                  <a:gd name="connsiteY42" fmla="*/ 330361 h 483697"/>
                  <a:gd name="connsiteX43" fmla="*/ 156073 w 548189"/>
                  <a:gd name="connsiteY43" fmla="*/ 349709 h 483697"/>
                  <a:gd name="connsiteX44" fmla="*/ 190899 w 548189"/>
                  <a:gd name="connsiteY44" fmla="*/ 367767 h 483697"/>
                  <a:gd name="connsiteX45" fmla="*/ 220566 w 548189"/>
                  <a:gd name="connsiteY45" fmla="*/ 383245 h 483697"/>
                  <a:gd name="connsiteX46" fmla="*/ 203153 w 548189"/>
                  <a:gd name="connsiteY46" fmla="*/ 399369 h 483697"/>
                  <a:gd name="connsiteX47" fmla="*/ 193156 w 548189"/>
                  <a:gd name="connsiteY47" fmla="*/ 411622 h 483697"/>
                  <a:gd name="connsiteX48" fmla="*/ 229595 w 548189"/>
                  <a:gd name="connsiteY48" fmla="*/ 435162 h 483697"/>
                  <a:gd name="connsiteX49" fmla="*/ 266033 w 548189"/>
                  <a:gd name="connsiteY49" fmla="*/ 453865 h 483697"/>
                  <a:gd name="connsiteX50" fmla="*/ 309566 w 548189"/>
                  <a:gd name="connsiteY50" fmla="*/ 480307 h 483697"/>
                  <a:gd name="connsiteX51" fmla="*/ 347294 w 548189"/>
                  <a:gd name="connsiteY51" fmla="*/ 495463 h 483697"/>
                  <a:gd name="connsiteX52" fmla="*/ 389537 w 548189"/>
                  <a:gd name="connsiteY52" fmla="*/ 495463 h 483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48189" h="483697">
                    <a:moveTo>
                      <a:pt x="389537" y="495463"/>
                    </a:moveTo>
                    <a:cubicBezTo>
                      <a:pt x="400179" y="508039"/>
                      <a:pt x="402114" y="516101"/>
                      <a:pt x="408240" y="515133"/>
                    </a:cubicBezTo>
                    <a:cubicBezTo>
                      <a:pt x="412432" y="514489"/>
                      <a:pt x="418882" y="501912"/>
                      <a:pt x="426621" y="492238"/>
                    </a:cubicBezTo>
                    <a:cubicBezTo>
                      <a:pt x="423719" y="487724"/>
                      <a:pt x="422106" y="483532"/>
                      <a:pt x="422429" y="480630"/>
                    </a:cubicBezTo>
                    <a:cubicBezTo>
                      <a:pt x="423719" y="468376"/>
                      <a:pt x="447903" y="432260"/>
                      <a:pt x="445324" y="409365"/>
                    </a:cubicBezTo>
                    <a:cubicBezTo>
                      <a:pt x="442744" y="386470"/>
                      <a:pt x="449516" y="378408"/>
                      <a:pt x="466929" y="360995"/>
                    </a:cubicBezTo>
                    <a:cubicBezTo>
                      <a:pt x="484342" y="343582"/>
                      <a:pt x="479183" y="327459"/>
                      <a:pt x="487244" y="307144"/>
                    </a:cubicBezTo>
                    <a:cubicBezTo>
                      <a:pt x="495306" y="286828"/>
                      <a:pt x="511429" y="288441"/>
                      <a:pt x="522070" y="273607"/>
                    </a:cubicBezTo>
                    <a:cubicBezTo>
                      <a:pt x="532712" y="258774"/>
                      <a:pt x="561089" y="230719"/>
                      <a:pt x="551737" y="212984"/>
                    </a:cubicBezTo>
                    <a:cubicBezTo>
                      <a:pt x="542386" y="195571"/>
                      <a:pt x="536904" y="182027"/>
                      <a:pt x="521425" y="177513"/>
                    </a:cubicBezTo>
                    <a:cubicBezTo>
                      <a:pt x="505947" y="172676"/>
                      <a:pt x="497885" y="170096"/>
                      <a:pt x="482407" y="161390"/>
                    </a:cubicBezTo>
                    <a:cubicBezTo>
                      <a:pt x="466929" y="152683"/>
                      <a:pt x="462092" y="144621"/>
                      <a:pt x="450806" y="133980"/>
                    </a:cubicBezTo>
                    <a:cubicBezTo>
                      <a:pt x="439519" y="123339"/>
                      <a:pt x="437907" y="116567"/>
                      <a:pt x="424686" y="107860"/>
                    </a:cubicBezTo>
                    <a:cubicBezTo>
                      <a:pt x="411142" y="99154"/>
                      <a:pt x="391150" y="84965"/>
                      <a:pt x="379541" y="78839"/>
                    </a:cubicBezTo>
                    <a:cubicBezTo>
                      <a:pt x="368255" y="72712"/>
                      <a:pt x="362128" y="77549"/>
                      <a:pt x="340523" y="74646"/>
                    </a:cubicBezTo>
                    <a:cubicBezTo>
                      <a:pt x="318918" y="72067"/>
                      <a:pt x="294733" y="42400"/>
                      <a:pt x="290863" y="34983"/>
                    </a:cubicBezTo>
                    <a:cubicBezTo>
                      <a:pt x="286671" y="27567"/>
                      <a:pt x="275385" y="4672"/>
                      <a:pt x="265388" y="802"/>
                    </a:cubicBezTo>
                    <a:cubicBezTo>
                      <a:pt x="255392" y="-3068"/>
                      <a:pt x="240559" y="8219"/>
                      <a:pt x="235722" y="10153"/>
                    </a:cubicBezTo>
                    <a:cubicBezTo>
                      <a:pt x="234109" y="10798"/>
                      <a:pt x="231852" y="11443"/>
                      <a:pt x="229272" y="11443"/>
                    </a:cubicBezTo>
                    <a:lnTo>
                      <a:pt x="229272" y="11443"/>
                    </a:lnTo>
                    <a:cubicBezTo>
                      <a:pt x="231530" y="23375"/>
                      <a:pt x="242171" y="36596"/>
                      <a:pt x="241204" y="42400"/>
                    </a:cubicBezTo>
                    <a:cubicBezTo>
                      <a:pt x="239914" y="50462"/>
                      <a:pt x="214439" y="57233"/>
                      <a:pt x="203475" y="55944"/>
                    </a:cubicBezTo>
                    <a:cubicBezTo>
                      <a:pt x="192834" y="54654"/>
                      <a:pt x="196703" y="41110"/>
                      <a:pt x="183160" y="31759"/>
                    </a:cubicBezTo>
                    <a:cubicBezTo>
                      <a:pt x="169616" y="22407"/>
                      <a:pt x="193801" y="34338"/>
                      <a:pt x="170906" y="22407"/>
                    </a:cubicBezTo>
                    <a:cubicBezTo>
                      <a:pt x="148011" y="10476"/>
                      <a:pt x="145432" y="23697"/>
                      <a:pt x="131888" y="26599"/>
                    </a:cubicBezTo>
                    <a:cubicBezTo>
                      <a:pt x="118344" y="29179"/>
                      <a:pt x="107703" y="38853"/>
                      <a:pt x="90290" y="37241"/>
                    </a:cubicBezTo>
                    <a:cubicBezTo>
                      <a:pt x="72877" y="35951"/>
                      <a:pt x="71587" y="44012"/>
                      <a:pt x="58044" y="44012"/>
                    </a:cubicBezTo>
                    <a:cubicBezTo>
                      <a:pt x="44500" y="44012"/>
                      <a:pt x="49982" y="83031"/>
                      <a:pt x="32569" y="92382"/>
                    </a:cubicBezTo>
                    <a:cubicBezTo>
                      <a:pt x="15156" y="101733"/>
                      <a:pt x="31279" y="136882"/>
                      <a:pt x="31279" y="156875"/>
                    </a:cubicBezTo>
                    <a:cubicBezTo>
                      <a:pt x="31279" y="176868"/>
                      <a:pt x="27087" y="179770"/>
                      <a:pt x="13866" y="182350"/>
                    </a:cubicBezTo>
                    <a:cubicBezTo>
                      <a:pt x="8062" y="183640"/>
                      <a:pt x="4192" y="186219"/>
                      <a:pt x="645" y="188477"/>
                    </a:cubicBezTo>
                    <a:lnTo>
                      <a:pt x="0" y="189122"/>
                    </a:lnTo>
                    <a:cubicBezTo>
                      <a:pt x="1612" y="192991"/>
                      <a:pt x="3870" y="196216"/>
                      <a:pt x="7094" y="198473"/>
                    </a:cubicBezTo>
                    <a:cubicBezTo>
                      <a:pt x="19993" y="206535"/>
                      <a:pt x="20638" y="204600"/>
                      <a:pt x="29989" y="212017"/>
                    </a:cubicBezTo>
                    <a:cubicBezTo>
                      <a:pt x="39341" y="219433"/>
                      <a:pt x="42243" y="223303"/>
                      <a:pt x="52884" y="233622"/>
                    </a:cubicBezTo>
                    <a:cubicBezTo>
                      <a:pt x="63525" y="243618"/>
                      <a:pt x="59011" y="244263"/>
                      <a:pt x="52239" y="256517"/>
                    </a:cubicBezTo>
                    <a:cubicBezTo>
                      <a:pt x="45468" y="268770"/>
                      <a:pt x="39341" y="274575"/>
                      <a:pt x="36761" y="284894"/>
                    </a:cubicBezTo>
                    <a:cubicBezTo>
                      <a:pt x="34181" y="294890"/>
                      <a:pt x="26120" y="292955"/>
                      <a:pt x="28699" y="308433"/>
                    </a:cubicBezTo>
                    <a:cubicBezTo>
                      <a:pt x="31279" y="323912"/>
                      <a:pt x="39341" y="337455"/>
                      <a:pt x="50304" y="343260"/>
                    </a:cubicBezTo>
                    <a:cubicBezTo>
                      <a:pt x="61268" y="349064"/>
                      <a:pt x="63203" y="350031"/>
                      <a:pt x="73844" y="360028"/>
                    </a:cubicBezTo>
                    <a:cubicBezTo>
                      <a:pt x="84486" y="370024"/>
                      <a:pt x="92547" y="358093"/>
                      <a:pt x="97384" y="350676"/>
                    </a:cubicBezTo>
                    <a:cubicBezTo>
                      <a:pt x="102221" y="343260"/>
                      <a:pt x="106091" y="340680"/>
                      <a:pt x="118989" y="337133"/>
                    </a:cubicBezTo>
                    <a:cubicBezTo>
                      <a:pt x="131888" y="333908"/>
                      <a:pt x="133178" y="327136"/>
                      <a:pt x="139305" y="330361"/>
                    </a:cubicBezTo>
                    <a:cubicBezTo>
                      <a:pt x="145432" y="333586"/>
                      <a:pt x="143497" y="343260"/>
                      <a:pt x="156073" y="349709"/>
                    </a:cubicBezTo>
                    <a:cubicBezTo>
                      <a:pt x="168971" y="356481"/>
                      <a:pt x="174131" y="359705"/>
                      <a:pt x="190899" y="367767"/>
                    </a:cubicBezTo>
                    <a:cubicBezTo>
                      <a:pt x="207667" y="375829"/>
                      <a:pt x="218308" y="377763"/>
                      <a:pt x="220566" y="383245"/>
                    </a:cubicBezTo>
                    <a:cubicBezTo>
                      <a:pt x="222501" y="388727"/>
                      <a:pt x="208312" y="393887"/>
                      <a:pt x="203153" y="399369"/>
                    </a:cubicBezTo>
                    <a:cubicBezTo>
                      <a:pt x="197671" y="404851"/>
                      <a:pt x="187674" y="406785"/>
                      <a:pt x="193156" y="411622"/>
                    </a:cubicBezTo>
                    <a:cubicBezTo>
                      <a:pt x="198638" y="416459"/>
                      <a:pt x="226693" y="417749"/>
                      <a:pt x="229595" y="435162"/>
                    </a:cubicBezTo>
                    <a:cubicBezTo>
                      <a:pt x="232174" y="452575"/>
                      <a:pt x="255070" y="436452"/>
                      <a:pt x="266033" y="453865"/>
                    </a:cubicBezTo>
                    <a:cubicBezTo>
                      <a:pt x="276675" y="471278"/>
                      <a:pt x="309566" y="471278"/>
                      <a:pt x="309566" y="480307"/>
                    </a:cubicBezTo>
                    <a:cubicBezTo>
                      <a:pt x="309566" y="489336"/>
                      <a:pt x="323754" y="495463"/>
                      <a:pt x="347294" y="495463"/>
                    </a:cubicBezTo>
                    <a:cubicBezTo>
                      <a:pt x="369867" y="495463"/>
                      <a:pt x="378573" y="482887"/>
                      <a:pt x="389537" y="49546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32" name="Graphic 4">
                <a:extLst>
                  <a:ext uri="{FF2B5EF4-FFF2-40B4-BE49-F238E27FC236}">
                    <a16:creationId xmlns:a16="http://schemas.microsoft.com/office/drawing/2014/main" id="{7F39BB32-7B57-3DA6-980B-A864C7712A92}"/>
                  </a:ext>
                </a:extLst>
              </p:cNvPr>
              <p:cNvGrpSpPr/>
              <p:nvPr/>
            </p:nvGrpSpPr>
            <p:grpSpPr>
              <a:xfrm>
                <a:off x="5505491" y="1808905"/>
                <a:ext cx="451643" cy="503045"/>
                <a:chOff x="5505491" y="1808905"/>
                <a:chExt cx="451643" cy="503045"/>
              </a:xfrm>
              <a:grpFill/>
            </p:grpSpPr>
            <p:sp>
              <p:nvSpPr>
                <p:cNvPr id="234" name="Freeform: Shape 233">
                  <a:extLst>
                    <a:ext uri="{FF2B5EF4-FFF2-40B4-BE49-F238E27FC236}">
                      <a16:creationId xmlns:a16="http://schemas.microsoft.com/office/drawing/2014/main" id="{704B31B1-63EF-531E-B5E1-CD92A7714198}"/>
                    </a:ext>
                  </a:extLst>
                </p:cNvPr>
                <p:cNvSpPr/>
                <p:nvPr/>
              </p:nvSpPr>
              <p:spPr>
                <a:xfrm>
                  <a:off x="5735887" y="1808905"/>
                  <a:ext cx="32246" cy="32246"/>
                </a:xfrm>
                <a:custGeom>
                  <a:avLst/>
                  <a:gdLst>
                    <a:gd name="connsiteX0" fmla="*/ 9195 w 0"/>
                    <a:gd name="connsiteY0" fmla="*/ 20481 h 0"/>
                    <a:gd name="connsiteX1" fmla="*/ 5648 w 0"/>
                    <a:gd name="connsiteY1" fmla="*/ 18224 h 0"/>
                    <a:gd name="connsiteX2" fmla="*/ 166 w 0"/>
                    <a:gd name="connsiteY2" fmla="*/ 5003 h 0"/>
                    <a:gd name="connsiteX3" fmla="*/ 3068 w 0"/>
                    <a:gd name="connsiteY3" fmla="*/ 166 h 0"/>
                    <a:gd name="connsiteX4" fmla="*/ 7905 w 0"/>
                    <a:gd name="connsiteY4" fmla="*/ 3068 h 0"/>
                    <a:gd name="connsiteX5" fmla="*/ 12742 w 0"/>
                    <a:gd name="connsiteY5" fmla="*/ 14677 h 0"/>
                    <a:gd name="connsiteX6" fmla="*/ 10807 w 0"/>
                    <a:gd name="connsiteY6" fmla="*/ 20159 h 0"/>
                    <a:gd name="connsiteX7" fmla="*/ 9195 w 0"/>
                    <a:gd name="connsiteY7" fmla="*/ 20481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>
                      <a:moveTo>
                        <a:pt x="9195" y="20481"/>
                      </a:moveTo>
                      <a:cubicBezTo>
                        <a:pt x="7583" y="20481"/>
                        <a:pt x="6293" y="19514"/>
                        <a:pt x="5648" y="18224"/>
                      </a:cubicBezTo>
                      <a:cubicBezTo>
                        <a:pt x="3713" y="14032"/>
                        <a:pt x="1456" y="9840"/>
                        <a:pt x="166" y="5003"/>
                      </a:cubicBezTo>
                      <a:cubicBezTo>
                        <a:pt x="-479" y="2746"/>
                        <a:pt x="811" y="488"/>
                        <a:pt x="3068" y="166"/>
                      </a:cubicBezTo>
                      <a:cubicBezTo>
                        <a:pt x="5325" y="-479"/>
                        <a:pt x="7583" y="811"/>
                        <a:pt x="7905" y="3068"/>
                      </a:cubicBezTo>
                      <a:cubicBezTo>
                        <a:pt x="8873" y="6938"/>
                        <a:pt x="10807" y="11130"/>
                        <a:pt x="12742" y="14677"/>
                      </a:cubicBezTo>
                      <a:cubicBezTo>
                        <a:pt x="13710" y="16612"/>
                        <a:pt x="13065" y="19191"/>
                        <a:pt x="10807" y="20159"/>
                      </a:cubicBezTo>
                      <a:cubicBezTo>
                        <a:pt x="10485" y="20481"/>
                        <a:pt x="9840" y="20481"/>
                        <a:pt x="9195" y="20481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Freeform: Shape 234">
                  <a:extLst>
                    <a:ext uri="{FF2B5EF4-FFF2-40B4-BE49-F238E27FC236}">
                      <a16:creationId xmlns:a16="http://schemas.microsoft.com/office/drawing/2014/main" id="{1E2EFF4D-1B34-4F9F-952C-ED0DD18A064F}"/>
                    </a:ext>
                  </a:extLst>
                </p:cNvPr>
                <p:cNvSpPr/>
                <p:nvPr/>
              </p:nvSpPr>
              <p:spPr>
                <a:xfrm>
                  <a:off x="5532249" y="1814224"/>
                  <a:ext cx="193479" cy="128986"/>
                </a:xfrm>
                <a:custGeom>
                  <a:avLst/>
                  <a:gdLst>
                    <a:gd name="connsiteX0" fmla="*/ 9358 w 193478"/>
                    <a:gd name="connsiteY0" fmla="*/ 147695 h 128985"/>
                    <a:gd name="connsiteX1" fmla="*/ 9358 w 193478"/>
                    <a:gd name="connsiteY1" fmla="*/ 147695 h 128985"/>
                    <a:gd name="connsiteX2" fmla="*/ 5166 w 193478"/>
                    <a:gd name="connsiteY2" fmla="*/ 143503 h 128985"/>
                    <a:gd name="connsiteX3" fmla="*/ 5166 w 193478"/>
                    <a:gd name="connsiteY3" fmla="*/ 141246 h 128985"/>
                    <a:gd name="connsiteX4" fmla="*/ 1941 w 193478"/>
                    <a:gd name="connsiteY4" fmla="*/ 119964 h 128985"/>
                    <a:gd name="connsiteX5" fmla="*/ 9680 w 193478"/>
                    <a:gd name="connsiteY5" fmla="*/ 118351 h 128985"/>
                    <a:gd name="connsiteX6" fmla="*/ 5811 w 193478"/>
                    <a:gd name="connsiteY6" fmla="*/ 119319 h 128985"/>
                    <a:gd name="connsiteX7" fmla="*/ 9680 w 193478"/>
                    <a:gd name="connsiteY7" fmla="*/ 118674 h 128985"/>
                    <a:gd name="connsiteX8" fmla="*/ 12905 w 193478"/>
                    <a:gd name="connsiteY8" fmla="*/ 141569 h 128985"/>
                    <a:gd name="connsiteX9" fmla="*/ 12905 w 193478"/>
                    <a:gd name="connsiteY9" fmla="*/ 143826 h 128985"/>
                    <a:gd name="connsiteX10" fmla="*/ 9358 w 193478"/>
                    <a:gd name="connsiteY10" fmla="*/ 147695 h 128985"/>
                    <a:gd name="connsiteX11" fmla="*/ 3876 w 193478"/>
                    <a:gd name="connsiteY11" fmla="*/ 88684 h 128985"/>
                    <a:gd name="connsiteX12" fmla="*/ 2586 w 193478"/>
                    <a:gd name="connsiteY12" fmla="*/ 88362 h 128985"/>
                    <a:gd name="connsiteX13" fmla="*/ 329 w 193478"/>
                    <a:gd name="connsiteY13" fmla="*/ 83202 h 128985"/>
                    <a:gd name="connsiteX14" fmla="*/ 8713 w 193478"/>
                    <a:gd name="connsiteY14" fmla="*/ 73206 h 128985"/>
                    <a:gd name="connsiteX15" fmla="*/ 16130 w 193478"/>
                    <a:gd name="connsiteY15" fmla="*/ 64500 h 128985"/>
                    <a:gd name="connsiteX16" fmla="*/ 21612 w 193478"/>
                    <a:gd name="connsiteY16" fmla="*/ 62565 h 128985"/>
                    <a:gd name="connsiteX17" fmla="*/ 23546 w 193478"/>
                    <a:gd name="connsiteY17" fmla="*/ 68047 h 128985"/>
                    <a:gd name="connsiteX18" fmla="*/ 12583 w 193478"/>
                    <a:gd name="connsiteY18" fmla="*/ 80623 h 128985"/>
                    <a:gd name="connsiteX19" fmla="*/ 7746 w 193478"/>
                    <a:gd name="connsiteY19" fmla="*/ 86427 h 128985"/>
                    <a:gd name="connsiteX20" fmla="*/ 3876 w 193478"/>
                    <a:gd name="connsiteY20" fmla="*/ 88684 h 128985"/>
                    <a:gd name="connsiteX21" fmla="*/ 184456 w 193478"/>
                    <a:gd name="connsiteY21" fmla="*/ 44829 h 128985"/>
                    <a:gd name="connsiteX22" fmla="*/ 180909 w 193478"/>
                    <a:gd name="connsiteY22" fmla="*/ 44507 h 128985"/>
                    <a:gd name="connsiteX23" fmla="*/ 179942 w 193478"/>
                    <a:gd name="connsiteY23" fmla="*/ 44184 h 128985"/>
                    <a:gd name="connsiteX24" fmla="*/ 176717 w 193478"/>
                    <a:gd name="connsiteY24" fmla="*/ 39347 h 128985"/>
                    <a:gd name="connsiteX25" fmla="*/ 181554 w 193478"/>
                    <a:gd name="connsiteY25" fmla="*/ 36123 h 128985"/>
                    <a:gd name="connsiteX26" fmla="*/ 182199 w 193478"/>
                    <a:gd name="connsiteY26" fmla="*/ 36123 h 128985"/>
                    <a:gd name="connsiteX27" fmla="*/ 204127 w 193478"/>
                    <a:gd name="connsiteY27" fmla="*/ 32575 h 128985"/>
                    <a:gd name="connsiteX28" fmla="*/ 209286 w 193478"/>
                    <a:gd name="connsiteY28" fmla="*/ 35155 h 128985"/>
                    <a:gd name="connsiteX29" fmla="*/ 206706 w 193478"/>
                    <a:gd name="connsiteY29" fmla="*/ 40315 h 128985"/>
                    <a:gd name="connsiteX30" fmla="*/ 184456 w 193478"/>
                    <a:gd name="connsiteY30" fmla="*/ 44829 h 128985"/>
                    <a:gd name="connsiteX31" fmla="*/ 29996 w 193478"/>
                    <a:gd name="connsiteY31" fmla="*/ 36768 h 128985"/>
                    <a:gd name="connsiteX32" fmla="*/ 28061 w 193478"/>
                    <a:gd name="connsiteY32" fmla="*/ 36123 h 128985"/>
                    <a:gd name="connsiteX33" fmla="*/ 26449 w 193478"/>
                    <a:gd name="connsiteY33" fmla="*/ 30641 h 128985"/>
                    <a:gd name="connsiteX34" fmla="*/ 36123 w 193478"/>
                    <a:gd name="connsiteY34" fmla="*/ 24191 h 128985"/>
                    <a:gd name="connsiteX35" fmla="*/ 47731 w 193478"/>
                    <a:gd name="connsiteY35" fmla="*/ 21289 h 128985"/>
                    <a:gd name="connsiteX36" fmla="*/ 50633 w 193478"/>
                    <a:gd name="connsiteY36" fmla="*/ 19999 h 128985"/>
                    <a:gd name="connsiteX37" fmla="*/ 55793 w 193478"/>
                    <a:gd name="connsiteY37" fmla="*/ 22257 h 128985"/>
                    <a:gd name="connsiteX38" fmla="*/ 53536 w 193478"/>
                    <a:gd name="connsiteY38" fmla="*/ 27416 h 128985"/>
                    <a:gd name="connsiteX39" fmla="*/ 50956 w 193478"/>
                    <a:gd name="connsiteY39" fmla="*/ 28383 h 128985"/>
                    <a:gd name="connsiteX40" fmla="*/ 36123 w 193478"/>
                    <a:gd name="connsiteY40" fmla="*/ 31930 h 128985"/>
                    <a:gd name="connsiteX41" fmla="*/ 33220 w 193478"/>
                    <a:gd name="connsiteY41" fmla="*/ 34188 h 128985"/>
                    <a:gd name="connsiteX42" fmla="*/ 29996 w 193478"/>
                    <a:gd name="connsiteY42" fmla="*/ 36768 h 128985"/>
                    <a:gd name="connsiteX43" fmla="*/ 86427 w 193478"/>
                    <a:gd name="connsiteY43" fmla="*/ 23546 h 128985"/>
                    <a:gd name="connsiteX44" fmla="*/ 82558 w 193478"/>
                    <a:gd name="connsiteY44" fmla="*/ 20644 h 128985"/>
                    <a:gd name="connsiteX45" fmla="*/ 85137 w 193478"/>
                    <a:gd name="connsiteY45" fmla="*/ 15485 h 128985"/>
                    <a:gd name="connsiteX46" fmla="*/ 94489 w 193478"/>
                    <a:gd name="connsiteY46" fmla="*/ 11938 h 128985"/>
                    <a:gd name="connsiteX47" fmla="*/ 109000 w 193478"/>
                    <a:gd name="connsiteY47" fmla="*/ 7101 h 128985"/>
                    <a:gd name="connsiteX48" fmla="*/ 113837 w 193478"/>
                    <a:gd name="connsiteY48" fmla="*/ 10325 h 128985"/>
                    <a:gd name="connsiteX49" fmla="*/ 110612 w 193478"/>
                    <a:gd name="connsiteY49" fmla="*/ 15162 h 128985"/>
                    <a:gd name="connsiteX50" fmla="*/ 97391 w 193478"/>
                    <a:gd name="connsiteY50" fmla="*/ 19677 h 128985"/>
                    <a:gd name="connsiteX51" fmla="*/ 87394 w 193478"/>
                    <a:gd name="connsiteY51" fmla="*/ 23546 h 128985"/>
                    <a:gd name="connsiteX52" fmla="*/ 86427 w 193478"/>
                    <a:gd name="connsiteY52" fmla="*/ 23546 h 128985"/>
                    <a:gd name="connsiteX53" fmla="*/ 158659 w 193478"/>
                    <a:gd name="connsiteY53" fmla="*/ 18709 h 128985"/>
                    <a:gd name="connsiteX54" fmla="*/ 156079 w 193478"/>
                    <a:gd name="connsiteY54" fmla="*/ 17742 h 128985"/>
                    <a:gd name="connsiteX55" fmla="*/ 152532 w 193478"/>
                    <a:gd name="connsiteY55" fmla="*/ 13550 h 128985"/>
                    <a:gd name="connsiteX56" fmla="*/ 146728 w 193478"/>
                    <a:gd name="connsiteY56" fmla="*/ 10648 h 128985"/>
                    <a:gd name="connsiteX57" fmla="*/ 140601 w 193478"/>
                    <a:gd name="connsiteY57" fmla="*/ 7746 h 128985"/>
                    <a:gd name="connsiteX58" fmla="*/ 138344 w 193478"/>
                    <a:gd name="connsiteY58" fmla="*/ 2586 h 128985"/>
                    <a:gd name="connsiteX59" fmla="*/ 143503 w 193478"/>
                    <a:gd name="connsiteY59" fmla="*/ 329 h 128985"/>
                    <a:gd name="connsiteX60" fmla="*/ 150597 w 193478"/>
                    <a:gd name="connsiteY60" fmla="*/ 3554 h 128985"/>
                    <a:gd name="connsiteX61" fmla="*/ 163174 w 193478"/>
                    <a:gd name="connsiteY61" fmla="*/ 12905 h 128985"/>
                    <a:gd name="connsiteX62" fmla="*/ 163174 w 193478"/>
                    <a:gd name="connsiteY62" fmla="*/ 17097 h 128985"/>
                    <a:gd name="connsiteX63" fmla="*/ 161884 w 193478"/>
                    <a:gd name="connsiteY63" fmla="*/ 17097 h 128985"/>
                    <a:gd name="connsiteX64" fmla="*/ 161561 w 193478"/>
                    <a:gd name="connsiteY64" fmla="*/ 17420 h 128985"/>
                    <a:gd name="connsiteX65" fmla="*/ 158659 w 193478"/>
                    <a:gd name="connsiteY65" fmla="*/ 18709 h 1289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193478" h="128985">
                      <a:moveTo>
                        <a:pt x="9358" y="147695"/>
                      </a:moveTo>
                      <a:cubicBezTo>
                        <a:pt x="9358" y="147695"/>
                        <a:pt x="9358" y="147695"/>
                        <a:pt x="9358" y="147695"/>
                      </a:cubicBezTo>
                      <a:cubicBezTo>
                        <a:pt x="7101" y="147695"/>
                        <a:pt x="5166" y="145761"/>
                        <a:pt x="5166" y="143503"/>
                      </a:cubicBezTo>
                      <a:lnTo>
                        <a:pt x="5166" y="141246"/>
                      </a:lnTo>
                      <a:cubicBezTo>
                        <a:pt x="5166" y="135442"/>
                        <a:pt x="3554" y="127703"/>
                        <a:pt x="1941" y="119964"/>
                      </a:cubicBezTo>
                      <a:lnTo>
                        <a:pt x="9680" y="118351"/>
                      </a:lnTo>
                      <a:lnTo>
                        <a:pt x="5811" y="119319"/>
                      </a:lnTo>
                      <a:lnTo>
                        <a:pt x="9680" y="118674"/>
                      </a:lnTo>
                      <a:cubicBezTo>
                        <a:pt x="11293" y="127058"/>
                        <a:pt x="12905" y="134797"/>
                        <a:pt x="12905" y="141569"/>
                      </a:cubicBezTo>
                      <a:lnTo>
                        <a:pt x="12905" y="143826"/>
                      </a:lnTo>
                      <a:cubicBezTo>
                        <a:pt x="13228" y="145761"/>
                        <a:pt x="11615" y="147695"/>
                        <a:pt x="9358" y="147695"/>
                      </a:cubicBezTo>
                      <a:close/>
                      <a:moveTo>
                        <a:pt x="3876" y="88684"/>
                      </a:moveTo>
                      <a:cubicBezTo>
                        <a:pt x="3554" y="88684"/>
                        <a:pt x="2909" y="88684"/>
                        <a:pt x="2586" y="88362"/>
                      </a:cubicBezTo>
                      <a:cubicBezTo>
                        <a:pt x="651" y="87717"/>
                        <a:pt x="-638" y="85137"/>
                        <a:pt x="329" y="83202"/>
                      </a:cubicBezTo>
                      <a:cubicBezTo>
                        <a:pt x="1941" y="78688"/>
                        <a:pt x="4844" y="75463"/>
                        <a:pt x="8713" y="73206"/>
                      </a:cubicBezTo>
                      <a:cubicBezTo>
                        <a:pt x="11615" y="71594"/>
                        <a:pt x="14195" y="68692"/>
                        <a:pt x="16130" y="64500"/>
                      </a:cubicBezTo>
                      <a:cubicBezTo>
                        <a:pt x="17097" y="62565"/>
                        <a:pt x="19354" y="61597"/>
                        <a:pt x="21612" y="62565"/>
                      </a:cubicBezTo>
                      <a:cubicBezTo>
                        <a:pt x="23546" y="63532"/>
                        <a:pt x="24514" y="65789"/>
                        <a:pt x="23546" y="68047"/>
                      </a:cubicBezTo>
                      <a:cubicBezTo>
                        <a:pt x="20644" y="74173"/>
                        <a:pt x="17097" y="78043"/>
                        <a:pt x="12583" y="80623"/>
                      </a:cubicBezTo>
                      <a:cubicBezTo>
                        <a:pt x="10325" y="81913"/>
                        <a:pt x="8713" y="83525"/>
                        <a:pt x="7746" y="86427"/>
                      </a:cubicBezTo>
                      <a:cubicBezTo>
                        <a:pt x="7101" y="87717"/>
                        <a:pt x="5811" y="88684"/>
                        <a:pt x="3876" y="88684"/>
                      </a:cubicBezTo>
                      <a:close/>
                      <a:moveTo>
                        <a:pt x="184456" y="44829"/>
                      </a:moveTo>
                      <a:cubicBezTo>
                        <a:pt x="183166" y="44829"/>
                        <a:pt x="181877" y="44829"/>
                        <a:pt x="180909" y="44507"/>
                      </a:cubicBezTo>
                      <a:cubicBezTo>
                        <a:pt x="180587" y="44507"/>
                        <a:pt x="180264" y="44507"/>
                        <a:pt x="179942" y="44184"/>
                      </a:cubicBezTo>
                      <a:cubicBezTo>
                        <a:pt x="177685" y="43862"/>
                        <a:pt x="176395" y="41605"/>
                        <a:pt x="176717" y="39347"/>
                      </a:cubicBezTo>
                      <a:cubicBezTo>
                        <a:pt x="177040" y="37090"/>
                        <a:pt x="179297" y="35800"/>
                        <a:pt x="181554" y="36123"/>
                      </a:cubicBezTo>
                      <a:lnTo>
                        <a:pt x="182199" y="36123"/>
                      </a:lnTo>
                      <a:cubicBezTo>
                        <a:pt x="187359" y="36768"/>
                        <a:pt x="196388" y="35155"/>
                        <a:pt x="204127" y="32575"/>
                      </a:cubicBezTo>
                      <a:cubicBezTo>
                        <a:pt x="206384" y="31930"/>
                        <a:pt x="208641" y="32898"/>
                        <a:pt x="209286" y="35155"/>
                      </a:cubicBezTo>
                      <a:cubicBezTo>
                        <a:pt x="209931" y="37412"/>
                        <a:pt x="208964" y="39670"/>
                        <a:pt x="206706" y="40315"/>
                      </a:cubicBezTo>
                      <a:cubicBezTo>
                        <a:pt x="198967" y="43217"/>
                        <a:pt x="190583" y="44829"/>
                        <a:pt x="184456" y="44829"/>
                      </a:cubicBezTo>
                      <a:close/>
                      <a:moveTo>
                        <a:pt x="29996" y="36768"/>
                      </a:moveTo>
                      <a:cubicBezTo>
                        <a:pt x="29351" y="36768"/>
                        <a:pt x="28706" y="36445"/>
                        <a:pt x="28061" y="36123"/>
                      </a:cubicBezTo>
                      <a:cubicBezTo>
                        <a:pt x="26126" y="35155"/>
                        <a:pt x="25481" y="32575"/>
                        <a:pt x="26449" y="30641"/>
                      </a:cubicBezTo>
                      <a:cubicBezTo>
                        <a:pt x="29351" y="25481"/>
                        <a:pt x="33543" y="24191"/>
                        <a:pt x="36123" y="24191"/>
                      </a:cubicBezTo>
                      <a:cubicBezTo>
                        <a:pt x="41282" y="24191"/>
                        <a:pt x="44184" y="22902"/>
                        <a:pt x="47731" y="21289"/>
                      </a:cubicBezTo>
                      <a:cubicBezTo>
                        <a:pt x="48699" y="20967"/>
                        <a:pt x="49666" y="20322"/>
                        <a:pt x="50633" y="19999"/>
                      </a:cubicBezTo>
                      <a:cubicBezTo>
                        <a:pt x="52568" y="19032"/>
                        <a:pt x="55148" y="19999"/>
                        <a:pt x="55793" y="22257"/>
                      </a:cubicBezTo>
                      <a:cubicBezTo>
                        <a:pt x="56760" y="24191"/>
                        <a:pt x="55793" y="26771"/>
                        <a:pt x="53536" y="27416"/>
                      </a:cubicBezTo>
                      <a:cubicBezTo>
                        <a:pt x="52568" y="27739"/>
                        <a:pt x="51923" y="28061"/>
                        <a:pt x="50956" y="28383"/>
                      </a:cubicBezTo>
                      <a:cubicBezTo>
                        <a:pt x="47086" y="29996"/>
                        <a:pt x="42894" y="31930"/>
                        <a:pt x="36123" y="31930"/>
                      </a:cubicBezTo>
                      <a:cubicBezTo>
                        <a:pt x="35800" y="31930"/>
                        <a:pt x="34510" y="31930"/>
                        <a:pt x="33220" y="34188"/>
                      </a:cubicBezTo>
                      <a:cubicBezTo>
                        <a:pt x="32575" y="36123"/>
                        <a:pt x="31286" y="36768"/>
                        <a:pt x="29996" y="36768"/>
                      </a:cubicBezTo>
                      <a:close/>
                      <a:moveTo>
                        <a:pt x="86427" y="23546"/>
                      </a:moveTo>
                      <a:cubicBezTo>
                        <a:pt x="84815" y="23546"/>
                        <a:pt x="83202" y="22579"/>
                        <a:pt x="82558" y="20644"/>
                      </a:cubicBezTo>
                      <a:cubicBezTo>
                        <a:pt x="81913" y="18387"/>
                        <a:pt x="83202" y="16130"/>
                        <a:pt x="85137" y="15485"/>
                      </a:cubicBezTo>
                      <a:cubicBezTo>
                        <a:pt x="88362" y="14517"/>
                        <a:pt x="91264" y="13228"/>
                        <a:pt x="94489" y="11938"/>
                      </a:cubicBezTo>
                      <a:cubicBezTo>
                        <a:pt x="99003" y="10003"/>
                        <a:pt x="103840" y="8068"/>
                        <a:pt x="109000" y="7101"/>
                      </a:cubicBezTo>
                      <a:cubicBezTo>
                        <a:pt x="111257" y="6778"/>
                        <a:pt x="113192" y="8068"/>
                        <a:pt x="113837" y="10325"/>
                      </a:cubicBezTo>
                      <a:cubicBezTo>
                        <a:pt x="114159" y="12583"/>
                        <a:pt x="112869" y="14517"/>
                        <a:pt x="110612" y="15162"/>
                      </a:cubicBezTo>
                      <a:cubicBezTo>
                        <a:pt x="106097" y="16130"/>
                        <a:pt x="101905" y="17742"/>
                        <a:pt x="97391" y="19677"/>
                      </a:cubicBezTo>
                      <a:cubicBezTo>
                        <a:pt x="94166" y="20967"/>
                        <a:pt x="90942" y="22257"/>
                        <a:pt x="87394" y="23546"/>
                      </a:cubicBezTo>
                      <a:cubicBezTo>
                        <a:pt x="87072" y="23546"/>
                        <a:pt x="86749" y="23546"/>
                        <a:pt x="86427" y="23546"/>
                      </a:cubicBezTo>
                      <a:close/>
                      <a:moveTo>
                        <a:pt x="158659" y="18709"/>
                      </a:moveTo>
                      <a:cubicBezTo>
                        <a:pt x="157692" y="18709"/>
                        <a:pt x="157047" y="18387"/>
                        <a:pt x="156079" y="17742"/>
                      </a:cubicBezTo>
                      <a:cubicBezTo>
                        <a:pt x="154467" y="16452"/>
                        <a:pt x="153177" y="15162"/>
                        <a:pt x="152532" y="13550"/>
                      </a:cubicBezTo>
                      <a:cubicBezTo>
                        <a:pt x="150275" y="12260"/>
                        <a:pt x="148018" y="10970"/>
                        <a:pt x="146728" y="10648"/>
                      </a:cubicBezTo>
                      <a:cubicBezTo>
                        <a:pt x="144471" y="9358"/>
                        <a:pt x="142213" y="8391"/>
                        <a:pt x="140601" y="7746"/>
                      </a:cubicBezTo>
                      <a:cubicBezTo>
                        <a:pt x="138666" y="7101"/>
                        <a:pt x="137376" y="4521"/>
                        <a:pt x="138344" y="2586"/>
                      </a:cubicBezTo>
                      <a:cubicBezTo>
                        <a:pt x="138989" y="651"/>
                        <a:pt x="141569" y="-638"/>
                        <a:pt x="143503" y="329"/>
                      </a:cubicBezTo>
                      <a:cubicBezTo>
                        <a:pt x="145761" y="1296"/>
                        <a:pt x="148340" y="2264"/>
                        <a:pt x="150597" y="3554"/>
                      </a:cubicBezTo>
                      <a:cubicBezTo>
                        <a:pt x="163174" y="10003"/>
                        <a:pt x="163174" y="10003"/>
                        <a:pt x="163174" y="12905"/>
                      </a:cubicBezTo>
                      <a:lnTo>
                        <a:pt x="163174" y="17097"/>
                      </a:lnTo>
                      <a:lnTo>
                        <a:pt x="161884" y="17097"/>
                      </a:lnTo>
                      <a:cubicBezTo>
                        <a:pt x="161884" y="17097"/>
                        <a:pt x="161884" y="17420"/>
                        <a:pt x="161561" y="17420"/>
                      </a:cubicBezTo>
                      <a:cubicBezTo>
                        <a:pt x="161239" y="18065"/>
                        <a:pt x="159949" y="18709"/>
                        <a:pt x="158659" y="18709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Freeform: Shape 235">
                  <a:extLst>
                    <a:ext uri="{FF2B5EF4-FFF2-40B4-BE49-F238E27FC236}">
                      <a16:creationId xmlns:a16="http://schemas.microsoft.com/office/drawing/2014/main" id="{AB460848-8E1A-51EB-5E0C-A1B2AED693FE}"/>
                    </a:ext>
                  </a:extLst>
                </p:cNvPr>
                <p:cNvSpPr/>
                <p:nvPr/>
              </p:nvSpPr>
              <p:spPr>
                <a:xfrm>
                  <a:off x="5505491" y="1977232"/>
                  <a:ext cx="32246" cy="32246"/>
                </a:xfrm>
                <a:custGeom>
                  <a:avLst/>
                  <a:gdLst>
                    <a:gd name="connsiteX0" fmla="*/ 13221 w 0"/>
                    <a:gd name="connsiteY0" fmla="*/ 24673 h 0"/>
                    <a:gd name="connsiteX1" fmla="*/ 10964 w 0"/>
                    <a:gd name="connsiteY1" fmla="*/ 24028 h 0"/>
                    <a:gd name="connsiteX2" fmla="*/ 9674 w 0"/>
                    <a:gd name="connsiteY2" fmla="*/ 23061 h 0"/>
                    <a:gd name="connsiteX3" fmla="*/ 967 w 0"/>
                    <a:gd name="connsiteY3" fmla="*/ 12097 h 0"/>
                    <a:gd name="connsiteX4" fmla="*/ 0 w 0"/>
                    <a:gd name="connsiteY4" fmla="*/ 9840 h 0"/>
                    <a:gd name="connsiteX5" fmla="*/ 3547 w 0"/>
                    <a:gd name="connsiteY5" fmla="*/ 6293 h 0"/>
                    <a:gd name="connsiteX6" fmla="*/ 15478 w 0"/>
                    <a:gd name="connsiteY6" fmla="*/ 166 h 0"/>
                    <a:gd name="connsiteX7" fmla="*/ 20315 w 0"/>
                    <a:gd name="connsiteY7" fmla="*/ 3068 h 0"/>
                    <a:gd name="connsiteX8" fmla="*/ 17413 w 0"/>
                    <a:gd name="connsiteY8" fmla="*/ 7905 h 0"/>
                    <a:gd name="connsiteX9" fmla="*/ 9674 w 0"/>
                    <a:gd name="connsiteY9" fmla="*/ 11775 h 0"/>
                    <a:gd name="connsiteX10" fmla="*/ 13866 w 0"/>
                    <a:gd name="connsiteY10" fmla="*/ 16289 h 0"/>
                    <a:gd name="connsiteX11" fmla="*/ 15156 w 0"/>
                    <a:gd name="connsiteY11" fmla="*/ 17257 h 0"/>
                    <a:gd name="connsiteX12" fmla="*/ 16446 w 0"/>
                    <a:gd name="connsiteY12" fmla="*/ 22738 h 0"/>
                    <a:gd name="connsiteX13" fmla="*/ 13221 w 0"/>
                    <a:gd name="connsiteY13" fmla="*/ 24673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13221" y="24673"/>
                      </a:moveTo>
                      <a:cubicBezTo>
                        <a:pt x="12576" y="24673"/>
                        <a:pt x="11609" y="24351"/>
                        <a:pt x="10964" y="24028"/>
                      </a:cubicBezTo>
                      <a:lnTo>
                        <a:pt x="9674" y="23061"/>
                      </a:lnTo>
                      <a:cubicBezTo>
                        <a:pt x="6127" y="20804"/>
                        <a:pt x="3225" y="16934"/>
                        <a:pt x="967" y="12097"/>
                      </a:cubicBezTo>
                      <a:lnTo>
                        <a:pt x="0" y="9840"/>
                      </a:lnTo>
                      <a:lnTo>
                        <a:pt x="3547" y="6293"/>
                      </a:lnTo>
                      <a:cubicBezTo>
                        <a:pt x="6772" y="4036"/>
                        <a:pt x="10319" y="1778"/>
                        <a:pt x="15478" y="166"/>
                      </a:cubicBezTo>
                      <a:cubicBezTo>
                        <a:pt x="17736" y="-479"/>
                        <a:pt x="19993" y="811"/>
                        <a:pt x="20315" y="3068"/>
                      </a:cubicBezTo>
                      <a:cubicBezTo>
                        <a:pt x="20960" y="5325"/>
                        <a:pt x="19670" y="7583"/>
                        <a:pt x="17413" y="7905"/>
                      </a:cubicBezTo>
                      <a:cubicBezTo>
                        <a:pt x="14511" y="8872"/>
                        <a:pt x="11931" y="10162"/>
                        <a:pt x="9674" y="11775"/>
                      </a:cubicBezTo>
                      <a:cubicBezTo>
                        <a:pt x="10964" y="13709"/>
                        <a:pt x="12254" y="15322"/>
                        <a:pt x="13866" y="16289"/>
                      </a:cubicBezTo>
                      <a:lnTo>
                        <a:pt x="15156" y="17257"/>
                      </a:lnTo>
                      <a:cubicBezTo>
                        <a:pt x="17091" y="18547"/>
                        <a:pt x="17736" y="20804"/>
                        <a:pt x="16446" y="22738"/>
                      </a:cubicBezTo>
                      <a:cubicBezTo>
                        <a:pt x="15801" y="24028"/>
                        <a:pt x="14511" y="24673"/>
                        <a:pt x="13221" y="2467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Freeform: Shape 236">
                  <a:extLst>
                    <a:ext uri="{FF2B5EF4-FFF2-40B4-BE49-F238E27FC236}">
                      <a16:creationId xmlns:a16="http://schemas.microsoft.com/office/drawing/2014/main" id="{B3E456C7-965A-0D11-2E7A-9786851D8ED2}"/>
                    </a:ext>
                  </a:extLst>
                </p:cNvPr>
                <p:cNvSpPr/>
                <p:nvPr/>
              </p:nvSpPr>
              <p:spPr>
                <a:xfrm>
                  <a:off x="5534471" y="2016174"/>
                  <a:ext cx="354711" cy="257972"/>
                </a:xfrm>
                <a:custGeom>
                  <a:avLst/>
                  <a:gdLst>
                    <a:gd name="connsiteX0" fmla="*/ 367651 w 354711"/>
                    <a:gd name="connsiteY0" fmla="*/ 285301 h 257971"/>
                    <a:gd name="connsiteX1" fmla="*/ 364426 w 354711"/>
                    <a:gd name="connsiteY1" fmla="*/ 283689 h 257971"/>
                    <a:gd name="connsiteX2" fmla="*/ 361846 w 354711"/>
                    <a:gd name="connsiteY2" fmla="*/ 280464 h 257971"/>
                    <a:gd name="connsiteX3" fmla="*/ 354107 w 354711"/>
                    <a:gd name="connsiteY3" fmla="*/ 276272 h 257971"/>
                    <a:gd name="connsiteX4" fmla="*/ 344756 w 354711"/>
                    <a:gd name="connsiteY4" fmla="*/ 278207 h 257971"/>
                    <a:gd name="connsiteX5" fmla="*/ 343144 w 354711"/>
                    <a:gd name="connsiteY5" fmla="*/ 274337 h 257971"/>
                    <a:gd name="connsiteX6" fmla="*/ 342499 w 354711"/>
                    <a:gd name="connsiteY6" fmla="*/ 270467 h 257971"/>
                    <a:gd name="connsiteX7" fmla="*/ 354107 w 354711"/>
                    <a:gd name="connsiteY7" fmla="*/ 268210 h 257971"/>
                    <a:gd name="connsiteX8" fmla="*/ 367973 w 354711"/>
                    <a:gd name="connsiteY8" fmla="*/ 275304 h 257971"/>
                    <a:gd name="connsiteX9" fmla="*/ 370876 w 354711"/>
                    <a:gd name="connsiteY9" fmla="*/ 278852 h 257971"/>
                    <a:gd name="connsiteX10" fmla="*/ 370231 w 354711"/>
                    <a:gd name="connsiteY10" fmla="*/ 284656 h 257971"/>
                    <a:gd name="connsiteX11" fmla="*/ 367651 w 354711"/>
                    <a:gd name="connsiteY11" fmla="*/ 285301 h 257971"/>
                    <a:gd name="connsiteX12" fmla="*/ 304770 w 354711"/>
                    <a:gd name="connsiteY12" fmla="*/ 280464 h 257971"/>
                    <a:gd name="connsiteX13" fmla="*/ 304125 w 354711"/>
                    <a:gd name="connsiteY13" fmla="*/ 280464 h 257971"/>
                    <a:gd name="connsiteX14" fmla="*/ 280585 w 354711"/>
                    <a:gd name="connsiteY14" fmla="*/ 262728 h 257971"/>
                    <a:gd name="connsiteX15" fmla="*/ 282843 w 354711"/>
                    <a:gd name="connsiteY15" fmla="*/ 257569 h 257971"/>
                    <a:gd name="connsiteX16" fmla="*/ 288002 w 354711"/>
                    <a:gd name="connsiteY16" fmla="*/ 259826 h 257971"/>
                    <a:gd name="connsiteX17" fmla="*/ 288647 w 354711"/>
                    <a:gd name="connsiteY17" fmla="*/ 262728 h 257971"/>
                    <a:gd name="connsiteX18" fmla="*/ 305738 w 354711"/>
                    <a:gd name="connsiteY18" fmla="*/ 272725 h 257971"/>
                    <a:gd name="connsiteX19" fmla="*/ 308962 w 354711"/>
                    <a:gd name="connsiteY19" fmla="*/ 277562 h 257971"/>
                    <a:gd name="connsiteX20" fmla="*/ 304770 w 354711"/>
                    <a:gd name="connsiteY20" fmla="*/ 280464 h 257971"/>
                    <a:gd name="connsiteX21" fmla="*/ 249306 w 354711"/>
                    <a:gd name="connsiteY21" fmla="*/ 248540 h 257971"/>
                    <a:gd name="connsiteX22" fmla="*/ 247049 w 354711"/>
                    <a:gd name="connsiteY22" fmla="*/ 247895 h 257971"/>
                    <a:gd name="connsiteX23" fmla="*/ 237698 w 354711"/>
                    <a:gd name="connsiteY23" fmla="*/ 238221 h 257971"/>
                    <a:gd name="connsiteX24" fmla="*/ 227701 w 354711"/>
                    <a:gd name="connsiteY24" fmla="*/ 231449 h 257971"/>
                    <a:gd name="connsiteX25" fmla="*/ 224476 w 354711"/>
                    <a:gd name="connsiteY25" fmla="*/ 226612 h 257971"/>
                    <a:gd name="connsiteX26" fmla="*/ 229313 w 354711"/>
                    <a:gd name="connsiteY26" fmla="*/ 223388 h 257971"/>
                    <a:gd name="connsiteX27" fmla="*/ 244792 w 354711"/>
                    <a:gd name="connsiteY27" fmla="*/ 233706 h 257971"/>
                    <a:gd name="connsiteX28" fmla="*/ 251886 w 354711"/>
                    <a:gd name="connsiteY28" fmla="*/ 240801 h 257971"/>
                    <a:gd name="connsiteX29" fmla="*/ 252853 w 354711"/>
                    <a:gd name="connsiteY29" fmla="*/ 246283 h 257971"/>
                    <a:gd name="connsiteX30" fmla="*/ 249306 w 354711"/>
                    <a:gd name="connsiteY30" fmla="*/ 248540 h 257971"/>
                    <a:gd name="connsiteX31" fmla="*/ 199647 w 354711"/>
                    <a:gd name="connsiteY31" fmla="*/ 212101 h 257971"/>
                    <a:gd name="connsiteX32" fmla="*/ 196744 w 354711"/>
                    <a:gd name="connsiteY32" fmla="*/ 210811 h 257971"/>
                    <a:gd name="connsiteX33" fmla="*/ 176752 w 354711"/>
                    <a:gd name="connsiteY33" fmla="*/ 201460 h 257971"/>
                    <a:gd name="connsiteX34" fmla="*/ 173205 w 354711"/>
                    <a:gd name="connsiteY34" fmla="*/ 200493 h 257971"/>
                    <a:gd name="connsiteX35" fmla="*/ 170625 w 354711"/>
                    <a:gd name="connsiteY35" fmla="*/ 195333 h 257971"/>
                    <a:gd name="connsiteX36" fmla="*/ 175784 w 354711"/>
                    <a:gd name="connsiteY36" fmla="*/ 192753 h 257971"/>
                    <a:gd name="connsiteX37" fmla="*/ 179331 w 354711"/>
                    <a:gd name="connsiteY37" fmla="*/ 193721 h 257971"/>
                    <a:gd name="connsiteX38" fmla="*/ 202549 w 354711"/>
                    <a:gd name="connsiteY38" fmla="*/ 205007 h 257971"/>
                    <a:gd name="connsiteX39" fmla="*/ 202549 w 354711"/>
                    <a:gd name="connsiteY39" fmla="*/ 210811 h 257971"/>
                    <a:gd name="connsiteX40" fmla="*/ 199647 w 354711"/>
                    <a:gd name="connsiteY40" fmla="*/ 212101 h 257971"/>
                    <a:gd name="connsiteX41" fmla="*/ 189650 w 354711"/>
                    <a:gd name="connsiteY41" fmla="*/ 177920 h 257971"/>
                    <a:gd name="connsiteX42" fmla="*/ 186426 w 354711"/>
                    <a:gd name="connsiteY42" fmla="*/ 176308 h 257971"/>
                    <a:gd name="connsiteX43" fmla="*/ 187393 w 354711"/>
                    <a:gd name="connsiteY43" fmla="*/ 170826 h 257971"/>
                    <a:gd name="connsiteX44" fmla="*/ 191908 w 354711"/>
                    <a:gd name="connsiteY44" fmla="*/ 166956 h 257971"/>
                    <a:gd name="connsiteX45" fmla="*/ 180299 w 354711"/>
                    <a:gd name="connsiteY45" fmla="*/ 160829 h 257971"/>
                    <a:gd name="connsiteX46" fmla="*/ 178042 w 354711"/>
                    <a:gd name="connsiteY46" fmla="*/ 155670 h 257971"/>
                    <a:gd name="connsiteX47" fmla="*/ 183201 w 354711"/>
                    <a:gd name="connsiteY47" fmla="*/ 153413 h 257971"/>
                    <a:gd name="connsiteX48" fmla="*/ 199647 w 354711"/>
                    <a:gd name="connsiteY48" fmla="*/ 164376 h 257971"/>
                    <a:gd name="connsiteX49" fmla="*/ 199969 w 354711"/>
                    <a:gd name="connsiteY49" fmla="*/ 166956 h 257971"/>
                    <a:gd name="connsiteX50" fmla="*/ 191908 w 354711"/>
                    <a:gd name="connsiteY50" fmla="*/ 177275 h 257971"/>
                    <a:gd name="connsiteX51" fmla="*/ 189650 w 354711"/>
                    <a:gd name="connsiteY51" fmla="*/ 177920 h 257971"/>
                    <a:gd name="connsiteX52" fmla="*/ 146440 w 354711"/>
                    <a:gd name="connsiteY52" fmla="*/ 144384 h 257971"/>
                    <a:gd name="connsiteX53" fmla="*/ 144505 w 354711"/>
                    <a:gd name="connsiteY53" fmla="*/ 144061 h 257971"/>
                    <a:gd name="connsiteX54" fmla="*/ 139346 w 354711"/>
                    <a:gd name="connsiteY54" fmla="*/ 141482 h 257971"/>
                    <a:gd name="connsiteX55" fmla="*/ 129349 w 354711"/>
                    <a:gd name="connsiteY55" fmla="*/ 136000 h 257971"/>
                    <a:gd name="connsiteX56" fmla="*/ 119675 w 354711"/>
                    <a:gd name="connsiteY56" fmla="*/ 128260 h 257971"/>
                    <a:gd name="connsiteX57" fmla="*/ 120320 w 354711"/>
                    <a:gd name="connsiteY57" fmla="*/ 122456 h 257971"/>
                    <a:gd name="connsiteX58" fmla="*/ 126125 w 354711"/>
                    <a:gd name="connsiteY58" fmla="*/ 123101 h 257971"/>
                    <a:gd name="connsiteX59" fmla="*/ 133219 w 354711"/>
                    <a:gd name="connsiteY59" fmla="*/ 128583 h 257971"/>
                    <a:gd name="connsiteX60" fmla="*/ 143215 w 354711"/>
                    <a:gd name="connsiteY60" fmla="*/ 134065 h 257971"/>
                    <a:gd name="connsiteX61" fmla="*/ 148375 w 354711"/>
                    <a:gd name="connsiteY61" fmla="*/ 136644 h 257971"/>
                    <a:gd name="connsiteX62" fmla="*/ 149987 w 354711"/>
                    <a:gd name="connsiteY62" fmla="*/ 142126 h 257971"/>
                    <a:gd name="connsiteX63" fmla="*/ 146440 w 354711"/>
                    <a:gd name="connsiteY63" fmla="*/ 144384 h 257971"/>
                    <a:gd name="connsiteX64" fmla="*/ 71306 w 354711"/>
                    <a:gd name="connsiteY64" fmla="*/ 139547 h 257971"/>
                    <a:gd name="connsiteX65" fmla="*/ 69049 w 354711"/>
                    <a:gd name="connsiteY65" fmla="*/ 138902 h 257971"/>
                    <a:gd name="connsiteX66" fmla="*/ 68081 w 354711"/>
                    <a:gd name="connsiteY66" fmla="*/ 133420 h 257971"/>
                    <a:gd name="connsiteX67" fmla="*/ 69693 w 354711"/>
                    <a:gd name="connsiteY67" fmla="*/ 130840 h 257971"/>
                    <a:gd name="connsiteX68" fmla="*/ 92266 w 354711"/>
                    <a:gd name="connsiteY68" fmla="*/ 116007 h 257971"/>
                    <a:gd name="connsiteX69" fmla="*/ 97103 w 354711"/>
                    <a:gd name="connsiteY69" fmla="*/ 118909 h 257971"/>
                    <a:gd name="connsiteX70" fmla="*/ 94201 w 354711"/>
                    <a:gd name="connsiteY70" fmla="*/ 123746 h 257971"/>
                    <a:gd name="connsiteX71" fmla="*/ 76465 w 354711"/>
                    <a:gd name="connsiteY71" fmla="*/ 135032 h 257971"/>
                    <a:gd name="connsiteX72" fmla="*/ 74530 w 354711"/>
                    <a:gd name="connsiteY72" fmla="*/ 137612 h 257971"/>
                    <a:gd name="connsiteX73" fmla="*/ 71306 w 354711"/>
                    <a:gd name="connsiteY73" fmla="*/ 139547 h 257971"/>
                    <a:gd name="connsiteX74" fmla="*/ 40349 w 354711"/>
                    <a:gd name="connsiteY74" fmla="*/ 138257 h 257971"/>
                    <a:gd name="connsiteX75" fmla="*/ 37770 w 354711"/>
                    <a:gd name="connsiteY75" fmla="*/ 137289 h 257971"/>
                    <a:gd name="connsiteX76" fmla="*/ 26806 w 354711"/>
                    <a:gd name="connsiteY76" fmla="*/ 130195 h 257971"/>
                    <a:gd name="connsiteX77" fmla="*/ 23904 w 354711"/>
                    <a:gd name="connsiteY77" fmla="*/ 128583 h 257971"/>
                    <a:gd name="connsiteX78" fmla="*/ 14552 w 354711"/>
                    <a:gd name="connsiteY78" fmla="*/ 121166 h 257971"/>
                    <a:gd name="connsiteX79" fmla="*/ 14874 w 354711"/>
                    <a:gd name="connsiteY79" fmla="*/ 115362 h 257971"/>
                    <a:gd name="connsiteX80" fmla="*/ 20679 w 354711"/>
                    <a:gd name="connsiteY80" fmla="*/ 115684 h 257971"/>
                    <a:gd name="connsiteX81" fmla="*/ 28095 w 354711"/>
                    <a:gd name="connsiteY81" fmla="*/ 121489 h 257971"/>
                    <a:gd name="connsiteX82" fmla="*/ 30998 w 354711"/>
                    <a:gd name="connsiteY82" fmla="*/ 123101 h 257971"/>
                    <a:gd name="connsiteX83" fmla="*/ 43251 w 354711"/>
                    <a:gd name="connsiteY83" fmla="*/ 130840 h 257971"/>
                    <a:gd name="connsiteX84" fmla="*/ 43896 w 354711"/>
                    <a:gd name="connsiteY84" fmla="*/ 136644 h 257971"/>
                    <a:gd name="connsiteX85" fmla="*/ 40349 w 354711"/>
                    <a:gd name="connsiteY85" fmla="*/ 138257 h 257971"/>
                    <a:gd name="connsiteX86" fmla="*/ 3911 w 354711"/>
                    <a:gd name="connsiteY86" fmla="*/ 86985 h 257971"/>
                    <a:gd name="connsiteX87" fmla="*/ 3588 w 354711"/>
                    <a:gd name="connsiteY87" fmla="*/ 86985 h 257971"/>
                    <a:gd name="connsiteX88" fmla="*/ 41 w 354711"/>
                    <a:gd name="connsiteY88" fmla="*/ 82470 h 257971"/>
                    <a:gd name="connsiteX89" fmla="*/ 4878 w 354711"/>
                    <a:gd name="connsiteY89" fmla="*/ 72152 h 257971"/>
                    <a:gd name="connsiteX90" fmla="*/ 8425 w 354711"/>
                    <a:gd name="connsiteY90" fmla="*/ 66025 h 257971"/>
                    <a:gd name="connsiteX91" fmla="*/ 12295 w 354711"/>
                    <a:gd name="connsiteY91" fmla="*/ 56351 h 257971"/>
                    <a:gd name="connsiteX92" fmla="*/ 17777 w 354711"/>
                    <a:gd name="connsiteY92" fmla="*/ 54738 h 257971"/>
                    <a:gd name="connsiteX93" fmla="*/ 19389 w 354711"/>
                    <a:gd name="connsiteY93" fmla="*/ 60220 h 257971"/>
                    <a:gd name="connsiteX94" fmla="*/ 16164 w 354711"/>
                    <a:gd name="connsiteY94" fmla="*/ 67959 h 257971"/>
                    <a:gd name="connsiteX95" fmla="*/ 10682 w 354711"/>
                    <a:gd name="connsiteY95" fmla="*/ 77311 h 257971"/>
                    <a:gd name="connsiteX96" fmla="*/ 7780 w 354711"/>
                    <a:gd name="connsiteY96" fmla="*/ 83115 h 257971"/>
                    <a:gd name="connsiteX97" fmla="*/ 3911 w 354711"/>
                    <a:gd name="connsiteY97" fmla="*/ 86985 h 257971"/>
                    <a:gd name="connsiteX98" fmla="*/ 34867 w 354711"/>
                    <a:gd name="connsiteY98" fmla="*/ 28296 h 257971"/>
                    <a:gd name="connsiteX99" fmla="*/ 30998 w 354711"/>
                    <a:gd name="connsiteY99" fmla="*/ 25072 h 257971"/>
                    <a:gd name="connsiteX100" fmla="*/ 25838 w 354711"/>
                    <a:gd name="connsiteY100" fmla="*/ 18945 h 257971"/>
                    <a:gd name="connsiteX101" fmla="*/ 16164 w 354711"/>
                    <a:gd name="connsiteY101" fmla="*/ 9593 h 257971"/>
                    <a:gd name="connsiteX102" fmla="*/ 13585 w 354711"/>
                    <a:gd name="connsiteY102" fmla="*/ 7014 h 257971"/>
                    <a:gd name="connsiteX103" fmla="*/ 13585 w 354711"/>
                    <a:gd name="connsiteY103" fmla="*/ 1209 h 257971"/>
                    <a:gd name="connsiteX104" fmla="*/ 19389 w 354711"/>
                    <a:gd name="connsiteY104" fmla="*/ 1209 h 257971"/>
                    <a:gd name="connsiteX105" fmla="*/ 21969 w 354711"/>
                    <a:gd name="connsiteY105" fmla="*/ 3789 h 257971"/>
                    <a:gd name="connsiteX106" fmla="*/ 31320 w 354711"/>
                    <a:gd name="connsiteY106" fmla="*/ 13140 h 257971"/>
                    <a:gd name="connsiteX107" fmla="*/ 38737 w 354711"/>
                    <a:gd name="connsiteY107" fmla="*/ 23782 h 257971"/>
                    <a:gd name="connsiteX108" fmla="*/ 35512 w 354711"/>
                    <a:gd name="connsiteY108" fmla="*/ 28296 h 257971"/>
                    <a:gd name="connsiteX109" fmla="*/ 34867 w 354711"/>
                    <a:gd name="connsiteY109" fmla="*/ 28296 h 257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</a:cxnLst>
                  <a:rect l="l" t="t" r="r" b="b"/>
                  <a:pathLst>
                    <a:path w="354711" h="257971">
                      <a:moveTo>
                        <a:pt x="367651" y="285301"/>
                      </a:moveTo>
                      <a:cubicBezTo>
                        <a:pt x="366361" y="285301"/>
                        <a:pt x="365394" y="284656"/>
                        <a:pt x="364426" y="283689"/>
                      </a:cubicBezTo>
                      <a:cubicBezTo>
                        <a:pt x="363459" y="282721"/>
                        <a:pt x="362814" y="281754"/>
                        <a:pt x="361846" y="280464"/>
                      </a:cubicBezTo>
                      <a:cubicBezTo>
                        <a:pt x="358622" y="276917"/>
                        <a:pt x="356365" y="276272"/>
                        <a:pt x="354107" y="276272"/>
                      </a:cubicBezTo>
                      <a:cubicBezTo>
                        <a:pt x="351528" y="276272"/>
                        <a:pt x="348303" y="277239"/>
                        <a:pt x="344756" y="278207"/>
                      </a:cubicBezTo>
                      <a:lnTo>
                        <a:pt x="343144" y="274337"/>
                      </a:lnTo>
                      <a:lnTo>
                        <a:pt x="342499" y="270467"/>
                      </a:lnTo>
                      <a:cubicBezTo>
                        <a:pt x="346691" y="269178"/>
                        <a:pt x="350238" y="268210"/>
                        <a:pt x="354107" y="268210"/>
                      </a:cubicBezTo>
                      <a:cubicBezTo>
                        <a:pt x="359589" y="268210"/>
                        <a:pt x="363781" y="270467"/>
                        <a:pt x="367973" y="275304"/>
                      </a:cubicBezTo>
                      <a:cubicBezTo>
                        <a:pt x="368941" y="276594"/>
                        <a:pt x="369908" y="277562"/>
                        <a:pt x="370876" y="278852"/>
                      </a:cubicBezTo>
                      <a:cubicBezTo>
                        <a:pt x="372165" y="280464"/>
                        <a:pt x="371843" y="283044"/>
                        <a:pt x="370231" y="284656"/>
                      </a:cubicBezTo>
                      <a:cubicBezTo>
                        <a:pt x="369586" y="284978"/>
                        <a:pt x="368618" y="285301"/>
                        <a:pt x="367651" y="285301"/>
                      </a:cubicBezTo>
                      <a:close/>
                      <a:moveTo>
                        <a:pt x="304770" y="280464"/>
                      </a:moveTo>
                      <a:cubicBezTo>
                        <a:pt x="304448" y="280464"/>
                        <a:pt x="304448" y="280464"/>
                        <a:pt x="304125" y="280464"/>
                      </a:cubicBezTo>
                      <a:cubicBezTo>
                        <a:pt x="288969" y="277884"/>
                        <a:pt x="280585" y="271112"/>
                        <a:pt x="280585" y="262728"/>
                      </a:cubicBezTo>
                      <a:cubicBezTo>
                        <a:pt x="279618" y="260793"/>
                        <a:pt x="280908" y="258536"/>
                        <a:pt x="282843" y="257569"/>
                      </a:cubicBezTo>
                      <a:cubicBezTo>
                        <a:pt x="284777" y="256601"/>
                        <a:pt x="287357" y="257891"/>
                        <a:pt x="288002" y="259826"/>
                      </a:cubicBezTo>
                      <a:cubicBezTo>
                        <a:pt x="288324" y="260793"/>
                        <a:pt x="288647" y="261761"/>
                        <a:pt x="288647" y="262728"/>
                      </a:cubicBezTo>
                      <a:cubicBezTo>
                        <a:pt x="288647" y="266920"/>
                        <a:pt x="295419" y="270790"/>
                        <a:pt x="305738" y="272725"/>
                      </a:cubicBezTo>
                      <a:cubicBezTo>
                        <a:pt x="307995" y="273047"/>
                        <a:pt x="309285" y="275304"/>
                        <a:pt x="308962" y="277562"/>
                      </a:cubicBezTo>
                      <a:cubicBezTo>
                        <a:pt x="308317" y="279174"/>
                        <a:pt x="306705" y="280464"/>
                        <a:pt x="304770" y="280464"/>
                      </a:cubicBezTo>
                      <a:close/>
                      <a:moveTo>
                        <a:pt x="249306" y="248540"/>
                      </a:moveTo>
                      <a:cubicBezTo>
                        <a:pt x="248661" y="248540"/>
                        <a:pt x="247694" y="248217"/>
                        <a:pt x="247049" y="247895"/>
                      </a:cubicBezTo>
                      <a:cubicBezTo>
                        <a:pt x="242857" y="244993"/>
                        <a:pt x="239955" y="242091"/>
                        <a:pt x="237698" y="238221"/>
                      </a:cubicBezTo>
                      <a:cubicBezTo>
                        <a:pt x="235440" y="234351"/>
                        <a:pt x="232216" y="232417"/>
                        <a:pt x="227701" y="231449"/>
                      </a:cubicBezTo>
                      <a:cubicBezTo>
                        <a:pt x="225444" y="231127"/>
                        <a:pt x="224154" y="228869"/>
                        <a:pt x="224476" y="226612"/>
                      </a:cubicBezTo>
                      <a:cubicBezTo>
                        <a:pt x="224799" y="224355"/>
                        <a:pt x="227056" y="223065"/>
                        <a:pt x="229313" y="223388"/>
                      </a:cubicBezTo>
                      <a:cubicBezTo>
                        <a:pt x="236085" y="224677"/>
                        <a:pt x="241245" y="228225"/>
                        <a:pt x="244792" y="233706"/>
                      </a:cubicBezTo>
                      <a:cubicBezTo>
                        <a:pt x="246404" y="236286"/>
                        <a:pt x="248661" y="238543"/>
                        <a:pt x="251886" y="240801"/>
                      </a:cubicBezTo>
                      <a:cubicBezTo>
                        <a:pt x="253821" y="242091"/>
                        <a:pt x="254143" y="244670"/>
                        <a:pt x="252853" y="246283"/>
                      </a:cubicBezTo>
                      <a:cubicBezTo>
                        <a:pt x="251886" y="248217"/>
                        <a:pt x="250596" y="248540"/>
                        <a:pt x="249306" y="248540"/>
                      </a:cubicBezTo>
                      <a:close/>
                      <a:moveTo>
                        <a:pt x="199647" y="212101"/>
                      </a:moveTo>
                      <a:cubicBezTo>
                        <a:pt x="198679" y="212101"/>
                        <a:pt x="197712" y="211779"/>
                        <a:pt x="196744" y="210811"/>
                      </a:cubicBezTo>
                      <a:cubicBezTo>
                        <a:pt x="191908" y="205974"/>
                        <a:pt x="183523" y="203395"/>
                        <a:pt x="176752" y="201460"/>
                      </a:cubicBezTo>
                      <a:cubicBezTo>
                        <a:pt x="175462" y="201137"/>
                        <a:pt x="174172" y="200815"/>
                        <a:pt x="173205" y="200493"/>
                      </a:cubicBezTo>
                      <a:cubicBezTo>
                        <a:pt x="170947" y="199848"/>
                        <a:pt x="169980" y="197590"/>
                        <a:pt x="170625" y="195333"/>
                      </a:cubicBezTo>
                      <a:cubicBezTo>
                        <a:pt x="171270" y="193076"/>
                        <a:pt x="173527" y="192108"/>
                        <a:pt x="175784" y="192753"/>
                      </a:cubicBezTo>
                      <a:cubicBezTo>
                        <a:pt x="176752" y="193076"/>
                        <a:pt x="178042" y="193398"/>
                        <a:pt x="179331" y="193721"/>
                      </a:cubicBezTo>
                      <a:cubicBezTo>
                        <a:pt x="187071" y="195978"/>
                        <a:pt x="196422" y="198880"/>
                        <a:pt x="202549" y="205007"/>
                      </a:cubicBezTo>
                      <a:cubicBezTo>
                        <a:pt x="204161" y="206619"/>
                        <a:pt x="204161" y="209199"/>
                        <a:pt x="202549" y="210811"/>
                      </a:cubicBezTo>
                      <a:cubicBezTo>
                        <a:pt x="201904" y="211779"/>
                        <a:pt x="200937" y="212101"/>
                        <a:pt x="199647" y="212101"/>
                      </a:cubicBezTo>
                      <a:close/>
                      <a:moveTo>
                        <a:pt x="189650" y="177920"/>
                      </a:moveTo>
                      <a:cubicBezTo>
                        <a:pt x="188360" y="177920"/>
                        <a:pt x="187071" y="177275"/>
                        <a:pt x="186426" y="176308"/>
                      </a:cubicBezTo>
                      <a:cubicBezTo>
                        <a:pt x="185136" y="174373"/>
                        <a:pt x="185781" y="172116"/>
                        <a:pt x="187393" y="170826"/>
                      </a:cubicBezTo>
                      <a:cubicBezTo>
                        <a:pt x="190618" y="168568"/>
                        <a:pt x="191585" y="167601"/>
                        <a:pt x="191908" y="166956"/>
                      </a:cubicBezTo>
                      <a:cubicBezTo>
                        <a:pt x="190618" y="165021"/>
                        <a:pt x="185458" y="163087"/>
                        <a:pt x="180299" y="160829"/>
                      </a:cubicBezTo>
                      <a:cubicBezTo>
                        <a:pt x="178364" y="159862"/>
                        <a:pt x="177397" y="157605"/>
                        <a:pt x="178042" y="155670"/>
                      </a:cubicBezTo>
                      <a:cubicBezTo>
                        <a:pt x="179009" y="153735"/>
                        <a:pt x="181266" y="152768"/>
                        <a:pt x="183201" y="153413"/>
                      </a:cubicBezTo>
                      <a:cubicBezTo>
                        <a:pt x="191585" y="156960"/>
                        <a:pt x="197712" y="159217"/>
                        <a:pt x="199647" y="164376"/>
                      </a:cubicBezTo>
                      <a:cubicBezTo>
                        <a:pt x="199969" y="165021"/>
                        <a:pt x="199969" y="165989"/>
                        <a:pt x="199969" y="166956"/>
                      </a:cubicBezTo>
                      <a:cubicBezTo>
                        <a:pt x="199969" y="171471"/>
                        <a:pt x="196100" y="174695"/>
                        <a:pt x="191908" y="177275"/>
                      </a:cubicBezTo>
                      <a:cubicBezTo>
                        <a:pt x="191263" y="177598"/>
                        <a:pt x="190618" y="177920"/>
                        <a:pt x="189650" y="177920"/>
                      </a:cubicBezTo>
                      <a:close/>
                      <a:moveTo>
                        <a:pt x="146440" y="144384"/>
                      </a:moveTo>
                      <a:cubicBezTo>
                        <a:pt x="145795" y="144384"/>
                        <a:pt x="145150" y="144384"/>
                        <a:pt x="144505" y="144061"/>
                      </a:cubicBezTo>
                      <a:lnTo>
                        <a:pt x="139346" y="141482"/>
                      </a:lnTo>
                      <a:cubicBezTo>
                        <a:pt x="136444" y="139869"/>
                        <a:pt x="133219" y="138257"/>
                        <a:pt x="129349" y="136000"/>
                      </a:cubicBezTo>
                      <a:cubicBezTo>
                        <a:pt x="125480" y="133742"/>
                        <a:pt x="122255" y="131163"/>
                        <a:pt x="119675" y="128260"/>
                      </a:cubicBezTo>
                      <a:cubicBezTo>
                        <a:pt x="118386" y="126648"/>
                        <a:pt x="118708" y="124068"/>
                        <a:pt x="120320" y="122456"/>
                      </a:cubicBezTo>
                      <a:cubicBezTo>
                        <a:pt x="121933" y="121166"/>
                        <a:pt x="124512" y="121489"/>
                        <a:pt x="126125" y="123101"/>
                      </a:cubicBezTo>
                      <a:cubicBezTo>
                        <a:pt x="127737" y="125358"/>
                        <a:pt x="129994" y="127293"/>
                        <a:pt x="133219" y="128583"/>
                      </a:cubicBezTo>
                      <a:cubicBezTo>
                        <a:pt x="137089" y="130518"/>
                        <a:pt x="140313" y="132452"/>
                        <a:pt x="143215" y="134065"/>
                      </a:cubicBezTo>
                      <a:lnTo>
                        <a:pt x="148375" y="136644"/>
                      </a:lnTo>
                      <a:cubicBezTo>
                        <a:pt x="150310" y="137612"/>
                        <a:pt x="150955" y="140192"/>
                        <a:pt x="149987" y="142126"/>
                      </a:cubicBezTo>
                      <a:cubicBezTo>
                        <a:pt x="149342" y="143416"/>
                        <a:pt x="148052" y="144384"/>
                        <a:pt x="146440" y="144384"/>
                      </a:cubicBezTo>
                      <a:close/>
                      <a:moveTo>
                        <a:pt x="71306" y="139547"/>
                      </a:moveTo>
                      <a:cubicBezTo>
                        <a:pt x="70661" y="139547"/>
                        <a:pt x="69693" y="139224"/>
                        <a:pt x="69049" y="138902"/>
                      </a:cubicBezTo>
                      <a:cubicBezTo>
                        <a:pt x="67114" y="137612"/>
                        <a:pt x="66791" y="135032"/>
                        <a:pt x="68081" y="133420"/>
                      </a:cubicBezTo>
                      <a:cubicBezTo>
                        <a:pt x="68726" y="132452"/>
                        <a:pt x="69371" y="131807"/>
                        <a:pt x="69693" y="130840"/>
                      </a:cubicBezTo>
                      <a:cubicBezTo>
                        <a:pt x="74853" y="122778"/>
                        <a:pt x="79690" y="119554"/>
                        <a:pt x="92266" y="116007"/>
                      </a:cubicBezTo>
                      <a:cubicBezTo>
                        <a:pt x="94523" y="115362"/>
                        <a:pt x="96780" y="116652"/>
                        <a:pt x="97103" y="118909"/>
                      </a:cubicBezTo>
                      <a:cubicBezTo>
                        <a:pt x="97748" y="121166"/>
                        <a:pt x="96458" y="123423"/>
                        <a:pt x="94201" y="123746"/>
                      </a:cubicBezTo>
                      <a:cubicBezTo>
                        <a:pt x="83237" y="126648"/>
                        <a:pt x="80335" y="129228"/>
                        <a:pt x="76465" y="135032"/>
                      </a:cubicBezTo>
                      <a:cubicBezTo>
                        <a:pt x="75820" y="136000"/>
                        <a:pt x="75175" y="136967"/>
                        <a:pt x="74530" y="137612"/>
                      </a:cubicBezTo>
                      <a:cubicBezTo>
                        <a:pt x="73886" y="138902"/>
                        <a:pt x="72596" y="139547"/>
                        <a:pt x="71306" y="139547"/>
                      </a:cubicBezTo>
                      <a:close/>
                      <a:moveTo>
                        <a:pt x="40349" y="138257"/>
                      </a:moveTo>
                      <a:cubicBezTo>
                        <a:pt x="39382" y="138257"/>
                        <a:pt x="38737" y="137934"/>
                        <a:pt x="37770" y="137289"/>
                      </a:cubicBezTo>
                      <a:cubicBezTo>
                        <a:pt x="34222" y="134710"/>
                        <a:pt x="31643" y="133097"/>
                        <a:pt x="26806" y="130195"/>
                      </a:cubicBezTo>
                      <a:lnTo>
                        <a:pt x="23904" y="128583"/>
                      </a:lnTo>
                      <a:cubicBezTo>
                        <a:pt x="20679" y="126648"/>
                        <a:pt x="17454" y="124068"/>
                        <a:pt x="14552" y="121166"/>
                      </a:cubicBezTo>
                      <a:cubicBezTo>
                        <a:pt x="12940" y="119554"/>
                        <a:pt x="13262" y="116974"/>
                        <a:pt x="14874" y="115362"/>
                      </a:cubicBezTo>
                      <a:cubicBezTo>
                        <a:pt x="16487" y="113750"/>
                        <a:pt x="19066" y="114072"/>
                        <a:pt x="20679" y="115684"/>
                      </a:cubicBezTo>
                      <a:cubicBezTo>
                        <a:pt x="22936" y="118264"/>
                        <a:pt x="25516" y="120199"/>
                        <a:pt x="28095" y="121489"/>
                      </a:cubicBezTo>
                      <a:lnTo>
                        <a:pt x="30998" y="123101"/>
                      </a:lnTo>
                      <a:cubicBezTo>
                        <a:pt x="36157" y="126003"/>
                        <a:pt x="39059" y="127616"/>
                        <a:pt x="43251" y="130840"/>
                      </a:cubicBezTo>
                      <a:cubicBezTo>
                        <a:pt x="44864" y="132130"/>
                        <a:pt x="45186" y="134710"/>
                        <a:pt x="43896" y="136644"/>
                      </a:cubicBezTo>
                      <a:cubicBezTo>
                        <a:pt x="42929" y="137934"/>
                        <a:pt x="41639" y="138257"/>
                        <a:pt x="40349" y="138257"/>
                      </a:cubicBezTo>
                      <a:close/>
                      <a:moveTo>
                        <a:pt x="3911" y="86985"/>
                      </a:moveTo>
                      <a:cubicBezTo>
                        <a:pt x="3911" y="86985"/>
                        <a:pt x="3588" y="86985"/>
                        <a:pt x="3588" y="86985"/>
                      </a:cubicBezTo>
                      <a:cubicBezTo>
                        <a:pt x="1331" y="86662"/>
                        <a:pt x="-281" y="84728"/>
                        <a:pt x="41" y="82470"/>
                      </a:cubicBezTo>
                      <a:cubicBezTo>
                        <a:pt x="686" y="77311"/>
                        <a:pt x="2943" y="74409"/>
                        <a:pt x="4878" y="72152"/>
                      </a:cubicBezTo>
                      <a:cubicBezTo>
                        <a:pt x="6490" y="70217"/>
                        <a:pt x="7780" y="68927"/>
                        <a:pt x="8425" y="66025"/>
                      </a:cubicBezTo>
                      <a:cubicBezTo>
                        <a:pt x="9393" y="62800"/>
                        <a:pt x="10360" y="59575"/>
                        <a:pt x="12295" y="56351"/>
                      </a:cubicBezTo>
                      <a:cubicBezTo>
                        <a:pt x="13262" y="54416"/>
                        <a:pt x="15842" y="53771"/>
                        <a:pt x="17777" y="54738"/>
                      </a:cubicBezTo>
                      <a:cubicBezTo>
                        <a:pt x="19711" y="55706"/>
                        <a:pt x="20356" y="58286"/>
                        <a:pt x="19389" y="60220"/>
                      </a:cubicBezTo>
                      <a:cubicBezTo>
                        <a:pt x="17777" y="62800"/>
                        <a:pt x="16809" y="65380"/>
                        <a:pt x="16164" y="67959"/>
                      </a:cubicBezTo>
                      <a:cubicBezTo>
                        <a:pt x="14874" y="72796"/>
                        <a:pt x="12617" y="75376"/>
                        <a:pt x="10682" y="77311"/>
                      </a:cubicBezTo>
                      <a:cubicBezTo>
                        <a:pt x="9070" y="79246"/>
                        <a:pt x="7780" y="80536"/>
                        <a:pt x="7780" y="83115"/>
                      </a:cubicBezTo>
                      <a:cubicBezTo>
                        <a:pt x="7780" y="85373"/>
                        <a:pt x="6168" y="86985"/>
                        <a:pt x="3911" y="86985"/>
                      </a:cubicBezTo>
                      <a:close/>
                      <a:moveTo>
                        <a:pt x="34867" y="28296"/>
                      </a:moveTo>
                      <a:cubicBezTo>
                        <a:pt x="32932" y="28296"/>
                        <a:pt x="31320" y="27006"/>
                        <a:pt x="30998" y="25072"/>
                      </a:cubicBezTo>
                      <a:cubicBezTo>
                        <a:pt x="30675" y="23782"/>
                        <a:pt x="29063" y="21847"/>
                        <a:pt x="25838" y="18945"/>
                      </a:cubicBezTo>
                      <a:cubicBezTo>
                        <a:pt x="21646" y="15075"/>
                        <a:pt x="18744" y="12173"/>
                        <a:pt x="16164" y="9593"/>
                      </a:cubicBezTo>
                      <a:lnTo>
                        <a:pt x="13585" y="7014"/>
                      </a:lnTo>
                      <a:cubicBezTo>
                        <a:pt x="11972" y="5401"/>
                        <a:pt x="11972" y="2822"/>
                        <a:pt x="13585" y="1209"/>
                      </a:cubicBezTo>
                      <a:cubicBezTo>
                        <a:pt x="15197" y="-403"/>
                        <a:pt x="17777" y="-403"/>
                        <a:pt x="19389" y="1209"/>
                      </a:cubicBezTo>
                      <a:lnTo>
                        <a:pt x="21969" y="3789"/>
                      </a:lnTo>
                      <a:cubicBezTo>
                        <a:pt x="24548" y="6369"/>
                        <a:pt x="27451" y="9271"/>
                        <a:pt x="31320" y="13140"/>
                      </a:cubicBezTo>
                      <a:cubicBezTo>
                        <a:pt x="35512" y="17010"/>
                        <a:pt x="38092" y="20235"/>
                        <a:pt x="38737" y="23782"/>
                      </a:cubicBezTo>
                      <a:cubicBezTo>
                        <a:pt x="39059" y="26039"/>
                        <a:pt x="37770" y="27974"/>
                        <a:pt x="35512" y="28296"/>
                      </a:cubicBezTo>
                      <a:cubicBezTo>
                        <a:pt x="35190" y="28296"/>
                        <a:pt x="35190" y="28296"/>
                        <a:pt x="34867" y="2829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Freeform: Shape 237">
                  <a:extLst>
                    <a:ext uri="{FF2B5EF4-FFF2-40B4-BE49-F238E27FC236}">
                      <a16:creationId xmlns:a16="http://schemas.microsoft.com/office/drawing/2014/main" id="{914FE5C5-8D6D-70FC-97E9-30378FC7E078}"/>
                    </a:ext>
                  </a:extLst>
                </p:cNvPr>
                <p:cNvSpPr/>
                <p:nvPr/>
              </p:nvSpPr>
              <p:spPr>
                <a:xfrm>
                  <a:off x="5924888" y="2279704"/>
                  <a:ext cx="32246" cy="32246"/>
                </a:xfrm>
                <a:custGeom>
                  <a:avLst/>
                  <a:gdLst>
                    <a:gd name="connsiteX0" fmla="*/ 3999 w 0"/>
                    <a:gd name="connsiteY0" fmla="*/ 26286 h 0"/>
                    <a:gd name="connsiteX1" fmla="*/ 1741 w 0"/>
                    <a:gd name="connsiteY1" fmla="*/ 25641 h 0"/>
                    <a:gd name="connsiteX2" fmla="*/ 774 w 0"/>
                    <a:gd name="connsiteY2" fmla="*/ 20159 h 0"/>
                    <a:gd name="connsiteX3" fmla="*/ 1096 w 0"/>
                    <a:gd name="connsiteY3" fmla="*/ 19514 h 0"/>
                    <a:gd name="connsiteX4" fmla="*/ 6901 w 0"/>
                    <a:gd name="connsiteY4" fmla="*/ 11130 h 0"/>
                    <a:gd name="connsiteX5" fmla="*/ 4321 w 0"/>
                    <a:gd name="connsiteY5" fmla="*/ 5003 h 0"/>
                    <a:gd name="connsiteX6" fmla="*/ 7223 w 0"/>
                    <a:gd name="connsiteY6" fmla="*/ 166 h 0"/>
                    <a:gd name="connsiteX7" fmla="*/ 12060 w 0"/>
                    <a:gd name="connsiteY7" fmla="*/ 3068 h 0"/>
                    <a:gd name="connsiteX8" fmla="*/ 15285 w 0"/>
                    <a:gd name="connsiteY8" fmla="*/ 9518 h 0"/>
                    <a:gd name="connsiteX9" fmla="*/ 16897 w 0"/>
                    <a:gd name="connsiteY9" fmla="*/ 12097 h 0"/>
                    <a:gd name="connsiteX10" fmla="*/ 14962 w 0"/>
                    <a:gd name="connsiteY10" fmla="*/ 14355 h 0"/>
                    <a:gd name="connsiteX11" fmla="*/ 7546 w 0"/>
                    <a:gd name="connsiteY11" fmla="*/ 24673 h 0"/>
                    <a:gd name="connsiteX12" fmla="*/ 7223 w 0"/>
                    <a:gd name="connsiteY12" fmla="*/ 25318 h 0"/>
                    <a:gd name="connsiteX13" fmla="*/ 3999 w 0"/>
                    <a:gd name="connsiteY13" fmla="*/ 26286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3999" y="26286"/>
                      </a:moveTo>
                      <a:cubicBezTo>
                        <a:pt x="3354" y="26286"/>
                        <a:pt x="2386" y="25963"/>
                        <a:pt x="1741" y="25641"/>
                      </a:cubicBezTo>
                      <a:cubicBezTo>
                        <a:pt x="-193" y="24351"/>
                        <a:pt x="-516" y="21771"/>
                        <a:pt x="774" y="20159"/>
                      </a:cubicBezTo>
                      <a:lnTo>
                        <a:pt x="1096" y="19514"/>
                      </a:lnTo>
                      <a:cubicBezTo>
                        <a:pt x="3031" y="16934"/>
                        <a:pt x="4966" y="14032"/>
                        <a:pt x="6901" y="11130"/>
                      </a:cubicBezTo>
                      <a:cubicBezTo>
                        <a:pt x="5611" y="8873"/>
                        <a:pt x="4644" y="6938"/>
                        <a:pt x="4321" y="5003"/>
                      </a:cubicBezTo>
                      <a:cubicBezTo>
                        <a:pt x="3676" y="2746"/>
                        <a:pt x="4966" y="489"/>
                        <a:pt x="7223" y="166"/>
                      </a:cubicBezTo>
                      <a:cubicBezTo>
                        <a:pt x="9480" y="-479"/>
                        <a:pt x="11738" y="811"/>
                        <a:pt x="12060" y="3068"/>
                      </a:cubicBezTo>
                      <a:cubicBezTo>
                        <a:pt x="12705" y="5003"/>
                        <a:pt x="13673" y="7260"/>
                        <a:pt x="15285" y="9518"/>
                      </a:cubicBezTo>
                      <a:lnTo>
                        <a:pt x="16897" y="12097"/>
                      </a:lnTo>
                      <a:lnTo>
                        <a:pt x="14962" y="14355"/>
                      </a:lnTo>
                      <a:cubicBezTo>
                        <a:pt x="12383" y="17579"/>
                        <a:pt x="10125" y="21126"/>
                        <a:pt x="7546" y="24673"/>
                      </a:cubicBezTo>
                      <a:lnTo>
                        <a:pt x="7223" y="25318"/>
                      </a:lnTo>
                      <a:cubicBezTo>
                        <a:pt x="6578" y="25641"/>
                        <a:pt x="5288" y="26286"/>
                        <a:pt x="3999" y="2628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2FA44B1-3191-7AC2-0593-6569109E787C}"/>
                  </a:ext>
                </a:extLst>
              </p:cNvPr>
              <p:cNvSpPr/>
              <p:nvPr/>
            </p:nvSpPr>
            <p:spPr>
              <a:xfrm>
                <a:off x="4098255" y="2013191"/>
                <a:ext cx="1515584" cy="1354352"/>
              </a:xfrm>
              <a:custGeom>
                <a:avLst/>
                <a:gdLst>
                  <a:gd name="connsiteX0" fmla="*/ 1233750 w 1515584"/>
                  <a:gd name="connsiteY0" fmla="*/ 853242 h 1354352"/>
                  <a:gd name="connsiteX1" fmla="*/ 1337261 w 1515584"/>
                  <a:gd name="connsiteY1" fmla="*/ 791329 h 1354352"/>
                  <a:gd name="connsiteX2" fmla="*/ 1432711 w 1515584"/>
                  <a:gd name="connsiteY2" fmla="*/ 745539 h 1354352"/>
                  <a:gd name="connsiteX3" fmla="*/ 1523001 w 1515584"/>
                  <a:gd name="connsiteY3" fmla="*/ 668147 h 1354352"/>
                  <a:gd name="connsiteX4" fmla="*/ 1507522 w 1515584"/>
                  <a:gd name="connsiteY4" fmla="*/ 652669 h 1354352"/>
                  <a:gd name="connsiteX5" fmla="*/ 1485917 w 1515584"/>
                  <a:gd name="connsiteY5" fmla="*/ 657506 h 1354352"/>
                  <a:gd name="connsiteX6" fmla="*/ 1460443 w 1515584"/>
                  <a:gd name="connsiteY6" fmla="*/ 668792 h 1354352"/>
                  <a:gd name="connsiteX7" fmla="*/ 1429486 w 1515584"/>
                  <a:gd name="connsiteY7" fmla="*/ 657506 h 1354352"/>
                  <a:gd name="connsiteX8" fmla="*/ 1397240 w 1515584"/>
                  <a:gd name="connsiteY8" fmla="*/ 671694 h 1354352"/>
                  <a:gd name="connsiteX9" fmla="*/ 1395305 w 1515584"/>
                  <a:gd name="connsiteY9" fmla="*/ 655571 h 1354352"/>
                  <a:gd name="connsiteX10" fmla="*/ 1411428 w 1515584"/>
                  <a:gd name="connsiteY10" fmla="*/ 636223 h 1354352"/>
                  <a:gd name="connsiteX11" fmla="*/ 1393370 w 1515584"/>
                  <a:gd name="connsiteY11" fmla="*/ 628162 h 1354352"/>
                  <a:gd name="connsiteX12" fmla="*/ 1405624 w 1515584"/>
                  <a:gd name="connsiteY12" fmla="*/ 608814 h 1354352"/>
                  <a:gd name="connsiteX13" fmla="*/ 1404979 w 1515584"/>
                  <a:gd name="connsiteY13" fmla="*/ 587854 h 1354352"/>
                  <a:gd name="connsiteX14" fmla="*/ 1380149 w 1515584"/>
                  <a:gd name="connsiteY14" fmla="*/ 565603 h 1354352"/>
                  <a:gd name="connsiteX15" fmla="*/ 1357899 w 1515584"/>
                  <a:gd name="connsiteY15" fmla="*/ 530132 h 1354352"/>
                  <a:gd name="connsiteX16" fmla="*/ 1355319 w 1515584"/>
                  <a:gd name="connsiteY16" fmla="*/ 492404 h 1354352"/>
                  <a:gd name="connsiteX17" fmla="*/ 1351127 w 1515584"/>
                  <a:gd name="connsiteY17" fmla="*/ 477571 h 1354352"/>
                  <a:gd name="connsiteX18" fmla="*/ 1348870 w 1515584"/>
                  <a:gd name="connsiteY18" fmla="*/ 477893 h 1354352"/>
                  <a:gd name="connsiteX19" fmla="*/ 1321138 w 1515584"/>
                  <a:gd name="connsiteY19" fmla="*/ 482408 h 1354352"/>
                  <a:gd name="connsiteX20" fmla="*/ 1300500 w 1515584"/>
                  <a:gd name="connsiteY20" fmla="*/ 496596 h 1354352"/>
                  <a:gd name="connsiteX21" fmla="*/ 1282442 w 1515584"/>
                  <a:gd name="connsiteY21" fmla="*/ 502078 h 1354352"/>
                  <a:gd name="connsiteX22" fmla="*/ 1284377 w 1515584"/>
                  <a:gd name="connsiteY22" fmla="*/ 480473 h 1354352"/>
                  <a:gd name="connsiteX23" fmla="*/ 1283409 w 1515584"/>
                  <a:gd name="connsiteY23" fmla="*/ 443712 h 1354352"/>
                  <a:gd name="connsiteX24" fmla="*/ 1285989 w 1515584"/>
                  <a:gd name="connsiteY24" fmla="*/ 423074 h 1354352"/>
                  <a:gd name="connsiteX25" fmla="*/ 1279862 w 1515584"/>
                  <a:gd name="connsiteY25" fmla="*/ 406951 h 1354352"/>
                  <a:gd name="connsiteX26" fmla="*/ 1255678 w 1515584"/>
                  <a:gd name="connsiteY26" fmla="*/ 415012 h 1354352"/>
                  <a:gd name="connsiteX27" fmla="*/ 1244069 w 1515584"/>
                  <a:gd name="connsiteY27" fmla="*/ 433070 h 1354352"/>
                  <a:gd name="connsiteX28" fmla="*/ 1216337 w 1515584"/>
                  <a:gd name="connsiteY28" fmla="*/ 440165 h 1354352"/>
                  <a:gd name="connsiteX29" fmla="*/ 1210210 w 1515584"/>
                  <a:gd name="connsiteY29" fmla="*/ 428556 h 1354352"/>
                  <a:gd name="connsiteX30" fmla="*/ 1196666 w 1515584"/>
                  <a:gd name="connsiteY30" fmla="*/ 410498 h 1354352"/>
                  <a:gd name="connsiteX31" fmla="*/ 1184090 w 1515584"/>
                  <a:gd name="connsiteY31" fmla="*/ 420494 h 1354352"/>
                  <a:gd name="connsiteX32" fmla="*/ 1167967 w 1515584"/>
                  <a:gd name="connsiteY32" fmla="*/ 431136 h 1354352"/>
                  <a:gd name="connsiteX33" fmla="*/ 1156358 w 1515584"/>
                  <a:gd name="connsiteY33" fmla="*/ 452741 h 1354352"/>
                  <a:gd name="connsiteX34" fmla="*/ 1151844 w 1515584"/>
                  <a:gd name="connsiteY34" fmla="*/ 467897 h 1354352"/>
                  <a:gd name="connsiteX35" fmla="*/ 1123145 w 1515584"/>
                  <a:gd name="connsiteY35" fmla="*/ 469831 h 1354352"/>
                  <a:gd name="connsiteX36" fmla="*/ 1117018 w 1515584"/>
                  <a:gd name="connsiteY36" fmla="*/ 451128 h 1354352"/>
                  <a:gd name="connsiteX37" fmla="*/ 1126047 w 1515584"/>
                  <a:gd name="connsiteY37" fmla="*/ 425976 h 1354352"/>
                  <a:gd name="connsiteX38" fmla="*/ 1131529 w 1515584"/>
                  <a:gd name="connsiteY38" fmla="*/ 404371 h 1354352"/>
                  <a:gd name="connsiteX39" fmla="*/ 1123467 w 1515584"/>
                  <a:gd name="connsiteY39" fmla="*/ 374704 h 1354352"/>
                  <a:gd name="connsiteX40" fmla="*/ 1090253 w 1515584"/>
                  <a:gd name="connsiteY40" fmla="*/ 354067 h 1354352"/>
                  <a:gd name="connsiteX41" fmla="*/ 1058974 w 1515584"/>
                  <a:gd name="connsiteY41" fmla="*/ 316338 h 1354352"/>
                  <a:gd name="connsiteX42" fmla="*/ 1051880 w 1515584"/>
                  <a:gd name="connsiteY42" fmla="*/ 287639 h 1354352"/>
                  <a:gd name="connsiteX43" fmla="*/ 1044786 w 1515584"/>
                  <a:gd name="connsiteY43" fmla="*/ 262487 h 1354352"/>
                  <a:gd name="connsiteX44" fmla="*/ 1045753 w 1515584"/>
                  <a:gd name="connsiteY44" fmla="*/ 236367 h 1354352"/>
                  <a:gd name="connsiteX45" fmla="*/ 1030597 w 1515584"/>
                  <a:gd name="connsiteY45" fmla="*/ 201541 h 1354352"/>
                  <a:gd name="connsiteX46" fmla="*/ 1009959 w 1515584"/>
                  <a:gd name="connsiteY46" fmla="*/ 186385 h 1354352"/>
                  <a:gd name="connsiteX47" fmla="*/ 984807 w 1515584"/>
                  <a:gd name="connsiteY47" fmla="*/ 186385 h 1354352"/>
                  <a:gd name="connsiteX48" fmla="*/ 965137 w 1515584"/>
                  <a:gd name="connsiteY48" fmla="*/ 174776 h 1354352"/>
                  <a:gd name="connsiteX49" fmla="*/ 949014 w 1515584"/>
                  <a:gd name="connsiteY49" fmla="*/ 166714 h 1354352"/>
                  <a:gd name="connsiteX50" fmla="*/ 933858 w 1515584"/>
                  <a:gd name="connsiteY50" fmla="*/ 164780 h 1354352"/>
                  <a:gd name="connsiteX51" fmla="*/ 902579 w 1515584"/>
                  <a:gd name="connsiteY51" fmla="*/ 174776 h 1354352"/>
                  <a:gd name="connsiteX52" fmla="*/ 892582 w 1515584"/>
                  <a:gd name="connsiteY52" fmla="*/ 139950 h 1354352"/>
                  <a:gd name="connsiteX53" fmla="*/ 896129 w 1515584"/>
                  <a:gd name="connsiteY53" fmla="*/ 114798 h 1354352"/>
                  <a:gd name="connsiteX54" fmla="*/ 900644 w 1515584"/>
                  <a:gd name="connsiteY54" fmla="*/ 92548 h 1354352"/>
                  <a:gd name="connsiteX55" fmla="*/ 879039 w 1515584"/>
                  <a:gd name="connsiteY55" fmla="*/ 84486 h 1354352"/>
                  <a:gd name="connsiteX56" fmla="*/ 880329 w 1515584"/>
                  <a:gd name="connsiteY56" fmla="*/ 74489 h 1354352"/>
                  <a:gd name="connsiteX57" fmla="*/ 887100 w 1515584"/>
                  <a:gd name="connsiteY57" fmla="*/ 63848 h 1354352"/>
                  <a:gd name="connsiteX58" fmla="*/ 891937 w 1515584"/>
                  <a:gd name="connsiteY58" fmla="*/ 56109 h 1354352"/>
                  <a:gd name="connsiteX59" fmla="*/ 894517 w 1515584"/>
                  <a:gd name="connsiteY59" fmla="*/ 56431 h 1354352"/>
                  <a:gd name="connsiteX60" fmla="*/ 868397 w 1515584"/>
                  <a:gd name="connsiteY60" fmla="*/ 53207 h 1354352"/>
                  <a:gd name="connsiteX61" fmla="*/ 832281 w 1515584"/>
                  <a:gd name="connsiteY61" fmla="*/ 43855 h 1354352"/>
                  <a:gd name="connsiteX62" fmla="*/ 804872 w 1515584"/>
                  <a:gd name="connsiteY62" fmla="*/ 43210 h 1354352"/>
                  <a:gd name="connsiteX63" fmla="*/ 787459 w 1515584"/>
                  <a:gd name="connsiteY63" fmla="*/ 31924 h 1354352"/>
                  <a:gd name="connsiteX64" fmla="*/ 798100 w 1515584"/>
                  <a:gd name="connsiteY64" fmla="*/ 8384 h 1354352"/>
                  <a:gd name="connsiteX65" fmla="*/ 799712 w 1515584"/>
                  <a:gd name="connsiteY65" fmla="*/ 0 h 1354352"/>
                  <a:gd name="connsiteX66" fmla="*/ 799712 w 1515584"/>
                  <a:gd name="connsiteY66" fmla="*/ 0 h 1354352"/>
                  <a:gd name="connsiteX67" fmla="*/ 799068 w 1515584"/>
                  <a:gd name="connsiteY67" fmla="*/ 323 h 1354352"/>
                  <a:gd name="connsiteX68" fmla="*/ 791328 w 1515584"/>
                  <a:gd name="connsiteY68" fmla="*/ 5804 h 1354352"/>
                  <a:gd name="connsiteX69" fmla="*/ 769723 w 1515584"/>
                  <a:gd name="connsiteY69" fmla="*/ 23862 h 1354352"/>
                  <a:gd name="connsiteX70" fmla="*/ 741346 w 1515584"/>
                  <a:gd name="connsiteY70" fmla="*/ 28055 h 1354352"/>
                  <a:gd name="connsiteX71" fmla="*/ 703618 w 1515584"/>
                  <a:gd name="connsiteY71" fmla="*/ 40953 h 1354352"/>
                  <a:gd name="connsiteX72" fmla="*/ 698136 w 1515584"/>
                  <a:gd name="connsiteY72" fmla="*/ 62558 h 1354352"/>
                  <a:gd name="connsiteX73" fmla="*/ 692654 w 1515584"/>
                  <a:gd name="connsiteY73" fmla="*/ 94160 h 1354352"/>
                  <a:gd name="connsiteX74" fmla="*/ 672339 w 1515584"/>
                  <a:gd name="connsiteY74" fmla="*/ 131243 h 1354352"/>
                  <a:gd name="connsiteX75" fmla="*/ 648799 w 1515584"/>
                  <a:gd name="connsiteY75" fmla="*/ 167682 h 1354352"/>
                  <a:gd name="connsiteX76" fmla="*/ 625259 w 1515584"/>
                  <a:gd name="connsiteY76" fmla="*/ 196059 h 1354352"/>
                  <a:gd name="connsiteX77" fmla="*/ 611071 w 1515584"/>
                  <a:gd name="connsiteY77" fmla="*/ 225725 h 1354352"/>
                  <a:gd name="connsiteX78" fmla="*/ 593658 w 1515584"/>
                  <a:gd name="connsiteY78" fmla="*/ 227015 h 1354352"/>
                  <a:gd name="connsiteX79" fmla="*/ 560766 w 1515584"/>
                  <a:gd name="connsiteY79" fmla="*/ 243139 h 1354352"/>
                  <a:gd name="connsiteX80" fmla="*/ 518523 w 1515584"/>
                  <a:gd name="connsiteY80" fmla="*/ 267968 h 1354352"/>
                  <a:gd name="connsiteX81" fmla="*/ 504980 w 1515584"/>
                  <a:gd name="connsiteY81" fmla="*/ 298280 h 1354352"/>
                  <a:gd name="connsiteX82" fmla="*/ 490791 w 1515584"/>
                  <a:gd name="connsiteY82" fmla="*/ 331171 h 1354352"/>
                  <a:gd name="connsiteX83" fmla="*/ 471443 w 1515584"/>
                  <a:gd name="connsiteY83" fmla="*/ 350519 h 1354352"/>
                  <a:gd name="connsiteX84" fmla="*/ 447903 w 1515584"/>
                  <a:gd name="connsiteY84" fmla="*/ 367932 h 1354352"/>
                  <a:gd name="connsiteX85" fmla="*/ 435005 w 1515584"/>
                  <a:gd name="connsiteY85" fmla="*/ 385990 h 1354352"/>
                  <a:gd name="connsiteX86" fmla="*/ 426298 w 1515584"/>
                  <a:gd name="connsiteY86" fmla="*/ 409530 h 1354352"/>
                  <a:gd name="connsiteX87" fmla="*/ 410820 w 1515584"/>
                  <a:gd name="connsiteY87" fmla="*/ 420172 h 1354352"/>
                  <a:gd name="connsiteX88" fmla="*/ 377929 w 1515584"/>
                  <a:gd name="connsiteY88" fmla="*/ 433070 h 1354352"/>
                  <a:gd name="connsiteX89" fmla="*/ 349552 w 1515584"/>
                  <a:gd name="connsiteY89" fmla="*/ 431781 h 1354352"/>
                  <a:gd name="connsiteX90" fmla="*/ 312468 w 1515584"/>
                  <a:gd name="connsiteY90" fmla="*/ 433070 h 1354352"/>
                  <a:gd name="connsiteX91" fmla="*/ 266678 w 1515584"/>
                  <a:gd name="connsiteY91" fmla="*/ 449839 h 1354352"/>
                  <a:gd name="connsiteX92" fmla="*/ 231852 w 1515584"/>
                  <a:gd name="connsiteY92" fmla="*/ 453063 h 1354352"/>
                  <a:gd name="connsiteX93" fmla="*/ 221856 w 1515584"/>
                  <a:gd name="connsiteY93" fmla="*/ 437585 h 1354352"/>
                  <a:gd name="connsiteX94" fmla="*/ 215729 w 1515584"/>
                  <a:gd name="connsiteY94" fmla="*/ 415335 h 1354352"/>
                  <a:gd name="connsiteX95" fmla="*/ 207667 w 1515584"/>
                  <a:gd name="connsiteY95" fmla="*/ 390505 h 1354352"/>
                  <a:gd name="connsiteX96" fmla="*/ 178001 w 1515584"/>
                  <a:gd name="connsiteY96" fmla="*/ 383733 h 1354352"/>
                  <a:gd name="connsiteX97" fmla="*/ 151881 w 1515584"/>
                  <a:gd name="connsiteY97" fmla="*/ 399856 h 1354352"/>
                  <a:gd name="connsiteX98" fmla="*/ 127696 w 1515584"/>
                  <a:gd name="connsiteY98" fmla="*/ 414690 h 1354352"/>
                  <a:gd name="connsiteX99" fmla="*/ 114153 w 1515584"/>
                  <a:gd name="connsiteY99" fmla="*/ 442099 h 1354352"/>
                  <a:gd name="connsiteX100" fmla="*/ 103511 w 1515584"/>
                  <a:gd name="connsiteY100" fmla="*/ 469509 h 1354352"/>
                  <a:gd name="connsiteX101" fmla="*/ 86743 w 1515584"/>
                  <a:gd name="connsiteY101" fmla="*/ 483697 h 1354352"/>
                  <a:gd name="connsiteX102" fmla="*/ 61268 w 1515584"/>
                  <a:gd name="connsiteY102" fmla="*/ 503045 h 1354352"/>
                  <a:gd name="connsiteX103" fmla="*/ 31602 w 1515584"/>
                  <a:gd name="connsiteY103" fmla="*/ 524650 h 1354352"/>
                  <a:gd name="connsiteX104" fmla="*/ 13544 w 1515584"/>
                  <a:gd name="connsiteY104" fmla="*/ 553672 h 1354352"/>
                  <a:gd name="connsiteX105" fmla="*/ 0 w 1515584"/>
                  <a:gd name="connsiteY105" fmla="*/ 590756 h 1354352"/>
                  <a:gd name="connsiteX106" fmla="*/ 4192 w 1515584"/>
                  <a:gd name="connsiteY106" fmla="*/ 625582 h 1354352"/>
                  <a:gd name="connsiteX107" fmla="*/ 26442 w 1515584"/>
                  <a:gd name="connsiteY107" fmla="*/ 639125 h 1354352"/>
                  <a:gd name="connsiteX108" fmla="*/ 52562 w 1515584"/>
                  <a:gd name="connsiteY108" fmla="*/ 657183 h 1354352"/>
                  <a:gd name="connsiteX109" fmla="*/ 82873 w 1515584"/>
                  <a:gd name="connsiteY109" fmla="*/ 656539 h 1354352"/>
                  <a:gd name="connsiteX110" fmla="*/ 104479 w 1515584"/>
                  <a:gd name="connsiteY110" fmla="*/ 663955 h 1354352"/>
                  <a:gd name="connsiteX111" fmla="*/ 110605 w 1515584"/>
                  <a:gd name="connsiteY111" fmla="*/ 677499 h 1354352"/>
                  <a:gd name="connsiteX112" fmla="*/ 111250 w 1515584"/>
                  <a:gd name="connsiteY112" fmla="*/ 711035 h 1354352"/>
                  <a:gd name="connsiteX113" fmla="*/ 92547 w 1515584"/>
                  <a:gd name="connsiteY113" fmla="*/ 750053 h 1354352"/>
                  <a:gd name="connsiteX114" fmla="*/ 93837 w 1515584"/>
                  <a:gd name="connsiteY114" fmla="*/ 768111 h 1354352"/>
                  <a:gd name="connsiteX115" fmla="*/ 96417 w 1515584"/>
                  <a:gd name="connsiteY115" fmla="*/ 797133 h 1354352"/>
                  <a:gd name="connsiteX116" fmla="*/ 113830 w 1515584"/>
                  <a:gd name="connsiteY116" fmla="*/ 817448 h 1354352"/>
                  <a:gd name="connsiteX117" fmla="*/ 132533 w 1515584"/>
                  <a:gd name="connsiteY117" fmla="*/ 839699 h 1354352"/>
                  <a:gd name="connsiteX118" fmla="*/ 168971 w 1515584"/>
                  <a:gd name="connsiteY118" fmla="*/ 835507 h 1354352"/>
                  <a:gd name="connsiteX119" fmla="*/ 185095 w 1515584"/>
                  <a:gd name="connsiteY119" fmla="*/ 845503 h 1354352"/>
                  <a:gd name="connsiteX120" fmla="*/ 185095 w 1515584"/>
                  <a:gd name="connsiteY120" fmla="*/ 870333 h 1354352"/>
                  <a:gd name="connsiteX121" fmla="*/ 194446 w 1515584"/>
                  <a:gd name="connsiteY121" fmla="*/ 924184 h 1354352"/>
                  <a:gd name="connsiteX122" fmla="*/ 221856 w 1515584"/>
                  <a:gd name="connsiteY122" fmla="*/ 947724 h 1354352"/>
                  <a:gd name="connsiteX123" fmla="*/ 226048 w 1515584"/>
                  <a:gd name="connsiteY123" fmla="*/ 986742 h 1354352"/>
                  <a:gd name="connsiteX124" fmla="*/ 240881 w 1515584"/>
                  <a:gd name="connsiteY124" fmla="*/ 1023181 h 1354352"/>
                  <a:gd name="connsiteX125" fmla="*/ 252167 w 1515584"/>
                  <a:gd name="connsiteY125" fmla="*/ 1049301 h 1354352"/>
                  <a:gd name="connsiteX126" fmla="*/ 243138 w 1515584"/>
                  <a:gd name="connsiteY126" fmla="*/ 1054138 h 1354352"/>
                  <a:gd name="connsiteX127" fmla="*/ 271193 w 1515584"/>
                  <a:gd name="connsiteY127" fmla="*/ 1057362 h 1354352"/>
                  <a:gd name="connsiteX128" fmla="*/ 350519 w 1515584"/>
                  <a:gd name="connsiteY128" fmla="*/ 1057362 h 1354352"/>
                  <a:gd name="connsiteX129" fmla="*/ 393407 w 1515584"/>
                  <a:gd name="connsiteY129" fmla="*/ 1061554 h 1354352"/>
                  <a:gd name="connsiteX130" fmla="*/ 448548 w 1515584"/>
                  <a:gd name="connsiteY130" fmla="*/ 1068326 h 1354352"/>
                  <a:gd name="connsiteX131" fmla="*/ 486277 w 1515584"/>
                  <a:gd name="connsiteY131" fmla="*/ 1089931 h 1354352"/>
                  <a:gd name="connsiteX132" fmla="*/ 521103 w 1515584"/>
                  <a:gd name="connsiteY132" fmla="*/ 1107345 h 1354352"/>
                  <a:gd name="connsiteX133" fmla="*/ 552060 w 1515584"/>
                  <a:gd name="connsiteY133" fmla="*/ 1107345 h 1354352"/>
                  <a:gd name="connsiteX134" fmla="*/ 580436 w 1515584"/>
                  <a:gd name="connsiteY134" fmla="*/ 1107345 h 1354352"/>
                  <a:gd name="connsiteX135" fmla="*/ 605911 w 1515584"/>
                  <a:gd name="connsiteY135" fmla="*/ 1146363 h 1354352"/>
                  <a:gd name="connsiteX136" fmla="*/ 608491 w 1515584"/>
                  <a:gd name="connsiteY136" fmla="*/ 1179899 h 1354352"/>
                  <a:gd name="connsiteX137" fmla="*/ 638158 w 1515584"/>
                  <a:gd name="connsiteY137" fmla="*/ 1213435 h 1354352"/>
                  <a:gd name="connsiteX138" fmla="*/ 651701 w 1515584"/>
                  <a:gd name="connsiteY138" fmla="*/ 1224077 h 1354352"/>
                  <a:gd name="connsiteX139" fmla="*/ 666535 w 1515584"/>
                  <a:gd name="connsiteY139" fmla="*/ 1268577 h 1354352"/>
                  <a:gd name="connsiteX140" fmla="*/ 712324 w 1515584"/>
                  <a:gd name="connsiteY140" fmla="*/ 1307595 h 1354352"/>
                  <a:gd name="connsiteX141" fmla="*/ 761984 w 1515584"/>
                  <a:gd name="connsiteY141" fmla="*/ 1331780 h 1354352"/>
                  <a:gd name="connsiteX142" fmla="*/ 778107 w 1515584"/>
                  <a:gd name="connsiteY142" fmla="*/ 1364027 h 1354352"/>
                  <a:gd name="connsiteX143" fmla="*/ 809064 w 1515584"/>
                  <a:gd name="connsiteY143" fmla="*/ 1377570 h 1354352"/>
                  <a:gd name="connsiteX144" fmla="*/ 840020 w 1515584"/>
                  <a:gd name="connsiteY144" fmla="*/ 1374990 h 1354352"/>
                  <a:gd name="connsiteX145" fmla="*/ 861626 w 1515584"/>
                  <a:gd name="connsiteY145" fmla="*/ 1348226 h 1354352"/>
                  <a:gd name="connsiteX146" fmla="*/ 859046 w 1515584"/>
                  <a:gd name="connsiteY146" fmla="*/ 1317269 h 1354352"/>
                  <a:gd name="connsiteX147" fmla="*/ 900644 w 1515584"/>
                  <a:gd name="connsiteY147" fmla="*/ 1295664 h 1354352"/>
                  <a:gd name="connsiteX148" fmla="*/ 906126 w 1515584"/>
                  <a:gd name="connsiteY148" fmla="*/ 1241812 h 1354352"/>
                  <a:gd name="connsiteX149" fmla="*/ 926441 w 1515584"/>
                  <a:gd name="connsiteY149" fmla="*/ 1192153 h 1354352"/>
                  <a:gd name="connsiteX150" fmla="*/ 907738 w 1515584"/>
                  <a:gd name="connsiteY150" fmla="*/ 1150555 h 1354352"/>
                  <a:gd name="connsiteX151" fmla="*/ 903546 w 1515584"/>
                  <a:gd name="connsiteY151" fmla="*/ 1089931 h 1354352"/>
                  <a:gd name="connsiteX152" fmla="*/ 917090 w 1515584"/>
                  <a:gd name="connsiteY152" fmla="*/ 1042852 h 1354352"/>
                  <a:gd name="connsiteX153" fmla="*/ 930633 w 1515584"/>
                  <a:gd name="connsiteY153" fmla="*/ 1029308 h 1354352"/>
                  <a:gd name="connsiteX154" fmla="*/ 945466 w 1515584"/>
                  <a:gd name="connsiteY154" fmla="*/ 1046721 h 1354352"/>
                  <a:gd name="connsiteX155" fmla="*/ 981905 w 1515584"/>
                  <a:gd name="connsiteY155" fmla="*/ 1018344 h 1354352"/>
                  <a:gd name="connsiteX156" fmla="*/ 1002220 w 1515584"/>
                  <a:gd name="connsiteY156" fmla="*/ 1010282 h 1354352"/>
                  <a:gd name="connsiteX157" fmla="*/ 989967 w 1515584"/>
                  <a:gd name="connsiteY157" fmla="*/ 1064134 h 1354352"/>
                  <a:gd name="connsiteX158" fmla="*/ 1014151 w 1515584"/>
                  <a:gd name="connsiteY158" fmla="*/ 1080257 h 1354352"/>
                  <a:gd name="connsiteX159" fmla="*/ 1047688 w 1515584"/>
                  <a:gd name="connsiteY159" fmla="*/ 1073486 h 1354352"/>
                  <a:gd name="connsiteX160" fmla="*/ 1078644 w 1515584"/>
                  <a:gd name="connsiteY160" fmla="*/ 1062844 h 1354352"/>
                  <a:gd name="connsiteX161" fmla="*/ 1082836 w 1515584"/>
                  <a:gd name="connsiteY161" fmla="*/ 1112504 h 1354352"/>
                  <a:gd name="connsiteX162" fmla="*/ 1069293 w 1515584"/>
                  <a:gd name="connsiteY162" fmla="*/ 1147330 h 1354352"/>
                  <a:gd name="connsiteX163" fmla="*/ 1077355 w 1515584"/>
                  <a:gd name="connsiteY163" fmla="*/ 1182156 h 1354352"/>
                  <a:gd name="connsiteX164" fmla="*/ 1071873 w 1515584"/>
                  <a:gd name="connsiteY164" fmla="*/ 1210533 h 1354352"/>
                  <a:gd name="connsiteX165" fmla="*/ 1035434 w 1515584"/>
                  <a:gd name="connsiteY165" fmla="*/ 1205051 h 1354352"/>
                  <a:gd name="connsiteX166" fmla="*/ 1016731 w 1515584"/>
                  <a:gd name="connsiteY166" fmla="*/ 1253421 h 1354352"/>
                  <a:gd name="connsiteX167" fmla="*/ 1067681 w 1515584"/>
                  <a:gd name="connsiteY167" fmla="*/ 1249229 h 1354352"/>
                  <a:gd name="connsiteX168" fmla="*/ 1096058 w 1515584"/>
                  <a:gd name="connsiteY168" fmla="*/ 1238588 h 1354352"/>
                  <a:gd name="connsiteX169" fmla="*/ 1122822 w 1515584"/>
                  <a:gd name="connsiteY169" fmla="*/ 1203761 h 1354352"/>
                  <a:gd name="connsiteX170" fmla="*/ 1136366 w 1515584"/>
                  <a:gd name="connsiteY170" fmla="*/ 1171515 h 1354352"/>
                  <a:gd name="connsiteX171" fmla="*/ 1159261 w 1515584"/>
                  <a:gd name="connsiteY171" fmla="*/ 1174095 h 1354352"/>
                  <a:gd name="connsiteX172" fmla="*/ 1227946 w 1515584"/>
                  <a:gd name="connsiteY172" fmla="*/ 1178287 h 1354352"/>
                  <a:gd name="connsiteX173" fmla="*/ 1268254 w 1515584"/>
                  <a:gd name="connsiteY173" fmla="*/ 1186348 h 1354352"/>
                  <a:gd name="connsiteX174" fmla="*/ 1269544 w 1515584"/>
                  <a:gd name="connsiteY174" fmla="*/ 1147330 h 1354352"/>
                  <a:gd name="connsiteX175" fmla="*/ 1295018 w 1515584"/>
                  <a:gd name="connsiteY175" fmla="*/ 1128627 h 1354352"/>
                  <a:gd name="connsiteX176" fmla="*/ 1301790 w 1515584"/>
                  <a:gd name="connsiteY176" fmla="*/ 1103152 h 1354352"/>
                  <a:gd name="connsiteX177" fmla="*/ 1286957 w 1515584"/>
                  <a:gd name="connsiteY177" fmla="*/ 1076388 h 1354352"/>
                  <a:gd name="connsiteX178" fmla="*/ 1264062 w 1515584"/>
                  <a:gd name="connsiteY178" fmla="*/ 1042852 h 1354352"/>
                  <a:gd name="connsiteX179" fmla="*/ 1293728 w 1515584"/>
                  <a:gd name="connsiteY179" fmla="*/ 1006413 h 1354352"/>
                  <a:gd name="connsiteX180" fmla="*/ 1343388 w 1515584"/>
                  <a:gd name="connsiteY180" fmla="*/ 998351 h 1354352"/>
                  <a:gd name="connsiteX181" fmla="*/ 1344678 w 1515584"/>
                  <a:gd name="connsiteY181" fmla="*/ 953851 h 1354352"/>
                  <a:gd name="connsiteX182" fmla="*/ 1285667 w 1515584"/>
                  <a:gd name="connsiteY182" fmla="*/ 958043 h 1354352"/>
                  <a:gd name="connsiteX183" fmla="*/ 1225043 w 1515584"/>
                  <a:gd name="connsiteY183" fmla="*/ 962235 h 1354352"/>
                  <a:gd name="connsiteX184" fmla="*/ 1208920 w 1515584"/>
                  <a:gd name="connsiteY184" fmla="*/ 885489 h 1354352"/>
                  <a:gd name="connsiteX185" fmla="*/ 1233750 w 1515584"/>
                  <a:gd name="connsiteY185" fmla="*/ 853242 h 1354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</a:cxnLst>
                <a:rect l="l" t="t" r="r" b="b"/>
                <a:pathLst>
                  <a:path w="1515584" h="1354352">
                    <a:moveTo>
                      <a:pt x="1233750" y="853242"/>
                    </a:moveTo>
                    <a:cubicBezTo>
                      <a:pt x="1268576" y="842601"/>
                      <a:pt x="1323718" y="806162"/>
                      <a:pt x="1337261" y="791329"/>
                    </a:cubicBezTo>
                    <a:cubicBezTo>
                      <a:pt x="1350805" y="776495"/>
                      <a:pt x="1408526" y="751021"/>
                      <a:pt x="1432711" y="745539"/>
                    </a:cubicBezTo>
                    <a:cubicBezTo>
                      <a:pt x="1454316" y="740702"/>
                      <a:pt x="1479468" y="707810"/>
                      <a:pt x="1523001" y="668147"/>
                    </a:cubicBezTo>
                    <a:cubicBezTo>
                      <a:pt x="1513649" y="667825"/>
                      <a:pt x="1518486" y="657506"/>
                      <a:pt x="1507522" y="652669"/>
                    </a:cubicBezTo>
                    <a:cubicBezTo>
                      <a:pt x="1496236" y="647832"/>
                      <a:pt x="1499461" y="652024"/>
                      <a:pt x="1485917" y="657506"/>
                    </a:cubicBezTo>
                    <a:cubicBezTo>
                      <a:pt x="1472374" y="662988"/>
                      <a:pt x="1466569" y="668792"/>
                      <a:pt x="1460443" y="668792"/>
                    </a:cubicBezTo>
                    <a:cubicBezTo>
                      <a:pt x="1454316" y="668792"/>
                      <a:pt x="1441740" y="659441"/>
                      <a:pt x="1429486" y="657506"/>
                    </a:cubicBezTo>
                    <a:cubicBezTo>
                      <a:pt x="1417232" y="655571"/>
                      <a:pt x="1407881" y="671694"/>
                      <a:pt x="1397240" y="671694"/>
                    </a:cubicBezTo>
                    <a:cubicBezTo>
                      <a:pt x="1386598" y="671694"/>
                      <a:pt x="1380471" y="660408"/>
                      <a:pt x="1395305" y="655571"/>
                    </a:cubicBezTo>
                    <a:cubicBezTo>
                      <a:pt x="1410138" y="650734"/>
                      <a:pt x="1415620" y="642028"/>
                      <a:pt x="1411428" y="636223"/>
                    </a:cubicBezTo>
                    <a:cubicBezTo>
                      <a:pt x="1407236" y="630419"/>
                      <a:pt x="1400787" y="630741"/>
                      <a:pt x="1393370" y="628162"/>
                    </a:cubicBezTo>
                    <a:cubicBezTo>
                      <a:pt x="1385953" y="625582"/>
                      <a:pt x="1399497" y="616875"/>
                      <a:pt x="1405624" y="608814"/>
                    </a:cubicBezTo>
                    <a:cubicBezTo>
                      <a:pt x="1411750" y="600752"/>
                      <a:pt x="1408848" y="593980"/>
                      <a:pt x="1404979" y="587854"/>
                    </a:cubicBezTo>
                    <a:cubicBezTo>
                      <a:pt x="1401109" y="581727"/>
                      <a:pt x="1392725" y="573665"/>
                      <a:pt x="1380149" y="565603"/>
                    </a:cubicBezTo>
                    <a:cubicBezTo>
                      <a:pt x="1367250" y="557542"/>
                      <a:pt x="1366605" y="554317"/>
                      <a:pt x="1357899" y="530132"/>
                    </a:cubicBezTo>
                    <a:cubicBezTo>
                      <a:pt x="1349192" y="505947"/>
                      <a:pt x="1358544" y="505947"/>
                      <a:pt x="1355319" y="492404"/>
                    </a:cubicBezTo>
                    <a:cubicBezTo>
                      <a:pt x="1354352" y="488857"/>
                      <a:pt x="1352739" y="483375"/>
                      <a:pt x="1351127" y="477571"/>
                    </a:cubicBezTo>
                    <a:cubicBezTo>
                      <a:pt x="1350482" y="477571"/>
                      <a:pt x="1349515" y="477893"/>
                      <a:pt x="1348870" y="477893"/>
                    </a:cubicBezTo>
                    <a:cubicBezTo>
                      <a:pt x="1338873" y="479828"/>
                      <a:pt x="1331779" y="476926"/>
                      <a:pt x="1321138" y="482408"/>
                    </a:cubicBezTo>
                    <a:cubicBezTo>
                      <a:pt x="1310496" y="487889"/>
                      <a:pt x="1305982" y="486922"/>
                      <a:pt x="1300500" y="496596"/>
                    </a:cubicBezTo>
                    <a:cubicBezTo>
                      <a:pt x="1295018" y="506592"/>
                      <a:pt x="1287924" y="504658"/>
                      <a:pt x="1282442" y="502078"/>
                    </a:cubicBezTo>
                    <a:cubicBezTo>
                      <a:pt x="1276960" y="499498"/>
                      <a:pt x="1279862" y="487889"/>
                      <a:pt x="1284377" y="480473"/>
                    </a:cubicBezTo>
                    <a:cubicBezTo>
                      <a:pt x="1288891" y="473378"/>
                      <a:pt x="1278250" y="456288"/>
                      <a:pt x="1283409" y="443712"/>
                    </a:cubicBezTo>
                    <a:cubicBezTo>
                      <a:pt x="1288891" y="431136"/>
                      <a:pt x="1289536" y="429523"/>
                      <a:pt x="1285989" y="423074"/>
                    </a:cubicBezTo>
                    <a:cubicBezTo>
                      <a:pt x="1282442" y="416947"/>
                      <a:pt x="1283409" y="407918"/>
                      <a:pt x="1279862" y="406951"/>
                    </a:cubicBezTo>
                    <a:cubicBezTo>
                      <a:pt x="1276315" y="405983"/>
                      <a:pt x="1261804" y="405983"/>
                      <a:pt x="1255678" y="415012"/>
                    </a:cubicBezTo>
                    <a:cubicBezTo>
                      <a:pt x="1249551" y="424041"/>
                      <a:pt x="1247616" y="425654"/>
                      <a:pt x="1244069" y="433070"/>
                    </a:cubicBezTo>
                    <a:cubicBezTo>
                      <a:pt x="1240522" y="440165"/>
                      <a:pt x="1219884" y="440165"/>
                      <a:pt x="1216337" y="440165"/>
                    </a:cubicBezTo>
                    <a:cubicBezTo>
                      <a:pt x="1212790" y="440165"/>
                      <a:pt x="1213757" y="436617"/>
                      <a:pt x="1210210" y="428556"/>
                    </a:cubicBezTo>
                    <a:cubicBezTo>
                      <a:pt x="1206663" y="420494"/>
                      <a:pt x="1204728" y="411465"/>
                      <a:pt x="1196666" y="410498"/>
                    </a:cubicBezTo>
                    <a:cubicBezTo>
                      <a:pt x="1188605" y="409530"/>
                      <a:pt x="1187638" y="414045"/>
                      <a:pt x="1184090" y="420494"/>
                    </a:cubicBezTo>
                    <a:cubicBezTo>
                      <a:pt x="1180543" y="426621"/>
                      <a:pt x="1173449" y="428556"/>
                      <a:pt x="1167967" y="431136"/>
                    </a:cubicBezTo>
                    <a:cubicBezTo>
                      <a:pt x="1162485" y="433715"/>
                      <a:pt x="1163453" y="448226"/>
                      <a:pt x="1156358" y="452741"/>
                    </a:cubicBezTo>
                    <a:cubicBezTo>
                      <a:pt x="1149264" y="457255"/>
                      <a:pt x="1151844" y="462737"/>
                      <a:pt x="1151844" y="467897"/>
                    </a:cubicBezTo>
                    <a:cubicBezTo>
                      <a:pt x="1151844" y="473378"/>
                      <a:pt x="1131206" y="474023"/>
                      <a:pt x="1123145" y="469831"/>
                    </a:cubicBezTo>
                    <a:cubicBezTo>
                      <a:pt x="1115083" y="465639"/>
                      <a:pt x="1109601" y="459835"/>
                      <a:pt x="1117018" y="451128"/>
                    </a:cubicBezTo>
                    <a:cubicBezTo>
                      <a:pt x="1124112" y="442099"/>
                      <a:pt x="1123145" y="433070"/>
                      <a:pt x="1126047" y="425976"/>
                    </a:cubicBezTo>
                    <a:cubicBezTo>
                      <a:pt x="1128626" y="418882"/>
                      <a:pt x="1129594" y="409853"/>
                      <a:pt x="1131529" y="404371"/>
                    </a:cubicBezTo>
                    <a:cubicBezTo>
                      <a:pt x="1133463" y="398889"/>
                      <a:pt x="1133463" y="388248"/>
                      <a:pt x="1123467" y="374704"/>
                    </a:cubicBezTo>
                    <a:cubicBezTo>
                      <a:pt x="1113471" y="361161"/>
                      <a:pt x="1095735" y="360516"/>
                      <a:pt x="1090253" y="354067"/>
                    </a:cubicBezTo>
                    <a:cubicBezTo>
                      <a:pt x="1084771" y="347940"/>
                      <a:pt x="1067036" y="319885"/>
                      <a:pt x="1058974" y="316338"/>
                    </a:cubicBezTo>
                    <a:cubicBezTo>
                      <a:pt x="1050912" y="312791"/>
                      <a:pt x="1048333" y="295700"/>
                      <a:pt x="1051880" y="287639"/>
                    </a:cubicBezTo>
                    <a:cubicBezTo>
                      <a:pt x="1055427" y="279577"/>
                      <a:pt x="1040271" y="271515"/>
                      <a:pt x="1044786" y="262487"/>
                    </a:cubicBezTo>
                    <a:cubicBezTo>
                      <a:pt x="1049300" y="253457"/>
                      <a:pt x="1051880" y="250878"/>
                      <a:pt x="1045753" y="236367"/>
                    </a:cubicBezTo>
                    <a:cubicBezTo>
                      <a:pt x="1039626" y="222178"/>
                      <a:pt x="1028662" y="214762"/>
                      <a:pt x="1030597" y="201541"/>
                    </a:cubicBezTo>
                    <a:cubicBezTo>
                      <a:pt x="1032532" y="187997"/>
                      <a:pt x="1018021" y="182838"/>
                      <a:pt x="1009959" y="186385"/>
                    </a:cubicBezTo>
                    <a:cubicBezTo>
                      <a:pt x="1001898" y="189932"/>
                      <a:pt x="991901" y="192512"/>
                      <a:pt x="984807" y="186385"/>
                    </a:cubicBezTo>
                    <a:cubicBezTo>
                      <a:pt x="977713" y="180258"/>
                      <a:pt x="972231" y="179291"/>
                      <a:pt x="965137" y="174776"/>
                    </a:cubicBezTo>
                    <a:cubicBezTo>
                      <a:pt x="958043" y="170262"/>
                      <a:pt x="953528" y="167682"/>
                      <a:pt x="949014" y="166714"/>
                    </a:cubicBezTo>
                    <a:cubicBezTo>
                      <a:pt x="944499" y="165747"/>
                      <a:pt x="953528" y="156073"/>
                      <a:pt x="933858" y="164780"/>
                    </a:cubicBezTo>
                    <a:cubicBezTo>
                      <a:pt x="914187" y="173809"/>
                      <a:pt x="907738" y="179935"/>
                      <a:pt x="902579" y="174776"/>
                    </a:cubicBezTo>
                    <a:cubicBezTo>
                      <a:pt x="897097" y="169294"/>
                      <a:pt x="890003" y="148656"/>
                      <a:pt x="892582" y="139950"/>
                    </a:cubicBezTo>
                    <a:cubicBezTo>
                      <a:pt x="895162" y="130921"/>
                      <a:pt x="890648" y="121247"/>
                      <a:pt x="896129" y="114798"/>
                    </a:cubicBezTo>
                    <a:cubicBezTo>
                      <a:pt x="901611" y="108671"/>
                      <a:pt x="908705" y="95127"/>
                      <a:pt x="900644" y="92548"/>
                    </a:cubicBezTo>
                    <a:cubicBezTo>
                      <a:pt x="892582" y="89968"/>
                      <a:pt x="882586" y="87066"/>
                      <a:pt x="879039" y="84486"/>
                    </a:cubicBezTo>
                    <a:cubicBezTo>
                      <a:pt x="879039" y="84486"/>
                      <a:pt x="877104" y="76747"/>
                      <a:pt x="880329" y="74489"/>
                    </a:cubicBezTo>
                    <a:cubicBezTo>
                      <a:pt x="883553" y="72232"/>
                      <a:pt x="883553" y="66105"/>
                      <a:pt x="887100" y="63848"/>
                    </a:cubicBezTo>
                    <a:cubicBezTo>
                      <a:pt x="890648" y="61591"/>
                      <a:pt x="888068" y="55464"/>
                      <a:pt x="891937" y="56109"/>
                    </a:cubicBezTo>
                    <a:cubicBezTo>
                      <a:pt x="892905" y="56109"/>
                      <a:pt x="893550" y="56431"/>
                      <a:pt x="894517" y="56431"/>
                    </a:cubicBezTo>
                    <a:cubicBezTo>
                      <a:pt x="888390" y="46435"/>
                      <a:pt x="879684" y="53852"/>
                      <a:pt x="868397" y="53207"/>
                    </a:cubicBezTo>
                    <a:cubicBezTo>
                      <a:pt x="857111" y="52562"/>
                      <a:pt x="846147" y="48370"/>
                      <a:pt x="832281" y="43855"/>
                    </a:cubicBezTo>
                    <a:cubicBezTo>
                      <a:pt x="818093" y="39018"/>
                      <a:pt x="816158" y="43210"/>
                      <a:pt x="804872" y="43210"/>
                    </a:cubicBezTo>
                    <a:cubicBezTo>
                      <a:pt x="793586" y="43210"/>
                      <a:pt x="796165" y="41921"/>
                      <a:pt x="787459" y="31924"/>
                    </a:cubicBezTo>
                    <a:cubicBezTo>
                      <a:pt x="778752" y="21928"/>
                      <a:pt x="789394" y="21283"/>
                      <a:pt x="798100" y="8384"/>
                    </a:cubicBezTo>
                    <a:cubicBezTo>
                      <a:pt x="800035" y="5482"/>
                      <a:pt x="800357" y="2580"/>
                      <a:pt x="799712" y="0"/>
                    </a:cubicBezTo>
                    <a:lnTo>
                      <a:pt x="799712" y="0"/>
                    </a:lnTo>
                    <a:cubicBezTo>
                      <a:pt x="799390" y="0"/>
                      <a:pt x="799390" y="323"/>
                      <a:pt x="799068" y="323"/>
                    </a:cubicBezTo>
                    <a:cubicBezTo>
                      <a:pt x="792941" y="2257"/>
                      <a:pt x="793908" y="3547"/>
                      <a:pt x="791328" y="5804"/>
                    </a:cubicBezTo>
                    <a:cubicBezTo>
                      <a:pt x="788749" y="7739"/>
                      <a:pt x="782622" y="12576"/>
                      <a:pt x="769723" y="23862"/>
                    </a:cubicBezTo>
                    <a:cubicBezTo>
                      <a:pt x="756825" y="35149"/>
                      <a:pt x="754245" y="28055"/>
                      <a:pt x="741346" y="28055"/>
                    </a:cubicBezTo>
                    <a:cubicBezTo>
                      <a:pt x="728448" y="28055"/>
                      <a:pt x="709745" y="34826"/>
                      <a:pt x="703618" y="40953"/>
                    </a:cubicBezTo>
                    <a:cubicBezTo>
                      <a:pt x="697491" y="47080"/>
                      <a:pt x="700393" y="54497"/>
                      <a:pt x="698136" y="62558"/>
                    </a:cubicBezTo>
                    <a:cubicBezTo>
                      <a:pt x="695879" y="70620"/>
                      <a:pt x="696201" y="81906"/>
                      <a:pt x="692654" y="94160"/>
                    </a:cubicBezTo>
                    <a:cubicBezTo>
                      <a:pt x="689430" y="106414"/>
                      <a:pt x="677821" y="125116"/>
                      <a:pt x="672339" y="131243"/>
                    </a:cubicBezTo>
                    <a:cubicBezTo>
                      <a:pt x="666857" y="137370"/>
                      <a:pt x="662987" y="156073"/>
                      <a:pt x="648799" y="167682"/>
                    </a:cubicBezTo>
                    <a:cubicBezTo>
                      <a:pt x="634611" y="178968"/>
                      <a:pt x="631386" y="189932"/>
                      <a:pt x="625259" y="196059"/>
                    </a:cubicBezTo>
                    <a:cubicBezTo>
                      <a:pt x="619132" y="202185"/>
                      <a:pt x="620422" y="224436"/>
                      <a:pt x="611071" y="225725"/>
                    </a:cubicBezTo>
                    <a:cubicBezTo>
                      <a:pt x="601719" y="227015"/>
                      <a:pt x="604944" y="224436"/>
                      <a:pt x="593658" y="227015"/>
                    </a:cubicBezTo>
                    <a:cubicBezTo>
                      <a:pt x="582371" y="229595"/>
                      <a:pt x="574955" y="239914"/>
                      <a:pt x="560766" y="243139"/>
                    </a:cubicBezTo>
                    <a:cubicBezTo>
                      <a:pt x="546578" y="246363"/>
                      <a:pt x="530454" y="257972"/>
                      <a:pt x="518523" y="267968"/>
                    </a:cubicBezTo>
                    <a:cubicBezTo>
                      <a:pt x="506592" y="277965"/>
                      <a:pt x="510462" y="290218"/>
                      <a:pt x="504980" y="298280"/>
                    </a:cubicBezTo>
                    <a:cubicBezTo>
                      <a:pt x="499498" y="306342"/>
                      <a:pt x="496918" y="323110"/>
                      <a:pt x="490791" y="331171"/>
                    </a:cubicBezTo>
                    <a:cubicBezTo>
                      <a:pt x="484664" y="339233"/>
                      <a:pt x="478538" y="348585"/>
                      <a:pt x="471443" y="350519"/>
                    </a:cubicBezTo>
                    <a:cubicBezTo>
                      <a:pt x="464027" y="352454"/>
                      <a:pt x="454030" y="362773"/>
                      <a:pt x="447903" y="367932"/>
                    </a:cubicBezTo>
                    <a:cubicBezTo>
                      <a:pt x="441777" y="373414"/>
                      <a:pt x="437262" y="377284"/>
                      <a:pt x="435005" y="385990"/>
                    </a:cubicBezTo>
                    <a:cubicBezTo>
                      <a:pt x="433070" y="394697"/>
                      <a:pt x="428233" y="404694"/>
                      <a:pt x="426298" y="409530"/>
                    </a:cubicBezTo>
                    <a:cubicBezTo>
                      <a:pt x="424364" y="414367"/>
                      <a:pt x="418882" y="417592"/>
                      <a:pt x="410820" y="420172"/>
                    </a:cubicBezTo>
                    <a:cubicBezTo>
                      <a:pt x="402758" y="422751"/>
                      <a:pt x="393407" y="430813"/>
                      <a:pt x="377929" y="433070"/>
                    </a:cubicBezTo>
                    <a:cubicBezTo>
                      <a:pt x="362450" y="435005"/>
                      <a:pt x="360516" y="431781"/>
                      <a:pt x="349552" y="431781"/>
                    </a:cubicBezTo>
                    <a:cubicBezTo>
                      <a:pt x="338910" y="431781"/>
                      <a:pt x="321175" y="429846"/>
                      <a:pt x="312468" y="433070"/>
                    </a:cubicBezTo>
                    <a:cubicBezTo>
                      <a:pt x="303762" y="436295"/>
                      <a:pt x="281512" y="443712"/>
                      <a:pt x="266678" y="449839"/>
                    </a:cubicBezTo>
                    <a:cubicBezTo>
                      <a:pt x="251845" y="455965"/>
                      <a:pt x="237012" y="457900"/>
                      <a:pt x="231852" y="453063"/>
                    </a:cubicBezTo>
                    <a:cubicBezTo>
                      <a:pt x="226370" y="448226"/>
                      <a:pt x="227015" y="440810"/>
                      <a:pt x="221856" y="437585"/>
                    </a:cubicBezTo>
                    <a:cubicBezTo>
                      <a:pt x="216374" y="434360"/>
                      <a:pt x="215729" y="421462"/>
                      <a:pt x="215729" y="415335"/>
                    </a:cubicBezTo>
                    <a:cubicBezTo>
                      <a:pt x="215729" y="409208"/>
                      <a:pt x="212504" y="393730"/>
                      <a:pt x="207667" y="390505"/>
                    </a:cubicBezTo>
                    <a:cubicBezTo>
                      <a:pt x="202830" y="387280"/>
                      <a:pt x="184772" y="383088"/>
                      <a:pt x="178001" y="383733"/>
                    </a:cubicBezTo>
                    <a:cubicBezTo>
                      <a:pt x="171229" y="384378"/>
                      <a:pt x="163812" y="392440"/>
                      <a:pt x="151881" y="399856"/>
                    </a:cubicBezTo>
                    <a:cubicBezTo>
                      <a:pt x="139627" y="407273"/>
                      <a:pt x="136403" y="409853"/>
                      <a:pt x="127696" y="414690"/>
                    </a:cubicBezTo>
                    <a:cubicBezTo>
                      <a:pt x="118989" y="419527"/>
                      <a:pt x="115442" y="435650"/>
                      <a:pt x="114153" y="442099"/>
                    </a:cubicBezTo>
                    <a:cubicBezTo>
                      <a:pt x="112863" y="448871"/>
                      <a:pt x="109316" y="466929"/>
                      <a:pt x="103511" y="469509"/>
                    </a:cubicBezTo>
                    <a:cubicBezTo>
                      <a:pt x="97384" y="472089"/>
                      <a:pt x="93515" y="480150"/>
                      <a:pt x="86743" y="483697"/>
                    </a:cubicBezTo>
                    <a:cubicBezTo>
                      <a:pt x="79971" y="486922"/>
                      <a:pt x="74489" y="494984"/>
                      <a:pt x="61268" y="503045"/>
                    </a:cubicBezTo>
                    <a:cubicBezTo>
                      <a:pt x="47725" y="511107"/>
                      <a:pt x="41920" y="521103"/>
                      <a:pt x="31602" y="524650"/>
                    </a:cubicBezTo>
                    <a:cubicBezTo>
                      <a:pt x="21605" y="527875"/>
                      <a:pt x="23540" y="546901"/>
                      <a:pt x="13544" y="553672"/>
                    </a:cubicBezTo>
                    <a:cubicBezTo>
                      <a:pt x="3547" y="560444"/>
                      <a:pt x="0" y="571085"/>
                      <a:pt x="0" y="590756"/>
                    </a:cubicBezTo>
                    <a:cubicBezTo>
                      <a:pt x="0" y="610104"/>
                      <a:pt x="0" y="616875"/>
                      <a:pt x="4192" y="625582"/>
                    </a:cubicBezTo>
                    <a:cubicBezTo>
                      <a:pt x="8384" y="634288"/>
                      <a:pt x="15478" y="631709"/>
                      <a:pt x="26442" y="639125"/>
                    </a:cubicBezTo>
                    <a:cubicBezTo>
                      <a:pt x="37083" y="646542"/>
                      <a:pt x="41275" y="655249"/>
                      <a:pt x="52562" y="657183"/>
                    </a:cubicBezTo>
                    <a:cubicBezTo>
                      <a:pt x="63848" y="659118"/>
                      <a:pt x="71910" y="657828"/>
                      <a:pt x="82873" y="656539"/>
                    </a:cubicBezTo>
                    <a:cubicBezTo>
                      <a:pt x="93515" y="655249"/>
                      <a:pt x="100931" y="662020"/>
                      <a:pt x="104479" y="663955"/>
                    </a:cubicBezTo>
                    <a:cubicBezTo>
                      <a:pt x="108026" y="665890"/>
                      <a:pt x="114475" y="669437"/>
                      <a:pt x="110605" y="677499"/>
                    </a:cubicBezTo>
                    <a:cubicBezTo>
                      <a:pt x="106736" y="685560"/>
                      <a:pt x="114797" y="693622"/>
                      <a:pt x="111250" y="711035"/>
                    </a:cubicBezTo>
                    <a:cubicBezTo>
                      <a:pt x="108026" y="728448"/>
                      <a:pt x="106413" y="740702"/>
                      <a:pt x="92547" y="750053"/>
                    </a:cubicBezTo>
                    <a:cubicBezTo>
                      <a:pt x="78359" y="759405"/>
                      <a:pt x="95127" y="764242"/>
                      <a:pt x="93837" y="768111"/>
                    </a:cubicBezTo>
                    <a:cubicBezTo>
                      <a:pt x="92547" y="772304"/>
                      <a:pt x="91258" y="788427"/>
                      <a:pt x="96417" y="797133"/>
                    </a:cubicBezTo>
                    <a:cubicBezTo>
                      <a:pt x="101899" y="805840"/>
                      <a:pt x="108671" y="809387"/>
                      <a:pt x="113830" y="817448"/>
                    </a:cubicBezTo>
                    <a:cubicBezTo>
                      <a:pt x="119312" y="825510"/>
                      <a:pt x="123826" y="834862"/>
                      <a:pt x="132533" y="839699"/>
                    </a:cubicBezTo>
                    <a:cubicBezTo>
                      <a:pt x="141240" y="844536"/>
                      <a:pt x="151236" y="839054"/>
                      <a:pt x="168971" y="835507"/>
                    </a:cubicBezTo>
                    <a:cubicBezTo>
                      <a:pt x="186385" y="832282"/>
                      <a:pt x="190577" y="836151"/>
                      <a:pt x="185095" y="845503"/>
                    </a:cubicBezTo>
                    <a:cubicBezTo>
                      <a:pt x="179613" y="854854"/>
                      <a:pt x="185095" y="864851"/>
                      <a:pt x="185095" y="870333"/>
                    </a:cubicBezTo>
                    <a:cubicBezTo>
                      <a:pt x="185095" y="875815"/>
                      <a:pt x="188319" y="914833"/>
                      <a:pt x="194446" y="924184"/>
                    </a:cubicBezTo>
                    <a:cubicBezTo>
                      <a:pt x="200573" y="933536"/>
                      <a:pt x="219276" y="940308"/>
                      <a:pt x="221856" y="947724"/>
                    </a:cubicBezTo>
                    <a:cubicBezTo>
                      <a:pt x="224435" y="955141"/>
                      <a:pt x="216374" y="973844"/>
                      <a:pt x="226048" y="986742"/>
                    </a:cubicBezTo>
                    <a:cubicBezTo>
                      <a:pt x="235399" y="999641"/>
                      <a:pt x="234109" y="1013507"/>
                      <a:pt x="240881" y="1023181"/>
                    </a:cubicBezTo>
                    <a:cubicBezTo>
                      <a:pt x="247653" y="1032533"/>
                      <a:pt x="261841" y="1045431"/>
                      <a:pt x="252167" y="1049301"/>
                    </a:cubicBezTo>
                    <a:cubicBezTo>
                      <a:pt x="244428" y="1052525"/>
                      <a:pt x="246041" y="1050591"/>
                      <a:pt x="243138" y="1054138"/>
                    </a:cubicBezTo>
                    <a:cubicBezTo>
                      <a:pt x="251845" y="1056395"/>
                      <a:pt x="261196" y="1058007"/>
                      <a:pt x="271193" y="1057362"/>
                    </a:cubicBezTo>
                    <a:cubicBezTo>
                      <a:pt x="319563" y="1054783"/>
                      <a:pt x="335686" y="1050591"/>
                      <a:pt x="350519" y="1057362"/>
                    </a:cubicBezTo>
                    <a:cubicBezTo>
                      <a:pt x="365353" y="1064134"/>
                      <a:pt x="364063" y="1053170"/>
                      <a:pt x="393407" y="1061554"/>
                    </a:cubicBezTo>
                    <a:cubicBezTo>
                      <a:pt x="423074" y="1069616"/>
                      <a:pt x="423074" y="1060265"/>
                      <a:pt x="448548" y="1068326"/>
                    </a:cubicBezTo>
                    <a:cubicBezTo>
                      <a:pt x="474023" y="1076388"/>
                      <a:pt x="470154" y="1073808"/>
                      <a:pt x="486277" y="1089931"/>
                    </a:cubicBezTo>
                    <a:cubicBezTo>
                      <a:pt x="502400" y="1106055"/>
                      <a:pt x="501110" y="1107345"/>
                      <a:pt x="521103" y="1107345"/>
                    </a:cubicBezTo>
                    <a:cubicBezTo>
                      <a:pt x="541096" y="1107345"/>
                      <a:pt x="534647" y="1107345"/>
                      <a:pt x="552060" y="1107345"/>
                    </a:cubicBezTo>
                    <a:cubicBezTo>
                      <a:pt x="569473" y="1107345"/>
                      <a:pt x="560121" y="1095091"/>
                      <a:pt x="580436" y="1107345"/>
                    </a:cubicBezTo>
                    <a:cubicBezTo>
                      <a:pt x="600752" y="1119598"/>
                      <a:pt x="611393" y="1131529"/>
                      <a:pt x="605911" y="1146363"/>
                    </a:cubicBezTo>
                    <a:cubicBezTo>
                      <a:pt x="600429" y="1161196"/>
                      <a:pt x="596560" y="1169258"/>
                      <a:pt x="608491" y="1179899"/>
                    </a:cubicBezTo>
                    <a:cubicBezTo>
                      <a:pt x="620422" y="1190540"/>
                      <a:pt x="638158" y="1187961"/>
                      <a:pt x="638158" y="1213435"/>
                    </a:cubicBezTo>
                    <a:cubicBezTo>
                      <a:pt x="638158" y="1238910"/>
                      <a:pt x="640737" y="1205374"/>
                      <a:pt x="651701" y="1224077"/>
                    </a:cubicBezTo>
                    <a:cubicBezTo>
                      <a:pt x="662342" y="1242780"/>
                      <a:pt x="652991" y="1258903"/>
                      <a:pt x="666535" y="1268577"/>
                    </a:cubicBezTo>
                    <a:cubicBezTo>
                      <a:pt x="680078" y="1277928"/>
                      <a:pt x="686850" y="1294052"/>
                      <a:pt x="712324" y="1307595"/>
                    </a:cubicBezTo>
                    <a:cubicBezTo>
                      <a:pt x="737799" y="1321139"/>
                      <a:pt x="750053" y="1305015"/>
                      <a:pt x="761984" y="1331780"/>
                    </a:cubicBezTo>
                    <a:cubicBezTo>
                      <a:pt x="774238" y="1358545"/>
                      <a:pt x="761984" y="1364027"/>
                      <a:pt x="778107" y="1364027"/>
                    </a:cubicBezTo>
                    <a:cubicBezTo>
                      <a:pt x="794231" y="1364027"/>
                      <a:pt x="796810" y="1372088"/>
                      <a:pt x="809064" y="1377570"/>
                    </a:cubicBezTo>
                    <a:cubicBezTo>
                      <a:pt x="821318" y="1383052"/>
                      <a:pt x="818415" y="1381762"/>
                      <a:pt x="840020" y="1374990"/>
                    </a:cubicBezTo>
                    <a:cubicBezTo>
                      <a:pt x="861626" y="1368218"/>
                      <a:pt x="866785" y="1358867"/>
                      <a:pt x="861626" y="1348226"/>
                    </a:cubicBezTo>
                    <a:cubicBezTo>
                      <a:pt x="856144" y="1337584"/>
                      <a:pt x="840020" y="1324041"/>
                      <a:pt x="859046" y="1317269"/>
                    </a:cubicBezTo>
                    <a:cubicBezTo>
                      <a:pt x="877749" y="1310497"/>
                      <a:pt x="892582" y="1301146"/>
                      <a:pt x="900644" y="1295664"/>
                    </a:cubicBezTo>
                    <a:cubicBezTo>
                      <a:pt x="908705" y="1290182"/>
                      <a:pt x="887100" y="1272769"/>
                      <a:pt x="906126" y="1241812"/>
                    </a:cubicBezTo>
                    <a:cubicBezTo>
                      <a:pt x="924829" y="1210856"/>
                      <a:pt x="938372" y="1206986"/>
                      <a:pt x="926441" y="1192153"/>
                    </a:cubicBezTo>
                    <a:cubicBezTo>
                      <a:pt x="914510" y="1177319"/>
                      <a:pt x="907738" y="1179899"/>
                      <a:pt x="907738" y="1150555"/>
                    </a:cubicBezTo>
                    <a:cubicBezTo>
                      <a:pt x="907738" y="1120888"/>
                      <a:pt x="903546" y="1110247"/>
                      <a:pt x="903546" y="1089931"/>
                    </a:cubicBezTo>
                    <a:cubicBezTo>
                      <a:pt x="903546" y="1069616"/>
                      <a:pt x="914187" y="1047043"/>
                      <a:pt x="917090" y="1042852"/>
                    </a:cubicBezTo>
                    <a:cubicBezTo>
                      <a:pt x="919669" y="1038659"/>
                      <a:pt x="917090" y="1017377"/>
                      <a:pt x="930633" y="1029308"/>
                    </a:cubicBezTo>
                    <a:cubicBezTo>
                      <a:pt x="944177" y="1041562"/>
                      <a:pt x="923861" y="1054783"/>
                      <a:pt x="945466" y="1046721"/>
                    </a:cubicBezTo>
                    <a:cubicBezTo>
                      <a:pt x="967072" y="1038659"/>
                      <a:pt x="973843" y="1026406"/>
                      <a:pt x="981905" y="1018344"/>
                    </a:cubicBezTo>
                    <a:cubicBezTo>
                      <a:pt x="989967" y="1010282"/>
                      <a:pt x="998028" y="994159"/>
                      <a:pt x="1002220" y="1010282"/>
                    </a:cubicBezTo>
                    <a:cubicBezTo>
                      <a:pt x="1006412" y="1026406"/>
                      <a:pt x="987387" y="1053170"/>
                      <a:pt x="989967" y="1064134"/>
                    </a:cubicBezTo>
                    <a:cubicBezTo>
                      <a:pt x="992546" y="1074775"/>
                      <a:pt x="995449" y="1080257"/>
                      <a:pt x="1014151" y="1080257"/>
                    </a:cubicBezTo>
                    <a:cubicBezTo>
                      <a:pt x="1032854" y="1080257"/>
                      <a:pt x="1038336" y="1077678"/>
                      <a:pt x="1047688" y="1073486"/>
                    </a:cubicBezTo>
                    <a:cubicBezTo>
                      <a:pt x="1057039" y="1069294"/>
                      <a:pt x="1071873" y="1046721"/>
                      <a:pt x="1078644" y="1062844"/>
                    </a:cubicBezTo>
                    <a:cubicBezTo>
                      <a:pt x="1085416" y="1078967"/>
                      <a:pt x="1085416" y="1092511"/>
                      <a:pt x="1082836" y="1112504"/>
                    </a:cubicBezTo>
                    <a:cubicBezTo>
                      <a:pt x="1080257" y="1132819"/>
                      <a:pt x="1066713" y="1131207"/>
                      <a:pt x="1069293" y="1147330"/>
                    </a:cubicBezTo>
                    <a:cubicBezTo>
                      <a:pt x="1071873" y="1163453"/>
                      <a:pt x="1077355" y="1163453"/>
                      <a:pt x="1077355" y="1182156"/>
                    </a:cubicBezTo>
                    <a:cubicBezTo>
                      <a:pt x="1077355" y="1200859"/>
                      <a:pt x="1093478" y="1210533"/>
                      <a:pt x="1071873" y="1210533"/>
                    </a:cubicBezTo>
                    <a:cubicBezTo>
                      <a:pt x="1050267" y="1210533"/>
                      <a:pt x="1051557" y="1194410"/>
                      <a:pt x="1035434" y="1205051"/>
                    </a:cubicBezTo>
                    <a:cubicBezTo>
                      <a:pt x="1019311" y="1215693"/>
                      <a:pt x="1003188" y="1244070"/>
                      <a:pt x="1016731" y="1253421"/>
                    </a:cubicBezTo>
                    <a:cubicBezTo>
                      <a:pt x="1030275" y="1262773"/>
                      <a:pt x="1057039" y="1256001"/>
                      <a:pt x="1067681" y="1249229"/>
                    </a:cubicBezTo>
                    <a:cubicBezTo>
                      <a:pt x="1078322" y="1242457"/>
                      <a:pt x="1071873" y="1239878"/>
                      <a:pt x="1096058" y="1238588"/>
                    </a:cubicBezTo>
                    <a:cubicBezTo>
                      <a:pt x="1120242" y="1237298"/>
                      <a:pt x="1122822" y="1210211"/>
                      <a:pt x="1122822" y="1203761"/>
                    </a:cubicBezTo>
                    <a:cubicBezTo>
                      <a:pt x="1122822" y="1197312"/>
                      <a:pt x="1128304" y="1171515"/>
                      <a:pt x="1136366" y="1171515"/>
                    </a:cubicBezTo>
                    <a:cubicBezTo>
                      <a:pt x="1144427" y="1171515"/>
                      <a:pt x="1145717" y="1168935"/>
                      <a:pt x="1159261" y="1174095"/>
                    </a:cubicBezTo>
                    <a:cubicBezTo>
                      <a:pt x="1172804" y="1179577"/>
                      <a:pt x="1210210" y="1167323"/>
                      <a:pt x="1227946" y="1178287"/>
                    </a:cubicBezTo>
                    <a:cubicBezTo>
                      <a:pt x="1245359" y="1188928"/>
                      <a:pt x="1258902" y="1194410"/>
                      <a:pt x="1268254" y="1186348"/>
                    </a:cubicBezTo>
                    <a:cubicBezTo>
                      <a:pt x="1277605" y="1178287"/>
                      <a:pt x="1270833" y="1160874"/>
                      <a:pt x="1269544" y="1147330"/>
                    </a:cubicBezTo>
                    <a:cubicBezTo>
                      <a:pt x="1268254" y="1133787"/>
                      <a:pt x="1289859" y="1129917"/>
                      <a:pt x="1295018" y="1128627"/>
                    </a:cubicBezTo>
                    <a:cubicBezTo>
                      <a:pt x="1300500" y="1127337"/>
                      <a:pt x="1309852" y="1112504"/>
                      <a:pt x="1301790" y="1103152"/>
                    </a:cubicBezTo>
                    <a:cubicBezTo>
                      <a:pt x="1293728" y="1093801"/>
                      <a:pt x="1299210" y="1073486"/>
                      <a:pt x="1286957" y="1076388"/>
                    </a:cubicBezTo>
                    <a:cubicBezTo>
                      <a:pt x="1274703" y="1078967"/>
                      <a:pt x="1258580" y="1067036"/>
                      <a:pt x="1264062" y="1042852"/>
                    </a:cubicBezTo>
                    <a:cubicBezTo>
                      <a:pt x="1269544" y="1018667"/>
                      <a:pt x="1278895" y="1006413"/>
                      <a:pt x="1293728" y="1006413"/>
                    </a:cubicBezTo>
                    <a:cubicBezTo>
                      <a:pt x="1308562" y="1006413"/>
                      <a:pt x="1327265" y="1003833"/>
                      <a:pt x="1343388" y="998351"/>
                    </a:cubicBezTo>
                    <a:cubicBezTo>
                      <a:pt x="1359511" y="992869"/>
                      <a:pt x="1350160" y="964815"/>
                      <a:pt x="1344678" y="953851"/>
                    </a:cubicBezTo>
                    <a:cubicBezTo>
                      <a:pt x="1339196" y="943210"/>
                      <a:pt x="1303080" y="947079"/>
                      <a:pt x="1285667" y="958043"/>
                    </a:cubicBezTo>
                    <a:cubicBezTo>
                      <a:pt x="1268254" y="968684"/>
                      <a:pt x="1244069" y="979648"/>
                      <a:pt x="1225043" y="962235"/>
                    </a:cubicBezTo>
                    <a:cubicBezTo>
                      <a:pt x="1206340" y="944822"/>
                      <a:pt x="1204728" y="895163"/>
                      <a:pt x="1208920" y="885489"/>
                    </a:cubicBezTo>
                    <a:cubicBezTo>
                      <a:pt x="1213112" y="875815"/>
                      <a:pt x="1198924" y="863883"/>
                      <a:pt x="1233750" y="85324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5EC28E43-89C7-2210-B17B-C69733075A94}"/>
                  </a:ext>
                </a:extLst>
              </p:cNvPr>
              <p:cNvSpPr/>
              <p:nvPr/>
            </p:nvSpPr>
            <p:spPr>
              <a:xfrm>
                <a:off x="3808220" y="3065072"/>
                <a:ext cx="1096380" cy="870655"/>
              </a:xfrm>
              <a:custGeom>
                <a:avLst/>
                <a:gdLst>
                  <a:gd name="connsiteX0" fmla="*/ 532529 w 1096379"/>
                  <a:gd name="connsiteY0" fmla="*/ 967 h 870655"/>
                  <a:gd name="connsiteX1" fmla="*/ 532529 w 1096379"/>
                  <a:gd name="connsiteY1" fmla="*/ 967 h 870655"/>
                  <a:gd name="connsiteX2" fmla="*/ 532529 w 1096379"/>
                  <a:gd name="connsiteY2" fmla="*/ 967 h 870655"/>
                  <a:gd name="connsiteX3" fmla="*/ 532529 w 1096379"/>
                  <a:gd name="connsiteY3" fmla="*/ 967 h 870655"/>
                  <a:gd name="connsiteX4" fmla="*/ 532529 w 1096379"/>
                  <a:gd name="connsiteY4" fmla="*/ 967 h 870655"/>
                  <a:gd name="connsiteX5" fmla="*/ 533174 w 1096379"/>
                  <a:gd name="connsiteY5" fmla="*/ 0 h 870655"/>
                  <a:gd name="connsiteX6" fmla="*/ 532529 w 1096379"/>
                  <a:gd name="connsiteY6" fmla="*/ 967 h 870655"/>
                  <a:gd name="connsiteX7" fmla="*/ 1104581 w 1096379"/>
                  <a:gd name="connsiteY7" fmla="*/ 375027 h 870655"/>
                  <a:gd name="connsiteX8" fmla="*/ 1085878 w 1096379"/>
                  <a:gd name="connsiteY8" fmla="*/ 330526 h 870655"/>
                  <a:gd name="connsiteX9" fmla="*/ 1077172 w 1096379"/>
                  <a:gd name="connsiteY9" fmla="*/ 311823 h 870655"/>
                  <a:gd name="connsiteX10" fmla="*/ 1067175 w 1096379"/>
                  <a:gd name="connsiteY10" fmla="*/ 310534 h 870655"/>
                  <a:gd name="connsiteX11" fmla="*/ 1051052 w 1096379"/>
                  <a:gd name="connsiteY11" fmla="*/ 278287 h 870655"/>
                  <a:gd name="connsiteX12" fmla="*/ 1001392 w 1096379"/>
                  <a:gd name="connsiteY12" fmla="*/ 254102 h 870655"/>
                  <a:gd name="connsiteX13" fmla="*/ 955602 w 1096379"/>
                  <a:gd name="connsiteY13" fmla="*/ 215084 h 870655"/>
                  <a:gd name="connsiteX14" fmla="*/ 940769 w 1096379"/>
                  <a:gd name="connsiteY14" fmla="*/ 170584 h 870655"/>
                  <a:gd name="connsiteX15" fmla="*/ 927225 w 1096379"/>
                  <a:gd name="connsiteY15" fmla="*/ 159943 h 870655"/>
                  <a:gd name="connsiteX16" fmla="*/ 897559 w 1096379"/>
                  <a:gd name="connsiteY16" fmla="*/ 126406 h 870655"/>
                  <a:gd name="connsiteX17" fmla="*/ 894979 w 1096379"/>
                  <a:gd name="connsiteY17" fmla="*/ 92870 h 870655"/>
                  <a:gd name="connsiteX18" fmla="*/ 869504 w 1096379"/>
                  <a:gd name="connsiteY18" fmla="*/ 53852 h 870655"/>
                  <a:gd name="connsiteX19" fmla="*/ 841127 w 1096379"/>
                  <a:gd name="connsiteY19" fmla="*/ 53852 h 870655"/>
                  <a:gd name="connsiteX20" fmla="*/ 810171 w 1096379"/>
                  <a:gd name="connsiteY20" fmla="*/ 53852 h 870655"/>
                  <a:gd name="connsiteX21" fmla="*/ 775345 w 1096379"/>
                  <a:gd name="connsiteY21" fmla="*/ 36438 h 870655"/>
                  <a:gd name="connsiteX22" fmla="*/ 737616 w 1096379"/>
                  <a:gd name="connsiteY22" fmla="*/ 15156 h 870655"/>
                  <a:gd name="connsiteX23" fmla="*/ 682475 w 1096379"/>
                  <a:gd name="connsiteY23" fmla="*/ 8384 h 870655"/>
                  <a:gd name="connsiteX24" fmla="*/ 639587 w 1096379"/>
                  <a:gd name="connsiteY24" fmla="*/ 4192 h 870655"/>
                  <a:gd name="connsiteX25" fmla="*/ 560261 w 1096379"/>
                  <a:gd name="connsiteY25" fmla="*/ 4192 h 870655"/>
                  <a:gd name="connsiteX26" fmla="*/ 532206 w 1096379"/>
                  <a:gd name="connsiteY26" fmla="*/ 967 h 870655"/>
                  <a:gd name="connsiteX27" fmla="*/ 529304 w 1096379"/>
                  <a:gd name="connsiteY27" fmla="*/ 4514 h 870655"/>
                  <a:gd name="connsiteX28" fmla="*/ 522532 w 1096379"/>
                  <a:gd name="connsiteY28" fmla="*/ 20960 h 870655"/>
                  <a:gd name="connsiteX29" fmla="*/ 534786 w 1096379"/>
                  <a:gd name="connsiteY29" fmla="*/ 33536 h 870655"/>
                  <a:gd name="connsiteX30" fmla="*/ 538978 w 1096379"/>
                  <a:gd name="connsiteY30" fmla="*/ 47725 h 870655"/>
                  <a:gd name="connsiteX31" fmla="*/ 525435 w 1096379"/>
                  <a:gd name="connsiteY31" fmla="*/ 56109 h 870655"/>
                  <a:gd name="connsiteX32" fmla="*/ 511246 w 1096379"/>
                  <a:gd name="connsiteY32" fmla="*/ 58044 h 870655"/>
                  <a:gd name="connsiteX33" fmla="*/ 497380 w 1096379"/>
                  <a:gd name="connsiteY33" fmla="*/ 73199 h 870655"/>
                  <a:gd name="connsiteX34" fmla="*/ 469971 w 1096379"/>
                  <a:gd name="connsiteY34" fmla="*/ 79326 h 870655"/>
                  <a:gd name="connsiteX35" fmla="*/ 438047 w 1096379"/>
                  <a:gd name="connsiteY35" fmla="*/ 62236 h 870655"/>
                  <a:gd name="connsiteX36" fmla="*/ 442561 w 1096379"/>
                  <a:gd name="connsiteY36" fmla="*/ 37084 h 870655"/>
                  <a:gd name="connsiteX37" fmla="*/ 419344 w 1096379"/>
                  <a:gd name="connsiteY37" fmla="*/ 43855 h 870655"/>
                  <a:gd name="connsiteX38" fmla="*/ 396449 w 1096379"/>
                  <a:gd name="connsiteY38" fmla="*/ 51917 h 870655"/>
                  <a:gd name="connsiteX39" fmla="*/ 366137 w 1096379"/>
                  <a:gd name="connsiteY39" fmla="*/ 58689 h 870655"/>
                  <a:gd name="connsiteX40" fmla="*/ 345177 w 1096379"/>
                  <a:gd name="connsiteY40" fmla="*/ 75779 h 870655"/>
                  <a:gd name="connsiteX41" fmla="*/ 310996 w 1096379"/>
                  <a:gd name="connsiteY41" fmla="*/ 77714 h 870655"/>
                  <a:gd name="connsiteX42" fmla="*/ 278749 w 1096379"/>
                  <a:gd name="connsiteY42" fmla="*/ 63848 h 870655"/>
                  <a:gd name="connsiteX43" fmla="*/ 264561 w 1096379"/>
                  <a:gd name="connsiteY43" fmla="*/ 53529 h 870655"/>
                  <a:gd name="connsiteX44" fmla="*/ 229734 w 1096379"/>
                  <a:gd name="connsiteY44" fmla="*/ 51594 h 870655"/>
                  <a:gd name="connsiteX45" fmla="*/ 202002 w 1096379"/>
                  <a:gd name="connsiteY45" fmla="*/ 55786 h 870655"/>
                  <a:gd name="connsiteX46" fmla="*/ 174270 w 1096379"/>
                  <a:gd name="connsiteY46" fmla="*/ 55786 h 870655"/>
                  <a:gd name="connsiteX47" fmla="*/ 153955 w 1096379"/>
                  <a:gd name="connsiteY47" fmla="*/ 48047 h 870655"/>
                  <a:gd name="connsiteX48" fmla="*/ 139122 w 1096379"/>
                  <a:gd name="connsiteY48" fmla="*/ 47080 h 870655"/>
                  <a:gd name="connsiteX49" fmla="*/ 122031 w 1096379"/>
                  <a:gd name="connsiteY49" fmla="*/ 37728 h 870655"/>
                  <a:gd name="connsiteX50" fmla="*/ 117194 w 1096379"/>
                  <a:gd name="connsiteY50" fmla="*/ 64493 h 870655"/>
                  <a:gd name="connsiteX51" fmla="*/ 112680 w 1096379"/>
                  <a:gd name="connsiteY51" fmla="*/ 78036 h 870655"/>
                  <a:gd name="connsiteX52" fmla="*/ 107198 w 1096379"/>
                  <a:gd name="connsiteY52" fmla="*/ 96739 h 870655"/>
                  <a:gd name="connsiteX53" fmla="*/ 76241 w 1096379"/>
                  <a:gd name="connsiteY53" fmla="*/ 102221 h 870655"/>
                  <a:gd name="connsiteX54" fmla="*/ 46574 w 1096379"/>
                  <a:gd name="connsiteY54" fmla="*/ 96417 h 870655"/>
                  <a:gd name="connsiteX55" fmla="*/ 12071 w 1096379"/>
                  <a:gd name="connsiteY55" fmla="*/ 111573 h 870655"/>
                  <a:gd name="connsiteX56" fmla="*/ 16263 w 1096379"/>
                  <a:gd name="connsiteY56" fmla="*/ 135435 h 870655"/>
                  <a:gd name="connsiteX57" fmla="*/ 21100 w 1096379"/>
                  <a:gd name="connsiteY57" fmla="*/ 143497 h 870655"/>
                  <a:gd name="connsiteX58" fmla="*/ 3687 w 1096379"/>
                  <a:gd name="connsiteY58" fmla="*/ 157685 h 870655"/>
                  <a:gd name="connsiteX59" fmla="*/ 6266 w 1096379"/>
                  <a:gd name="connsiteY59" fmla="*/ 168327 h 870655"/>
                  <a:gd name="connsiteX60" fmla="*/ 28194 w 1096379"/>
                  <a:gd name="connsiteY60" fmla="*/ 166392 h 870655"/>
                  <a:gd name="connsiteX61" fmla="*/ 43027 w 1096379"/>
                  <a:gd name="connsiteY61" fmla="*/ 147044 h 870655"/>
                  <a:gd name="connsiteX62" fmla="*/ 61408 w 1096379"/>
                  <a:gd name="connsiteY62" fmla="*/ 140272 h 870655"/>
                  <a:gd name="connsiteX63" fmla="*/ 75274 w 1096379"/>
                  <a:gd name="connsiteY63" fmla="*/ 125439 h 870655"/>
                  <a:gd name="connsiteX64" fmla="*/ 103973 w 1096379"/>
                  <a:gd name="connsiteY64" fmla="*/ 117377 h 870655"/>
                  <a:gd name="connsiteX65" fmla="*/ 120096 w 1096379"/>
                  <a:gd name="connsiteY65" fmla="*/ 119634 h 870655"/>
                  <a:gd name="connsiteX66" fmla="*/ 96879 w 1096379"/>
                  <a:gd name="connsiteY66" fmla="*/ 133500 h 870655"/>
                  <a:gd name="connsiteX67" fmla="*/ 82046 w 1096379"/>
                  <a:gd name="connsiteY67" fmla="*/ 147044 h 870655"/>
                  <a:gd name="connsiteX68" fmla="*/ 59151 w 1096379"/>
                  <a:gd name="connsiteY68" fmla="*/ 156073 h 870655"/>
                  <a:gd name="connsiteX69" fmla="*/ 49799 w 1096379"/>
                  <a:gd name="connsiteY69" fmla="*/ 163167 h 870655"/>
                  <a:gd name="connsiteX70" fmla="*/ 48832 w 1096379"/>
                  <a:gd name="connsiteY70" fmla="*/ 182838 h 870655"/>
                  <a:gd name="connsiteX71" fmla="*/ 49799 w 1096379"/>
                  <a:gd name="connsiteY71" fmla="*/ 200251 h 870655"/>
                  <a:gd name="connsiteX72" fmla="*/ 66245 w 1096379"/>
                  <a:gd name="connsiteY72" fmla="*/ 217341 h 870655"/>
                  <a:gd name="connsiteX73" fmla="*/ 65277 w 1096379"/>
                  <a:gd name="connsiteY73" fmla="*/ 227015 h 870655"/>
                  <a:gd name="connsiteX74" fmla="*/ 71727 w 1096379"/>
                  <a:gd name="connsiteY74" fmla="*/ 244428 h 870655"/>
                  <a:gd name="connsiteX75" fmla="*/ 87850 w 1096379"/>
                  <a:gd name="connsiteY75" fmla="*/ 266034 h 870655"/>
                  <a:gd name="connsiteX76" fmla="*/ 117839 w 1096379"/>
                  <a:gd name="connsiteY76" fmla="*/ 288928 h 870655"/>
                  <a:gd name="connsiteX77" fmla="*/ 169111 w 1096379"/>
                  <a:gd name="connsiteY77" fmla="*/ 323755 h 870655"/>
                  <a:gd name="connsiteX78" fmla="*/ 194586 w 1096379"/>
                  <a:gd name="connsiteY78" fmla="*/ 332139 h 870655"/>
                  <a:gd name="connsiteX79" fmla="*/ 240053 w 1096379"/>
                  <a:gd name="connsiteY79" fmla="*/ 335364 h 870655"/>
                  <a:gd name="connsiteX80" fmla="*/ 264238 w 1096379"/>
                  <a:gd name="connsiteY80" fmla="*/ 336008 h 870655"/>
                  <a:gd name="connsiteX81" fmla="*/ 283264 w 1096379"/>
                  <a:gd name="connsiteY81" fmla="*/ 329559 h 870655"/>
                  <a:gd name="connsiteX82" fmla="*/ 314543 w 1096379"/>
                  <a:gd name="connsiteY82" fmla="*/ 323110 h 870655"/>
                  <a:gd name="connsiteX83" fmla="*/ 331956 w 1096379"/>
                  <a:gd name="connsiteY83" fmla="*/ 312469 h 870655"/>
                  <a:gd name="connsiteX84" fmla="*/ 350014 w 1096379"/>
                  <a:gd name="connsiteY84" fmla="*/ 309244 h 870655"/>
                  <a:gd name="connsiteX85" fmla="*/ 351949 w 1096379"/>
                  <a:gd name="connsiteY85" fmla="*/ 288284 h 870655"/>
                  <a:gd name="connsiteX86" fmla="*/ 374199 w 1096379"/>
                  <a:gd name="connsiteY86" fmla="*/ 266678 h 870655"/>
                  <a:gd name="connsiteX87" fmla="*/ 397738 w 1096379"/>
                  <a:gd name="connsiteY87" fmla="*/ 270871 h 870655"/>
                  <a:gd name="connsiteX88" fmla="*/ 419989 w 1096379"/>
                  <a:gd name="connsiteY88" fmla="*/ 278287 h 870655"/>
                  <a:gd name="connsiteX89" fmla="*/ 440949 w 1096379"/>
                  <a:gd name="connsiteY89" fmla="*/ 270871 h 870655"/>
                  <a:gd name="connsiteX90" fmla="*/ 453202 w 1096379"/>
                  <a:gd name="connsiteY90" fmla="*/ 281512 h 870655"/>
                  <a:gd name="connsiteX91" fmla="*/ 428373 w 1096379"/>
                  <a:gd name="connsiteY91" fmla="*/ 303117 h 870655"/>
                  <a:gd name="connsiteX92" fmla="*/ 414829 w 1096379"/>
                  <a:gd name="connsiteY92" fmla="*/ 310534 h 870655"/>
                  <a:gd name="connsiteX93" fmla="*/ 404833 w 1096379"/>
                  <a:gd name="connsiteY93" fmla="*/ 330849 h 870655"/>
                  <a:gd name="connsiteX94" fmla="*/ 385485 w 1096379"/>
                  <a:gd name="connsiteY94" fmla="*/ 344392 h 870655"/>
                  <a:gd name="connsiteX95" fmla="*/ 379358 w 1096379"/>
                  <a:gd name="connsiteY95" fmla="*/ 335041 h 870655"/>
                  <a:gd name="connsiteX96" fmla="*/ 349046 w 1096379"/>
                  <a:gd name="connsiteY96" fmla="*/ 390827 h 870655"/>
                  <a:gd name="connsiteX97" fmla="*/ 321637 w 1096379"/>
                  <a:gd name="connsiteY97" fmla="*/ 394052 h 870655"/>
                  <a:gd name="connsiteX98" fmla="*/ 306803 w 1096379"/>
                  <a:gd name="connsiteY98" fmla="*/ 392117 h 870655"/>
                  <a:gd name="connsiteX99" fmla="*/ 290035 w 1096379"/>
                  <a:gd name="connsiteY99" fmla="*/ 410175 h 870655"/>
                  <a:gd name="connsiteX100" fmla="*/ 275847 w 1096379"/>
                  <a:gd name="connsiteY100" fmla="*/ 417592 h 870655"/>
                  <a:gd name="connsiteX101" fmla="*/ 254887 w 1096379"/>
                  <a:gd name="connsiteY101" fmla="*/ 409530 h 870655"/>
                  <a:gd name="connsiteX102" fmla="*/ 250695 w 1096379"/>
                  <a:gd name="connsiteY102" fmla="*/ 425009 h 870655"/>
                  <a:gd name="connsiteX103" fmla="*/ 226510 w 1096379"/>
                  <a:gd name="connsiteY103" fmla="*/ 423719 h 870655"/>
                  <a:gd name="connsiteX104" fmla="*/ 214256 w 1096379"/>
                  <a:gd name="connsiteY104" fmla="*/ 433070 h 870655"/>
                  <a:gd name="connsiteX105" fmla="*/ 205550 w 1096379"/>
                  <a:gd name="connsiteY105" fmla="*/ 431458 h 870655"/>
                  <a:gd name="connsiteX106" fmla="*/ 185234 w 1096379"/>
                  <a:gd name="connsiteY106" fmla="*/ 433393 h 870655"/>
                  <a:gd name="connsiteX107" fmla="*/ 166531 w 1096379"/>
                  <a:gd name="connsiteY107" fmla="*/ 441454 h 870655"/>
                  <a:gd name="connsiteX108" fmla="*/ 153633 w 1096379"/>
                  <a:gd name="connsiteY108" fmla="*/ 435328 h 870655"/>
                  <a:gd name="connsiteX109" fmla="*/ 160404 w 1096379"/>
                  <a:gd name="connsiteY109" fmla="*/ 411143 h 870655"/>
                  <a:gd name="connsiteX110" fmla="*/ 149118 w 1096379"/>
                  <a:gd name="connsiteY110" fmla="*/ 410498 h 870655"/>
                  <a:gd name="connsiteX111" fmla="*/ 142991 w 1096379"/>
                  <a:gd name="connsiteY111" fmla="*/ 391795 h 870655"/>
                  <a:gd name="connsiteX112" fmla="*/ 122676 w 1096379"/>
                  <a:gd name="connsiteY112" fmla="*/ 418559 h 870655"/>
                  <a:gd name="connsiteX113" fmla="*/ 129125 w 1096379"/>
                  <a:gd name="connsiteY113" fmla="*/ 448871 h 870655"/>
                  <a:gd name="connsiteX114" fmla="*/ 204260 w 1096379"/>
                  <a:gd name="connsiteY114" fmla="*/ 538839 h 870655"/>
                  <a:gd name="connsiteX115" fmla="*/ 268753 w 1096379"/>
                  <a:gd name="connsiteY115" fmla="*/ 615585 h 870655"/>
                  <a:gd name="connsiteX116" fmla="*/ 310351 w 1096379"/>
                  <a:gd name="connsiteY116" fmla="*/ 669437 h 870655"/>
                  <a:gd name="connsiteX117" fmla="*/ 373554 w 1096379"/>
                  <a:gd name="connsiteY117" fmla="*/ 726513 h 870655"/>
                  <a:gd name="connsiteX118" fmla="*/ 417086 w 1096379"/>
                  <a:gd name="connsiteY118" fmla="*/ 750698 h 870655"/>
                  <a:gd name="connsiteX119" fmla="*/ 448688 w 1096379"/>
                  <a:gd name="connsiteY119" fmla="*/ 751988 h 870655"/>
                  <a:gd name="connsiteX120" fmla="*/ 485126 w 1096379"/>
                  <a:gd name="connsiteY120" fmla="*/ 745861 h 870655"/>
                  <a:gd name="connsiteX121" fmla="*/ 519308 w 1096379"/>
                  <a:gd name="connsiteY121" fmla="*/ 736510 h 870655"/>
                  <a:gd name="connsiteX122" fmla="*/ 567032 w 1096379"/>
                  <a:gd name="connsiteY122" fmla="*/ 714905 h 870655"/>
                  <a:gd name="connsiteX123" fmla="*/ 593797 w 1096379"/>
                  <a:gd name="connsiteY123" fmla="*/ 710068 h 870655"/>
                  <a:gd name="connsiteX124" fmla="*/ 661837 w 1096379"/>
                  <a:gd name="connsiteY124" fmla="*/ 680401 h 870655"/>
                  <a:gd name="connsiteX125" fmla="*/ 673123 w 1096379"/>
                  <a:gd name="connsiteY125" fmla="*/ 663310 h 870655"/>
                  <a:gd name="connsiteX126" fmla="*/ 685377 w 1096379"/>
                  <a:gd name="connsiteY126" fmla="*/ 645252 h 870655"/>
                  <a:gd name="connsiteX127" fmla="*/ 710852 w 1096379"/>
                  <a:gd name="connsiteY127" fmla="*/ 613006 h 870655"/>
                  <a:gd name="connsiteX128" fmla="*/ 705047 w 1096379"/>
                  <a:gd name="connsiteY128" fmla="*/ 584306 h 870655"/>
                  <a:gd name="connsiteX129" fmla="*/ 696018 w 1096379"/>
                  <a:gd name="connsiteY129" fmla="*/ 566893 h 870655"/>
                  <a:gd name="connsiteX130" fmla="*/ 677315 w 1096379"/>
                  <a:gd name="connsiteY130" fmla="*/ 562379 h 870655"/>
                  <a:gd name="connsiteX131" fmla="*/ 668286 w 1096379"/>
                  <a:gd name="connsiteY131" fmla="*/ 547223 h 870655"/>
                  <a:gd name="connsiteX132" fmla="*/ 689892 w 1096379"/>
                  <a:gd name="connsiteY132" fmla="*/ 543031 h 870655"/>
                  <a:gd name="connsiteX133" fmla="*/ 685055 w 1096379"/>
                  <a:gd name="connsiteY133" fmla="*/ 525940 h 870655"/>
                  <a:gd name="connsiteX134" fmla="*/ 697631 w 1096379"/>
                  <a:gd name="connsiteY134" fmla="*/ 515621 h 870655"/>
                  <a:gd name="connsiteX135" fmla="*/ 708917 w 1096379"/>
                  <a:gd name="connsiteY135" fmla="*/ 502723 h 870655"/>
                  <a:gd name="connsiteX136" fmla="*/ 717301 w 1096379"/>
                  <a:gd name="connsiteY136" fmla="*/ 482407 h 870655"/>
                  <a:gd name="connsiteX137" fmla="*/ 736004 w 1096379"/>
                  <a:gd name="connsiteY137" fmla="*/ 459190 h 870655"/>
                  <a:gd name="connsiteX138" fmla="*/ 741486 w 1096379"/>
                  <a:gd name="connsiteY138" fmla="*/ 467574 h 870655"/>
                  <a:gd name="connsiteX139" fmla="*/ 745678 w 1096379"/>
                  <a:gd name="connsiteY139" fmla="*/ 480473 h 870655"/>
                  <a:gd name="connsiteX140" fmla="*/ 752772 w 1096379"/>
                  <a:gd name="connsiteY140" fmla="*/ 479183 h 870655"/>
                  <a:gd name="connsiteX141" fmla="*/ 764381 w 1096379"/>
                  <a:gd name="connsiteY141" fmla="*/ 473056 h 870655"/>
                  <a:gd name="connsiteX142" fmla="*/ 803722 w 1096379"/>
                  <a:gd name="connsiteY142" fmla="*/ 474023 h 870655"/>
                  <a:gd name="connsiteX143" fmla="*/ 829196 w 1096379"/>
                  <a:gd name="connsiteY143" fmla="*/ 478215 h 870655"/>
                  <a:gd name="connsiteX144" fmla="*/ 814363 w 1096379"/>
                  <a:gd name="connsiteY144" fmla="*/ 496273 h 870655"/>
                  <a:gd name="connsiteX145" fmla="*/ 782761 w 1096379"/>
                  <a:gd name="connsiteY145" fmla="*/ 487567 h 870655"/>
                  <a:gd name="connsiteX146" fmla="*/ 769218 w 1096379"/>
                  <a:gd name="connsiteY146" fmla="*/ 513041 h 870655"/>
                  <a:gd name="connsiteX147" fmla="*/ 775345 w 1096379"/>
                  <a:gd name="connsiteY147" fmla="*/ 531100 h 870655"/>
                  <a:gd name="connsiteX148" fmla="*/ 799530 w 1096379"/>
                  <a:gd name="connsiteY148" fmla="*/ 526907 h 870655"/>
                  <a:gd name="connsiteX149" fmla="*/ 799530 w 1096379"/>
                  <a:gd name="connsiteY149" fmla="*/ 540451 h 870655"/>
                  <a:gd name="connsiteX150" fmla="*/ 784051 w 1096379"/>
                  <a:gd name="connsiteY150" fmla="*/ 544643 h 870655"/>
                  <a:gd name="connsiteX151" fmla="*/ 769863 w 1096379"/>
                  <a:gd name="connsiteY151" fmla="*/ 578180 h 870655"/>
                  <a:gd name="connsiteX152" fmla="*/ 792113 w 1096379"/>
                  <a:gd name="connsiteY152" fmla="*/ 588821 h 870655"/>
                  <a:gd name="connsiteX153" fmla="*/ 806301 w 1096379"/>
                  <a:gd name="connsiteY153" fmla="*/ 601075 h 870655"/>
                  <a:gd name="connsiteX154" fmla="*/ 785986 w 1096379"/>
                  <a:gd name="connsiteY154" fmla="*/ 617198 h 870655"/>
                  <a:gd name="connsiteX155" fmla="*/ 785341 w 1096379"/>
                  <a:gd name="connsiteY155" fmla="*/ 639448 h 870655"/>
                  <a:gd name="connsiteX156" fmla="*/ 770508 w 1096379"/>
                  <a:gd name="connsiteY156" fmla="*/ 672339 h 870655"/>
                  <a:gd name="connsiteX157" fmla="*/ 797272 w 1096379"/>
                  <a:gd name="connsiteY157" fmla="*/ 694589 h 870655"/>
                  <a:gd name="connsiteX158" fmla="*/ 805979 w 1096379"/>
                  <a:gd name="connsiteY158" fmla="*/ 724901 h 870655"/>
                  <a:gd name="connsiteX159" fmla="*/ 814685 w 1096379"/>
                  <a:gd name="connsiteY159" fmla="*/ 747796 h 870655"/>
                  <a:gd name="connsiteX160" fmla="*/ 813395 w 1096379"/>
                  <a:gd name="connsiteY160" fmla="*/ 774561 h 870655"/>
                  <a:gd name="connsiteX161" fmla="*/ 812106 w 1096379"/>
                  <a:gd name="connsiteY161" fmla="*/ 807452 h 870655"/>
                  <a:gd name="connsiteX162" fmla="*/ 803722 w 1096379"/>
                  <a:gd name="connsiteY162" fmla="*/ 828412 h 870655"/>
                  <a:gd name="connsiteX163" fmla="*/ 812751 w 1096379"/>
                  <a:gd name="connsiteY163" fmla="*/ 849050 h 870655"/>
                  <a:gd name="connsiteX164" fmla="*/ 814040 w 1096379"/>
                  <a:gd name="connsiteY164" fmla="*/ 871945 h 870655"/>
                  <a:gd name="connsiteX165" fmla="*/ 831453 w 1096379"/>
                  <a:gd name="connsiteY165" fmla="*/ 885489 h 870655"/>
                  <a:gd name="connsiteX166" fmla="*/ 871762 w 1096379"/>
                  <a:gd name="connsiteY166" fmla="*/ 884199 h 870655"/>
                  <a:gd name="connsiteX167" fmla="*/ 904008 w 1096379"/>
                  <a:gd name="connsiteY167" fmla="*/ 842601 h 870655"/>
                  <a:gd name="connsiteX168" fmla="*/ 909490 w 1096379"/>
                  <a:gd name="connsiteY168" fmla="*/ 812934 h 870655"/>
                  <a:gd name="connsiteX169" fmla="*/ 917552 w 1096379"/>
                  <a:gd name="connsiteY169" fmla="*/ 788749 h 870655"/>
                  <a:gd name="connsiteX170" fmla="*/ 945928 w 1096379"/>
                  <a:gd name="connsiteY170" fmla="*/ 807452 h 870655"/>
                  <a:gd name="connsiteX171" fmla="*/ 980755 w 1096379"/>
                  <a:gd name="connsiteY171" fmla="*/ 788749 h 870655"/>
                  <a:gd name="connsiteX172" fmla="*/ 993008 w 1096379"/>
                  <a:gd name="connsiteY172" fmla="*/ 747151 h 870655"/>
                  <a:gd name="connsiteX173" fmla="*/ 960762 w 1096379"/>
                  <a:gd name="connsiteY173" fmla="*/ 701361 h 870655"/>
                  <a:gd name="connsiteX174" fmla="*/ 984947 w 1096379"/>
                  <a:gd name="connsiteY174" fmla="*/ 690720 h 870655"/>
                  <a:gd name="connsiteX175" fmla="*/ 1011711 w 1096379"/>
                  <a:gd name="connsiteY175" fmla="*/ 662343 h 870655"/>
                  <a:gd name="connsiteX176" fmla="*/ 1062661 w 1096379"/>
                  <a:gd name="connsiteY176" fmla="*/ 642027 h 870655"/>
                  <a:gd name="connsiteX177" fmla="*/ 1049117 w 1096379"/>
                  <a:gd name="connsiteY177" fmla="*/ 621712 h 870655"/>
                  <a:gd name="connsiteX178" fmla="*/ 1020740 w 1096379"/>
                  <a:gd name="connsiteY178" fmla="*/ 627194 h 870655"/>
                  <a:gd name="connsiteX179" fmla="*/ 993976 w 1096379"/>
                  <a:gd name="connsiteY179" fmla="*/ 608491 h 870655"/>
                  <a:gd name="connsiteX180" fmla="*/ 1003327 w 1096379"/>
                  <a:gd name="connsiteY180" fmla="*/ 573665 h 870655"/>
                  <a:gd name="connsiteX181" fmla="*/ 1031704 w 1096379"/>
                  <a:gd name="connsiteY181" fmla="*/ 548190 h 870655"/>
                  <a:gd name="connsiteX182" fmla="*/ 1049117 w 1096379"/>
                  <a:gd name="connsiteY182" fmla="*/ 510462 h 870655"/>
                  <a:gd name="connsiteX183" fmla="*/ 1047827 w 1096379"/>
                  <a:gd name="connsiteY183" fmla="*/ 475636 h 870655"/>
                  <a:gd name="connsiteX184" fmla="*/ 1045248 w 1096379"/>
                  <a:gd name="connsiteY184" fmla="*/ 444679 h 870655"/>
                  <a:gd name="connsiteX185" fmla="*/ 1065563 w 1096379"/>
                  <a:gd name="connsiteY185" fmla="*/ 421784 h 870655"/>
                  <a:gd name="connsiteX186" fmla="*/ 1100389 w 1096379"/>
                  <a:gd name="connsiteY186" fmla="*/ 398889 h 870655"/>
                  <a:gd name="connsiteX187" fmla="*/ 1104581 w 1096379"/>
                  <a:gd name="connsiteY187" fmla="*/ 375027 h 870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</a:cxnLst>
                <a:rect l="l" t="t" r="r" b="b"/>
                <a:pathLst>
                  <a:path w="1096379" h="870655">
                    <a:moveTo>
                      <a:pt x="532529" y="967"/>
                    </a:moveTo>
                    <a:lnTo>
                      <a:pt x="532529" y="967"/>
                    </a:lnTo>
                    <a:cubicBezTo>
                      <a:pt x="532529" y="967"/>
                      <a:pt x="532529" y="967"/>
                      <a:pt x="532529" y="967"/>
                    </a:cubicBezTo>
                    <a:cubicBezTo>
                      <a:pt x="532529" y="967"/>
                      <a:pt x="532529" y="967"/>
                      <a:pt x="532529" y="967"/>
                    </a:cubicBezTo>
                    <a:close/>
                    <a:moveTo>
                      <a:pt x="532529" y="967"/>
                    </a:moveTo>
                    <a:cubicBezTo>
                      <a:pt x="532851" y="645"/>
                      <a:pt x="533174" y="323"/>
                      <a:pt x="533174" y="0"/>
                    </a:cubicBezTo>
                    <a:cubicBezTo>
                      <a:pt x="533174" y="323"/>
                      <a:pt x="532851" y="645"/>
                      <a:pt x="532529" y="967"/>
                    </a:cubicBezTo>
                    <a:close/>
                    <a:moveTo>
                      <a:pt x="1104581" y="375027"/>
                    </a:moveTo>
                    <a:cubicBezTo>
                      <a:pt x="1097809" y="364385"/>
                      <a:pt x="1100389" y="348262"/>
                      <a:pt x="1085878" y="330526"/>
                    </a:cubicBezTo>
                    <a:cubicBezTo>
                      <a:pt x="1082331" y="326334"/>
                      <a:pt x="1079429" y="319563"/>
                      <a:pt x="1077172" y="311823"/>
                    </a:cubicBezTo>
                    <a:cubicBezTo>
                      <a:pt x="1074592" y="310856"/>
                      <a:pt x="1071367" y="310534"/>
                      <a:pt x="1067175" y="310534"/>
                    </a:cubicBezTo>
                    <a:cubicBezTo>
                      <a:pt x="1051052" y="310534"/>
                      <a:pt x="1062983" y="305052"/>
                      <a:pt x="1051052" y="278287"/>
                    </a:cubicBezTo>
                    <a:cubicBezTo>
                      <a:pt x="1038798" y="251522"/>
                      <a:pt x="1026867" y="267646"/>
                      <a:pt x="1001392" y="254102"/>
                    </a:cubicBezTo>
                    <a:cubicBezTo>
                      <a:pt x="975918" y="240559"/>
                      <a:pt x="969146" y="224436"/>
                      <a:pt x="955602" y="215084"/>
                    </a:cubicBezTo>
                    <a:cubicBezTo>
                      <a:pt x="942059" y="205732"/>
                      <a:pt x="951410" y="189609"/>
                      <a:pt x="940769" y="170584"/>
                    </a:cubicBezTo>
                    <a:cubicBezTo>
                      <a:pt x="930128" y="151881"/>
                      <a:pt x="927225" y="185417"/>
                      <a:pt x="927225" y="159943"/>
                    </a:cubicBezTo>
                    <a:cubicBezTo>
                      <a:pt x="927225" y="134468"/>
                      <a:pt x="909812" y="137048"/>
                      <a:pt x="897559" y="126406"/>
                    </a:cubicBezTo>
                    <a:cubicBezTo>
                      <a:pt x="885305" y="115765"/>
                      <a:pt x="889497" y="107703"/>
                      <a:pt x="894979" y="92870"/>
                    </a:cubicBezTo>
                    <a:cubicBezTo>
                      <a:pt x="900461" y="78036"/>
                      <a:pt x="889497" y="66105"/>
                      <a:pt x="869504" y="53852"/>
                    </a:cubicBezTo>
                    <a:cubicBezTo>
                      <a:pt x="849512" y="41598"/>
                      <a:pt x="858863" y="53852"/>
                      <a:pt x="841127" y="53852"/>
                    </a:cubicBezTo>
                    <a:cubicBezTo>
                      <a:pt x="823714" y="53852"/>
                      <a:pt x="830486" y="53852"/>
                      <a:pt x="810171" y="53852"/>
                    </a:cubicBezTo>
                    <a:cubicBezTo>
                      <a:pt x="789856" y="53852"/>
                      <a:pt x="791468" y="52562"/>
                      <a:pt x="775345" y="36438"/>
                    </a:cubicBezTo>
                    <a:cubicBezTo>
                      <a:pt x="759221" y="20315"/>
                      <a:pt x="763413" y="23218"/>
                      <a:pt x="737616" y="15156"/>
                    </a:cubicBezTo>
                    <a:cubicBezTo>
                      <a:pt x="712142" y="7094"/>
                      <a:pt x="712142" y="16446"/>
                      <a:pt x="682475" y="8384"/>
                    </a:cubicBezTo>
                    <a:cubicBezTo>
                      <a:pt x="652808" y="323"/>
                      <a:pt x="654098" y="10964"/>
                      <a:pt x="639587" y="4192"/>
                    </a:cubicBezTo>
                    <a:cubicBezTo>
                      <a:pt x="624754" y="-2580"/>
                      <a:pt x="608630" y="1612"/>
                      <a:pt x="560261" y="4192"/>
                    </a:cubicBezTo>
                    <a:cubicBezTo>
                      <a:pt x="550587" y="4837"/>
                      <a:pt x="541235" y="3547"/>
                      <a:pt x="532206" y="967"/>
                    </a:cubicBezTo>
                    <a:cubicBezTo>
                      <a:pt x="531561" y="1935"/>
                      <a:pt x="530594" y="2902"/>
                      <a:pt x="529304" y="4514"/>
                    </a:cubicBezTo>
                    <a:cubicBezTo>
                      <a:pt x="522210" y="12899"/>
                      <a:pt x="522532" y="16768"/>
                      <a:pt x="522532" y="20960"/>
                    </a:cubicBezTo>
                    <a:cubicBezTo>
                      <a:pt x="522532" y="25152"/>
                      <a:pt x="527047" y="29344"/>
                      <a:pt x="534786" y="33536"/>
                    </a:cubicBezTo>
                    <a:cubicBezTo>
                      <a:pt x="542525" y="37728"/>
                      <a:pt x="543170" y="43855"/>
                      <a:pt x="538978" y="47725"/>
                    </a:cubicBezTo>
                    <a:cubicBezTo>
                      <a:pt x="534464" y="51917"/>
                      <a:pt x="536721" y="56109"/>
                      <a:pt x="525435" y="56109"/>
                    </a:cubicBezTo>
                    <a:cubicBezTo>
                      <a:pt x="514148" y="56109"/>
                      <a:pt x="518663" y="56109"/>
                      <a:pt x="511246" y="58044"/>
                    </a:cubicBezTo>
                    <a:cubicBezTo>
                      <a:pt x="503507" y="59978"/>
                      <a:pt x="503507" y="68685"/>
                      <a:pt x="497380" y="73199"/>
                    </a:cubicBezTo>
                    <a:cubicBezTo>
                      <a:pt x="491253" y="77714"/>
                      <a:pt x="477710" y="79326"/>
                      <a:pt x="469971" y="79326"/>
                    </a:cubicBezTo>
                    <a:cubicBezTo>
                      <a:pt x="462231" y="79326"/>
                      <a:pt x="444818" y="72232"/>
                      <a:pt x="438047" y="62236"/>
                    </a:cubicBezTo>
                    <a:cubicBezTo>
                      <a:pt x="431275" y="52239"/>
                      <a:pt x="450623" y="42565"/>
                      <a:pt x="442561" y="37084"/>
                    </a:cubicBezTo>
                    <a:cubicBezTo>
                      <a:pt x="434499" y="31601"/>
                      <a:pt x="430307" y="39018"/>
                      <a:pt x="419344" y="43855"/>
                    </a:cubicBezTo>
                    <a:cubicBezTo>
                      <a:pt x="408057" y="48692"/>
                      <a:pt x="411282" y="52884"/>
                      <a:pt x="396449" y="51917"/>
                    </a:cubicBezTo>
                    <a:cubicBezTo>
                      <a:pt x="381615" y="50950"/>
                      <a:pt x="375488" y="53852"/>
                      <a:pt x="366137" y="58689"/>
                    </a:cubicBezTo>
                    <a:cubicBezTo>
                      <a:pt x="356785" y="63526"/>
                      <a:pt x="352593" y="73844"/>
                      <a:pt x="345177" y="75779"/>
                    </a:cubicBezTo>
                    <a:cubicBezTo>
                      <a:pt x="337438" y="77714"/>
                      <a:pt x="326474" y="77069"/>
                      <a:pt x="310996" y="77714"/>
                    </a:cubicBezTo>
                    <a:cubicBezTo>
                      <a:pt x="295840" y="78036"/>
                      <a:pt x="285843" y="73522"/>
                      <a:pt x="278749" y="63848"/>
                    </a:cubicBezTo>
                    <a:cubicBezTo>
                      <a:pt x="271655" y="53852"/>
                      <a:pt x="270365" y="54819"/>
                      <a:pt x="264561" y="53529"/>
                    </a:cubicBezTo>
                    <a:cubicBezTo>
                      <a:pt x="258756" y="52239"/>
                      <a:pt x="246180" y="49337"/>
                      <a:pt x="229734" y="51594"/>
                    </a:cubicBezTo>
                    <a:cubicBezTo>
                      <a:pt x="213289" y="53852"/>
                      <a:pt x="217481" y="57076"/>
                      <a:pt x="202002" y="55786"/>
                    </a:cubicBezTo>
                    <a:cubicBezTo>
                      <a:pt x="186202" y="54497"/>
                      <a:pt x="182332" y="52239"/>
                      <a:pt x="174270" y="55786"/>
                    </a:cubicBezTo>
                    <a:cubicBezTo>
                      <a:pt x="166209" y="59333"/>
                      <a:pt x="160082" y="61268"/>
                      <a:pt x="153955" y="48047"/>
                    </a:cubicBezTo>
                    <a:cubicBezTo>
                      <a:pt x="148151" y="35149"/>
                      <a:pt x="149118" y="54174"/>
                      <a:pt x="139122" y="47080"/>
                    </a:cubicBezTo>
                    <a:cubicBezTo>
                      <a:pt x="129125" y="39986"/>
                      <a:pt x="134607" y="32246"/>
                      <a:pt x="122031" y="37728"/>
                    </a:cubicBezTo>
                    <a:cubicBezTo>
                      <a:pt x="109455" y="43210"/>
                      <a:pt x="115904" y="55786"/>
                      <a:pt x="117194" y="64493"/>
                    </a:cubicBezTo>
                    <a:cubicBezTo>
                      <a:pt x="118484" y="73522"/>
                      <a:pt x="113647" y="71587"/>
                      <a:pt x="112680" y="78036"/>
                    </a:cubicBezTo>
                    <a:cubicBezTo>
                      <a:pt x="111712" y="84163"/>
                      <a:pt x="113002" y="94160"/>
                      <a:pt x="107198" y="96739"/>
                    </a:cubicBezTo>
                    <a:cubicBezTo>
                      <a:pt x="101393" y="99319"/>
                      <a:pt x="94299" y="102221"/>
                      <a:pt x="76241" y="102221"/>
                    </a:cubicBezTo>
                    <a:cubicBezTo>
                      <a:pt x="58183" y="102221"/>
                      <a:pt x="61085" y="100931"/>
                      <a:pt x="46574" y="96417"/>
                    </a:cubicBezTo>
                    <a:cubicBezTo>
                      <a:pt x="32386" y="91902"/>
                      <a:pt x="12071" y="102544"/>
                      <a:pt x="12071" y="111573"/>
                    </a:cubicBezTo>
                    <a:cubicBezTo>
                      <a:pt x="12071" y="120602"/>
                      <a:pt x="15295" y="129953"/>
                      <a:pt x="16263" y="135435"/>
                    </a:cubicBezTo>
                    <a:cubicBezTo>
                      <a:pt x="17230" y="140917"/>
                      <a:pt x="21100" y="139950"/>
                      <a:pt x="21100" y="143497"/>
                    </a:cubicBezTo>
                    <a:cubicBezTo>
                      <a:pt x="21100" y="147044"/>
                      <a:pt x="8524" y="156073"/>
                      <a:pt x="3687" y="157685"/>
                    </a:cubicBezTo>
                    <a:cubicBezTo>
                      <a:pt x="-1150" y="159620"/>
                      <a:pt x="-2118" y="168327"/>
                      <a:pt x="6266" y="168327"/>
                    </a:cubicBezTo>
                    <a:cubicBezTo>
                      <a:pt x="14650" y="168327"/>
                      <a:pt x="25292" y="169617"/>
                      <a:pt x="28194" y="166392"/>
                    </a:cubicBezTo>
                    <a:cubicBezTo>
                      <a:pt x="31419" y="163167"/>
                      <a:pt x="40448" y="152848"/>
                      <a:pt x="43027" y="147044"/>
                    </a:cubicBezTo>
                    <a:cubicBezTo>
                      <a:pt x="45607" y="141240"/>
                      <a:pt x="55281" y="140917"/>
                      <a:pt x="61408" y="140272"/>
                    </a:cubicBezTo>
                    <a:cubicBezTo>
                      <a:pt x="67535" y="139950"/>
                      <a:pt x="70437" y="131243"/>
                      <a:pt x="75274" y="125439"/>
                    </a:cubicBezTo>
                    <a:cubicBezTo>
                      <a:pt x="80111" y="119634"/>
                      <a:pt x="95912" y="120924"/>
                      <a:pt x="103973" y="117377"/>
                    </a:cubicBezTo>
                    <a:cubicBezTo>
                      <a:pt x="112035" y="113830"/>
                      <a:pt x="123643" y="116410"/>
                      <a:pt x="120096" y="119634"/>
                    </a:cubicBezTo>
                    <a:cubicBezTo>
                      <a:pt x="116549" y="122859"/>
                      <a:pt x="107843" y="132533"/>
                      <a:pt x="96879" y="133500"/>
                    </a:cubicBezTo>
                    <a:cubicBezTo>
                      <a:pt x="85593" y="134468"/>
                      <a:pt x="89140" y="140272"/>
                      <a:pt x="82046" y="147044"/>
                    </a:cubicBezTo>
                    <a:cubicBezTo>
                      <a:pt x="74951" y="153816"/>
                      <a:pt x="64955" y="154138"/>
                      <a:pt x="59151" y="156073"/>
                    </a:cubicBezTo>
                    <a:cubicBezTo>
                      <a:pt x="53346" y="158008"/>
                      <a:pt x="53669" y="158330"/>
                      <a:pt x="49799" y="163167"/>
                    </a:cubicBezTo>
                    <a:cubicBezTo>
                      <a:pt x="45930" y="168004"/>
                      <a:pt x="46252" y="174453"/>
                      <a:pt x="48832" y="182838"/>
                    </a:cubicBezTo>
                    <a:cubicBezTo>
                      <a:pt x="51411" y="191222"/>
                      <a:pt x="43995" y="193156"/>
                      <a:pt x="49799" y="200251"/>
                    </a:cubicBezTo>
                    <a:cubicBezTo>
                      <a:pt x="55603" y="207345"/>
                      <a:pt x="66245" y="215729"/>
                      <a:pt x="66245" y="217341"/>
                    </a:cubicBezTo>
                    <a:cubicBezTo>
                      <a:pt x="66245" y="218954"/>
                      <a:pt x="65277" y="225080"/>
                      <a:pt x="65277" y="227015"/>
                    </a:cubicBezTo>
                    <a:cubicBezTo>
                      <a:pt x="65277" y="228950"/>
                      <a:pt x="69792" y="237334"/>
                      <a:pt x="71727" y="244428"/>
                    </a:cubicBezTo>
                    <a:cubicBezTo>
                      <a:pt x="73661" y="251522"/>
                      <a:pt x="81078" y="261841"/>
                      <a:pt x="87850" y="266034"/>
                    </a:cubicBezTo>
                    <a:cubicBezTo>
                      <a:pt x="94622" y="270225"/>
                      <a:pt x="102361" y="278932"/>
                      <a:pt x="117839" y="288928"/>
                    </a:cubicBezTo>
                    <a:cubicBezTo>
                      <a:pt x="133317" y="298925"/>
                      <a:pt x="156212" y="313113"/>
                      <a:pt x="169111" y="323755"/>
                    </a:cubicBezTo>
                    <a:cubicBezTo>
                      <a:pt x="182332" y="334396"/>
                      <a:pt x="183299" y="334396"/>
                      <a:pt x="194586" y="332139"/>
                    </a:cubicBezTo>
                    <a:cubicBezTo>
                      <a:pt x="205872" y="329881"/>
                      <a:pt x="227155" y="335364"/>
                      <a:pt x="240053" y="335364"/>
                    </a:cubicBezTo>
                    <a:cubicBezTo>
                      <a:pt x="252952" y="335364"/>
                      <a:pt x="259401" y="341813"/>
                      <a:pt x="264238" y="336008"/>
                    </a:cubicBezTo>
                    <a:cubicBezTo>
                      <a:pt x="269075" y="330204"/>
                      <a:pt x="274557" y="333429"/>
                      <a:pt x="283264" y="329559"/>
                    </a:cubicBezTo>
                    <a:cubicBezTo>
                      <a:pt x="291970" y="326012"/>
                      <a:pt x="299709" y="323110"/>
                      <a:pt x="314543" y="323110"/>
                    </a:cubicBezTo>
                    <a:cubicBezTo>
                      <a:pt x="329376" y="323110"/>
                      <a:pt x="328731" y="317628"/>
                      <a:pt x="331956" y="312469"/>
                    </a:cubicBezTo>
                    <a:cubicBezTo>
                      <a:pt x="335180" y="306986"/>
                      <a:pt x="341307" y="310534"/>
                      <a:pt x="350014" y="309244"/>
                    </a:cubicBezTo>
                    <a:cubicBezTo>
                      <a:pt x="358720" y="307954"/>
                      <a:pt x="351304" y="295700"/>
                      <a:pt x="351949" y="288284"/>
                    </a:cubicBezTo>
                    <a:cubicBezTo>
                      <a:pt x="352593" y="280867"/>
                      <a:pt x="360655" y="274095"/>
                      <a:pt x="374199" y="266678"/>
                    </a:cubicBezTo>
                    <a:cubicBezTo>
                      <a:pt x="387742" y="259262"/>
                      <a:pt x="389677" y="267323"/>
                      <a:pt x="397738" y="270871"/>
                    </a:cubicBezTo>
                    <a:cubicBezTo>
                      <a:pt x="405800" y="274095"/>
                      <a:pt x="413862" y="276997"/>
                      <a:pt x="419989" y="278287"/>
                    </a:cubicBezTo>
                    <a:cubicBezTo>
                      <a:pt x="426115" y="279577"/>
                      <a:pt x="429985" y="277642"/>
                      <a:pt x="440949" y="270871"/>
                    </a:cubicBezTo>
                    <a:cubicBezTo>
                      <a:pt x="451590" y="264099"/>
                      <a:pt x="453847" y="276997"/>
                      <a:pt x="453202" y="281512"/>
                    </a:cubicBezTo>
                    <a:cubicBezTo>
                      <a:pt x="452557" y="286349"/>
                      <a:pt x="435789" y="297635"/>
                      <a:pt x="428373" y="303117"/>
                    </a:cubicBezTo>
                    <a:cubicBezTo>
                      <a:pt x="420956" y="308599"/>
                      <a:pt x="417731" y="305697"/>
                      <a:pt x="414829" y="310534"/>
                    </a:cubicBezTo>
                    <a:cubicBezTo>
                      <a:pt x="412249" y="315371"/>
                      <a:pt x="413539" y="327302"/>
                      <a:pt x="404833" y="330849"/>
                    </a:cubicBezTo>
                    <a:cubicBezTo>
                      <a:pt x="396126" y="334074"/>
                      <a:pt x="391289" y="347617"/>
                      <a:pt x="385485" y="344392"/>
                    </a:cubicBezTo>
                    <a:cubicBezTo>
                      <a:pt x="379680" y="341168"/>
                      <a:pt x="386130" y="323432"/>
                      <a:pt x="379358" y="335041"/>
                    </a:cubicBezTo>
                    <a:cubicBezTo>
                      <a:pt x="372586" y="346327"/>
                      <a:pt x="359043" y="374059"/>
                      <a:pt x="349046" y="390827"/>
                    </a:cubicBezTo>
                    <a:cubicBezTo>
                      <a:pt x="339050" y="407596"/>
                      <a:pt x="330988" y="405661"/>
                      <a:pt x="321637" y="394052"/>
                    </a:cubicBezTo>
                    <a:cubicBezTo>
                      <a:pt x="312285" y="382766"/>
                      <a:pt x="313575" y="388570"/>
                      <a:pt x="306803" y="392117"/>
                    </a:cubicBezTo>
                    <a:cubicBezTo>
                      <a:pt x="300032" y="395342"/>
                      <a:pt x="301966" y="410820"/>
                      <a:pt x="290035" y="410175"/>
                    </a:cubicBezTo>
                    <a:cubicBezTo>
                      <a:pt x="277782" y="409530"/>
                      <a:pt x="283264" y="416302"/>
                      <a:pt x="275847" y="417592"/>
                    </a:cubicBezTo>
                    <a:cubicBezTo>
                      <a:pt x="268430" y="418882"/>
                      <a:pt x="267140" y="408885"/>
                      <a:pt x="254887" y="409530"/>
                    </a:cubicBezTo>
                    <a:cubicBezTo>
                      <a:pt x="242633" y="410175"/>
                      <a:pt x="256821" y="423719"/>
                      <a:pt x="250695" y="425009"/>
                    </a:cubicBezTo>
                    <a:cubicBezTo>
                      <a:pt x="244568" y="426299"/>
                      <a:pt x="241988" y="423074"/>
                      <a:pt x="226510" y="423719"/>
                    </a:cubicBezTo>
                    <a:cubicBezTo>
                      <a:pt x="211031" y="424364"/>
                      <a:pt x="222318" y="429201"/>
                      <a:pt x="214256" y="433070"/>
                    </a:cubicBezTo>
                    <a:cubicBezTo>
                      <a:pt x="206194" y="436940"/>
                      <a:pt x="205550" y="431458"/>
                      <a:pt x="205550" y="431458"/>
                    </a:cubicBezTo>
                    <a:cubicBezTo>
                      <a:pt x="205550" y="431458"/>
                      <a:pt x="192651" y="433393"/>
                      <a:pt x="185234" y="433393"/>
                    </a:cubicBezTo>
                    <a:cubicBezTo>
                      <a:pt x="177818" y="433393"/>
                      <a:pt x="172336" y="438230"/>
                      <a:pt x="166531" y="441454"/>
                    </a:cubicBezTo>
                    <a:cubicBezTo>
                      <a:pt x="160404" y="444679"/>
                      <a:pt x="153633" y="442099"/>
                      <a:pt x="153633" y="435328"/>
                    </a:cubicBezTo>
                    <a:cubicBezTo>
                      <a:pt x="153633" y="428556"/>
                      <a:pt x="162339" y="417914"/>
                      <a:pt x="160404" y="411143"/>
                    </a:cubicBezTo>
                    <a:cubicBezTo>
                      <a:pt x="158470" y="404371"/>
                      <a:pt x="154278" y="410498"/>
                      <a:pt x="149118" y="410498"/>
                    </a:cubicBezTo>
                    <a:cubicBezTo>
                      <a:pt x="143636" y="410498"/>
                      <a:pt x="149763" y="386958"/>
                      <a:pt x="142991" y="391795"/>
                    </a:cubicBezTo>
                    <a:cubicBezTo>
                      <a:pt x="136220" y="396632"/>
                      <a:pt x="124288" y="408563"/>
                      <a:pt x="122676" y="418559"/>
                    </a:cubicBezTo>
                    <a:cubicBezTo>
                      <a:pt x="121709" y="428878"/>
                      <a:pt x="122354" y="436295"/>
                      <a:pt x="129125" y="448871"/>
                    </a:cubicBezTo>
                    <a:cubicBezTo>
                      <a:pt x="135897" y="461770"/>
                      <a:pt x="165564" y="499821"/>
                      <a:pt x="204260" y="538839"/>
                    </a:cubicBezTo>
                    <a:cubicBezTo>
                      <a:pt x="243278" y="577857"/>
                      <a:pt x="250695" y="593335"/>
                      <a:pt x="268753" y="615585"/>
                    </a:cubicBezTo>
                    <a:cubicBezTo>
                      <a:pt x="286811" y="637835"/>
                      <a:pt x="293582" y="650412"/>
                      <a:pt x="310351" y="669437"/>
                    </a:cubicBezTo>
                    <a:cubicBezTo>
                      <a:pt x="327119" y="688140"/>
                      <a:pt x="351304" y="713937"/>
                      <a:pt x="373554" y="726513"/>
                    </a:cubicBezTo>
                    <a:cubicBezTo>
                      <a:pt x="395804" y="739412"/>
                      <a:pt x="386452" y="742637"/>
                      <a:pt x="417086" y="750698"/>
                    </a:cubicBezTo>
                    <a:cubicBezTo>
                      <a:pt x="448043" y="758760"/>
                      <a:pt x="449333" y="760695"/>
                      <a:pt x="448688" y="751988"/>
                    </a:cubicBezTo>
                    <a:cubicBezTo>
                      <a:pt x="448043" y="743281"/>
                      <a:pt x="470938" y="752633"/>
                      <a:pt x="485126" y="745861"/>
                    </a:cubicBezTo>
                    <a:cubicBezTo>
                      <a:pt x="499315" y="739089"/>
                      <a:pt x="508021" y="742637"/>
                      <a:pt x="519308" y="736510"/>
                    </a:cubicBezTo>
                    <a:cubicBezTo>
                      <a:pt x="530594" y="730383"/>
                      <a:pt x="552199" y="726513"/>
                      <a:pt x="567032" y="714905"/>
                    </a:cubicBezTo>
                    <a:cubicBezTo>
                      <a:pt x="581866" y="703618"/>
                      <a:pt x="582511" y="714905"/>
                      <a:pt x="593797" y="710068"/>
                    </a:cubicBezTo>
                    <a:cubicBezTo>
                      <a:pt x="605083" y="705231"/>
                      <a:pt x="647971" y="684915"/>
                      <a:pt x="661837" y="680401"/>
                    </a:cubicBezTo>
                    <a:cubicBezTo>
                      <a:pt x="675703" y="675886"/>
                      <a:pt x="676993" y="671049"/>
                      <a:pt x="673123" y="663310"/>
                    </a:cubicBezTo>
                    <a:cubicBezTo>
                      <a:pt x="669254" y="655571"/>
                      <a:pt x="677960" y="652024"/>
                      <a:pt x="685377" y="645252"/>
                    </a:cubicBezTo>
                    <a:cubicBezTo>
                      <a:pt x="692471" y="638480"/>
                      <a:pt x="703435" y="631386"/>
                      <a:pt x="710852" y="613006"/>
                    </a:cubicBezTo>
                    <a:cubicBezTo>
                      <a:pt x="718591" y="594625"/>
                      <a:pt x="715044" y="588821"/>
                      <a:pt x="705047" y="584306"/>
                    </a:cubicBezTo>
                    <a:cubicBezTo>
                      <a:pt x="695051" y="579792"/>
                      <a:pt x="700855" y="576567"/>
                      <a:pt x="696018" y="566893"/>
                    </a:cubicBezTo>
                    <a:cubicBezTo>
                      <a:pt x="691181" y="556897"/>
                      <a:pt x="685699" y="562701"/>
                      <a:pt x="677315" y="562379"/>
                    </a:cubicBezTo>
                    <a:cubicBezTo>
                      <a:pt x="668931" y="562056"/>
                      <a:pt x="661515" y="546578"/>
                      <a:pt x="668286" y="547223"/>
                    </a:cubicBezTo>
                    <a:cubicBezTo>
                      <a:pt x="675058" y="547545"/>
                      <a:pt x="686667" y="546900"/>
                      <a:pt x="689892" y="543031"/>
                    </a:cubicBezTo>
                    <a:cubicBezTo>
                      <a:pt x="693116" y="539484"/>
                      <a:pt x="685055" y="534969"/>
                      <a:pt x="685055" y="525940"/>
                    </a:cubicBezTo>
                    <a:cubicBezTo>
                      <a:pt x="685055" y="516911"/>
                      <a:pt x="694084" y="521103"/>
                      <a:pt x="697631" y="515621"/>
                    </a:cubicBezTo>
                    <a:cubicBezTo>
                      <a:pt x="701178" y="510139"/>
                      <a:pt x="704725" y="505625"/>
                      <a:pt x="708917" y="502723"/>
                    </a:cubicBezTo>
                    <a:cubicBezTo>
                      <a:pt x="713109" y="499498"/>
                      <a:pt x="717301" y="495628"/>
                      <a:pt x="717301" y="482407"/>
                    </a:cubicBezTo>
                    <a:cubicBezTo>
                      <a:pt x="717301" y="469509"/>
                      <a:pt x="730200" y="459190"/>
                      <a:pt x="736004" y="459190"/>
                    </a:cubicBezTo>
                    <a:cubicBezTo>
                      <a:pt x="741808" y="459190"/>
                      <a:pt x="743098" y="465317"/>
                      <a:pt x="741486" y="467574"/>
                    </a:cubicBezTo>
                    <a:cubicBezTo>
                      <a:pt x="739551" y="469831"/>
                      <a:pt x="738261" y="478860"/>
                      <a:pt x="745678" y="480473"/>
                    </a:cubicBezTo>
                    <a:cubicBezTo>
                      <a:pt x="752772" y="482407"/>
                      <a:pt x="750192" y="484020"/>
                      <a:pt x="752772" y="479183"/>
                    </a:cubicBezTo>
                    <a:cubicBezTo>
                      <a:pt x="755352" y="474346"/>
                      <a:pt x="755352" y="473378"/>
                      <a:pt x="764381" y="473056"/>
                    </a:cubicBezTo>
                    <a:cubicBezTo>
                      <a:pt x="773410" y="472733"/>
                      <a:pt x="788888" y="474023"/>
                      <a:pt x="803722" y="474023"/>
                    </a:cubicBezTo>
                    <a:cubicBezTo>
                      <a:pt x="818555" y="474023"/>
                      <a:pt x="832743" y="475313"/>
                      <a:pt x="829196" y="478215"/>
                    </a:cubicBezTo>
                    <a:cubicBezTo>
                      <a:pt x="825972" y="480795"/>
                      <a:pt x="821780" y="496273"/>
                      <a:pt x="814363" y="496273"/>
                    </a:cubicBezTo>
                    <a:cubicBezTo>
                      <a:pt x="806946" y="496273"/>
                      <a:pt x="790823" y="488212"/>
                      <a:pt x="782761" y="487567"/>
                    </a:cubicBezTo>
                    <a:cubicBezTo>
                      <a:pt x="774700" y="486922"/>
                      <a:pt x="769218" y="501755"/>
                      <a:pt x="769218" y="513041"/>
                    </a:cubicBezTo>
                    <a:cubicBezTo>
                      <a:pt x="769218" y="524328"/>
                      <a:pt x="772442" y="534647"/>
                      <a:pt x="775345" y="531100"/>
                    </a:cubicBezTo>
                    <a:cubicBezTo>
                      <a:pt x="777924" y="527875"/>
                      <a:pt x="788243" y="525618"/>
                      <a:pt x="799530" y="526907"/>
                    </a:cubicBezTo>
                    <a:cubicBezTo>
                      <a:pt x="810816" y="528197"/>
                      <a:pt x="806301" y="534969"/>
                      <a:pt x="799530" y="540451"/>
                    </a:cubicBezTo>
                    <a:cubicBezTo>
                      <a:pt x="792758" y="545933"/>
                      <a:pt x="790178" y="544643"/>
                      <a:pt x="784051" y="544643"/>
                    </a:cubicBezTo>
                    <a:cubicBezTo>
                      <a:pt x="777924" y="544643"/>
                      <a:pt x="774055" y="569473"/>
                      <a:pt x="769863" y="578180"/>
                    </a:cubicBezTo>
                    <a:cubicBezTo>
                      <a:pt x="765671" y="586886"/>
                      <a:pt x="770508" y="588176"/>
                      <a:pt x="792113" y="588821"/>
                    </a:cubicBezTo>
                    <a:cubicBezTo>
                      <a:pt x="813718" y="589466"/>
                      <a:pt x="808236" y="594303"/>
                      <a:pt x="806301" y="601075"/>
                    </a:cubicBezTo>
                    <a:cubicBezTo>
                      <a:pt x="804366" y="607846"/>
                      <a:pt x="792758" y="613328"/>
                      <a:pt x="785986" y="617198"/>
                    </a:cubicBezTo>
                    <a:cubicBezTo>
                      <a:pt x="779214" y="621390"/>
                      <a:pt x="795982" y="634611"/>
                      <a:pt x="785341" y="639448"/>
                    </a:cubicBezTo>
                    <a:cubicBezTo>
                      <a:pt x="774700" y="644285"/>
                      <a:pt x="777279" y="657506"/>
                      <a:pt x="770508" y="672339"/>
                    </a:cubicBezTo>
                    <a:cubicBezTo>
                      <a:pt x="763736" y="687173"/>
                      <a:pt x="781149" y="686528"/>
                      <a:pt x="797272" y="694589"/>
                    </a:cubicBezTo>
                    <a:cubicBezTo>
                      <a:pt x="813395" y="702651"/>
                      <a:pt x="807914" y="718129"/>
                      <a:pt x="805979" y="724901"/>
                    </a:cubicBezTo>
                    <a:cubicBezTo>
                      <a:pt x="804044" y="731673"/>
                      <a:pt x="805979" y="734897"/>
                      <a:pt x="814685" y="747796"/>
                    </a:cubicBezTo>
                    <a:cubicBezTo>
                      <a:pt x="823392" y="760695"/>
                      <a:pt x="818877" y="768111"/>
                      <a:pt x="813395" y="774561"/>
                    </a:cubicBezTo>
                    <a:cubicBezTo>
                      <a:pt x="807914" y="781332"/>
                      <a:pt x="812106" y="796166"/>
                      <a:pt x="812106" y="807452"/>
                    </a:cubicBezTo>
                    <a:cubicBezTo>
                      <a:pt x="812106" y="813901"/>
                      <a:pt x="807914" y="821318"/>
                      <a:pt x="803722" y="828412"/>
                    </a:cubicBezTo>
                    <a:cubicBezTo>
                      <a:pt x="829519" y="833894"/>
                      <a:pt x="809203" y="841956"/>
                      <a:pt x="812751" y="849050"/>
                    </a:cubicBezTo>
                    <a:cubicBezTo>
                      <a:pt x="816943" y="857112"/>
                      <a:pt x="812751" y="859691"/>
                      <a:pt x="814040" y="871945"/>
                    </a:cubicBezTo>
                    <a:cubicBezTo>
                      <a:pt x="815330" y="884199"/>
                      <a:pt x="820812" y="880007"/>
                      <a:pt x="831453" y="885489"/>
                    </a:cubicBezTo>
                    <a:cubicBezTo>
                      <a:pt x="842095" y="890970"/>
                      <a:pt x="851769" y="889680"/>
                      <a:pt x="871762" y="884199"/>
                    </a:cubicBezTo>
                    <a:cubicBezTo>
                      <a:pt x="892077" y="878717"/>
                      <a:pt x="901428" y="862594"/>
                      <a:pt x="904008" y="842601"/>
                    </a:cubicBezTo>
                    <a:cubicBezTo>
                      <a:pt x="906588" y="822285"/>
                      <a:pt x="910780" y="823898"/>
                      <a:pt x="909490" y="812934"/>
                    </a:cubicBezTo>
                    <a:cubicBezTo>
                      <a:pt x="908200" y="802293"/>
                      <a:pt x="902718" y="786169"/>
                      <a:pt x="917552" y="788749"/>
                    </a:cubicBezTo>
                    <a:cubicBezTo>
                      <a:pt x="932385" y="791329"/>
                      <a:pt x="932385" y="799390"/>
                      <a:pt x="945928" y="807452"/>
                    </a:cubicBezTo>
                    <a:cubicBezTo>
                      <a:pt x="959472" y="815514"/>
                      <a:pt x="951410" y="803260"/>
                      <a:pt x="980755" y="788749"/>
                    </a:cubicBezTo>
                    <a:cubicBezTo>
                      <a:pt x="1010421" y="773916"/>
                      <a:pt x="994298" y="760372"/>
                      <a:pt x="993008" y="747151"/>
                    </a:cubicBezTo>
                    <a:cubicBezTo>
                      <a:pt x="991718" y="733608"/>
                      <a:pt x="971403" y="710713"/>
                      <a:pt x="960762" y="701361"/>
                    </a:cubicBezTo>
                    <a:cubicBezTo>
                      <a:pt x="950121" y="692010"/>
                      <a:pt x="973015" y="695879"/>
                      <a:pt x="984947" y="690720"/>
                    </a:cubicBezTo>
                    <a:cubicBezTo>
                      <a:pt x="996878" y="685560"/>
                      <a:pt x="1003650" y="674596"/>
                      <a:pt x="1011711" y="662343"/>
                    </a:cubicBezTo>
                    <a:cubicBezTo>
                      <a:pt x="1019773" y="650089"/>
                      <a:pt x="1032027" y="651701"/>
                      <a:pt x="1062661" y="642027"/>
                    </a:cubicBezTo>
                    <a:cubicBezTo>
                      <a:pt x="1093617" y="632676"/>
                      <a:pt x="1063951" y="625904"/>
                      <a:pt x="1049117" y="621712"/>
                    </a:cubicBezTo>
                    <a:cubicBezTo>
                      <a:pt x="1034284" y="617520"/>
                      <a:pt x="1035574" y="621712"/>
                      <a:pt x="1020740" y="627194"/>
                    </a:cubicBezTo>
                    <a:cubicBezTo>
                      <a:pt x="1005907" y="632676"/>
                      <a:pt x="988494" y="621712"/>
                      <a:pt x="993976" y="608491"/>
                    </a:cubicBezTo>
                    <a:cubicBezTo>
                      <a:pt x="999458" y="594948"/>
                      <a:pt x="995266" y="585596"/>
                      <a:pt x="1003327" y="573665"/>
                    </a:cubicBezTo>
                    <a:cubicBezTo>
                      <a:pt x="1011389" y="561734"/>
                      <a:pt x="1008809" y="563024"/>
                      <a:pt x="1031704" y="548190"/>
                    </a:cubicBezTo>
                    <a:cubicBezTo>
                      <a:pt x="1054599" y="533357"/>
                      <a:pt x="1045248" y="527875"/>
                      <a:pt x="1049117" y="510462"/>
                    </a:cubicBezTo>
                    <a:cubicBezTo>
                      <a:pt x="1053309" y="493049"/>
                      <a:pt x="1036863" y="486277"/>
                      <a:pt x="1047827" y="475636"/>
                    </a:cubicBezTo>
                    <a:cubicBezTo>
                      <a:pt x="1058469" y="464994"/>
                      <a:pt x="1065240" y="458223"/>
                      <a:pt x="1045248" y="444679"/>
                    </a:cubicBezTo>
                    <a:cubicBezTo>
                      <a:pt x="1024932" y="431135"/>
                      <a:pt x="1042668" y="434038"/>
                      <a:pt x="1065563" y="421784"/>
                    </a:cubicBezTo>
                    <a:cubicBezTo>
                      <a:pt x="1088458" y="409530"/>
                      <a:pt x="1089748" y="411143"/>
                      <a:pt x="1100389" y="398889"/>
                    </a:cubicBezTo>
                    <a:cubicBezTo>
                      <a:pt x="1111353" y="387280"/>
                      <a:pt x="1111353" y="385990"/>
                      <a:pt x="1104581" y="37502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DCFD4EEB-F589-0DB9-F84C-DF31A62347C3}"/>
                  </a:ext>
                </a:extLst>
              </p:cNvPr>
              <p:cNvSpPr/>
              <p:nvPr/>
            </p:nvSpPr>
            <p:spPr>
              <a:xfrm>
                <a:off x="4578082" y="3603384"/>
                <a:ext cx="1483338" cy="1225366"/>
              </a:xfrm>
              <a:custGeom>
                <a:avLst/>
                <a:gdLst>
                  <a:gd name="connsiteX0" fmla="*/ 1465602 w 1483337"/>
                  <a:gd name="connsiteY0" fmla="*/ 487449 h 1225366"/>
                  <a:gd name="connsiteX1" fmla="*/ 1446899 w 1483337"/>
                  <a:gd name="connsiteY1" fmla="*/ 456170 h 1225366"/>
                  <a:gd name="connsiteX2" fmla="*/ 1423682 w 1483337"/>
                  <a:gd name="connsiteY2" fmla="*/ 430050 h 1225366"/>
                  <a:gd name="connsiteX3" fmla="*/ 1434323 w 1483337"/>
                  <a:gd name="connsiteY3" fmla="*/ 410380 h 1225366"/>
                  <a:gd name="connsiteX4" fmla="*/ 1423682 w 1483337"/>
                  <a:gd name="connsiteY4" fmla="*/ 382648 h 1225366"/>
                  <a:gd name="connsiteX5" fmla="*/ 1428196 w 1483337"/>
                  <a:gd name="connsiteY5" fmla="*/ 355883 h 1225366"/>
                  <a:gd name="connsiteX6" fmla="*/ 1440772 w 1483337"/>
                  <a:gd name="connsiteY6" fmla="*/ 332666 h 1225366"/>
                  <a:gd name="connsiteX7" fmla="*/ 1441740 w 1483337"/>
                  <a:gd name="connsiteY7" fmla="*/ 310416 h 1225366"/>
                  <a:gd name="connsiteX8" fmla="*/ 1435613 w 1483337"/>
                  <a:gd name="connsiteY8" fmla="*/ 286231 h 1225366"/>
                  <a:gd name="connsiteX9" fmla="*/ 1437548 w 1483337"/>
                  <a:gd name="connsiteY9" fmla="*/ 249470 h 1225366"/>
                  <a:gd name="connsiteX10" fmla="*/ 1421424 w 1483337"/>
                  <a:gd name="connsiteY10" fmla="*/ 216256 h 1225366"/>
                  <a:gd name="connsiteX11" fmla="*/ 1437548 w 1483337"/>
                  <a:gd name="connsiteY11" fmla="*/ 167886 h 1225366"/>
                  <a:gd name="connsiteX12" fmla="*/ 1434968 w 1483337"/>
                  <a:gd name="connsiteY12" fmla="*/ 154343 h 1225366"/>
                  <a:gd name="connsiteX13" fmla="*/ 1424327 w 1483337"/>
                  <a:gd name="connsiteY13" fmla="*/ 140799 h 1225366"/>
                  <a:gd name="connsiteX14" fmla="*/ 1405623 w 1483337"/>
                  <a:gd name="connsiteY14" fmla="*/ 126611 h 1225366"/>
                  <a:gd name="connsiteX15" fmla="*/ 1382406 w 1483337"/>
                  <a:gd name="connsiteY15" fmla="*/ 105973 h 1225366"/>
                  <a:gd name="connsiteX16" fmla="*/ 1359189 w 1483337"/>
                  <a:gd name="connsiteY16" fmla="*/ 114034 h 1225366"/>
                  <a:gd name="connsiteX17" fmla="*/ 1324363 w 1483337"/>
                  <a:gd name="connsiteY17" fmla="*/ 120161 h 1225366"/>
                  <a:gd name="connsiteX18" fmla="*/ 1302757 w 1483337"/>
                  <a:gd name="connsiteY18" fmla="*/ 110165 h 1225366"/>
                  <a:gd name="connsiteX19" fmla="*/ 1247293 w 1483337"/>
                  <a:gd name="connsiteY19" fmla="*/ 117259 h 1225366"/>
                  <a:gd name="connsiteX20" fmla="*/ 1234717 w 1483337"/>
                  <a:gd name="connsiteY20" fmla="*/ 94042 h 1225366"/>
                  <a:gd name="connsiteX21" fmla="*/ 1172159 w 1483337"/>
                  <a:gd name="connsiteY21" fmla="*/ 104038 h 1225366"/>
                  <a:gd name="connsiteX22" fmla="*/ 1127337 w 1483337"/>
                  <a:gd name="connsiteY22" fmla="*/ 126288 h 1225366"/>
                  <a:gd name="connsiteX23" fmla="*/ 1082514 w 1483337"/>
                  <a:gd name="connsiteY23" fmla="*/ 132415 h 1225366"/>
                  <a:gd name="connsiteX24" fmla="*/ 1036079 w 1483337"/>
                  <a:gd name="connsiteY24" fmla="*/ 114357 h 1225366"/>
                  <a:gd name="connsiteX25" fmla="*/ 1004800 w 1483337"/>
                  <a:gd name="connsiteY25" fmla="*/ 133060 h 1225366"/>
                  <a:gd name="connsiteX26" fmla="*/ 942887 w 1483337"/>
                  <a:gd name="connsiteY26" fmla="*/ 133060 h 1225366"/>
                  <a:gd name="connsiteX27" fmla="*/ 893550 w 1483337"/>
                  <a:gd name="connsiteY27" fmla="*/ 134995 h 1225366"/>
                  <a:gd name="connsiteX28" fmla="*/ 871945 w 1483337"/>
                  <a:gd name="connsiteY28" fmla="*/ 109842 h 1225366"/>
                  <a:gd name="connsiteX29" fmla="*/ 902256 w 1483337"/>
                  <a:gd name="connsiteY29" fmla="*/ 112422 h 1225366"/>
                  <a:gd name="connsiteX30" fmla="*/ 897742 w 1483337"/>
                  <a:gd name="connsiteY30" fmla="*/ 69534 h 1225366"/>
                  <a:gd name="connsiteX31" fmla="*/ 844858 w 1483337"/>
                  <a:gd name="connsiteY31" fmla="*/ 59538 h 1225366"/>
                  <a:gd name="connsiteX32" fmla="*/ 813578 w 1483337"/>
                  <a:gd name="connsiteY32" fmla="*/ 79208 h 1225366"/>
                  <a:gd name="connsiteX33" fmla="*/ 780365 w 1483337"/>
                  <a:gd name="connsiteY33" fmla="*/ 87270 h 1225366"/>
                  <a:gd name="connsiteX34" fmla="*/ 757147 w 1483337"/>
                  <a:gd name="connsiteY34" fmla="*/ 120484 h 1225366"/>
                  <a:gd name="connsiteX35" fmla="*/ 738444 w 1483337"/>
                  <a:gd name="connsiteY35" fmla="*/ 137574 h 1225366"/>
                  <a:gd name="connsiteX36" fmla="*/ 732317 w 1483337"/>
                  <a:gd name="connsiteY36" fmla="*/ 169821 h 1225366"/>
                  <a:gd name="connsiteX37" fmla="*/ 688462 w 1483337"/>
                  <a:gd name="connsiteY37" fmla="*/ 173368 h 1225366"/>
                  <a:gd name="connsiteX38" fmla="*/ 654281 w 1483337"/>
                  <a:gd name="connsiteY38" fmla="*/ 184010 h 1225366"/>
                  <a:gd name="connsiteX39" fmla="*/ 630096 w 1483337"/>
                  <a:gd name="connsiteY39" fmla="*/ 144669 h 1225366"/>
                  <a:gd name="connsiteX40" fmla="*/ 576244 w 1483337"/>
                  <a:gd name="connsiteY40" fmla="*/ 121451 h 1225366"/>
                  <a:gd name="connsiteX41" fmla="*/ 509817 w 1483337"/>
                  <a:gd name="connsiteY41" fmla="*/ 124031 h 1225366"/>
                  <a:gd name="connsiteX42" fmla="*/ 472088 w 1483337"/>
                  <a:gd name="connsiteY42" fmla="*/ 102426 h 1225366"/>
                  <a:gd name="connsiteX43" fmla="*/ 405016 w 1483337"/>
                  <a:gd name="connsiteY43" fmla="*/ 80821 h 1225366"/>
                  <a:gd name="connsiteX44" fmla="*/ 354711 w 1483337"/>
                  <a:gd name="connsiteY44" fmla="*/ 63730 h 1225366"/>
                  <a:gd name="connsiteX45" fmla="*/ 358258 w 1483337"/>
                  <a:gd name="connsiteY45" fmla="*/ 28904 h 1225366"/>
                  <a:gd name="connsiteX46" fmla="*/ 334073 w 1483337"/>
                  <a:gd name="connsiteY46" fmla="*/ 1172 h 1225366"/>
                  <a:gd name="connsiteX47" fmla="*/ 286671 w 1483337"/>
                  <a:gd name="connsiteY47" fmla="*/ 15360 h 1225366"/>
                  <a:gd name="connsiteX48" fmla="*/ 260229 w 1483337"/>
                  <a:gd name="connsiteY48" fmla="*/ 10846 h 1225366"/>
                  <a:gd name="connsiteX49" fmla="*/ 234432 w 1483337"/>
                  <a:gd name="connsiteY49" fmla="*/ 34708 h 1225366"/>
                  <a:gd name="connsiteX50" fmla="*/ 225080 w 1483337"/>
                  <a:gd name="connsiteY50" fmla="*/ 69534 h 1225366"/>
                  <a:gd name="connsiteX51" fmla="*/ 251845 w 1483337"/>
                  <a:gd name="connsiteY51" fmla="*/ 88237 h 1225366"/>
                  <a:gd name="connsiteX52" fmla="*/ 280222 w 1483337"/>
                  <a:gd name="connsiteY52" fmla="*/ 82756 h 1225366"/>
                  <a:gd name="connsiteX53" fmla="*/ 293765 w 1483337"/>
                  <a:gd name="connsiteY53" fmla="*/ 103071 h 1225366"/>
                  <a:gd name="connsiteX54" fmla="*/ 242816 w 1483337"/>
                  <a:gd name="connsiteY54" fmla="*/ 123386 h 1225366"/>
                  <a:gd name="connsiteX55" fmla="*/ 216051 w 1483337"/>
                  <a:gd name="connsiteY55" fmla="*/ 151763 h 1225366"/>
                  <a:gd name="connsiteX56" fmla="*/ 191867 w 1483337"/>
                  <a:gd name="connsiteY56" fmla="*/ 162404 h 1225366"/>
                  <a:gd name="connsiteX57" fmla="*/ 224113 w 1483337"/>
                  <a:gd name="connsiteY57" fmla="*/ 208194 h 1225366"/>
                  <a:gd name="connsiteX58" fmla="*/ 211859 w 1483337"/>
                  <a:gd name="connsiteY58" fmla="*/ 249792 h 1225366"/>
                  <a:gd name="connsiteX59" fmla="*/ 177033 w 1483337"/>
                  <a:gd name="connsiteY59" fmla="*/ 268495 h 1225366"/>
                  <a:gd name="connsiteX60" fmla="*/ 148656 w 1483337"/>
                  <a:gd name="connsiteY60" fmla="*/ 249792 h 1225366"/>
                  <a:gd name="connsiteX61" fmla="*/ 140595 w 1483337"/>
                  <a:gd name="connsiteY61" fmla="*/ 273977 h 1225366"/>
                  <a:gd name="connsiteX62" fmla="*/ 135113 w 1483337"/>
                  <a:gd name="connsiteY62" fmla="*/ 303644 h 1225366"/>
                  <a:gd name="connsiteX63" fmla="*/ 102866 w 1483337"/>
                  <a:gd name="connsiteY63" fmla="*/ 345242 h 1225366"/>
                  <a:gd name="connsiteX64" fmla="*/ 62558 w 1483337"/>
                  <a:gd name="connsiteY64" fmla="*/ 346532 h 1225366"/>
                  <a:gd name="connsiteX65" fmla="*/ 45145 w 1483337"/>
                  <a:gd name="connsiteY65" fmla="*/ 332988 h 1225366"/>
                  <a:gd name="connsiteX66" fmla="*/ 43855 w 1483337"/>
                  <a:gd name="connsiteY66" fmla="*/ 310093 h 1225366"/>
                  <a:gd name="connsiteX67" fmla="*/ 34826 w 1483337"/>
                  <a:gd name="connsiteY67" fmla="*/ 289455 h 1225366"/>
                  <a:gd name="connsiteX68" fmla="*/ 26442 w 1483337"/>
                  <a:gd name="connsiteY68" fmla="*/ 303966 h 1225366"/>
                  <a:gd name="connsiteX69" fmla="*/ 23217 w 1483337"/>
                  <a:gd name="connsiteY69" fmla="*/ 345887 h 1225366"/>
                  <a:gd name="connsiteX70" fmla="*/ 14188 w 1483337"/>
                  <a:gd name="connsiteY70" fmla="*/ 373619 h 1225366"/>
                  <a:gd name="connsiteX71" fmla="*/ 0 w 1483337"/>
                  <a:gd name="connsiteY71" fmla="*/ 411347 h 1225366"/>
                  <a:gd name="connsiteX72" fmla="*/ 13544 w 1483337"/>
                  <a:gd name="connsiteY72" fmla="*/ 454235 h 1225366"/>
                  <a:gd name="connsiteX73" fmla="*/ 16123 w 1483337"/>
                  <a:gd name="connsiteY73" fmla="*/ 494543 h 1225366"/>
                  <a:gd name="connsiteX74" fmla="*/ 18058 w 1483337"/>
                  <a:gd name="connsiteY74" fmla="*/ 539366 h 1225366"/>
                  <a:gd name="connsiteX75" fmla="*/ 23540 w 1483337"/>
                  <a:gd name="connsiteY75" fmla="*/ 573547 h 1225366"/>
                  <a:gd name="connsiteX76" fmla="*/ 25475 w 1483337"/>
                  <a:gd name="connsiteY76" fmla="*/ 596764 h 1225366"/>
                  <a:gd name="connsiteX77" fmla="*/ 24507 w 1483337"/>
                  <a:gd name="connsiteY77" fmla="*/ 618369 h 1225366"/>
                  <a:gd name="connsiteX78" fmla="*/ 29022 w 1483337"/>
                  <a:gd name="connsiteY78" fmla="*/ 654163 h 1225366"/>
                  <a:gd name="connsiteX79" fmla="*/ 31602 w 1483337"/>
                  <a:gd name="connsiteY79" fmla="*/ 688989 h 1225366"/>
                  <a:gd name="connsiteX80" fmla="*/ 37083 w 1483337"/>
                  <a:gd name="connsiteY80" fmla="*/ 723171 h 1225366"/>
                  <a:gd name="connsiteX81" fmla="*/ 44178 w 1483337"/>
                  <a:gd name="connsiteY81" fmla="*/ 761544 h 1225366"/>
                  <a:gd name="connsiteX82" fmla="*/ 59011 w 1483337"/>
                  <a:gd name="connsiteY82" fmla="*/ 797983 h 1225366"/>
                  <a:gd name="connsiteX83" fmla="*/ 71265 w 1483337"/>
                  <a:gd name="connsiteY83" fmla="*/ 837001 h 1225366"/>
                  <a:gd name="connsiteX84" fmla="*/ 76747 w 1483337"/>
                  <a:gd name="connsiteY84" fmla="*/ 884081 h 1225366"/>
                  <a:gd name="connsiteX85" fmla="*/ 87388 w 1483337"/>
                  <a:gd name="connsiteY85" fmla="*/ 928581 h 1225366"/>
                  <a:gd name="connsiteX86" fmla="*/ 82551 w 1483337"/>
                  <a:gd name="connsiteY86" fmla="*/ 948896 h 1225366"/>
                  <a:gd name="connsiteX87" fmla="*/ 89968 w 1483337"/>
                  <a:gd name="connsiteY87" fmla="*/ 1011454 h 1225366"/>
                  <a:gd name="connsiteX88" fmla="*/ 94160 w 1483337"/>
                  <a:gd name="connsiteY88" fmla="*/ 1083364 h 1225366"/>
                  <a:gd name="connsiteX89" fmla="*/ 104156 w 1483337"/>
                  <a:gd name="connsiteY89" fmla="*/ 1124317 h 1225366"/>
                  <a:gd name="connsiteX90" fmla="*/ 117700 w 1483337"/>
                  <a:gd name="connsiteY90" fmla="*/ 1170107 h 1225366"/>
                  <a:gd name="connsiteX91" fmla="*/ 138015 w 1483337"/>
                  <a:gd name="connsiteY91" fmla="*/ 1194937 h 1225366"/>
                  <a:gd name="connsiteX92" fmla="*/ 149301 w 1483337"/>
                  <a:gd name="connsiteY92" fmla="*/ 1212350 h 1225366"/>
                  <a:gd name="connsiteX93" fmla="*/ 161555 w 1483337"/>
                  <a:gd name="connsiteY93" fmla="*/ 1207835 h 1225366"/>
                  <a:gd name="connsiteX94" fmla="*/ 178968 w 1483337"/>
                  <a:gd name="connsiteY94" fmla="*/ 1214607 h 1225366"/>
                  <a:gd name="connsiteX95" fmla="*/ 193801 w 1483337"/>
                  <a:gd name="connsiteY95" fmla="*/ 1233310 h 1225366"/>
                  <a:gd name="connsiteX96" fmla="*/ 211859 w 1483337"/>
                  <a:gd name="connsiteY96" fmla="*/ 1236535 h 1225366"/>
                  <a:gd name="connsiteX97" fmla="*/ 231207 w 1483337"/>
                  <a:gd name="connsiteY97" fmla="*/ 1220411 h 1225366"/>
                  <a:gd name="connsiteX98" fmla="*/ 262809 w 1483337"/>
                  <a:gd name="connsiteY98" fmla="*/ 1215575 h 1225366"/>
                  <a:gd name="connsiteX99" fmla="*/ 277642 w 1483337"/>
                  <a:gd name="connsiteY99" fmla="*/ 1186553 h 1225366"/>
                  <a:gd name="connsiteX100" fmla="*/ 292153 w 1483337"/>
                  <a:gd name="connsiteY100" fmla="*/ 1129799 h 1225366"/>
                  <a:gd name="connsiteX101" fmla="*/ 268936 w 1483337"/>
                  <a:gd name="connsiteY101" fmla="*/ 1114643 h 1225366"/>
                  <a:gd name="connsiteX102" fmla="*/ 271515 w 1483337"/>
                  <a:gd name="connsiteY102" fmla="*/ 1089491 h 1225366"/>
                  <a:gd name="connsiteX103" fmla="*/ 279899 w 1483337"/>
                  <a:gd name="connsiteY103" fmla="*/ 1064016 h 1225366"/>
                  <a:gd name="connsiteX104" fmla="*/ 301504 w 1483337"/>
                  <a:gd name="connsiteY104" fmla="*/ 1045313 h 1225366"/>
                  <a:gd name="connsiteX105" fmla="*/ 324722 w 1483337"/>
                  <a:gd name="connsiteY105" fmla="*/ 1057889 h 1225366"/>
                  <a:gd name="connsiteX106" fmla="*/ 342780 w 1483337"/>
                  <a:gd name="connsiteY106" fmla="*/ 1038219 h 1225366"/>
                  <a:gd name="connsiteX107" fmla="*/ 361483 w 1483337"/>
                  <a:gd name="connsiteY107" fmla="*/ 1024030 h 1225366"/>
                  <a:gd name="connsiteX108" fmla="*/ 389215 w 1483337"/>
                  <a:gd name="connsiteY108" fmla="*/ 1005972 h 1225366"/>
                  <a:gd name="connsiteX109" fmla="*/ 408885 w 1483337"/>
                  <a:gd name="connsiteY109" fmla="*/ 988882 h 1225366"/>
                  <a:gd name="connsiteX110" fmla="*/ 435650 w 1483337"/>
                  <a:gd name="connsiteY110" fmla="*/ 1006940 h 1225366"/>
                  <a:gd name="connsiteX111" fmla="*/ 467896 w 1483337"/>
                  <a:gd name="connsiteY111" fmla="*/ 992751 h 1225366"/>
                  <a:gd name="connsiteX112" fmla="*/ 494016 w 1483337"/>
                  <a:gd name="connsiteY112" fmla="*/ 994686 h 1225366"/>
                  <a:gd name="connsiteX113" fmla="*/ 520781 w 1483337"/>
                  <a:gd name="connsiteY113" fmla="*/ 984045 h 1225366"/>
                  <a:gd name="connsiteX114" fmla="*/ 526262 w 1483337"/>
                  <a:gd name="connsiteY114" fmla="*/ 953733 h 1225366"/>
                  <a:gd name="connsiteX115" fmla="*/ 517233 w 1483337"/>
                  <a:gd name="connsiteY115" fmla="*/ 909878 h 1225366"/>
                  <a:gd name="connsiteX116" fmla="*/ 557541 w 1483337"/>
                  <a:gd name="connsiteY116" fmla="*/ 910845 h 1225366"/>
                  <a:gd name="connsiteX117" fmla="*/ 597850 w 1483337"/>
                  <a:gd name="connsiteY117" fmla="*/ 913425 h 1225366"/>
                  <a:gd name="connsiteX118" fmla="*/ 648799 w 1483337"/>
                  <a:gd name="connsiteY118" fmla="*/ 905363 h 1225366"/>
                  <a:gd name="connsiteX119" fmla="*/ 664922 w 1483337"/>
                  <a:gd name="connsiteY119" fmla="*/ 881178 h 1225366"/>
                  <a:gd name="connsiteX120" fmla="*/ 694589 w 1483337"/>
                  <a:gd name="connsiteY120" fmla="*/ 859573 h 1225366"/>
                  <a:gd name="connsiteX121" fmla="*/ 729415 w 1483337"/>
                  <a:gd name="connsiteY121" fmla="*/ 821845 h 1225366"/>
                  <a:gd name="connsiteX122" fmla="*/ 772303 w 1483337"/>
                  <a:gd name="connsiteY122" fmla="*/ 792178 h 1225366"/>
                  <a:gd name="connsiteX123" fmla="*/ 805517 w 1483337"/>
                  <a:gd name="connsiteY123" fmla="*/ 753805 h 1225366"/>
                  <a:gd name="connsiteX124" fmla="*/ 835184 w 1483337"/>
                  <a:gd name="connsiteY124" fmla="*/ 718011 h 1225366"/>
                  <a:gd name="connsiteX125" fmla="*/ 862915 w 1483337"/>
                  <a:gd name="connsiteY125" fmla="*/ 733167 h 1225366"/>
                  <a:gd name="connsiteX126" fmla="*/ 885166 w 1483337"/>
                  <a:gd name="connsiteY126" fmla="*/ 725106 h 1225366"/>
                  <a:gd name="connsiteX127" fmla="*/ 894195 w 1483337"/>
                  <a:gd name="connsiteY127" fmla="*/ 695439 h 1225366"/>
                  <a:gd name="connsiteX128" fmla="*/ 927408 w 1483337"/>
                  <a:gd name="connsiteY128" fmla="*/ 668674 h 1225366"/>
                  <a:gd name="connsiteX129" fmla="*/ 940952 w 1483337"/>
                  <a:gd name="connsiteY129" fmla="*/ 624819 h 1225366"/>
                  <a:gd name="connsiteX130" fmla="*/ 938372 w 1483337"/>
                  <a:gd name="connsiteY130" fmla="*/ 577417 h 1225366"/>
                  <a:gd name="connsiteX131" fmla="*/ 955463 w 1483337"/>
                  <a:gd name="connsiteY131" fmla="*/ 545170 h 1225366"/>
                  <a:gd name="connsiteX132" fmla="*/ 983195 w 1483337"/>
                  <a:gd name="connsiteY132" fmla="*/ 559359 h 1225366"/>
                  <a:gd name="connsiteX133" fmla="*/ 1001253 w 1483337"/>
                  <a:gd name="connsiteY133" fmla="*/ 541300 h 1225366"/>
                  <a:gd name="connsiteX134" fmla="*/ 1020923 w 1483337"/>
                  <a:gd name="connsiteY134" fmla="*/ 514536 h 1225366"/>
                  <a:gd name="connsiteX135" fmla="*/ 1023503 w 1483337"/>
                  <a:gd name="connsiteY135" fmla="*/ 482290 h 1225366"/>
                  <a:gd name="connsiteX136" fmla="*/ 1020923 w 1483337"/>
                  <a:gd name="connsiteY136" fmla="*/ 448108 h 1225366"/>
                  <a:gd name="connsiteX137" fmla="*/ 1025438 w 1483337"/>
                  <a:gd name="connsiteY137" fmla="*/ 435532 h 1225366"/>
                  <a:gd name="connsiteX138" fmla="*/ 1047688 w 1483337"/>
                  <a:gd name="connsiteY138" fmla="*/ 448108 h 1225366"/>
                  <a:gd name="connsiteX139" fmla="*/ 1097025 w 1483337"/>
                  <a:gd name="connsiteY139" fmla="*/ 454235 h 1225366"/>
                  <a:gd name="connsiteX140" fmla="*/ 1128304 w 1483337"/>
                  <a:gd name="connsiteY140" fmla="*/ 485514 h 1225366"/>
                  <a:gd name="connsiteX141" fmla="*/ 1182156 w 1483337"/>
                  <a:gd name="connsiteY141" fmla="*/ 507764 h 1225366"/>
                  <a:gd name="connsiteX142" fmla="*/ 1208275 w 1483337"/>
                  <a:gd name="connsiteY142" fmla="*/ 500670 h 1225366"/>
                  <a:gd name="connsiteX143" fmla="*/ 1242456 w 1483337"/>
                  <a:gd name="connsiteY143" fmla="*/ 502605 h 1225366"/>
                  <a:gd name="connsiteX144" fmla="*/ 1288246 w 1483337"/>
                  <a:gd name="connsiteY144" fmla="*/ 493576 h 1225366"/>
                  <a:gd name="connsiteX145" fmla="*/ 1337584 w 1483337"/>
                  <a:gd name="connsiteY145" fmla="*/ 528402 h 1225366"/>
                  <a:gd name="connsiteX146" fmla="*/ 1324040 w 1483337"/>
                  <a:gd name="connsiteY146" fmla="*/ 581286 h 1225366"/>
                  <a:gd name="connsiteX147" fmla="*/ 1334037 w 1483337"/>
                  <a:gd name="connsiteY147" fmla="*/ 622562 h 1225366"/>
                  <a:gd name="connsiteX148" fmla="*/ 1338551 w 1483337"/>
                  <a:gd name="connsiteY148" fmla="*/ 652873 h 1225366"/>
                  <a:gd name="connsiteX149" fmla="*/ 1382406 w 1483337"/>
                  <a:gd name="connsiteY149" fmla="*/ 659000 h 1225366"/>
                  <a:gd name="connsiteX150" fmla="*/ 1388533 w 1483337"/>
                  <a:gd name="connsiteY150" fmla="*/ 628689 h 1225366"/>
                  <a:gd name="connsiteX151" fmla="*/ 1395627 w 1483337"/>
                  <a:gd name="connsiteY151" fmla="*/ 593862 h 1225366"/>
                  <a:gd name="connsiteX152" fmla="*/ 1420779 w 1483337"/>
                  <a:gd name="connsiteY152" fmla="*/ 550007 h 1225366"/>
                  <a:gd name="connsiteX153" fmla="*/ 1451091 w 1483337"/>
                  <a:gd name="connsiteY153" fmla="*/ 541945 h 1225366"/>
                  <a:gd name="connsiteX154" fmla="*/ 1472696 w 1483337"/>
                  <a:gd name="connsiteY154" fmla="*/ 545493 h 1225366"/>
                  <a:gd name="connsiteX155" fmla="*/ 1493334 w 1483337"/>
                  <a:gd name="connsiteY155" fmla="*/ 518728 h 1225366"/>
                  <a:gd name="connsiteX156" fmla="*/ 1465602 w 1483337"/>
                  <a:gd name="connsiteY156" fmla="*/ 487449 h 1225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</a:cxnLst>
                <a:rect l="l" t="t" r="r" b="b"/>
                <a:pathLst>
                  <a:path w="1483337" h="1225366">
                    <a:moveTo>
                      <a:pt x="1465602" y="487449"/>
                    </a:moveTo>
                    <a:cubicBezTo>
                      <a:pt x="1456573" y="481967"/>
                      <a:pt x="1452058" y="468746"/>
                      <a:pt x="1446899" y="456170"/>
                    </a:cubicBezTo>
                    <a:cubicBezTo>
                      <a:pt x="1441417" y="443594"/>
                      <a:pt x="1426261" y="442626"/>
                      <a:pt x="1423682" y="430050"/>
                    </a:cubicBezTo>
                    <a:cubicBezTo>
                      <a:pt x="1421102" y="417474"/>
                      <a:pt x="1433678" y="417474"/>
                      <a:pt x="1434323" y="410380"/>
                    </a:cubicBezTo>
                    <a:cubicBezTo>
                      <a:pt x="1434968" y="403285"/>
                      <a:pt x="1437870" y="387162"/>
                      <a:pt x="1423682" y="382648"/>
                    </a:cubicBezTo>
                    <a:cubicBezTo>
                      <a:pt x="1409493" y="378133"/>
                      <a:pt x="1418200" y="365557"/>
                      <a:pt x="1428196" y="355883"/>
                    </a:cubicBezTo>
                    <a:cubicBezTo>
                      <a:pt x="1438193" y="345887"/>
                      <a:pt x="1443352" y="348789"/>
                      <a:pt x="1440772" y="332666"/>
                    </a:cubicBezTo>
                    <a:cubicBezTo>
                      <a:pt x="1438193" y="316543"/>
                      <a:pt x="1452381" y="313963"/>
                      <a:pt x="1441740" y="310416"/>
                    </a:cubicBezTo>
                    <a:cubicBezTo>
                      <a:pt x="1431098" y="306869"/>
                      <a:pt x="1430131" y="298807"/>
                      <a:pt x="1435613" y="286231"/>
                    </a:cubicBezTo>
                    <a:cubicBezTo>
                      <a:pt x="1441095" y="273655"/>
                      <a:pt x="1436580" y="274622"/>
                      <a:pt x="1437548" y="249470"/>
                    </a:cubicBezTo>
                    <a:cubicBezTo>
                      <a:pt x="1438515" y="224318"/>
                      <a:pt x="1434001" y="242376"/>
                      <a:pt x="1421424" y="216256"/>
                    </a:cubicBezTo>
                    <a:cubicBezTo>
                      <a:pt x="1408848" y="190136"/>
                      <a:pt x="1426906" y="178527"/>
                      <a:pt x="1437548" y="167886"/>
                    </a:cubicBezTo>
                    <a:cubicBezTo>
                      <a:pt x="1448189" y="157245"/>
                      <a:pt x="1434968" y="158857"/>
                      <a:pt x="1434968" y="154343"/>
                    </a:cubicBezTo>
                    <a:cubicBezTo>
                      <a:pt x="1434968" y="149828"/>
                      <a:pt x="1434001" y="148861"/>
                      <a:pt x="1424327" y="140799"/>
                    </a:cubicBezTo>
                    <a:cubicBezTo>
                      <a:pt x="1414330" y="132737"/>
                      <a:pt x="1416265" y="135317"/>
                      <a:pt x="1405623" y="126611"/>
                    </a:cubicBezTo>
                    <a:cubicBezTo>
                      <a:pt x="1394982" y="117582"/>
                      <a:pt x="1392080" y="116614"/>
                      <a:pt x="1382406" y="105973"/>
                    </a:cubicBezTo>
                    <a:cubicBezTo>
                      <a:pt x="1372410" y="95332"/>
                      <a:pt x="1367250" y="110487"/>
                      <a:pt x="1359189" y="114034"/>
                    </a:cubicBezTo>
                    <a:cubicBezTo>
                      <a:pt x="1351127" y="117582"/>
                      <a:pt x="1340486" y="121129"/>
                      <a:pt x="1324363" y="120161"/>
                    </a:cubicBezTo>
                    <a:cubicBezTo>
                      <a:pt x="1308239" y="119194"/>
                      <a:pt x="1318881" y="115647"/>
                      <a:pt x="1302757" y="110165"/>
                    </a:cubicBezTo>
                    <a:cubicBezTo>
                      <a:pt x="1286634" y="104683"/>
                      <a:pt x="1270511" y="120161"/>
                      <a:pt x="1247293" y="117259"/>
                    </a:cubicBezTo>
                    <a:cubicBezTo>
                      <a:pt x="1224076" y="114680"/>
                      <a:pt x="1241167" y="105651"/>
                      <a:pt x="1234717" y="94042"/>
                    </a:cubicBezTo>
                    <a:cubicBezTo>
                      <a:pt x="1228590" y="82433"/>
                      <a:pt x="1213112" y="89527"/>
                      <a:pt x="1172159" y="104038"/>
                    </a:cubicBezTo>
                    <a:cubicBezTo>
                      <a:pt x="1130884" y="118227"/>
                      <a:pt x="1157971" y="126288"/>
                      <a:pt x="1127337" y="126288"/>
                    </a:cubicBezTo>
                    <a:cubicBezTo>
                      <a:pt x="1097025" y="126288"/>
                      <a:pt x="1102184" y="132415"/>
                      <a:pt x="1082514" y="132415"/>
                    </a:cubicBezTo>
                    <a:cubicBezTo>
                      <a:pt x="1062844" y="132415"/>
                      <a:pt x="1051235" y="116292"/>
                      <a:pt x="1036079" y="114357"/>
                    </a:cubicBezTo>
                    <a:cubicBezTo>
                      <a:pt x="1020923" y="112422"/>
                      <a:pt x="1018988" y="124998"/>
                      <a:pt x="1004800" y="133060"/>
                    </a:cubicBezTo>
                    <a:cubicBezTo>
                      <a:pt x="990612" y="141122"/>
                      <a:pt x="961912" y="134027"/>
                      <a:pt x="942887" y="133060"/>
                    </a:cubicBezTo>
                    <a:cubicBezTo>
                      <a:pt x="924184" y="132093"/>
                      <a:pt x="909673" y="135640"/>
                      <a:pt x="893550" y="134995"/>
                    </a:cubicBezTo>
                    <a:cubicBezTo>
                      <a:pt x="877426" y="134027"/>
                      <a:pt x="872912" y="124353"/>
                      <a:pt x="871945" y="109842"/>
                    </a:cubicBezTo>
                    <a:cubicBezTo>
                      <a:pt x="870977" y="95654"/>
                      <a:pt x="885488" y="109842"/>
                      <a:pt x="902256" y="112422"/>
                    </a:cubicBezTo>
                    <a:cubicBezTo>
                      <a:pt x="919347" y="115002"/>
                      <a:pt x="917412" y="85658"/>
                      <a:pt x="897742" y="69534"/>
                    </a:cubicBezTo>
                    <a:cubicBezTo>
                      <a:pt x="878071" y="53411"/>
                      <a:pt x="862915" y="55346"/>
                      <a:pt x="844858" y="59538"/>
                    </a:cubicBezTo>
                    <a:cubicBezTo>
                      <a:pt x="826799" y="64053"/>
                      <a:pt x="834861" y="79208"/>
                      <a:pt x="813578" y="79208"/>
                    </a:cubicBezTo>
                    <a:cubicBezTo>
                      <a:pt x="791973" y="79208"/>
                      <a:pt x="799390" y="87270"/>
                      <a:pt x="780365" y="87270"/>
                    </a:cubicBezTo>
                    <a:cubicBezTo>
                      <a:pt x="761662" y="87270"/>
                      <a:pt x="774238" y="114034"/>
                      <a:pt x="757147" y="120484"/>
                    </a:cubicBezTo>
                    <a:cubicBezTo>
                      <a:pt x="740057" y="126611"/>
                      <a:pt x="755212" y="132093"/>
                      <a:pt x="738444" y="137574"/>
                    </a:cubicBezTo>
                    <a:cubicBezTo>
                      <a:pt x="721353" y="143056"/>
                      <a:pt x="736509" y="169821"/>
                      <a:pt x="732317" y="169821"/>
                    </a:cubicBezTo>
                    <a:cubicBezTo>
                      <a:pt x="727803" y="169821"/>
                      <a:pt x="707165" y="177883"/>
                      <a:pt x="688462" y="173368"/>
                    </a:cubicBezTo>
                    <a:cubicBezTo>
                      <a:pt x="669759" y="168854"/>
                      <a:pt x="672339" y="189491"/>
                      <a:pt x="654281" y="184010"/>
                    </a:cubicBezTo>
                    <a:cubicBezTo>
                      <a:pt x="636223" y="178527"/>
                      <a:pt x="632031" y="168854"/>
                      <a:pt x="630096" y="144669"/>
                    </a:cubicBezTo>
                    <a:cubicBezTo>
                      <a:pt x="628161" y="120484"/>
                      <a:pt x="598817" y="121451"/>
                      <a:pt x="576244" y="121451"/>
                    </a:cubicBezTo>
                    <a:cubicBezTo>
                      <a:pt x="553994" y="121451"/>
                      <a:pt x="535936" y="124031"/>
                      <a:pt x="509817" y="124031"/>
                    </a:cubicBezTo>
                    <a:cubicBezTo>
                      <a:pt x="483697" y="124031"/>
                      <a:pt x="483697" y="117904"/>
                      <a:pt x="472088" y="102426"/>
                    </a:cubicBezTo>
                    <a:cubicBezTo>
                      <a:pt x="460480" y="87270"/>
                      <a:pt x="419204" y="81788"/>
                      <a:pt x="405016" y="80821"/>
                    </a:cubicBezTo>
                    <a:cubicBezTo>
                      <a:pt x="390827" y="79853"/>
                      <a:pt x="370834" y="72759"/>
                      <a:pt x="354711" y="63730"/>
                    </a:cubicBezTo>
                    <a:cubicBezTo>
                      <a:pt x="338588" y="54701"/>
                      <a:pt x="354711" y="47607"/>
                      <a:pt x="358258" y="28904"/>
                    </a:cubicBezTo>
                    <a:cubicBezTo>
                      <a:pt x="361805" y="10201"/>
                      <a:pt x="347617" y="-4310"/>
                      <a:pt x="334073" y="1172"/>
                    </a:cubicBezTo>
                    <a:cubicBezTo>
                      <a:pt x="320530" y="6654"/>
                      <a:pt x="308921" y="19875"/>
                      <a:pt x="286671" y="15360"/>
                    </a:cubicBezTo>
                    <a:cubicBezTo>
                      <a:pt x="280544" y="14070"/>
                      <a:pt x="270870" y="12458"/>
                      <a:pt x="260229" y="10846"/>
                    </a:cubicBezTo>
                    <a:cubicBezTo>
                      <a:pt x="240236" y="23744"/>
                      <a:pt x="242171" y="23099"/>
                      <a:pt x="234432" y="34708"/>
                    </a:cubicBezTo>
                    <a:cubicBezTo>
                      <a:pt x="226370" y="46962"/>
                      <a:pt x="230240" y="56313"/>
                      <a:pt x="225080" y="69534"/>
                    </a:cubicBezTo>
                    <a:cubicBezTo>
                      <a:pt x="219598" y="83078"/>
                      <a:pt x="237334" y="93719"/>
                      <a:pt x="251845" y="88237"/>
                    </a:cubicBezTo>
                    <a:cubicBezTo>
                      <a:pt x="266678" y="82756"/>
                      <a:pt x="265388" y="78886"/>
                      <a:pt x="280222" y="82756"/>
                    </a:cubicBezTo>
                    <a:cubicBezTo>
                      <a:pt x="295055" y="86948"/>
                      <a:pt x="324722" y="93397"/>
                      <a:pt x="293765" y="103071"/>
                    </a:cubicBezTo>
                    <a:cubicBezTo>
                      <a:pt x="262809" y="112422"/>
                      <a:pt x="250878" y="111132"/>
                      <a:pt x="242816" y="123386"/>
                    </a:cubicBezTo>
                    <a:cubicBezTo>
                      <a:pt x="234754" y="135640"/>
                      <a:pt x="227983" y="146281"/>
                      <a:pt x="216051" y="151763"/>
                    </a:cubicBezTo>
                    <a:cubicBezTo>
                      <a:pt x="204120" y="157245"/>
                      <a:pt x="181225" y="153053"/>
                      <a:pt x="191867" y="162404"/>
                    </a:cubicBezTo>
                    <a:cubicBezTo>
                      <a:pt x="202508" y="171756"/>
                      <a:pt x="222823" y="194651"/>
                      <a:pt x="224113" y="208194"/>
                    </a:cubicBezTo>
                    <a:cubicBezTo>
                      <a:pt x="225403" y="221738"/>
                      <a:pt x="241526" y="234959"/>
                      <a:pt x="211859" y="249792"/>
                    </a:cubicBezTo>
                    <a:cubicBezTo>
                      <a:pt x="182193" y="264626"/>
                      <a:pt x="190254" y="276557"/>
                      <a:pt x="177033" y="268495"/>
                    </a:cubicBezTo>
                    <a:cubicBezTo>
                      <a:pt x="163812" y="260434"/>
                      <a:pt x="163490" y="252372"/>
                      <a:pt x="148656" y="249792"/>
                    </a:cubicBezTo>
                    <a:cubicBezTo>
                      <a:pt x="133823" y="247213"/>
                      <a:pt x="139305" y="263336"/>
                      <a:pt x="140595" y="273977"/>
                    </a:cubicBezTo>
                    <a:cubicBezTo>
                      <a:pt x="141884" y="284618"/>
                      <a:pt x="138015" y="283328"/>
                      <a:pt x="135113" y="303644"/>
                    </a:cubicBezTo>
                    <a:cubicBezTo>
                      <a:pt x="132533" y="323959"/>
                      <a:pt x="122859" y="340082"/>
                      <a:pt x="102866" y="345242"/>
                    </a:cubicBezTo>
                    <a:cubicBezTo>
                      <a:pt x="82873" y="350724"/>
                      <a:pt x="73200" y="352014"/>
                      <a:pt x="62558" y="346532"/>
                    </a:cubicBezTo>
                    <a:cubicBezTo>
                      <a:pt x="51917" y="341050"/>
                      <a:pt x="46435" y="345242"/>
                      <a:pt x="45145" y="332988"/>
                    </a:cubicBezTo>
                    <a:cubicBezTo>
                      <a:pt x="43855" y="320735"/>
                      <a:pt x="47725" y="318155"/>
                      <a:pt x="43855" y="310093"/>
                    </a:cubicBezTo>
                    <a:cubicBezTo>
                      <a:pt x="40308" y="302999"/>
                      <a:pt x="60623" y="294937"/>
                      <a:pt x="34826" y="289455"/>
                    </a:cubicBezTo>
                    <a:cubicBezTo>
                      <a:pt x="31602" y="294937"/>
                      <a:pt x="28054" y="300097"/>
                      <a:pt x="26442" y="303966"/>
                    </a:cubicBezTo>
                    <a:cubicBezTo>
                      <a:pt x="22250" y="313318"/>
                      <a:pt x="28699" y="342340"/>
                      <a:pt x="23217" y="345887"/>
                    </a:cubicBezTo>
                    <a:cubicBezTo>
                      <a:pt x="17736" y="349434"/>
                      <a:pt x="24185" y="364590"/>
                      <a:pt x="14188" y="373619"/>
                    </a:cubicBezTo>
                    <a:cubicBezTo>
                      <a:pt x="4192" y="382648"/>
                      <a:pt x="0" y="401351"/>
                      <a:pt x="0" y="411347"/>
                    </a:cubicBezTo>
                    <a:cubicBezTo>
                      <a:pt x="0" y="421344"/>
                      <a:pt x="9029" y="439079"/>
                      <a:pt x="13544" y="454235"/>
                    </a:cubicBezTo>
                    <a:cubicBezTo>
                      <a:pt x="18058" y="469391"/>
                      <a:pt x="19670" y="489061"/>
                      <a:pt x="16123" y="494543"/>
                    </a:cubicBezTo>
                    <a:cubicBezTo>
                      <a:pt x="12576" y="500025"/>
                      <a:pt x="15156" y="521308"/>
                      <a:pt x="18058" y="539366"/>
                    </a:cubicBezTo>
                    <a:cubicBezTo>
                      <a:pt x="20638" y="557424"/>
                      <a:pt x="21605" y="562583"/>
                      <a:pt x="23540" y="573547"/>
                    </a:cubicBezTo>
                    <a:cubicBezTo>
                      <a:pt x="25475" y="584188"/>
                      <a:pt x="25475" y="596764"/>
                      <a:pt x="25475" y="596764"/>
                    </a:cubicBezTo>
                    <a:cubicBezTo>
                      <a:pt x="25475" y="596764"/>
                      <a:pt x="19348" y="610308"/>
                      <a:pt x="24507" y="618369"/>
                    </a:cubicBezTo>
                    <a:cubicBezTo>
                      <a:pt x="29989" y="626431"/>
                      <a:pt x="29989" y="642554"/>
                      <a:pt x="29022" y="654163"/>
                    </a:cubicBezTo>
                    <a:cubicBezTo>
                      <a:pt x="28054" y="665772"/>
                      <a:pt x="35149" y="680283"/>
                      <a:pt x="31602" y="688989"/>
                    </a:cubicBezTo>
                    <a:cubicBezTo>
                      <a:pt x="28054" y="698018"/>
                      <a:pt x="38696" y="715754"/>
                      <a:pt x="37083" y="723171"/>
                    </a:cubicBezTo>
                    <a:cubicBezTo>
                      <a:pt x="35149" y="730265"/>
                      <a:pt x="39018" y="749613"/>
                      <a:pt x="44178" y="761544"/>
                    </a:cubicBezTo>
                    <a:cubicBezTo>
                      <a:pt x="49660" y="773798"/>
                      <a:pt x="59011" y="783149"/>
                      <a:pt x="59011" y="797983"/>
                    </a:cubicBezTo>
                    <a:cubicBezTo>
                      <a:pt x="59011" y="812816"/>
                      <a:pt x="71265" y="828939"/>
                      <a:pt x="71265" y="837001"/>
                    </a:cubicBezTo>
                    <a:cubicBezTo>
                      <a:pt x="71265" y="845062"/>
                      <a:pt x="78036" y="874729"/>
                      <a:pt x="76747" y="884081"/>
                    </a:cubicBezTo>
                    <a:cubicBezTo>
                      <a:pt x="75457" y="893432"/>
                      <a:pt x="87388" y="917617"/>
                      <a:pt x="87388" y="928581"/>
                    </a:cubicBezTo>
                    <a:cubicBezTo>
                      <a:pt x="87388" y="939222"/>
                      <a:pt x="82551" y="933418"/>
                      <a:pt x="82551" y="948896"/>
                    </a:cubicBezTo>
                    <a:cubicBezTo>
                      <a:pt x="82551" y="964374"/>
                      <a:pt x="88033" y="989204"/>
                      <a:pt x="89968" y="1011454"/>
                    </a:cubicBezTo>
                    <a:cubicBezTo>
                      <a:pt x="91902" y="1033704"/>
                      <a:pt x="95450" y="1051762"/>
                      <a:pt x="94160" y="1083364"/>
                    </a:cubicBezTo>
                    <a:cubicBezTo>
                      <a:pt x="92870" y="1114965"/>
                      <a:pt x="100287" y="1109484"/>
                      <a:pt x="104156" y="1124317"/>
                    </a:cubicBezTo>
                    <a:cubicBezTo>
                      <a:pt x="108348" y="1139150"/>
                      <a:pt x="112863" y="1158498"/>
                      <a:pt x="117700" y="1170107"/>
                    </a:cubicBezTo>
                    <a:cubicBezTo>
                      <a:pt x="122537" y="1181393"/>
                      <a:pt x="128986" y="1186230"/>
                      <a:pt x="138015" y="1194937"/>
                    </a:cubicBezTo>
                    <a:cubicBezTo>
                      <a:pt x="145432" y="1202353"/>
                      <a:pt x="147366" y="1208158"/>
                      <a:pt x="149301" y="1212350"/>
                    </a:cubicBezTo>
                    <a:cubicBezTo>
                      <a:pt x="153493" y="1210738"/>
                      <a:pt x="157363" y="1208480"/>
                      <a:pt x="161555" y="1207835"/>
                    </a:cubicBezTo>
                    <a:cubicBezTo>
                      <a:pt x="169616" y="1206546"/>
                      <a:pt x="176388" y="1212027"/>
                      <a:pt x="178968" y="1214607"/>
                    </a:cubicBezTo>
                    <a:cubicBezTo>
                      <a:pt x="181548" y="1217187"/>
                      <a:pt x="191222" y="1228151"/>
                      <a:pt x="193801" y="1233310"/>
                    </a:cubicBezTo>
                    <a:cubicBezTo>
                      <a:pt x="196381" y="1238792"/>
                      <a:pt x="207345" y="1242016"/>
                      <a:pt x="211859" y="1236535"/>
                    </a:cubicBezTo>
                    <a:cubicBezTo>
                      <a:pt x="216696" y="1231053"/>
                      <a:pt x="226693" y="1226538"/>
                      <a:pt x="231207" y="1220411"/>
                    </a:cubicBezTo>
                    <a:cubicBezTo>
                      <a:pt x="236044" y="1214285"/>
                      <a:pt x="250555" y="1219122"/>
                      <a:pt x="262809" y="1215575"/>
                    </a:cubicBezTo>
                    <a:cubicBezTo>
                      <a:pt x="275062" y="1212350"/>
                      <a:pt x="275062" y="1202676"/>
                      <a:pt x="277642" y="1186553"/>
                    </a:cubicBezTo>
                    <a:cubicBezTo>
                      <a:pt x="280222" y="1170429"/>
                      <a:pt x="296345" y="1144955"/>
                      <a:pt x="292153" y="1129799"/>
                    </a:cubicBezTo>
                    <a:cubicBezTo>
                      <a:pt x="287961" y="1114643"/>
                      <a:pt x="276997" y="1119480"/>
                      <a:pt x="268936" y="1114643"/>
                    </a:cubicBezTo>
                    <a:cubicBezTo>
                      <a:pt x="260874" y="1109806"/>
                      <a:pt x="272160" y="1105614"/>
                      <a:pt x="271515" y="1089491"/>
                    </a:cubicBezTo>
                    <a:cubicBezTo>
                      <a:pt x="271193" y="1073367"/>
                      <a:pt x="277320" y="1064016"/>
                      <a:pt x="279899" y="1064016"/>
                    </a:cubicBezTo>
                    <a:cubicBezTo>
                      <a:pt x="282479" y="1064016"/>
                      <a:pt x="284414" y="1048860"/>
                      <a:pt x="301504" y="1045313"/>
                    </a:cubicBezTo>
                    <a:cubicBezTo>
                      <a:pt x="318595" y="1041766"/>
                      <a:pt x="324722" y="1057889"/>
                      <a:pt x="324722" y="1057889"/>
                    </a:cubicBezTo>
                    <a:cubicBezTo>
                      <a:pt x="324722" y="1057889"/>
                      <a:pt x="338266" y="1043701"/>
                      <a:pt x="342780" y="1038219"/>
                    </a:cubicBezTo>
                    <a:cubicBezTo>
                      <a:pt x="347294" y="1032737"/>
                      <a:pt x="350842" y="1025643"/>
                      <a:pt x="361483" y="1024030"/>
                    </a:cubicBezTo>
                    <a:cubicBezTo>
                      <a:pt x="372124" y="1022096"/>
                      <a:pt x="384700" y="1015001"/>
                      <a:pt x="389215" y="1005972"/>
                    </a:cubicBezTo>
                    <a:cubicBezTo>
                      <a:pt x="393729" y="996943"/>
                      <a:pt x="402758" y="989849"/>
                      <a:pt x="408885" y="988882"/>
                    </a:cubicBezTo>
                    <a:cubicBezTo>
                      <a:pt x="415012" y="987914"/>
                      <a:pt x="421461" y="1003070"/>
                      <a:pt x="435650" y="1006940"/>
                    </a:cubicBezTo>
                    <a:cubicBezTo>
                      <a:pt x="449838" y="1010487"/>
                      <a:pt x="461769" y="999845"/>
                      <a:pt x="467896" y="992751"/>
                    </a:cubicBezTo>
                    <a:cubicBezTo>
                      <a:pt x="474023" y="985657"/>
                      <a:pt x="481440" y="997266"/>
                      <a:pt x="494016" y="994686"/>
                    </a:cubicBezTo>
                    <a:cubicBezTo>
                      <a:pt x="506592" y="992106"/>
                      <a:pt x="520136" y="992751"/>
                      <a:pt x="520781" y="984045"/>
                    </a:cubicBezTo>
                    <a:cubicBezTo>
                      <a:pt x="521748" y="975016"/>
                      <a:pt x="526262" y="968889"/>
                      <a:pt x="526262" y="953733"/>
                    </a:cubicBezTo>
                    <a:cubicBezTo>
                      <a:pt x="526262" y="938577"/>
                      <a:pt x="506592" y="921486"/>
                      <a:pt x="517233" y="909878"/>
                    </a:cubicBezTo>
                    <a:cubicBezTo>
                      <a:pt x="527875" y="898269"/>
                      <a:pt x="546900" y="905363"/>
                      <a:pt x="557541" y="910845"/>
                    </a:cubicBezTo>
                    <a:cubicBezTo>
                      <a:pt x="568183" y="916327"/>
                      <a:pt x="584306" y="913425"/>
                      <a:pt x="597850" y="913425"/>
                    </a:cubicBezTo>
                    <a:cubicBezTo>
                      <a:pt x="611393" y="913425"/>
                      <a:pt x="638158" y="913425"/>
                      <a:pt x="648799" y="905363"/>
                    </a:cubicBezTo>
                    <a:cubicBezTo>
                      <a:pt x="659440" y="897302"/>
                      <a:pt x="648799" y="886660"/>
                      <a:pt x="664922" y="881178"/>
                    </a:cubicBezTo>
                    <a:cubicBezTo>
                      <a:pt x="681045" y="875697"/>
                      <a:pt x="691687" y="886660"/>
                      <a:pt x="694589" y="859573"/>
                    </a:cubicBezTo>
                    <a:cubicBezTo>
                      <a:pt x="697169" y="832809"/>
                      <a:pt x="713292" y="848932"/>
                      <a:pt x="729415" y="821845"/>
                    </a:cubicBezTo>
                    <a:cubicBezTo>
                      <a:pt x="745538" y="794758"/>
                      <a:pt x="753600" y="805722"/>
                      <a:pt x="772303" y="792178"/>
                    </a:cubicBezTo>
                    <a:cubicBezTo>
                      <a:pt x="791006" y="778635"/>
                      <a:pt x="802615" y="763479"/>
                      <a:pt x="805517" y="753805"/>
                    </a:cubicBezTo>
                    <a:cubicBezTo>
                      <a:pt x="808097" y="743809"/>
                      <a:pt x="810999" y="727040"/>
                      <a:pt x="835184" y="718011"/>
                    </a:cubicBezTo>
                    <a:cubicBezTo>
                      <a:pt x="859368" y="708982"/>
                      <a:pt x="850339" y="728008"/>
                      <a:pt x="862915" y="733167"/>
                    </a:cubicBezTo>
                    <a:cubicBezTo>
                      <a:pt x="875492" y="738326"/>
                      <a:pt x="871945" y="731232"/>
                      <a:pt x="885166" y="725106"/>
                    </a:cubicBezTo>
                    <a:cubicBezTo>
                      <a:pt x="898709" y="718979"/>
                      <a:pt x="894195" y="712529"/>
                      <a:pt x="894195" y="695439"/>
                    </a:cubicBezTo>
                    <a:cubicBezTo>
                      <a:pt x="894195" y="678348"/>
                      <a:pt x="916445" y="683830"/>
                      <a:pt x="927408" y="668674"/>
                    </a:cubicBezTo>
                    <a:cubicBezTo>
                      <a:pt x="938050" y="653518"/>
                      <a:pt x="936438" y="643522"/>
                      <a:pt x="940952" y="624819"/>
                    </a:cubicBezTo>
                    <a:cubicBezTo>
                      <a:pt x="945466" y="606116"/>
                      <a:pt x="929343" y="595152"/>
                      <a:pt x="938372" y="577417"/>
                    </a:cubicBezTo>
                    <a:cubicBezTo>
                      <a:pt x="947401" y="559359"/>
                      <a:pt x="943854" y="549685"/>
                      <a:pt x="955463" y="545170"/>
                    </a:cubicBezTo>
                    <a:cubicBezTo>
                      <a:pt x="967072" y="540656"/>
                      <a:pt x="979648" y="556779"/>
                      <a:pt x="983195" y="559359"/>
                    </a:cubicBezTo>
                    <a:cubicBezTo>
                      <a:pt x="986742" y="561938"/>
                      <a:pt x="1002865" y="551297"/>
                      <a:pt x="1001253" y="541300"/>
                    </a:cubicBezTo>
                    <a:cubicBezTo>
                      <a:pt x="999318" y="531304"/>
                      <a:pt x="1015441" y="517116"/>
                      <a:pt x="1020923" y="514536"/>
                    </a:cubicBezTo>
                    <a:cubicBezTo>
                      <a:pt x="1026405" y="511956"/>
                      <a:pt x="1028985" y="500992"/>
                      <a:pt x="1023503" y="482290"/>
                    </a:cubicBezTo>
                    <a:cubicBezTo>
                      <a:pt x="1018021" y="463586"/>
                      <a:pt x="1027050" y="453590"/>
                      <a:pt x="1020923" y="448108"/>
                    </a:cubicBezTo>
                    <a:cubicBezTo>
                      <a:pt x="1014796" y="442626"/>
                      <a:pt x="1021891" y="431017"/>
                      <a:pt x="1025438" y="435532"/>
                    </a:cubicBezTo>
                    <a:cubicBezTo>
                      <a:pt x="1028985" y="440046"/>
                      <a:pt x="1041561" y="443594"/>
                      <a:pt x="1047688" y="448108"/>
                    </a:cubicBezTo>
                    <a:cubicBezTo>
                      <a:pt x="1053815" y="452623"/>
                      <a:pt x="1088963" y="449075"/>
                      <a:pt x="1097025" y="454235"/>
                    </a:cubicBezTo>
                    <a:cubicBezTo>
                      <a:pt x="1105087" y="459717"/>
                      <a:pt x="1119275" y="475840"/>
                      <a:pt x="1128304" y="485514"/>
                    </a:cubicBezTo>
                    <a:cubicBezTo>
                      <a:pt x="1137333" y="495510"/>
                      <a:pt x="1169579" y="507764"/>
                      <a:pt x="1182156" y="507764"/>
                    </a:cubicBezTo>
                    <a:cubicBezTo>
                      <a:pt x="1194732" y="507764"/>
                      <a:pt x="1197311" y="500670"/>
                      <a:pt x="1208275" y="500670"/>
                    </a:cubicBezTo>
                    <a:cubicBezTo>
                      <a:pt x="1218917" y="500670"/>
                      <a:pt x="1226978" y="497123"/>
                      <a:pt x="1242456" y="502605"/>
                    </a:cubicBezTo>
                    <a:cubicBezTo>
                      <a:pt x="1257612" y="508087"/>
                      <a:pt x="1256645" y="493576"/>
                      <a:pt x="1288246" y="493576"/>
                    </a:cubicBezTo>
                    <a:cubicBezTo>
                      <a:pt x="1319525" y="493576"/>
                      <a:pt x="1337584" y="519695"/>
                      <a:pt x="1337584" y="528402"/>
                    </a:cubicBezTo>
                    <a:cubicBezTo>
                      <a:pt x="1337584" y="537431"/>
                      <a:pt x="1334037" y="566775"/>
                      <a:pt x="1324040" y="581286"/>
                    </a:cubicBezTo>
                    <a:cubicBezTo>
                      <a:pt x="1314044" y="595475"/>
                      <a:pt x="1330167" y="608051"/>
                      <a:pt x="1334037" y="622562"/>
                    </a:cubicBezTo>
                    <a:cubicBezTo>
                      <a:pt x="1337584" y="636750"/>
                      <a:pt x="1322428" y="646747"/>
                      <a:pt x="1338551" y="652873"/>
                    </a:cubicBezTo>
                    <a:cubicBezTo>
                      <a:pt x="1354674" y="659000"/>
                      <a:pt x="1370798" y="660935"/>
                      <a:pt x="1382406" y="659000"/>
                    </a:cubicBezTo>
                    <a:cubicBezTo>
                      <a:pt x="1394015" y="657065"/>
                      <a:pt x="1380471" y="637395"/>
                      <a:pt x="1388533" y="628689"/>
                    </a:cubicBezTo>
                    <a:cubicBezTo>
                      <a:pt x="1396595" y="619982"/>
                      <a:pt x="1397562" y="610630"/>
                      <a:pt x="1395627" y="593862"/>
                    </a:cubicBezTo>
                    <a:cubicBezTo>
                      <a:pt x="1393692" y="576772"/>
                      <a:pt x="1413685" y="558069"/>
                      <a:pt x="1420779" y="550007"/>
                    </a:cubicBezTo>
                    <a:cubicBezTo>
                      <a:pt x="1427874" y="541945"/>
                      <a:pt x="1444964" y="533884"/>
                      <a:pt x="1451091" y="541945"/>
                    </a:cubicBezTo>
                    <a:cubicBezTo>
                      <a:pt x="1457218" y="550007"/>
                      <a:pt x="1467214" y="545493"/>
                      <a:pt x="1472696" y="545493"/>
                    </a:cubicBezTo>
                    <a:cubicBezTo>
                      <a:pt x="1478178" y="545493"/>
                      <a:pt x="1492367" y="536464"/>
                      <a:pt x="1493334" y="518728"/>
                    </a:cubicBezTo>
                    <a:cubicBezTo>
                      <a:pt x="1492367" y="500992"/>
                      <a:pt x="1474631" y="492931"/>
                      <a:pt x="1465602" y="48744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36" name="Graphic 4">
                <a:extLst>
                  <a:ext uri="{FF2B5EF4-FFF2-40B4-BE49-F238E27FC236}">
                    <a16:creationId xmlns:a16="http://schemas.microsoft.com/office/drawing/2014/main" id="{362F262D-ED30-FA4D-B4AF-BA9C21B54CAB}"/>
                  </a:ext>
                </a:extLst>
              </p:cNvPr>
              <p:cNvGrpSpPr/>
              <p:nvPr/>
            </p:nvGrpSpPr>
            <p:grpSpPr>
              <a:xfrm>
                <a:off x="4720612" y="4807300"/>
                <a:ext cx="131887" cy="203582"/>
                <a:chOff x="4720612" y="4807300"/>
                <a:chExt cx="131887" cy="203582"/>
              </a:xfrm>
              <a:grpFill/>
            </p:grpSpPr>
            <p:sp>
              <p:nvSpPr>
                <p:cNvPr id="229" name="Freeform: Shape 228">
                  <a:extLst>
                    <a:ext uri="{FF2B5EF4-FFF2-40B4-BE49-F238E27FC236}">
                      <a16:creationId xmlns:a16="http://schemas.microsoft.com/office/drawing/2014/main" id="{6A562607-44FE-772E-C0D0-B70D8F96DF22}"/>
                    </a:ext>
                  </a:extLst>
                </p:cNvPr>
                <p:cNvSpPr/>
                <p:nvPr/>
              </p:nvSpPr>
              <p:spPr>
                <a:xfrm>
                  <a:off x="4772329" y="4835727"/>
                  <a:ext cx="32246" cy="32246"/>
                </a:xfrm>
                <a:custGeom>
                  <a:avLst/>
                  <a:gdLst>
                    <a:gd name="connsiteX0" fmla="*/ 9550 w 32246"/>
                    <a:gd name="connsiteY0" fmla="*/ 11286 h 0"/>
                    <a:gd name="connsiteX1" fmla="*/ 2456 w 32246"/>
                    <a:gd name="connsiteY1" fmla="*/ 9674 h 0"/>
                    <a:gd name="connsiteX2" fmla="*/ 199 w 32246"/>
                    <a:gd name="connsiteY2" fmla="*/ 4514 h 0"/>
                    <a:gd name="connsiteX3" fmla="*/ 5358 w 32246"/>
                    <a:gd name="connsiteY3" fmla="*/ 2257 h 0"/>
                    <a:gd name="connsiteX4" fmla="*/ 13098 w 32246"/>
                    <a:gd name="connsiteY4" fmla="*/ 1935 h 0"/>
                    <a:gd name="connsiteX5" fmla="*/ 14710 w 32246"/>
                    <a:gd name="connsiteY5" fmla="*/ 0 h 0"/>
                    <a:gd name="connsiteX6" fmla="*/ 17290 w 32246"/>
                    <a:gd name="connsiteY6" fmla="*/ 645 h 0"/>
                    <a:gd name="connsiteX7" fmla="*/ 26319 w 32246"/>
                    <a:gd name="connsiteY7" fmla="*/ 1290 h 0"/>
                    <a:gd name="connsiteX8" fmla="*/ 29543 w 32246"/>
                    <a:gd name="connsiteY8" fmla="*/ 1290 h 0"/>
                    <a:gd name="connsiteX9" fmla="*/ 34058 w 32246"/>
                    <a:gd name="connsiteY9" fmla="*/ 4837 h 0"/>
                    <a:gd name="connsiteX10" fmla="*/ 30511 w 32246"/>
                    <a:gd name="connsiteY10" fmla="*/ 9351 h 0"/>
                    <a:gd name="connsiteX11" fmla="*/ 26641 w 32246"/>
                    <a:gd name="connsiteY11" fmla="*/ 9674 h 0"/>
                    <a:gd name="connsiteX12" fmla="*/ 17935 w 32246"/>
                    <a:gd name="connsiteY12" fmla="*/ 9029 h 0"/>
                    <a:gd name="connsiteX13" fmla="*/ 9550 w 32246"/>
                    <a:gd name="connsiteY13" fmla="*/ 11286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2246">
                      <a:moveTo>
                        <a:pt x="9550" y="11286"/>
                      </a:moveTo>
                      <a:cubicBezTo>
                        <a:pt x="7293" y="11286"/>
                        <a:pt x="4713" y="10641"/>
                        <a:pt x="2456" y="9674"/>
                      </a:cubicBezTo>
                      <a:cubicBezTo>
                        <a:pt x="521" y="8706"/>
                        <a:pt x="-446" y="6449"/>
                        <a:pt x="199" y="4514"/>
                      </a:cubicBezTo>
                      <a:cubicBezTo>
                        <a:pt x="1166" y="2580"/>
                        <a:pt x="3424" y="1612"/>
                        <a:pt x="5358" y="2257"/>
                      </a:cubicBezTo>
                      <a:cubicBezTo>
                        <a:pt x="7938" y="3224"/>
                        <a:pt x="11485" y="3547"/>
                        <a:pt x="13098" y="1935"/>
                      </a:cubicBezTo>
                      <a:lnTo>
                        <a:pt x="14710" y="0"/>
                      </a:lnTo>
                      <a:lnTo>
                        <a:pt x="17290" y="645"/>
                      </a:lnTo>
                      <a:cubicBezTo>
                        <a:pt x="18257" y="967"/>
                        <a:pt x="20514" y="1290"/>
                        <a:pt x="26319" y="1290"/>
                      </a:cubicBezTo>
                      <a:cubicBezTo>
                        <a:pt x="27286" y="1290"/>
                        <a:pt x="28253" y="1290"/>
                        <a:pt x="29543" y="1290"/>
                      </a:cubicBezTo>
                      <a:cubicBezTo>
                        <a:pt x="31801" y="967"/>
                        <a:pt x="33735" y="2580"/>
                        <a:pt x="34058" y="4837"/>
                      </a:cubicBezTo>
                      <a:cubicBezTo>
                        <a:pt x="34380" y="7094"/>
                        <a:pt x="32768" y="9029"/>
                        <a:pt x="30511" y="9351"/>
                      </a:cubicBezTo>
                      <a:cubicBezTo>
                        <a:pt x="29221" y="9351"/>
                        <a:pt x="27931" y="9674"/>
                        <a:pt x="26641" y="9674"/>
                      </a:cubicBezTo>
                      <a:cubicBezTo>
                        <a:pt x="22771" y="9674"/>
                        <a:pt x="20192" y="9674"/>
                        <a:pt x="17935" y="9029"/>
                      </a:cubicBezTo>
                      <a:cubicBezTo>
                        <a:pt x="15355" y="10319"/>
                        <a:pt x="12453" y="11286"/>
                        <a:pt x="9550" y="1128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Freeform: Shape 229">
                  <a:extLst>
                    <a:ext uri="{FF2B5EF4-FFF2-40B4-BE49-F238E27FC236}">
                      <a16:creationId xmlns:a16="http://schemas.microsoft.com/office/drawing/2014/main" id="{A4A2EFA3-174E-9438-4F04-22985D1C3C37}"/>
                    </a:ext>
                  </a:extLst>
                </p:cNvPr>
                <p:cNvSpPr/>
                <p:nvPr/>
              </p:nvSpPr>
              <p:spPr>
                <a:xfrm>
                  <a:off x="4720612" y="4807300"/>
                  <a:ext cx="32246" cy="32246"/>
                </a:xfrm>
                <a:custGeom>
                  <a:avLst/>
                  <a:gdLst>
                    <a:gd name="connsiteX0" fmla="*/ 7094 w 0"/>
                    <a:gd name="connsiteY0" fmla="*/ 21976 h 0"/>
                    <a:gd name="connsiteX1" fmla="*/ 7094 w 0"/>
                    <a:gd name="connsiteY1" fmla="*/ 21976 h 0"/>
                    <a:gd name="connsiteX2" fmla="*/ 2902 w 0"/>
                    <a:gd name="connsiteY2" fmla="*/ 17785 h 0"/>
                    <a:gd name="connsiteX3" fmla="*/ 2580 w 0"/>
                    <a:gd name="connsiteY3" fmla="*/ 13592 h 0"/>
                    <a:gd name="connsiteX4" fmla="*/ 1612 w 0"/>
                    <a:gd name="connsiteY4" fmla="*/ 11013 h 0"/>
                    <a:gd name="connsiteX5" fmla="*/ 967 w 0"/>
                    <a:gd name="connsiteY5" fmla="*/ 9400 h 0"/>
                    <a:gd name="connsiteX6" fmla="*/ 0 w 0"/>
                    <a:gd name="connsiteY6" fmla="*/ 6821 h 0"/>
                    <a:gd name="connsiteX7" fmla="*/ 0 w 0"/>
                    <a:gd name="connsiteY7" fmla="*/ 6821 h 0"/>
                    <a:gd name="connsiteX8" fmla="*/ 3870 w 0"/>
                    <a:gd name="connsiteY8" fmla="*/ 5209 h 0"/>
                    <a:gd name="connsiteX9" fmla="*/ 3870 w 0"/>
                    <a:gd name="connsiteY9" fmla="*/ 4886 h 0"/>
                    <a:gd name="connsiteX10" fmla="*/ 7094 w 0"/>
                    <a:gd name="connsiteY10" fmla="*/ 3596 h 0"/>
                    <a:gd name="connsiteX11" fmla="*/ 17413 w 0"/>
                    <a:gd name="connsiteY11" fmla="*/ 49 h 0"/>
                    <a:gd name="connsiteX12" fmla="*/ 22250 w 0"/>
                    <a:gd name="connsiteY12" fmla="*/ 3274 h 0"/>
                    <a:gd name="connsiteX13" fmla="*/ 19348 w 0"/>
                    <a:gd name="connsiteY13" fmla="*/ 8111 h 0"/>
                    <a:gd name="connsiteX14" fmla="*/ 18703 w 0"/>
                    <a:gd name="connsiteY14" fmla="*/ 8111 h 0"/>
                    <a:gd name="connsiteX15" fmla="*/ 10964 w 0"/>
                    <a:gd name="connsiteY15" fmla="*/ 10690 h 0"/>
                    <a:gd name="connsiteX16" fmla="*/ 11931 w 0"/>
                    <a:gd name="connsiteY16" fmla="*/ 17785 h 0"/>
                    <a:gd name="connsiteX17" fmla="*/ 7094 w 0"/>
                    <a:gd name="connsiteY17" fmla="*/ 21976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>
                      <a:moveTo>
                        <a:pt x="7094" y="21976"/>
                      </a:moveTo>
                      <a:cubicBezTo>
                        <a:pt x="7094" y="21976"/>
                        <a:pt x="7094" y="21976"/>
                        <a:pt x="7094" y="21976"/>
                      </a:cubicBezTo>
                      <a:cubicBezTo>
                        <a:pt x="4837" y="21976"/>
                        <a:pt x="2902" y="20042"/>
                        <a:pt x="2902" y="17785"/>
                      </a:cubicBezTo>
                      <a:cubicBezTo>
                        <a:pt x="2902" y="17140"/>
                        <a:pt x="2902" y="14883"/>
                        <a:pt x="2580" y="13592"/>
                      </a:cubicBezTo>
                      <a:lnTo>
                        <a:pt x="1612" y="11013"/>
                      </a:lnTo>
                      <a:cubicBezTo>
                        <a:pt x="1290" y="10368"/>
                        <a:pt x="1290" y="10045"/>
                        <a:pt x="967" y="9400"/>
                      </a:cubicBezTo>
                      <a:cubicBezTo>
                        <a:pt x="645" y="8756"/>
                        <a:pt x="322" y="7788"/>
                        <a:pt x="0" y="6821"/>
                      </a:cubicBezTo>
                      <a:lnTo>
                        <a:pt x="0" y="6821"/>
                      </a:lnTo>
                      <a:lnTo>
                        <a:pt x="3870" y="5209"/>
                      </a:lnTo>
                      <a:lnTo>
                        <a:pt x="3870" y="4886"/>
                      </a:lnTo>
                      <a:cubicBezTo>
                        <a:pt x="4837" y="4563"/>
                        <a:pt x="5804" y="3918"/>
                        <a:pt x="7094" y="3596"/>
                      </a:cubicBezTo>
                      <a:cubicBezTo>
                        <a:pt x="10319" y="2306"/>
                        <a:pt x="13544" y="694"/>
                        <a:pt x="17413" y="49"/>
                      </a:cubicBezTo>
                      <a:cubicBezTo>
                        <a:pt x="19670" y="-273"/>
                        <a:pt x="21605" y="1016"/>
                        <a:pt x="22250" y="3274"/>
                      </a:cubicBezTo>
                      <a:cubicBezTo>
                        <a:pt x="22573" y="5531"/>
                        <a:pt x="21283" y="7466"/>
                        <a:pt x="19348" y="8111"/>
                      </a:cubicBezTo>
                      <a:cubicBezTo>
                        <a:pt x="19348" y="8111"/>
                        <a:pt x="19025" y="8111"/>
                        <a:pt x="18703" y="8111"/>
                      </a:cubicBezTo>
                      <a:cubicBezTo>
                        <a:pt x="16123" y="8433"/>
                        <a:pt x="13544" y="9723"/>
                        <a:pt x="10964" y="10690"/>
                      </a:cubicBezTo>
                      <a:cubicBezTo>
                        <a:pt x="11609" y="12625"/>
                        <a:pt x="11931" y="14883"/>
                        <a:pt x="11931" y="17785"/>
                      </a:cubicBezTo>
                      <a:cubicBezTo>
                        <a:pt x="11286" y="20042"/>
                        <a:pt x="9351" y="21976"/>
                        <a:pt x="7094" y="2197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Freeform: Shape 230">
                  <a:extLst>
                    <a:ext uri="{FF2B5EF4-FFF2-40B4-BE49-F238E27FC236}">
                      <a16:creationId xmlns:a16="http://schemas.microsoft.com/office/drawing/2014/main" id="{AC0172AF-3A34-A5FB-B0CA-14E17DC2EC43}"/>
                    </a:ext>
                  </a:extLst>
                </p:cNvPr>
                <p:cNvSpPr/>
                <p:nvPr/>
              </p:nvSpPr>
              <p:spPr>
                <a:xfrm>
                  <a:off x="4733066" y="4860434"/>
                  <a:ext cx="32246" cy="96739"/>
                </a:xfrm>
                <a:custGeom>
                  <a:avLst/>
                  <a:gdLst>
                    <a:gd name="connsiteX0" fmla="*/ 33658 w 32246"/>
                    <a:gd name="connsiteY0" fmla="*/ 100731 h 96739"/>
                    <a:gd name="connsiteX1" fmla="*/ 30756 w 32246"/>
                    <a:gd name="connsiteY1" fmla="*/ 99764 h 96739"/>
                    <a:gd name="connsiteX2" fmla="*/ 22372 w 32246"/>
                    <a:gd name="connsiteY2" fmla="*/ 86865 h 96739"/>
                    <a:gd name="connsiteX3" fmla="*/ 22372 w 32246"/>
                    <a:gd name="connsiteY3" fmla="*/ 81061 h 96739"/>
                    <a:gd name="connsiteX4" fmla="*/ 22050 w 32246"/>
                    <a:gd name="connsiteY4" fmla="*/ 70097 h 96739"/>
                    <a:gd name="connsiteX5" fmla="*/ 25919 w 32246"/>
                    <a:gd name="connsiteY5" fmla="*/ 65905 h 96739"/>
                    <a:gd name="connsiteX6" fmla="*/ 30111 w 32246"/>
                    <a:gd name="connsiteY6" fmla="*/ 69774 h 96739"/>
                    <a:gd name="connsiteX7" fmla="*/ 30434 w 32246"/>
                    <a:gd name="connsiteY7" fmla="*/ 81061 h 96739"/>
                    <a:gd name="connsiteX8" fmla="*/ 30434 w 32246"/>
                    <a:gd name="connsiteY8" fmla="*/ 86865 h 96739"/>
                    <a:gd name="connsiteX9" fmla="*/ 36238 w 32246"/>
                    <a:gd name="connsiteY9" fmla="*/ 93959 h 96739"/>
                    <a:gd name="connsiteX10" fmla="*/ 36238 w 32246"/>
                    <a:gd name="connsiteY10" fmla="*/ 99764 h 96739"/>
                    <a:gd name="connsiteX11" fmla="*/ 33658 w 32246"/>
                    <a:gd name="connsiteY11" fmla="*/ 100731 h 96739"/>
                    <a:gd name="connsiteX12" fmla="*/ 17858 w 32246"/>
                    <a:gd name="connsiteY12" fmla="*/ 33658 h 96739"/>
                    <a:gd name="connsiteX13" fmla="*/ 13988 w 32246"/>
                    <a:gd name="connsiteY13" fmla="*/ 31079 h 96739"/>
                    <a:gd name="connsiteX14" fmla="*/ 4959 w 32246"/>
                    <a:gd name="connsiteY14" fmla="*/ 13021 h 96739"/>
                    <a:gd name="connsiteX15" fmla="*/ 444 w 32246"/>
                    <a:gd name="connsiteY15" fmla="*/ 5926 h 96739"/>
                    <a:gd name="connsiteX16" fmla="*/ 2057 w 32246"/>
                    <a:gd name="connsiteY16" fmla="*/ 444 h 96739"/>
                    <a:gd name="connsiteX17" fmla="*/ 7539 w 32246"/>
                    <a:gd name="connsiteY17" fmla="*/ 2057 h 96739"/>
                    <a:gd name="connsiteX18" fmla="*/ 11731 w 32246"/>
                    <a:gd name="connsiteY18" fmla="*/ 8506 h 96739"/>
                    <a:gd name="connsiteX19" fmla="*/ 21727 w 32246"/>
                    <a:gd name="connsiteY19" fmla="*/ 28499 h 96739"/>
                    <a:gd name="connsiteX20" fmla="*/ 19470 w 32246"/>
                    <a:gd name="connsiteY20" fmla="*/ 33658 h 96739"/>
                    <a:gd name="connsiteX21" fmla="*/ 17858 w 32246"/>
                    <a:gd name="connsiteY21" fmla="*/ 33658 h 96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2246" h="96739">
                      <a:moveTo>
                        <a:pt x="33658" y="100731"/>
                      </a:moveTo>
                      <a:cubicBezTo>
                        <a:pt x="32691" y="100731"/>
                        <a:pt x="31724" y="100408"/>
                        <a:pt x="30756" y="99764"/>
                      </a:cubicBezTo>
                      <a:cubicBezTo>
                        <a:pt x="26242" y="95572"/>
                        <a:pt x="22372" y="91702"/>
                        <a:pt x="22372" y="86865"/>
                      </a:cubicBezTo>
                      <a:lnTo>
                        <a:pt x="22372" y="81061"/>
                      </a:lnTo>
                      <a:cubicBezTo>
                        <a:pt x="22372" y="78159"/>
                        <a:pt x="22372" y="74289"/>
                        <a:pt x="22050" y="70097"/>
                      </a:cubicBezTo>
                      <a:cubicBezTo>
                        <a:pt x="22050" y="67840"/>
                        <a:pt x="23662" y="65905"/>
                        <a:pt x="25919" y="65905"/>
                      </a:cubicBezTo>
                      <a:cubicBezTo>
                        <a:pt x="28176" y="65905"/>
                        <a:pt x="30111" y="67517"/>
                        <a:pt x="30111" y="69774"/>
                      </a:cubicBezTo>
                      <a:cubicBezTo>
                        <a:pt x="30434" y="73966"/>
                        <a:pt x="30434" y="77836"/>
                        <a:pt x="30434" y="81061"/>
                      </a:cubicBezTo>
                      <a:lnTo>
                        <a:pt x="30434" y="86865"/>
                      </a:lnTo>
                      <a:cubicBezTo>
                        <a:pt x="30434" y="88477"/>
                        <a:pt x="34303" y="92347"/>
                        <a:pt x="36238" y="93959"/>
                      </a:cubicBezTo>
                      <a:cubicBezTo>
                        <a:pt x="37850" y="95572"/>
                        <a:pt x="37850" y="98151"/>
                        <a:pt x="36238" y="99764"/>
                      </a:cubicBezTo>
                      <a:cubicBezTo>
                        <a:pt x="35593" y="100086"/>
                        <a:pt x="34626" y="100731"/>
                        <a:pt x="33658" y="100731"/>
                      </a:cubicBezTo>
                      <a:close/>
                      <a:moveTo>
                        <a:pt x="17858" y="33658"/>
                      </a:moveTo>
                      <a:cubicBezTo>
                        <a:pt x="16245" y="33658"/>
                        <a:pt x="14633" y="32691"/>
                        <a:pt x="13988" y="31079"/>
                      </a:cubicBezTo>
                      <a:cubicBezTo>
                        <a:pt x="11086" y="23339"/>
                        <a:pt x="9151" y="18180"/>
                        <a:pt x="4959" y="13021"/>
                      </a:cubicBezTo>
                      <a:cubicBezTo>
                        <a:pt x="3347" y="11086"/>
                        <a:pt x="2057" y="8506"/>
                        <a:pt x="444" y="5926"/>
                      </a:cubicBezTo>
                      <a:cubicBezTo>
                        <a:pt x="-523" y="3992"/>
                        <a:pt x="122" y="1412"/>
                        <a:pt x="2057" y="444"/>
                      </a:cubicBezTo>
                      <a:cubicBezTo>
                        <a:pt x="3992" y="-523"/>
                        <a:pt x="6571" y="122"/>
                        <a:pt x="7539" y="2057"/>
                      </a:cubicBezTo>
                      <a:cubicBezTo>
                        <a:pt x="8829" y="4636"/>
                        <a:pt x="10441" y="6571"/>
                        <a:pt x="11731" y="8506"/>
                      </a:cubicBezTo>
                      <a:cubicBezTo>
                        <a:pt x="16245" y="14633"/>
                        <a:pt x="18502" y="20437"/>
                        <a:pt x="21727" y="28499"/>
                      </a:cubicBezTo>
                      <a:cubicBezTo>
                        <a:pt x="22372" y="30433"/>
                        <a:pt x="21405" y="33013"/>
                        <a:pt x="19470" y="33658"/>
                      </a:cubicBezTo>
                      <a:cubicBezTo>
                        <a:pt x="18825" y="33658"/>
                        <a:pt x="18180" y="33658"/>
                        <a:pt x="17858" y="3365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Freeform: Shape 231">
                  <a:extLst>
                    <a:ext uri="{FF2B5EF4-FFF2-40B4-BE49-F238E27FC236}">
                      <a16:creationId xmlns:a16="http://schemas.microsoft.com/office/drawing/2014/main" id="{DE333CCD-26C7-6A8E-9C1F-8E373FD1E216}"/>
                    </a:ext>
                  </a:extLst>
                </p:cNvPr>
                <p:cNvSpPr/>
                <p:nvPr/>
              </p:nvSpPr>
              <p:spPr>
                <a:xfrm>
                  <a:off x="4794514" y="4978636"/>
                  <a:ext cx="32246" cy="32246"/>
                </a:xfrm>
                <a:custGeom>
                  <a:avLst/>
                  <a:gdLst>
                    <a:gd name="connsiteX0" fmla="*/ 16388 w 0"/>
                    <a:gd name="connsiteY0" fmla="*/ 25095 h 0"/>
                    <a:gd name="connsiteX1" fmla="*/ 9939 w 0"/>
                    <a:gd name="connsiteY1" fmla="*/ 15421 h 0"/>
                    <a:gd name="connsiteX2" fmla="*/ 4779 w 0"/>
                    <a:gd name="connsiteY2" fmla="*/ 8971 h 0"/>
                    <a:gd name="connsiteX3" fmla="*/ 2200 w 0"/>
                    <a:gd name="connsiteY3" fmla="*/ 7682 h 0"/>
                    <a:gd name="connsiteX4" fmla="*/ 587 w 0"/>
                    <a:gd name="connsiteY4" fmla="*/ 2200 h 0"/>
                    <a:gd name="connsiteX5" fmla="*/ 6069 w 0"/>
                    <a:gd name="connsiteY5" fmla="*/ 587 h 0"/>
                    <a:gd name="connsiteX6" fmla="*/ 10584 w 0"/>
                    <a:gd name="connsiteY6" fmla="*/ 3489 h 0"/>
                    <a:gd name="connsiteX7" fmla="*/ 11551 w 0"/>
                    <a:gd name="connsiteY7" fmla="*/ 4457 h 0"/>
                    <a:gd name="connsiteX8" fmla="*/ 16388 w 0"/>
                    <a:gd name="connsiteY8" fmla="*/ 2200 h 0"/>
                    <a:gd name="connsiteX9" fmla="*/ 19290 w 0"/>
                    <a:gd name="connsiteY9" fmla="*/ 910 h 0"/>
                    <a:gd name="connsiteX10" fmla="*/ 24772 w 0"/>
                    <a:gd name="connsiteY10" fmla="*/ 2844 h 0"/>
                    <a:gd name="connsiteX11" fmla="*/ 22837 w 0"/>
                    <a:gd name="connsiteY11" fmla="*/ 8004 h 0"/>
                    <a:gd name="connsiteX12" fmla="*/ 19935 w 0"/>
                    <a:gd name="connsiteY12" fmla="*/ 9294 h 0"/>
                    <a:gd name="connsiteX13" fmla="*/ 18000 w 0"/>
                    <a:gd name="connsiteY13" fmla="*/ 9939 h 0"/>
                    <a:gd name="connsiteX14" fmla="*/ 18000 w 0"/>
                    <a:gd name="connsiteY14" fmla="*/ 10261 h 0"/>
                    <a:gd name="connsiteX15" fmla="*/ 18000 w 0"/>
                    <a:gd name="connsiteY15" fmla="*/ 13809 h 0"/>
                    <a:gd name="connsiteX16" fmla="*/ 16388 w 0"/>
                    <a:gd name="connsiteY16" fmla="*/ 25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>
                      <a:moveTo>
                        <a:pt x="16388" y="25095"/>
                      </a:moveTo>
                      <a:lnTo>
                        <a:pt x="9939" y="15421"/>
                      </a:lnTo>
                      <a:cubicBezTo>
                        <a:pt x="8004" y="12518"/>
                        <a:pt x="5424" y="9616"/>
                        <a:pt x="4779" y="8971"/>
                      </a:cubicBezTo>
                      <a:cubicBezTo>
                        <a:pt x="4457" y="8649"/>
                        <a:pt x="3489" y="8327"/>
                        <a:pt x="2200" y="7682"/>
                      </a:cubicBezTo>
                      <a:cubicBezTo>
                        <a:pt x="265" y="6714"/>
                        <a:pt x="-703" y="4135"/>
                        <a:pt x="587" y="2200"/>
                      </a:cubicBezTo>
                      <a:cubicBezTo>
                        <a:pt x="1877" y="265"/>
                        <a:pt x="4134" y="-703"/>
                        <a:pt x="6069" y="587"/>
                      </a:cubicBezTo>
                      <a:cubicBezTo>
                        <a:pt x="8971" y="2200"/>
                        <a:pt x="9939" y="2844"/>
                        <a:pt x="10584" y="3489"/>
                      </a:cubicBezTo>
                      <a:cubicBezTo>
                        <a:pt x="10906" y="3812"/>
                        <a:pt x="11229" y="4135"/>
                        <a:pt x="11551" y="4457"/>
                      </a:cubicBezTo>
                      <a:cubicBezTo>
                        <a:pt x="12519" y="3489"/>
                        <a:pt x="14131" y="2844"/>
                        <a:pt x="16388" y="2200"/>
                      </a:cubicBezTo>
                      <a:cubicBezTo>
                        <a:pt x="17355" y="1877"/>
                        <a:pt x="18323" y="1555"/>
                        <a:pt x="19290" y="910"/>
                      </a:cubicBezTo>
                      <a:cubicBezTo>
                        <a:pt x="21225" y="-58"/>
                        <a:pt x="23805" y="910"/>
                        <a:pt x="24772" y="2844"/>
                      </a:cubicBezTo>
                      <a:cubicBezTo>
                        <a:pt x="25740" y="4780"/>
                        <a:pt x="24772" y="7359"/>
                        <a:pt x="22837" y="8004"/>
                      </a:cubicBezTo>
                      <a:cubicBezTo>
                        <a:pt x="21870" y="8327"/>
                        <a:pt x="20903" y="8971"/>
                        <a:pt x="19935" y="9294"/>
                      </a:cubicBezTo>
                      <a:cubicBezTo>
                        <a:pt x="19290" y="9616"/>
                        <a:pt x="18645" y="9939"/>
                        <a:pt x="18000" y="9939"/>
                      </a:cubicBezTo>
                      <a:cubicBezTo>
                        <a:pt x="18000" y="9939"/>
                        <a:pt x="18000" y="9939"/>
                        <a:pt x="18000" y="10261"/>
                      </a:cubicBezTo>
                      <a:cubicBezTo>
                        <a:pt x="18000" y="11229"/>
                        <a:pt x="18000" y="12518"/>
                        <a:pt x="18000" y="13809"/>
                      </a:cubicBezTo>
                      <a:lnTo>
                        <a:pt x="16388" y="25095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Freeform: Shape 232">
                  <a:extLst>
                    <a:ext uri="{FF2B5EF4-FFF2-40B4-BE49-F238E27FC236}">
                      <a16:creationId xmlns:a16="http://schemas.microsoft.com/office/drawing/2014/main" id="{DD4C11DB-785A-222D-398F-9A46028BB25B}"/>
                    </a:ext>
                  </a:extLst>
                </p:cNvPr>
                <p:cNvSpPr/>
                <p:nvPr/>
              </p:nvSpPr>
              <p:spPr>
                <a:xfrm>
                  <a:off x="4820253" y="4853733"/>
                  <a:ext cx="32246" cy="96739"/>
                </a:xfrm>
                <a:custGeom>
                  <a:avLst/>
                  <a:gdLst>
                    <a:gd name="connsiteX0" fmla="*/ 5159 w 0"/>
                    <a:gd name="connsiteY0" fmla="*/ 97436 h 96739"/>
                    <a:gd name="connsiteX1" fmla="*/ 4514 w 0"/>
                    <a:gd name="connsiteY1" fmla="*/ 97436 h 96739"/>
                    <a:gd name="connsiteX2" fmla="*/ 967 w 0"/>
                    <a:gd name="connsiteY2" fmla="*/ 92921 h 96739"/>
                    <a:gd name="connsiteX3" fmla="*/ 1290 w 0"/>
                    <a:gd name="connsiteY3" fmla="*/ 89696 h 96739"/>
                    <a:gd name="connsiteX4" fmla="*/ 967 w 0"/>
                    <a:gd name="connsiteY4" fmla="*/ 81635 h 96739"/>
                    <a:gd name="connsiteX5" fmla="*/ 645 w 0"/>
                    <a:gd name="connsiteY5" fmla="*/ 72606 h 96739"/>
                    <a:gd name="connsiteX6" fmla="*/ 1612 w 0"/>
                    <a:gd name="connsiteY6" fmla="*/ 63899 h 96739"/>
                    <a:gd name="connsiteX7" fmla="*/ 6772 w 0"/>
                    <a:gd name="connsiteY7" fmla="*/ 61319 h 96739"/>
                    <a:gd name="connsiteX8" fmla="*/ 9351 w 0"/>
                    <a:gd name="connsiteY8" fmla="*/ 66479 h 96739"/>
                    <a:gd name="connsiteX9" fmla="*/ 8707 w 0"/>
                    <a:gd name="connsiteY9" fmla="*/ 72928 h 96739"/>
                    <a:gd name="connsiteX10" fmla="*/ 9029 w 0"/>
                    <a:gd name="connsiteY10" fmla="*/ 81635 h 96739"/>
                    <a:gd name="connsiteX11" fmla="*/ 9351 w 0"/>
                    <a:gd name="connsiteY11" fmla="*/ 90341 h 96739"/>
                    <a:gd name="connsiteX12" fmla="*/ 9029 w 0"/>
                    <a:gd name="connsiteY12" fmla="*/ 94856 h 96739"/>
                    <a:gd name="connsiteX13" fmla="*/ 5159 w 0"/>
                    <a:gd name="connsiteY13" fmla="*/ 97436 h 96739"/>
                    <a:gd name="connsiteX14" fmla="*/ 10319 w 0"/>
                    <a:gd name="connsiteY14" fmla="*/ 35200 h 96739"/>
                    <a:gd name="connsiteX15" fmla="*/ 7094 w 0"/>
                    <a:gd name="connsiteY15" fmla="*/ 33587 h 96739"/>
                    <a:gd name="connsiteX16" fmla="*/ 1290 w 0"/>
                    <a:gd name="connsiteY16" fmla="*/ 21011 h 96739"/>
                    <a:gd name="connsiteX17" fmla="*/ 0 w 0"/>
                    <a:gd name="connsiteY17" fmla="*/ 11660 h 96739"/>
                    <a:gd name="connsiteX18" fmla="*/ 1612 w 0"/>
                    <a:gd name="connsiteY18" fmla="*/ 3598 h 96739"/>
                    <a:gd name="connsiteX19" fmla="*/ 1935 w 0"/>
                    <a:gd name="connsiteY19" fmla="*/ 2631 h 96739"/>
                    <a:gd name="connsiteX20" fmla="*/ 7094 w 0"/>
                    <a:gd name="connsiteY20" fmla="*/ 374 h 96739"/>
                    <a:gd name="connsiteX21" fmla="*/ 9351 w 0"/>
                    <a:gd name="connsiteY21" fmla="*/ 5533 h 96739"/>
                    <a:gd name="connsiteX22" fmla="*/ 9029 w 0"/>
                    <a:gd name="connsiteY22" fmla="*/ 6500 h 96739"/>
                    <a:gd name="connsiteX23" fmla="*/ 8062 w 0"/>
                    <a:gd name="connsiteY23" fmla="*/ 11660 h 96739"/>
                    <a:gd name="connsiteX24" fmla="*/ 9029 w 0"/>
                    <a:gd name="connsiteY24" fmla="*/ 19077 h 96739"/>
                    <a:gd name="connsiteX25" fmla="*/ 13544 w 0"/>
                    <a:gd name="connsiteY25" fmla="*/ 28751 h 96739"/>
                    <a:gd name="connsiteX26" fmla="*/ 12576 w 0"/>
                    <a:gd name="connsiteY26" fmla="*/ 34232 h 96739"/>
                    <a:gd name="connsiteX27" fmla="*/ 10319 w 0"/>
                    <a:gd name="connsiteY27" fmla="*/ 35200 h 96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h="96739">
                      <a:moveTo>
                        <a:pt x="5159" y="97436"/>
                      </a:moveTo>
                      <a:cubicBezTo>
                        <a:pt x="4837" y="97436"/>
                        <a:pt x="4837" y="97436"/>
                        <a:pt x="4514" y="97436"/>
                      </a:cubicBezTo>
                      <a:cubicBezTo>
                        <a:pt x="2257" y="97113"/>
                        <a:pt x="645" y="95178"/>
                        <a:pt x="967" y="92921"/>
                      </a:cubicBezTo>
                      <a:cubicBezTo>
                        <a:pt x="967" y="91953"/>
                        <a:pt x="1290" y="90664"/>
                        <a:pt x="1290" y="89696"/>
                      </a:cubicBezTo>
                      <a:cubicBezTo>
                        <a:pt x="1290" y="87117"/>
                        <a:pt x="967" y="84537"/>
                        <a:pt x="967" y="81635"/>
                      </a:cubicBezTo>
                      <a:cubicBezTo>
                        <a:pt x="645" y="78410"/>
                        <a:pt x="645" y="75508"/>
                        <a:pt x="645" y="72606"/>
                      </a:cubicBezTo>
                      <a:cubicBezTo>
                        <a:pt x="645" y="69059"/>
                        <a:pt x="967" y="66157"/>
                        <a:pt x="1612" y="63899"/>
                      </a:cubicBezTo>
                      <a:cubicBezTo>
                        <a:pt x="2257" y="61642"/>
                        <a:pt x="4514" y="60675"/>
                        <a:pt x="6772" y="61319"/>
                      </a:cubicBezTo>
                      <a:cubicBezTo>
                        <a:pt x="9029" y="61964"/>
                        <a:pt x="9996" y="64221"/>
                        <a:pt x="9351" y="66479"/>
                      </a:cubicBezTo>
                      <a:cubicBezTo>
                        <a:pt x="9029" y="68091"/>
                        <a:pt x="8707" y="70026"/>
                        <a:pt x="8707" y="72928"/>
                      </a:cubicBezTo>
                      <a:cubicBezTo>
                        <a:pt x="8707" y="75830"/>
                        <a:pt x="9029" y="78733"/>
                        <a:pt x="9029" y="81635"/>
                      </a:cubicBezTo>
                      <a:cubicBezTo>
                        <a:pt x="9351" y="84537"/>
                        <a:pt x="9351" y="87439"/>
                        <a:pt x="9351" y="90341"/>
                      </a:cubicBezTo>
                      <a:cubicBezTo>
                        <a:pt x="9351" y="91953"/>
                        <a:pt x="9351" y="93244"/>
                        <a:pt x="9029" y="94856"/>
                      </a:cubicBezTo>
                      <a:cubicBezTo>
                        <a:pt x="8707" y="95823"/>
                        <a:pt x="7094" y="97436"/>
                        <a:pt x="5159" y="97436"/>
                      </a:cubicBezTo>
                      <a:close/>
                      <a:moveTo>
                        <a:pt x="10319" y="35200"/>
                      </a:moveTo>
                      <a:cubicBezTo>
                        <a:pt x="9029" y="35200"/>
                        <a:pt x="7739" y="34555"/>
                        <a:pt x="7094" y="33587"/>
                      </a:cubicBezTo>
                      <a:cubicBezTo>
                        <a:pt x="4192" y="29718"/>
                        <a:pt x="2580" y="25526"/>
                        <a:pt x="1290" y="21011"/>
                      </a:cubicBezTo>
                      <a:cubicBezTo>
                        <a:pt x="322" y="17464"/>
                        <a:pt x="0" y="14240"/>
                        <a:pt x="0" y="11660"/>
                      </a:cubicBezTo>
                      <a:cubicBezTo>
                        <a:pt x="0" y="7790"/>
                        <a:pt x="967" y="5533"/>
                        <a:pt x="1612" y="3598"/>
                      </a:cubicBezTo>
                      <a:lnTo>
                        <a:pt x="1935" y="2631"/>
                      </a:lnTo>
                      <a:cubicBezTo>
                        <a:pt x="2580" y="374"/>
                        <a:pt x="5159" y="-594"/>
                        <a:pt x="7094" y="374"/>
                      </a:cubicBezTo>
                      <a:cubicBezTo>
                        <a:pt x="9029" y="1019"/>
                        <a:pt x="10319" y="3598"/>
                        <a:pt x="9351" y="5533"/>
                      </a:cubicBezTo>
                      <a:lnTo>
                        <a:pt x="9029" y="6500"/>
                      </a:lnTo>
                      <a:cubicBezTo>
                        <a:pt x="8384" y="8113"/>
                        <a:pt x="8062" y="9402"/>
                        <a:pt x="8062" y="11660"/>
                      </a:cubicBezTo>
                      <a:cubicBezTo>
                        <a:pt x="8062" y="13595"/>
                        <a:pt x="8384" y="16174"/>
                        <a:pt x="9029" y="19077"/>
                      </a:cubicBezTo>
                      <a:cubicBezTo>
                        <a:pt x="9996" y="22624"/>
                        <a:pt x="11286" y="25849"/>
                        <a:pt x="13544" y="28751"/>
                      </a:cubicBezTo>
                      <a:cubicBezTo>
                        <a:pt x="14833" y="30685"/>
                        <a:pt x="14511" y="32943"/>
                        <a:pt x="12576" y="34232"/>
                      </a:cubicBezTo>
                      <a:cubicBezTo>
                        <a:pt x="11931" y="35200"/>
                        <a:pt x="10964" y="35200"/>
                        <a:pt x="10319" y="3520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391B8-0019-6B8A-4EA3-8702617C3635}"/>
                  </a:ext>
                </a:extLst>
              </p:cNvPr>
              <p:cNvSpPr/>
              <p:nvPr/>
            </p:nvSpPr>
            <p:spPr>
              <a:xfrm>
                <a:off x="4812192" y="2680982"/>
                <a:ext cx="1580077" cy="1096381"/>
              </a:xfrm>
              <a:custGeom>
                <a:avLst/>
                <a:gdLst>
                  <a:gd name="connsiteX0" fmla="*/ 1592331 w 1580076"/>
                  <a:gd name="connsiteY0" fmla="*/ 515010 h 1096380"/>
                  <a:gd name="connsiteX1" fmla="*/ 1589751 w 1580076"/>
                  <a:gd name="connsiteY1" fmla="*/ 487278 h 1096380"/>
                  <a:gd name="connsiteX2" fmla="*/ 1579755 w 1580076"/>
                  <a:gd name="connsiteY2" fmla="*/ 456967 h 1096380"/>
                  <a:gd name="connsiteX3" fmla="*/ 1585236 w 1580076"/>
                  <a:gd name="connsiteY3" fmla="*/ 429235 h 1096380"/>
                  <a:gd name="connsiteX4" fmla="*/ 1556537 w 1580076"/>
                  <a:gd name="connsiteY4" fmla="*/ 420206 h 1096380"/>
                  <a:gd name="connsiteX5" fmla="*/ 1520743 w 1580076"/>
                  <a:gd name="connsiteY5" fmla="*/ 422785 h 1096380"/>
                  <a:gd name="connsiteX6" fmla="*/ 1479468 w 1580076"/>
                  <a:gd name="connsiteY6" fmla="*/ 392474 h 1096380"/>
                  <a:gd name="connsiteX7" fmla="*/ 1426584 w 1580076"/>
                  <a:gd name="connsiteY7" fmla="*/ 357648 h 1096380"/>
                  <a:gd name="connsiteX8" fmla="*/ 1388856 w 1580076"/>
                  <a:gd name="connsiteY8" fmla="*/ 350553 h 1096380"/>
                  <a:gd name="connsiteX9" fmla="*/ 1371765 w 1580076"/>
                  <a:gd name="connsiteY9" fmla="*/ 325401 h 1096380"/>
                  <a:gd name="connsiteX10" fmla="*/ 1350160 w 1580076"/>
                  <a:gd name="connsiteY10" fmla="*/ 349586 h 1096380"/>
                  <a:gd name="connsiteX11" fmla="*/ 1325007 w 1580076"/>
                  <a:gd name="connsiteY11" fmla="*/ 347651 h 1096380"/>
                  <a:gd name="connsiteX12" fmla="*/ 1316946 w 1580076"/>
                  <a:gd name="connsiteY12" fmla="*/ 378930 h 1096380"/>
                  <a:gd name="connsiteX13" fmla="*/ 1280185 w 1580076"/>
                  <a:gd name="connsiteY13" fmla="*/ 380865 h 1096380"/>
                  <a:gd name="connsiteX14" fmla="*/ 1250518 w 1580076"/>
                  <a:gd name="connsiteY14" fmla="*/ 369256 h 1096380"/>
                  <a:gd name="connsiteX15" fmla="*/ 1238909 w 1580076"/>
                  <a:gd name="connsiteY15" fmla="*/ 352166 h 1096380"/>
                  <a:gd name="connsiteX16" fmla="*/ 1228913 w 1580076"/>
                  <a:gd name="connsiteY16" fmla="*/ 335075 h 1096380"/>
                  <a:gd name="connsiteX17" fmla="*/ 1198601 w 1580076"/>
                  <a:gd name="connsiteY17" fmla="*/ 364742 h 1096380"/>
                  <a:gd name="connsiteX18" fmla="*/ 1156358 w 1580076"/>
                  <a:gd name="connsiteY18" fmla="*/ 365709 h 1096380"/>
                  <a:gd name="connsiteX19" fmla="*/ 1176996 w 1580076"/>
                  <a:gd name="connsiteY19" fmla="*/ 341524 h 1096380"/>
                  <a:gd name="connsiteX20" fmla="*/ 1186025 w 1580076"/>
                  <a:gd name="connsiteY20" fmla="*/ 323466 h 1096380"/>
                  <a:gd name="connsiteX21" fmla="*/ 1152811 w 1580076"/>
                  <a:gd name="connsiteY21" fmla="*/ 303796 h 1096380"/>
                  <a:gd name="connsiteX22" fmla="*/ 1109924 w 1580076"/>
                  <a:gd name="connsiteY22" fmla="*/ 307343 h 1096380"/>
                  <a:gd name="connsiteX23" fmla="*/ 1075742 w 1580076"/>
                  <a:gd name="connsiteY23" fmla="*/ 337655 h 1096380"/>
                  <a:gd name="connsiteX24" fmla="*/ 1048010 w 1580076"/>
                  <a:gd name="connsiteY24" fmla="*/ 337655 h 1096380"/>
                  <a:gd name="connsiteX25" fmla="*/ 1013829 w 1580076"/>
                  <a:gd name="connsiteY25" fmla="*/ 351198 h 1096380"/>
                  <a:gd name="connsiteX26" fmla="*/ 1003833 w 1580076"/>
                  <a:gd name="connsiteY26" fmla="*/ 324434 h 1096380"/>
                  <a:gd name="connsiteX27" fmla="*/ 977713 w 1580076"/>
                  <a:gd name="connsiteY27" fmla="*/ 320887 h 1096380"/>
                  <a:gd name="connsiteX28" fmla="*/ 961590 w 1580076"/>
                  <a:gd name="connsiteY28" fmla="*/ 339589 h 1096380"/>
                  <a:gd name="connsiteX29" fmla="*/ 947401 w 1580076"/>
                  <a:gd name="connsiteY29" fmla="*/ 329593 h 1096380"/>
                  <a:gd name="connsiteX30" fmla="*/ 928698 w 1580076"/>
                  <a:gd name="connsiteY30" fmla="*/ 317984 h 1096380"/>
                  <a:gd name="connsiteX31" fmla="*/ 911608 w 1580076"/>
                  <a:gd name="connsiteY31" fmla="*/ 303796 h 1096380"/>
                  <a:gd name="connsiteX32" fmla="*/ 910640 w 1580076"/>
                  <a:gd name="connsiteY32" fmla="*/ 287673 h 1096380"/>
                  <a:gd name="connsiteX33" fmla="*/ 908061 w 1580076"/>
                  <a:gd name="connsiteY33" fmla="*/ 262520 h 1096380"/>
                  <a:gd name="connsiteX34" fmla="*/ 881296 w 1580076"/>
                  <a:gd name="connsiteY34" fmla="*/ 279611 h 1096380"/>
                  <a:gd name="connsiteX35" fmla="*/ 863238 w 1580076"/>
                  <a:gd name="connsiteY35" fmla="*/ 278644 h 1096380"/>
                  <a:gd name="connsiteX36" fmla="*/ 857111 w 1580076"/>
                  <a:gd name="connsiteY36" fmla="*/ 297347 h 1096380"/>
                  <a:gd name="connsiteX37" fmla="*/ 860658 w 1580076"/>
                  <a:gd name="connsiteY37" fmla="*/ 327658 h 1096380"/>
                  <a:gd name="connsiteX38" fmla="*/ 866140 w 1580076"/>
                  <a:gd name="connsiteY38" fmla="*/ 350876 h 1096380"/>
                  <a:gd name="connsiteX39" fmla="*/ 875169 w 1580076"/>
                  <a:gd name="connsiteY39" fmla="*/ 373126 h 1096380"/>
                  <a:gd name="connsiteX40" fmla="*/ 881296 w 1580076"/>
                  <a:gd name="connsiteY40" fmla="*/ 394731 h 1096380"/>
                  <a:gd name="connsiteX41" fmla="*/ 891937 w 1580076"/>
                  <a:gd name="connsiteY41" fmla="*/ 417948 h 1096380"/>
                  <a:gd name="connsiteX42" fmla="*/ 907093 w 1580076"/>
                  <a:gd name="connsiteY42" fmla="*/ 436007 h 1096380"/>
                  <a:gd name="connsiteX43" fmla="*/ 917735 w 1580076"/>
                  <a:gd name="connsiteY43" fmla="*/ 453097 h 1096380"/>
                  <a:gd name="connsiteX44" fmla="*/ 928376 w 1580076"/>
                  <a:gd name="connsiteY44" fmla="*/ 485344 h 1096380"/>
                  <a:gd name="connsiteX45" fmla="*/ 906771 w 1580076"/>
                  <a:gd name="connsiteY45" fmla="*/ 507594 h 1096380"/>
                  <a:gd name="connsiteX46" fmla="*/ 878071 w 1580076"/>
                  <a:gd name="connsiteY46" fmla="*/ 509528 h 1096380"/>
                  <a:gd name="connsiteX47" fmla="*/ 863883 w 1580076"/>
                  <a:gd name="connsiteY47" fmla="*/ 498887 h 1096380"/>
                  <a:gd name="connsiteX48" fmla="*/ 839698 w 1580076"/>
                  <a:gd name="connsiteY48" fmla="*/ 484699 h 1096380"/>
                  <a:gd name="connsiteX49" fmla="*/ 806484 w 1580076"/>
                  <a:gd name="connsiteY49" fmla="*/ 492760 h 1096380"/>
                  <a:gd name="connsiteX50" fmla="*/ 801002 w 1580076"/>
                  <a:gd name="connsiteY50" fmla="*/ 468575 h 1096380"/>
                  <a:gd name="connsiteX51" fmla="*/ 794875 w 1580076"/>
                  <a:gd name="connsiteY51" fmla="*/ 443423 h 1096380"/>
                  <a:gd name="connsiteX52" fmla="*/ 792296 w 1580076"/>
                  <a:gd name="connsiteY52" fmla="*/ 404082 h 1096380"/>
                  <a:gd name="connsiteX53" fmla="*/ 806807 w 1580076"/>
                  <a:gd name="connsiteY53" fmla="*/ 351521 h 1096380"/>
                  <a:gd name="connsiteX54" fmla="*/ 820350 w 1580076"/>
                  <a:gd name="connsiteY54" fmla="*/ 322499 h 1096380"/>
                  <a:gd name="connsiteX55" fmla="*/ 808097 w 1580076"/>
                  <a:gd name="connsiteY55" fmla="*/ 298959 h 1096380"/>
                  <a:gd name="connsiteX56" fmla="*/ 816158 w 1580076"/>
                  <a:gd name="connsiteY56" fmla="*/ 268647 h 1096380"/>
                  <a:gd name="connsiteX57" fmla="*/ 837118 w 1580076"/>
                  <a:gd name="connsiteY57" fmla="*/ 253169 h 1096380"/>
                  <a:gd name="connsiteX58" fmla="*/ 875492 w 1580076"/>
                  <a:gd name="connsiteY58" fmla="*/ 246397 h 1096380"/>
                  <a:gd name="connsiteX59" fmla="*/ 889035 w 1580076"/>
                  <a:gd name="connsiteY59" fmla="*/ 234143 h 1096380"/>
                  <a:gd name="connsiteX60" fmla="*/ 901289 w 1580076"/>
                  <a:gd name="connsiteY60" fmla="*/ 216086 h 1096380"/>
                  <a:gd name="connsiteX61" fmla="*/ 914187 w 1580076"/>
                  <a:gd name="connsiteY61" fmla="*/ 189966 h 1096380"/>
                  <a:gd name="connsiteX62" fmla="*/ 929021 w 1580076"/>
                  <a:gd name="connsiteY62" fmla="*/ 150947 h 1096380"/>
                  <a:gd name="connsiteX63" fmla="*/ 943209 w 1580076"/>
                  <a:gd name="connsiteY63" fmla="*/ 121926 h 1096380"/>
                  <a:gd name="connsiteX64" fmla="*/ 943209 w 1580076"/>
                  <a:gd name="connsiteY64" fmla="*/ 81617 h 1096380"/>
                  <a:gd name="connsiteX65" fmla="*/ 927086 w 1580076"/>
                  <a:gd name="connsiteY65" fmla="*/ 41954 h 1096380"/>
                  <a:gd name="connsiteX66" fmla="*/ 873234 w 1580076"/>
                  <a:gd name="connsiteY66" fmla="*/ 11643 h 1096380"/>
                  <a:gd name="connsiteX67" fmla="*/ 840988 w 1580076"/>
                  <a:gd name="connsiteY67" fmla="*/ 7451 h 1096380"/>
                  <a:gd name="connsiteX68" fmla="*/ 808741 w 1580076"/>
                  <a:gd name="connsiteY68" fmla="*/ 34 h 1096380"/>
                  <a:gd name="connsiteX69" fmla="*/ 808097 w 1580076"/>
                  <a:gd name="connsiteY69" fmla="*/ 34 h 1096380"/>
                  <a:gd name="connsiteX70" fmla="*/ 808097 w 1580076"/>
                  <a:gd name="connsiteY70" fmla="*/ 34 h 1096380"/>
                  <a:gd name="connsiteX71" fmla="*/ 717806 w 1580076"/>
                  <a:gd name="connsiteY71" fmla="*/ 77426 h 1096380"/>
                  <a:gd name="connsiteX72" fmla="*/ 622357 w 1580076"/>
                  <a:gd name="connsiteY72" fmla="*/ 123215 h 1096380"/>
                  <a:gd name="connsiteX73" fmla="*/ 518846 w 1580076"/>
                  <a:gd name="connsiteY73" fmla="*/ 185129 h 1096380"/>
                  <a:gd name="connsiteX74" fmla="*/ 492081 w 1580076"/>
                  <a:gd name="connsiteY74" fmla="*/ 216086 h 1096380"/>
                  <a:gd name="connsiteX75" fmla="*/ 508204 w 1580076"/>
                  <a:gd name="connsiteY75" fmla="*/ 292832 h 1096380"/>
                  <a:gd name="connsiteX76" fmla="*/ 568828 w 1580076"/>
                  <a:gd name="connsiteY76" fmla="*/ 288640 h 1096380"/>
                  <a:gd name="connsiteX77" fmla="*/ 627839 w 1580076"/>
                  <a:gd name="connsiteY77" fmla="*/ 284448 h 1096380"/>
                  <a:gd name="connsiteX78" fmla="*/ 626549 w 1580076"/>
                  <a:gd name="connsiteY78" fmla="*/ 328948 h 1096380"/>
                  <a:gd name="connsiteX79" fmla="*/ 576889 w 1580076"/>
                  <a:gd name="connsiteY79" fmla="*/ 337010 h 1096380"/>
                  <a:gd name="connsiteX80" fmla="*/ 547223 w 1580076"/>
                  <a:gd name="connsiteY80" fmla="*/ 373448 h 1096380"/>
                  <a:gd name="connsiteX81" fmla="*/ 570118 w 1580076"/>
                  <a:gd name="connsiteY81" fmla="*/ 406985 h 1096380"/>
                  <a:gd name="connsiteX82" fmla="*/ 584951 w 1580076"/>
                  <a:gd name="connsiteY82" fmla="*/ 433749 h 1096380"/>
                  <a:gd name="connsiteX83" fmla="*/ 578179 w 1580076"/>
                  <a:gd name="connsiteY83" fmla="*/ 459224 h 1096380"/>
                  <a:gd name="connsiteX84" fmla="*/ 552705 w 1580076"/>
                  <a:gd name="connsiteY84" fmla="*/ 477927 h 1096380"/>
                  <a:gd name="connsiteX85" fmla="*/ 551415 w 1580076"/>
                  <a:gd name="connsiteY85" fmla="*/ 516945 h 1096380"/>
                  <a:gd name="connsiteX86" fmla="*/ 511107 w 1580076"/>
                  <a:gd name="connsiteY86" fmla="*/ 508883 h 1096380"/>
                  <a:gd name="connsiteX87" fmla="*/ 442422 w 1580076"/>
                  <a:gd name="connsiteY87" fmla="*/ 504691 h 1096380"/>
                  <a:gd name="connsiteX88" fmla="*/ 419527 w 1580076"/>
                  <a:gd name="connsiteY88" fmla="*/ 502112 h 1096380"/>
                  <a:gd name="connsiteX89" fmla="*/ 405983 w 1580076"/>
                  <a:gd name="connsiteY89" fmla="*/ 534358 h 1096380"/>
                  <a:gd name="connsiteX90" fmla="*/ 379218 w 1580076"/>
                  <a:gd name="connsiteY90" fmla="*/ 569184 h 1096380"/>
                  <a:gd name="connsiteX91" fmla="*/ 350842 w 1580076"/>
                  <a:gd name="connsiteY91" fmla="*/ 579826 h 1096380"/>
                  <a:gd name="connsiteX92" fmla="*/ 299892 w 1580076"/>
                  <a:gd name="connsiteY92" fmla="*/ 584018 h 1096380"/>
                  <a:gd name="connsiteX93" fmla="*/ 318595 w 1580076"/>
                  <a:gd name="connsiteY93" fmla="*/ 535648 h 1096380"/>
                  <a:gd name="connsiteX94" fmla="*/ 355034 w 1580076"/>
                  <a:gd name="connsiteY94" fmla="*/ 541130 h 1096380"/>
                  <a:gd name="connsiteX95" fmla="*/ 360515 w 1580076"/>
                  <a:gd name="connsiteY95" fmla="*/ 512753 h 1096380"/>
                  <a:gd name="connsiteX96" fmla="*/ 352454 w 1580076"/>
                  <a:gd name="connsiteY96" fmla="*/ 477927 h 1096380"/>
                  <a:gd name="connsiteX97" fmla="*/ 365997 w 1580076"/>
                  <a:gd name="connsiteY97" fmla="*/ 443101 h 1096380"/>
                  <a:gd name="connsiteX98" fmla="*/ 361805 w 1580076"/>
                  <a:gd name="connsiteY98" fmla="*/ 393441 h 1096380"/>
                  <a:gd name="connsiteX99" fmla="*/ 330849 w 1580076"/>
                  <a:gd name="connsiteY99" fmla="*/ 404082 h 1096380"/>
                  <a:gd name="connsiteX100" fmla="*/ 297312 w 1580076"/>
                  <a:gd name="connsiteY100" fmla="*/ 410854 h 1096380"/>
                  <a:gd name="connsiteX101" fmla="*/ 273128 w 1580076"/>
                  <a:gd name="connsiteY101" fmla="*/ 394731 h 1096380"/>
                  <a:gd name="connsiteX102" fmla="*/ 285381 w 1580076"/>
                  <a:gd name="connsiteY102" fmla="*/ 340879 h 1096380"/>
                  <a:gd name="connsiteX103" fmla="*/ 265066 w 1580076"/>
                  <a:gd name="connsiteY103" fmla="*/ 348941 h 1096380"/>
                  <a:gd name="connsiteX104" fmla="*/ 228627 w 1580076"/>
                  <a:gd name="connsiteY104" fmla="*/ 377318 h 1096380"/>
                  <a:gd name="connsiteX105" fmla="*/ 213794 w 1580076"/>
                  <a:gd name="connsiteY105" fmla="*/ 359905 h 1096380"/>
                  <a:gd name="connsiteX106" fmla="*/ 200251 w 1580076"/>
                  <a:gd name="connsiteY106" fmla="*/ 373448 h 1096380"/>
                  <a:gd name="connsiteX107" fmla="*/ 186707 w 1580076"/>
                  <a:gd name="connsiteY107" fmla="*/ 420528 h 1096380"/>
                  <a:gd name="connsiteX108" fmla="*/ 190899 w 1580076"/>
                  <a:gd name="connsiteY108" fmla="*/ 481152 h 1096380"/>
                  <a:gd name="connsiteX109" fmla="*/ 209602 w 1580076"/>
                  <a:gd name="connsiteY109" fmla="*/ 522749 h 1096380"/>
                  <a:gd name="connsiteX110" fmla="*/ 189287 w 1580076"/>
                  <a:gd name="connsiteY110" fmla="*/ 572409 h 1096380"/>
                  <a:gd name="connsiteX111" fmla="*/ 183805 w 1580076"/>
                  <a:gd name="connsiteY111" fmla="*/ 626261 h 1096380"/>
                  <a:gd name="connsiteX112" fmla="*/ 142207 w 1580076"/>
                  <a:gd name="connsiteY112" fmla="*/ 647866 h 1096380"/>
                  <a:gd name="connsiteX113" fmla="*/ 144787 w 1580076"/>
                  <a:gd name="connsiteY113" fmla="*/ 678823 h 1096380"/>
                  <a:gd name="connsiteX114" fmla="*/ 123182 w 1580076"/>
                  <a:gd name="connsiteY114" fmla="*/ 705587 h 1096380"/>
                  <a:gd name="connsiteX115" fmla="*/ 92225 w 1580076"/>
                  <a:gd name="connsiteY115" fmla="*/ 708167 h 1096380"/>
                  <a:gd name="connsiteX116" fmla="*/ 71265 w 1580076"/>
                  <a:gd name="connsiteY116" fmla="*/ 696236 h 1096380"/>
                  <a:gd name="connsiteX117" fmla="*/ 79971 w 1580076"/>
                  <a:gd name="connsiteY117" fmla="*/ 714939 h 1096380"/>
                  <a:gd name="connsiteX118" fmla="*/ 98674 w 1580076"/>
                  <a:gd name="connsiteY118" fmla="*/ 759439 h 1096380"/>
                  <a:gd name="connsiteX119" fmla="*/ 94482 w 1580076"/>
                  <a:gd name="connsiteY119" fmla="*/ 783624 h 1096380"/>
                  <a:gd name="connsiteX120" fmla="*/ 59656 w 1580076"/>
                  <a:gd name="connsiteY120" fmla="*/ 806519 h 1096380"/>
                  <a:gd name="connsiteX121" fmla="*/ 39341 w 1580076"/>
                  <a:gd name="connsiteY121" fmla="*/ 829414 h 1096380"/>
                  <a:gd name="connsiteX122" fmla="*/ 41920 w 1580076"/>
                  <a:gd name="connsiteY122" fmla="*/ 860370 h 1096380"/>
                  <a:gd name="connsiteX123" fmla="*/ 43210 w 1580076"/>
                  <a:gd name="connsiteY123" fmla="*/ 895196 h 1096380"/>
                  <a:gd name="connsiteX124" fmla="*/ 25797 w 1580076"/>
                  <a:gd name="connsiteY124" fmla="*/ 932925 h 1096380"/>
                  <a:gd name="connsiteX125" fmla="*/ 23217 w 1580076"/>
                  <a:gd name="connsiteY125" fmla="*/ 934537 h 1096380"/>
                  <a:gd name="connsiteX126" fmla="*/ 49660 w 1580076"/>
                  <a:gd name="connsiteY126" fmla="*/ 939052 h 1096380"/>
                  <a:gd name="connsiteX127" fmla="*/ 97062 w 1580076"/>
                  <a:gd name="connsiteY127" fmla="*/ 924863 h 1096380"/>
                  <a:gd name="connsiteX128" fmla="*/ 121247 w 1580076"/>
                  <a:gd name="connsiteY128" fmla="*/ 952595 h 1096380"/>
                  <a:gd name="connsiteX129" fmla="*/ 117700 w 1580076"/>
                  <a:gd name="connsiteY129" fmla="*/ 987421 h 1096380"/>
                  <a:gd name="connsiteX130" fmla="*/ 168004 w 1580076"/>
                  <a:gd name="connsiteY130" fmla="*/ 1004512 h 1096380"/>
                  <a:gd name="connsiteX131" fmla="*/ 235077 w 1580076"/>
                  <a:gd name="connsiteY131" fmla="*/ 1026117 h 1096380"/>
                  <a:gd name="connsiteX132" fmla="*/ 272805 w 1580076"/>
                  <a:gd name="connsiteY132" fmla="*/ 1047722 h 1096380"/>
                  <a:gd name="connsiteX133" fmla="*/ 339233 w 1580076"/>
                  <a:gd name="connsiteY133" fmla="*/ 1045143 h 1096380"/>
                  <a:gd name="connsiteX134" fmla="*/ 393084 w 1580076"/>
                  <a:gd name="connsiteY134" fmla="*/ 1068360 h 1096380"/>
                  <a:gd name="connsiteX135" fmla="*/ 417269 w 1580076"/>
                  <a:gd name="connsiteY135" fmla="*/ 1107701 h 1096380"/>
                  <a:gd name="connsiteX136" fmla="*/ 451451 w 1580076"/>
                  <a:gd name="connsiteY136" fmla="*/ 1097060 h 1096380"/>
                  <a:gd name="connsiteX137" fmla="*/ 495306 w 1580076"/>
                  <a:gd name="connsiteY137" fmla="*/ 1093512 h 1096380"/>
                  <a:gd name="connsiteX138" fmla="*/ 501433 w 1580076"/>
                  <a:gd name="connsiteY138" fmla="*/ 1061266 h 1096380"/>
                  <a:gd name="connsiteX139" fmla="*/ 520136 w 1580076"/>
                  <a:gd name="connsiteY139" fmla="*/ 1044175 h 1096380"/>
                  <a:gd name="connsiteX140" fmla="*/ 543353 w 1580076"/>
                  <a:gd name="connsiteY140" fmla="*/ 1010961 h 1096380"/>
                  <a:gd name="connsiteX141" fmla="*/ 576567 w 1580076"/>
                  <a:gd name="connsiteY141" fmla="*/ 1002900 h 1096380"/>
                  <a:gd name="connsiteX142" fmla="*/ 607846 w 1580076"/>
                  <a:gd name="connsiteY142" fmla="*/ 983229 h 1096380"/>
                  <a:gd name="connsiteX143" fmla="*/ 660730 w 1580076"/>
                  <a:gd name="connsiteY143" fmla="*/ 993226 h 1096380"/>
                  <a:gd name="connsiteX144" fmla="*/ 665245 w 1580076"/>
                  <a:gd name="connsiteY144" fmla="*/ 1036114 h 1096380"/>
                  <a:gd name="connsiteX145" fmla="*/ 634933 w 1580076"/>
                  <a:gd name="connsiteY145" fmla="*/ 1033534 h 1096380"/>
                  <a:gd name="connsiteX146" fmla="*/ 656538 w 1580076"/>
                  <a:gd name="connsiteY146" fmla="*/ 1058686 h 1096380"/>
                  <a:gd name="connsiteX147" fmla="*/ 705875 w 1580076"/>
                  <a:gd name="connsiteY147" fmla="*/ 1056751 h 1096380"/>
                  <a:gd name="connsiteX148" fmla="*/ 767788 w 1580076"/>
                  <a:gd name="connsiteY148" fmla="*/ 1056751 h 1096380"/>
                  <a:gd name="connsiteX149" fmla="*/ 799068 w 1580076"/>
                  <a:gd name="connsiteY149" fmla="*/ 1038048 h 1096380"/>
                  <a:gd name="connsiteX150" fmla="*/ 845502 w 1580076"/>
                  <a:gd name="connsiteY150" fmla="*/ 1056106 h 1096380"/>
                  <a:gd name="connsiteX151" fmla="*/ 890325 w 1580076"/>
                  <a:gd name="connsiteY151" fmla="*/ 1049980 h 1096380"/>
                  <a:gd name="connsiteX152" fmla="*/ 935148 w 1580076"/>
                  <a:gd name="connsiteY152" fmla="*/ 1027730 h 1096380"/>
                  <a:gd name="connsiteX153" fmla="*/ 997706 w 1580076"/>
                  <a:gd name="connsiteY153" fmla="*/ 1017733 h 1096380"/>
                  <a:gd name="connsiteX154" fmla="*/ 1010282 w 1580076"/>
                  <a:gd name="connsiteY154" fmla="*/ 1040950 h 1096380"/>
                  <a:gd name="connsiteX155" fmla="*/ 1065746 w 1580076"/>
                  <a:gd name="connsiteY155" fmla="*/ 1033856 h 1096380"/>
                  <a:gd name="connsiteX156" fmla="*/ 1087351 w 1580076"/>
                  <a:gd name="connsiteY156" fmla="*/ 1043853 h 1096380"/>
                  <a:gd name="connsiteX157" fmla="*/ 1122177 w 1580076"/>
                  <a:gd name="connsiteY157" fmla="*/ 1037726 h 1096380"/>
                  <a:gd name="connsiteX158" fmla="*/ 1145395 w 1580076"/>
                  <a:gd name="connsiteY158" fmla="*/ 1029664 h 1096380"/>
                  <a:gd name="connsiteX159" fmla="*/ 1168612 w 1580076"/>
                  <a:gd name="connsiteY159" fmla="*/ 1050302 h 1096380"/>
                  <a:gd name="connsiteX160" fmla="*/ 1187315 w 1580076"/>
                  <a:gd name="connsiteY160" fmla="*/ 1064491 h 1096380"/>
                  <a:gd name="connsiteX161" fmla="*/ 1197956 w 1580076"/>
                  <a:gd name="connsiteY161" fmla="*/ 1078034 h 1096380"/>
                  <a:gd name="connsiteX162" fmla="*/ 1203116 w 1580076"/>
                  <a:gd name="connsiteY162" fmla="*/ 1088675 h 1096380"/>
                  <a:gd name="connsiteX163" fmla="*/ 1218594 w 1580076"/>
                  <a:gd name="connsiteY163" fmla="*/ 1088031 h 1096380"/>
                  <a:gd name="connsiteX164" fmla="*/ 1228591 w 1580076"/>
                  <a:gd name="connsiteY164" fmla="*/ 1069972 h 1096380"/>
                  <a:gd name="connsiteX165" fmla="*/ 1233105 w 1580076"/>
                  <a:gd name="connsiteY165" fmla="*/ 1024182 h 1096380"/>
                  <a:gd name="connsiteX166" fmla="*/ 1250196 w 1580076"/>
                  <a:gd name="connsiteY166" fmla="*/ 984842 h 1096380"/>
                  <a:gd name="connsiteX167" fmla="*/ 1260837 w 1580076"/>
                  <a:gd name="connsiteY167" fmla="*/ 943566 h 1096380"/>
                  <a:gd name="connsiteX168" fmla="*/ 1278895 w 1580076"/>
                  <a:gd name="connsiteY168" fmla="*/ 914867 h 1096380"/>
                  <a:gd name="connsiteX169" fmla="*/ 1302112 w 1580076"/>
                  <a:gd name="connsiteY169" fmla="*/ 884555 h 1096380"/>
                  <a:gd name="connsiteX170" fmla="*/ 1322750 w 1580076"/>
                  <a:gd name="connsiteY170" fmla="*/ 853276 h 1096380"/>
                  <a:gd name="connsiteX171" fmla="*/ 1354029 w 1580076"/>
                  <a:gd name="connsiteY171" fmla="*/ 850696 h 1096380"/>
                  <a:gd name="connsiteX172" fmla="*/ 1401432 w 1580076"/>
                  <a:gd name="connsiteY172" fmla="*/ 828446 h 1096380"/>
                  <a:gd name="connsiteX173" fmla="*/ 1414008 w 1580076"/>
                  <a:gd name="connsiteY173" fmla="*/ 810388 h 1096380"/>
                  <a:gd name="connsiteX174" fmla="*/ 1427551 w 1580076"/>
                  <a:gd name="connsiteY174" fmla="*/ 770080 h 1096380"/>
                  <a:gd name="connsiteX175" fmla="*/ 1449801 w 1580076"/>
                  <a:gd name="connsiteY175" fmla="*/ 754924 h 1096380"/>
                  <a:gd name="connsiteX176" fmla="*/ 1468504 w 1580076"/>
                  <a:gd name="connsiteY176" fmla="*/ 733319 h 1096380"/>
                  <a:gd name="connsiteX177" fmla="*/ 1482048 w 1580076"/>
                  <a:gd name="connsiteY177" fmla="*/ 719775 h 1096380"/>
                  <a:gd name="connsiteX178" fmla="*/ 1489142 w 1580076"/>
                  <a:gd name="connsiteY178" fmla="*/ 703652 h 1096380"/>
                  <a:gd name="connsiteX179" fmla="*/ 1473986 w 1580076"/>
                  <a:gd name="connsiteY179" fmla="*/ 679467 h 1096380"/>
                  <a:gd name="connsiteX180" fmla="*/ 1455283 w 1580076"/>
                  <a:gd name="connsiteY180" fmla="*/ 665279 h 1096380"/>
                  <a:gd name="connsiteX181" fmla="*/ 1434645 w 1580076"/>
                  <a:gd name="connsiteY181" fmla="*/ 653670 h 1096380"/>
                  <a:gd name="connsiteX182" fmla="*/ 1412395 w 1580076"/>
                  <a:gd name="connsiteY182" fmla="*/ 657217 h 1096380"/>
                  <a:gd name="connsiteX183" fmla="*/ 1389178 w 1580076"/>
                  <a:gd name="connsiteY183" fmla="*/ 644641 h 1096380"/>
                  <a:gd name="connsiteX184" fmla="*/ 1399819 w 1580076"/>
                  <a:gd name="connsiteY184" fmla="*/ 619489 h 1096380"/>
                  <a:gd name="connsiteX185" fmla="*/ 1387243 w 1580076"/>
                  <a:gd name="connsiteY185" fmla="*/ 573054 h 1096380"/>
                  <a:gd name="connsiteX186" fmla="*/ 1437547 w 1580076"/>
                  <a:gd name="connsiteY186" fmla="*/ 593692 h 1096380"/>
                  <a:gd name="connsiteX187" fmla="*/ 1475276 w 1580076"/>
                  <a:gd name="connsiteY187" fmla="*/ 591757 h 1096380"/>
                  <a:gd name="connsiteX188" fmla="*/ 1530740 w 1580076"/>
                  <a:gd name="connsiteY188" fmla="*/ 591757 h 1096380"/>
                  <a:gd name="connsiteX189" fmla="*/ 1581044 w 1580076"/>
                  <a:gd name="connsiteY189" fmla="*/ 566605 h 1096380"/>
                  <a:gd name="connsiteX190" fmla="*/ 1595233 w 1580076"/>
                  <a:gd name="connsiteY190" fmla="*/ 548224 h 1096380"/>
                  <a:gd name="connsiteX191" fmla="*/ 1592976 w 1580076"/>
                  <a:gd name="connsiteY191" fmla="*/ 545967 h 1096380"/>
                  <a:gd name="connsiteX192" fmla="*/ 1592331 w 1580076"/>
                  <a:gd name="connsiteY192" fmla="*/ 515010 h 1096380"/>
                  <a:gd name="connsiteX193" fmla="*/ 7094 w 1580076"/>
                  <a:gd name="connsiteY193" fmla="*/ 947758 h 1096380"/>
                  <a:gd name="connsiteX194" fmla="*/ 0 w 1580076"/>
                  <a:gd name="connsiteY194" fmla="*/ 958077 h 1096380"/>
                  <a:gd name="connsiteX195" fmla="*/ 7094 w 1580076"/>
                  <a:gd name="connsiteY195" fmla="*/ 947758 h 1096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</a:cxnLst>
                <a:rect l="l" t="t" r="r" b="b"/>
                <a:pathLst>
                  <a:path w="1580076" h="1096380">
                    <a:moveTo>
                      <a:pt x="1592331" y="515010"/>
                    </a:moveTo>
                    <a:cubicBezTo>
                      <a:pt x="1600392" y="505014"/>
                      <a:pt x="1597812" y="497920"/>
                      <a:pt x="1589751" y="487278"/>
                    </a:cubicBezTo>
                    <a:cubicBezTo>
                      <a:pt x="1581689" y="476637"/>
                      <a:pt x="1585236" y="476637"/>
                      <a:pt x="1579755" y="456967"/>
                    </a:cubicBezTo>
                    <a:cubicBezTo>
                      <a:pt x="1574273" y="437296"/>
                      <a:pt x="1589751" y="438909"/>
                      <a:pt x="1585236" y="429235"/>
                    </a:cubicBezTo>
                    <a:cubicBezTo>
                      <a:pt x="1580722" y="419238"/>
                      <a:pt x="1569113" y="423753"/>
                      <a:pt x="1556537" y="420206"/>
                    </a:cubicBezTo>
                    <a:cubicBezTo>
                      <a:pt x="1543961" y="416659"/>
                      <a:pt x="1537834" y="416659"/>
                      <a:pt x="1520743" y="422785"/>
                    </a:cubicBezTo>
                    <a:cubicBezTo>
                      <a:pt x="1503653" y="428912"/>
                      <a:pt x="1481403" y="408597"/>
                      <a:pt x="1479468" y="392474"/>
                    </a:cubicBezTo>
                    <a:cubicBezTo>
                      <a:pt x="1477533" y="376351"/>
                      <a:pt x="1441095" y="369256"/>
                      <a:pt x="1426584" y="357648"/>
                    </a:cubicBezTo>
                    <a:cubicBezTo>
                      <a:pt x="1412395" y="346039"/>
                      <a:pt x="1396272" y="357648"/>
                      <a:pt x="1388856" y="350553"/>
                    </a:cubicBezTo>
                    <a:cubicBezTo>
                      <a:pt x="1381761" y="343459"/>
                      <a:pt x="1380794" y="323789"/>
                      <a:pt x="1371765" y="325401"/>
                    </a:cubicBezTo>
                    <a:cubicBezTo>
                      <a:pt x="1362736" y="327336"/>
                      <a:pt x="1369830" y="352166"/>
                      <a:pt x="1350160" y="349586"/>
                    </a:cubicBezTo>
                    <a:cubicBezTo>
                      <a:pt x="1330489" y="347006"/>
                      <a:pt x="1335971" y="346039"/>
                      <a:pt x="1325007" y="347651"/>
                    </a:cubicBezTo>
                    <a:cubicBezTo>
                      <a:pt x="1314366" y="349586"/>
                      <a:pt x="1336616" y="381832"/>
                      <a:pt x="1316946" y="378930"/>
                    </a:cubicBezTo>
                    <a:cubicBezTo>
                      <a:pt x="1297275" y="376351"/>
                      <a:pt x="1307917" y="372803"/>
                      <a:pt x="1280185" y="380865"/>
                    </a:cubicBezTo>
                    <a:cubicBezTo>
                      <a:pt x="1252453" y="388927"/>
                      <a:pt x="1244391" y="375383"/>
                      <a:pt x="1250518" y="369256"/>
                    </a:cubicBezTo>
                    <a:cubicBezTo>
                      <a:pt x="1256645" y="363129"/>
                      <a:pt x="1250518" y="351198"/>
                      <a:pt x="1238909" y="352166"/>
                    </a:cubicBezTo>
                    <a:cubicBezTo>
                      <a:pt x="1227301" y="353133"/>
                      <a:pt x="1242457" y="333463"/>
                      <a:pt x="1228913" y="335075"/>
                    </a:cubicBezTo>
                    <a:cubicBezTo>
                      <a:pt x="1215369" y="337010"/>
                      <a:pt x="1207308" y="355713"/>
                      <a:pt x="1198601" y="364742"/>
                    </a:cubicBezTo>
                    <a:cubicBezTo>
                      <a:pt x="1189572" y="373771"/>
                      <a:pt x="1179898" y="370224"/>
                      <a:pt x="1156358" y="365709"/>
                    </a:cubicBezTo>
                    <a:cubicBezTo>
                      <a:pt x="1133141" y="361195"/>
                      <a:pt x="1162485" y="348619"/>
                      <a:pt x="1176996" y="341524"/>
                    </a:cubicBezTo>
                    <a:cubicBezTo>
                      <a:pt x="1191184" y="334430"/>
                      <a:pt x="1201181" y="314760"/>
                      <a:pt x="1186025" y="323466"/>
                    </a:cubicBezTo>
                    <a:cubicBezTo>
                      <a:pt x="1170869" y="332495"/>
                      <a:pt x="1165387" y="318952"/>
                      <a:pt x="1152811" y="303796"/>
                    </a:cubicBezTo>
                    <a:cubicBezTo>
                      <a:pt x="1140235" y="288640"/>
                      <a:pt x="1134108" y="301216"/>
                      <a:pt x="1109924" y="307343"/>
                    </a:cubicBezTo>
                    <a:cubicBezTo>
                      <a:pt x="1085739" y="313470"/>
                      <a:pt x="1082192" y="317984"/>
                      <a:pt x="1075742" y="337655"/>
                    </a:cubicBezTo>
                    <a:cubicBezTo>
                      <a:pt x="1069615" y="357325"/>
                      <a:pt x="1050590" y="359905"/>
                      <a:pt x="1048010" y="337655"/>
                    </a:cubicBezTo>
                    <a:cubicBezTo>
                      <a:pt x="1045431" y="315405"/>
                      <a:pt x="1030920" y="339589"/>
                      <a:pt x="1013829" y="351198"/>
                    </a:cubicBezTo>
                    <a:cubicBezTo>
                      <a:pt x="996738" y="362807"/>
                      <a:pt x="989644" y="346684"/>
                      <a:pt x="1003833" y="324434"/>
                    </a:cubicBezTo>
                    <a:cubicBezTo>
                      <a:pt x="1018021" y="302184"/>
                      <a:pt x="985130" y="292187"/>
                      <a:pt x="977713" y="320887"/>
                    </a:cubicBezTo>
                    <a:cubicBezTo>
                      <a:pt x="970619" y="349586"/>
                      <a:pt x="966104" y="343136"/>
                      <a:pt x="961590" y="339589"/>
                    </a:cubicBezTo>
                    <a:cubicBezTo>
                      <a:pt x="957075" y="336042"/>
                      <a:pt x="951593" y="342169"/>
                      <a:pt x="947401" y="329593"/>
                    </a:cubicBezTo>
                    <a:cubicBezTo>
                      <a:pt x="942887" y="317017"/>
                      <a:pt x="928698" y="327658"/>
                      <a:pt x="928698" y="317984"/>
                    </a:cubicBezTo>
                    <a:cubicBezTo>
                      <a:pt x="928698" y="307988"/>
                      <a:pt x="909995" y="316050"/>
                      <a:pt x="911608" y="303796"/>
                    </a:cubicBezTo>
                    <a:cubicBezTo>
                      <a:pt x="913542" y="291220"/>
                      <a:pt x="897419" y="297669"/>
                      <a:pt x="910640" y="287673"/>
                    </a:cubicBezTo>
                    <a:cubicBezTo>
                      <a:pt x="924184" y="277676"/>
                      <a:pt x="914187" y="264455"/>
                      <a:pt x="908061" y="262520"/>
                    </a:cubicBezTo>
                    <a:cubicBezTo>
                      <a:pt x="901934" y="260586"/>
                      <a:pt x="891937" y="268002"/>
                      <a:pt x="881296" y="279611"/>
                    </a:cubicBezTo>
                    <a:cubicBezTo>
                      <a:pt x="870655" y="291220"/>
                      <a:pt x="875814" y="279611"/>
                      <a:pt x="863238" y="278644"/>
                    </a:cubicBezTo>
                    <a:cubicBezTo>
                      <a:pt x="850662" y="277676"/>
                      <a:pt x="857111" y="285738"/>
                      <a:pt x="857111" y="297347"/>
                    </a:cubicBezTo>
                    <a:cubicBezTo>
                      <a:pt x="857111" y="308955"/>
                      <a:pt x="863238" y="323466"/>
                      <a:pt x="860658" y="327658"/>
                    </a:cubicBezTo>
                    <a:cubicBezTo>
                      <a:pt x="858079" y="332173"/>
                      <a:pt x="868720" y="348296"/>
                      <a:pt x="866140" y="350876"/>
                    </a:cubicBezTo>
                    <a:cubicBezTo>
                      <a:pt x="863560" y="353455"/>
                      <a:pt x="867108" y="366032"/>
                      <a:pt x="875169" y="373126"/>
                    </a:cubicBezTo>
                    <a:cubicBezTo>
                      <a:pt x="883231" y="380220"/>
                      <a:pt x="881296" y="385702"/>
                      <a:pt x="881296" y="394731"/>
                    </a:cubicBezTo>
                    <a:cubicBezTo>
                      <a:pt x="881296" y="403760"/>
                      <a:pt x="883231" y="408919"/>
                      <a:pt x="891937" y="417948"/>
                    </a:cubicBezTo>
                    <a:cubicBezTo>
                      <a:pt x="900966" y="426978"/>
                      <a:pt x="897419" y="434072"/>
                      <a:pt x="907093" y="436007"/>
                    </a:cubicBezTo>
                    <a:cubicBezTo>
                      <a:pt x="917090" y="437941"/>
                      <a:pt x="911608" y="440521"/>
                      <a:pt x="917735" y="453097"/>
                    </a:cubicBezTo>
                    <a:cubicBezTo>
                      <a:pt x="923861" y="465673"/>
                      <a:pt x="921282" y="464706"/>
                      <a:pt x="928376" y="485344"/>
                    </a:cubicBezTo>
                    <a:cubicBezTo>
                      <a:pt x="935470" y="505981"/>
                      <a:pt x="921282" y="509528"/>
                      <a:pt x="906771" y="507594"/>
                    </a:cubicBezTo>
                    <a:cubicBezTo>
                      <a:pt x="892582" y="505659"/>
                      <a:pt x="880006" y="521137"/>
                      <a:pt x="878071" y="509528"/>
                    </a:cubicBezTo>
                    <a:cubicBezTo>
                      <a:pt x="876137" y="497920"/>
                      <a:pt x="870977" y="498887"/>
                      <a:pt x="863883" y="498887"/>
                    </a:cubicBezTo>
                    <a:cubicBezTo>
                      <a:pt x="856789" y="498887"/>
                      <a:pt x="846792" y="494373"/>
                      <a:pt x="839698" y="484699"/>
                    </a:cubicBezTo>
                    <a:cubicBezTo>
                      <a:pt x="832604" y="474702"/>
                      <a:pt x="814546" y="501789"/>
                      <a:pt x="806484" y="492760"/>
                    </a:cubicBezTo>
                    <a:cubicBezTo>
                      <a:pt x="798423" y="483731"/>
                      <a:pt x="799390" y="487278"/>
                      <a:pt x="801002" y="468575"/>
                    </a:cubicBezTo>
                    <a:cubicBezTo>
                      <a:pt x="802937" y="449873"/>
                      <a:pt x="789394" y="455032"/>
                      <a:pt x="794875" y="443423"/>
                    </a:cubicBezTo>
                    <a:cubicBezTo>
                      <a:pt x="800357" y="431814"/>
                      <a:pt x="796810" y="426332"/>
                      <a:pt x="792296" y="404082"/>
                    </a:cubicBezTo>
                    <a:cubicBezTo>
                      <a:pt x="787781" y="381832"/>
                      <a:pt x="796165" y="362807"/>
                      <a:pt x="806807" y="351521"/>
                    </a:cubicBezTo>
                    <a:cubicBezTo>
                      <a:pt x="817448" y="340234"/>
                      <a:pt x="816158" y="329916"/>
                      <a:pt x="820350" y="322499"/>
                    </a:cubicBezTo>
                    <a:cubicBezTo>
                      <a:pt x="824542" y="315082"/>
                      <a:pt x="811644" y="303796"/>
                      <a:pt x="808097" y="298959"/>
                    </a:cubicBezTo>
                    <a:cubicBezTo>
                      <a:pt x="804872" y="294122"/>
                      <a:pt x="808741" y="277999"/>
                      <a:pt x="816158" y="268647"/>
                    </a:cubicBezTo>
                    <a:cubicBezTo>
                      <a:pt x="823575" y="259296"/>
                      <a:pt x="830991" y="256394"/>
                      <a:pt x="837118" y="253169"/>
                    </a:cubicBezTo>
                    <a:cubicBezTo>
                      <a:pt x="843245" y="249944"/>
                      <a:pt x="855821" y="252524"/>
                      <a:pt x="875492" y="246397"/>
                    </a:cubicBezTo>
                    <a:cubicBezTo>
                      <a:pt x="894839" y="240270"/>
                      <a:pt x="889035" y="243172"/>
                      <a:pt x="889035" y="234143"/>
                    </a:cubicBezTo>
                    <a:cubicBezTo>
                      <a:pt x="889035" y="225114"/>
                      <a:pt x="895807" y="225437"/>
                      <a:pt x="901289" y="216086"/>
                    </a:cubicBezTo>
                    <a:cubicBezTo>
                      <a:pt x="906771" y="206734"/>
                      <a:pt x="904514" y="201252"/>
                      <a:pt x="914187" y="189966"/>
                    </a:cubicBezTo>
                    <a:cubicBezTo>
                      <a:pt x="923539" y="178679"/>
                      <a:pt x="923539" y="163846"/>
                      <a:pt x="929021" y="150947"/>
                    </a:cubicBezTo>
                    <a:cubicBezTo>
                      <a:pt x="934503" y="138049"/>
                      <a:pt x="936437" y="130632"/>
                      <a:pt x="943209" y="121926"/>
                    </a:cubicBezTo>
                    <a:cubicBezTo>
                      <a:pt x="949981" y="113219"/>
                      <a:pt x="945144" y="101610"/>
                      <a:pt x="943209" y="81617"/>
                    </a:cubicBezTo>
                    <a:cubicBezTo>
                      <a:pt x="941274" y="61302"/>
                      <a:pt x="935148" y="53241"/>
                      <a:pt x="927086" y="41954"/>
                    </a:cubicBezTo>
                    <a:cubicBezTo>
                      <a:pt x="919024" y="30668"/>
                      <a:pt x="890003" y="10353"/>
                      <a:pt x="873234" y="11643"/>
                    </a:cubicBezTo>
                    <a:cubicBezTo>
                      <a:pt x="856466" y="12933"/>
                      <a:pt x="849050" y="15835"/>
                      <a:pt x="840988" y="7451"/>
                    </a:cubicBezTo>
                    <a:cubicBezTo>
                      <a:pt x="832926" y="-933"/>
                      <a:pt x="818738" y="34"/>
                      <a:pt x="808741" y="34"/>
                    </a:cubicBezTo>
                    <a:cubicBezTo>
                      <a:pt x="808419" y="34"/>
                      <a:pt x="808419" y="34"/>
                      <a:pt x="808097" y="34"/>
                    </a:cubicBezTo>
                    <a:lnTo>
                      <a:pt x="808097" y="34"/>
                    </a:lnTo>
                    <a:cubicBezTo>
                      <a:pt x="764564" y="39697"/>
                      <a:pt x="739411" y="72588"/>
                      <a:pt x="717806" y="77426"/>
                    </a:cubicBezTo>
                    <a:cubicBezTo>
                      <a:pt x="693622" y="82907"/>
                      <a:pt x="635900" y="108382"/>
                      <a:pt x="622357" y="123215"/>
                    </a:cubicBezTo>
                    <a:cubicBezTo>
                      <a:pt x="608813" y="138049"/>
                      <a:pt x="553672" y="174165"/>
                      <a:pt x="518846" y="185129"/>
                    </a:cubicBezTo>
                    <a:cubicBezTo>
                      <a:pt x="484020" y="195770"/>
                      <a:pt x="495951" y="206734"/>
                      <a:pt x="492081" y="216086"/>
                    </a:cubicBezTo>
                    <a:cubicBezTo>
                      <a:pt x="488212" y="225437"/>
                      <a:pt x="489501" y="275096"/>
                      <a:pt x="508204" y="292832"/>
                    </a:cubicBezTo>
                    <a:cubicBezTo>
                      <a:pt x="526907" y="310245"/>
                      <a:pt x="551092" y="299604"/>
                      <a:pt x="568828" y="288640"/>
                    </a:cubicBezTo>
                    <a:cubicBezTo>
                      <a:pt x="586241" y="277999"/>
                      <a:pt x="622679" y="273807"/>
                      <a:pt x="627839" y="284448"/>
                    </a:cubicBezTo>
                    <a:cubicBezTo>
                      <a:pt x="633321" y="295089"/>
                      <a:pt x="642672" y="323466"/>
                      <a:pt x="626549" y="328948"/>
                    </a:cubicBezTo>
                    <a:cubicBezTo>
                      <a:pt x="610426" y="334430"/>
                      <a:pt x="591723" y="337010"/>
                      <a:pt x="576889" y="337010"/>
                    </a:cubicBezTo>
                    <a:cubicBezTo>
                      <a:pt x="562056" y="337010"/>
                      <a:pt x="552705" y="349263"/>
                      <a:pt x="547223" y="373448"/>
                    </a:cubicBezTo>
                    <a:cubicBezTo>
                      <a:pt x="541741" y="397633"/>
                      <a:pt x="557864" y="409887"/>
                      <a:pt x="570118" y="406985"/>
                    </a:cubicBezTo>
                    <a:cubicBezTo>
                      <a:pt x="582371" y="404405"/>
                      <a:pt x="576889" y="424398"/>
                      <a:pt x="584951" y="433749"/>
                    </a:cubicBezTo>
                    <a:cubicBezTo>
                      <a:pt x="593013" y="443101"/>
                      <a:pt x="583661" y="457934"/>
                      <a:pt x="578179" y="459224"/>
                    </a:cubicBezTo>
                    <a:cubicBezTo>
                      <a:pt x="572697" y="460514"/>
                      <a:pt x="551415" y="464706"/>
                      <a:pt x="552705" y="477927"/>
                    </a:cubicBezTo>
                    <a:cubicBezTo>
                      <a:pt x="553994" y="491471"/>
                      <a:pt x="560766" y="508883"/>
                      <a:pt x="551415" y="516945"/>
                    </a:cubicBezTo>
                    <a:cubicBezTo>
                      <a:pt x="542063" y="525007"/>
                      <a:pt x="528520" y="519525"/>
                      <a:pt x="511107" y="508883"/>
                    </a:cubicBezTo>
                    <a:cubicBezTo>
                      <a:pt x="493693" y="498242"/>
                      <a:pt x="455965" y="510173"/>
                      <a:pt x="442422" y="504691"/>
                    </a:cubicBezTo>
                    <a:cubicBezTo>
                      <a:pt x="428878" y="499210"/>
                      <a:pt x="427588" y="502112"/>
                      <a:pt x="419527" y="502112"/>
                    </a:cubicBezTo>
                    <a:cubicBezTo>
                      <a:pt x="411465" y="502112"/>
                      <a:pt x="405983" y="527586"/>
                      <a:pt x="405983" y="534358"/>
                    </a:cubicBezTo>
                    <a:cubicBezTo>
                      <a:pt x="405983" y="541130"/>
                      <a:pt x="403403" y="567895"/>
                      <a:pt x="379218" y="569184"/>
                    </a:cubicBezTo>
                    <a:cubicBezTo>
                      <a:pt x="355034" y="570474"/>
                      <a:pt x="361805" y="573376"/>
                      <a:pt x="350842" y="579826"/>
                    </a:cubicBezTo>
                    <a:cubicBezTo>
                      <a:pt x="340200" y="586598"/>
                      <a:pt x="313113" y="593369"/>
                      <a:pt x="299892" y="584018"/>
                    </a:cubicBezTo>
                    <a:cubicBezTo>
                      <a:pt x="286349" y="574666"/>
                      <a:pt x="302472" y="546289"/>
                      <a:pt x="318595" y="535648"/>
                    </a:cubicBezTo>
                    <a:cubicBezTo>
                      <a:pt x="334718" y="525007"/>
                      <a:pt x="333428" y="541130"/>
                      <a:pt x="355034" y="541130"/>
                    </a:cubicBezTo>
                    <a:cubicBezTo>
                      <a:pt x="376639" y="541130"/>
                      <a:pt x="360515" y="531779"/>
                      <a:pt x="360515" y="512753"/>
                    </a:cubicBezTo>
                    <a:cubicBezTo>
                      <a:pt x="360515" y="494050"/>
                      <a:pt x="355034" y="494050"/>
                      <a:pt x="352454" y="477927"/>
                    </a:cubicBezTo>
                    <a:cubicBezTo>
                      <a:pt x="349874" y="461804"/>
                      <a:pt x="363095" y="463093"/>
                      <a:pt x="365997" y="443101"/>
                    </a:cubicBezTo>
                    <a:cubicBezTo>
                      <a:pt x="368577" y="422785"/>
                      <a:pt x="368577" y="409564"/>
                      <a:pt x="361805" y="393441"/>
                    </a:cubicBezTo>
                    <a:cubicBezTo>
                      <a:pt x="355034" y="377318"/>
                      <a:pt x="340200" y="400213"/>
                      <a:pt x="330849" y="404082"/>
                    </a:cubicBezTo>
                    <a:cubicBezTo>
                      <a:pt x="321497" y="408275"/>
                      <a:pt x="316015" y="410854"/>
                      <a:pt x="297312" y="410854"/>
                    </a:cubicBezTo>
                    <a:cubicBezTo>
                      <a:pt x="278610" y="410854"/>
                      <a:pt x="275707" y="405372"/>
                      <a:pt x="273128" y="394731"/>
                    </a:cubicBezTo>
                    <a:cubicBezTo>
                      <a:pt x="270548" y="384090"/>
                      <a:pt x="289251" y="357002"/>
                      <a:pt x="285381" y="340879"/>
                    </a:cubicBezTo>
                    <a:cubicBezTo>
                      <a:pt x="281512" y="324756"/>
                      <a:pt x="273128" y="340879"/>
                      <a:pt x="265066" y="348941"/>
                    </a:cubicBezTo>
                    <a:cubicBezTo>
                      <a:pt x="257004" y="357002"/>
                      <a:pt x="250233" y="369256"/>
                      <a:pt x="228627" y="377318"/>
                    </a:cubicBezTo>
                    <a:cubicBezTo>
                      <a:pt x="207022" y="385380"/>
                      <a:pt x="227338" y="371836"/>
                      <a:pt x="213794" y="359905"/>
                    </a:cubicBezTo>
                    <a:cubicBezTo>
                      <a:pt x="200251" y="347651"/>
                      <a:pt x="203153" y="369256"/>
                      <a:pt x="200251" y="373448"/>
                    </a:cubicBezTo>
                    <a:cubicBezTo>
                      <a:pt x="197671" y="377640"/>
                      <a:pt x="186707" y="400213"/>
                      <a:pt x="186707" y="420528"/>
                    </a:cubicBezTo>
                    <a:cubicBezTo>
                      <a:pt x="186707" y="440844"/>
                      <a:pt x="190899" y="451485"/>
                      <a:pt x="190899" y="481152"/>
                    </a:cubicBezTo>
                    <a:cubicBezTo>
                      <a:pt x="190899" y="510818"/>
                      <a:pt x="197671" y="507916"/>
                      <a:pt x="209602" y="522749"/>
                    </a:cubicBezTo>
                    <a:cubicBezTo>
                      <a:pt x="221533" y="537583"/>
                      <a:pt x="208312" y="541452"/>
                      <a:pt x="189287" y="572409"/>
                    </a:cubicBezTo>
                    <a:cubicBezTo>
                      <a:pt x="170584" y="603366"/>
                      <a:pt x="191866" y="620779"/>
                      <a:pt x="183805" y="626261"/>
                    </a:cubicBezTo>
                    <a:cubicBezTo>
                      <a:pt x="175743" y="631743"/>
                      <a:pt x="160910" y="641094"/>
                      <a:pt x="142207" y="647866"/>
                    </a:cubicBezTo>
                    <a:cubicBezTo>
                      <a:pt x="123504" y="654638"/>
                      <a:pt x="139627" y="668181"/>
                      <a:pt x="144787" y="678823"/>
                    </a:cubicBezTo>
                    <a:cubicBezTo>
                      <a:pt x="150268" y="689464"/>
                      <a:pt x="144787" y="699138"/>
                      <a:pt x="123182" y="705587"/>
                    </a:cubicBezTo>
                    <a:cubicBezTo>
                      <a:pt x="101576" y="712359"/>
                      <a:pt x="104479" y="713649"/>
                      <a:pt x="92225" y="708167"/>
                    </a:cubicBezTo>
                    <a:cubicBezTo>
                      <a:pt x="83196" y="704297"/>
                      <a:pt x="79326" y="698493"/>
                      <a:pt x="71265" y="696236"/>
                    </a:cubicBezTo>
                    <a:cubicBezTo>
                      <a:pt x="73522" y="703975"/>
                      <a:pt x="76424" y="710747"/>
                      <a:pt x="79971" y="714939"/>
                    </a:cubicBezTo>
                    <a:cubicBezTo>
                      <a:pt x="94805" y="732352"/>
                      <a:pt x="92225" y="748475"/>
                      <a:pt x="98674" y="759439"/>
                    </a:cubicBezTo>
                    <a:cubicBezTo>
                      <a:pt x="105446" y="770080"/>
                      <a:pt x="105446" y="771692"/>
                      <a:pt x="94482" y="783624"/>
                    </a:cubicBezTo>
                    <a:cubicBezTo>
                      <a:pt x="83841" y="795877"/>
                      <a:pt x="82229" y="794265"/>
                      <a:pt x="59656" y="806519"/>
                    </a:cubicBezTo>
                    <a:cubicBezTo>
                      <a:pt x="36761" y="818772"/>
                      <a:pt x="19348" y="815870"/>
                      <a:pt x="39341" y="829414"/>
                    </a:cubicBezTo>
                    <a:cubicBezTo>
                      <a:pt x="59656" y="842957"/>
                      <a:pt x="52884" y="849729"/>
                      <a:pt x="41920" y="860370"/>
                    </a:cubicBezTo>
                    <a:cubicBezTo>
                      <a:pt x="31279" y="871012"/>
                      <a:pt x="47402" y="877783"/>
                      <a:pt x="43210" y="895196"/>
                    </a:cubicBezTo>
                    <a:cubicBezTo>
                      <a:pt x="39018" y="912610"/>
                      <a:pt x="48692" y="918091"/>
                      <a:pt x="25797" y="932925"/>
                    </a:cubicBezTo>
                    <a:cubicBezTo>
                      <a:pt x="24830" y="933570"/>
                      <a:pt x="24185" y="933892"/>
                      <a:pt x="23217" y="934537"/>
                    </a:cubicBezTo>
                    <a:cubicBezTo>
                      <a:pt x="33859" y="936149"/>
                      <a:pt x="43533" y="937762"/>
                      <a:pt x="49660" y="939052"/>
                    </a:cubicBezTo>
                    <a:cubicBezTo>
                      <a:pt x="71910" y="943566"/>
                      <a:pt x="83841" y="930023"/>
                      <a:pt x="97062" y="924863"/>
                    </a:cubicBezTo>
                    <a:cubicBezTo>
                      <a:pt x="110605" y="919381"/>
                      <a:pt x="124794" y="933892"/>
                      <a:pt x="121247" y="952595"/>
                    </a:cubicBezTo>
                    <a:cubicBezTo>
                      <a:pt x="117700" y="971298"/>
                      <a:pt x="101576" y="978715"/>
                      <a:pt x="117700" y="987421"/>
                    </a:cubicBezTo>
                    <a:cubicBezTo>
                      <a:pt x="133823" y="996128"/>
                      <a:pt x="153493" y="1003545"/>
                      <a:pt x="168004" y="1004512"/>
                    </a:cubicBezTo>
                    <a:cubicBezTo>
                      <a:pt x="182193" y="1005479"/>
                      <a:pt x="223468" y="1010639"/>
                      <a:pt x="235077" y="1026117"/>
                    </a:cubicBezTo>
                    <a:cubicBezTo>
                      <a:pt x="246685" y="1041273"/>
                      <a:pt x="246685" y="1047722"/>
                      <a:pt x="272805" y="1047722"/>
                    </a:cubicBezTo>
                    <a:cubicBezTo>
                      <a:pt x="298925" y="1047722"/>
                      <a:pt x="316660" y="1045143"/>
                      <a:pt x="339233" y="1045143"/>
                    </a:cubicBezTo>
                    <a:cubicBezTo>
                      <a:pt x="361483" y="1045143"/>
                      <a:pt x="391150" y="1044175"/>
                      <a:pt x="393084" y="1068360"/>
                    </a:cubicBezTo>
                    <a:cubicBezTo>
                      <a:pt x="395019" y="1092545"/>
                      <a:pt x="399211" y="1102541"/>
                      <a:pt x="417269" y="1107701"/>
                    </a:cubicBezTo>
                    <a:cubicBezTo>
                      <a:pt x="435327" y="1113183"/>
                      <a:pt x="432425" y="1092545"/>
                      <a:pt x="451451" y="1097060"/>
                    </a:cubicBezTo>
                    <a:cubicBezTo>
                      <a:pt x="470154" y="1101574"/>
                      <a:pt x="490791" y="1093512"/>
                      <a:pt x="495306" y="1093512"/>
                    </a:cubicBezTo>
                    <a:cubicBezTo>
                      <a:pt x="499820" y="1093512"/>
                      <a:pt x="484664" y="1066748"/>
                      <a:pt x="501433" y="1061266"/>
                    </a:cubicBezTo>
                    <a:cubicBezTo>
                      <a:pt x="518523" y="1055784"/>
                      <a:pt x="503367" y="1050625"/>
                      <a:pt x="520136" y="1044175"/>
                    </a:cubicBezTo>
                    <a:cubicBezTo>
                      <a:pt x="537226" y="1038048"/>
                      <a:pt x="524650" y="1010961"/>
                      <a:pt x="543353" y="1010961"/>
                    </a:cubicBezTo>
                    <a:cubicBezTo>
                      <a:pt x="562056" y="1010961"/>
                      <a:pt x="554962" y="1002900"/>
                      <a:pt x="576567" y="1002900"/>
                    </a:cubicBezTo>
                    <a:cubicBezTo>
                      <a:pt x="598172" y="1002900"/>
                      <a:pt x="590110" y="987744"/>
                      <a:pt x="607846" y="983229"/>
                    </a:cubicBezTo>
                    <a:cubicBezTo>
                      <a:pt x="625904" y="978715"/>
                      <a:pt x="641060" y="977103"/>
                      <a:pt x="660730" y="993226"/>
                    </a:cubicBezTo>
                    <a:cubicBezTo>
                      <a:pt x="680401" y="1009349"/>
                      <a:pt x="682335" y="1039016"/>
                      <a:pt x="665245" y="1036114"/>
                    </a:cubicBezTo>
                    <a:cubicBezTo>
                      <a:pt x="648154" y="1033534"/>
                      <a:pt x="633966" y="1019023"/>
                      <a:pt x="634933" y="1033534"/>
                    </a:cubicBezTo>
                    <a:cubicBezTo>
                      <a:pt x="635900" y="1047722"/>
                      <a:pt x="640415" y="1057719"/>
                      <a:pt x="656538" y="1058686"/>
                    </a:cubicBezTo>
                    <a:cubicBezTo>
                      <a:pt x="672661" y="1059654"/>
                      <a:pt x="686850" y="1056106"/>
                      <a:pt x="705875" y="1056751"/>
                    </a:cubicBezTo>
                    <a:cubicBezTo>
                      <a:pt x="724578" y="1057719"/>
                      <a:pt x="753277" y="1064813"/>
                      <a:pt x="767788" y="1056751"/>
                    </a:cubicBezTo>
                    <a:cubicBezTo>
                      <a:pt x="781977" y="1048690"/>
                      <a:pt x="783912" y="1036114"/>
                      <a:pt x="799068" y="1038048"/>
                    </a:cubicBezTo>
                    <a:cubicBezTo>
                      <a:pt x="814223" y="1039983"/>
                      <a:pt x="825832" y="1056106"/>
                      <a:pt x="845502" y="1056106"/>
                    </a:cubicBezTo>
                    <a:cubicBezTo>
                      <a:pt x="865173" y="1056106"/>
                      <a:pt x="859691" y="1049980"/>
                      <a:pt x="890325" y="1049980"/>
                    </a:cubicBezTo>
                    <a:cubicBezTo>
                      <a:pt x="920637" y="1049980"/>
                      <a:pt x="893872" y="1041918"/>
                      <a:pt x="935148" y="1027730"/>
                    </a:cubicBezTo>
                    <a:cubicBezTo>
                      <a:pt x="976423" y="1013541"/>
                      <a:pt x="991579" y="1006124"/>
                      <a:pt x="997706" y="1017733"/>
                    </a:cubicBezTo>
                    <a:cubicBezTo>
                      <a:pt x="1003833" y="1029342"/>
                      <a:pt x="987064" y="1038371"/>
                      <a:pt x="1010282" y="1040950"/>
                    </a:cubicBezTo>
                    <a:cubicBezTo>
                      <a:pt x="1033499" y="1043530"/>
                      <a:pt x="1049623" y="1028374"/>
                      <a:pt x="1065746" y="1033856"/>
                    </a:cubicBezTo>
                    <a:cubicBezTo>
                      <a:pt x="1081869" y="1039338"/>
                      <a:pt x="1071228" y="1042885"/>
                      <a:pt x="1087351" y="1043853"/>
                    </a:cubicBezTo>
                    <a:cubicBezTo>
                      <a:pt x="1103474" y="1044820"/>
                      <a:pt x="1114115" y="1041273"/>
                      <a:pt x="1122177" y="1037726"/>
                    </a:cubicBezTo>
                    <a:cubicBezTo>
                      <a:pt x="1130239" y="1034179"/>
                      <a:pt x="1135721" y="1019023"/>
                      <a:pt x="1145395" y="1029664"/>
                    </a:cubicBezTo>
                    <a:cubicBezTo>
                      <a:pt x="1155391" y="1040306"/>
                      <a:pt x="1157971" y="1041273"/>
                      <a:pt x="1168612" y="1050302"/>
                    </a:cubicBezTo>
                    <a:cubicBezTo>
                      <a:pt x="1179253" y="1059331"/>
                      <a:pt x="1177641" y="1056429"/>
                      <a:pt x="1187315" y="1064491"/>
                    </a:cubicBezTo>
                    <a:cubicBezTo>
                      <a:pt x="1197311" y="1072552"/>
                      <a:pt x="1197956" y="1073520"/>
                      <a:pt x="1197956" y="1078034"/>
                    </a:cubicBezTo>
                    <a:cubicBezTo>
                      <a:pt x="1197956" y="1081904"/>
                      <a:pt x="1208598" y="1080936"/>
                      <a:pt x="1203116" y="1088675"/>
                    </a:cubicBezTo>
                    <a:cubicBezTo>
                      <a:pt x="1213112" y="1091900"/>
                      <a:pt x="1216014" y="1093512"/>
                      <a:pt x="1218594" y="1088031"/>
                    </a:cubicBezTo>
                    <a:cubicBezTo>
                      <a:pt x="1223109" y="1078034"/>
                      <a:pt x="1221174" y="1078034"/>
                      <a:pt x="1228591" y="1069972"/>
                    </a:cubicBezTo>
                    <a:cubicBezTo>
                      <a:pt x="1235685" y="1061911"/>
                      <a:pt x="1233105" y="1041273"/>
                      <a:pt x="1233105" y="1024182"/>
                    </a:cubicBezTo>
                    <a:cubicBezTo>
                      <a:pt x="1233105" y="1007092"/>
                      <a:pt x="1233105" y="995483"/>
                      <a:pt x="1250196" y="984842"/>
                    </a:cubicBezTo>
                    <a:cubicBezTo>
                      <a:pt x="1267286" y="974200"/>
                      <a:pt x="1259225" y="962592"/>
                      <a:pt x="1260837" y="943566"/>
                    </a:cubicBezTo>
                    <a:cubicBezTo>
                      <a:pt x="1262772" y="924863"/>
                      <a:pt x="1273413" y="936472"/>
                      <a:pt x="1278895" y="914867"/>
                    </a:cubicBezTo>
                    <a:cubicBezTo>
                      <a:pt x="1284377" y="893262"/>
                      <a:pt x="1286957" y="898744"/>
                      <a:pt x="1302112" y="884555"/>
                    </a:cubicBezTo>
                    <a:cubicBezTo>
                      <a:pt x="1317268" y="870367"/>
                      <a:pt x="1312754" y="860370"/>
                      <a:pt x="1322750" y="853276"/>
                    </a:cubicBezTo>
                    <a:cubicBezTo>
                      <a:pt x="1332746" y="846182"/>
                      <a:pt x="1345968" y="850696"/>
                      <a:pt x="1354029" y="850696"/>
                    </a:cubicBezTo>
                    <a:cubicBezTo>
                      <a:pt x="1362091" y="850696"/>
                      <a:pt x="1386276" y="838120"/>
                      <a:pt x="1401432" y="828446"/>
                    </a:cubicBezTo>
                    <a:cubicBezTo>
                      <a:pt x="1416587" y="818450"/>
                      <a:pt x="1406913" y="820385"/>
                      <a:pt x="1414008" y="810388"/>
                    </a:cubicBezTo>
                    <a:cubicBezTo>
                      <a:pt x="1421102" y="800392"/>
                      <a:pt x="1414975" y="785236"/>
                      <a:pt x="1427551" y="770080"/>
                    </a:cubicBezTo>
                    <a:cubicBezTo>
                      <a:pt x="1440127" y="754924"/>
                      <a:pt x="1438193" y="762986"/>
                      <a:pt x="1449801" y="754924"/>
                    </a:cubicBezTo>
                    <a:cubicBezTo>
                      <a:pt x="1461410" y="746863"/>
                      <a:pt x="1459798" y="751377"/>
                      <a:pt x="1468504" y="733319"/>
                    </a:cubicBezTo>
                    <a:cubicBezTo>
                      <a:pt x="1477533" y="715261"/>
                      <a:pt x="1482048" y="728805"/>
                      <a:pt x="1482048" y="719775"/>
                    </a:cubicBezTo>
                    <a:cubicBezTo>
                      <a:pt x="1482048" y="710747"/>
                      <a:pt x="1489142" y="715261"/>
                      <a:pt x="1489142" y="703652"/>
                    </a:cubicBezTo>
                    <a:cubicBezTo>
                      <a:pt x="1489142" y="692043"/>
                      <a:pt x="1488175" y="685594"/>
                      <a:pt x="1473986" y="679467"/>
                    </a:cubicBezTo>
                    <a:cubicBezTo>
                      <a:pt x="1459798" y="673341"/>
                      <a:pt x="1460443" y="677533"/>
                      <a:pt x="1455283" y="665279"/>
                    </a:cubicBezTo>
                    <a:cubicBezTo>
                      <a:pt x="1450124" y="653025"/>
                      <a:pt x="1445287" y="662699"/>
                      <a:pt x="1434645" y="653670"/>
                    </a:cubicBezTo>
                    <a:cubicBezTo>
                      <a:pt x="1424004" y="644641"/>
                      <a:pt x="1428519" y="654638"/>
                      <a:pt x="1412395" y="657217"/>
                    </a:cubicBezTo>
                    <a:cubicBezTo>
                      <a:pt x="1396272" y="659797"/>
                      <a:pt x="1391758" y="658185"/>
                      <a:pt x="1389178" y="644641"/>
                    </a:cubicBezTo>
                    <a:cubicBezTo>
                      <a:pt x="1386598" y="631098"/>
                      <a:pt x="1391113" y="636580"/>
                      <a:pt x="1399819" y="619489"/>
                    </a:cubicBezTo>
                    <a:cubicBezTo>
                      <a:pt x="1408848" y="602398"/>
                      <a:pt x="1366605" y="581761"/>
                      <a:pt x="1387243" y="573054"/>
                    </a:cubicBezTo>
                    <a:cubicBezTo>
                      <a:pt x="1407881" y="564347"/>
                      <a:pt x="1421424" y="595304"/>
                      <a:pt x="1437547" y="593692"/>
                    </a:cubicBezTo>
                    <a:cubicBezTo>
                      <a:pt x="1453671" y="591757"/>
                      <a:pt x="1446577" y="593692"/>
                      <a:pt x="1475276" y="591757"/>
                    </a:cubicBezTo>
                    <a:cubicBezTo>
                      <a:pt x="1503975" y="589822"/>
                      <a:pt x="1509457" y="589822"/>
                      <a:pt x="1530740" y="591757"/>
                    </a:cubicBezTo>
                    <a:cubicBezTo>
                      <a:pt x="1552345" y="593692"/>
                      <a:pt x="1562986" y="591757"/>
                      <a:pt x="1581044" y="566605"/>
                    </a:cubicBezTo>
                    <a:cubicBezTo>
                      <a:pt x="1585559" y="560155"/>
                      <a:pt x="1590396" y="554029"/>
                      <a:pt x="1595233" y="548224"/>
                    </a:cubicBezTo>
                    <a:cubicBezTo>
                      <a:pt x="1594588" y="547579"/>
                      <a:pt x="1593621" y="546934"/>
                      <a:pt x="1592976" y="545967"/>
                    </a:cubicBezTo>
                    <a:cubicBezTo>
                      <a:pt x="1579755" y="532101"/>
                      <a:pt x="1584269" y="525007"/>
                      <a:pt x="1592331" y="515010"/>
                    </a:cubicBezTo>
                    <a:close/>
                    <a:moveTo>
                      <a:pt x="7094" y="947758"/>
                    </a:moveTo>
                    <a:cubicBezTo>
                      <a:pt x="4837" y="950338"/>
                      <a:pt x="3225" y="952918"/>
                      <a:pt x="0" y="958077"/>
                    </a:cubicBezTo>
                    <a:cubicBezTo>
                      <a:pt x="3225" y="952918"/>
                      <a:pt x="4837" y="950338"/>
                      <a:pt x="7094" y="94775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38" name="Graphic 4">
                <a:extLst>
                  <a:ext uri="{FF2B5EF4-FFF2-40B4-BE49-F238E27FC236}">
                    <a16:creationId xmlns:a16="http://schemas.microsoft.com/office/drawing/2014/main" id="{5EABDEF4-6CC5-58C3-1EDD-6309D3523FCA}"/>
                  </a:ext>
                </a:extLst>
              </p:cNvPr>
              <p:cNvGrpSpPr/>
              <p:nvPr/>
            </p:nvGrpSpPr>
            <p:grpSpPr>
              <a:xfrm>
                <a:off x="4808644" y="2677791"/>
                <a:ext cx="1619392" cy="1109360"/>
                <a:chOff x="4808644" y="2677791"/>
                <a:chExt cx="1619392" cy="1109360"/>
              </a:xfrm>
              <a:grpFill/>
            </p:grpSpPr>
            <p:grpSp>
              <p:nvGrpSpPr>
                <p:cNvPr id="217" name="Graphic 4">
                  <a:extLst>
                    <a:ext uri="{FF2B5EF4-FFF2-40B4-BE49-F238E27FC236}">
                      <a16:creationId xmlns:a16="http://schemas.microsoft.com/office/drawing/2014/main" id="{6F2948D6-8527-760E-B2CB-1D49BEB377DF}"/>
                    </a:ext>
                  </a:extLst>
                </p:cNvPr>
                <p:cNvGrpSpPr/>
                <p:nvPr/>
              </p:nvGrpSpPr>
              <p:grpSpPr>
                <a:xfrm>
                  <a:off x="4826702" y="2677791"/>
                  <a:ext cx="1601334" cy="1109360"/>
                  <a:chOff x="4826702" y="2677791"/>
                  <a:chExt cx="1601334" cy="1109360"/>
                </a:xfrm>
                <a:grpFill/>
              </p:grpSpPr>
              <p:sp>
                <p:nvSpPr>
                  <p:cNvPr id="219" name="Freeform: Shape 218">
                    <a:extLst>
                      <a:ext uri="{FF2B5EF4-FFF2-40B4-BE49-F238E27FC236}">
                        <a16:creationId xmlns:a16="http://schemas.microsoft.com/office/drawing/2014/main" id="{63383C9C-D31B-6ADC-7361-BB9B50A9B0A3}"/>
                      </a:ext>
                    </a:extLst>
                  </p:cNvPr>
                  <p:cNvSpPr/>
                  <p:nvPr/>
                </p:nvSpPr>
                <p:spPr>
                  <a:xfrm>
                    <a:off x="5607185" y="2677791"/>
                    <a:ext cx="32246" cy="32246"/>
                  </a:xfrm>
                  <a:custGeom>
                    <a:avLst/>
                    <a:gdLst>
                      <a:gd name="connsiteX0" fmla="*/ 4074 w 0"/>
                      <a:gd name="connsiteY0" fmla="*/ 17091 h 0"/>
                      <a:gd name="connsiteX1" fmla="*/ 1172 w 0"/>
                      <a:gd name="connsiteY1" fmla="*/ 15801 h 0"/>
                      <a:gd name="connsiteX2" fmla="*/ 1494 w 0"/>
                      <a:gd name="connsiteY2" fmla="*/ 9996 h 0"/>
                      <a:gd name="connsiteX3" fmla="*/ 11491 w 0"/>
                      <a:gd name="connsiteY3" fmla="*/ 967 h 0"/>
                      <a:gd name="connsiteX4" fmla="*/ 12780 w 0"/>
                      <a:gd name="connsiteY4" fmla="*/ 0 h 0"/>
                      <a:gd name="connsiteX5" fmla="*/ 16972 w 0"/>
                      <a:gd name="connsiteY5" fmla="*/ 0 h 0"/>
                      <a:gd name="connsiteX6" fmla="*/ 27936 w 0"/>
                      <a:gd name="connsiteY6" fmla="*/ 323 h 0"/>
                      <a:gd name="connsiteX7" fmla="*/ 31806 w 0"/>
                      <a:gd name="connsiteY7" fmla="*/ 4514 h 0"/>
                      <a:gd name="connsiteX8" fmla="*/ 27614 w 0"/>
                      <a:gd name="connsiteY8" fmla="*/ 8384 h 0"/>
                      <a:gd name="connsiteX9" fmla="*/ 17295 w 0"/>
                      <a:gd name="connsiteY9" fmla="*/ 8062 h 0"/>
                      <a:gd name="connsiteX10" fmla="*/ 16005 w 0"/>
                      <a:gd name="connsiteY10" fmla="*/ 8062 h 0"/>
                      <a:gd name="connsiteX11" fmla="*/ 7298 w 0"/>
                      <a:gd name="connsiteY11" fmla="*/ 16123 h 0"/>
                      <a:gd name="connsiteX12" fmla="*/ 4074 w 0"/>
                      <a:gd name="connsiteY12" fmla="*/ 17091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>
                        <a:moveTo>
                          <a:pt x="4074" y="17091"/>
                        </a:moveTo>
                        <a:cubicBezTo>
                          <a:pt x="3106" y="17091"/>
                          <a:pt x="1817" y="16768"/>
                          <a:pt x="1172" y="15801"/>
                        </a:cubicBezTo>
                        <a:cubicBezTo>
                          <a:pt x="-441" y="14189"/>
                          <a:pt x="-441" y="11609"/>
                          <a:pt x="1494" y="9996"/>
                        </a:cubicBezTo>
                        <a:cubicBezTo>
                          <a:pt x="4719" y="7094"/>
                          <a:pt x="7943" y="3870"/>
                          <a:pt x="11491" y="967"/>
                        </a:cubicBezTo>
                        <a:lnTo>
                          <a:pt x="12780" y="0"/>
                        </a:lnTo>
                        <a:lnTo>
                          <a:pt x="16972" y="0"/>
                        </a:lnTo>
                        <a:cubicBezTo>
                          <a:pt x="20197" y="0"/>
                          <a:pt x="24067" y="0"/>
                          <a:pt x="27936" y="323"/>
                        </a:cubicBezTo>
                        <a:cubicBezTo>
                          <a:pt x="30193" y="645"/>
                          <a:pt x="31806" y="2580"/>
                          <a:pt x="31806" y="4514"/>
                        </a:cubicBezTo>
                        <a:cubicBezTo>
                          <a:pt x="31483" y="6772"/>
                          <a:pt x="29549" y="8384"/>
                          <a:pt x="27614" y="8384"/>
                        </a:cubicBezTo>
                        <a:cubicBezTo>
                          <a:pt x="24067" y="8062"/>
                          <a:pt x="20520" y="8062"/>
                          <a:pt x="17295" y="8062"/>
                        </a:cubicBezTo>
                        <a:lnTo>
                          <a:pt x="16005" y="8062"/>
                        </a:lnTo>
                        <a:cubicBezTo>
                          <a:pt x="13103" y="10641"/>
                          <a:pt x="10201" y="13544"/>
                          <a:pt x="7298" y="16123"/>
                        </a:cubicBezTo>
                        <a:cubicBezTo>
                          <a:pt x="6009" y="16768"/>
                          <a:pt x="5041" y="17091"/>
                          <a:pt x="4074" y="17091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0" name="Freeform: Shape 219">
                    <a:extLst>
                      <a:ext uri="{FF2B5EF4-FFF2-40B4-BE49-F238E27FC236}">
                        <a16:creationId xmlns:a16="http://schemas.microsoft.com/office/drawing/2014/main" id="{E0473C9C-BE95-57A4-64B7-1CA610C518B9}"/>
                      </a:ext>
                    </a:extLst>
                  </p:cNvPr>
                  <p:cNvSpPr/>
                  <p:nvPr/>
                </p:nvSpPr>
                <p:spPr>
                  <a:xfrm>
                    <a:off x="4929373" y="2714230"/>
                    <a:ext cx="644929" cy="677176"/>
                  </a:xfrm>
                  <a:custGeom>
                    <a:avLst/>
                    <a:gdLst>
                      <a:gd name="connsiteX0" fmla="*/ 4066 w 644929"/>
                      <a:gd name="connsiteY0" fmla="*/ 677499 h 677176"/>
                      <a:gd name="connsiteX1" fmla="*/ 196 w 644929"/>
                      <a:gd name="connsiteY1" fmla="*/ 674597 h 677176"/>
                      <a:gd name="connsiteX2" fmla="*/ 2776 w 644929"/>
                      <a:gd name="connsiteY2" fmla="*/ 669437 h 677176"/>
                      <a:gd name="connsiteX3" fmla="*/ 6323 w 644929"/>
                      <a:gd name="connsiteY3" fmla="*/ 668470 h 677176"/>
                      <a:gd name="connsiteX4" fmla="*/ 24703 w 644929"/>
                      <a:gd name="connsiteY4" fmla="*/ 658796 h 677176"/>
                      <a:gd name="connsiteX5" fmla="*/ 30508 w 644929"/>
                      <a:gd name="connsiteY5" fmla="*/ 658473 h 677176"/>
                      <a:gd name="connsiteX6" fmla="*/ 30830 w 644929"/>
                      <a:gd name="connsiteY6" fmla="*/ 664278 h 677176"/>
                      <a:gd name="connsiteX7" fmla="*/ 8903 w 644929"/>
                      <a:gd name="connsiteY7" fmla="*/ 676531 h 677176"/>
                      <a:gd name="connsiteX8" fmla="*/ 5356 w 644929"/>
                      <a:gd name="connsiteY8" fmla="*/ 677499 h 677176"/>
                      <a:gd name="connsiteX9" fmla="*/ 4066 w 644929"/>
                      <a:gd name="connsiteY9" fmla="*/ 677499 h 677176"/>
                      <a:gd name="connsiteX10" fmla="*/ 18254 w 644929"/>
                      <a:gd name="connsiteY10" fmla="*/ 631709 h 677176"/>
                      <a:gd name="connsiteX11" fmla="*/ 14385 w 644929"/>
                      <a:gd name="connsiteY11" fmla="*/ 629129 h 677176"/>
                      <a:gd name="connsiteX12" fmla="*/ 13417 w 644929"/>
                      <a:gd name="connsiteY12" fmla="*/ 623647 h 677176"/>
                      <a:gd name="connsiteX13" fmla="*/ 25026 w 644929"/>
                      <a:gd name="connsiteY13" fmla="*/ 610748 h 677176"/>
                      <a:gd name="connsiteX14" fmla="*/ 33410 w 644929"/>
                      <a:gd name="connsiteY14" fmla="*/ 607524 h 677176"/>
                      <a:gd name="connsiteX15" fmla="*/ 38569 w 644929"/>
                      <a:gd name="connsiteY15" fmla="*/ 609781 h 677176"/>
                      <a:gd name="connsiteX16" fmla="*/ 36312 w 644929"/>
                      <a:gd name="connsiteY16" fmla="*/ 614941 h 677176"/>
                      <a:gd name="connsiteX17" fmla="*/ 27606 w 644929"/>
                      <a:gd name="connsiteY17" fmla="*/ 618165 h 677176"/>
                      <a:gd name="connsiteX18" fmla="*/ 21479 w 644929"/>
                      <a:gd name="connsiteY18" fmla="*/ 623325 h 677176"/>
                      <a:gd name="connsiteX19" fmla="*/ 22124 w 644929"/>
                      <a:gd name="connsiteY19" fmla="*/ 625904 h 677176"/>
                      <a:gd name="connsiteX20" fmla="*/ 19866 w 644929"/>
                      <a:gd name="connsiteY20" fmla="*/ 631064 h 677176"/>
                      <a:gd name="connsiteX21" fmla="*/ 18254 w 644929"/>
                      <a:gd name="connsiteY21" fmla="*/ 631709 h 677176"/>
                      <a:gd name="connsiteX22" fmla="*/ 67914 w 644929"/>
                      <a:gd name="connsiteY22" fmla="*/ 596882 h 677176"/>
                      <a:gd name="connsiteX23" fmla="*/ 64689 w 644929"/>
                      <a:gd name="connsiteY23" fmla="*/ 595270 h 677176"/>
                      <a:gd name="connsiteX24" fmla="*/ 65656 w 644929"/>
                      <a:gd name="connsiteY24" fmla="*/ 589788 h 677176"/>
                      <a:gd name="connsiteX25" fmla="*/ 65979 w 644929"/>
                      <a:gd name="connsiteY25" fmla="*/ 589143 h 677176"/>
                      <a:gd name="connsiteX26" fmla="*/ 64689 w 644929"/>
                      <a:gd name="connsiteY26" fmla="*/ 583016 h 677176"/>
                      <a:gd name="connsiteX27" fmla="*/ 61787 w 644929"/>
                      <a:gd name="connsiteY27" fmla="*/ 567538 h 677176"/>
                      <a:gd name="connsiteX28" fmla="*/ 65656 w 644929"/>
                      <a:gd name="connsiteY28" fmla="*/ 563346 h 677176"/>
                      <a:gd name="connsiteX29" fmla="*/ 69849 w 644929"/>
                      <a:gd name="connsiteY29" fmla="*/ 567216 h 677176"/>
                      <a:gd name="connsiteX30" fmla="*/ 72428 w 644929"/>
                      <a:gd name="connsiteY30" fmla="*/ 580759 h 677176"/>
                      <a:gd name="connsiteX31" fmla="*/ 74040 w 644929"/>
                      <a:gd name="connsiteY31" fmla="*/ 589143 h 677176"/>
                      <a:gd name="connsiteX32" fmla="*/ 70493 w 644929"/>
                      <a:gd name="connsiteY32" fmla="*/ 596238 h 677176"/>
                      <a:gd name="connsiteX33" fmla="*/ 67914 w 644929"/>
                      <a:gd name="connsiteY33" fmla="*/ 596882 h 677176"/>
                      <a:gd name="connsiteX34" fmla="*/ 201737 w 644929"/>
                      <a:gd name="connsiteY34" fmla="*/ 560121 h 677176"/>
                      <a:gd name="connsiteX35" fmla="*/ 188838 w 644929"/>
                      <a:gd name="connsiteY35" fmla="*/ 558187 h 677176"/>
                      <a:gd name="connsiteX36" fmla="*/ 186258 w 644929"/>
                      <a:gd name="connsiteY36" fmla="*/ 553027 h 677176"/>
                      <a:gd name="connsiteX37" fmla="*/ 191418 w 644929"/>
                      <a:gd name="connsiteY37" fmla="*/ 550448 h 677176"/>
                      <a:gd name="connsiteX38" fmla="*/ 215925 w 644929"/>
                      <a:gd name="connsiteY38" fmla="*/ 550125 h 677176"/>
                      <a:gd name="connsiteX39" fmla="*/ 220762 w 644929"/>
                      <a:gd name="connsiteY39" fmla="*/ 553027 h 677176"/>
                      <a:gd name="connsiteX40" fmla="*/ 217860 w 644929"/>
                      <a:gd name="connsiteY40" fmla="*/ 557864 h 677176"/>
                      <a:gd name="connsiteX41" fmla="*/ 201737 w 644929"/>
                      <a:gd name="connsiteY41" fmla="*/ 560121 h 677176"/>
                      <a:gd name="connsiteX42" fmla="*/ 249784 w 644929"/>
                      <a:gd name="connsiteY42" fmla="*/ 541741 h 677176"/>
                      <a:gd name="connsiteX43" fmla="*/ 245914 w 644929"/>
                      <a:gd name="connsiteY43" fmla="*/ 538516 h 677176"/>
                      <a:gd name="connsiteX44" fmla="*/ 249139 w 644929"/>
                      <a:gd name="connsiteY44" fmla="*/ 533679 h 677176"/>
                      <a:gd name="connsiteX45" fmla="*/ 262682 w 644929"/>
                      <a:gd name="connsiteY45" fmla="*/ 532389 h 677176"/>
                      <a:gd name="connsiteX46" fmla="*/ 273646 w 644929"/>
                      <a:gd name="connsiteY46" fmla="*/ 528842 h 677176"/>
                      <a:gd name="connsiteX47" fmla="*/ 279128 w 644929"/>
                      <a:gd name="connsiteY47" fmla="*/ 530132 h 677176"/>
                      <a:gd name="connsiteX48" fmla="*/ 277838 w 644929"/>
                      <a:gd name="connsiteY48" fmla="*/ 535614 h 677176"/>
                      <a:gd name="connsiteX49" fmla="*/ 263005 w 644929"/>
                      <a:gd name="connsiteY49" fmla="*/ 540451 h 677176"/>
                      <a:gd name="connsiteX50" fmla="*/ 250429 w 644929"/>
                      <a:gd name="connsiteY50" fmla="*/ 541741 h 677176"/>
                      <a:gd name="connsiteX51" fmla="*/ 249784 w 644929"/>
                      <a:gd name="connsiteY51" fmla="*/ 541741 h 677176"/>
                      <a:gd name="connsiteX52" fmla="*/ 77588 w 644929"/>
                      <a:gd name="connsiteY52" fmla="*/ 536582 h 677176"/>
                      <a:gd name="connsiteX53" fmla="*/ 75330 w 644929"/>
                      <a:gd name="connsiteY53" fmla="*/ 535937 h 677176"/>
                      <a:gd name="connsiteX54" fmla="*/ 74040 w 644929"/>
                      <a:gd name="connsiteY54" fmla="*/ 530455 h 677176"/>
                      <a:gd name="connsiteX55" fmla="*/ 85327 w 644929"/>
                      <a:gd name="connsiteY55" fmla="*/ 514976 h 677176"/>
                      <a:gd name="connsiteX56" fmla="*/ 89841 w 644929"/>
                      <a:gd name="connsiteY56" fmla="*/ 508850 h 677176"/>
                      <a:gd name="connsiteX57" fmla="*/ 95323 w 644929"/>
                      <a:gd name="connsiteY57" fmla="*/ 507882 h 677176"/>
                      <a:gd name="connsiteX58" fmla="*/ 96291 w 644929"/>
                      <a:gd name="connsiteY58" fmla="*/ 513364 h 677176"/>
                      <a:gd name="connsiteX59" fmla="*/ 91454 w 644929"/>
                      <a:gd name="connsiteY59" fmla="*/ 519813 h 677176"/>
                      <a:gd name="connsiteX60" fmla="*/ 80490 w 644929"/>
                      <a:gd name="connsiteY60" fmla="*/ 534969 h 677176"/>
                      <a:gd name="connsiteX61" fmla="*/ 77588 w 644929"/>
                      <a:gd name="connsiteY61" fmla="*/ 536582 h 677176"/>
                      <a:gd name="connsiteX62" fmla="*/ 184001 w 644929"/>
                      <a:gd name="connsiteY62" fmla="*/ 527552 h 677176"/>
                      <a:gd name="connsiteX63" fmla="*/ 182066 w 644929"/>
                      <a:gd name="connsiteY63" fmla="*/ 526908 h 677176"/>
                      <a:gd name="connsiteX64" fmla="*/ 180454 w 644929"/>
                      <a:gd name="connsiteY64" fmla="*/ 521426 h 677176"/>
                      <a:gd name="connsiteX65" fmla="*/ 199479 w 644929"/>
                      <a:gd name="connsiteY65" fmla="*/ 500143 h 677176"/>
                      <a:gd name="connsiteX66" fmla="*/ 204961 w 644929"/>
                      <a:gd name="connsiteY66" fmla="*/ 501110 h 677176"/>
                      <a:gd name="connsiteX67" fmla="*/ 203994 w 644929"/>
                      <a:gd name="connsiteY67" fmla="*/ 506592 h 677176"/>
                      <a:gd name="connsiteX68" fmla="*/ 187548 w 644929"/>
                      <a:gd name="connsiteY68" fmla="*/ 525295 h 677176"/>
                      <a:gd name="connsiteX69" fmla="*/ 184001 w 644929"/>
                      <a:gd name="connsiteY69" fmla="*/ 527552 h 677176"/>
                      <a:gd name="connsiteX70" fmla="*/ 238820 w 644929"/>
                      <a:gd name="connsiteY70" fmla="*/ 512397 h 677176"/>
                      <a:gd name="connsiteX71" fmla="*/ 236240 w 644929"/>
                      <a:gd name="connsiteY71" fmla="*/ 512397 h 677176"/>
                      <a:gd name="connsiteX72" fmla="*/ 232371 w 644929"/>
                      <a:gd name="connsiteY72" fmla="*/ 508205 h 677176"/>
                      <a:gd name="connsiteX73" fmla="*/ 236563 w 644929"/>
                      <a:gd name="connsiteY73" fmla="*/ 504335 h 677176"/>
                      <a:gd name="connsiteX74" fmla="*/ 238498 w 644929"/>
                      <a:gd name="connsiteY74" fmla="*/ 504335 h 677176"/>
                      <a:gd name="connsiteX75" fmla="*/ 245592 w 644929"/>
                      <a:gd name="connsiteY75" fmla="*/ 503690 h 677176"/>
                      <a:gd name="connsiteX76" fmla="*/ 243979 w 644929"/>
                      <a:gd name="connsiteY76" fmla="*/ 498531 h 677176"/>
                      <a:gd name="connsiteX77" fmla="*/ 242367 w 644929"/>
                      <a:gd name="connsiteY77" fmla="*/ 494339 h 677176"/>
                      <a:gd name="connsiteX78" fmla="*/ 244947 w 644929"/>
                      <a:gd name="connsiteY78" fmla="*/ 489179 h 677176"/>
                      <a:gd name="connsiteX79" fmla="*/ 250106 w 644929"/>
                      <a:gd name="connsiteY79" fmla="*/ 491759 h 677176"/>
                      <a:gd name="connsiteX80" fmla="*/ 251396 w 644929"/>
                      <a:gd name="connsiteY80" fmla="*/ 495628 h 677176"/>
                      <a:gd name="connsiteX81" fmla="*/ 253653 w 644929"/>
                      <a:gd name="connsiteY81" fmla="*/ 503690 h 677176"/>
                      <a:gd name="connsiteX82" fmla="*/ 238820 w 644929"/>
                      <a:gd name="connsiteY82" fmla="*/ 512397 h 677176"/>
                      <a:gd name="connsiteX83" fmla="*/ 289769 w 644929"/>
                      <a:gd name="connsiteY83" fmla="*/ 503045 h 677176"/>
                      <a:gd name="connsiteX84" fmla="*/ 289447 w 644929"/>
                      <a:gd name="connsiteY84" fmla="*/ 503045 h 677176"/>
                      <a:gd name="connsiteX85" fmla="*/ 285900 w 644929"/>
                      <a:gd name="connsiteY85" fmla="*/ 498531 h 677176"/>
                      <a:gd name="connsiteX86" fmla="*/ 294284 w 644929"/>
                      <a:gd name="connsiteY86" fmla="*/ 471121 h 677176"/>
                      <a:gd name="connsiteX87" fmla="*/ 299766 w 644929"/>
                      <a:gd name="connsiteY87" fmla="*/ 469831 h 677176"/>
                      <a:gd name="connsiteX88" fmla="*/ 301056 w 644929"/>
                      <a:gd name="connsiteY88" fmla="*/ 475313 h 677176"/>
                      <a:gd name="connsiteX89" fmla="*/ 293961 w 644929"/>
                      <a:gd name="connsiteY89" fmla="*/ 499176 h 677176"/>
                      <a:gd name="connsiteX90" fmla="*/ 289769 w 644929"/>
                      <a:gd name="connsiteY90" fmla="*/ 503045 h 677176"/>
                      <a:gd name="connsiteX91" fmla="*/ 421013 w 644929"/>
                      <a:gd name="connsiteY91" fmla="*/ 491759 h 677176"/>
                      <a:gd name="connsiteX92" fmla="*/ 420368 w 644929"/>
                      <a:gd name="connsiteY92" fmla="*/ 491759 h 677176"/>
                      <a:gd name="connsiteX93" fmla="*/ 394248 w 644929"/>
                      <a:gd name="connsiteY93" fmla="*/ 480795 h 677176"/>
                      <a:gd name="connsiteX94" fmla="*/ 392958 w 644929"/>
                      <a:gd name="connsiteY94" fmla="*/ 475313 h 677176"/>
                      <a:gd name="connsiteX95" fmla="*/ 398440 w 644929"/>
                      <a:gd name="connsiteY95" fmla="*/ 474023 h 677176"/>
                      <a:gd name="connsiteX96" fmla="*/ 421335 w 644929"/>
                      <a:gd name="connsiteY96" fmla="*/ 484020 h 677176"/>
                      <a:gd name="connsiteX97" fmla="*/ 424882 w 644929"/>
                      <a:gd name="connsiteY97" fmla="*/ 488534 h 677176"/>
                      <a:gd name="connsiteX98" fmla="*/ 421013 w 644929"/>
                      <a:gd name="connsiteY98" fmla="*/ 491759 h 677176"/>
                      <a:gd name="connsiteX99" fmla="*/ 84037 w 644929"/>
                      <a:gd name="connsiteY99" fmla="*/ 483375 h 677176"/>
                      <a:gd name="connsiteX100" fmla="*/ 81135 w 644929"/>
                      <a:gd name="connsiteY100" fmla="*/ 482085 h 677176"/>
                      <a:gd name="connsiteX101" fmla="*/ 70816 w 644929"/>
                      <a:gd name="connsiteY101" fmla="*/ 454998 h 677176"/>
                      <a:gd name="connsiteX102" fmla="*/ 74685 w 644929"/>
                      <a:gd name="connsiteY102" fmla="*/ 450806 h 677176"/>
                      <a:gd name="connsiteX103" fmla="*/ 78877 w 644929"/>
                      <a:gd name="connsiteY103" fmla="*/ 454676 h 677176"/>
                      <a:gd name="connsiteX104" fmla="*/ 86617 w 644929"/>
                      <a:gd name="connsiteY104" fmla="*/ 476603 h 677176"/>
                      <a:gd name="connsiteX105" fmla="*/ 86617 w 644929"/>
                      <a:gd name="connsiteY105" fmla="*/ 482408 h 677176"/>
                      <a:gd name="connsiteX106" fmla="*/ 84037 w 644929"/>
                      <a:gd name="connsiteY106" fmla="*/ 483375 h 677176"/>
                      <a:gd name="connsiteX107" fmla="*/ 336527 w 644929"/>
                      <a:gd name="connsiteY107" fmla="*/ 477571 h 677176"/>
                      <a:gd name="connsiteX108" fmla="*/ 332657 w 644929"/>
                      <a:gd name="connsiteY108" fmla="*/ 477571 h 677176"/>
                      <a:gd name="connsiteX109" fmla="*/ 328788 w 644929"/>
                      <a:gd name="connsiteY109" fmla="*/ 473378 h 677176"/>
                      <a:gd name="connsiteX110" fmla="*/ 332980 w 644929"/>
                      <a:gd name="connsiteY110" fmla="*/ 469509 h 677176"/>
                      <a:gd name="connsiteX111" fmla="*/ 352005 w 644929"/>
                      <a:gd name="connsiteY111" fmla="*/ 468542 h 677176"/>
                      <a:gd name="connsiteX112" fmla="*/ 359422 w 644929"/>
                      <a:gd name="connsiteY112" fmla="*/ 467896 h 677176"/>
                      <a:gd name="connsiteX113" fmla="*/ 363614 w 644929"/>
                      <a:gd name="connsiteY113" fmla="*/ 471766 h 677176"/>
                      <a:gd name="connsiteX114" fmla="*/ 359744 w 644929"/>
                      <a:gd name="connsiteY114" fmla="*/ 475958 h 677176"/>
                      <a:gd name="connsiteX115" fmla="*/ 352650 w 644929"/>
                      <a:gd name="connsiteY115" fmla="*/ 476603 h 677176"/>
                      <a:gd name="connsiteX116" fmla="*/ 336527 w 644929"/>
                      <a:gd name="connsiteY116" fmla="*/ 477571 h 677176"/>
                      <a:gd name="connsiteX117" fmla="*/ 439070 w 644929"/>
                      <a:gd name="connsiteY117" fmla="*/ 466607 h 677176"/>
                      <a:gd name="connsiteX118" fmla="*/ 435201 w 644929"/>
                      <a:gd name="connsiteY118" fmla="*/ 463059 h 677176"/>
                      <a:gd name="connsiteX119" fmla="*/ 433911 w 644929"/>
                      <a:gd name="connsiteY119" fmla="*/ 455965 h 677176"/>
                      <a:gd name="connsiteX120" fmla="*/ 432299 w 644929"/>
                      <a:gd name="connsiteY120" fmla="*/ 445324 h 677176"/>
                      <a:gd name="connsiteX121" fmla="*/ 432299 w 644929"/>
                      <a:gd name="connsiteY121" fmla="*/ 443712 h 677176"/>
                      <a:gd name="connsiteX122" fmla="*/ 436168 w 644929"/>
                      <a:gd name="connsiteY122" fmla="*/ 433715 h 677176"/>
                      <a:gd name="connsiteX123" fmla="*/ 441973 w 644929"/>
                      <a:gd name="connsiteY123" fmla="*/ 433393 h 677176"/>
                      <a:gd name="connsiteX124" fmla="*/ 442295 w 644929"/>
                      <a:gd name="connsiteY124" fmla="*/ 439197 h 677176"/>
                      <a:gd name="connsiteX125" fmla="*/ 440360 w 644929"/>
                      <a:gd name="connsiteY125" fmla="*/ 444034 h 677176"/>
                      <a:gd name="connsiteX126" fmla="*/ 440360 w 644929"/>
                      <a:gd name="connsiteY126" fmla="*/ 444679 h 677176"/>
                      <a:gd name="connsiteX127" fmla="*/ 441973 w 644929"/>
                      <a:gd name="connsiteY127" fmla="*/ 454676 h 677176"/>
                      <a:gd name="connsiteX128" fmla="*/ 443263 w 644929"/>
                      <a:gd name="connsiteY128" fmla="*/ 462092 h 677176"/>
                      <a:gd name="connsiteX129" fmla="*/ 439715 w 644929"/>
                      <a:gd name="connsiteY129" fmla="*/ 466607 h 677176"/>
                      <a:gd name="connsiteX130" fmla="*/ 439070 w 644929"/>
                      <a:gd name="connsiteY130" fmla="*/ 466607 h 677176"/>
                      <a:gd name="connsiteX131" fmla="*/ 239142 w 644929"/>
                      <a:gd name="connsiteY131" fmla="*/ 460480 h 677176"/>
                      <a:gd name="connsiteX132" fmla="*/ 235273 w 644929"/>
                      <a:gd name="connsiteY132" fmla="*/ 457900 h 677176"/>
                      <a:gd name="connsiteX133" fmla="*/ 232048 w 644929"/>
                      <a:gd name="connsiteY133" fmla="*/ 445969 h 677176"/>
                      <a:gd name="connsiteX134" fmla="*/ 231726 w 644929"/>
                      <a:gd name="connsiteY134" fmla="*/ 441454 h 677176"/>
                      <a:gd name="connsiteX135" fmla="*/ 236240 w 644929"/>
                      <a:gd name="connsiteY135" fmla="*/ 428878 h 677176"/>
                      <a:gd name="connsiteX136" fmla="*/ 242045 w 644929"/>
                      <a:gd name="connsiteY136" fmla="*/ 427911 h 677176"/>
                      <a:gd name="connsiteX137" fmla="*/ 242689 w 644929"/>
                      <a:gd name="connsiteY137" fmla="*/ 433393 h 677176"/>
                      <a:gd name="connsiteX138" fmla="*/ 239787 w 644929"/>
                      <a:gd name="connsiteY138" fmla="*/ 441132 h 677176"/>
                      <a:gd name="connsiteX139" fmla="*/ 240110 w 644929"/>
                      <a:gd name="connsiteY139" fmla="*/ 444357 h 677176"/>
                      <a:gd name="connsiteX140" fmla="*/ 243012 w 644929"/>
                      <a:gd name="connsiteY140" fmla="*/ 454998 h 677176"/>
                      <a:gd name="connsiteX141" fmla="*/ 240755 w 644929"/>
                      <a:gd name="connsiteY141" fmla="*/ 460157 h 677176"/>
                      <a:gd name="connsiteX142" fmla="*/ 239142 w 644929"/>
                      <a:gd name="connsiteY142" fmla="*/ 460480 h 677176"/>
                      <a:gd name="connsiteX143" fmla="*/ 469705 w 644929"/>
                      <a:gd name="connsiteY143" fmla="*/ 421462 h 677176"/>
                      <a:gd name="connsiteX144" fmla="*/ 468092 w 644929"/>
                      <a:gd name="connsiteY144" fmla="*/ 421139 h 677176"/>
                      <a:gd name="connsiteX145" fmla="*/ 466158 w 644929"/>
                      <a:gd name="connsiteY145" fmla="*/ 415657 h 677176"/>
                      <a:gd name="connsiteX146" fmla="*/ 467770 w 644929"/>
                      <a:gd name="connsiteY146" fmla="*/ 409208 h 677176"/>
                      <a:gd name="connsiteX147" fmla="*/ 465513 w 644929"/>
                      <a:gd name="connsiteY147" fmla="*/ 403081 h 677176"/>
                      <a:gd name="connsiteX148" fmla="*/ 460676 w 644929"/>
                      <a:gd name="connsiteY148" fmla="*/ 393407 h 677176"/>
                      <a:gd name="connsiteX149" fmla="*/ 463578 w 644929"/>
                      <a:gd name="connsiteY149" fmla="*/ 388570 h 677176"/>
                      <a:gd name="connsiteX150" fmla="*/ 468415 w 644929"/>
                      <a:gd name="connsiteY150" fmla="*/ 391472 h 677176"/>
                      <a:gd name="connsiteX151" fmla="*/ 471639 w 644929"/>
                      <a:gd name="connsiteY151" fmla="*/ 398244 h 677176"/>
                      <a:gd name="connsiteX152" fmla="*/ 475832 w 644929"/>
                      <a:gd name="connsiteY152" fmla="*/ 409530 h 677176"/>
                      <a:gd name="connsiteX153" fmla="*/ 473574 w 644929"/>
                      <a:gd name="connsiteY153" fmla="*/ 419204 h 677176"/>
                      <a:gd name="connsiteX154" fmla="*/ 469705 w 644929"/>
                      <a:gd name="connsiteY154" fmla="*/ 421462 h 677176"/>
                      <a:gd name="connsiteX155" fmla="*/ 73073 w 644929"/>
                      <a:gd name="connsiteY155" fmla="*/ 421462 h 677176"/>
                      <a:gd name="connsiteX156" fmla="*/ 69204 w 644929"/>
                      <a:gd name="connsiteY156" fmla="*/ 417915 h 677176"/>
                      <a:gd name="connsiteX157" fmla="*/ 68559 w 644929"/>
                      <a:gd name="connsiteY157" fmla="*/ 412110 h 677176"/>
                      <a:gd name="connsiteX158" fmla="*/ 66946 w 644929"/>
                      <a:gd name="connsiteY158" fmla="*/ 390827 h 677176"/>
                      <a:gd name="connsiteX159" fmla="*/ 70816 w 644929"/>
                      <a:gd name="connsiteY159" fmla="*/ 386635 h 677176"/>
                      <a:gd name="connsiteX160" fmla="*/ 75008 w 644929"/>
                      <a:gd name="connsiteY160" fmla="*/ 390505 h 677176"/>
                      <a:gd name="connsiteX161" fmla="*/ 76620 w 644929"/>
                      <a:gd name="connsiteY161" fmla="*/ 411143 h 677176"/>
                      <a:gd name="connsiteX162" fmla="*/ 77265 w 644929"/>
                      <a:gd name="connsiteY162" fmla="*/ 416947 h 677176"/>
                      <a:gd name="connsiteX163" fmla="*/ 73718 w 644929"/>
                      <a:gd name="connsiteY163" fmla="*/ 421462 h 677176"/>
                      <a:gd name="connsiteX164" fmla="*/ 73073 w 644929"/>
                      <a:gd name="connsiteY164" fmla="*/ 421462 h 677176"/>
                      <a:gd name="connsiteX165" fmla="*/ 250751 w 644929"/>
                      <a:gd name="connsiteY165" fmla="*/ 400179 h 677176"/>
                      <a:gd name="connsiteX166" fmla="*/ 250751 w 644929"/>
                      <a:gd name="connsiteY166" fmla="*/ 400179 h 677176"/>
                      <a:gd name="connsiteX167" fmla="*/ 246882 w 644929"/>
                      <a:gd name="connsiteY167" fmla="*/ 395987 h 677176"/>
                      <a:gd name="connsiteX168" fmla="*/ 247204 w 644929"/>
                      <a:gd name="connsiteY168" fmla="*/ 389538 h 677176"/>
                      <a:gd name="connsiteX169" fmla="*/ 244624 w 644929"/>
                      <a:gd name="connsiteY169" fmla="*/ 370834 h 677176"/>
                      <a:gd name="connsiteX170" fmla="*/ 247527 w 644929"/>
                      <a:gd name="connsiteY170" fmla="*/ 365998 h 677176"/>
                      <a:gd name="connsiteX171" fmla="*/ 252364 w 644929"/>
                      <a:gd name="connsiteY171" fmla="*/ 368900 h 677176"/>
                      <a:gd name="connsiteX172" fmla="*/ 255266 w 644929"/>
                      <a:gd name="connsiteY172" fmla="*/ 389860 h 677176"/>
                      <a:gd name="connsiteX173" fmla="*/ 254943 w 644929"/>
                      <a:gd name="connsiteY173" fmla="*/ 396954 h 677176"/>
                      <a:gd name="connsiteX174" fmla="*/ 250751 w 644929"/>
                      <a:gd name="connsiteY174" fmla="*/ 400179 h 677176"/>
                      <a:gd name="connsiteX175" fmla="*/ 199157 w 644929"/>
                      <a:gd name="connsiteY175" fmla="*/ 380509 h 677176"/>
                      <a:gd name="connsiteX176" fmla="*/ 195287 w 644929"/>
                      <a:gd name="connsiteY176" fmla="*/ 377284 h 677176"/>
                      <a:gd name="connsiteX177" fmla="*/ 198512 w 644929"/>
                      <a:gd name="connsiteY177" fmla="*/ 372447 h 677176"/>
                      <a:gd name="connsiteX178" fmla="*/ 211733 w 644929"/>
                      <a:gd name="connsiteY178" fmla="*/ 367932 h 677176"/>
                      <a:gd name="connsiteX179" fmla="*/ 213023 w 644929"/>
                      <a:gd name="connsiteY179" fmla="*/ 367288 h 677176"/>
                      <a:gd name="connsiteX180" fmla="*/ 220439 w 644929"/>
                      <a:gd name="connsiteY180" fmla="*/ 361483 h 677176"/>
                      <a:gd name="connsiteX181" fmla="*/ 226244 w 644929"/>
                      <a:gd name="connsiteY181" fmla="*/ 361806 h 677176"/>
                      <a:gd name="connsiteX182" fmla="*/ 225921 w 644929"/>
                      <a:gd name="connsiteY182" fmla="*/ 367610 h 677176"/>
                      <a:gd name="connsiteX183" fmla="*/ 216247 w 644929"/>
                      <a:gd name="connsiteY183" fmla="*/ 374704 h 677176"/>
                      <a:gd name="connsiteX184" fmla="*/ 214958 w 644929"/>
                      <a:gd name="connsiteY184" fmla="*/ 375349 h 677176"/>
                      <a:gd name="connsiteX185" fmla="*/ 200124 w 644929"/>
                      <a:gd name="connsiteY185" fmla="*/ 380509 h 677176"/>
                      <a:gd name="connsiteX186" fmla="*/ 199157 w 644929"/>
                      <a:gd name="connsiteY186" fmla="*/ 380509 h 677176"/>
                      <a:gd name="connsiteX187" fmla="*/ 162718 w 644929"/>
                      <a:gd name="connsiteY187" fmla="*/ 377929 h 677176"/>
                      <a:gd name="connsiteX188" fmla="*/ 160139 w 644929"/>
                      <a:gd name="connsiteY188" fmla="*/ 376961 h 677176"/>
                      <a:gd name="connsiteX189" fmla="*/ 153044 w 644929"/>
                      <a:gd name="connsiteY189" fmla="*/ 362773 h 677176"/>
                      <a:gd name="connsiteX190" fmla="*/ 152722 w 644929"/>
                      <a:gd name="connsiteY190" fmla="*/ 359548 h 677176"/>
                      <a:gd name="connsiteX191" fmla="*/ 155302 w 644929"/>
                      <a:gd name="connsiteY191" fmla="*/ 347617 h 677176"/>
                      <a:gd name="connsiteX192" fmla="*/ 160461 w 644929"/>
                      <a:gd name="connsiteY192" fmla="*/ 345037 h 677176"/>
                      <a:gd name="connsiteX193" fmla="*/ 163041 w 644929"/>
                      <a:gd name="connsiteY193" fmla="*/ 350197 h 677176"/>
                      <a:gd name="connsiteX194" fmla="*/ 160784 w 644929"/>
                      <a:gd name="connsiteY194" fmla="*/ 359548 h 677176"/>
                      <a:gd name="connsiteX195" fmla="*/ 160784 w 644929"/>
                      <a:gd name="connsiteY195" fmla="*/ 360838 h 677176"/>
                      <a:gd name="connsiteX196" fmla="*/ 165298 w 644929"/>
                      <a:gd name="connsiteY196" fmla="*/ 370512 h 677176"/>
                      <a:gd name="connsiteX197" fmla="*/ 165943 w 644929"/>
                      <a:gd name="connsiteY197" fmla="*/ 376317 h 677176"/>
                      <a:gd name="connsiteX198" fmla="*/ 162718 w 644929"/>
                      <a:gd name="connsiteY198" fmla="*/ 377929 h 677176"/>
                      <a:gd name="connsiteX199" fmla="*/ 441005 w 644929"/>
                      <a:gd name="connsiteY199" fmla="*/ 375672 h 677176"/>
                      <a:gd name="connsiteX200" fmla="*/ 439070 w 644929"/>
                      <a:gd name="connsiteY200" fmla="*/ 375027 h 677176"/>
                      <a:gd name="connsiteX201" fmla="*/ 425849 w 644929"/>
                      <a:gd name="connsiteY201" fmla="*/ 349229 h 677176"/>
                      <a:gd name="connsiteX202" fmla="*/ 425849 w 644929"/>
                      <a:gd name="connsiteY202" fmla="*/ 348262 h 677176"/>
                      <a:gd name="connsiteX203" fmla="*/ 430042 w 644929"/>
                      <a:gd name="connsiteY203" fmla="*/ 344392 h 677176"/>
                      <a:gd name="connsiteX204" fmla="*/ 433911 w 644929"/>
                      <a:gd name="connsiteY204" fmla="*/ 348585 h 677176"/>
                      <a:gd name="connsiteX205" fmla="*/ 433911 w 644929"/>
                      <a:gd name="connsiteY205" fmla="*/ 349229 h 677176"/>
                      <a:gd name="connsiteX206" fmla="*/ 443263 w 644929"/>
                      <a:gd name="connsiteY206" fmla="*/ 367932 h 677176"/>
                      <a:gd name="connsiteX207" fmla="*/ 444552 w 644929"/>
                      <a:gd name="connsiteY207" fmla="*/ 373414 h 677176"/>
                      <a:gd name="connsiteX208" fmla="*/ 441005 w 644929"/>
                      <a:gd name="connsiteY208" fmla="*/ 375672 h 677176"/>
                      <a:gd name="connsiteX209" fmla="*/ 77910 w 644929"/>
                      <a:gd name="connsiteY209" fmla="*/ 357936 h 677176"/>
                      <a:gd name="connsiteX210" fmla="*/ 76620 w 644929"/>
                      <a:gd name="connsiteY210" fmla="*/ 357614 h 677176"/>
                      <a:gd name="connsiteX211" fmla="*/ 74363 w 644929"/>
                      <a:gd name="connsiteY211" fmla="*/ 352454 h 677176"/>
                      <a:gd name="connsiteX212" fmla="*/ 81135 w 644929"/>
                      <a:gd name="connsiteY212" fmla="*/ 338266 h 677176"/>
                      <a:gd name="connsiteX213" fmla="*/ 81780 w 644929"/>
                      <a:gd name="connsiteY213" fmla="*/ 333751 h 677176"/>
                      <a:gd name="connsiteX214" fmla="*/ 82747 w 644929"/>
                      <a:gd name="connsiteY214" fmla="*/ 327624 h 677176"/>
                      <a:gd name="connsiteX215" fmla="*/ 87584 w 644929"/>
                      <a:gd name="connsiteY215" fmla="*/ 324722 h 677176"/>
                      <a:gd name="connsiteX216" fmla="*/ 90486 w 644929"/>
                      <a:gd name="connsiteY216" fmla="*/ 329559 h 677176"/>
                      <a:gd name="connsiteX217" fmla="*/ 89519 w 644929"/>
                      <a:gd name="connsiteY217" fmla="*/ 334719 h 677176"/>
                      <a:gd name="connsiteX218" fmla="*/ 87584 w 644929"/>
                      <a:gd name="connsiteY218" fmla="*/ 342458 h 677176"/>
                      <a:gd name="connsiteX219" fmla="*/ 81780 w 644929"/>
                      <a:gd name="connsiteY219" fmla="*/ 355034 h 677176"/>
                      <a:gd name="connsiteX220" fmla="*/ 77910 w 644929"/>
                      <a:gd name="connsiteY220" fmla="*/ 357936 h 677176"/>
                      <a:gd name="connsiteX221" fmla="*/ 103707 w 644929"/>
                      <a:gd name="connsiteY221" fmla="*/ 350842 h 677176"/>
                      <a:gd name="connsiteX222" fmla="*/ 103385 w 644929"/>
                      <a:gd name="connsiteY222" fmla="*/ 346650 h 677176"/>
                      <a:gd name="connsiteX223" fmla="*/ 103385 w 644929"/>
                      <a:gd name="connsiteY223" fmla="*/ 342780 h 677176"/>
                      <a:gd name="connsiteX224" fmla="*/ 110802 w 644929"/>
                      <a:gd name="connsiteY224" fmla="*/ 340523 h 677176"/>
                      <a:gd name="connsiteX225" fmla="*/ 125635 w 644929"/>
                      <a:gd name="connsiteY225" fmla="*/ 333106 h 677176"/>
                      <a:gd name="connsiteX226" fmla="*/ 131117 w 644929"/>
                      <a:gd name="connsiteY226" fmla="*/ 334074 h 677176"/>
                      <a:gd name="connsiteX227" fmla="*/ 130149 w 644929"/>
                      <a:gd name="connsiteY227" fmla="*/ 339556 h 677176"/>
                      <a:gd name="connsiteX228" fmla="*/ 113704 w 644929"/>
                      <a:gd name="connsiteY228" fmla="*/ 347940 h 677176"/>
                      <a:gd name="connsiteX229" fmla="*/ 103707 w 644929"/>
                      <a:gd name="connsiteY229" fmla="*/ 350842 h 677176"/>
                      <a:gd name="connsiteX230" fmla="*/ 441650 w 644929"/>
                      <a:gd name="connsiteY230" fmla="*/ 317628 h 677176"/>
                      <a:gd name="connsiteX231" fmla="*/ 439070 w 644929"/>
                      <a:gd name="connsiteY231" fmla="*/ 316661 h 677176"/>
                      <a:gd name="connsiteX232" fmla="*/ 438426 w 644929"/>
                      <a:gd name="connsiteY232" fmla="*/ 310856 h 677176"/>
                      <a:gd name="connsiteX233" fmla="*/ 460353 w 644929"/>
                      <a:gd name="connsiteY233" fmla="*/ 299892 h 677176"/>
                      <a:gd name="connsiteX234" fmla="*/ 465513 w 644929"/>
                      <a:gd name="connsiteY234" fmla="*/ 299892 h 677176"/>
                      <a:gd name="connsiteX235" fmla="*/ 469705 w 644929"/>
                      <a:gd name="connsiteY235" fmla="*/ 303762 h 677176"/>
                      <a:gd name="connsiteX236" fmla="*/ 465835 w 644929"/>
                      <a:gd name="connsiteY236" fmla="*/ 307954 h 677176"/>
                      <a:gd name="connsiteX237" fmla="*/ 460353 w 644929"/>
                      <a:gd name="connsiteY237" fmla="*/ 307954 h 677176"/>
                      <a:gd name="connsiteX238" fmla="*/ 444875 w 644929"/>
                      <a:gd name="connsiteY238" fmla="*/ 315693 h 677176"/>
                      <a:gd name="connsiteX239" fmla="*/ 441650 w 644929"/>
                      <a:gd name="connsiteY239" fmla="*/ 317628 h 677176"/>
                      <a:gd name="connsiteX240" fmla="*/ 169490 w 644929"/>
                      <a:gd name="connsiteY240" fmla="*/ 316983 h 677176"/>
                      <a:gd name="connsiteX241" fmla="*/ 165298 w 644929"/>
                      <a:gd name="connsiteY241" fmla="*/ 313113 h 677176"/>
                      <a:gd name="connsiteX242" fmla="*/ 164976 w 644929"/>
                      <a:gd name="connsiteY242" fmla="*/ 309244 h 677176"/>
                      <a:gd name="connsiteX243" fmla="*/ 163686 w 644929"/>
                      <a:gd name="connsiteY243" fmla="*/ 305697 h 677176"/>
                      <a:gd name="connsiteX244" fmla="*/ 157559 w 644929"/>
                      <a:gd name="connsiteY244" fmla="*/ 312468 h 677176"/>
                      <a:gd name="connsiteX245" fmla="*/ 151754 w 644929"/>
                      <a:gd name="connsiteY245" fmla="*/ 313113 h 677176"/>
                      <a:gd name="connsiteX246" fmla="*/ 151110 w 644929"/>
                      <a:gd name="connsiteY246" fmla="*/ 307309 h 677176"/>
                      <a:gd name="connsiteX247" fmla="*/ 164008 w 644929"/>
                      <a:gd name="connsiteY247" fmla="*/ 297313 h 677176"/>
                      <a:gd name="connsiteX248" fmla="*/ 172715 w 644929"/>
                      <a:gd name="connsiteY248" fmla="*/ 307309 h 677176"/>
                      <a:gd name="connsiteX249" fmla="*/ 173360 w 644929"/>
                      <a:gd name="connsiteY249" fmla="*/ 312791 h 677176"/>
                      <a:gd name="connsiteX250" fmla="*/ 169490 w 644929"/>
                      <a:gd name="connsiteY250" fmla="*/ 316983 h 677176"/>
                      <a:gd name="connsiteX251" fmla="*/ 169490 w 644929"/>
                      <a:gd name="connsiteY251" fmla="*/ 316983 h 677176"/>
                      <a:gd name="connsiteX252" fmla="*/ 502919 w 644929"/>
                      <a:gd name="connsiteY252" fmla="*/ 302150 h 677176"/>
                      <a:gd name="connsiteX253" fmla="*/ 499049 w 644929"/>
                      <a:gd name="connsiteY253" fmla="*/ 299247 h 677176"/>
                      <a:gd name="connsiteX254" fmla="*/ 501951 w 644929"/>
                      <a:gd name="connsiteY254" fmla="*/ 294410 h 677176"/>
                      <a:gd name="connsiteX255" fmla="*/ 509045 w 644929"/>
                      <a:gd name="connsiteY255" fmla="*/ 292153 h 677176"/>
                      <a:gd name="connsiteX256" fmla="*/ 515172 w 644929"/>
                      <a:gd name="connsiteY256" fmla="*/ 280544 h 677176"/>
                      <a:gd name="connsiteX257" fmla="*/ 519364 w 644929"/>
                      <a:gd name="connsiteY257" fmla="*/ 276675 h 677176"/>
                      <a:gd name="connsiteX258" fmla="*/ 519364 w 644929"/>
                      <a:gd name="connsiteY258" fmla="*/ 276675 h 677176"/>
                      <a:gd name="connsiteX259" fmla="*/ 523234 w 644929"/>
                      <a:gd name="connsiteY259" fmla="*/ 280867 h 677176"/>
                      <a:gd name="connsiteX260" fmla="*/ 511625 w 644929"/>
                      <a:gd name="connsiteY260" fmla="*/ 300215 h 677176"/>
                      <a:gd name="connsiteX261" fmla="*/ 504208 w 644929"/>
                      <a:gd name="connsiteY261" fmla="*/ 302472 h 677176"/>
                      <a:gd name="connsiteX262" fmla="*/ 502919 w 644929"/>
                      <a:gd name="connsiteY262" fmla="*/ 302150 h 677176"/>
                      <a:gd name="connsiteX263" fmla="*/ 418755 w 644929"/>
                      <a:gd name="connsiteY263" fmla="*/ 272805 h 677176"/>
                      <a:gd name="connsiteX264" fmla="*/ 414886 w 644929"/>
                      <a:gd name="connsiteY264" fmla="*/ 269258 h 677176"/>
                      <a:gd name="connsiteX265" fmla="*/ 418433 w 644929"/>
                      <a:gd name="connsiteY265" fmla="*/ 264744 h 677176"/>
                      <a:gd name="connsiteX266" fmla="*/ 442295 w 644929"/>
                      <a:gd name="connsiteY266" fmla="*/ 256682 h 677176"/>
                      <a:gd name="connsiteX267" fmla="*/ 447777 w 644929"/>
                      <a:gd name="connsiteY267" fmla="*/ 258294 h 677176"/>
                      <a:gd name="connsiteX268" fmla="*/ 446165 w 644929"/>
                      <a:gd name="connsiteY268" fmla="*/ 263776 h 677176"/>
                      <a:gd name="connsiteX269" fmla="*/ 419400 w 644929"/>
                      <a:gd name="connsiteY269" fmla="*/ 272805 h 677176"/>
                      <a:gd name="connsiteX270" fmla="*/ 418755 w 644929"/>
                      <a:gd name="connsiteY270" fmla="*/ 272805 h 677176"/>
                      <a:gd name="connsiteX271" fmla="*/ 386509 w 644929"/>
                      <a:gd name="connsiteY271" fmla="*/ 257327 h 677176"/>
                      <a:gd name="connsiteX272" fmla="*/ 383284 w 644929"/>
                      <a:gd name="connsiteY272" fmla="*/ 255392 h 677176"/>
                      <a:gd name="connsiteX273" fmla="*/ 373288 w 644929"/>
                      <a:gd name="connsiteY273" fmla="*/ 228950 h 677176"/>
                      <a:gd name="connsiteX274" fmla="*/ 376512 w 644929"/>
                      <a:gd name="connsiteY274" fmla="*/ 224113 h 677176"/>
                      <a:gd name="connsiteX275" fmla="*/ 381349 w 644929"/>
                      <a:gd name="connsiteY275" fmla="*/ 227338 h 677176"/>
                      <a:gd name="connsiteX276" fmla="*/ 390378 w 644929"/>
                      <a:gd name="connsiteY276" fmla="*/ 250878 h 677176"/>
                      <a:gd name="connsiteX277" fmla="*/ 389088 w 644929"/>
                      <a:gd name="connsiteY277" fmla="*/ 256360 h 677176"/>
                      <a:gd name="connsiteX278" fmla="*/ 386509 w 644929"/>
                      <a:gd name="connsiteY278" fmla="*/ 257327 h 677176"/>
                      <a:gd name="connsiteX279" fmla="*/ 505498 w 644929"/>
                      <a:gd name="connsiteY279" fmla="*/ 251200 h 677176"/>
                      <a:gd name="connsiteX280" fmla="*/ 504208 w 644929"/>
                      <a:gd name="connsiteY280" fmla="*/ 250878 h 677176"/>
                      <a:gd name="connsiteX281" fmla="*/ 479701 w 644929"/>
                      <a:gd name="connsiteY281" fmla="*/ 250555 h 677176"/>
                      <a:gd name="connsiteX282" fmla="*/ 475187 w 644929"/>
                      <a:gd name="connsiteY282" fmla="*/ 247331 h 677176"/>
                      <a:gd name="connsiteX283" fmla="*/ 478411 w 644929"/>
                      <a:gd name="connsiteY283" fmla="*/ 242816 h 677176"/>
                      <a:gd name="connsiteX284" fmla="*/ 507111 w 644929"/>
                      <a:gd name="connsiteY284" fmla="*/ 243461 h 677176"/>
                      <a:gd name="connsiteX285" fmla="*/ 509368 w 644929"/>
                      <a:gd name="connsiteY285" fmla="*/ 248621 h 677176"/>
                      <a:gd name="connsiteX286" fmla="*/ 505498 w 644929"/>
                      <a:gd name="connsiteY286" fmla="*/ 251200 h 677176"/>
                      <a:gd name="connsiteX287" fmla="*/ 374255 w 644929"/>
                      <a:gd name="connsiteY287" fmla="*/ 194769 h 677176"/>
                      <a:gd name="connsiteX288" fmla="*/ 373933 w 644929"/>
                      <a:gd name="connsiteY288" fmla="*/ 194769 h 677176"/>
                      <a:gd name="connsiteX289" fmla="*/ 370386 w 644929"/>
                      <a:gd name="connsiteY289" fmla="*/ 190254 h 677176"/>
                      <a:gd name="connsiteX290" fmla="*/ 372320 w 644929"/>
                      <a:gd name="connsiteY290" fmla="*/ 181225 h 677176"/>
                      <a:gd name="connsiteX291" fmla="*/ 372965 w 644929"/>
                      <a:gd name="connsiteY291" fmla="*/ 176388 h 677176"/>
                      <a:gd name="connsiteX292" fmla="*/ 372965 w 644929"/>
                      <a:gd name="connsiteY292" fmla="*/ 174131 h 677176"/>
                      <a:gd name="connsiteX293" fmla="*/ 376512 w 644929"/>
                      <a:gd name="connsiteY293" fmla="*/ 161877 h 677176"/>
                      <a:gd name="connsiteX294" fmla="*/ 381994 w 644929"/>
                      <a:gd name="connsiteY294" fmla="*/ 160910 h 677176"/>
                      <a:gd name="connsiteX295" fmla="*/ 382962 w 644929"/>
                      <a:gd name="connsiteY295" fmla="*/ 166392 h 677176"/>
                      <a:gd name="connsiteX296" fmla="*/ 381027 w 644929"/>
                      <a:gd name="connsiteY296" fmla="*/ 173809 h 677176"/>
                      <a:gd name="connsiteX297" fmla="*/ 381027 w 644929"/>
                      <a:gd name="connsiteY297" fmla="*/ 176066 h 677176"/>
                      <a:gd name="connsiteX298" fmla="*/ 379737 w 644929"/>
                      <a:gd name="connsiteY298" fmla="*/ 184128 h 677176"/>
                      <a:gd name="connsiteX299" fmla="*/ 378447 w 644929"/>
                      <a:gd name="connsiteY299" fmla="*/ 190577 h 677176"/>
                      <a:gd name="connsiteX300" fmla="*/ 374255 w 644929"/>
                      <a:gd name="connsiteY300" fmla="*/ 194769 h 677176"/>
                      <a:gd name="connsiteX301" fmla="*/ 412951 w 644929"/>
                      <a:gd name="connsiteY301" fmla="*/ 152526 h 677176"/>
                      <a:gd name="connsiteX302" fmla="*/ 409081 w 644929"/>
                      <a:gd name="connsiteY302" fmla="*/ 149946 h 677176"/>
                      <a:gd name="connsiteX303" fmla="*/ 411339 w 644929"/>
                      <a:gd name="connsiteY303" fmla="*/ 144787 h 677176"/>
                      <a:gd name="connsiteX304" fmla="*/ 435201 w 644929"/>
                      <a:gd name="connsiteY304" fmla="*/ 133501 h 677176"/>
                      <a:gd name="connsiteX305" fmla="*/ 440683 w 644929"/>
                      <a:gd name="connsiteY305" fmla="*/ 135113 h 677176"/>
                      <a:gd name="connsiteX306" fmla="*/ 439070 w 644929"/>
                      <a:gd name="connsiteY306" fmla="*/ 140595 h 677176"/>
                      <a:gd name="connsiteX307" fmla="*/ 414241 w 644929"/>
                      <a:gd name="connsiteY307" fmla="*/ 152203 h 677176"/>
                      <a:gd name="connsiteX308" fmla="*/ 412951 w 644929"/>
                      <a:gd name="connsiteY308" fmla="*/ 152526 h 677176"/>
                      <a:gd name="connsiteX309" fmla="*/ 469705 w 644929"/>
                      <a:gd name="connsiteY309" fmla="*/ 122214 h 677176"/>
                      <a:gd name="connsiteX310" fmla="*/ 466480 w 644929"/>
                      <a:gd name="connsiteY310" fmla="*/ 120279 h 677176"/>
                      <a:gd name="connsiteX311" fmla="*/ 467770 w 644929"/>
                      <a:gd name="connsiteY311" fmla="*/ 114798 h 677176"/>
                      <a:gd name="connsiteX312" fmla="*/ 489698 w 644929"/>
                      <a:gd name="connsiteY312" fmla="*/ 99642 h 677176"/>
                      <a:gd name="connsiteX313" fmla="*/ 495502 w 644929"/>
                      <a:gd name="connsiteY313" fmla="*/ 100286 h 677176"/>
                      <a:gd name="connsiteX314" fmla="*/ 494857 w 644929"/>
                      <a:gd name="connsiteY314" fmla="*/ 106091 h 677176"/>
                      <a:gd name="connsiteX315" fmla="*/ 472607 w 644929"/>
                      <a:gd name="connsiteY315" fmla="*/ 121569 h 677176"/>
                      <a:gd name="connsiteX316" fmla="*/ 469705 w 644929"/>
                      <a:gd name="connsiteY316" fmla="*/ 122214 h 677176"/>
                      <a:gd name="connsiteX317" fmla="*/ 520977 w 644929"/>
                      <a:gd name="connsiteY317" fmla="*/ 83196 h 677176"/>
                      <a:gd name="connsiteX318" fmla="*/ 517429 w 644929"/>
                      <a:gd name="connsiteY318" fmla="*/ 81261 h 677176"/>
                      <a:gd name="connsiteX319" fmla="*/ 518719 w 644929"/>
                      <a:gd name="connsiteY319" fmla="*/ 75779 h 677176"/>
                      <a:gd name="connsiteX320" fmla="*/ 542904 w 644929"/>
                      <a:gd name="connsiteY320" fmla="*/ 62881 h 677176"/>
                      <a:gd name="connsiteX321" fmla="*/ 548386 w 644929"/>
                      <a:gd name="connsiteY321" fmla="*/ 64815 h 677176"/>
                      <a:gd name="connsiteX322" fmla="*/ 546451 w 644929"/>
                      <a:gd name="connsiteY322" fmla="*/ 70297 h 677176"/>
                      <a:gd name="connsiteX323" fmla="*/ 523234 w 644929"/>
                      <a:gd name="connsiteY323" fmla="*/ 82874 h 677176"/>
                      <a:gd name="connsiteX324" fmla="*/ 520977 w 644929"/>
                      <a:gd name="connsiteY324" fmla="*/ 83196 h 677176"/>
                      <a:gd name="connsiteX325" fmla="*/ 579665 w 644929"/>
                      <a:gd name="connsiteY325" fmla="*/ 55786 h 677176"/>
                      <a:gd name="connsiteX326" fmla="*/ 575796 w 644929"/>
                      <a:gd name="connsiteY326" fmla="*/ 53207 h 677176"/>
                      <a:gd name="connsiteX327" fmla="*/ 578053 w 644929"/>
                      <a:gd name="connsiteY327" fmla="*/ 48047 h 677176"/>
                      <a:gd name="connsiteX328" fmla="*/ 600625 w 644929"/>
                      <a:gd name="connsiteY328" fmla="*/ 40953 h 677176"/>
                      <a:gd name="connsiteX329" fmla="*/ 603850 w 644929"/>
                      <a:gd name="connsiteY329" fmla="*/ 39986 h 677176"/>
                      <a:gd name="connsiteX330" fmla="*/ 609009 w 644929"/>
                      <a:gd name="connsiteY330" fmla="*/ 42243 h 677176"/>
                      <a:gd name="connsiteX331" fmla="*/ 606430 w 644929"/>
                      <a:gd name="connsiteY331" fmla="*/ 47402 h 677176"/>
                      <a:gd name="connsiteX332" fmla="*/ 602238 w 644929"/>
                      <a:gd name="connsiteY332" fmla="*/ 48692 h 677176"/>
                      <a:gd name="connsiteX333" fmla="*/ 580955 w 644929"/>
                      <a:gd name="connsiteY333" fmla="*/ 55464 h 677176"/>
                      <a:gd name="connsiteX334" fmla="*/ 579665 w 644929"/>
                      <a:gd name="connsiteY334" fmla="*/ 55786 h 677176"/>
                      <a:gd name="connsiteX335" fmla="*/ 635452 w 644929"/>
                      <a:gd name="connsiteY335" fmla="*/ 25797 h 677176"/>
                      <a:gd name="connsiteX336" fmla="*/ 632549 w 644929"/>
                      <a:gd name="connsiteY336" fmla="*/ 24507 h 677176"/>
                      <a:gd name="connsiteX337" fmla="*/ 632872 w 644929"/>
                      <a:gd name="connsiteY337" fmla="*/ 18703 h 677176"/>
                      <a:gd name="connsiteX338" fmla="*/ 651897 w 644929"/>
                      <a:gd name="connsiteY338" fmla="*/ 0 h 677176"/>
                      <a:gd name="connsiteX339" fmla="*/ 657702 w 644929"/>
                      <a:gd name="connsiteY339" fmla="*/ 5804 h 677176"/>
                      <a:gd name="connsiteX340" fmla="*/ 638354 w 644929"/>
                      <a:gd name="connsiteY340" fmla="*/ 24830 h 677176"/>
                      <a:gd name="connsiteX341" fmla="*/ 635452 w 644929"/>
                      <a:gd name="connsiteY341" fmla="*/ 25797 h 6771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  <a:cxn ang="0">
                        <a:pos x="connsiteX284" y="connsiteY284"/>
                      </a:cxn>
                      <a:cxn ang="0">
                        <a:pos x="connsiteX285" y="connsiteY285"/>
                      </a:cxn>
                      <a:cxn ang="0">
                        <a:pos x="connsiteX286" y="connsiteY286"/>
                      </a:cxn>
                      <a:cxn ang="0">
                        <a:pos x="connsiteX287" y="connsiteY287"/>
                      </a:cxn>
                      <a:cxn ang="0">
                        <a:pos x="connsiteX288" y="connsiteY288"/>
                      </a:cxn>
                      <a:cxn ang="0">
                        <a:pos x="connsiteX289" y="connsiteY289"/>
                      </a:cxn>
                      <a:cxn ang="0">
                        <a:pos x="connsiteX290" y="connsiteY290"/>
                      </a:cxn>
                      <a:cxn ang="0">
                        <a:pos x="connsiteX291" y="connsiteY291"/>
                      </a:cxn>
                      <a:cxn ang="0">
                        <a:pos x="connsiteX292" y="connsiteY292"/>
                      </a:cxn>
                      <a:cxn ang="0">
                        <a:pos x="connsiteX293" y="connsiteY293"/>
                      </a:cxn>
                      <a:cxn ang="0">
                        <a:pos x="connsiteX294" y="connsiteY294"/>
                      </a:cxn>
                      <a:cxn ang="0">
                        <a:pos x="connsiteX295" y="connsiteY295"/>
                      </a:cxn>
                      <a:cxn ang="0">
                        <a:pos x="connsiteX296" y="connsiteY296"/>
                      </a:cxn>
                      <a:cxn ang="0">
                        <a:pos x="connsiteX297" y="connsiteY297"/>
                      </a:cxn>
                      <a:cxn ang="0">
                        <a:pos x="connsiteX298" y="connsiteY298"/>
                      </a:cxn>
                      <a:cxn ang="0">
                        <a:pos x="connsiteX299" y="connsiteY299"/>
                      </a:cxn>
                      <a:cxn ang="0">
                        <a:pos x="connsiteX300" y="connsiteY300"/>
                      </a:cxn>
                      <a:cxn ang="0">
                        <a:pos x="connsiteX301" y="connsiteY301"/>
                      </a:cxn>
                      <a:cxn ang="0">
                        <a:pos x="connsiteX302" y="connsiteY302"/>
                      </a:cxn>
                      <a:cxn ang="0">
                        <a:pos x="connsiteX303" y="connsiteY303"/>
                      </a:cxn>
                      <a:cxn ang="0">
                        <a:pos x="connsiteX304" y="connsiteY304"/>
                      </a:cxn>
                      <a:cxn ang="0">
                        <a:pos x="connsiteX305" y="connsiteY305"/>
                      </a:cxn>
                      <a:cxn ang="0">
                        <a:pos x="connsiteX306" y="connsiteY306"/>
                      </a:cxn>
                      <a:cxn ang="0">
                        <a:pos x="connsiteX307" y="connsiteY307"/>
                      </a:cxn>
                      <a:cxn ang="0">
                        <a:pos x="connsiteX308" y="connsiteY308"/>
                      </a:cxn>
                      <a:cxn ang="0">
                        <a:pos x="connsiteX309" y="connsiteY309"/>
                      </a:cxn>
                      <a:cxn ang="0">
                        <a:pos x="connsiteX310" y="connsiteY310"/>
                      </a:cxn>
                      <a:cxn ang="0">
                        <a:pos x="connsiteX311" y="connsiteY311"/>
                      </a:cxn>
                      <a:cxn ang="0">
                        <a:pos x="connsiteX312" y="connsiteY312"/>
                      </a:cxn>
                      <a:cxn ang="0">
                        <a:pos x="connsiteX313" y="connsiteY313"/>
                      </a:cxn>
                      <a:cxn ang="0">
                        <a:pos x="connsiteX314" y="connsiteY314"/>
                      </a:cxn>
                      <a:cxn ang="0">
                        <a:pos x="connsiteX315" y="connsiteY315"/>
                      </a:cxn>
                      <a:cxn ang="0">
                        <a:pos x="connsiteX316" y="connsiteY316"/>
                      </a:cxn>
                      <a:cxn ang="0">
                        <a:pos x="connsiteX317" y="connsiteY317"/>
                      </a:cxn>
                      <a:cxn ang="0">
                        <a:pos x="connsiteX318" y="connsiteY318"/>
                      </a:cxn>
                      <a:cxn ang="0">
                        <a:pos x="connsiteX319" y="connsiteY319"/>
                      </a:cxn>
                      <a:cxn ang="0">
                        <a:pos x="connsiteX320" y="connsiteY320"/>
                      </a:cxn>
                      <a:cxn ang="0">
                        <a:pos x="connsiteX321" y="connsiteY321"/>
                      </a:cxn>
                      <a:cxn ang="0">
                        <a:pos x="connsiteX322" y="connsiteY322"/>
                      </a:cxn>
                      <a:cxn ang="0">
                        <a:pos x="connsiteX323" y="connsiteY323"/>
                      </a:cxn>
                      <a:cxn ang="0">
                        <a:pos x="connsiteX324" y="connsiteY324"/>
                      </a:cxn>
                      <a:cxn ang="0">
                        <a:pos x="connsiteX325" y="connsiteY325"/>
                      </a:cxn>
                      <a:cxn ang="0">
                        <a:pos x="connsiteX326" y="connsiteY326"/>
                      </a:cxn>
                      <a:cxn ang="0">
                        <a:pos x="connsiteX327" y="connsiteY327"/>
                      </a:cxn>
                      <a:cxn ang="0">
                        <a:pos x="connsiteX328" y="connsiteY328"/>
                      </a:cxn>
                      <a:cxn ang="0">
                        <a:pos x="connsiteX329" y="connsiteY329"/>
                      </a:cxn>
                      <a:cxn ang="0">
                        <a:pos x="connsiteX330" y="connsiteY330"/>
                      </a:cxn>
                      <a:cxn ang="0">
                        <a:pos x="connsiteX331" y="connsiteY331"/>
                      </a:cxn>
                      <a:cxn ang="0">
                        <a:pos x="connsiteX332" y="connsiteY332"/>
                      </a:cxn>
                      <a:cxn ang="0">
                        <a:pos x="connsiteX333" y="connsiteY333"/>
                      </a:cxn>
                      <a:cxn ang="0">
                        <a:pos x="connsiteX334" y="connsiteY334"/>
                      </a:cxn>
                      <a:cxn ang="0">
                        <a:pos x="connsiteX335" y="connsiteY335"/>
                      </a:cxn>
                      <a:cxn ang="0">
                        <a:pos x="connsiteX336" y="connsiteY336"/>
                      </a:cxn>
                      <a:cxn ang="0">
                        <a:pos x="connsiteX337" y="connsiteY337"/>
                      </a:cxn>
                      <a:cxn ang="0">
                        <a:pos x="connsiteX338" y="connsiteY338"/>
                      </a:cxn>
                      <a:cxn ang="0">
                        <a:pos x="connsiteX339" y="connsiteY339"/>
                      </a:cxn>
                      <a:cxn ang="0">
                        <a:pos x="connsiteX340" y="connsiteY340"/>
                      </a:cxn>
                      <a:cxn ang="0">
                        <a:pos x="connsiteX341" y="connsiteY341"/>
                      </a:cxn>
                    </a:cxnLst>
                    <a:rect l="l" t="t" r="r" b="b"/>
                    <a:pathLst>
                      <a:path w="644929" h="677176">
                        <a:moveTo>
                          <a:pt x="4066" y="677499"/>
                        </a:moveTo>
                        <a:cubicBezTo>
                          <a:pt x="2453" y="677499"/>
                          <a:pt x="841" y="676531"/>
                          <a:pt x="196" y="674597"/>
                        </a:cubicBezTo>
                        <a:cubicBezTo>
                          <a:pt x="-449" y="672339"/>
                          <a:pt x="519" y="670082"/>
                          <a:pt x="2776" y="669437"/>
                        </a:cubicBezTo>
                        <a:lnTo>
                          <a:pt x="6323" y="668470"/>
                        </a:lnTo>
                        <a:cubicBezTo>
                          <a:pt x="15352" y="665568"/>
                          <a:pt x="21479" y="662343"/>
                          <a:pt x="24703" y="658796"/>
                        </a:cubicBezTo>
                        <a:cubicBezTo>
                          <a:pt x="25993" y="657183"/>
                          <a:pt x="28573" y="656861"/>
                          <a:pt x="30508" y="658473"/>
                        </a:cubicBezTo>
                        <a:cubicBezTo>
                          <a:pt x="32120" y="659763"/>
                          <a:pt x="32443" y="662343"/>
                          <a:pt x="30830" y="664278"/>
                        </a:cubicBezTo>
                        <a:cubicBezTo>
                          <a:pt x="26638" y="669114"/>
                          <a:pt x="19544" y="673307"/>
                          <a:pt x="8903" y="676531"/>
                        </a:cubicBezTo>
                        <a:lnTo>
                          <a:pt x="5356" y="677499"/>
                        </a:lnTo>
                        <a:cubicBezTo>
                          <a:pt x="5033" y="677176"/>
                          <a:pt x="4388" y="677499"/>
                          <a:pt x="4066" y="677499"/>
                        </a:cubicBezTo>
                        <a:close/>
                        <a:moveTo>
                          <a:pt x="18254" y="631709"/>
                        </a:moveTo>
                        <a:cubicBezTo>
                          <a:pt x="16642" y="631709"/>
                          <a:pt x="15029" y="630741"/>
                          <a:pt x="14385" y="629129"/>
                        </a:cubicBezTo>
                        <a:cubicBezTo>
                          <a:pt x="13740" y="627194"/>
                          <a:pt x="13417" y="625259"/>
                          <a:pt x="13417" y="623647"/>
                        </a:cubicBezTo>
                        <a:cubicBezTo>
                          <a:pt x="13417" y="617843"/>
                          <a:pt x="17287" y="613651"/>
                          <a:pt x="25026" y="610748"/>
                        </a:cubicBezTo>
                        <a:cubicBezTo>
                          <a:pt x="27928" y="609781"/>
                          <a:pt x="30508" y="608491"/>
                          <a:pt x="33410" y="607524"/>
                        </a:cubicBezTo>
                        <a:cubicBezTo>
                          <a:pt x="35345" y="606556"/>
                          <a:pt x="37924" y="607524"/>
                          <a:pt x="38569" y="609781"/>
                        </a:cubicBezTo>
                        <a:cubicBezTo>
                          <a:pt x="39537" y="611716"/>
                          <a:pt x="38569" y="614296"/>
                          <a:pt x="36312" y="614941"/>
                        </a:cubicBezTo>
                        <a:cubicBezTo>
                          <a:pt x="33410" y="616230"/>
                          <a:pt x="30508" y="617198"/>
                          <a:pt x="27606" y="618165"/>
                        </a:cubicBezTo>
                        <a:cubicBezTo>
                          <a:pt x="21479" y="620422"/>
                          <a:pt x="21479" y="622680"/>
                          <a:pt x="21479" y="623325"/>
                        </a:cubicBezTo>
                        <a:cubicBezTo>
                          <a:pt x="21479" y="623970"/>
                          <a:pt x="21801" y="624937"/>
                          <a:pt x="22124" y="625904"/>
                        </a:cubicBezTo>
                        <a:cubicBezTo>
                          <a:pt x="22769" y="627839"/>
                          <a:pt x="21801" y="630419"/>
                          <a:pt x="19866" y="631064"/>
                        </a:cubicBezTo>
                        <a:cubicBezTo>
                          <a:pt x="19222" y="631709"/>
                          <a:pt x="18899" y="631709"/>
                          <a:pt x="18254" y="631709"/>
                        </a:cubicBezTo>
                        <a:close/>
                        <a:moveTo>
                          <a:pt x="67914" y="596882"/>
                        </a:moveTo>
                        <a:cubicBezTo>
                          <a:pt x="66624" y="596882"/>
                          <a:pt x="65334" y="596238"/>
                          <a:pt x="64689" y="595270"/>
                        </a:cubicBezTo>
                        <a:cubicBezTo>
                          <a:pt x="63399" y="593335"/>
                          <a:pt x="63722" y="591078"/>
                          <a:pt x="65656" y="589788"/>
                        </a:cubicBezTo>
                        <a:lnTo>
                          <a:pt x="65979" y="589143"/>
                        </a:lnTo>
                        <a:cubicBezTo>
                          <a:pt x="65979" y="587853"/>
                          <a:pt x="65334" y="585596"/>
                          <a:pt x="64689" y="583016"/>
                        </a:cubicBezTo>
                        <a:cubicBezTo>
                          <a:pt x="63399" y="578824"/>
                          <a:pt x="62109" y="573665"/>
                          <a:pt x="61787" y="567538"/>
                        </a:cubicBezTo>
                        <a:cubicBezTo>
                          <a:pt x="61787" y="565281"/>
                          <a:pt x="63399" y="563346"/>
                          <a:pt x="65656" y="563346"/>
                        </a:cubicBezTo>
                        <a:cubicBezTo>
                          <a:pt x="67914" y="563346"/>
                          <a:pt x="69849" y="564958"/>
                          <a:pt x="69849" y="567216"/>
                        </a:cubicBezTo>
                        <a:cubicBezTo>
                          <a:pt x="70171" y="572375"/>
                          <a:pt x="71461" y="576890"/>
                          <a:pt x="72428" y="580759"/>
                        </a:cubicBezTo>
                        <a:cubicBezTo>
                          <a:pt x="73396" y="583984"/>
                          <a:pt x="74040" y="586564"/>
                          <a:pt x="74040" y="589143"/>
                        </a:cubicBezTo>
                        <a:cubicBezTo>
                          <a:pt x="74040" y="593013"/>
                          <a:pt x="72106" y="595270"/>
                          <a:pt x="70493" y="596238"/>
                        </a:cubicBezTo>
                        <a:cubicBezTo>
                          <a:pt x="69526" y="596882"/>
                          <a:pt x="68881" y="596882"/>
                          <a:pt x="67914" y="596882"/>
                        </a:cubicBezTo>
                        <a:close/>
                        <a:moveTo>
                          <a:pt x="201737" y="560121"/>
                        </a:moveTo>
                        <a:cubicBezTo>
                          <a:pt x="196900" y="560121"/>
                          <a:pt x="192707" y="559477"/>
                          <a:pt x="188838" y="558187"/>
                        </a:cubicBezTo>
                        <a:cubicBezTo>
                          <a:pt x="186581" y="557542"/>
                          <a:pt x="185613" y="555284"/>
                          <a:pt x="186258" y="553027"/>
                        </a:cubicBezTo>
                        <a:cubicBezTo>
                          <a:pt x="186903" y="550770"/>
                          <a:pt x="189160" y="549803"/>
                          <a:pt x="191418" y="550448"/>
                        </a:cubicBezTo>
                        <a:cubicBezTo>
                          <a:pt x="197545" y="552382"/>
                          <a:pt x="206573" y="552382"/>
                          <a:pt x="215925" y="550125"/>
                        </a:cubicBezTo>
                        <a:cubicBezTo>
                          <a:pt x="218182" y="549480"/>
                          <a:pt x="220117" y="551092"/>
                          <a:pt x="220762" y="553027"/>
                        </a:cubicBezTo>
                        <a:cubicBezTo>
                          <a:pt x="221407" y="555284"/>
                          <a:pt x="219795" y="557219"/>
                          <a:pt x="217860" y="557864"/>
                        </a:cubicBezTo>
                        <a:cubicBezTo>
                          <a:pt x="212055" y="559154"/>
                          <a:pt x="206573" y="560121"/>
                          <a:pt x="201737" y="560121"/>
                        </a:cubicBezTo>
                        <a:close/>
                        <a:moveTo>
                          <a:pt x="249784" y="541741"/>
                        </a:moveTo>
                        <a:cubicBezTo>
                          <a:pt x="247849" y="541741"/>
                          <a:pt x="246237" y="540451"/>
                          <a:pt x="245914" y="538516"/>
                        </a:cubicBezTo>
                        <a:cubicBezTo>
                          <a:pt x="245592" y="536259"/>
                          <a:pt x="246882" y="534324"/>
                          <a:pt x="249139" y="533679"/>
                        </a:cubicBezTo>
                        <a:cubicBezTo>
                          <a:pt x="252364" y="533035"/>
                          <a:pt x="256555" y="532712"/>
                          <a:pt x="262682" y="532389"/>
                        </a:cubicBezTo>
                        <a:cubicBezTo>
                          <a:pt x="266874" y="532067"/>
                          <a:pt x="270421" y="531100"/>
                          <a:pt x="273646" y="528842"/>
                        </a:cubicBezTo>
                        <a:cubicBezTo>
                          <a:pt x="275581" y="527552"/>
                          <a:pt x="278161" y="528198"/>
                          <a:pt x="279128" y="530132"/>
                        </a:cubicBezTo>
                        <a:cubicBezTo>
                          <a:pt x="280418" y="532067"/>
                          <a:pt x="279773" y="534647"/>
                          <a:pt x="277838" y="535614"/>
                        </a:cubicBezTo>
                        <a:cubicBezTo>
                          <a:pt x="273646" y="538516"/>
                          <a:pt x="268487" y="540129"/>
                          <a:pt x="263005" y="540451"/>
                        </a:cubicBezTo>
                        <a:cubicBezTo>
                          <a:pt x="257200" y="540774"/>
                          <a:pt x="253331" y="541096"/>
                          <a:pt x="250429" y="541741"/>
                        </a:cubicBezTo>
                        <a:cubicBezTo>
                          <a:pt x="250429" y="541741"/>
                          <a:pt x="250106" y="541741"/>
                          <a:pt x="249784" y="541741"/>
                        </a:cubicBezTo>
                        <a:close/>
                        <a:moveTo>
                          <a:pt x="77588" y="536582"/>
                        </a:moveTo>
                        <a:cubicBezTo>
                          <a:pt x="76943" y="536582"/>
                          <a:pt x="75975" y="536259"/>
                          <a:pt x="75330" y="535937"/>
                        </a:cubicBezTo>
                        <a:cubicBezTo>
                          <a:pt x="73396" y="534647"/>
                          <a:pt x="73073" y="532067"/>
                          <a:pt x="74040" y="530455"/>
                        </a:cubicBezTo>
                        <a:cubicBezTo>
                          <a:pt x="78233" y="524005"/>
                          <a:pt x="82102" y="518846"/>
                          <a:pt x="85327" y="514976"/>
                        </a:cubicBezTo>
                        <a:cubicBezTo>
                          <a:pt x="86939" y="512719"/>
                          <a:pt x="88551" y="510462"/>
                          <a:pt x="89841" y="508850"/>
                        </a:cubicBezTo>
                        <a:cubicBezTo>
                          <a:pt x="91131" y="506915"/>
                          <a:pt x="93711" y="506592"/>
                          <a:pt x="95323" y="507882"/>
                        </a:cubicBezTo>
                        <a:cubicBezTo>
                          <a:pt x="97258" y="509172"/>
                          <a:pt x="97580" y="511752"/>
                          <a:pt x="96291" y="513364"/>
                        </a:cubicBezTo>
                        <a:cubicBezTo>
                          <a:pt x="95001" y="515299"/>
                          <a:pt x="93388" y="517556"/>
                          <a:pt x="91454" y="519813"/>
                        </a:cubicBezTo>
                        <a:cubicBezTo>
                          <a:pt x="88229" y="524005"/>
                          <a:pt x="84682" y="528842"/>
                          <a:pt x="80490" y="534969"/>
                        </a:cubicBezTo>
                        <a:cubicBezTo>
                          <a:pt x="80167" y="535937"/>
                          <a:pt x="78877" y="536582"/>
                          <a:pt x="77588" y="536582"/>
                        </a:cubicBezTo>
                        <a:close/>
                        <a:moveTo>
                          <a:pt x="184001" y="527552"/>
                        </a:moveTo>
                        <a:cubicBezTo>
                          <a:pt x="183356" y="527552"/>
                          <a:pt x="182711" y="527230"/>
                          <a:pt x="182066" y="526908"/>
                        </a:cubicBezTo>
                        <a:cubicBezTo>
                          <a:pt x="180131" y="525940"/>
                          <a:pt x="179486" y="523360"/>
                          <a:pt x="180454" y="521426"/>
                        </a:cubicBezTo>
                        <a:cubicBezTo>
                          <a:pt x="185291" y="513042"/>
                          <a:pt x="192385" y="504980"/>
                          <a:pt x="199479" y="500143"/>
                        </a:cubicBezTo>
                        <a:cubicBezTo>
                          <a:pt x="201414" y="498853"/>
                          <a:pt x="203671" y="499176"/>
                          <a:pt x="204961" y="501110"/>
                        </a:cubicBezTo>
                        <a:cubicBezTo>
                          <a:pt x="206251" y="503045"/>
                          <a:pt x="205929" y="505303"/>
                          <a:pt x="203994" y="506592"/>
                        </a:cubicBezTo>
                        <a:cubicBezTo>
                          <a:pt x="197867" y="510784"/>
                          <a:pt x="191740" y="517879"/>
                          <a:pt x="187548" y="525295"/>
                        </a:cubicBezTo>
                        <a:cubicBezTo>
                          <a:pt x="186903" y="526585"/>
                          <a:pt x="185613" y="527552"/>
                          <a:pt x="184001" y="527552"/>
                        </a:cubicBezTo>
                        <a:close/>
                        <a:moveTo>
                          <a:pt x="238820" y="512397"/>
                        </a:moveTo>
                        <a:cubicBezTo>
                          <a:pt x="237853" y="512397"/>
                          <a:pt x="237208" y="512397"/>
                          <a:pt x="236240" y="512397"/>
                        </a:cubicBezTo>
                        <a:cubicBezTo>
                          <a:pt x="233983" y="512397"/>
                          <a:pt x="232371" y="510462"/>
                          <a:pt x="232371" y="508205"/>
                        </a:cubicBezTo>
                        <a:cubicBezTo>
                          <a:pt x="232371" y="505947"/>
                          <a:pt x="234305" y="504335"/>
                          <a:pt x="236563" y="504335"/>
                        </a:cubicBezTo>
                        <a:cubicBezTo>
                          <a:pt x="237208" y="504335"/>
                          <a:pt x="237853" y="504335"/>
                          <a:pt x="238498" y="504335"/>
                        </a:cubicBezTo>
                        <a:cubicBezTo>
                          <a:pt x="243012" y="504335"/>
                          <a:pt x="244947" y="504013"/>
                          <a:pt x="245592" y="503690"/>
                        </a:cubicBezTo>
                        <a:cubicBezTo>
                          <a:pt x="245592" y="502400"/>
                          <a:pt x="244624" y="500465"/>
                          <a:pt x="243979" y="498531"/>
                        </a:cubicBezTo>
                        <a:cubicBezTo>
                          <a:pt x="243334" y="497241"/>
                          <a:pt x="243012" y="495951"/>
                          <a:pt x="242367" y="494339"/>
                        </a:cubicBezTo>
                        <a:cubicBezTo>
                          <a:pt x="241722" y="492081"/>
                          <a:pt x="242689" y="489824"/>
                          <a:pt x="244947" y="489179"/>
                        </a:cubicBezTo>
                        <a:cubicBezTo>
                          <a:pt x="246882" y="488534"/>
                          <a:pt x="249461" y="489502"/>
                          <a:pt x="250106" y="491759"/>
                        </a:cubicBezTo>
                        <a:cubicBezTo>
                          <a:pt x="250429" y="493049"/>
                          <a:pt x="251074" y="494339"/>
                          <a:pt x="251396" y="495628"/>
                        </a:cubicBezTo>
                        <a:cubicBezTo>
                          <a:pt x="252686" y="498853"/>
                          <a:pt x="253653" y="501433"/>
                          <a:pt x="253653" y="503690"/>
                        </a:cubicBezTo>
                        <a:cubicBezTo>
                          <a:pt x="253976" y="512397"/>
                          <a:pt x="243334" y="512397"/>
                          <a:pt x="238820" y="512397"/>
                        </a:cubicBezTo>
                        <a:close/>
                        <a:moveTo>
                          <a:pt x="289769" y="503045"/>
                        </a:moveTo>
                        <a:cubicBezTo>
                          <a:pt x="289769" y="503045"/>
                          <a:pt x="289447" y="503045"/>
                          <a:pt x="289447" y="503045"/>
                        </a:cubicBezTo>
                        <a:cubicBezTo>
                          <a:pt x="287190" y="502723"/>
                          <a:pt x="285577" y="500788"/>
                          <a:pt x="285900" y="498531"/>
                        </a:cubicBezTo>
                        <a:cubicBezTo>
                          <a:pt x="286545" y="491759"/>
                          <a:pt x="289447" y="478538"/>
                          <a:pt x="294284" y="471121"/>
                        </a:cubicBezTo>
                        <a:cubicBezTo>
                          <a:pt x="295574" y="469186"/>
                          <a:pt x="298153" y="468864"/>
                          <a:pt x="299766" y="469831"/>
                        </a:cubicBezTo>
                        <a:cubicBezTo>
                          <a:pt x="301701" y="471121"/>
                          <a:pt x="302023" y="473701"/>
                          <a:pt x="301056" y="475313"/>
                        </a:cubicBezTo>
                        <a:cubicBezTo>
                          <a:pt x="297186" y="481118"/>
                          <a:pt x="294606" y="493049"/>
                          <a:pt x="293961" y="499176"/>
                        </a:cubicBezTo>
                        <a:cubicBezTo>
                          <a:pt x="293639" y="501433"/>
                          <a:pt x="292027" y="503045"/>
                          <a:pt x="289769" y="503045"/>
                        </a:cubicBezTo>
                        <a:close/>
                        <a:moveTo>
                          <a:pt x="421013" y="491759"/>
                        </a:moveTo>
                        <a:cubicBezTo>
                          <a:pt x="420690" y="491759"/>
                          <a:pt x="420690" y="491759"/>
                          <a:pt x="420368" y="491759"/>
                        </a:cubicBezTo>
                        <a:cubicBezTo>
                          <a:pt x="413596" y="490791"/>
                          <a:pt x="405534" y="487244"/>
                          <a:pt x="394248" y="480795"/>
                        </a:cubicBezTo>
                        <a:cubicBezTo>
                          <a:pt x="392313" y="479505"/>
                          <a:pt x="391668" y="477248"/>
                          <a:pt x="392958" y="475313"/>
                        </a:cubicBezTo>
                        <a:cubicBezTo>
                          <a:pt x="394248" y="473378"/>
                          <a:pt x="396505" y="472733"/>
                          <a:pt x="398440" y="474023"/>
                        </a:cubicBezTo>
                        <a:cubicBezTo>
                          <a:pt x="408759" y="480150"/>
                          <a:pt x="415853" y="483375"/>
                          <a:pt x="421335" y="484020"/>
                        </a:cubicBezTo>
                        <a:cubicBezTo>
                          <a:pt x="423592" y="484342"/>
                          <a:pt x="425205" y="486277"/>
                          <a:pt x="424882" y="488534"/>
                        </a:cubicBezTo>
                        <a:cubicBezTo>
                          <a:pt x="424560" y="490469"/>
                          <a:pt x="422947" y="491759"/>
                          <a:pt x="421013" y="491759"/>
                        </a:cubicBezTo>
                        <a:close/>
                        <a:moveTo>
                          <a:pt x="84037" y="483375"/>
                        </a:moveTo>
                        <a:cubicBezTo>
                          <a:pt x="83070" y="483375"/>
                          <a:pt x="82102" y="483052"/>
                          <a:pt x="81135" y="482085"/>
                        </a:cubicBezTo>
                        <a:cubicBezTo>
                          <a:pt x="74685" y="475636"/>
                          <a:pt x="71783" y="469831"/>
                          <a:pt x="70816" y="454998"/>
                        </a:cubicBezTo>
                        <a:cubicBezTo>
                          <a:pt x="70816" y="452741"/>
                          <a:pt x="72428" y="450806"/>
                          <a:pt x="74685" y="450806"/>
                        </a:cubicBezTo>
                        <a:cubicBezTo>
                          <a:pt x="76943" y="450806"/>
                          <a:pt x="78877" y="452418"/>
                          <a:pt x="78877" y="454676"/>
                        </a:cubicBezTo>
                        <a:cubicBezTo>
                          <a:pt x="79522" y="468542"/>
                          <a:pt x="82425" y="472089"/>
                          <a:pt x="86617" y="476603"/>
                        </a:cubicBezTo>
                        <a:cubicBezTo>
                          <a:pt x="88229" y="478215"/>
                          <a:pt x="88229" y="480795"/>
                          <a:pt x="86617" y="482408"/>
                        </a:cubicBezTo>
                        <a:cubicBezTo>
                          <a:pt x="85972" y="483052"/>
                          <a:pt x="85004" y="483375"/>
                          <a:pt x="84037" y="483375"/>
                        </a:cubicBezTo>
                        <a:close/>
                        <a:moveTo>
                          <a:pt x="336527" y="477571"/>
                        </a:moveTo>
                        <a:cubicBezTo>
                          <a:pt x="335237" y="477571"/>
                          <a:pt x="333947" y="477571"/>
                          <a:pt x="332657" y="477571"/>
                        </a:cubicBezTo>
                        <a:cubicBezTo>
                          <a:pt x="330400" y="477571"/>
                          <a:pt x="328788" y="475636"/>
                          <a:pt x="328788" y="473378"/>
                        </a:cubicBezTo>
                        <a:cubicBezTo>
                          <a:pt x="328788" y="471121"/>
                          <a:pt x="330722" y="469509"/>
                          <a:pt x="332980" y="469509"/>
                        </a:cubicBezTo>
                        <a:cubicBezTo>
                          <a:pt x="338139" y="469831"/>
                          <a:pt x="344911" y="469186"/>
                          <a:pt x="352005" y="468542"/>
                        </a:cubicBezTo>
                        <a:cubicBezTo>
                          <a:pt x="354262" y="468219"/>
                          <a:pt x="356842" y="468219"/>
                          <a:pt x="359422" y="467896"/>
                        </a:cubicBezTo>
                        <a:cubicBezTo>
                          <a:pt x="361679" y="467574"/>
                          <a:pt x="363614" y="469509"/>
                          <a:pt x="363614" y="471766"/>
                        </a:cubicBezTo>
                        <a:cubicBezTo>
                          <a:pt x="363936" y="474023"/>
                          <a:pt x="362001" y="475958"/>
                          <a:pt x="359744" y="475958"/>
                        </a:cubicBezTo>
                        <a:cubicBezTo>
                          <a:pt x="357165" y="476281"/>
                          <a:pt x="354907" y="476281"/>
                          <a:pt x="352650" y="476603"/>
                        </a:cubicBezTo>
                        <a:cubicBezTo>
                          <a:pt x="347168" y="476925"/>
                          <a:pt x="341686" y="477571"/>
                          <a:pt x="336527" y="477571"/>
                        </a:cubicBezTo>
                        <a:close/>
                        <a:moveTo>
                          <a:pt x="439070" y="466607"/>
                        </a:moveTo>
                        <a:cubicBezTo>
                          <a:pt x="437136" y="466607"/>
                          <a:pt x="435523" y="465317"/>
                          <a:pt x="435201" y="463059"/>
                        </a:cubicBezTo>
                        <a:cubicBezTo>
                          <a:pt x="434879" y="460802"/>
                          <a:pt x="434556" y="458223"/>
                          <a:pt x="433911" y="455965"/>
                        </a:cubicBezTo>
                        <a:cubicBezTo>
                          <a:pt x="433266" y="452418"/>
                          <a:pt x="432621" y="448871"/>
                          <a:pt x="432299" y="445324"/>
                        </a:cubicBezTo>
                        <a:cubicBezTo>
                          <a:pt x="432299" y="444679"/>
                          <a:pt x="432299" y="444357"/>
                          <a:pt x="432299" y="443712"/>
                        </a:cubicBezTo>
                        <a:cubicBezTo>
                          <a:pt x="432299" y="440164"/>
                          <a:pt x="433589" y="436617"/>
                          <a:pt x="436168" y="433715"/>
                        </a:cubicBezTo>
                        <a:cubicBezTo>
                          <a:pt x="437458" y="432103"/>
                          <a:pt x="440038" y="431781"/>
                          <a:pt x="441973" y="433393"/>
                        </a:cubicBezTo>
                        <a:cubicBezTo>
                          <a:pt x="443585" y="434683"/>
                          <a:pt x="443908" y="437262"/>
                          <a:pt x="442295" y="439197"/>
                        </a:cubicBezTo>
                        <a:cubicBezTo>
                          <a:pt x="441005" y="440810"/>
                          <a:pt x="440360" y="442099"/>
                          <a:pt x="440360" y="444034"/>
                        </a:cubicBezTo>
                        <a:cubicBezTo>
                          <a:pt x="440360" y="444357"/>
                          <a:pt x="440360" y="444679"/>
                          <a:pt x="440360" y="444679"/>
                        </a:cubicBezTo>
                        <a:cubicBezTo>
                          <a:pt x="440683" y="447904"/>
                          <a:pt x="441328" y="451128"/>
                          <a:pt x="441973" y="454676"/>
                        </a:cubicBezTo>
                        <a:cubicBezTo>
                          <a:pt x="442295" y="457255"/>
                          <a:pt x="442940" y="459512"/>
                          <a:pt x="443263" y="462092"/>
                        </a:cubicBezTo>
                        <a:cubicBezTo>
                          <a:pt x="443585" y="464349"/>
                          <a:pt x="441973" y="466284"/>
                          <a:pt x="439715" y="466607"/>
                        </a:cubicBezTo>
                        <a:cubicBezTo>
                          <a:pt x="439393" y="466607"/>
                          <a:pt x="439393" y="466607"/>
                          <a:pt x="439070" y="466607"/>
                        </a:cubicBezTo>
                        <a:close/>
                        <a:moveTo>
                          <a:pt x="239142" y="460480"/>
                        </a:moveTo>
                        <a:cubicBezTo>
                          <a:pt x="237530" y="460480"/>
                          <a:pt x="235918" y="459512"/>
                          <a:pt x="235273" y="457900"/>
                        </a:cubicBezTo>
                        <a:cubicBezTo>
                          <a:pt x="234305" y="455320"/>
                          <a:pt x="233016" y="451451"/>
                          <a:pt x="232048" y="445969"/>
                        </a:cubicBezTo>
                        <a:cubicBezTo>
                          <a:pt x="231726" y="444357"/>
                          <a:pt x="231726" y="442744"/>
                          <a:pt x="231726" y="441454"/>
                        </a:cubicBezTo>
                        <a:cubicBezTo>
                          <a:pt x="231726" y="435650"/>
                          <a:pt x="233983" y="431781"/>
                          <a:pt x="236240" y="428878"/>
                        </a:cubicBezTo>
                        <a:cubicBezTo>
                          <a:pt x="237530" y="426944"/>
                          <a:pt x="240110" y="426621"/>
                          <a:pt x="242045" y="427911"/>
                        </a:cubicBezTo>
                        <a:cubicBezTo>
                          <a:pt x="243979" y="429201"/>
                          <a:pt x="244302" y="431781"/>
                          <a:pt x="242689" y="433393"/>
                        </a:cubicBezTo>
                        <a:cubicBezTo>
                          <a:pt x="240755" y="435973"/>
                          <a:pt x="239787" y="437907"/>
                          <a:pt x="239787" y="441132"/>
                        </a:cubicBezTo>
                        <a:cubicBezTo>
                          <a:pt x="239787" y="442099"/>
                          <a:pt x="239787" y="443067"/>
                          <a:pt x="240110" y="444357"/>
                        </a:cubicBezTo>
                        <a:cubicBezTo>
                          <a:pt x="241077" y="449193"/>
                          <a:pt x="242045" y="452418"/>
                          <a:pt x="243012" y="454998"/>
                        </a:cubicBezTo>
                        <a:cubicBezTo>
                          <a:pt x="243657" y="456933"/>
                          <a:pt x="242689" y="459512"/>
                          <a:pt x="240755" y="460157"/>
                        </a:cubicBezTo>
                        <a:cubicBezTo>
                          <a:pt x="240110" y="460480"/>
                          <a:pt x="239465" y="460480"/>
                          <a:pt x="239142" y="460480"/>
                        </a:cubicBezTo>
                        <a:close/>
                        <a:moveTo>
                          <a:pt x="469705" y="421462"/>
                        </a:moveTo>
                        <a:cubicBezTo>
                          <a:pt x="469060" y="421462"/>
                          <a:pt x="468737" y="421462"/>
                          <a:pt x="468092" y="421139"/>
                        </a:cubicBezTo>
                        <a:cubicBezTo>
                          <a:pt x="466158" y="420172"/>
                          <a:pt x="465190" y="417915"/>
                          <a:pt x="466158" y="415657"/>
                        </a:cubicBezTo>
                        <a:cubicBezTo>
                          <a:pt x="467125" y="413400"/>
                          <a:pt x="467770" y="411465"/>
                          <a:pt x="467770" y="409208"/>
                        </a:cubicBezTo>
                        <a:cubicBezTo>
                          <a:pt x="467770" y="406951"/>
                          <a:pt x="467125" y="404693"/>
                          <a:pt x="465513" y="403081"/>
                        </a:cubicBezTo>
                        <a:cubicBezTo>
                          <a:pt x="463255" y="400501"/>
                          <a:pt x="461966" y="397599"/>
                          <a:pt x="460676" y="393407"/>
                        </a:cubicBezTo>
                        <a:cubicBezTo>
                          <a:pt x="460031" y="391150"/>
                          <a:pt x="461321" y="388893"/>
                          <a:pt x="463578" y="388570"/>
                        </a:cubicBezTo>
                        <a:cubicBezTo>
                          <a:pt x="465835" y="387925"/>
                          <a:pt x="468092" y="389215"/>
                          <a:pt x="468415" y="391472"/>
                        </a:cubicBezTo>
                        <a:cubicBezTo>
                          <a:pt x="469382" y="394375"/>
                          <a:pt x="470350" y="396632"/>
                          <a:pt x="471639" y="398244"/>
                        </a:cubicBezTo>
                        <a:cubicBezTo>
                          <a:pt x="474219" y="401469"/>
                          <a:pt x="475832" y="405338"/>
                          <a:pt x="475832" y="409530"/>
                        </a:cubicBezTo>
                        <a:cubicBezTo>
                          <a:pt x="475832" y="412755"/>
                          <a:pt x="475187" y="415980"/>
                          <a:pt x="473574" y="419204"/>
                        </a:cubicBezTo>
                        <a:cubicBezTo>
                          <a:pt x="472607" y="420494"/>
                          <a:pt x="471317" y="421462"/>
                          <a:pt x="469705" y="421462"/>
                        </a:cubicBezTo>
                        <a:close/>
                        <a:moveTo>
                          <a:pt x="73073" y="421462"/>
                        </a:moveTo>
                        <a:cubicBezTo>
                          <a:pt x="71138" y="421462"/>
                          <a:pt x="69204" y="419849"/>
                          <a:pt x="69204" y="417915"/>
                        </a:cubicBezTo>
                        <a:lnTo>
                          <a:pt x="68559" y="412110"/>
                        </a:lnTo>
                        <a:cubicBezTo>
                          <a:pt x="67914" y="405016"/>
                          <a:pt x="66946" y="398566"/>
                          <a:pt x="66946" y="390827"/>
                        </a:cubicBezTo>
                        <a:cubicBezTo>
                          <a:pt x="66946" y="388570"/>
                          <a:pt x="68559" y="386635"/>
                          <a:pt x="70816" y="386635"/>
                        </a:cubicBezTo>
                        <a:cubicBezTo>
                          <a:pt x="72751" y="386635"/>
                          <a:pt x="75008" y="388248"/>
                          <a:pt x="75008" y="390505"/>
                        </a:cubicBezTo>
                        <a:cubicBezTo>
                          <a:pt x="75008" y="397922"/>
                          <a:pt x="75975" y="404371"/>
                          <a:pt x="76620" y="411143"/>
                        </a:cubicBezTo>
                        <a:lnTo>
                          <a:pt x="77265" y="416947"/>
                        </a:lnTo>
                        <a:cubicBezTo>
                          <a:pt x="77588" y="419204"/>
                          <a:pt x="75975" y="421139"/>
                          <a:pt x="73718" y="421462"/>
                        </a:cubicBezTo>
                        <a:cubicBezTo>
                          <a:pt x="73396" y="421462"/>
                          <a:pt x="73396" y="421462"/>
                          <a:pt x="73073" y="421462"/>
                        </a:cubicBezTo>
                        <a:close/>
                        <a:moveTo>
                          <a:pt x="250751" y="400179"/>
                        </a:moveTo>
                        <a:cubicBezTo>
                          <a:pt x="250751" y="400179"/>
                          <a:pt x="250751" y="400179"/>
                          <a:pt x="250751" y="400179"/>
                        </a:cubicBezTo>
                        <a:cubicBezTo>
                          <a:pt x="248171" y="400179"/>
                          <a:pt x="246559" y="398244"/>
                          <a:pt x="246882" y="395987"/>
                        </a:cubicBezTo>
                        <a:cubicBezTo>
                          <a:pt x="246882" y="393730"/>
                          <a:pt x="247204" y="391472"/>
                          <a:pt x="247204" y="389538"/>
                        </a:cubicBezTo>
                        <a:cubicBezTo>
                          <a:pt x="247204" y="382766"/>
                          <a:pt x="246559" y="376639"/>
                          <a:pt x="244624" y="370834"/>
                        </a:cubicBezTo>
                        <a:cubicBezTo>
                          <a:pt x="243979" y="368577"/>
                          <a:pt x="245269" y="366320"/>
                          <a:pt x="247527" y="365998"/>
                        </a:cubicBezTo>
                        <a:cubicBezTo>
                          <a:pt x="249784" y="365353"/>
                          <a:pt x="252041" y="366643"/>
                          <a:pt x="252364" y="368900"/>
                        </a:cubicBezTo>
                        <a:cubicBezTo>
                          <a:pt x="254298" y="375672"/>
                          <a:pt x="255266" y="382121"/>
                          <a:pt x="255266" y="389860"/>
                        </a:cubicBezTo>
                        <a:cubicBezTo>
                          <a:pt x="255266" y="392117"/>
                          <a:pt x="255266" y="394375"/>
                          <a:pt x="254943" y="396954"/>
                        </a:cubicBezTo>
                        <a:cubicBezTo>
                          <a:pt x="254943" y="398566"/>
                          <a:pt x="253008" y="400179"/>
                          <a:pt x="250751" y="400179"/>
                        </a:cubicBezTo>
                        <a:close/>
                        <a:moveTo>
                          <a:pt x="199157" y="380509"/>
                        </a:moveTo>
                        <a:cubicBezTo>
                          <a:pt x="197222" y="380509"/>
                          <a:pt x="195610" y="379219"/>
                          <a:pt x="195287" y="377284"/>
                        </a:cubicBezTo>
                        <a:cubicBezTo>
                          <a:pt x="194965" y="375027"/>
                          <a:pt x="196255" y="373092"/>
                          <a:pt x="198512" y="372447"/>
                        </a:cubicBezTo>
                        <a:cubicBezTo>
                          <a:pt x="203671" y="371480"/>
                          <a:pt x="207218" y="369867"/>
                          <a:pt x="211733" y="367932"/>
                        </a:cubicBezTo>
                        <a:lnTo>
                          <a:pt x="213023" y="367288"/>
                        </a:lnTo>
                        <a:cubicBezTo>
                          <a:pt x="214958" y="366320"/>
                          <a:pt x="217860" y="364063"/>
                          <a:pt x="220439" y="361483"/>
                        </a:cubicBezTo>
                        <a:cubicBezTo>
                          <a:pt x="222052" y="359871"/>
                          <a:pt x="224632" y="360193"/>
                          <a:pt x="226244" y="361806"/>
                        </a:cubicBezTo>
                        <a:cubicBezTo>
                          <a:pt x="227856" y="363418"/>
                          <a:pt x="227534" y="365998"/>
                          <a:pt x="225921" y="367610"/>
                        </a:cubicBezTo>
                        <a:cubicBezTo>
                          <a:pt x="222697" y="370512"/>
                          <a:pt x="219472" y="373414"/>
                          <a:pt x="216247" y="374704"/>
                        </a:cubicBezTo>
                        <a:lnTo>
                          <a:pt x="214958" y="375349"/>
                        </a:lnTo>
                        <a:cubicBezTo>
                          <a:pt x="210121" y="377284"/>
                          <a:pt x="205929" y="379219"/>
                          <a:pt x="200124" y="380509"/>
                        </a:cubicBezTo>
                        <a:cubicBezTo>
                          <a:pt x="199802" y="380509"/>
                          <a:pt x="199479" y="380509"/>
                          <a:pt x="199157" y="380509"/>
                        </a:cubicBezTo>
                        <a:close/>
                        <a:moveTo>
                          <a:pt x="162718" y="377929"/>
                        </a:moveTo>
                        <a:cubicBezTo>
                          <a:pt x="161751" y="377929"/>
                          <a:pt x="160784" y="377606"/>
                          <a:pt x="160139" y="376961"/>
                        </a:cubicBezTo>
                        <a:cubicBezTo>
                          <a:pt x="155947" y="373414"/>
                          <a:pt x="154334" y="368255"/>
                          <a:pt x="153044" y="362773"/>
                        </a:cubicBezTo>
                        <a:cubicBezTo>
                          <a:pt x="152722" y="361806"/>
                          <a:pt x="152722" y="360516"/>
                          <a:pt x="152722" y="359548"/>
                        </a:cubicBezTo>
                        <a:cubicBezTo>
                          <a:pt x="152722" y="356324"/>
                          <a:pt x="153367" y="352777"/>
                          <a:pt x="155302" y="347617"/>
                        </a:cubicBezTo>
                        <a:cubicBezTo>
                          <a:pt x="155947" y="345360"/>
                          <a:pt x="158204" y="344392"/>
                          <a:pt x="160461" y="345037"/>
                        </a:cubicBezTo>
                        <a:cubicBezTo>
                          <a:pt x="162718" y="345682"/>
                          <a:pt x="163686" y="347940"/>
                          <a:pt x="163041" y="350197"/>
                        </a:cubicBezTo>
                        <a:cubicBezTo>
                          <a:pt x="162073" y="352777"/>
                          <a:pt x="160784" y="356646"/>
                          <a:pt x="160784" y="359548"/>
                        </a:cubicBezTo>
                        <a:cubicBezTo>
                          <a:pt x="160784" y="360193"/>
                          <a:pt x="160784" y="360516"/>
                          <a:pt x="160784" y="360838"/>
                        </a:cubicBezTo>
                        <a:cubicBezTo>
                          <a:pt x="162073" y="365675"/>
                          <a:pt x="163041" y="368900"/>
                          <a:pt x="165298" y="370512"/>
                        </a:cubicBezTo>
                        <a:cubicBezTo>
                          <a:pt x="166910" y="371802"/>
                          <a:pt x="167233" y="374382"/>
                          <a:pt x="165943" y="376317"/>
                        </a:cubicBezTo>
                        <a:cubicBezTo>
                          <a:pt x="164976" y="377284"/>
                          <a:pt x="163686" y="377929"/>
                          <a:pt x="162718" y="377929"/>
                        </a:cubicBezTo>
                        <a:close/>
                        <a:moveTo>
                          <a:pt x="441005" y="375672"/>
                        </a:moveTo>
                        <a:cubicBezTo>
                          <a:pt x="440360" y="375672"/>
                          <a:pt x="439715" y="375349"/>
                          <a:pt x="439070" y="375027"/>
                        </a:cubicBezTo>
                        <a:cubicBezTo>
                          <a:pt x="430686" y="370190"/>
                          <a:pt x="425849" y="360838"/>
                          <a:pt x="425849" y="349229"/>
                        </a:cubicBezTo>
                        <a:lnTo>
                          <a:pt x="425849" y="348262"/>
                        </a:lnTo>
                        <a:cubicBezTo>
                          <a:pt x="425849" y="346005"/>
                          <a:pt x="427784" y="344070"/>
                          <a:pt x="430042" y="344392"/>
                        </a:cubicBezTo>
                        <a:cubicBezTo>
                          <a:pt x="432299" y="344392"/>
                          <a:pt x="433911" y="346327"/>
                          <a:pt x="433911" y="348585"/>
                        </a:cubicBezTo>
                        <a:lnTo>
                          <a:pt x="433911" y="349229"/>
                        </a:lnTo>
                        <a:cubicBezTo>
                          <a:pt x="433911" y="357614"/>
                          <a:pt x="437136" y="364385"/>
                          <a:pt x="443263" y="367932"/>
                        </a:cubicBezTo>
                        <a:cubicBezTo>
                          <a:pt x="445197" y="368900"/>
                          <a:pt x="445842" y="371480"/>
                          <a:pt x="444552" y="373414"/>
                        </a:cubicBezTo>
                        <a:cubicBezTo>
                          <a:pt x="443908" y="375027"/>
                          <a:pt x="442295" y="375672"/>
                          <a:pt x="441005" y="375672"/>
                        </a:cubicBezTo>
                        <a:close/>
                        <a:moveTo>
                          <a:pt x="77910" y="357936"/>
                        </a:moveTo>
                        <a:cubicBezTo>
                          <a:pt x="77588" y="357936"/>
                          <a:pt x="76943" y="357936"/>
                          <a:pt x="76620" y="357614"/>
                        </a:cubicBezTo>
                        <a:cubicBezTo>
                          <a:pt x="74685" y="356969"/>
                          <a:pt x="73396" y="354389"/>
                          <a:pt x="74363" y="352454"/>
                        </a:cubicBezTo>
                        <a:cubicBezTo>
                          <a:pt x="76943" y="345682"/>
                          <a:pt x="79522" y="340200"/>
                          <a:pt x="81135" y="338266"/>
                        </a:cubicBezTo>
                        <a:cubicBezTo>
                          <a:pt x="81457" y="337621"/>
                          <a:pt x="81780" y="335363"/>
                          <a:pt x="81780" y="333751"/>
                        </a:cubicBezTo>
                        <a:cubicBezTo>
                          <a:pt x="82102" y="331816"/>
                          <a:pt x="82425" y="329559"/>
                          <a:pt x="82747" y="327624"/>
                        </a:cubicBezTo>
                        <a:cubicBezTo>
                          <a:pt x="83392" y="325367"/>
                          <a:pt x="85327" y="324077"/>
                          <a:pt x="87584" y="324722"/>
                        </a:cubicBezTo>
                        <a:cubicBezTo>
                          <a:pt x="89841" y="325367"/>
                          <a:pt x="91131" y="327302"/>
                          <a:pt x="90486" y="329559"/>
                        </a:cubicBezTo>
                        <a:cubicBezTo>
                          <a:pt x="90164" y="331171"/>
                          <a:pt x="89841" y="333106"/>
                          <a:pt x="89519" y="334719"/>
                        </a:cubicBezTo>
                        <a:cubicBezTo>
                          <a:pt x="89196" y="337943"/>
                          <a:pt x="88551" y="340845"/>
                          <a:pt x="87584" y="342458"/>
                        </a:cubicBezTo>
                        <a:cubicBezTo>
                          <a:pt x="86617" y="344070"/>
                          <a:pt x="84037" y="348907"/>
                          <a:pt x="81780" y="355034"/>
                        </a:cubicBezTo>
                        <a:cubicBezTo>
                          <a:pt x="81135" y="356969"/>
                          <a:pt x="79522" y="357936"/>
                          <a:pt x="77910" y="357936"/>
                        </a:cubicBezTo>
                        <a:close/>
                        <a:moveTo>
                          <a:pt x="103707" y="350842"/>
                        </a:moveTo>
                        <a:lnTo>
                          <a:pt x="103385" y="346650"/>
                        </a:lnTo>
                        <a:lnTo>
                          <a:pt x="103385" y="342780"/>
                        </a:lnTo>
                        <a:cubicBezTo>
                          <a:pt x="104030" y="342780"/>
                          <a:pt x="105642" y="342458"/>
                          <a:pt x="110802" y="340523"/>
                        </a:cubicBezTo>
                        <a:cubicBezTo>
                          <a:pt x="116283" y="338588"/>
                          <a:pt x="121120" y="336008"/>
                          <a:pt x="125635" y="333106"/>
                        </a:cubicBezTo>
                        <a:cubicBezTo>
                          <a:pt x="127570" y="331816"/>
                          <a:pt x="129827" y="332461"/>
                          <a:pt x="131117" y="334074"/>
                        </a:cubicBezTo>
                        <a:cubicBezTo>
                          <a:pt x="132407" y="336008"/>
                          <a:pt x="131762" y="338266"/>
                          <a:pt x="130149" y="339556"/>
                        </a:cubicBezTo>
                        <a:cubicBezTo>
                          <a:pt x="125312" y="342780"/>
                          <a:pt x="119831" y="345682"/>
                          <a:pt x="113704" y="347940"/>
                        </a:cubicBezTo>
                        <a:cubicBezTo>
                          <a:pt x="108544" y="350197"/>
                          <a:pt x="105642" y="350842"/>
                          <a:pt x="103707" y="350842"/>
                        </a:cubicBezTo>
                        <a:close/>
                        <a:moveTo>
                          <a:pt x="441650" y="317628"/>
                        </a:moveTo>
                        <a:cubicBezTo>
                          <a:pt x="440683" y="317628"/>
                          <a:pt x="440038" y="317305"/>
                          <a:pt x="439070" y="316661"/>
                        </a:cubicBezTo>
                        <a:cubicBezTo>
                          <a:pt x="437458" y="315371"/>
                          <a:pt x="437136" y="312791"/>
                          <a:pt x="438426" y="310856"/>
                        </a:cubicBezTo>
                        <a:cubicBezTo>
                          <a:pt x="444230" y="303439"/>
                          <a:pt x="451324" y="299892"/>
                          <a:pt x="460353" y="299892"/>
                        </a:cubicBezTo>
                        <a:cubicBezTo>
                          <a:pt x="461966" y="299892"/>
                          <a:pt x="463578" y="299892"/>
                          <a:pt x="465513" y="299892"/>
                        </a:cubicBezTo>
                        <a:cubicBezTo>
                          <a:pt x="467770" y="299892"/>
                          <a:pt x="469705" y="301505"/>
                          <a:pt x="469705" y="303762"/>
                        </a:cubicBezTo>
                        <a:cubicBezTo>
                          <a:pt x="469705" y="306019"/>
                          <a:pt x="468092" y="307954"/>
                          <a:pt x="465835" y="307954"/>
                        </a:cubicBezTo>
                        <a:cubicBezTo>
                          <a:pt x="463900" y="307954"/>
                          <a:pt x="462288" y="307954"/>
                          <a:pt x="460353" y="307954"/>
                        </a:cubicBezTo>
                        <a:cubicBezTo>
                          <a:pt x="454226" y="307954"/>
                          <a:pt x="449067" y="310534"/>
                          <a:pt x="444875" y="315693"/>
                        </a:cubicBezTo>
                        <a:cubicBezTo>
                          <a:pt x="444230" y="316983"/>
                          <a:pt x="442940" y="317628"/>
                          <a:pt x="441650" y="317628"/>
                        </a:cubicBezTo>
                        <a:close/>
                        <a:moveTo>
                          <a:pt x="169490" y="316983"/>
                        </a:moveTo>
                        <a:cubicBezTo>
                          <a:pt x="167233" y="316983"/>
                          <a:pt x="165620" y="315048"/>
                          <a:pt x="165298" y="313113"/>
                        </a:cubicBezTo>
                        <a:cubicBezTo>
                          <a:pt x="165298" y="311824"/>
                          <a:pt x="164976" y="310534"/>
                          <a:pt x="164976" y="309244"/>
                        </a:cubicBezTo>
                        <a:cubicBezTo>
                          <a:pt x="164331" y="307309"/>
                          <a:pt x="164008" y="306019"/>
                          <a:pt x="163686" y="305697"/>
                        </a:cubicBezTo>
                        <a:cubicBezTo>
                          <a:pt x="162073" y="306664"/>
                          <a:pt x="159171" y="310211"/>
                          <a:pt x="157559" y="312468"/>
                        </a:cubicBezTo>
                        <a:cubicBezTo>
                          <a:pt x="156269" y="314081"/>
                          <a:pt x="153689" y="314403"/>
                          <a:pt x="151754" y="313113"/>
                        </a:cubicBezTo>
                        <a:cubicBezTo>
                          <a:pt x="150142" y="311824"/>
                          <a:pt x="149820" y="309244"/>
                          <a:pt x="151110" y="307309"/>
                        </a:cubicBezTo>
                        <a:cubicBezTo>
                          <a:pt x="155302" y="302150"/>
                          <a:pt x="159171" y="297313"/>
                          <a:pt x="164008" y="297313"/>
                        </a:cubicBezTo>
                        <a:cubicBezTo>
                          <a:pt x="170135" y="297313"/>
                          <a:pt x="172070" y="304729"/>
                          <a:pt x="172715" y="307309"/>
                        </a:cubicBezTo>
                        <a:cubicBezTo>
                          <a:pt x="173037" y="308921"/>
                          <a:pt x="173360" y="310856"/>
                          <a:pt x="173360" y="312791"/>
                        </a:cubicBezTo>
                        <a:cubicBezTo>
                          <a:pt x="173360" y="315048"/>
                          <a:pt x="171747" y="316661"/>
                          <a:pt x="169490" y="316983"/>
                        </a:cubicBezTo>
                        <a:lnTo>
                          <a:pt x="169490" y="316983"/>
                        </a:lnTo>
                        <a:close/>
                        <a:moveTo>
                          <a:pt x="502919" y="302150"/>
                        </a:moveTo>
                        <a:cubicBezTo>
                          <a:pt x="501306" y="302150"/>
                          <a:pt x="499371" y="300860"/>
                          <a:pt x="499049" y="299247"/>
                        </a:cubicBezTo>
                        <a:cubicBezTo>
                          <a:pt x="498404" y="296990"/>
                          <a:pt x="499694" y="294733"/>
                          <a:pt x="501951" y="294410"/>
                        </a:cubicBezTo>
                        <a:cubicBezTo>
                          <a:pt x="504208" y="293765"/>
                          <a:pt x="506788" y="293121"/>
                          <a:pt x="509045" y="292153"/>
                        </a:cubicBezTo>
                        <a:cubicBezTo>
                          <a:pt x="510658" y="291508"/>
                          <a:pt x="515172" y="290218"/>
                          <a:pt x="515172" y="280544"/>
                        </a:cubicBezTo>
                        <a:cubicBezTo>
                          <a:pt x="515172" y="278287"/>
                          <a:pt x="517107" y="276675"/>
                          <a:pt x="519364" y="276675"/>
                        </a:cubicBezTo>
                        <a:cubicBezTo>
                          <a:pt x="519364" y="276675"/>
                          <a:pt x="519364" y="276675"/>
                          <a:pt x="519364" y="276675"/>
                        </a:cubicBezTo>
                        <a:cubicBezTo>
                          <a:pt x="521622" y="276675"/>
                          <a:pt x="523234" y="278610"/>
                          <a:pt x="523234" y="280867"/>
                        </a:cubicBezTo>
                        <a:cubicBezTo>
                          <a:pt x="523234" y="293443"/>
                          <a:pt x="516784" y="298280"/>
                          <a:pt x="511625" y="300215"/>
                        </a:cubicBezTo>
                        <a:cubicBezTo>
                          <a:pt x="509045" y="301182"/>
                          <a:pt x="506788" y="301827"/>
                          <a:pt x="504208" y="302472"/>
                        </a:cubicBezTo>
                        <a:cubicBezTo>
                          <a:pt x="503563" y="302150"/>
                          <a:pt x="503241" y="302150"/>
                          <a:pt x="502919" y="302150"/>
                        </a:cubicBezTo>
                        <a:close/>
                        <a:moveTo>
                          <a:pt x="418755" y="272805"/>
                        </a:moveTo>
                        <a:cubicBezTo>
                          <a:pt x="416820" y="272805"/>
                          <a:pt x="414886" y="271193"/>
                          <a:pt x="414886" y="269258"/>
                        </a:cubicBezTo>
                        <a:cubicBezTo>
                          <a:pt x="414563" y="267001"/>
                          <a:pt x="416176" y="265066"/>
                          <a:pt x="418433" y="264744"/>
                        </a:cubicBezTo>
                        <a:cubicBezTo>
                          <a:pt x="425527" y="264099"/>
                          <a:pt x="433266" y="261519"/>
                          <a:pt x="442295" y="256682"/>
                        </a:cubicBezTo>
                        <a:cubicBezTo>
                          <a:pt x="444230" y="255715"/>
                          <a:pt x="446810" y="256360"/>
                          <a:pt x="447777" y="258294"/>
                        </a:cubicBezTo>
                        <a:cubicBezTo>
                          <a:pt x="448745" y="260229"/>
                          <a:pt x="448100" y="262809"/>
                          <a:pt x="446165" y="263776"/>
                        </a:cubicBezTo>
                        <a:cubicBezTo>
                          <a:pt x="436168" y="268936"/>
                          <a:pt x="427462" y="271838"/>
                          <a:pt x="419400" y="272805"/>
                        </a:cubicBezTo>
                        <a:cubicBezTo>
                          <a:pt x="419078" y="272805"/>
                          <a:pt x="418755" y="272805"/>
                          <a:pt x="418755" y="272805"/>
                        </a:cubicBezTo>
                        <a:close/>
                        <a:moveTo>
                          <a:pt x="386509" y="257327"/>
                        </a:moveTo>
                        <a:cubicBezTo>
                          <a:pt x="385219" y="257327"/>
                          <a:pt x="383929" y="256682"/>
                          <a:pt x="383284" y="255392"/>
                        </a:cubicBezTo>
                        <a:cubicBezTo>
                          <a:pt x="378770" y="248621"/>
                          <a:pt x="375545" y="239914"/>
                          <a:pt x="373288" y="228950"/>
                        </a:cubicBezTo>
                        <a:cubicBezTo>
                          <a:pt x="372965" y="226693"/>
                          <a:pt x="374255" y="224758"/>
                          <a:pt x="376512" y="224113"/>
                        </a:cubicBezTo>
                        <a:cubicBezTo>
                          <a:pt x="378770" y="223468"/>
                          <a:pt x="380704" y="225080"/>
                          <a:pt x="381349" y="227338"/>
                        </a:cubicBezTo>
                        <a:cubicBezTo>
                          <a:pt x="383607" y="237012"/>
                          <a:pt x="386509" y="245073"/>
                          <a:pt x="390378" y="250878"/>
                        </a:cubicBezTo>
                        <a:cubicBezTo>
                          <a:pt x="391668" y="252812"/>
                          <a:pt x="391023" y="255392"/>
                          <a:pt x="389088" y="256360"/>
                        </a:cubicBezTo>
                        <a:cubicBezTo>
                          <a:pt x="388121" y="257004"/>
                          <a:pt x="387154" y="257327"/>
                          <a:pt x="386509" y="257327"/>
                        </a:cubicBezTo>
                        <a:close/>
                        <a:moveTo>
                          <a:pt x="505498" y="251200"/>
                        </a:moveTo>
                        <a:cubicBezTo>
                          <a:pt x="505176" y="251200"/>
                          <a:pt x="504531" y="251200"/>
                          <a:pt x="504208" y="250878"/>
                        </a:cubicBezTo>
                        <a:cubicBezTo>
                          <a:pt x="499049" y="248943"/>
                          <a:pt x="489375" y="248943"/>
                          <a:pt x="479701" y="250555"/>
                        </a:cubicBezTo>
                        <a:cubicBezTo>
                          <a:pt x="477444" y="250878"/>
                          <a:pt x="475509" y="249588"/>
                          <a:pt x="475187" y="247331"/>
                        </a:cubicBezTo>
                        <a:cubicBezTo>
                          <a:pt x="474864" y="245073"/>
                          <a:pt x="476154" y="243138"/>
                          <a:pt x="478411" y="242816"/>
                        </a:cubicBezTo>
                        <a:cubicBezTo>
                          <a:pt x="490020" y="240881"/>
                          <a:pt x="500339" y="241204"/>
                          <a:pt x="507111" y="243461"/>
                        </a:cubicBezTo>
                        <a:cubicBezTo>
                          <a:pt x="509045" y="244106"/>
                          <a:pt x="510335" y="246686"/>
                          <a:pt x="509368" y="248621"/>
                        </a:cubicBezTo>
                        <a:cubicBezTo>
                          <a:pt x="508723" y="250233"/>
                          <a:pt x="507111" y="251200"/>
                          <a:pt x="505498" y="251200"/>
                        </a:cubicBezTo>
                        <a:close/>
                        <a:moveTo>
                          <a:pt x="374255" y="194769"/>
                        </a:moveTo>
                        <a:cubicBezTo>
                          <a:pt x="374255" y="194769"/>
                          <a:pt x="373933" y="194769"/>
                          <a:pt x="373933" y="194769"/>
                        </a:cubicBezTo>
                        <a:cubicBezTo>
                          <a:pt x="371675" y="194446"/>
                          <a:pt x="370063" y="192511"/>
                          <a:pt x="370386" y="190254"/>
                        </a:cubicBezTo>
                        <a:cubicBezTo>
                          <a:pt x="370708" y="186385"/>
                          <a:pt x="371353" y="183160"/>
                          <a:pt x="372320" y="181225"/>
                        </a:cubicBezTo>
                        <a:cubicBezTo>
                          <a:pt x="372965" y="179935"/>
                          <a:pt x="372965" y="178323"/>
                          <a:pt x="372965" y="176388"/>
                        </a:cubicBezTo>
                        <a:lnTo>
                          <a:pt x="372965" y="174131"/>
                        </a:lnTo>
                        <a:cubicBezTo>
                          <a:pt x="372965" y="170262"/>
                          <a:pt x="373288" y="166069"/>
                          <a:pt x="376512" y="161877"/>
                        </a:cubicBezTo>
                        <a:cubicBezTo>
                          <a:pt x="377802" y="159943"/>
                          <a:pt x="380382" y="159620"/>
                          <a:pt x="381994" y="160910"/>
                        </a:cubicBezTo>
                        <a:cubicBezTo>
                          <a:pt x="383929" y="162200"/>
                          <a:pt x="384252" y="164779"/>
                          <a:pt x="382962" y="166392"/>
                        </a:cubicBezTo>
                        <a:cubicBezTo>
                          <a:pt x="381349" y="168649"/>
                          <a:pt x="381027" y="171229"/>
                          <a:pt x="381027" y="173809"/>
                        </a:cubicBezTo>
                        <a:lnTo>
                          <a:pt x="381027" y="176066"/>
                        </a:lnTo>
                        <a:cubicBezTo>
                          <a:pt x="381027" y="178323"/>
                          <a:pt x="381027" y="181225"/>
                          <a:pt x="379737" y="184128"/>
                        </a:cubicBezTo>
                        <a:cubicBezTo>
                          <a:pt x="379415" y="184450"/>
                          <a:pt x="379092" y="186385"/>
                          <a:pt x="378447" y="190577"/>
                        </a:cubicBezTo>
                        <a:cubicBezTo>
                          <a:pt x="378125" y="193157"/>
                          <a:pt x="376190" y="194769"/>
                          <a:pt x="374255" y="194769"/>
                        </a:cubicBezTo>
                        <a:close/>
                        <a:moveTo>
                          <a:pt x="412951" y="152526"/>
                        </a:moveTo>
                        <a:cubicBezTo>
                          <a:pt x="411339" y="152526"/>
                          <a:pt x="409726" y="151559"/>
                          <a:pt x="409081" y="149946"/>
                        </a:cubicBezTo>
                        <a:cubicBezTo>
                          <a:pt x="408114" y="148011"/>
                          <a:pt x="409404" y="145432"/>
                          <a:pt x="411339" y="144787"/>
                        </a:cubicBezTo>
                        <a:cubicBezTo>
                          <a:pt x="418433" y="141884"/>
                          <a:pt x="426817" y="138015"/>
                          <a:pt x="435201" y="133501"/>
                        </a:cubicBezTo>
                        <a:cubicBezTo>
                          <a:pt x="437136" y="132533"/>
                          <a:pt x="439715" y="133178"/>
                          <a:pt x="440683" y="135113"/>
                        </a:cubicBezTo>
                        <a:cubicBezTo>
                          <a:pt x="441650" y="137047"/>
                          <a:pt x="441005" y="139627"/>
                          <a:pt x="439070" y="140595"/>
                        </a:cubicBezTo>
                        <a:cubicBezTo>
                          <a:pt x="430042" y="145432"/>
                          <a:pt x="421657" y="149301"/>
                          <a:pt x="414241" y="152203"/>
                        </a:cubicBezTo>
                        <a:cubicBezTo>
                          <a:pt x="413918" y="152526"/>
                          <a:pt x="413273" y="152526"/>
                          <a:pt x="412951" y="152526"/>
                        </a:cubicBezTo>
                        <a:close/>
                        <a:moveTo>
                          <a:pt x="469705" y="122214"/>
                        </a:moveTo>
                        <a:cubicBezTo>
                          <a:pt x="468415" y="122214"/>
                          <a:pt x="467125" y="121569"/>
                          <a:pt x="466480" y="120279"/>
                        </a:cubicBezTo>
                        <a:cubicBezTo>
                          <a:pt x="465190" y="118345"/>
                          <a:pt x="465835" y="115765"/>
                          <a:pt x="467770" y="114798"/>
                        </a:cubicBezTo>
                        <a:cubicBezTo>
                          <a:pt x="475832" y="109638"/>
                          <a:pt x="483248" y="104479"/>
                          <a:pt x="489698" y="99642"/>
                        </a:cubicBezTo>
                        <a:cubicBezTo>
                          <a:pt x="491310" y="98352"/>
                          <a:pt x="493890" y="98674"/>
                          <a:pt x="495502" y="100286"/>
                        </a:cubicBezTo>
                        <a:cubicBezTo>
                          <a:pt x="496792" y="101899"/>
                          <a:pt x="496469" y="104479"/>
                          <a:pt x="494857" y="106091"/>
                        </a:cubicBezTo>
                        <a:cubicBezTo>
                          <a:pt x="488408" y="110928"/>
                          <a:pt x="480668" y="116410"/>
                          <a:pt x="472607" y="121569"/>
                        </a:cubicBezTo>
                        <a:cubicBezTo>
                          <a:pt x="471317" y="121892"/>
                          <a:pt x="470672" y="122214"/>
                          <a:pt x="469705" y="122214"/>
                        </a:cubicBezTo>
                        <a:close/>
                        <a:moveTo>
                          <a:pt x="520977" y="83196"/>
                        </a:moveTo>
                        <a:cubicBezTo>
                          <a:pt x="519687" y="83196"/>
                          <a:pt x="518397" y="82551"/>
                          <a:pt x="517429" y="81261"/>
                        </a:cubicBezTo>
                        <a:cubicBezTo>
                          <a:pt x="516140" y="79326"/>
                          <a:pt x="516784" y="76747"/>
                          <a:pt x="518719" y="75779"/>
                        </a:cubicBezTo>
                        <a:cubicBezTo>
                          <a:pt x="525491" y="71587"/>
                          <a:pt x="533553" y="67395"/>
                          <a:pt x="542904" y="62881"/>
                        </a:cubicBezTo>
                        <a:cubicBezTo>
                          <a:pt x="544839" y="61913"/>
                          <a:pt x="547419" y="62881"/>
                          <a:pt x="548386" y="64815"/>
                        </a:cubicBezTo>
                        <a:cubicBezTo>
                          <a:pt x="549353" y="66750"/>
                          <a:pt x="548386" y="69330"/>
                          <a:pt x="546451" y="70297"/>
                        </a:cubicBezTo>
                        <a:cubicBezTo>
                          <a:pt x="537422" y="74489"/>
                          <a:pt x="529361" y="79004"/>
                          <a:pt x="523234" y="82874"/>
                        </a:cubicBezTo>
                        <a:cubicBezTo>
                          <a:pt x="522589" y="82874"/>
                          <a:pt x="521944" y="83196"/>
                          <a:pt x="520977" y="83196"/>
                        </a:cubicBezTo>
                        <a:close/>
                        <a:moveTo>
                          <a:pt x="579665" y="55786"/>
                        </a:moveTo>
                        <a:cubicBezTo>
                          <a:pt x="578053" y="55786"/>
                          <a:pt x="576441" y="54819"/>
                          <a:pt x="575796" y="53207"/>
                        </a:cubicBezTo>
                        <a:cubicBezTo>
                          <a:pt x="575151" y="51272"/>
                          <a:pt x="576118" y="48692"/>
                          <a:pt x="578053" y="48047"/>
                        </a:cubicBezTo>
                        <a:cubicBezTo>
                          <a:pt x="587082" y="44823"/>
                          <a:pt x="594821" y="42243"/>
                          <a:pt x="600625" y="40953"/>
                        </a:cubicBezTo>
                        <a:cubicBezTo>
                          <a:pt x="601593" y="40631"/>
                          <a:pt x="602883" y="40308"/>
                          <a:pt x="603850" y="39986"/>
                        </a:cubicBezTo>
                        <a:cubicBezTo>
                          <a:pt x="605785" y="39341"/>
                          <a:pt x="608364" y="40308"/>
                          <a:pt x="609009" y="42243"/>
                        </a:cubicBezTo>
                        <a:cubicBezTo>
                          <a:pt x="609654" y="44178"/>
                          <a:pt x="608687" y="46757"/>
                          <a:pt x="606430" y="47402"/>
                        </a:cubicBezTo>
                        <a:cubicBezTo>
                          <a:pt x="605140" y="48047"/>
                          <a:pt x="603528" y="48370"/>
                          <a:pt x="602238" y="48692"/>
                        </a:cubicBezTo>
                        <a:cubicBezTo>
                          <a:pt x="596756" y="49982"/>
                          <a:pt x="589339" y="52239"/>
                          <a:pt x="580955" y="55464"/>
                        </a:cubicBezTo>
                        <a:cubicBezTo>
                          <a:pt x="580310" y="55464"/>
                          <a:pt x="579988" y="55786"/>
                          <a:pt x="579665" y="55786"/>
                        </a:cubicBezTo>
                        <a:close/>
                        <a:moveTo>
                          <a:pt x="635452" y="25797"/>
                        </a:moveTo>
                        <a:cubicBezTo>
                          <a:pt x="634484" y="25797"/>
                          <a:pt x="633194" y="25475"/>
                          <a:pt x="632549" y="24507"/>
                        </a:cubicBezTo>
                        <a:cubicBezTo>
                          <a:pt x="630937" y="22895"/>
                          <a:pt x="631260" y="20315"/>
                          <a:pt x="632872" y="18703"/>
                        </a:cubicBezTo>
                        <a:cubicBezTo>
                          <a:pt x="638676" y="13221"/>
                          <a:pt x="645126" y="6772"/>
                          <a:pt x="651897" y="0"/>
                        </a:cubicBezTo>
                        <a:lnTo>
                          <a:pt x="657702" y="5804"/>
                        </a:lnTo>
                        <a:cubicBezTo>
                          <a:pt x="650930" y="12576"/>
                          <a:pt x="644481" y="19025"/>
                          <a:pt x="638354" y="24830"/>
                        </a:cubicBezTo>
                        <a:cubicBezTo>
                          <a:pt x="637709" y="25475"/>
                          <a:pt x="636741" y="25797"/>
                          <a:pt x="635452" y="25797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1" name="Freeform: Shape 220">
                    <a:extLst>
                      <a:ext uri="{FF2B5EF4-FFF2-40B4-BE49-F238E27FC236}">
                        <a16:creationId xmlns:a16="http://schemas.microsoft.com/office/drawing/2014/main" id="{4B722C8C-B252-6B17-C1E3-FFD935AE8459}"/>
                      </a:ext>
                    </a:extLst>
                  </p:cNvPr>
                  <p:cNvSpPr/>
                  <p:nvPr/>
                </p:nvSpPr>
                <p:spPr>
                  <a:xfrm>
                    <a:off x="4878942" y="3371091"/>
                    <a:ext cx="32246" cy="32246"/>
                  </a:xfrm>
                  <a:custGeom>
                    <a:avLst/>
                    <a:gdLst>
                      <a:gd name="connsiteX0" fmla="*/ 10964 w 0"/>
                      <a:gd name="connsiteY0" fmla="*/ 22573 h 0"/>
                      <a:gd name="connsiteX1" fmla="*/ 7417 w 0"/>
                      <a:gd name="connsiteY1" fmla="*/ 20315 h 0"/>
                      <a:gd name="connsiteX2" fmla="*/ 2257 w 0"/>
                      <a:gd name="connsiteY2" fmla="*/ 7094 h 0"/>
                      <a:gd name="connsiteX3" fmla="*/ 0 w 0"/>
                      <a:gd name="connsiteY3" fmla="*/ 0 h 0"/>
                      <a:gd name="connsiteX4" fmla="*/ 7094 w 0"/>
                      <a:gd name="connsiteY4" fmla="*/ 2257 h 0"/>
                      <a:gd name="connsiteX5" fmla="*/ 19025 w 0"/>
                      <a:gd name="connsiteY5" fmla="*/ 8707 h 0"/>
                      <a:gd name="connsiteX6" fmla="*/ 19993 w 0"/>
                      <a:gd name="connsiteY6" fmla="*/ 9352 h 0"/>
                      <a:gd name="connsiteX7" fmla="*/ 20960 w 0"/>
                      <a:gd name="connsiteY7" fmla="*/ 14833 h 0"/>
                      <a:gd name="connsiteX8" fmla="*/ 15478 w 0"/>
                      <a:gd name="connsiteY8" fmla="*/ 15801 h 0"/>
                      <a:gd name="connsiteX9" fmla="*/ 14511 w 0"/>
                      <a:gd name="connsiteY9" fmla="*/ 15156 h 0"/>
                      <a:gd name="connsiteX10" fmla="*/ 13543 w 0"/>
                      <a:gd name="connsiteY10" fmla="*/ 14511 h 0"/>
                      <a:gd name="connsiteX11" fmla="*/ 14511 w 0"/>
                      <a:gd name="connsiteY11" fmla="*/ 16768 h 0"/>
                      <a:gd name="connsiteX12" fmla="*/ 12899 w 0"/>
                      <a:gd name="connsiteY12" fmla="*/ 22250 h 0"/>
                      <a:gd name="connsiteX13" fmla="*/ 10964 w 0"/>
                      <a:gd name="connsiteY13" fmla="*/ 22573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>
                        <a:moveTo>
                          <a:pt x="10964" y="22573"/>
                        </a:moveTo>
                        <a:cubicBezTo>
                          <a:pt x="9351" y="22573"/>
                          <a:pt x="8062" y="21928"/>
                          <a:pt x="7417" y="20315"/>
                        </a:cubicBezTo>
                        <a:cubicBezTo>
                          <a:pt x="5482" y="16768"/>
                          <a:pt x="3870" y="12254"/>
                          <a:pt x="2257" y="7094"/>
                        </a:cubicBezTo>
                        <a:lnTo>
                          <a:pt x="0" y="0"/>
                        </a:lnTo>
                        <a:lnTo>
                          <a:pt x="7094" y="2257"/>
                        </a:lnTo>
                        <a:cubicBezTo>
                          <a:pt x="11931" y="3870"/>
                          <a:pt x="15478" y="6449"/>
                          <a:pt x="19025" y="8707"/>
                        </a:cubicBezTo>
                        <a:lnTo>
                          <a:pt x="19993" y="9352"/>
                        </a:lnTo>
                        <a:cubicBezTo>
                          <a:pt x="21927" y="10641"/>
                          <a:pt x="22250" y="13221"/>
                          <a:pt x="20960" y="14833"/>
                        </a:cubicBezTo>
                        <a:cubicBezTo>
                          <a:pt x="19670" y="16768"/>
                          <a:pt x="17091" y="17091"/>
                          <a:pt x="15478" y="15801"/>
                        </a:cubicBezTo>
                        <a:lnTo>
                          <a:pt x="14511" y="15156"/>
                        </a:lnTo>
                        <a:cubicBezTo>
                          <a:pt x="14188" y="14833"/>
                          <a:pt x="13866" y="14511"/>
                          <a:pt x="13543" y="14511"/>
                        </a:cubicBezTo>
                        <a:cubicBezTo>
                          <a:pt x="13866" y="15156"/>
                          <a:pt x="14188" y="16123"/>
                          <a:pt x="14511" y="16768"/>
                        </a:cubicBezTo>
                        <a:cubicBezTo>
                          <a:pt x="15478" y="18703"/>
                          <a:pt x="14833" y="21283"/>
                          <a:pt x="12899" y="22250"/>
                        </a:cubicBezTo>
                        <a:cubicBezTo>
                          <a:pt x="12254" y="22250"/>
                          <a:pt x="11609" y="22573"/>
                          <a:pt x="10964" y="22573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2" name="Freeform: Shape 221">
                    <a:extLst>
                      <a:ext uri="{FF2B5EF4-FFF2-40B4-BE49-F238E27FC236}">
                        <a16:creationId xmlns:a16="http://schemas.microsoft.com/office/drawing/2014/main" id="{DC848D6E-E4DE-C398-A9D2-749AB295D10F}"/>
                      </a:ext>
                    </a:extLst>
                  </p:cNvPr>
                  <p:cNvSpPr/>
                  <p:nvPr/>
                </p:nvSpPr>
                <p:spPr>
                  <a:xfrm>
                    <a:off x="4840568" y="3417037"/>
                    <a:ext cx="64493" cy="128986"/>
                  </a:xfrm>
                  <a:custGeom>
                    <a:avLst/>
                    <a:gdLst>
                      <a:gd name="connsiteX0" fmla="*/ 17413 w 64492"/>
                      <a:gd name="connsiteY0" fmla="*/ 160754 h 128985"/>
                      <a:gd name="connsiteX1" fmla="*/ 16768 w 64492"/>
                      <a:gd name="connsiteY1" fmla="*/ 160754 h 128985"/>
                      <a:gd name="connsiteX2" fmla="*/ 13221 w 64492"/>
                      <a:gd name="connsiteY2" fmla="*/ 156239 h 128985"/>
                      <a:gd name="connsiteX3" fmla="*/ 13544 w 64492"/>
                      <a:gd name="connsiteY3" fmla="*/ 153337 h 128985"/>
                      <a:gd name="connsiteX4" fmla="*/ 10641 w 64492"/>
                      <a:gd name="connsiteY4" fmla="*/ 141728 h 128985"/>
                      <a:gd name="connsiteX5" fmla="*/ 8062 w 64492"/>
                      <a:gd name="connsiteY5" fmla="*/ 132054 h 128985"/>
                      <a:gd name="connsiteX6" fmla="*/ 11931 w 64492"/>
                      <a:gd name="connsiteY6" fmla="*/ 127862 h 128985"/>
                      <a:gd name="connsiteX7" fmla="*/ 16123 w 64492"/>
                      <a:gd name="connsiteY7" fmla="*/ 131732 h 128985"/>
                      <a:gd name="connsiteX8" fmla="*/ 18058 w 64492"/>
                      <a:gd name="connsiteY8" fmla="*/ 138503 h 128985"/>
                      <a:gd name="connsiteX9" fmla="*/ 21605 w 64492"/>
                      <a:gd name="connsiteY9" fmla="*/ 153337 h 128985"/>
                      <a:gd name="connsiteX10" fmla="*/ 21283 w 64492"/>
                      <a:gd name="connsiteY10" fmla="*/ 157206 h 128985"/>
                      <a:gd name="connsiteX11" fmla="*/ 17413 w 64492"/>
                      <a:gd name="connsiteY11" fmla="*/ 160754 h 128985"/>
                      <a:gd name="connsiteX12" fmla="*/ 22895 w 64492"/>
                      <a:gd name="connsiteY12" fmla="*/ 105290 h 128985"/>
                      <a:gd name="connsiteX13" fmla="*/ 19670 w 64492"/>
                      <a:gd name="connsiteY13" fmla="*/ 103677 h 128985"/>
                      <a:gd name="connsiteX14" fmla="*/ 10641 w 64492"/>
                      <a:gd name="connsiteY14" fmla="*/ 96261 h 128985"/>
                      <a:gd name="connsiteX15" fmla="*/ 0 w 64492"/>
                      <a:gd name="connsiteY15" fmla="*/ 84329 h 128985"/>
                      <a:gd name="connsiteX16" fmla="*/ 3870 w 64492"/>
                      <a:gd name="connsiteY16" fmla="*/ 80137 h 128985"/>
                      <a:gd name="connsiteX17" fmla="*/ 8062 w 64492"/>
                      <a:gd name="connsiteY17" fmla="*/ 83684 h 128985"/>
                      <a:gd name="connsiteX18" fmla="*/ 15156 w 64492"/>
                      <a:gd name="connsiteY18" fmla="*/ 89489 h 128985"/>
                      <a:gd name="connsiteX19" fmla="*/ 25797 w 64492"/>
                      <a:gd name="connsiteY19" fmla="*/ 98518 h 128985"/>
                      <a:gd name="connsiteX20" fmla="*/ 25152 w 64492"/>
                      <a:gd name="connsiteY20" fmla="*/ 104322 h 128985"/>
                      <a:gd name="connsiteX21" fmla="*/ 22895 w 64492"/>
                      <a:gd name="connsiteY21" fmla="*/ 105290 h 128985"/>
                      <a:gd name="connsiteX22" fmla="*/ 35794 w 64492"/>
                      <a:gd name="connsiteY22" fmla="*/ 72721 h 128985"/>
                      <a:gd name="connsiteX23" fmla="*/ 32246 w 64492"/>
                      <a:gd name="connsiteY23" fmla="*/ 70463 h 128985"/>
                      <a:gd name="connsiteX24" fmla="*/ 33859 w 64492"/>
                      <a:gd name="connsiteY24" fmla="*/ 64981 h 128985"/>
                      <a:gd name="connsiteX25" fmla="*/ 44178 w 64492"/>
                      <a:gd name="connsiteY25" fmla="*/ 59822 h 128985"/>
                      <a:gd name="connsiteX26" fmla="*/ 56109 w 64492"/>
                      <a:gd name="connsiteY26" fmla="*/ 53050 h 128985"/>
                      <a:gd name="connsiteX27" fmla="*/ 61591 w 64492"/>
                      <a:gd name="connsiteY27" fmla="*/ 54018 h 128985"/>
                      <a:gd name="connsiteX28" fmla="*/ 60623 w 64492"/>
                      <a:gd name="connsiteY28" fmla="*/ 59500 h 128985"/>
                      <a:gd name="connsiteX29" fmla="*/ 47725 w 64492"/>
                      <a:gd name="connsiteY29" fmla="*/ 66916 h 128985"/>
                      <a:gd name="connsiteX30" fmla="*/ 37728 w 64492"/>
                      <a:gd name="connsiteY30" fmla="*/ 72076 h 128985"/>
                      <a:gd name="connsiteX31" fmla="*/ 35794 w 64492"/>
                      <a:gd name="connsiteY31" fmla="*/ 72721 h 128985"/>
                      <a:gd name="connsiteX32" fmla="*/ 75134 w 64492"/>
                      <a:gd name="connsiteY32" fmla="*/ 32090 h 128985"/>
                      <a:gd name="connsiteX33" fmla="*/ 71587 w 64492"/>
                      <a:gd name="connsiteY33" fmla="*/ 29833 h 128985"/>
                      <a:gd name="connsiteX34" fmla="*/ 69007 w 64492"/>
                      <a:gd name="connsiteY34" fmla="*/ 25318 h 128985"/>
                      <a:gd name="connsiteX35" fmla="*/ 63526 w 64492"/>
                      <a:gd name="connsiteY35" fmla="*/ 9517 h 128985"/>
                      <a:gd name="connsiteX36" fmla="*/ 62558 w 64492"/>
                      <a:gd name="connsiteY36" fmla="*/ 5003 h 128985"/>
                      <a:gd name="connsiteX37" fmla="*/ 65460 w 64492"/>
                      <a:gd name="connsiteY37" fmla="*/ 166 h 128985"/>
                      <a:gd name="connsiteX38" fmla="*/ 70297 w 64492"/>
                      <a:gd name="connsiteY38" fmla="*/ 3068 h 128985"/>
                      <a:gd name="connsiteX39" fmla="*/ 71265 w 64492"/>
                      <a:gd name="connsiteY39" fmla="*/ 7583 h 128985"/>
                      <a:gd name="connsiteX40" fmla="*/ 75779 w 64492"/>
                      <a:gd name="connsiteY40" fmla="*/ 20804 h 128985"/>
                      <a:gd name="connsiteX41" fmla="*/ 78681 w 64492"/>
                      <a:gd name="connsiteY41" fmla="*/ 25963 h 128985"/>
                      <a:gd name="connsiteX42" fmla="*/ 77069 w 64492"/>
                      <a:gd name="connsiteY42" fmla="*/ 31445 h 128985"/>
                      <a:gd name="connsiteX43" fmla="*/ 75134 w 64492"/>
                      <a:gd name="connsiteY43" fmla="*/ 32090 h 1289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</a:cxnLst>
                    <a:rect l="l" t="t" r="r" b="b"/>
                    <a:pathLst>
                      <a:path w="64492" h="128985">
                        <a:moveTo>
                          <a:pt x="17413" y="160754"/>
                        </a:moveTo>
                        <a:cubicBezTo>
                          <a:pt x="17091" y="160754"/>
                          <a:pt x="17091" y="160754"/>
                          <a:pt x="16768" y="160754"/>
                        </a:cubicBezTo>
                        <a:cubicBezTo>
                          <a:pt x="14511" y="160431"/>
                          <a:pt x="12899" y="158496"/>
                          <a:pt x="13221" y="156239"/>
                        </a:cubicBezTo>
                        <a:cubicBezTo>
                          <a:pt x="13221" y="155271"/>
                          <a:pt x="13544" y="154304"/>
                          <a:pt x="13544" y="153337"/>
                        </a:cubicBezTo>
                        <a:cubicBezTo>
                          <a:pt x="13544" y="148822"/>
                          <a:pt x="11931" y="145275"/>
                          <a:pt x="10641" y="141728"/>
                        </a:cubicBezTo>
                        <a:cubicBezTo>
                          <a:pt x="9352" y="138503"/>
                          <a:pt x="8062" y="135601"/>
                          <a:pt x="8062" y="132054"/>
                        </a:cubicBezTo>
                        <a:cubicBezTo>
                          <a:pt x="8062" y="129797"/>
                          <a:pt x="9674" y="127862"/>
                          <a:pt x="11931" y="127862"/>
                        </a:cubicBezTo>
                        <a:cubicBezTo>
                          <a:pt x="14189" y="127862"/>
                          <a:pt x="16123" y="129474"/>
                          <a:pt x="16123" y="131732"/>
                        </a:cubicBezTo>
                        <a:cubicBezTo>
                          <a:pt x="16123" y="133666"/>
                          <a:pt x="17091" y="135924"/>
                          <a:pt x="18058" y="138503"/>
                        </a:cubicBezTo>
                        <a:cubicBezTo>
                          <a:pt x="19670" y="142373"/>
                          <a:pt x="21605" y="147210"/>
                          <a:pt x="21605" y="153337"/>
                        </a:cubicBezTo>
                        <a:cubicBezTo>
                          <a:pt x="21605" y="154627"/>
                          <a:pt x="21605" y="155917"/>
                          <a:pt x="21283" y="157206"/>
                        </a:cubicBezTo>
                        <a:cubicBezTo>
                          <a:pt x="21283" y="159141"/>
                          <a:pt x="19670" y="160754"/>
                          <a:pt x="17413" y="160754"/>
                        </a:cubicBezTo>
                        <a:close/>
                        <a:moveTo>
                          <a:pt x="22895" y="105290"/>
                        </a:moveTo>
                        <a:cubicBezTo>
                          <a:pt x="21605" y="105290"/>
                          <a:pt x="20638" y="104645"/>
                          <a:pt x="19670" y="103677"/>
                        </a:cubicBezTo>
                        <a:cubicBezTo>
                          <a:pt x="17736" y="101420"/>
                          <a:pt x="14833" y="98840"/>
                          <a:pt x="10641" y="96261"/>
                        </a:cubicBezTo>
                        <a:cubicBezTo>
                          <a:pt x="3870" y="91746"/>
                          <a:pt x="0" y="88521"/>
                          <a:pt x="0" y="84329"/>
                        </a:cubicBezTo>
                        <a:cubicBezTo>
                          <a:pt x="0" y="82072"/>
                          <a:pt x="1612" y="80137"/>
                          <a:pt x="3870" y="80137"/>
                        </a:cubicBezTo>
                        <a:cubicBezTo>
                          <a:pt x="5804" y="80137"/>
                          <a:pt x="7739" y="81750"/>
                          <a:pt x="8062" y="83684"/>
                        </a:cubicBezTo>
                        <a:cubicBezTo>
                          <a:pt x="8384" y="84007"/>
                          <a:pt x="9674" y="85619"/>
                          <a:pt x="15156" y="89489"/>
                        </a:cubicBezTo>
                        <a:cubicBezTo>
                          <a:pt x="19993" y="92713"/>
                          <a:pt x="23540" y="95616"/>
                          <a:pt x="25797" y="98518"/>
                        </a:cubicBezTo>
                        <a:cubicBezTo>
                          <a:pt x="27087" y="100130"/>
                          <a:pt x="27087" y="102710"/>
                          <a:pt x="25152" y="104322"/>
                        </a:cubicBezTo>
                        <a:cubicBezTo>
                          <a:pt x="24830" y="104967"/>
                          <a:pt x="23862" y="105290"/>
                          <a:pt x="22895" y="105290"/>
                        </a:cubicBezTo>
                        <a:close/>
                        <a:moveTo>
                          <a:pt x="35794" y="72721"/>
                        </a:moveTo>
                        <a:cubicBezTo>
                          <a:pt x="34181" y="72721"/>
                          <a:pt x="32891" y="72076"/>
                          <a:pt x="32246" y="70463"/>
                        </a:cubicBezTo>
                        <a:cubicBezTo>
                          <a:pt x="31279" y="68529"/>
                          <a:pt x="31924" y="65949"/>
                          <a:pt x="33859" y="64981"/>
                        </a:cubicBezTo>
                        <a:cubicBezTo>
                          <a:pt x="38051" y="62724"/>
                          <a:pt x="41275" y="61112"/>
                          <a:pt x="44178" y="59822"/>
                        </a:cubicBezTo>
                        <a:cubicBezTo>
                          <a:pt x="49660" y="56920"/>
                          <a:pt x="53207" y="55307"/>
                          <a:pt x="56109" y="53050"/>
                        </a:cubicBezTo>
                        <a:cubicBezTo>
                          <a:pt x="58044" y="51760"/>
                          <a:pt x="60301" y="52083"/>
                          <a:pt x="61591" y="54018"/>
                        </a:cubicBezTo>
                        <a:cubicBezTo>
                          <a:pt x="62881" y="55952"/>
                          <a:pt x="62558" y="58210"/>
                          <a:pt x="60623" y="59500"/>
                        </a:cubicBezTo>
                        <a:cubicBezTo>
                          <a:pt x="57076" y="62079"/>
                          <a:pt x="53529" y="63692"/>
                          <a:pt x="47725" y="66916"/>
                        </a:cubicBezTo>
                        <a:cubicBezTo>
                          <a:pt x="44823" y="68206"/>
                          <a:pt x="41598" y="69818"/>
                          <a:pt x="37728" y="72076"/>
                        </a:cubicBezTo>
                        <a:cubicBezTo>
                          <a:pt x="37083" y="72721"/>
                          <a:pt x="36439" y="72721"/>
                          <a:pt x="35794" y="72721"/>
                        </a:cubicBezTo>
                        <a:close/>
                        <a:moveTo>
                          <a:pt x="75134" y="32090"/>
                        </a:moveTo>
                        <a:cubicBezTo>
                          <a:pt x="73844" y="32090"/>
                          <a:pt x="72232" y="31445"/>
                          <a:pt x="71587" y="29833"/>
                        </a:cubicBezTo>
                        <a:cubicBezTo>
                          <a:pt x="70942" y="28543"/>
                          <a:pt x="69975" y="26931"/>
                          <a:pt x="69007" y="25318"/>
                        </a:cubicBezTo>
                        <a:cubicBezTo>
                          <a:pt x="66105" y="20481"/>
                          <a:pt x="64815" y="15322"/>
                          <a:pt x="63526" y="9517"/>
                        </a:cubicBezTo>
                        <a:cubicBezTo>
                          <a:pt x="63203" y="8228"/>
                          <a:pt x="62881" y="6615"/>
                          <a:pt x="62558" y="5003"/>
                        </a:cubicBezTo>
                        <a:cubicBezTo>
                          <a:pt x="61913" y="2746"/>
                          <a:pt x="63203" y="489"/>
                          <a:pt x="65460" y="166"/>
                        </a:cubicBezTo>
                        <a:cubicBezTo>
                          <a:pt x="67718" y="-479"/>
                          <a:pt x="69975" y="811"/>
                          <a:pt x="70297" y="3068"/>
                        </a:cubicBezTo>
                        <a:cubicBezTo>
                          <a:pt x="70620" y="4680"/>
                          <a:pt x="70942" y="5970"/>
                          <a:pt x="71265" y="7583"/>
                        </a:cubicBezTo>
                        <a:cubicBezTo>
                          <a:pt x="72555" y="12742"/>
                          <a:pt x="73522" y="17257"/>
                          <a:pt x="75779" y="20804"/>
                        </a:cubicBezTo>
                        <a:cubicBezTo>
                          <a:pt x="77069" y="22738"/>
                          <a:pt x="78037" y="24351"/>
                          <a:pt x="78681" y="25963"/>
                        </a:cubicBezTo>
                        <a:cubicBezTo>
                          <a:pt x="79649" y="27898"/>
                          <a:pt x="79004" y="30478"/>
                          <a:pt x="77069" y="31445"/>
                        </a:cubicBezTo>
                        <a:cubicBezTo>
                          <a:pt x="76424" y="31768"/>
                          <a:pt x="75779" y="32090"/>
                          <a:pt x="75134" y="32090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3" name="Freeform: Shape 222">
                    <a:extLst>
                      <a:ext uri="{FF2B5EF4-FFF2-40B4-BE49-F238E27FC236}">
                        <a16:creationId xmlns:a16="http://schemas.microsoft.com/office/drawing/2014/main" id="{4DE5DA01-6E77-3789-6437-693BD7CC078E}"/>
                      </a:ext>
                    </a:extLst>
                  </p:cNvPr>
                  <p:cNvSpPr/>
                  <p:nvPr/>
                </p:nvSpPr>
                <p:spPr>
                  <a:xfrm>
                    <a:off x="4826702" y="3603173"/>
                    <a:ext cx="32246" cy="32246"/>
                  </a:xfrm>
                  <a:custGeom>
                    <a:avLst/>
                    <a:gdLst>
                      <a:gd name="connsiteX0" fmla="*/ 24185 w 0"/>
                      <a:gd name="connsiteY0" fmla="*/ 18151 h 0"/>
                      <a:gd name="connsiteX1" fmla="*/ 23540 w 0"/>
                      <a:gd name="connsiteY1" fmla="*/ 18151 h 0"/>
                      <a:gd name="connsiteX2" fmla="*/ 10319 w 0"/>
                      <a:gd name="connsiteY2" fmla="*/ 15893 h 0"/>
                      <a:gd name="connsiteX3" fmla="*/ 0 w 0"/>
                      <a:gd name="connsiteY3" fmla="*/ 14281 h 0"/>
                      <a:gd name="connsiteX4" fmla="*/ 11286 w 0"/>
                      <a:gd name="connsiteY4" fmla="*/ 6864 h 0"/>
                      <a:gd name="connsiteX5" fmla="*/ 19025 w 0"/>
                      <a:gd name="connsiteY5" fmla="*/ 1060 h 0"/>
                      <a:gd name="connsiteX6" fmla="*/ 24830 w 0"/>
                      <a:gd name="connsiteY6" fmla="*/ 1382 h 0"/>
                      <a:gd name="connsiteX7" fmla="*/ 24507 w 0"/>
                      <a:gd name="connsiteY7" fmla="*/ 7187 h 0"/>
                      <a:gd name="connsiteX8" fmla="*/ 21605 w 0"/>
                      <a:gd name="connsiteY8" fmla="*/ 9767 h 0"/>
                      <a:gd name="connsiteX9" fmla="*/ 25152 w 0"/>
                      <a:gd name="connsiteY9" fmla="*/ 10412 h 0"/>
                      <a:gd name="connsiteX10" fmla="*/ 28377 w 0"/>
                      <a:gd name="connsiteY10" fmla="*/ 14926 h 0"/>
                      <a:gd name="connsiteX11" fmla="*/ 24185 w 0"/>
                      <a:gd name="connsiteY11" fmla="*/ 18151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>
                        <a:moveTo>
                          <a:pt x="24185" y="18151"/>
                        </a:moveTo>
                        <a:cubicBezTo>
                          <a:pt x="23862" y="18151"/>
                          <a:pt x="23862" y="18151"/>
                          <a:pt x="23540" y="18151"/>
                        </a:cubicBezTo>
                        <a:cubicBezTo>
                          <a:pt x="19348" y="17506"/>
                          <a:pt x="15156" y="16861"/>
                          <a:pt x="10319" y="15893"/>
                        </a:cubicBezTo>
                        <a:lnTo>
                          <a:pt x="0" y="14281"/>
                        </a:lnTo>
                        <a:lnTo>
                          <a:pt x="11286" y="6864"/>
                        </a:lnTo>
                        <a:cubicBezTo>
                          <a:pt x="14511" y="4607"/>
                          <a:pt x="17091" y="2995"/>
                          <a:pt x="19025" y="1060"/>
                        </a:cubicBezTo>
                        <a:cubicBezTo>
                          <a:pt x="20638" y="-552"/>
                          <a:pt x="23217" y="-230"/>
                          <a:pt x="24830" y="1382"/>
                        </a:cubicBezTo>
                        <a:cubicBezTo>
                          <a:pt x="26442" y="2995"/>
                          <a:pt x="26120" y="5575"/>
                          <a:pt x="24507" y="7187"/>
                        </a:cubicBezTo>
                        <a:cubicBezTo>
                          <a:pt x="23540" y="8154"/>
                          <a:pt x="22573" y="8799"/>
                          <a:pt x="21605" y="9767"/>
                        </a:cubicBezTo>
                        <a:cubicBezTo>
                          <a:pt x="22895" y="10089"/>
                          <a:pt x="23862" y="10089"/>
                          <a:pt x="25152" y="10412"/>
                        </a:cubicBezTo>
                        <a:cubicBezTo>
                          <a:pt x="27410" y="10734"/>
                          <a:pt x="28699" y="12991"/>
                          <a:pt x="28377" y="14926"/>
                        </a:cubicBezTo>
                        <a:cubicBezTo>
                          <a:pt x="27732" y="16861"/>
                          <a:pt x="26120" y="18151"/>
                          <a:pt x="24185" y="18151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4" name="Freeform: Shape 223">
                    <a:extLst>
                      <a:ext uri="{FF2B5EF4-FFF2-40B4-BE49-F238E27FC236}">
                        <a16:creationId xmlns:a16="http://schemas.microsoft.com/office/drawing/2014/main" id="{14CA500C-68D2-07DE-C1C6-00CA78E150DA}"/>
                      </a:ext>
                    </a:extLst>
                  </p:cNvPr>
                  <p:cNvSpPr/>
                  <p:nvPr/>
                </p:nvSpPr>
                <p:spPr>
                  <a:xfrm>
                    <a:off x="4883450" y="3601602"/>
                    <a:ext cx="1096380" cy="161232"/>
                  </a:xfrm>
                  <a:custGeom>
                    <a:avLst/>
                    <a:gdLst>
                      <a:gd name="connsiteX0" fmla="*/ 353105 w 1096379"/>
                      <a:gd name="connsiteY0" fmla="*/ 191595 h 161232"/>
                      <a:gd name="connsiteX1" fmla="*/ 346334 w 1096379"/>
                      <a:gd name="connsiteY1" fmla="*/ 190628 h 161232"/>
                      <a:gd name="connsiteX2" fmla="*/ 328276 w 1096379"/>
                      <a:gd name="connsiteY2" fmla="*/ 179664 h 161232"/>
                      <a:gd name="connsiteX3" fmla="*/ 328920 w 1096379"/>
                      <a:gd name="connsiteY3" fmla="*/ 173860 h 161232"/>
                      <a:gd name="connsiteX4" fmla="*/ 334725 w 1096379"/>
                      <a:gd name="connsiteY4" fmla="*/ 174504 h 161232"/>
                      <a:gd name="connsiteX5" fmla="*/ 348913 w 1096379"/>
                      <a:gd name="connsiteY5" fmla="*/ 182889 h 161232"/>
                      <a:gd name="connsiteX6" fmla="*/ 354718 w 1096379"/>
                      <a:gd name="connsiteY6" fmla="*/ 183534 h 161232"/>
                      <a:gd name="connsiteX7" fmla="*/ 359232 w 1096379"/>
                      <a:gd name="connsiteY7" fmla="*/ 187081 h 161232"/>
                      <a:gd name="connsiteX8" fmla="*/ 355685 w 1096379"/>
                      <a:gd name="connsiteY8" fmla="*/ 191595 h 161232"/>
                      <a:gd name="connsiteX9" fmla="*/ 353105 w 1096379"/>
                      <a:gd name="connsiteY9" fmla="*/ 191595 h 161232"/>
                      <a:gd name="connsiteX10" fmla="*/ 394058 w 1096379"/>
                      <a:gd name="connsiteY10" fmla="*/ 181276 h 161232"/>
                      <a:gd name="connsiteX11" fmla="*/ 387932 w 1096379"/>
                      <a:gd name="connsiteY11" fmla="*/ 180954 h 161232"/>
                      <a:gd name="connsiteX12" fmla="*/ 384384 w 1096379"/>
                      <a:gd name="connsiteY12" fmla="*/ 176439 h 161232"/>
                      <a:gd name="connsiteX13" fmla="*/ 388899 w 1096379"/>
                      <a:gd name="connsiteY13" fmla="*/ 172892 h 161232"/>
                      <a:gd name="connsiteX14" fmla="*/ 394381 w 1096379"/>
                      <a:gd name="connsiteY14" fmla="*/ 173215 h 161232"/>
                      <a:gd name="connsiteX15" fmla="*/ 414051 w 1096379"/>
                      <a:gd name="connsiteY15" fmla="*/ 170635 h 161232"/>
                      <a:gd name="connsiteX16" fmla="*/ 418888 w 1096379"/>
                      <a:gd name="connsiteY16" fmla="*/ 173537 h 161232"/>
                      <a:gd name="connsiteX17" fmla="*/ 415986 w 1096379"/>
                      <a:gd name="connsiteY17" fmla="*/ 178374 h 161232"/>
                      <a:gd name="connsiteX18" fmla="*/ 394058 w 1096379"/>
                      <a:gd name="connsiteY18" fmla="*/ 181276 h 161232"/>
                      <a:gd name="connsiteX19" fmla="*/ 424370 w 1096379"/>
                      <a:gd name="connsiteY19" fmla="*/ 150965 h 161232"/>
                      <a:gd name="connsiteX20" fmla="*/ 423080 w 1096379"/>
                      <a:gd name="connsiteY20" fmla="*/ 150642 h 161232"/>
                      <a:gd name="connsiteX21" fmla="*/ 420500 w 1096379"/>
                      <a:gd name="connsiteY21" fmla="*/ 145483 h 161232"/>
                      <a:gd name="connsiteX22" fmla="*/ 430497 w 1096379"/>
                      <a:gd name="connsiteY22" fmla="*/ 135809 h 161232"/>
                      <a:gd name="connsiteX23" fmla="*/ 437269 w 1096379"/>
                      <a:gd name="connsiteY23" fmla="*/ 130972 h 161232"/>
                      <a:gd name="connsiteX24" fmla="*/ 437914 w 1096379"/>
                      <a:gd name="connsiteY24" fmla="*/ 127747 h 161232"/>
                      <a:gd name="connsiteX25" fmla="*/ 443073 w 1096379"/>
                      <a:gd name="connsiteY25" fmla="*/ 125490 h 161232"/>
                      <a:gd name="connsiteX26" fmla="*/ 445330 w 1096379"/>
                      <a:gd name="connsiteY26" fmla="*/ 130649 h 161232"/>
                      <a:gd name="connsiteX27" fmla="*/ 445008 w 1096379"/>
                      <a:gd name="connsiteY27" fmla="*/ 132262 h 161232"/>
                      <a:gd name="connsiteX28" fmla="*/ 432754 w 1096379"/>
                      <a:gd name="connsiteY28" fmla="*/ 143548 h 161232"/>
                      <a:gd name="connsiteX29" fmla="*/ 427917 w 1096379"/>
                      <a:gd name="connsiteY29" fmla="*/ 148062 h 161232"/>
                      <a:gd name="connsiteX30" fmla="*/ 424370 w 1096379"/>
                      <a:gd name="connsiteY30" fmla="*/ 150965 h 161232"/>
                      <a:gd name="connsiteX31" fmla="*/ 322471 w 1096379"/>
                      <a:gd name="connsiteY31" fmla="*/ 145483 h 161232"/>
                      <a:gd name="connsiteX32" fmla="*/ 318602 w 1096379"/>
                      <a:gd name="connsiteY32" fmla="*/ 142581 h 161232"/>
                      <a:gd name="connsiteX33" fmla="*/ 301511 w 1096379"/>
                      <a:gd name="connsiteY33" fmla="*/ 130004 h 161232"/>
                      <a:gd name="connsiteX34" fmla="*/ 298609 w 1096379"/>
                      <a:gd name="connsiteY34" fmla="*/ 125167 h 161232"/>
                      <a:gd name="connsiteX35" fmla="*/ 303446 w 1096379"/>
                      <a:gd name="connsiteY35" fmla="*/ 122265 h 161232"/>
                      <a:gd name="connsiteX36" fmla="*/ 326341 w 1096379"/>
                      <a:gd name="connsiteY36" fmla="*/ 140323 h 161232"/>
                      <a:gd name="connsiteX37" fmla="*/ 323761 w 1096379"/>
                      <a:gd name="connsiteY37" fmla="*/ 145483 h 161232"/>
                      <a:gd name="connsiteX38" fmla="*/ 322471 w 1096379"/>
                      <a:gd name="connsiteY38" fmla="*/ 145483 h 161232"/>
                      <a:gd name="connsiteX39" fmla="*/ 691371 w 1096379"/>
                      <a:gd name="connsiteY39" fmla="*/ 141936 h 161232"/>
                      <a:gd name="connsiteX40" fmla="*/ 687501 w 1096379"/>
                      <a:gd name="connsiteY40" fmla="*/ 138711 h 161232"/>
                      <a:gd name="connsiteX41" fmla="*/ 690403 w 1096379"/>
                      <a:gd name="connsiteY41" fmla="*/ 133874 h 161232"/>
                      <a:gd name="connsiteX42" fmla="*/ 695885 w 1096379"/>
                      <a:gd name="connsiteY42" fmla="*/ 131617 h 161232"/>
                      <a:gd name="connsiteX43" fmla="*/ 707494 w 1096379"/>
                      <a:gd name="connsiteY43" fmla="*/ 122265 h 161232"/>
                      <a:gd name="connsiteX44" fmla="*/ 710074 w 1096379"/>
                      <a:gd name="connsiteY44" fmla="*/ 119686 h 161232"/>
                      <a:gd name="connsiteX45" fmla="*/ 715878 w 1096379"/>
                      <a:gd name="connsiteY45" fmla="*/ 119686 h 161232"/>
                      <a:gd name="connsiteX46" fmla="*/ 715878 w 1096379"/>
                      <a:gd name="connsiteY46" fmla="*/ 125490 h 161232"/>
                      <a:gd name="connsiteX47" fmla="*/ 713621 w 1096379"/>
                      <a:gd name="connsiteY47" fmla="*/ 127747 h 161232"/>
                      <a:gd name="connsiteX48" fmla="*/ 700400 w 1096379"/>
                      <a:gd name="connsiteY48" fmla="*/ 138711 h 161232"/>
                      <a:gd name="connsiteX49" fmla="*/ 692661 w 1096379"/>
                      <a:gd name="connsiteY49" fmla="*/ 141613 h 161232"/>
                      <a:gd name="connsiteX50" fmla="*/ 691371 w 1096379"/>
                      <a:gd name="connsiteY50" fmla="*/ 141936 h 161232"/>
                      <a:gd name="connsiteX51" fmla="*/ 590762 w 1096379"/>
                      <a:gd name="connsiteY51" fmla="*/ 141613 h 161232"/>
                      <a:gd name="connsiteX52" fmla="*/ 590762 w 1096379"/>
                      <a:gd name="connsiteY52" fmla="*/ 141613 h 161232"/>
                      <a:gd name="connsiteX53" fmla="*/ 586892 w 1096379"/>
                      <a:gd name="connsiteY53" fmla="*/ 141613 h 161232"/>
                      <a:gd name="connsiteX54" fmla="*/ 564965 w 1096379"/>
                      <a:gd name="connsiteY54" fmla="*/ 128070 h 161232"/>
                      <a:gd name="connsiteX55" fmla="*/ 566899 w 1096379"/>
                      <a:gd name="connsiteY55" fmla="*/ 122588 h 161232"/>
                      <a:gd name="connsiteX56" fmla="*/ 572381 w 1096379"/>
                      <a:gd name="connsiteY56" fmla="*/ 124523 h 161232"/>
                      <a:gd name="connsiteX57" fmla="*/ 587537 w 1096379"/>
                      <a:gd name="connsiteY57" fmla="*/ 133229 h 161232"/>
                      <a:gd name="connsiteX58" fmla="*/ 591084 w 1096379"/>
                      <a:gd name="connsiteY58" fmla="*/ 133229 h 161232"/>
                      <a:gd name="connsiteX59" fmla="*/ 594954 w 1096379"/>
                      <a:gd name="connsiteY59" fmla="*/ 137421 h 161232"/>
                      <a:gd name="connsiteX60" fmla="*/ 590762 w 1096379"/>
                      <a:gd name="connsiteY60" fmla="*/ 141613 h 161232"/>
                      <a:gd name="connsiteX61" fmla="*/ 654287 w 1096379"/>
                      <a:gd name="connsiteY61" fmla="*/ 141291 h 161232"/>
                      <a:gd name="connsiteX62" fmla="*/ 653642 w 1096379"/>
                      <a:gd name="connsiteY62" fmla="*/ 141291 h 161232"/>
                      <a:gd name="connsiteX63" fmla="*/ 652675 w 1096379"/>
                      <a:gd name="connsiteY63" fmla="*/ 141291 h 161232"/>
                      <a:gd name="connsiteX64" fmla="*/ 635584 w 1096379"/>
                      <a:gd name="connsiteY64" fmla="*/ 139678 h 161232"/>
                      <a:gd name="connsiteX65" fmla="*/ 629458 w 1096379"/>
                      <a:gd name="connsiteY65" fmla="*/ 139678 h 161232"/>
                      <a:gd name="connsiteX66" fmla="*/ 627200 w 1096379"/>
                      <a:gd name="connsiteY66" fmla="*/ 139678 h 161232"/>
                      <a:gd name="connsiteX67" fmla="*/ 623008 w 1096379"/>
                      <a:gd name="connsiteY67" fmla="*/ 135809 h 161232"/>
                      <a:gd name="connsiteX68" fmla="*/ 626878 w 1096379"/>
                      <a:gd name="connsiteY68" fmla="*/ 131617 h 161232"/>
                      <a:gd name="connsiteX69" fmla="*/ 629135 w 1096379"/>
                      <a:gd name="connsiteY69" fmla="*/ 131617 h 161232"/>
                      <a:gd name="connsiteX70" fmla="*/ 635584 w 1096379"/>
                      <a:gd name="connsiteY70" fmla="*/ 131617 h 161232"/>
                      <a:gd name="connsiteX71" fmla="*/ 652998 w 1096379"/>
                      <a:gd name="connsiteY71" fmla="*/ 133229 h 161232"/>
                      <a:gd name="connsiteX72" fmla="*/ 653965 w 1096379"/>
                      <a:gd name="connsiteY72" fmla="*/ 133229 h 161232"/>
                      <a:gd name="connsiteX73" fmla="*/ 657512 w 1096379"/>
                      <a:gd name="connsiteY73" fmla="*/ 137743 h 161232"/>
                      <a:gd name="connsiteX74" fmla="*/ 654287 w 1096379"/>
                      <a:gd name="connsiteY74" fmla="*/ 141291 h 161232"/>
                      <a:gd name="connsiteX75" fmla="*/ 770697 w 1096379"/>
                      <a:gd name="connsiteY75" fmla="*/ 138389 h 161232"/>
                      <a:gd name="connsiteX76" fmla="*/ 770052 w 1096379"/>
                      <a:gd name="connsiteY76" fmla="*/ 138389 h 161232"/>
                      <a:gd name="connsiteX77" fmla="*/ 746190 w 1096379"/>
                      <a:gd name="connsiteY77" fmla="*/ 128392 h 161232"/>
                      <a:gd name="connsiteX78" fmla="*/ 744255 w 1096379"/>
                      <a:gd name="connsiteY78" fmla="*/ 127425 h 161232"/>
                      <a:gd name="connsiteX79" fmla="*/ 742965 w 1096379"/>
                      <a:gd name="connsiteY79" fmla="*/ 121943 h 161232"/>
                      <a:gd name="connsiteX80" fmla="*/ 748447 w 1096379"/>
                      <a:gd name="connsiteY80" fmla="*/ 120653 h 161232"/>
                      <a:gd name="connsiteX81" fmla="*/ 750382 w 1096379"/>
                      <a:gd name="connsiteY81" fmla="*/ 121620 h 161232"/>
                      <a:gd name="connsiteX82" fmla="*/ 771342 w 1096379"/>
                      <a:gd name="connsiteY82" fmla="*/ 130649 h 161232"/>
                      <a:gd name="connsiteX83" fmla="*/ 774889 w 1096379"/>
                      <a:gd name="connsiteY83" fmla="*/ 135164 h 161232"/>
                      <a:gd name="connsiteX84" fmla="*/ 770697 w 1096379"/>
                      <a:gd name="connsiteY84" fmla="*/ 138389 h 161232"/>
                      <a:gd name="connsiteX85" fmla="*/ 1101224 w 1096379"/>
                      <a:gd name="connsiteY85" fmla="*/ 134196 h 161232"/>
                      <a:gd name="connsiteX86" fmla="*/ 1098644 w 1096379"/>
                      <a:gd name="connsiteY86" fmla="*/ 133229 h 161232"/>
                      <a:gd name="connsiteX87" fmla="*/ 1096709 w 1096379"/>
                      <a:gd name="connsiteY87" fmla="*/ 131617 h 161232"/>
                      <a:gd name="connsiteX88" fmla="*/ 1089292 w 1096379"/>
                      <a:gd name="connsiteY88" fmla="*/ 125490 h 161232"/>
                      <a:gd name="connsiteX89" fmla="*/ 1078329 w 1096379"/>
                      <a:gd name="connsiteY89" fmla="*/ 115816 h 161232"/>
                      <a:gd name="connsiteX90" fmla="*/ 1078329 w 1096379"/>
                      <a:gd name="connsiteY90" fmla="*/ 110011 h 161232"/>
                      <a:gd name="connsiteX91" fmla="*/ 1084133 w 1096379"/>
                      <a:gd name="connsiteY91" fmla="*/ 110011 h 161232"/>
                      <a:gd name="connsiteX92" fmla="*/ 1094452 w 1096379"/>
                      <a:gd name="connsiteY92" fmla="*/ 119041 h 161232"/>
                      <a:gd name="connsiteX93" fmla="*/ 1102191 w 1096379"/>
                      <a:gd name="connsiteY93" fmla="*/ 125167 h 161232"/>
                      <a:gd name="connsiteX94" fmla="*/ 1104126 w 1096379"/>
                      <a:gd name="connsiteY94" fmla="*/ 126780 h 161232"/>
                      <a:gd name="connsiteX95" fmla="*/ 1104771 w 1096379"/>
                      <a:gd name="connsiteY95" fmla="*/ 132584 h 161232"/>
                      <a:gd name="connsiteX96" fmla="*/ 1101224 w 1096379"/>
                      <a:gd name="connsiteY96" fmla="*/ 134196 h 161232"/>
                      <a:gd name="connsiteX97" fmla="*/ 807136 w 1096379"/>
                      <a:gd name="connsiteY97" fmla="*/ 132907 h 161232"/>
                      <a:gd name="connsiteX98" fmla="*/ 803266 w 1096379"/>
                      <a:gd name="connsiteY98" fmla="*/ 129360 h 161232"/>
                      <a:gd name="connsiteX99" fmla="*/ 806813 w 1096379"/>
                      <a:gd name="connsiteY99" fmla="*/ 124845 h 161232"/>
                      <a:gd name="connsiteX100" fmla="*/ 820679 w 1096379"/>
                      <a:gd name="connsiteY100" fmla="*/ 124200 h 161232"/>
                      <a:gd name="connsiteX101" fmla="*/ 832610 w 1096379"/>
                      <a:gd name="connsiteY101" fmla="*/ 123233 h 161232"/>
                      <a:gd name="connsiteX102" fmla="*/ 837447 w 1096379"/>
                      <a:gd name="connsiteY102" fmla="*/ 126135 h 161232"/>
                      <a:gd name="connsiteX103" fmla="*/ 834545 w 1096379"/>
                      <a:gd name="connsiteY103" fmla="*/ 130972 h 161232"/>
                      <a:gd name="connsiteX104" fmla="*/ 820357 w 1096379"/>
                      <a:gd name="connsiteY104" fmla="*/ 132262 h 161232"/>
                      <a:gd name="connsiteX105" fmla="*/ 807136 w 1096379"/>
                      <a:gd name="connsiteY105" fmla="*/ 132907 h 161232"/>
                      <a:gd name="connsiteX106" fmla="*/ 807136 w 1096379"/>
                      <a:gd name="connsiteY106" fmla="*/ 132907 h 161232"/>
                      <a:gd name="connsiteX107" fmla="*/ 201547 w 1096379"/>
                      <a:gd name="connsiteY107" fmla="*/ 130649 h 161232"/>
                      <a:gd name="connsiteX108" fmla="*/ 201547 w 1096379"/>
                      <a:gd name="connsiteY108" fmla="*/ 130649 h 161232"/>
                      <a:gd name="connsiteX109" fmla="*/ 173815 w 1096379"/>
                      <a:gd name="connsiteY109" fmla="*/ 122265 h 161232"/>
                      <a:gd name="connsiteX110" fmla="*/ 173815 w 1096379"/>
                      <a:gd name="connsiteY110" fmla="*/ 116461 h 161232"/>
                      <a:gd name="connsiteX111" fmla="*/ 179619 w 1096379"/>
                      <a:gd name="connsiteY111" fmla="*/ 116461 h 161232"/>
                      <a:gd name="connsiteX112" fmla="*/ 201547 w 1096379"/>
                      <a:gd name="connsiteY112" fmla="*/ 122588 h 161232"/>
                      <a:gd name="connsiteX113" fmla="*/ 205417 w 1096379"/>
                      <a:gd name="connsiteY113" fmla="*/ 126780 h 161232"/>
                      <a:gd name="connsiteX114" fmla="*/ 201547 w 1096379"/>
                      <a:gd name="connsiteY114" fmla="*/ 130649 h 161232"/>
                      <a:gd name="connsiteX115" fmla="*/ 239275 w 1096379"/>
                      <a:gd name="connsiteY115" fmla="*/ 129037 h 161232"/>
                      <a:gd name="connsiteX116" fmla="*/ 238953 w 1096379"/>
                      <a:gd name="connsiteY116" fmla="*/ 125167 h 161232"/>
                      <a:gd name="connsiteX117" fmla="*/ 238953 w 1096379"/>
                      <a:gd name="connsiteY117" fmla="*/ 120975 h 161232"/>
                      <a:gd name="connsiteX118" fmla="*/ 265395 w 1096379"/>
                      <a:gd name="connsiteY118" fmla="*/ 119686 h 161232"/>
                      <a:gd name="connsiteX119" fmla="*/ 265395 w 1096379"/>
                      <a:gd name="connsiteY119" fmla="*/ 119686 h 161232"/>
                      <a:gd name="connsiteX120" fmla="*/ 269587 w 1096379"/>
                      <a:gd name="connsiteY120" fmla="*/ 123555 h 161232"/>
                      <a:gd name="connsiteX121" fmla="*/ 265717 w 1096379"/>
                      <a:gd name="connsiteY121" fmla="*/ 127747 h 161232"/>
                      <a:gd name="connsiteX122" fmla="*/ 239275 w 1096379"/>
                      <a:gd name="connsiteY122" fmla="*/ 129037 h 161232"/>
                      <a:gd name="connsiteX123" fmla="*/ 1025767 w 1096379"/>
                      <a:gd name="connsiteY123" fmla="*/ 126135 h 161232"/>
                      <a:gd name="connsiteX124" fmla="*/ 1021897 w 1096379"/>
                      <a:gd name="connsiteY124" fmla="*/ 122265 h 161232"/>
                      <a:gd name="connsiteX125" fmla="*/ 1025767 w 1096379"/>
                      <a:gd name="connsiteY125" fmla="*/ 118073 h 161232"/>
                      <a:gd name="connsiteX126" fmla="*/ 1049952 w 1096379"/>
                      <a:gd name="connsiteY126" fmla="*/ 112591 h 161232"/>
                      <a:gd name="connsiteX127" fmla="*/ 1055111 w 1096379"/>
                      <a:gd name="connsiteY127" fmla="*/ 114849 h 161232"/>
                      <a:gd name="connsiteX128" fmla="*/ 1052854 w 1096379"/>
                      <a:gd name="connsiteY128" fmla="*/ 120008 h 161232"/>
                      <a:gd name="connsiteX129" fmla="*/ 1025767 w 1096379"/>
                      <a:gd name="connsiteY129" fmla="*/ 126135 h 161232"/>
                      <a:gd name="connsiteX130" fmla="*/ 1025767 w 1096379"/>
                      <a:gd name="connsiteY130" fmla="*/ 126135 h 161232"/>
                      <a:gd name="connsiteX131" fmla="*/ 965788 w 1096379"/>
                      <a:gd name="connsiteY131" fmla="*/ 120653 h 161232"/>
                      <a:gd name="connsiteX132" fmla="*/ 961919 w 1096379"/>
                      <a:gd name="connsiteY132" fmla="*/ 117751 h 161232"/>
                      <a:gd name="connsiteX133" fmla="*/ 964498 w 1096379"/>
                      <a:gd name="connsiteY133" fmla="*/ 112591 h 161232"/>
                      <a:gd name="connsiteX134" fmla="*/ 969658 w 1096379"/>
                      <a:gd name="connsiteY134" fmla="*/ 110979 h 161232"/>
                      <a:gd name="connsiteX135" fmla="*/ 991908 w 1096379"/>
                      <a:gd name="connsiteY135" fmla="*/ 107109 h 161232"/>
                      <a:gd name="connsiteX136" fmla="*/ 995455 w 1096379"/>
                      <a:gd name="connsiteY136" fmla="*/ 111624 h 161232"/>
                      <a:gd name="connsiteX137" fmla="*/ 990940 w 1096379"/>
                      <a:gd name="connsiteY137" fmla="*/ 115171 h 161232"/>
                      <a:gd name="connsiteX138" fmla="*/ 971915 w 1096379"/>
                      <a:gd name="connsiteY138" fmla="*/ 118718 h 161232"/>
                      <a:gd name="connsiteX139" fmla="*/ 966756 w 1096379"/>
                      <a:gd name="connsiteY139" fmla="*/ 120330 h 161232"/>
                      <a:gd name="connsiteX140" fmla="*/ 965788 w 1096379"/>
                      <a:gd name="connsiteY140" fmla="*/ 120653 h 161232"/>
                      <a:gd name="connsiteX141" fmla="*/ 929672 w 1096379"/>
                      <a:gd name="connsiteY141" fmla="*/ 120008 h 161232"/>
                      <a:gd name="connsiteX142" fmla="*/ 927093 w 1096379"/>
                      <a:gd name="connsiteY142" fmla="*/ 119041 h 161232"/>
                      <a:gd name="connsiteX143" fmla="*/ 924190 w 1096379"/>
                      <a:gd name="connsiteY143" fmla="*/ 112269 h 161232"/>
                      <a:gd name="connsiteX144" fmla="*/ 925158 w 1096379"/>
                      <a:gd name="connsiteY144" fmla="*/ 107109 h 161232"/>
                      <a:gd name="connsiteX145" fmla="*/ 926125 w 1096379"/>
                      <a:gd name="connsiteY145" fmla="*/ 101950 h 161232"/>
                      <a:gd name="connsiteX146" fmla="*/ 925158 w 1096379"/>
                      <a:gd name="connsiteY146" fmla="*/ 98080 h 161232"/>
                      <a:gd name="connsiteX147" fmla="*/ 922900 w 1096379"/>
                      <a:gd name="connsiteY147" fmla="*/ 95501 h 161232"/>
                      <a:gd name="connsiteX148" fmla="*/ 921611 w 1096379"/>
                      <a:gd name="connsiteY148" fmla="*/ 90019 h 161232"/>
                      <a:gd name="connsiteX149" fmla="*/ 927093 w 1096379"/>
                      <a:gd name="connsiteY149" fmla="*/ 88729 h 161232"/>
                      <a:gd name="connsiteX150" fmla="*/ 932574 w 1096379"/>
                      <a:gd name="connsiteY150" fmla="*/ 94533 h 161232"/>
                      <a:gd name="connsiteX151" fmla="*/ 934509 w 1096379"/>
                      <a:gd name="connsiteY151" fmla="*/ 102272 h 161232"/>
                      <a:gd name="connsiteX152" fmla="*/ 933542 w 1096379"/>
                      <a:gd name="connsiteY152" fmla="*/ 109367 h 161232"/>
                      <a:gd name="connsiteX153" fmla="*/ 932897 w 1096379"/>
                      <a:gd name="connsiteY153" fmla="*/ 112591 h 161232"/>
                      <a:gd name="connsiteX154" fmla="*/ 933219 w 1096379"/>
                      <a:gd name="connsiteY154" fmla="*/ 113236 h 161232"/>
                      <a:gd name="connsiteX155" fmla="*/ 933542 w 1096379"/>
                      <a:gd name="connsiteY155" fmla="*/ 119041 h 161232"/>
                      <a:gd name="connsiteX156" fmla="*/ 929672 w 1096379"/>
                      <a:gd name="connsiteY156" fmla="*/ 120008 h 161232"/>
                      <a:gd name="connsiteX157" fmla="*/ 597856 w 1096379"/>
                      <a:gd name="connsiteY157" fmla="*/ 119041 h 161232"/>
                      <a:gd name="connsiteX158" fmla="*/ 595276 w 1096379"/>
                      <a:gd name="connsiteY158" fmla="*/ 118718 h 161232"/>
                      <a:gd name="connsiteX159" fmla="*/ 581088 w 1096379"/>
                      <a:gd name="connsiteY159" fmla="*/ 114526 h 161232"/>
                      <a:gd name="connsiteX160" fmla="*/ 578831 w 1096379"/>
                      <a:gd name="connsiteY160" fmla="*/ 109367 h 161232"/>
                      <a:gd name="connsiteX161" fmla="*/ 583990 w 1096379"/>
                      <a:gd name="connsiteY161" fmla="*/ 107109 h 161232"/>
                      <a:gd name="connsiteX162" fmla="*/ 596244 w 1096379"/>
                      <a:gd name="connsiteY162" fmla="*/ 110979 h 161232"/>
                      <a:gd name="connsiteX163" fmla="*/ 602371 w 1096379"/>
                      <a:gd name="connsiteY163" fmla="*/ 108077 h 161232"/>
                      <a:gd name="connsiteX164" fmla="*/ 607530 w 1096379"/>
                      <a:gd name="connsiteY164" fmla="*/ 106142 h 161232"/>
                      <a:gd name="connsiteX165" fmla="*/ 609465 w 1096379"/>
                      <a:gd name="connsiteY165" fmla="*/ 111301 h 161232"/>
                      <a:gd name="connsiteX166" fmla="*/ 597856 w 1096379"/>
                      <a:gd name="connsiteY166" fmla="*/ 119041 h 161232"/>
                      <a:gd name="connsiteX167" fmla="*/ 863245 w 1096379"/>
                      <a:gd name="connsiteY167" fmla="*/ 110657 h 161232"/>
                      <a:gd name="connsiteX168" fmla="*/ 859375 w 1096379"/>
                      <a:gd name="connsiteY168" fmla="*/ 108077 h 161232"/>
                      <a:gd name="connsiteX169" fmla="*/ 861632 w 1096379"/>
                      <a:gd name="connsiteY169" fmla="*/ 102917 h 161232"/>
                      <a:gd name="connsiteX170" fmla="*/ 863889 w 1096379"/>
                      <a:gd name="connsiteY170" fmla="*/ 102272 h 161232"/>
                      <a:gd name="connsiteX171" fmla="*/ 876788 w 1096379"/>
                      <a:gd name="connsiteY171" fmla="*/ 97758 h 161232"/>
                      <a:gd name="connsiteX172" fmla="*/ 886784 w 1096379"/>
                      <a:gd name="connsiteY172" fmla="*/ 94211 h 161232"/>
                      <a:gd name="connsiteX173" fmla="*/ 891944 w 1096379"/>
                      <a:gd name="connsiteY173" fmla="*/ 96791 h 161232"/>
                      <a:gd name="connsiteX174" fmla="*/ 889364 w 1096379"/>
                      <a:gd name="connsiteY174" fmla="*/ 101950 h 161232"/>
                      <a:gd name="connsiteX175" fmla="*/ 879368 w 1096379"/>
                      <a:gd name="connsiteY175" fmla="*/ 105497 h 161232"/>
                      <a:gd name="connsiteX176" fmla="*/ 866469 w 1096379"/>
                      <a:gd name="connsiteY176" fmla="*/ 110011 h 161232"/>
                      <a:gd name="connsiteX177" fmla="*/ 864534 w 1096379"/>
                      <a:gd name="connsiteY177" fmla="*/ 110657 h 161232"/>
                      <a:gd name="connsiteX178" fmla="*/ 863245 w 1096379"/>
                      <a:gd name="connsiteY178" fmla="*/ 110657 h 161232"/>
                      <a:gd name="connsiteX179" fmla="*/ 462421 w 1096379"/>
                      <a:gd name="connsiteY179" fmla="*/ 105497 h 161232"/>
                      <a:gd name="connsiteX180" fmla="*/ 461453 w 1096379"/>
                      <a:gd name="connsiteY180" fmla="*/ 105497 h 161232"/>
                      <a:gd name="connsiteX181" fmla="*/ 458229 w 1096379"/>
                      <a:gd name="connsiteY181" fmla="*/ 100660 h 161232"/>
                      <a:gd name="connsiteX182" fmla="*/ 474030 w 1096379"/>
                      <a:gd name="connsiteY182" fmla="*/ 85827 h 161232"/>
                      <a:gd name="connsiteX183" fmla="*/ 481446 w 1096379"/>
                      <a:gd name="connsiteY183" fmla="*/ 85182 h 161232"/>
                      <a:gd name="connsiteX184" fmla="*/ 486283 w 1096379"/>
                      <a:gd name="connsiteY184" fmla="*/ 88406 h 161232"/>
                      <a:gd name="connsiteX185" fmla="*/ 483059 w 1096379"/>
                      <a:gd name="connsiteY185" fmla="*/ 93243 h 161232"/>
                      <a:gd name="connsiteX186" fmla="*/ 474030 w 1096379"/>
                      <a:gd name="connsiteY186" fmla="*/ 94211 h 161232"/>
                      <a:gd name="connsiteX187" fmla="*/ 466290 w 1096379"/>
                      <a:gd name="connsiteY187" fmla="*/ 102595 h 161232"/>
                      <a:gd name="connsiteX188" fmla="*/ 462421 w 1096379"/>
                      <a:gd name="connsiteY188" fmla="*/ 105497 h 161232"/>
                      <a:gd name="connsiteX189" fmla="*/ 150275 w 1096379"/>
                      <a:gd name="connsiteY189" fmla="*/ 98403 h 161232"/>
                      <a:gd name="connsiteX190" fmla="*/ 148663 w 1096379"/>
                      <a:gd name="connsiteY190" fmla="*/ 98080 h 161232"/>
                      <a:gd name="connsiteX191" fmla="*/ 123833 w 1096379"/>
                      <a:gd name="connsiteY191" fmla="*/ 90986 h 161232"/>
                      <a:gd name="connsiteX192" fmla="*/ 120608 w 1096379"/>
                      <a:gd name="connsiteY192" fmla="*/ 86149 h 161232"/>
                      <a:gd name="connsiteX193" fmla="*/ 125445 w 1096379"/>
                      <a:gd name="connsiteY193" fmla="*/ 82925 h 161232"/>
                      <a:gd name="connsiteX194" fmla="*/ 151887 w 1096379"/>
                      <a:gd name="connsiteY194" fmla="*/ 90664 h 161232"/>
                      <a:gd name="connsiteX195" fmla="*/ 154145 w 1096379"/>
                      <a:gd name="connsiteY195" fmla="*/ 95823 h 161232"/>
                      <a:gd name="connsiteX196" fmla="*/ 150275 w 1096379"/>
                      <a:gd name="connsiteY196" fmla="*/ 98403 h 161232"/>
                      <a:gd name="connsiteX197" fmla="*/ 87717 w 1096379"/>
                      <a:gd name="connsiteY197" fmla="*/ 85827 h 161232"/>
                      <a:gd name="connsiteX198" fmla="*/ 86749 w 1096379"/>
                      <a:gd name="connsiteY198" fmla="*/ 85827 h 161232"/>
                      <a:gd name="connsiteX199" fmla="*/ 60952 w 1096379"/>
                      <a:gd name="connsiteY199" fmla="*/ 77120 h 161232"/>
                      <a:gd name="connsiteX200" fmla="*/ 59018 w 1096379"/>
                      <a:gd name="connsiteY200" fmla="*/ 71961 h 161232"/>
                      <a:gd name="connsiteX201" fmla="*/ 64177 w 1096379"/>
                      <a:gd name="connsiteY201" fmla="*/ 70026 h 161232"/>
                      <a:gd name="connsiteX202" fmla="*/ 88684 w 1096379"/>
                      <a:gd name="connsiteY202" fmla="*/ 78410 h 161232"/>
                      <a:gd name="connsiteX203" fmla="*/ 91587 w 1096379"/>
                      <a:gd name="connsiteY203" fmla="*/ 83247 h 161232"/>
                      <a:gd name="connsiteX204" fmla="*/ 87717 w 1096379"/>
                      <a:gd name="connsiteY204" fmla="*/ 85827 h 161232"/>
                      <a:gd name="connsiteX205" fmla="*/ 517562 w 1096379"/>
                      <a:gd name="connsiteY205" fmla="*/ 83892 h 161232"/>
                      <a:gd name="connsiteX206" fmla="*/ 514015 w 1096379"/>
                      <a:gd name="connsiteY206" fmla="*/ 81635 h 161232"/>
                      <a:gd name="connsiteX207" fmla="*/ 515950 w 1096379"/>
                      <a:gd name="connsiteY207" fmla="*/ 76153 h 161232"/>
                      <a:gd name="connsiteX208" fmla="*/ 521754 w 1096379"/>
                      <a:gd name="connsiteY208" fmla="*/ 70026 h 161232"/>
                      <a:gd name="connsiteX209" fmla="*/ 535943 w 1096379"/>
                      <a:gd name="connsiteY209" fmla="*/ 58417 h 161232"/>
                      <a:gd name="connsiteX210" fmla="*/ 541102 w 1096379"/>
                      <a:gd name="connsiteY210" fmla="*/ 60997 h 161232"/>
                      <a:gd name="connsiteX211" fmla="*/ 538522 w 1096379"/>
                      <a:gd name="connsiteY211" fmla="*/ 66156 h 161232"/>
                      <a:gd name="connsiteX212" fmla="*/ 528849 w 1096379"/>
                      <a:gd name="connsiteY212" fmla="*/ 74218 h 161232"/>
                      <a:gd name="connsiteX213" fmla="*/ 519820 w 1096379"/>
                      <a:gd name="connsiteY213" fmla="*/ 83247 h 161232"/>
                      <a:gd name="connsiteX214" fmla="*/ 517562 w 1096379"/>
                      <a:gd name="connsiteY214" fmla="*/ 83892 h 161232"/>
                      <a:gd name="connsiteX215" fmla="*/ 595599 w 1096379"/>
                      <a:gd name="connsiteY215" fmla="*/ 79700 h 161232"/>
                      <a:gd name="connsiteX216" fmla="*/ 592697 w 1096379"/>
                      <a:gd name="connsiteY216" fmla="*/ 78410 h 161232"/>
                      <a:gd name="connsiteX217" fmla="*/ 588827 w 1096379"/>
                      <a:gd name="connsiteY217" fmla="*/ 74863 h 161232"/>
                      <a:gd name="connsiteX218" fmla="*/ 572059 w 1096379"/>
                      <a:gd name="connsiteY218" fmla="*/ 64867 h 161232"/>
                      <a:gd name="connsiteX219" fmla="*/ 569479 w 1096379"/>
                      <a:gd name="connsiteY219" fmla="*/ 59707 h 161232"/>
                      <a:gd name="connsiteX220" fmla="*/ 574639 w 1096379"/>
                      <a:gd name="connsiteY220" fmla="*/ 57127 h 161232"/>
                      <a:gd name="connsiteX221" fmla="*/ 593664 w 1096379"/>
                      <a:gd name="connsiteY221" fmla="*/ 68414 h 161232"/>
                      <a:gd name="connsiteX222" fmla="*/ 598179 w 1096379"/>
                      <a:gd name="connsiteY222" fmla="*/ 72606 h 161232"/>
                      <a:gd name="connsiteX223" fmla="*/ 598179 w 1096379"/>
                      <a:gd name="connsiteY223" fmla="*/ 78410 h 161232"/>
                      <a:gd name="connsiteX224" fmla="*/ 595599 w 1096379"/>
                      <a:gd name="connsiteY224" fmla="*/ 79700 h 161232"/>
                      <a:gd name="connsiteX225" fmla="*/ 45152 w 1096379"/>
                      <a:gd name="connsiteY225" fmla="*/ 52613 h 161232"/>
                      <a:gd name="connsiteX226" fmla="*/ 43217 w 1096379"/>
                      <a:gd name="connsiteY226" fmla="*/ 51968 h 161232"/>
                      <a:gd name="connsiteX227" fmla="*/ 41604 w 1096379"/>
                      <a:gd name="connsiteY227" fmla="*/ 46486 h 161232"/>
                      <a:gd name="connsiteX228" fmla="*/ 41927 w 1096379"/>
                      <a:gd name="connsiteY228" fmla="*/ 45841 h 161232"/>
                      <a:gd name="connsiteX229" fmla="*/ 48376 w 1096379"/>
                      <a:gd name="connsiteY229" fmla="*/ 30363 h 161232"/>
                      <a:gd name="connsiteX230" fmla="*/ 49021 w 1096379"/>
                      <a:gd name="connsiteY230" fmla="*/ 25203 h 161232"/>
                      <a:gd name="connsiteX231" fmla="*/ 49021 w 1096379"/>
                      <a:gd name="connsiteY231" fmla="*/ 23269 h 161232"/>
                      <a:gd name="connsiteX232" fmla="*/ 52891 w 1096379"/>
                      <a:gd name="connsiteY232" fmla="*/ 19076 h 161232"/>
                      <a:gd name="connsiteX233" fmla="*/ 57083 w 1096379"/>
                      <a:gd name="connsiteY233" fmla="*/ 22946 h 161232"/>
                      <a:gd name="connsiteX234" fmla="*/ 57083 w 1096379"/>
                      <a:gd name="connsiteY234" fmla="*/ 25526 h 161232"/>
                      <a:gd name="connsiteX235" fmla="*/ 56438 w 1096379"/>
                      <a:gd name="connsiteY235" fmla="*/ 31975 h 161232"/>
                      <a:gd name="connsiteX236" fmla="*/ 49344 w 1096379"/>
                      <a:gd name="connsiteY236" fmla="*/ 49711 h 161232"/>
                      <a:gd name="connsiteX237" fmla="*/ 49021 w 1096379"/>
                      <a:gd name="connsiteY237" fmla="*/ 50356 h 161232"/>
                      <a:gd name="connsiteX238" fmla="*/ 45152 w 1096379"/>
                      <a:gd name="connsiteY238" fmla="*/ 52613 h 161232"/>
                      <a:gd name="connsiteX239" fmla="*/ 4198 w 1096379"/>
                      <a:gd name="connsiteY239" fmla="*/ 20366 h 161232"/>
                      <a:gd name="connsiteX240" fmla="*/ 329 w 1096379"/>
                      <a:gd name="connsiteY240" fmla="*/ 17787 h 161232"/>
                      <a:gd name="connsiteX241" fmla="*/ 2586 w 1096379"/>
                      <a:gd name="connsiteY241" fmla="*/ 12627 h 161232"/>
                      <a:gd name="connsiteX242" fmla="*/ 15162 w 1096379"/>
                      <a:gd name="connsiteY242" fmla="*/ 6178 h 161232"/>
                      <a:gd name="connsiteX243" fmla="*/ 26126 w 1096379"/>
                      <a:gd name="connsiteY243" fmla="*/ 374 h 161232"/>
                      <a:gd name="connsiteX244" fmla="*/ 31286 w 1096379"/>
                      <a:gd name="connsiteY244" fmla="*/ 2631 h 161232"/>
                      <a:gd name="connsiteX245" fmla="*/ 29028 w 1096379"/>
                      <a:gd name="connsiteY245" fmla="*/ 7790 h 161232"/>
                      <a:gd name="connsiteX246" fmla="*/ 19032 w 1096379"/>
                      <a:gd name="connsiteY246" fmla="*/ 12950 h 161232"/>
                      <a:gd name="connsiteX247" fmla="*/ 5488 w 1096379"/>
                      <a:gd name="connsiteY247" fmla="*/ 20044 h 161232"/>
                      <a:gd name="connsiteX248" fmla="*/ 4198 w 1096379"/>
                      <a:gd name="connsiteY248" fmla="*/ 20366 h 1612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</a:cxnLst>
                    <a:rect l="l" t="t" r="r" b="b"/>
                    <a:pathLst>
                      <a:path w="1096379" h="161232">
                        <a:moveTo>
                          <a:pt x="353105" y="191595"/>
                        </a:moveTo>
                        <a:cubicBezTo>
                          <a:pt x="351171" y="191595"/>
                          <a:pt x="348913" y="191273"/>
                          <a:pt x="346334" y="190628"/>
                        </a:cubicBezTo>
                        <a:cubicBezTo>
                          <a:pt x="337950" y="188048"/>
                          <a:pt x="332145" y="184501"/>
                          <a:pt x="328276" y="179664"/>
                        </a:cubicBezTo>
                        <a:cubicBezTo>
                          <a:pt x="326986" y="178052"/>
                          <a:pt x="327308" y="175472"/>
                          <a:pt x="328920" y="173860"/>
                        </a:cubicBezTo>
                        <a:cubicBezTo>
                          <a:pt x="330533" y="172570"/>
                          <a:pt x="333113" y="172892"/>
                          <a:pt x="334725" y="174504"/>
                        </a:cubicBezTo>
                        <a:cubicBezTo>
                          <a:pt x="337627" y="178374"/>
                          <a:pt x="342142" y="180954"/>
                          <a:pt x="348913" y="182889"/>
                        </a:cubicBezTo>
                        <a:cubicBezTo>
                          <a:pt x="351171" y="183534"/>
                          <a:pt x="353105" y="183856"/>
                          <a:pt x="354718" y="183534"/>
                        </a:cubicBezTo>
                        <a:cubicBezTo>
                          <a:pt x="356975" y="183211"/>
                          <a:pt x="358910" y="184823"/>
                          <a:pt x="359232" y="187081"/>
                        </a:cubicBezTo>
                        <a:cubicBezTo>
                          <a:pt x="359555" y="189338"/>
                          <a:pt x="357942" y="191273"/>
                          <a:pt x="355685" y="191595"/>
                        </a:cubicBezTo>
                        <a:cubicBezTo>
                          <a:pt x="355040" y="191595"/>
                          <a:pt x="354073" y="191595"/>
                          <a:pt x="353105" y="191595"/>
                        </a:cubicBezTo>
                        <a:close/>
                        <a:moveTo>
                          <a:pt x="394058" y="181276"/>
                        </a:moveTo>
                        <a:cubicBezTo>
                          <a:pt x="392124" y="181276"/>
                          <a:pt x="390189" y="181276"/>
                          <a:pt x="387932" y="180954"/>
                        </a:cubicBezTo>
                        <a:cubicBezTo>
                          <a:pt x="385674" y="180631"/>
                          <a:pt x="384062" y="178697"/>
                          <a:pt x="384384" y="176439"/>
                        </a:cubicBezTo>
                        <a:cubicBezTo>
                          <a:pt x="384707" y="174182"/>
                          <a:pt x="386642" y="172570"/>
                          <a:pt x="388899" y="172892"/>
                        </a:cubicBezTo>
                        <a:cubicBezTo>
                          <a:pt x="390834" y="173215"/>
                          <a:pt x="392446" y="173215"/>
                          <a:pt x="394381" y="173215"/>
                        </a:cubicBezTo>
                        <a:cubicBezTo>
                          <a:pt x="402120" y="173215"/>
                          <a:pt x="409214" y="171925"/>
                          <a:pt x="414051" y="170635"/>
                        </a:cubicBezTo>
                        <a:cubicBezTo>
                          <a:pt x="416308" y="170313"/>
                          <a:pt x="418243" y="171602"/>
                          <a:pt x="418888" y="173537"/>
                        </a:cubicBezTo>
                        <a:cubicBezTo>
                          <a:pt x="419533" y="175794"/>
                          <a:pt x="417921" y="177729"/>
                          <a:pt x="415986" y="178374"/>
                        </a:cubicBezTo>
                        <a:cubicBezTo>
                          <a:pt x="410504" y="179664"/>
                          <a:pt x="402442" y="181276"/>
                          <a:pt x="394058" y="181276"/>
                        </a:cubicBezTo>
                        <a:close/>
                        <a:moveTo>
                          <a:pt x="424370" y="150965"/>
                        </a:moveTo>
                        <a:cubicBezTo>
                          <a:pt x="424048" y="150965"/>
                          <a:pt x="423403" y="150965"/>
                          <a:pt x="423080" y="150642"/>
                        </a:cubicBezTo>
                        <a:cubicBezTo>
                          <a:pt x="420823" y="149997"/>
                          <a:pt x="419856" y="147740"/>
                          <a:pt x="420500" y="145483"/>
                        </a:cubicBezTo>
                        <a:cubicBezTo>
                          <a:pt x="422113" y="140646"/>
                          <a:pt x="425660" y="137421"/>
                          <a:pt x="430497" y="135809"/>
                        </a:cubicBezTo>
                        <a:cubicBezTo>
                          <a:pt x="436624" y="133874"/>
                          <a:pt x="436946" y="132584"/>
                          <a:pt x="437269" y="130972"/>
                        </a:cubicBezTo>
                        <a:cubicBezTo>
                          <a:pt x="437269" y="130004"/>
                          <a:pt x="437591" y="129037"/>
                          <a:pt x="437914" y="127747"/>
                        </a:cubicBezTo>
                        <a:cubicBezTo>
                          <a:pt x="438558" y="125812"/>
                          <a:pt x="441138" y="124523"/>
                          <a:pt x="443073" y="125490"/>
                        </a:cubicBezTo>
                        <a:cubicBezTo>
                          <a:pt x="445008" y="126135"/>
                          <a:pt x="446298" y="128715"/>
                          <a:pt x="445330" y="130649"/>
                        </a:cubicBezTo>
                        <a:cubicBezTo>
                          <a:pt x="445008" y="130972"/>
                          <a:pt x="445008" y="131617"/>
                          <a:pt x="445008" y="132262"/>
                        </a:cubicBezTo>
                        <a:cubicBezTo>
                          <a:pt x="444363" y="136454"/>
                          <a:pt x="442751" y="140323"/>
                          <a:pt x="432754" y="143548"/>
                        </a:cubicBezTo>
                        <a:cubicBezTo>
                          <a:pt x="430174" y="144515"/>
                          <a:pt x="428562" y="145805"/>
                          <a:pt x="427917" y="148062"/>
                        </a:cubicBezTo>
                        <a:cubicBezTo>
                          <a:pt x="427917" y="149997"/>
                          <a:pt x="426305" y="150965"/>
                          <a:pt x="424370" y="150965"/>
                        </a:cubicBezTo>
                        <a:close/>
                        <a:moveTo>
                          <a:pt x="322471" y="145483"/>
                        </a:moveTo>
                        <a:cubicBezTo>
                          <a:pt x="320859" y="145483"/>
                          <a:pt x="319247" y="144515"/>
                          <a:pt x="318602" y="142581"/>
                        </a:cubicBezTo>
                        <a:cubicBezTo>
                          <a:pt x="316667" y="136131"/>
                          <a:pt x="311185" y="131939"/>
                          <a:pt x="301511" y="130004"/>
                        </a:cubicBezTo>
                        <a:cubicBezTo>
                          <a:pt x="299254" y="129360"/>
                          <a:pt x="297964" y="127425"/>
                          <a:pt x="298609" y="125167"/>
                        </a:cubicBezTo>
                        <a:cubicBezTo>
                          <a:pt x="299254" y="122910"/>
                          <a:pt x="301189" y="121620"/>
                          <a:pt x="303446" y="122265"/>
                        </a:cubicBezTo>
                        <a:cubicBezTo>
                          <a:pt x="315699" y="125167"/>
                          <a:pt x="323439" y="131294"/>
                          <a:pt x="326341" y="140323"/>
                        </a:cubicBezTo>
                        <a:cubicBezTo>
                          <a:pt x="326986" y="142581"/>
                          <a:pt x="326018" y="144838"/>
                          <a:pt x="323761" y="145483"/>
                        </a:cubicBezTo>
                        <a:cubicBezTo>
                          <a:pt x="323439" y="145160"/>
                          <a:pt x="322794" y="145483"/>
                          <a:pt x="322471" y="145483"/>
                        </a:cubicBezTo>
                        <a:close/>
                        <a:moveTo>
                          <a:pt x="691371" y="141936"/>
                        </a:moveTo>
                        <a:cubicBezTo>
                          <a:pt x="689436" y="141936"/>
                          <a:pt x="687824" y="140646"/>
                          <a:pt x="687501" y="138711"/>
                        </a:cubicBezTo>
                        <a:cubicBezTo>
                          <a:pt x="686856" y="136454"/>
                          <a:pt x="688469" y="134519"/>
                          <a:pt x="690403" y="133874"/>
                        </a:cubicBezTo>
                        <a:cubicBezTo>
                          <a:pt x="692661" y="133229"/>
                          <a:pt x="694595" y="132584"/>
                          <a:pt x="695885" y="131617"/>
                        </a:cubicBezTo>
                        <a:cubicBezTo>
                          <a:pt x="700722" y="128715"/>
                          <a:pt x="704269" y="125490"/>
                          <a:pt x="707494" y="122265"/>
                        </a:cubicBezTo>
                        <a:cubicBezTo>
                          <a:pt x="708461" y="121298"/>
                          <a:pt x="709106" y="120653"/>
                          <a:pt x="710074" y="119686"/>
                        </a:cubicBezTo>
                        <a:cubicBezTo>
                          <a:pt x="711686" y="118073"/>
                          <a:pt x="714266" y="118073"/>
                          <a:pt x="715878" y="119686"/>
                        </a:cubicBezTo>
                        <a:cubicBezTo>
                          <a:pt x="717490" y="121298"/>
                          <a:pt x="717490" y="123877"/>
                          <a:pt x="715878" y="125490"/>
                        </a:cubicBezTo>
                        <a:cubicBezTo>
                          <a:pt x="715233" y="126135"/>
                          <a:pt x="714266" y="127102"/>
                          <a:pt x="713621" y="127747"/>
                        </a:cubicBezTo>
                        <a:cubicBezTo>
                          <a:pt x="710074" y="131294"/>
                          <a:pt x="706204" y="135164"/>
                          <a:pt x="700400" y="138711"/>
                        </a:cubicBezTo>
                        <a:cubicBezTo>
                          <a:pt x="698143" y="140001"/>
                          <a:pt x="695563" y="140968"/>
                          <a:pt x="692661" y="141613"/>
                        </a:cubicBezTo>
                        <a:cubicBezTo>
                          <a:pt x="692016" y="141936"/>
                          <a:pt x="691693" y="141936"/>
                          <a:pt x="691371" y="141936"/>
                        </a:cubicBezTo>
                        <a:close/>
                        <a:moveTo>
                          <a:pt x="590762" y="141613"/>
                        </a:moveTo>
                        <a:cubicBezTo>
                          <a:pt x="590762" y="141613"/>
                          <a:pt x="590439" y="141613"/>
                          <a:pt x="590762" y="141613"/>
                        </a:cubicBezTo>
                        <a:cubicBezTo>
                          <a:pt x="589472" y="141613"/>
                          <a:pt x="588182" y="141613"/>
                          <a:pt x="586892" y="141613"/>
                        </a:cubicBezTo>
                        <a:cubicBezTo>
                          <a:pt x="575929" y="140968"/>
                          <a:pt x="568834" y="136776"/>
                          <a:pt x="564965" y="128070"/>
                        </a:cubicBezTo>
                        <a:cubicBezTo>
                          <a:pt x="563997" y="126135"/>
                          <a:pt x="564965" y="123555"/>
                          <a:pt x="566899" y="122588"/>
                        </a:cubicBezTo>
                        <a:cubicBezTo>
                          <a:pt x="568834" y="121620"/>
                          <a:pt x="571414" y="122588"/>
                          <a:pt x="572381" y="124523"/>
                        </a:cubicBezTo>
                        <a:cubicBezTo>
                          <a:pt x="573994" y="128392"/>
                          <a:pt x="577218" y="132584"/>
                          <a:pt x="587537" y="133229"/>
                        </a:cubicBezTo>
                        <a:cubicBezTo>
                          <a:pt x="588827" y="133229"/>
                          <a:pt x="589794" y="133229"/>
                          <a:pt x="591084" y="133229"/>
                        </a:cubicBezTo>
                        <a:cubicBezTo>
                          <a:pt x="593342" y="133229"/>
                          <a:pt x="594954" y="135164"/>
                          <a:pt x="594954" y="137421"/>
                        </a:cubicBezTo>
                        <a:cubicBezTo>
                          <a:pt x="594631" y="139678"/>
                          <a:pt x="592697" y="141613"/>
                          <a:pt x="590762" y="141613"/>
                        </a:cubicBezTo>
                        <a:close/>
                        <a:moveTo>
                          <a:pt x="654287" y="141291"/>
                        </a:moveTo>
                        <a:cubicBezTo>
                          <a:pt x="653965" y="141291"/>
                          <a:pt x="653965" y="141291"/>
                          <a:pt x="653642" y="141291"/>
                        </a:cubicBezTo>
                        <a:lnTo>
                          <a:pt x="652675" y="141291"/>
                        </a:lnTo>
                        <a:cubicBezTo>
                          <a:pt x="646548" y="140646"/>
                          <a:pt x="640744" y="139678"/>
                          <a:pt x="635584" y="139678"/>
                        </a:cubicBezTo>
                        <a:cubicBezTo>
                          <a:pt x="633650" y="139678"/>
                          <a:pt x="631392" y="139678"/>
                          <a:pt x="629458" y="139678"/>
                        </a:cubicBezTo>
                        <a:lnTo>
                          <a:pt x="627200" y="139678"/>
                        </a:lnTo>
                        <a:cubicBezTo>
                          <a:pt x="624943" y="139678"/>
                          <a:pt x="623008" y="138066"/>
                          <a:pt x="623008" y="135809"/>
                        </a:cubicBezTo>
                        <a:cubicBezTo>
                          <a:pt x="623008" y="133552"/>
                          <a:pt x="624621" y="131617"/>
                          <a:pt x="626878" y="131617"/>
                        </a:cubicBezTo>
                        <a:lnTo>
                          <a:pt x="629135" y="131617"/>
                        </a:lnTo>
                        <a:cubicBezTo>
                          <a:pt x="631070" y="131617"/>
                          <a:pt x="633327" y="131617"/>
                          <a:pt x="635584" y="131617"/>
                        </a:cubicBezTo>
                        <a:cubicBezTo>
                          <a:pt x="641066" y="131939"/>
                          <a:pt x="646871" y="132584"/>
                          <a:pt x="652998" y="133229"/>
                        </a:cubicBezTo>
                        <a:lnTo>
                          <a:pt x="653965" y="133229"/>
                        </a:lnTo>
                        <a:cubicBezTo>
                          <a:pt x="656222" y="133552"/>
                          <a:pt x="657834" y="135486"/>
                          <a:pt x="657512" y="137743"/>
                        </a:cubicBezTo>
                        <a:cubicBezTo>
                          <a:pt x="658157" y="140001"/>
                          <a:pt x="656222" y="141291"/>
                          <a:pt x="654287" y="141291"/>
                        </a:cubicBezTo>
                        <a:close/>
                        <a:moveTo>
                          <a:pt x="770697" y="138389"/>
                        </a:moveTo>
                        <a:cubicBezTo>
                          <a:pt x="770375" y="138389"/>
                          <a:pt x="770375" y="138389"/>
                          <a:pt x="770052" y="138389"/>
                        </a:cubicBezTo>
                        <a:cubicBezTo>
                          <a:pt x="760701" y="137099"/>
                          <a:pt x="752962" y="132584"/>
                          <a:pt x="746190" y="128392"/>
                        </a:cubicBezTo>
                        <a:lnTo>
                          <a:pt x="744255" y="127425"/>
                        </a:lnTo>
                        <a:cubicBezTo>
                          <a:pt x="742320" y="126135"/>
                          <a:pt x="741675" y="123877"/>
                          <a:pt x="742965" y="121943"/>
                        </a:cubicBezTo>
                        <a:cubicBezTo>
                          <a:pt x="744255" y="120008"/>
                          <a:pt x="746512" y="119363"/>
                          <a:pt x="748447" y="120653"/>
                        </a:cubicBezTo>
                        <a:lnTo>
                          <a:pt x="750382" y="121620"/>
                        </a:lnTo>
                        <a:cubicBezTo>
                          <a:pt x="756831" y="125490"/>
                          <a:pt x="763603" y="129360"/>
                          <a:pt x="771342" y="130649"/>
                        </a:cubicBezTo>
                        <a:cubicBezTo>
                          <a:pt x="773599" y="130972"/>
                          <a:pt x="775212" y="132907"/>
                          <a:pt x="774889" y="135164"/>
                        </a:cubicBezTo>
                        <a:cubicBezTo>
                          <a:pt x="774567" y="136776"/>
                          <a:pt x="772632" y="138389"/>
                          <a:pt x="770697" y="138389"/>
                        </a:cubicBezTo>
                        <a:close/>
                        <a:moveTo>
                          <a:pt x="1101224" y="134196"/>
                        </a:moveTo>
                        <a:cubicBezTo>
                          <a:pt x="1100256" y="134196"/>
                          <a:pt x="1099289" y="133874"/>
                          <a:pt x="1098644" y="133229"/>
                        </a:cubicBezTo>
                        <a:lnTo>
                          <a:pt x="1096709" y="131617"/>
                        </a:lnTo>
                        <a:cubicBezTo>
                          <a:pt x="1093484" y="129037"/>
                          <a:pt x="1091227" y="127102"/>
                          <a:pt x="1089292" y="125490"/>
                        </a:cubicBezTo>
                        <a:cubicBezTo>
                          <a:pt x="1085423" y="122588"/>
                          <a:pt x="1082521" y="120008"/>
                          <a:pt x="1078329" y="115816"/>
                        </a:cubicBezTo>
                        <a:cubicBezTo>
                          <a:pt x="1076716" y="114204"/>
                          <a:pt x="1076716" y="111624"/>
                          <a:pt x="1078329" y="110011"/>
                        </a:cubicBezTo>
                        <a:cubicBezTo>
                          <a:pt x="1079941" y="108399"/>
                          <a:pt x="1082521" y="108399"/>
                          <a:pt x="1084133" y="110011"/>
                        </a:cubicBezTo>
                        <a:cubicBezTo>
                          <a:pt x="1088002" y="113881"/>
                          <a:pt x="1090582" y="115816"/>
                          <a:pt x="1094452" y="119041"/>
                        </a:cubicBezTo>
                        <a:cubicBezTo>
                          <a:pt x="1096709" y="120653"/>
                          <a:pt x="1098966" y="122588"/>
                          <a:pt x="1102191" y="125167"/>
                        </a:cubicBezTo>
                        <a:lnTo>
                          <a:pt x="1104126" y="126780"/>
                        </a:lnTo>
                        <a:cubicBezTo>
                          <a:pt x="1105738" y="128070"/>
                          <a:pt x="1106060" y="130649"/>
                          <a:pt x="1104771" y="132584"/>
                        </a:cubicBezTo>
                        <a:cubicBezTo>
                          <a:pt x="1103481" y="133552"/>
                          <a:pt x="1102513" y="134196"/>
                          <a:pt x="1101224" y="134196"/>
                        </a:cubicBezTo>
                        <a:close/>
                        <a:moveTo>
                          <a:pt x="807136" y="132907"/>
                        </a:moveTo>
                        <a:cubicBezTo>
                          <a:pt x="805201" y="132907"/>
                          <a:pt x="803266" y="131294"/>
                          <a:pt x="803266" y="129360"/>
                        </a:cubicBezTo>
                        <a:cubicBezTo>
                          <a:pt x="802944" y="127102"/>
                          <a:pt x="804556" y="125167"/>
                          <a:pt x="806813" y="124845"/>
                        </a:cubicBezTo>
                        <a:cubicBezTo>
                          <a:pt x="810683" y="124523"/>
                          <a:pt x="815197" y="124200"/>
                          <a:pt x="820679" y="124200"/>
                        </a:cubicBezTo>
                        <a:cubicBezTo>
                          <a:pt x="826483" y="124200"/>
                          <a:pt x="830353" y="123877"/>
                          <a:pt x="832610" y="123233"/>
                        </a:cubicBezTo>
                        <a:cubicBezTo>
                          <a:pt x="834868" y="122588"/>
                          <a:pt x="837125" y="123877"/>
                          <a:pt x="837447" y="126135"/>
                        </a:cubicBezTo>
                        <a:cubicBezTo>
                          <a:pt x="838092" y="128392"/>
                          <a:pt x="836802" y="130649"/>
                          <a:pt x="834545" y="130972"/>
                        </a:cubicBezTo>
                        <a:cubicBezTo>
                          <a:pt x="831643" y="131939"/>
                          <a:pt x="827128" y="132262"/>
                          <a:pt x="820357" y="132262"/>
                        </a:cubicBezTo>
                        <a:cubicBezTo>
                          <a:pt x="815197" y="132262"/>
                          <a:pt x="811005" y="132584"/>
                          <a:pt x="807136" y="132907"/>
                        </a:cubicBezTo>
                        <a:cubicBezTo>
                          <a:pt x="807458" y="132907"/>
                          <a:pt x="807458" y="132907"/>
                          <a:pt x="807136" y="132907"/>
                        </a:cubicBezTo>
                        <a:close/>
                        <a:moveTo>
                          <a:pt x="201547" y="130649"/>
                        </a:moveTo>
                        <a:lnTo>
                          <a:pt x="201547" y="130649"/>
                        </a:lnTo>
                        <a:cubicBezTo>
                          <a:pt x="187036" y="130327"/>
                          <a:pt x="179942" y="128392"/>
                          <a:pt x="173815" y="122265"/>
                        </a:cubicBezTo>
                        <a:cubicBezTo>
                          <a:pt x="172203" y="120653"/>
                          <a:pt x="172203" y="118073"/>
                          <a:pt x="173815" y="116461"/>
                        </a:cubicBezTo>
                        <a:cubicBezTo>
                          <a:pt x="175427" y="114849"/>
                          <a:pt x="178007" y="114849"/>
                          <a:pt x="179619" y="116461"/>
                        </a:cubicBezTo>
                        <a:cubicBezTo>
                          <a:pt x="183489" y="120330"/>
                          <a:pt x="188003" y="122265"/>
                          <a:pt x="201547" y="122588"/>
                        </a:cubicBezTo>
                        <a:cubicBezTo>
                          <a:pt x="203804" y="122588"/>
                          <a:pt x="205417" y="124523"/>
                          <a:pt x="205417" y="126780"/>
                        </a:cubicBezTo>
                        <a:cubicBezTo>
                          <a:pt x="205417" y="128715"/>
                          <a:pt x="203804" y="130649"/>
                          <a:pt x="201547" y="130649"/>
                        </a:cubicBezTo>
                        <a:close/>
                        <a:moveTo>
                          <a:pt x="239275" y="129037"/>
                        </a:moveTo>
                        <a:lnTo>
                          <a:pt x="238953" y="125167"/>
                        </a:lnTo>
                        <a:lnTo>
                          <a:pt x="238953" y="120975"/>
                        </a:lnTo>
                        <a:cubicBezTo>
                          <a:pt x="247982" y="120330"/>
                          <a:pt x="256366" y="120008"/>
                          <a:pt x="265395" y="119686"/>
                        </a:cubicBezTo>
                        <a:cubicBezTo>
                          <a:pt x="265395" y="119686"/>
                          <a:pt x="265395" y="119686"/>
                          <a:pt x="265395" y="119686"/>
                        </a:cubicBezTo>
                        <a:cubicBezTo>
                          <a:pt x="267652" y="119686"/>
                          <a:pt x="269265" y="121298"/>
                          <a:pt x="269587" y="123555"/>
                        </a:cubicBezTo>
                        <a:cubicBezTo>
                          <a:pt x="269587" y="125812"/>
                          <a:pt x="267975" y="127747"/>
                          <a:pt x="265717" y="127747"/>
                        </a:cubicBezTo>
                        <a:cubicBezTo>
                          <a:pt x="256366" y="128070"/>
                          <a:pt x="247982" y="128715"/>
                          <a:pt x="239275" y="129037"/>
                        </a:cubicBezTo>
                        <a:close/>
                        <a:moveTo>
                          <a:pt x="1025767" y="126135"/>
                        </a:moveTo>
                        <a:cubicBezTo>
                          <a:pt x="1023509" y="126135"/>
                          <a:pt x="1021897" y="124523"/>
                          <a:pt x="1021897" y="122265"/>
                        </a:cubicBezTo>
                        <a:cubicBezTo>
                          <a:pt x="1021897" y="120008"/>
                          <a:pt x="1023509" y="118073"/>
                          <a:pt x="1025767" y="118073"/>
                        </a:cubicBezTo>
                        <a:cubicBezTo>
                          <a:pt x="1037053" y="117751"/>
                          <a:pt x="1044792" y="114849"/>
                          <a:pt x="1049952" y="112591"/>
                        </a:cubicBezTo>
                        <a:cubicBezTo>
                          <a:pt x="1051886" y="111624"/>
                          <a:pt x="1054466" y="112591"/>
                          <a:pt x="1055111" y="114849"/>
                        </a:cubicBezTo>
                        <a:cubicBezTo>
                          <a:pt x="1056078" y="116783"/>
                          <a:pt x="1055111" y="119363"/>
                          <a:pt x="1052854" y="120008"/>
                        </a:cubicBezTo>
                        <a:cubicBezTo>
                          <a:pt x="1047372" y="122588"/>
                          <a:pt x="1038343" y="125812"/>
                          <a:pt x="1025767" y="126135"/>
                        </a:cubicBezTo>
                        <a:cubicBezTo>
                          <a:pt x="1025767" y="126135"/>
                          <a:pt x="1025767" y="126135"/>
                          <a:pt x="1025767" y="126135"/>
                        </a:cubicBezTo>
                        <a:close/>
                        <a:moveTo>
                          <a:pt x="965788" y="120653"/>
                        </a:moveTo>
                        <a:cubicBezTo>
                          <a:pt x="964176" y="120653"/>
                          <a:pt x="962564" y="119363"/>
                          <a:pt x="961919" y="117751"/>
                        </a:cubicBezTo>
                        <a:cubicBezTo>
                          <a:pt x="961274" y="115494"/>
                          <a:pt x="962564" y="113236"/>
                          <a:pt x="964498" y="112591"/>
                        </a:cubicBezTo>
                        <a:cubicBezTo>
                          <a:pt x="966111" y="111946"/>
                          <a:pt x="968046" y="111624"/>
                          <a:pt x="969658" y="110979"/>
                        </a:cubicBezTo>
                        <a:cubicBezTo>
                          <a:pt x="977397" y="108722"/>
                          <a:pt x="984491" y="106465"/>
                          <a:pt x="991908" y="107109"/>
                        </a:cubicBezTo>
                        <a:cubicBezTo>
                          <a:pt x="994165" y="107432"/>
                          <a:pt x="995777" y="109367"/>
                          <a:pt x="995455" y="111624"/>
                        </a:cubicBezTo>
                        <a:cubicBezTo>
                          <a:pt x="995133" y="113881"/>
                          <a:pt x="993198" y="115494"/>
                          <a:pt x="990940" y="115171"/>
                        </a:cubicBezTo>
                        <a:cubicBezTo>
                          <a:pt x="985136" y="114526"/>
                          <a:pt x="978687" y="116461"/>
                          <a:pt x="971915" y="118718"/>
                        </a:cubicBezTo>
                        <a:cubicBezTo>
                          <a:pt x="970303" y="119363"/>
                          <a:pt x="968368" y="119686"/>
                          <a:pt x="966756" y="120330"/>
                        </a:cubicBezTo>
                        <a:cubicBezTo>
                          <a:pt x="966433" y="120330"/>
                          <a:pt x="966111" y="120653"/>
                          <a:pt x="965788" y="120653"/>
                        </a:cubicBezTo>
                        <a:close/>
                        <a:moveTo>
                          <a:pt x="929672" y="120008"/>
                        </a:moveTo>
                        <a:cubicBezTo>
                          <a:pt x="928705" y="120008"/>
                          <a:pt x="927737" y="119686"/>
                          <a:pt x="927093" y="119041"/>
                        </a:cubicBezTo>
                        <a:cubicBezTo>
                          <a:pt x="925158" y="117428"/>
                          <a:pt x="924190" y="115171"/>
                          <a:pt x="924190" y="112269"/>
                        </a:cubicBezTo>
                        <a:cubicBezTo>
                          <a:pt x="924190" y="110334"/>
                          <a:pt x="924513" y="108722"/>
                          <a:pt x="925158" y="107109"/>
                        </a:cubicBezTo>
                        <a:cubicBezTo>
                          <a:pt x="925480" y="105497"/>
                          <a:pt x="926125" y="103562"/>
                          <a:pt x="926125" y="101950"/>
                        </a:cubicBezTo>
                        <a:cubicBezTo>
                          <a:pt x="926125" y="100338"/>
                          <a:pt x="925803" y="99048"/>
                          <a:pt x="925158" y="98080"/>
                        </a:cubicBezTo>
                        <a:cubicBezTo>
                          <a:pt x="924513" y="96791"/>
                          <a:pt x="923545" y="95823"/>
                          <a:pt x="922900" y="95501"/>
                        </a:cubicBezTo>
                        <a:cubicBezTo>
                          <a:pt x="920966" y="94211"/>
                          <a:pt x="920321" y="91954"/>
                          <a:pt x="921611" y="90019"/>
                        </a:cubicBezTo>
                        <a:cubicBezTo>
                          <a:pt x="922900" y="88084"/>
                          <a:pt x="925158" y="87439"/>
                          <a:pt x="927093" y="88729"/>
                        </a:cubicBezTo>
                        <a:cubicBezTo>
                          <a:pt x="929350" y="90019"/>
                          <a:pt x="930962" y="91954"/>
                          <a:pt x="932574" y="94533"/>
                        </a:cubicBezTo>
                        <a:cubicBezTo>
                          <a:pt x="933864" y="97113"/>
                          <a:pt x="934509" y="99693"/>
                          <a:pt x="934509" y="102272"/>
                        </a:cubicBezTo>
                        <a:cubicBezTo>
                          <a:pt x="934509" y="104852"/>
                          <a:pt x="933864" y="107432"/>
                          <a:pt x="933542" y="109367"/>
                        </a:cubicBezTo>
                        <a:cubicBezTo>
                          <a:pt x="933219" y="110657"/>
                          <a:pt x="932897" y="111946"/>
                          <a:pt x="932897" y="112591"/>
                        </a:cubicBezTo>
                        <a:cubicBezTo>
                          <a:pt x="932897" y="112914"/>
                          <a:pt x="932897" y="112914"/>
                          <a:pt x="933219" y="113236"/>
                        </a:cubicBezTo>
                        <a:cubicBezTo>
                          <a:pt x="934832" y="114849"/>
                          <a:pt x="935154" y="117428"/>
                          <a:pt x="933542" y="119041"/>
                        </a:cubicBezTo>
                        <a:cubicBezTo>
                          <a:pt x="931607" y="119686"/>
                          <a:pt x="930640" y="120008"/>
                          <a:pt x="929672" y="120008"/>
                        </a:cubicBezTo>
                        <a:close/>
                        <a:moveTo>
                          <a:pt x="597856" y="119041"/>
                        </a:moveTo>
                        <a:cubicBezTo>
                          <a:pt x="596889" y="119041"/>
                          <a:pt x="596244" y="119041"/>
                          <a:pt x="595276" y="118718"/>
                        </a:cubicBezTo>
                        <a:cubicBezTo>
                          <a:pt x="589794" y="117751"/>
                          <a:pt x="584957" y="115816"/>
                          <a:pt x="581088" y="114526"/>
                        </a:cubicBezTo>
                        <a:cubicBezTo>
                          <a:pt x="579153" y="113559"/>
                          <a:pt x="578186" y="111301"/>
                          <a:pt x="578831" y="109367"/>
                        </a:cubicBezTo>
                        <a:cubicBezTo>
                          <a:pt x="579798" y="107432"/>
                          <a:pt x="582055" y="106465"/>
                          <a:pt x="583990" y="107109"/>
                        </a:cubicBezTo>
                        <a:cubicBezTo>
                          <a:pt x="587215" y="108399"/>
                          <a:pt x="591729" y="110334"/>
                          <a:pt x="596244" y="110979"/>
                        </a:cubicBezTo>
                        <a:cubicBezTo>
                          <a:pt x="599146" y="111624"/>
                          <a:pt x="601081" y="110657"/>
                          <a:pt x="602371" y="108077"/>
                        </a:cubicBezTo>
                        <a:cubicBezTo>
                          <a:pt x="603338" y="106142"/>
                          <a:pt x="605595" y="105175"/>
                          <a:pt x="607530" y="106142"/>
                        </a:cubicBezTo>
                        <a:cubicBezTo>
                          <a:pt x="609465" y="107109"/>
                          <a:pt x="610432" y="109367"/>
                          <a:pt x="609465" y="111301"/>
                        </a:cubicBezTo>
                        <a:cubicBezTo>
                          <a:pt x="607852" y="116138"/>
                          <a:pt x="603338" y="119041"/>
                          <a:pt x="597856" y="119041"/>
                        </a:cubicBezTo>
                        <a:close/>
                        <a:moveTo>
                          <a:pt x="863245" y="110657"/>
                        </a:moveTo>
                        <a:cubicBezTo>
                          <a:pt x="861632" y="110657"/>
                          <a:pt x="860020" y="109689"/>
                          <a:pt x="859375" y="108077"/>
                        </a:cubicBezTo>
                        <a:cubicBezTo>
                          <a:pt x="858730" y="106142"/>
                          <a:pt x="859697" y="103562"/>
                          <a:pt x="861632" y="102917"/>
                        </a:cubicBezTo>
                        <a:lnTo>
                          <a:pt x="863889" y="102272"/>
                        </a:lnTo>
                        <a:cubicBezTo>
                          <a:pt x="868404" y="100660"/>
                          <a:pt x="872918" y="99048"/>
                          <a:pt x="876788" y="97758"/>
                        </a:cubicBezTo>
                        <a:cubicBezTo>
                          <a:pt x="880335" y="96468"/>
                          <a:pt x="883882" y="95178"/>
                          <a:pt x="886784" y="94211"/>
                        </a:cubicBezTo>
                        <a:cubicBezTo>
                          <a:pt x="889042" y="93566"/>
                          <a:pt x="891299" y="94533"/>
                          <a:pt x="891944" y="96791"/>
                        </a:cubicBezTo>
                        <a:cubicBezTo>
                          <a:pt x="892589" y="99048"/>
                          <a:pt x="891621" y="101305"/>
                          <a:pt x="889364" y="101950"/>
                        </a:cubicBezTo>
                        <a:cubicBezTo>
                          <a:pt x="886140" y="102917"/>
                          <a:pt x="882915" y="104207"/>
                          <a:pt x="879368" y="105497"/>
                        </a:cubicBezTo>
                        <a:cubicBezTo>
                          <a:pt x="875498" y="106787"/>
                          <a:pt x="870984" y="108399"/>
                          <a:pt x="866469" y="110011"/>
                        </a:cubicBezTo>
                        <a:lnTo>
                          <a:pt x="864534" y="110657"/>
                        </a:lnTo>
                        <a:cubicBezTo>
                          <a:pt x="864212" y="110657"/>
                          <a:pt x="863889" y="110657"/>
                          <a:pt x="863245" y="110657"/>
                        </a:cubicBezTo>
                        <a:close/>
                        <a:moveTo>
                          <a:pt x="462421" y="105497"/>
                        </a:moveTo>
                        <a:cubicBezTo>
                          <a:pt x="462098" y="105497"/>
                          <a:pt x="461776" y="105497"/>
                          <a:pt x="461453" y="105497"/>
                        </a:cubicBezTo>
                        <a:cubicBezTo>
                          <a:pt x="459196" y="105175"/>
                          <a:pt x="457906" y="102917"/>
                          <a:pt x="458229" y="100660"/>
                        </a:cubicBezTo>
                        <a:cubicBezTo>
                          <a:pt x="459196" y="96145"/>
                          <a:pt x="461453" y="85827"/>
                          <a:pt x="474030" y="85827"/>
                        </a:cubicBezTo>
                        <a:cubicBezTo>
                          <a:pt x="476932" y="85827"/>
                          <a:pt x="479512" y="85504"/>
                          <a:pt x="481446" y="85182"/>
                        </a:cubicBezTo>
                        <a:cubicBezTo>
                          <a:pt x="483704" y="84859"/>
                          <a:pt x="485638" y="86149"/>
                          <a:pt x="486283" y="88406"/>
                        </a:cubicBezTo>
                        <a:cubicBezTo>
                          <a:pt x="486606" y="90664"/>
                          <a:pt x="485316" y="92599"/>
                          <a:pt x="483059" y="93243"/>
                        </a:cubicBezTo>
                        <a:cubicBezTo>
                          <a:pt x="480479" y="93888"/>
                          <a:pt x="477577" y="94211"/>
                          <a:pt x="474030" y="94211"/>
                        </a:cubicBezTo>
                        <a:cubicBezTo>
                          <a:pt x="469193" y="94211"/>
                          <a:pt x="467580" y="96145"/>
                          <a:pt x="466290" y="102595"/>
                        </a:cubicBezTo>
                        <a:cubicBezTo>
                          <a:pt x="465968" y="104207"/>
                          <a:pt x="464033" y="105497"/>
                          <a:pt x="462421" y="105497"/>
                        </a:cubicBezTo>
                        <a:close/>
                        <a:moveTo>
                          <a:pt x="150275" y="98403"/>
                        </a:moveTo>
                        <a:cubicBezTo>
                          <a:pt x="149630" y="98403"/>
                          <a:pt x="149308" y="98403"/>
                          <a:pt x="148663" y="98080"/>
                        </a:cubicBezTo>
                        <a:cubicBezTo>
                          <a:pt x="141891" y="95178"/>
                          <a:pt x="133829" y="92921"/>
                          <a:pt x="123833" y="90986"/>
                        </a:cubicBezTo>
                        <a:cubicBezTo>
                          <a:pt x="121576" y="90664"/>
                          <a:pt x="120286" y="88406"/>
                          <a:pt x="120608" y="86149"/>
                        </a:cubicBezTo>
                        <a:cubicBezTo>
                          <a:pt x="120931" y="83892"/>
                          <a:pt x="123188" y="82602"/>
                          <a:pt x="125445" y="82925"/>
                        </a:cubicBezTo>
                        <a:cubicBezTo>
                          <a:pt x="135764" y="84859"/>
                          <a:pt x="144793" y="87439"/>
                          <a:pt x="151887" y="90664"/>
                        </a:cubicBezTo>
                        <a:cubicBezTo>
                          <a:pt x="153822" y="91631"/>
                          <a:pt x="154790" y="93888"/>
                          <a:pt x="154145" y="95823"/>
                        </a:cubicBezTo>
                        <a:cubicBezTo>
                          <a:pt x="153177" y="97435"/>
                          <a:pt x="151565" y="98403"/>
                          <a:pt x="150275" y="98403"/>
                        </a:cubicBezTo>
                        <a:close/>
                        <a:moveTo>
                          <a:pt x="87717" y="85827"/>
                        </a:moveTo>
                        <a:cubicBezTo>
                          <a:pt x="87394" y="85827"/>
                          <a:pt x="87072" y="85827"/>
                          <a:pt x="86749" y="85827"/>
                        </a:cubicBezTo>
                        <a:cubicBezTo>
                          <a:pt x="78688" y="83892"/>
                          <a:pt x="69659" y="80990"/>
                          <a:pt x="60952" y="77120"/>
                        </a:cubicBezTo>
                        <a:cubicBezTo>
                          <a:pt x="59018" y="76153"/>
                          <a:pt x="58050" y="73896"/>
                          <a:pt x="59018" y="71961"/>
                        </a:cubicBezTo>
                        <a:cubicBezTo>
                          <a:pt x="59985" y="70026"/>
                          <a:pt x="62242" y="69059"/>
                          <a:pt x="64177" y="70026"/>
                        </a:cubicBezTo>
                        <a:cubicBezTo>
                          <a:pt x="72561" y="73896"/>
                          <a:pt x="81268" y="76475"/>
                          <a:pt x="88684" y="78410"/>
                        </a:cubicBezTo>
                        <a:cubicBezTo>
                          <a:pt x="90942" y="79055"/>
                          <a:pt x="92231" y="80990"/>
                          <a:pt x="91587" y="83247"/>
                        </a:cubicBezTo>
                        <a:cubicBezTo>
                          <a:pt x="91264" y="84537"/>
                          <a:pt x="89652" y="85827"/>
                          <a:pt x="87717" y="85827"/>
                        </a:cubicBezTo>
                        <a:close/>
                        <a:moveTo>
                          <a:pt x="517562" y="83892"/>
                        </a:moveTo>
                        <a:cubicBezTo>
                          <a:pt x="515950" y="83892"/>
                          <a:pt x="514660" y="82925"/>
                          <a:pt x="514015" y="81635"/>
                        </a:cubicBezTo>
                        <a:cubicBezTo>
                          <a:pt x="513048" y="79700"/>
                          <a:pt x="514015" y="77120"/>
                          <a:pt x="515950" y="76153"/>
                        </a:cubicBezTo>
                        <a:cubicBezTo>
                          <a:pt x="518530" y="74863"/>
                          <a:pt x="520142" y="72928"/>
                          <a:pt x="521754" y="70026"/>
                        </a:cubicBezTo>
                        <a:cubicBezTo>
                          <a:pt x="524334" y="66156"/>
                          <a:pt x="527559" y="60997"/>
                          <a:pt x="535943" y="58417"/>
                        </a:cubicBezTo>
                        <a:cubicBezTo>
                          <a:pt x="538200" y="57772"/>
                          <a:pt x="540457" y="59062"/>
                          <a:pt x="541102" y="60997"/>
                        </a:cubicBezTo>
                        <a:cubicBezTo>
                          <a:pt x="541747" y="63254"/>
                          <a:pt x="540457" y="65511"/>
                          <a:pt x="538522" y="66156"/>
                        </a:cubicBezTo>
                        <a:cubicBezTo>
                          <a:pt x="533041" y="67769"/>
                          <a:pt x="531106" y="70993"/>
                          <a:pt x="528849" y="74218"/>
                        </a:cubicBezTo>
                        <a:cubicBezTo>
                          <a:pt x="526914" y="77443"/>
                          <a:pt x="524657" y="80990"/>
                          <a:pt x="519820" y="83247"/>
                        </a:cubicBezTo>
                        <a:cubicBezTo>
                          <a:pt x="518852" y="83892"/>
                          <a:pt x="518207" y="83892"/>
                          <a:pt x="517562" y="83892"/>
                        </a:cubicBezTo>
                        <a:close/>
                        <a:moveTo>
                          <a:pt x="595599" y="79700"/>
                        </a:moveTo>
                        <a:cubicBezTo>
                          <a:pt x="594631" y="79700"/>
                          <a:pt x="593342" y="79377"/>
                          <a:pt x="592697" y="78410"/>
                        </a:cubicBezTo>
                        <a:cubicBezTo>
                          <a:pt x="591407" y="77120"/>
                          <a:pt x="590117" y="76153"/>
                          <a:pt x="588827" y="74863"/>
                        </a:cubicBezTo>
                        <a:cubicBezTo>
                          <a:pt x="583023" y="70026"/>
                          <a:pt x="577541" y="66801"/>
                          <a:pt x="572059" y="64867"/>
                        </a:cubicBezTo>
                        <a:cubicBezTo>
                          <a:pt x="569802" y="64222"/>
                          <a:pt x="568834" y="61964"/>
                          <a:pt x="569479" y="59707"/>
                        </a:cubicBezTo>
                        <a:cubicBezTo>
                          <a:pt x="570124" y="57450"/>
                          <a:pt x="572381" y="56482"/>
                          <a:pt x="574639" y="57127"/>
                        </a:cubicBezTo>
                        <a:cubicBezTo>
                          <a:pt x="581088" y="59385"/>
                          <a:pt x="587215" y="62932"/>
                          <a:pt x="593664" y="68414"/>
                        </a:cubicBezTo>
                        <a:cubicBezTo>
                          <a:pt x="595276" y="69703"/>
                          <a:pt x="596889" y="70993"/>
                          <a:pt x="598179" y="72606"/>
                        </a:cubicBezTo>
                        <a:cubicBezTo>
                          <a:pt x="599791" y="74218"/>
                          <a:pt x="599791" y="76798"/>
                          <a:pt x="598179" y="78410"/>
                        </a:cubicBezTo>
                        <a:cubicBezTo>
                          <a:pt x="597534" y="79377"/>
                          <a:pt x="596566" y="79700"/>
                          <a:pt x="595599" y="79700"/>
                        </a:cubicBezTo>
                        <a:close/>
                        <a:moveTo>
                          <a:pt x="45152" y="52613"/>
                        </a:moveTo>
                        <a:cubicBezTo>
                          <a:pt x="44507" y="52613"/>
                          <a:pt x="43862" y="52290"/>
                          <a:pt x="43217" y="51968"/>
                        </a:cubicBezTo>
                        <a:cubicBezTo>
                          <a:pt x="41282" y="51001"/>
                          <a:pt x="40637" y="48421"/>
                          <a:pt x="41604" y="46486"/>
                        </a:cubicBezTo>
                        <a:lnTo>
                          <a:pt x="41927" y="45841"/>
                        </a:lnTo>
                        <a:cubicBezTo>
                          <a:pt x="44184" y="41649"/>
                          <a:pt x="47086" y="36812"/>
                          <a:pt x="48376" y="30363"/>
                        </a:cubicBezTo>
                        <a:cubicBezTo>
                          <a:pt x="48699" y="28750"/>
                          <a:pt x="49021" y="27138"/>
                          <a:pt x="49021" y="25203"/>
                        </a:cubicBezTo>
                        <a:cubicBezTo>
                          <a:pt x="49021" y="24558"/>
                          <a:pt x="49021" y="23913"/>
                          <a:pt x="49021" y="23269"/>
                        </a:cubicBezTo>
                        <a:cubicBezTo>
                          <a:pt x="48699" y="21011"/>
                          <a:pt x="50633" y="19076"/>
                          <a:pt x="52891" y="19076"/>
                        </a:cubicBezTo>
                        <a:cubicBezTo>
                          <a:pt x="55148" y="19076"/>
                          <a:pt x="57083" y="20689"/>
                          <a:pt x="57083" y="22946"/>
                        </a:cubicBezTo>
                        <a:cubicBezTo>
                          <a:pt x="57083" y="23591"/>
                          <a:pt x="57083" y="24558"/>
                          <a:pt x="57083" y="25526"/>
                        </a:cubicBezTo>
                        <a:cubicBezTo>
                          <a:pt x="57083" y="27783"/>
                          <a:pt x="56760" y="30040"/>
                          <a:pt x="56438" y="31975"/>
                        </a:cubicBezTo>
                        <a:cubicBezTo>
                          <a:pt x="55148" y="39392"/>
                          <a:pt x="51923" y="45196"/>
                          <a:pt x="49344" y="49711"/>
                        </a:cubicBezTo>
                        <a:lnTo>
                          <a:pt x="49021" y="50356"/>
                        </a:lnTo>
                        <a:cubicBezTo>
                          <a:pt x="48054" y="51968"/>
                          <a:pt x="46441" y="52613"/>
                          <a:pt x="45152" y="52613"/>
                        </a:cubicBezTo>
                        <a:close/>
                        <a:moveTo>
                          <a:pt x="4198" y="20366"/>
                        </a:moveTo>
                        <a:cubicBezTo>
                          <a:pt x="2586" y="20366"/>
                          <a:pt x="974" y="19399"/>
                          <a:pt x="329" y="17787"/>
                        </a:cubicBezTo>
                        <a:cubicBezTo>
                          <a:pt x="-638" y="15852"/>
                          <a:pt x="651" y="13272"/>
                          <a:pt x="2586" y="12627"/>
                        </a:cubicBezTo>
                        <a:cubicBezTo>
                          <a:pt x="7101" y="11015"/>
                          <a:pt x="10970" y="8435"/>
                          <a:pt x="15162" y="6178"/>
                        </a:cubicBezTo>
                        <a:cubicBezTo>
                          <a:pt x="18709" y="4243"/>
                          <a:pt x="22257" y="1986"/>
                          <a:pt x="26126" y="374"/>
                        </a:cubicBezTo>
                        <a:cubicBezTo>
                          <a:pt x="28061" y="-594"/>
                          <a:pt x="30641" y="374"/>
                          <a:pt x="31286" y="2631"/>
                        </a:cubicBezTo>
                        <a:cubicBezTo>
                          <a:pt x="32253" y="4566"/>
                          <a:pt x="31286" y="7145"/>
                          <a:pt x="29028" y="7790"/>
                        </a:cubicBezTo>
                        <a:cubicBezTo>
                          <a:pt x="25804" y="9080"/>
                          <a:pt x="22579" y="11015"/>
                          <a:pt x="19032" y="12950"/>
                        </a:cubicBezTo>
                        <a:cubicBezTo>
                          <a:pt x="14840" y="15529"/>
                          <a:pt x="10325" y="18109"/>
                          <a:pt x="5488" y="20044"/>
                        </a:cubicBezTo>
                        <a:cubicBezTo>
                          <a:pt x="5166" y="20044"/>
                          <a:pt x="4521" y="20366"/>
                          <a:pt x="4198" y="20366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5" name="Freeform: Shape 224">
                    <a:extLst>
                      <a:ext uri="{FF2B5EF4-FFF2-40B4-BE49-F238E27FC236}">
                        <a16:creationId xmlns:a16="http://schemas.microsoft.com/office/drawing/2014/main" id="{4623DDAE-617C-7D0E-FBEB-D1223F2FEE81}"/>
                      </a:ext>
                    </a:extLst>
                  </p:cNvPr>
                  <p:cNvSpPr/>
                  <p:nvPr/>
                </p:nvSpPr>
                <p:spPr>
                  <a:xfrm>
                    <a:off x="6008529" y="3754905"/>
                    <a:ext cx="32246" cy="32246"/>
                  </a:xfrm>
                  <a:custGeom>
                    <a:avLst/>
                    <a:gdLst>
                      <a:gd name="connsiteX0" fmla="*/ 19999 w 0"/>
                      <a:gd name="connsiteY0" fmla="*/ 20557 h 0"/>
                      <a:gd name="connsiteX1" fmla="*/ 10648 w 0"/>
                      <a:gd name="connsiteY1" fmla="*/ 18300 h 0"/>
                      <a:gd name="connsiteX2" fmla="*/ 2586 w 0"/>
                      <a:gd name="connsiteY2" fmla="*/ 15720 h 0"/>
                      <a:gd name="connsiteX3" fmla="*/ 5811 w 0"/>
                      <a:gd name="connsiteY3" fmla="*/ 11206 h 0"/>
                      <a:gd name="connsiteX4" fmla="*/ 6456 w 0"/>
                      <a:gd name="connsiteY4" fmla="*/ 10561 h 0"/>
                      <a:gd name="connsiteX5" fmla="*/ 5488 w 0"/>
                      <a:gd name="connsiteY5" fmla="*/ 9916 h 0"/>
                      <a:gd name="connsiteX6" fmla="*/ 329 w 0"/>
                      <a:gd name="connsiteY6" fmla="*/ 5401 h 0"/>
                      <a:gd name="connsiteX7" fmla="*/ 2586 w 0"/>
                      <a:gd name="connsiteY7" fmla="*/ 242 h 0"/>
                      <a:gd name="connsiteX8" fmla="*/ 7746 w 0"/>
                      <a:gd name="connsiteY8" fmla="*/ 2177 h 0"/>
                      <a:gd name="connsiteX9" fmla="*/ 9036 w 0"/>
                      <a:gd name="connsiteY9" fmla="*/ 2821 h 0"/>
                      <a:gd name="connsiteX10" fmla="*/ 14517 w 0"/>
                      <a:gd name="connsiteY10" fmla="*/ 8626 h 0"/>
                      <a:gd name="connsiteX11" fmla="*/ 14517 w 0"/>
                      <a:gd name="connsiteY11" fmla="*/ 11528 h 0"/>
                      <a:gd name="connsiteX12" fmla="*/ 19999 w 0"/>
                      <a:gd name="connsiteY12" fmla="*/ 12818 h 0"/>
                      <a:gd name="connsiteX13" fmla="*/ 25481 w 0"/>
                      <a:gd name="connsiteY13" fmla="*/ 14430 h 0"/>
                      <a:gd name="connsiteX14" fmla="*/ 23869 w 0"/>
                      <a:gd name="connsiteY14" fmla="*/ 19912 h 0"/>
                      <a:gd name="connsiteX15" fmla="*/ 19999 w 0"/>
                      <a:gd name="connsiteY15" fmla="*/ 20557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>
                        <a:moveTo>
                          <a:pt x="19999" y="20557"/>
                        </a:moveTo>
                        <a:cubicBezTo>
                          <a:pt x="17420" y="20557"/>
                          <a:pt x="14517" y="19590"/>
                          <a:pt x="10648" y="18300"/>
                        </a:cubicBezTo>
                        <a:lnTo>
                          <a:pt x="2586" y="15720"/>
                        </a:lnTo>
                        <a:lnTo>
                          <a:pt x="5811" y="11206"/>
                        </a:lnTo>
                        <a:cubicBezTo>
                          <a:pt x="6133" y="10883"/>
                          <a:pt x="6133" y="10561"/>
                          <a:pt x="6456" y="10561"/>
                        </a:cubicBezTo>
                        <a:cubicBezTo>
                          <a:pt x="6133" y="10238"/>
                          <a:pt x="5811" y="10238"/>
                          <a:pt x="5488" y="9916"/>
                        </a:cubicBezTo>
                        <a:cubicBezTo>
                          <a:pt x="3876" y="8948"/>
                          <a:pt x="1296" y="7981"/>
                          <a:pt x="329" y="5401"/>
                        </a:cubicBezTo>
                        <a:cubicBezTo>
                          <a:pt x="-639" y="3467"/>
                          <a:pt x="651" y="887"/>
                          <a:pt x="2586" y="242"/>
                        </a:cubicBezTo>
                        <a:cubicBezTo>
                          <a:pt x="4521" y="-403"/>
                          <a:pt x="6778" y="242"/>
                          <a:pt x="7746" y="2177"/>
                        </a:cubicBezTo>
                        <a:cubicBezTo>
                          <a:pt x="8068" y="2499"/>
                          <a:pt x="8713" y="2821"/>
                          <a:pt x="9036" y="2821"/>
                        </a:cubicBezTo>
                        <a:cubicBezTo>
                          <a:pt x="10970" y="3789"/>
                          <a:pt x="13873" y="5401"/>
                          <a:pt x="14517" y="8626"/>
                        </a:cubicBezTo>
                        <a:cubicBezTo>
                          <a:pt x="14840" y="9593"/>
                          <a:pt x="14840" y="10561"/>
                          <a:pt x="14517" y="11528"/>
                        </a:cubicBezTo>
                        <a:cubicBezTo>
                          <a:pt x="17097" y="12495"/>
                          <a:pt x="19354" y="13140"/>
                          <a:pt x="19999" y="12818"/>
                        </a:cubicBezTo>
                        <a:cubicBezTo>
                          <a:pt x="21934" y="11851"/>
                          <a:pt x="24191" y="12495"/>
                          <a:pt x="25481" y="14430"/>
                        </a:cubicBezTo>
                        <a:cubicBezTo>
                          <a:pt x="26449" y="16365"/>
                          <a:pt x="25804" y="18945"/>
                          <a:pt x="23869" y="19912"/>
                        </a:cubicBezTo>
                        <a:cubicBezTo>
                          <a:pt x="22579" y="20235"/>
                          <a:pt x="21289" y="20557"/>
                          <a:pt x="19999" y="20557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6" name="Freeform: Shape 225">
                    <a:extLst>
                      <a:ext uri="{FF2B5EF4-FFF2-40B4-BE49-F238E27FC236}">
                        <a16:creationId xmlns:a16="http://schemas.microsoft.com/office/drawing/2014/main" id="{E9804A0E-3887-1DCA-1740-1F52BE20A88E}"/>
                      </a:ext>
                    </a:extLst>
                  </p:cNvPr>
                  <p:cNvSpPr/>
                  <p:nvPr/>
                </p:nvSpPr>
                <p:spPr>
                  <a:xfrm>
                    <a:off x="6043039" y="3250463"/>
                    <a:ext cx="322465" cy="483697"/>
                  </a:xfrm>
                  <a:custGeom>
                    <a:avLst/>
                    <a:gdLst>
                      <a:gd name="connsiteX0" fmla="*/ 4192 w 322464"/>
                      <a:gd name="connsiteY0" fmla="*/ 490173 h 483697"/>
                      <a:gd name="connsiteX1" fmla="*/ 3870 w 322464"/>
                      <a:gd name="connsiteY1" fmla="*/ 490173 h 483697"/>
                      <a:gd name="connsiteX2" fmla="*/ 323 w 322464"/>
                      <a:gd name="connsiteY2" fmla="*/ 485658 h 483697"/>
                      <a:gd name="connsiteX3" fmla="*/ 645 w 322464"/>
                      <a:gd name="connsiteY3" fmla="*/ 475984 h 483697"/>
                      <a:gd name="connsiteX4" fmla="*/ 323 w 322464"/>
                      <a:gd name="connsiteY4" fmla="*/ 464698 h 483697"/>
                      <a:gd name="connsiteX5" fmla="*/ 0 w 322464"/>
                      <a:gd name="connsiteY5" fmla="*/ 458571 h 483697"/>
                      <a:gd name="connsiteX6" fmla="*/ 3870 w 322464"/>
                      <a:gd name="connsiteY6" fmla="*/ 454379 h 483697"/>
                      <a:gd name="connsiteX7" fmla="*/ 8062 w 322464"/>
                      <a:gd name="connsiteY7" fmla="*/ 458249 h 483697"/>
                      <a:gd name="connsiteX8" fmla="*/ 8384 w 322464"/>
                      <a:gd name="connsiteY8" fmla="*/ 464376 h 483697"/>
                      <a:gd name="connsiteX9" fmla="*/ 8706 w 322464"/>
                      <a:gd name="connsiteY9" fmla="*/ 475984 h 483697"/>
                      <a:gd name="connsiteX10" fmla="*/ 8062 w 322464"/>
                      <a:gd name="connsiteY10" fmla="*/ 486626 h 483697"/>
                      <a:gd name="connsiteX11" fmla="*/ 4192 w 322464"/>
                      <a:gd name="connsiteY11" fmla="*/ 490173 h 483697"/>
                      <a:gd name="connsiteX12" fmla="*/ 11931 w 322464"/>
                      <a:gd name="connsiteY12" fmla="*/ 426002 h 483697"/>
                      <a:gd name="connsiteX13" fmla="*/ 9352 w 322464"/>
                      <a:gd name="connsiteY13" fmla="*/ 425035 h 483697"/>
                      <a:gd name="connsiteX14" fmla="*/ 9029 w 322464"/>
                      <a:gd name="connsiteY14" fmla="*/ 419231 h 483697"/>
                      <a:gd name="connsiteX15" fmla="*/ 19348 w 322464"/>
                      <a:gd name="connsiteY15" fmla="*/ 410524 h 483697"/>
                      <a:gd name="connsiteX16" fmla="*/ 27732 w 322464"/>
                      <a:gd name="connsiteY16" fmla="*/ 401495 h 483697"/>
                      <a:gd name="connsiteX17" fmla="*/ 32891 w 322464"/>
                      <a:gd name="connsiteY17" fmla="*/ 398915 h 483697"/>
                      <a:gd name="connsiteX18" fmla="*/ 35471 w 322464"/>
                      <a:gd name="connsiteY18" fmla="*/ 404075 h 483697"/>
                      <a:gd name="connsiteX19" fmla="*/ 23862 w 322464"/>
                      <a:gd name="connsiteY19" fmla="*/ 417296 h 483697"/>
                      <a:gd name="connsiteX20" fmla="*/ 15478 w 322464"/>
                      <a:gd name="connsiteY20" fmla="*/ 424390 h 483697"/>
                      <a:gd name="connsiteX21" fmla="*/ 11931 w 322464"/>
                      <a:gd name="connsiteY21" fmla="*/ 426002 h 483697"/>
                      <a:gd name="connsiteX22" fmla="*/ 33859 w 322464"/>
                      <a:gd name="connsiteY22" fmla="*/ 368926 h 483697"/>
                      <a:gd name="connsiteX23" fmla="*/ 31924 w 322464"/>
                      <a:gd name="connsiteY23" fmla="*/ 368604 h 483697"/>
                      <a:gd name="connsiteX24" fmla="*/ 30312 w 322464"/>
                      <a:gd name="connsiteY24" fmla="*/ 363122 h 483697"/>
                      <a:gd name="connsiteX25" fmla="*/ 37406 w 322464"/>
                      <a:gd name="connsiteY25" fmla="*/ 356350 h 483697"/>
                      <a:gd name="connsiteX26" fmla="*/ 45790 w 322464"/>
                      <a:gd name="connsiteY26" fmla="*/ 343451 h 483697"/>
                      <a:gd name="connsiteX27" fmla="*/ 45790 w 322464"/>
                      <a:gd name="connsiteY27" fmla="*/ 342806 h 483697"/>
                      <a:gd name="connsiteX28" fmla="*/ 50627 w 322464"/>
                      <a:gd name="connsiteY28" fmla="*/ 339904 h 483697"/>
                      <a:gd name="connsiteX29" fmla="*/ 53529 w 322464"/>
                      <a:gd name="connsiteY29" fmla="*/ 344741 h 483697"/>
                      <a:gd name="connsiteX30" fmla="*/ 41275 w 322464"/>
                      <a:gd name="connsiteY30" fmla="*/ 363122 h 483697"/>
                      <a:gd name="connsiteX31" fmla="*/ 37406 w 322464"/>
                      <a:gd name="connsiteY31" fmla="*/ 366669 h 483697"/>
                      <a:gd name="connsiteX32" fmla="*/ 33859 w 322464"/>
                      <a:gd name="connsiteY32" fmla="*/ 368926 h 483697"/>
                      <a:gd name="connsiteX33" fmla="*/ 72555 w 322464"/>
                      <a:gd name="connsiteY33" fmla="*/ 318299 h 483697"/>
                      <a:gd name="connsiteX34" fmla="*/ 69652 w 322464"/>
                      <a:gd name="connsiteY34" fmla="*/ 317009 h 483697"/>
                      <a:gd name="connsiteX35" fmla="*/ 69975 w 322464"/>
                      <a:gd name="connsiteY35" fmla="*/ 311205 h 483697"/>
                      <a:gd name="connsiteX36" fmla="*/ 70297 w 322464"/>
                      <a:gd name="connsiteY36" fmla="*/ 310882 h 483697"/>
                      <a:gd name="connsiteX37" fmla="*/ 82229 w 322464"/>
                      <a:gd name="connsiteY37" fmla="*/ 292824 h 483697"/>
                      <a:gd name="connsiteX38" fmla="*/ 83518 w 322464"/>
                      <a:gd name="connsiteY38" fmla="*/ 289600 h 483697"/>
                      <a:gd name="connsiteX39" fmla="*/ 88678 w 322464"/>
                      <a:gd name="connsiteY39" fmla="*/ 287342 h 483697"/>
                      <a:gd name="connsiteX40" fmla="*/ 90935 w 322464"/>
                      <a:gd name="connsiteY40" fmla="*/ 292502 h 483697"/>
                      <a:gd name="connsiteX41" fmla="*/ 89645 w 322464"/>
                      <a:gd name="connsiteY41" fmla="*/ 295404 h 483697"/>
                      <a:gd name="connsiteX42" fmla="*/ 75779 w 322464"/>
                      <a:gd name="connsiteY42" fmla="*/ 316364 h 483697"/>
                      <a:gd name="connsiteX43" fmla="*/ 75134 w 322464"/>
                      <a:gd name="connsiteY43" fmla="*/ 316687 h 483697"/>
                      <a:gd name="connsiteX44" fmla="*/ 72555 w 322464"/>
                      <a:gd name="connsiteY44" fmla="*/ 318299 h 483697"/>
                      <a:gd name="connsiteX45" fmla="*/ 125116 w 322464"/>
                      <a:gd name="connsiteY45" fmla="*/ 283795 h 483697"/>
                      <a:gd name="connsiteX46" fmla="*/ 119957 w 322464"/>
                      <a:gd name="connsiteY46" fmla="*/ 283473 h 483697"/>
                      <a:gd name="connsiteX47" fmla="*/ 116410 w 322464"/>
                      <a:gd name="connsiteY47" fmla="*/ 278958 h 483697"/>
                      <a:gd name="connsiteX48" fmla="*/ 120924 w 322464"/>
                      <a:gd name="connsiteY48" fmla="*/ 275411 h 483697"/>
                      <a:gd name="connsiteX49" fmla="*/ 125116 w 322464"/>
                      <a:gd name="connsiteY49" fmla="*/ 275734 h 483697"/>
                      <a:gd name="connsiteX50" fmla="*/ 144787 w 322464"/>
                      <a:gd name="connsiteY50" fmla="*/ 268640 h 483697"/>
                      <a:gd name="connsiteX51" fmla="*/ 150268 w 322464"/>
                      <a:gd name="connsiteY51" fmla="*/ 270574 h 483697"/>
                      <a:gd name="connsiteX52" fmla="*/ 148334 w 322464"/>
                      <a:gd name="connsiteY52" fmla="*/ 276056 h 483697"/>
                      <a:gd name="connsiteX53" fmla="*/ 125116 w 322464"/>
                      <a:gd name="connsiteY53" fmla="*/ 283795 h 483697"/>
                      <a:gd name="connsiteX54" fmla="*/ 179290 w 322464"/>
                      <a:gd name="connsiteY54" fmla="*/ 256386 h 483697"/>
                      <a:gd name="connsiteX55" fmla="*/ 176388 w 322464"/>
                      <a:gd name="connsiteY55" fmla="*/ 255096 h 483697"/>
                      <a:gd name="connsiteX56" fmla="*/ 176711 w 322464"/>
                      <a:gd name="connsiteY56" fmla="*/ 249291 h 483697"/>
                      <a:gd name="connsiteX57" fmla="*/ 178000 w 322464"/>
                      <a:gd name="connsiteY57" fmla="*/ 246712 h 483697"/>
                      <a:gd name="connsiteX58" fmla="*/ 181870 w 322464"/>
                      <a:gd name="connsiteY58" fmla="*/ 237038 h 483697"/>
                      <a:gd name="connsiteX59" fmla="*/ 185095 w 322464"/>
                      <a:gd name="connsiteY59" fmla="*/ 226719 h 483697"/>
                      <a:gd name="connsiteX60" fmla="*/ 189609 w 322464"/>
                      <a:gd name="connsiteY60" fmla="*/ 223172 h 483697"/>
                      <a:gd name="connsiteX61" fmla="*/ 193156 w 322464"/>
                      <a:gd name="connsiteY61" fmla="*/ 227686 h 483697"/>
                      <a:gd name="connsiteX62" fmla="*/ 188319 w 322464"/>
                      <a:gd name="connsiteY62" fmla="*/ 241875 h 483697"/>
                      <a:gd name="connsiteX63" fmla="*/ 186062 w 322464"/>
                      <a:gd name="connsiteY63" fmla="*/ 247357 h 483697"/>
                      <a:gd name="connsiteX64" fmla="*/ 182193 w 322464"/>
                      <a:gd name="connsiteY64" fmla="*/ 255096 h 483697"/>
                      <a:gd name="connsiteX65" fmla="*/ 179290 w 322464"/>
                      <a:gd name="connsiteY65" fmla="*/ 256386 h 483697"/>
                      <a:gd name="connsiteX66" fmla="*/ 204120 w 322464"/>
                      <a:gd name="connsiteY66" fmla="*/ 196730 h 483697"/>
                      <a:gd name="connsiteX67" fmla="*/ 201218 w 322464"/>
                      <a:gd name="connsiteY67" fmla="*/ 195440 h 483697"/>
                      <a:gd name="connsiteX68" fmla="*/ 201218 w 322464"/>
                      <a:gd name="connsiteY68" fmla="*/ 189635 h 483697"/>
                      <a:gd name="connsiteX69" fmla="*/ 210569 w 322464"/>
                      <a:gd name="connsiteY69" fmla="*/ 184154 h 483697"/>
                      <a:gd name="connsiteX70" fmla="*/ 218631 w 322464"/>
                      <a:gd name="connsiteY70" fmla="*/ 180284 h 483697"/>
                      <a:gd name="connsiteX71" fmla="*/ 224758 w 322464"/>
                      <a:gd name="connsiteY71" fmla="*/ 176415 h 483697"/>
                      <a:gd name="connsiteX72" fmla="*/ 225725 w 322464"/>
                      <a:gd name="connsiteY72" fmla="*/ 175769 h 483697"/>
                      <a:gd name="connsiteX73" fmla="*/ 231207 w 322464"/>
                      <a:gd name="connsiteY73" fmla="*/ 177059 h 483697"/>
                      <a:gd name="connsiteX74" fmla="*/ 229917 w 322464"/>
                      <a:gd name="connsiteY74" fmla="*/ 182541 h 483697"/>
                      <a:gd name="connsiteX75" fmla="*/ 228950 w 322464"/>
                      <a:gd name="connsiteY75" fmla="*/ 183186 h 483697"/>
                      <a:gd name="connsiteX76" fmla="*/ 223146 w 322464"/>
                      <a:gd name="connsiteY76" fmla="*/ 186733 h 483697"/>
                      <a:gd name="connsiteX77" fmla="*/ 212827 w 322464"/>
                      <a:gd name="connsiteY77" fmla="*/ 191570 h 483697"/>
                      <a:gd name="connsiteX78" fmla="*/ 207022 w 322464"/>
                      <a:gd name="connsiteY78" fmla="*/ 195117 h 483697"/>
                      <a:gd name="connsiteX79" fmla="*/ 204120 w 322464"/>
                      <a:gd name="connsiteY79" fmla="*/ 196730 h 483697"/>
                      <a:gd name="connsiteX80" fmla="*/ 252167 w 322464"/>
                      <a:gd name="connsiteY80" fmla="*/ 156422 h 483697"/>
                      <a:gd name="connsiteX81" fmla="*/ 248298 w 322464"/>
                      <a:gd name="connsiteY81" fmla="*/ 153842 h 483697"/>
                      <a:gd name="connsiteX82" fmla="*/ 248943 w 322464"/>
                      <a:gd name="connsiteY82" fmla="*/ 149650 h 483697"/>
                      <a:gd name="connsiteX83" fmla="*/ 248943 w 322464"/>
                      <a:gd name="connsiteY83" fmla="*/ 148683 h 483697"/>
                      <a:gd name="connsiteX84" fmla="*/ 253780 w 322464"/>
                      <a:gd name="connsiteY84" fmla="*/ 138686 h 483697"/>
                      <a:gd name="connsiteX85" fmla="*/ 256359 w 322464"/>
                      <a:gd name="connsiteY85" fmla="*/ 132559 h 483697"/>
                      <a:gd name="connsiteX86" fmla="*/ 256359 w 322464"/>
                      <a:gd name="connsiteY86" fmla="*/ 127400 h 483697"/>
                      <a:gd name="connsiteX87" fmla="*/ 260229 w 322464"/>
                      <a:gd name="connsiteY87" fmla="*/ 123208 h 483697"/>
                      <a:gd name="connsiteX88" fmla="*/ 264421 w 322464"/>
                      <a:gd name="connsiteY88" fmla="*/ 127077 h 483697"/>
                      <a:gd name="connsiteX89" fmla="*/ 264421 w 322464"/>
                      <a:gd name="connsiteY89" fmla="*/ 132559 h 483697"/>
                      <a:gd name="connsiteX90" fmla="*/ 258939 w 322464"/>
                      <a:gd name="connsiteY90" fmla="*/ 145135 h 483697"/>
                      <a:gd name="connsiteX91" fmla="*/ 257327 w 322464"/>
                      <a:gd name="connsiteY91" fmla="*/ 148683 h 483697"/>
                      <a:gd name="connsiteX92" fmla="*/ 254102 w 322464"/>
                      <a:gd name="connsiteY92" fmla="*/ 155777 h 483697"/>
                      <a:gd name="connsiteX93" fmla="*/ 252167 w 322464"/>
                      <a:gd name="connsiteY93" fmla="*/ 156422 h 483697"/>
                      <a:gd name="connsiteX94" fmla="*/ 233142 w 322464"/>
                      <a:gd name="connsiteY94" fmla="*/ 108374 h 483697"/>
                      <a:gd name="connsiteX95" fmla="*/ 231530 w 322464"/>
                      <a:gd name="connsiteY95" fmla="*/ 108052 h 483697"/>
                      <a:gd name="connsiteX96" fmla="*/ 222501 w 322464"/>
                      <a:gd name="connsiteY96" fmla="*/ 96121 h 483697"/>
                      <a:gd name="connsiteX97" fmla="*/ 216696 w 322464"/>
                      <a:gd name="connsiteY97" fmla="*/ 91284 h 483697"/>
                      <a:gd name="connsiteX98" fmla="*/ 214117 w 322464"/>
                      <a:gd name="connsiteY98" fmla="*/ 90961 h 483697"/>
                      <a:gd name="connsiteX99" fmla="*/ 210569 w 322464"/>
                      <a:gd name="connsiteY99" fmla="*/ 86447 h 483697"/>
                      <a:gd name="connsiteX100" fmla="*/ 215084 w 322464"/>
                      <a:gd name="connsiteY100" fmla="*/ 82900 h 483697"/>
                      <a:gd name="connsiteX101" fmla="*/ 217019 w 322464"/>
                      <a:gd name="connsiteY101" fmla="*/ 83222 h 483697"/>
                      <a:gd name="connsiteX102" fmla="*/ 229595 w 322464"/>
                      <a:gd name="connsiteY102" fmla="*/ 92896 h 483697"/>
                      <a:gd name="connsiteX103" fmla="*/ 234432 w 322464"/>
                      <a:gd name="connsiteY103" fmla="*/ 100635 h 483697"/>
                      <a:gd name="connsiteX104" fmla="*/ 236689 w 322464"/>
                      <a:gd name="connsiteY104" fmla="*/ 105795 h 483697"/>
                      <a:gd name="connsiteX105" fmla="*/ 233142 w 322464"/>
                      <a:gd name="connsiteY105" fmla="*/ 108374 h 483697"/>
                      <a:gd name="connsiteX106" fmla="*/ 173164 w 322464"/>
                      <a:gd name="connsiteY106" fmla="*/ 91284 h 483697"/>
                      <a:gd name="connsiteX107" fmla="*/ 156073 w 322464"/>
                      <a:gd name="connsiteY107" fmla="*/ 75161 h 483697"/>
                      <a:gd name="connsiteX108" fmla="*/ 159298 w 322464"/>
                      <a:gd name="connsiteY108" fmla="*/ 70324 h 483697"/>
                      <a:gd name="connsiteX109" fmla="*/ 164134 w 322464"/>
                      <a:gd name="connsiteY109" fmla="*/ 73548 h 483697"/>
                      <a:gd name="connsiteX110" fmla="*/ 173164 w 322464"/>
                      <a:gd name="connsiteY110" fmla="*/ 83222 h 483697"/>
                      <a:gd name="connsiteX111" fmla="*/ 179613 w 322464"/>
                      <a:gd name="connsiteY111" fmla="*/ 82577 h 483697"/>
                      <a:gd name="connsiteX112" fmla="*/ 184127 w 322464"/>
                      <a:gd name="connsiteY112" fmla="*/ 86124 h 483697"/>
                      <a:gd name="connsiteX113" fmla="*/ 180580 w 322464"/>
                      <a:gd name="connsiteY113" fmla="*/ 90639 h 483697"/>
                      <a:gd name="connsiteX114" fmla="*/ 173164 w 322464"/>
                      <a:gd name="connsiteY114" fmla="*/ 91284 h 483697"/>
                      <a:gd name="connsiteX115" fmla="*/ 171551 w 322464"/>
                      <a:gd name="connsiteY115" fmla="*/ 43881 h 483697"/>
                      <a:gd name="connsiteX116" fmla="*/ 167682 w 322464"/>
                      <a:gd name="connsiteY116" fmla="*/ 40979 h 483697"/>
                      <a:gd name="connsiteX117" fmla="*/ 158008 w 322464"/>
                      <a:gd name="connsiteY117" fmla="*/ 26146 h 483697"/>
                      <a:gd name="connsiteX118" fmla="*/ 152848 w 322464"/>
                      <a:gd name="connsiteY118" fmla="*/ 19374 h 483697"/>
                      <a:gd name="connsiteX119" fmla="*/ 153816 w 322464"/>
                      <a:gd name="connsiteY119" fmla="*/ 13892 h 483697"/>
                      <a:gd name="connsiteX120" fmla="*/ 159298 w 322464"/>
                      <a:gd name="connsiteY120" fmla="*/ 14860 h 483697"/>
                      <a:gd name="connsiteX121" fmla="*/ 164134 w 322464"/>
                      <a:gd name="connsiteY121" fmla="*/ 20986 h 483697"/>
                      <a:gd name="connsiteX122" fmla="*/ 175098 w 322464"/>
                      <a:gd name="connsiteY122" fmla="*/ 38722 h 483697"/>
                      <a:gd name="connsiteX123" fmla="*/ 172196 w 322464"/>
                      <a:gd name="connsiteY123" fmla="*/ 43559 h 483697"/>
                      <a:gd name="connsiteX124" fmla="*/ 171551 w 322464"/>
                      <a:gd name="connsiteY124" fmla="*/ 43881 h 483697"/>
                      <a:gd name="connsiteX125" fmla="*/ 311823 w 322464"/>
                      <a:gd name="connsiteY125" fmla="*/ 25501 h 483697"/>
                      <a:gd name="connsiteX126" fmla="*/ 303117 w 322464"/>
                      <a:gd name="connsiteY126" fmla="*/ 25178 h 483697"/>
                      <a:gd name="connsiteX127" fmla="*/ 299247 w 322464"/>
                      <a:gd name="connsiteY127" fmla="*/ 20986 h 483697"/>
                      <a:gd name="connsiteX128" fmla="*/ 303439 w 322464"/>
                      <a:gd name="connsiteY128" fmla="*/ 17117 h 483697"/>
                      <a:gd name="connsiteX129" fmla="*/ 311501 w 322464"/>
                      <a:gd name="connsiteY129" fmla="*/ 17439 h 483697"/>
                      <a:gd name="connsiteX130" fmla="*/ 327947 w 322464"/>
                      <a:gd name="connsiteY130" fmla="*/ 13892 h 483697"/>
                      <a:gd name="connsiteX131" fmla="*/ 333428 w 322464"/>
                      <a:gd name="connsiteY131" fmla="*/ 15504 h 483697"/>
                      <a:gd name="connsiteX132" fmla="*/ 331816 w 322464"/>
                      <a:gd name="connsiteY132" fmla="*/ 20986 h 483697"/>
                      <a:gd name="connsiteX133" fmla="*/ 311823 w 322464"/>
                      <a:gd name="connsiteY133" fmla="*/ 25501 h 483697"/>
                      <a:gd name="connsiteX134" fmla="*/ 237334 w 322464"/>
                      <a:gd name="connsiteY134" fmla="*/ 25501 h 483697"/>
                      <a:gd name="connsiteX135" fmla="*/ 233464 w 322464"/>
                      <a:gd name="connsiteY135" fmla="*/ 21631 h 483697"/>
                      <a:gd name="connsiteX136" fmla="*/ 237334 w 322464"/>
                      <a:gd name="connsiteY136" fmla="*/ 17439 h 483697"/>
                      <a:gd name="connsiteX137" fmla="*/ 246040 w 322464"/>
                      <a:gd name="connsiteY137" fmla="*/ 16794 h 483697"/>
                      <a:gd name="connsiteX138" fmla="*/ 264743 w 322464"/>
                      <a:gd name="connsiteY138" fmla="*/ 15827 h 483697"/>
                      <a:gd name="connsiteX139" fmla="*/ 268935 w 322464"/>
                      <a:gd name="connsiteY139" fmla="*/ 19697 h 483697"/>
                      <a:gd name="connsiteX140" fmla="*/ 265066 w 322464"/>
                      <a:gd name="connsiteY140" fmla="*/ 23889 h 483697"/>
                      <a:gd name="connsiteX141" fmla="*/ 246363 w 322464"/>
                      <a:gd name="connsiteY141" fmla="*/ 24856 h 483697"/>
                      <a:gd name="connsiteX142" fmla="*/ 237334 w 322464"/>
                      <a:gd name="connsiteY142" fmla="*/ 25501 h 483697"/>
                      <a:gd name="connsiteX143" fmla="*/ 237334 w 322464"/>
                      <a:gd name="connsiteY143" fmla="*/ 25501 h 483697"/>
                      <a:gd name="connsiteX144" fmla="*/ 199283 w 322464"/>
                      <a:gd name="connsiteY144" fmla="*/ 24534 h 483697"/>
                      <a:gd name="connsiteX145" fmla="*/ 197348 w 322464"/>
                      <a:gd name="connsiteY145" fmla="*/ 24211 h 483697"/>
                      <a:gd name="connsiteX146" fmla="*/ 185740 w 322464"/>
                      <a:gd name="connsiteY146" fmla="*/ 15504 h 483697"/>
                      <a:gd name="connsiteX147" fmla="*/ 175421 w 322464"/>
                      <a:gd name="connsiteY147" fmla="*/ 7443 h 483697"/>
                      <a:gd name="connsiteX148" fmla="*/ 174131 w 322464"/>
                      <a:gd name="connsiteY148" fmla="*/ 1961 h 483697"/>
                      <a:gd name="connsiteX149" fmla="*/ 179613 w 322464"/>
                      <a:gd name="connsiteY149" fmla="*/ 671 h 483697"/>
                      <a:gd name="connsiteX150" fmla="*/ 191222 w 322464"/>
                      <a:gd name="connsiteY150" fmla="*/ 9378 h 483697"/>
                      <a:gd name="connsiteX151" fmla="*/ 201540 w 322464"/>
                      <a:gd name="connsiteY151" fmla="*/ 17117 h 483697"/>
                      <a:gd name="connsiteX152" fmla="*/ 203153 w 322464"/>
                      <a:gd name="connsiteY152" fmla="*/ 22599 h 483697"/>
                      <a:gd name="connsiteX153" fmla="*/ 199283 w 322464"/>
                      <a:gd name="connsiteY153" fmla="*/ 24534 h 4836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</a:cxnLst>
                    <a:rect l="l" t="t" r="r" b="b"/>
                    <a:pathLst>
                      <a:path w="322464" h="483697">
                        <a:moveTo>
                          <a:pt x="4192" y="490173"/>
                        </a:moveTo>
                        <a:cubicBezTo>
                          <a:pt x="4192" y="490173"/>
                          <a:pt x="3870" y="490173"/>
                          <a:pt x="3870" y="490173"/>
                        </a:cubicBezTo>
                        <a:cubicBezTo>
                          <a:pt x="1612" y="489850"/>
                          <a:pt x="0" y="487915"/>
                          <a:pt x="323" y="485658"/>
                        </a:cubicBezTo>
                        <a:cubicBezTo>
                          <a:pt x="645" y="483078"/>
                          <a:pt x="645" y="479854"/>
                          <a:pt x="645" y="475984"/>
                        </a:cubicBezTo>
                        <a:cubicBezTo>
                          <a:pt x="645" y="472437"/>
                          <a:pt x="645" y="468568"/>
                          <a:pt x="323" y="464698"/>
                        </a:cubicBezTo>
                        <a:lnTo>
                          <a:pt x="0" y="458571"/>
                        </a:lnTo>
                        <a:cubicBezTo>
                          <a:pt x="0" y="456314"/>
                          <a:pt x="1612" y="454379"/>
                          <a:pt x="3870" y="454379"/>
                        </a:cubicBezTo>
                        <a:cubicBezTo>
                          <a:pt x="5804" y="454379"/>
                          <a:pt x="8062" y="455992"/>
                          <a:pt x="8062" y="458249"/>
                        </a:cubicBezTo>
                        <a:lnTo>
                          <a:pt x="8384" y="464376"/>
                        </a:lnTo>
                        <a:cubicBezTo>
                          <a:pt x="8384" y="468245"/>
                          <a:pt x="8706" y="472115"/>
                          <a:pt x="8706" y="475984"/>
                        </a:cubicBezTo>
                        <a:cubicBezTo>
                          <a:pt x="8706" y="480176"/>
                          <a:pt x="8706" y="483724"/>
                          <a:pt x="8062" y="486626"/>
                        </a:cubicBezTo>
                        <a:cubicBezTo>
                          <a:pt x="8062" y="488883"/>
                          <a:pt x="6127" y="490173"/>
                          <a:pt x="4192" y="490173"/>
                        </a:cubicBezTo>
                        <a:close/>
                        <a:moveTo>
                          <a:pt x="11931" y="426002"/>
                        </a:moveTo>
                        <a:cubicBezTo>
                          <a:pt x="10964" y="426002"/>
                          <a:pt x="9996" y="425680"/>
                          <a:pt x="9352" y="425035"/>
                        </a:cubicBezTo>
                        <a:cubicBezTo>
                          <a:pt x="7739" y="423423"/>
                          <a:pt x="7417" y="421165"/>
                          <a:pt x="9029" y="419231"/>
                        </a:cubicBezTo>
                        <a:cubicBezTo>
                          <a:pt x="11609" y="416006"/>
                          <a:pt x="15156" y="413426"/>
                          <a:pt x="19348" y="410524"/>
                        </a:cubicBezTo>
                        <a:cubicBezTo>
                          <a:pt x="23862" y="407622"/>
                          <a:pt x="26442" y="404719"/>
                          <a:pt x="27732" y="401495"/>
                        </a:cubicBezTo>
                        <a:cubicBezTo>
                          <a:pt x="28377" y="399238"/>
                          <a:pt x="30634" y="398270"/>
                          <a:pt x="32891" y="398915"/>
                        </a:cubicBezTo>
                        <a:cubicBezTo>
                          <a:pt x="35149" y="399560"/>
                          <a:pt x="36116" y="401817"/>
                          <a:pt x="35471" y="404075"/>
                        </a:cubicBezTo>
                        <a:cubicBezTo>
                          <a:pt x="33536" y="409234"/>
                          <a:pt x="29989" y="413426"/>
                          <a:pt x="23862" y="417296"/>
                        </a:cubicBezTo>
                        <a:cubicBezTo>
                          <a:pt x="20315" y="419553"/>
                          <a:pt x="17413" y="421810"/>
                          <a:pt x="15478" y="424390"/>
                        </a:cubicBezTo>
                        <a:cubicBezTo>
                          <a:pt x="14189" y="425357"/>
                          <a:pt x="12899" y="426002"/>
                          <a:pt x="11931" y="426002"/>
                        </a:cubicBezTo>
                        <a:close/>
                        <a:moveTo>
                          <a:pt x="33859" y="368926"/>
                        </a:moveTo>
                        <a:cubicBezTo>
                          <a:pt x="33214" y="368926"/>
                          <a:pt x="32569" y="368926"/>
                          <a:pt x="31924" y="368604"/>
                        </a:cubicBezTo>
                        <a:cubicBezTo>
                          <a:pt x="29989" y="367636"/>
                          <a:pt x="29022" y="365056"/>
                          <a:pt x="30312" y="363122"/>
                        </a:cubicBezTo>
                        <a:cubicBezTo>
                          <a:pt x="32246" y="359252"/>
                          <a:pt x="34826" y="357640"/>
                          <a:pt x="37406" y="356350"/>
                        </a:cubicBezTo>
                        <a:cubicBezTo>
                          <a:pt x="40631" y="354415"/>
                          <a:pt x="43533" y="352803"/>
                          <a:pt x="45790" y="343451"/>
                        </a:cubicBezTo>
                        <a:lnTo>
                          <a:pt x="45790" y="342806"/>
                        </a:lnTo>
                        <a:cubicBezTo>
                          <a:pt x="46435" y="340549"/>
                          <a:pt x="48692" y="339259"/>
                          <a:pt x="50627" y="339904"/>
                        </a:cubicBezTo>
                        <a:cubicBezTo>
                          <a:pt x="52884" y="340549"/>
                          <a:pt x="54174" y="342806"/>
                          <a:pt x="53529" y="344741"/>
                        </a:cubicBezTo>
                        <a:cubicBezTo>
                          <a:pt x="50304" y="357640"/>
                          <a:pt x="45145" y="360864"/>
                          <a:pt x="41275" y="363122"/>
                        </a:cubicBezTo>
                        <a:cubicBezTo>
                          <a:pt x="39018" y="364411"/>
                          <a:pt x="38051" y="365056"/>
                          <a:pt x="37406" y="366669"/>
                        </a:cubicBezTo>
                        <a:cubicBezTo>
                          <a:pt x="36761" y="367959"/>
                          <a:pt x="35471" y="368926"/>
                          <a:pt x="33859" y="368926"/>
                        </a:cubicBezTo>
                        <a:close/>
                        <a:moveTo>
                          <a:pt x="72555" y="318299"/>
                        </a:moveTo>
                        <a:cubicBezTo>
                          <a:pt x="71587" y="318299"/>
                          <a:pt x="70297" y="317977"/>
                          <a:pt x="69652" y="317009"/>
                        </a:cubicBezTo>
                        <a:cubicBezTo>
                          <a:pt x="68040" y="315397"/>
                          <a:pt x="68363" y="312817"/>
                          <a:pt x="69975" y="311205"/>
                        </a:cubicBezTo>
                        <a:lnTo>
                          <a:pt x="70297" y="310882"/>
                        </a:lnTo>
                        <a:cubicBezTo>
                          <a:pt x="77714" y="303788"/>
                          <a:pt x="79971" y="297984"/>
                          <a:pt x="82229" y="292824"/>
                        </a:cubicBezTo>
                        <a:cubicBezTo>
                          <a:pt x="82551" y="291857"/>
                          <a:pt x="83196" y="290567"/>
                          <a:pt x="83518" y="289600"/>
                        </a:cubicBezTo>
                        <a:cubicBezTo>
                          <a:pt x="84486" y="287665"/>
                          <a:pt x="86743" y="286697"/>
                          <a:pt x="88678" y="287342"/>
                        </a:cubicBezTo>
                        <a:cubicBezTo>
                          <a:pt x="90613" y="288310"/>
                          <a:pt x="91580" y="290567"/>
                          <a:pt x="90935" y="292502"/>
                        </a:cubicBezTo>
                        <a:cubicBezTo>
                          <a:pt x="90613" y="293469"/>
                          <a:pt x="90290" y="294437"/>
                          <a:pt x="89645" y="295404"/>
                        </a:cubicBezTo>
                        <a:cubicBezTo>
                          <a:pt x="87388" y="301208"/>
                          <a:pt x="84808" y="307980"/>
                          <a:pt x="75779" y="316364"/>
                        </a:cubicBezTo>
                        <a:lnTo>
                          <a:pt x="75134" y="316687"/>
                        </a:lnTo>
                        <a:cubicBezTo>
                          <a:pt x="74812" y="317977"/>
                          <a:pt x="73522" y="318299"/>
                          <a:pt x="72555" y="318299"/>
                        </a:cubicBezTo>
                        <a:close/>
                        <a:moveTo>
                          <a:pt x="125116" y="283795"/>
                        </a:moveTo>
                        <a:cubicBezTo>
                          <a:pt x="123504" y="283795"/>
                          <a:pt x="121892" y="283795"/>
                          <a:pt x="119957" y="283473"/>
                        </a:cubicBezTo>
                        <a:cubicBezTo>
                          <a:pt x="117700" y="283150"/>
                          <a:pt x="116087" y="281216"/>
                          <a:pt x="116410" y="278958"/>
                        </a:cubicBezTo>
                        <a:cubicBezTo>
                          <a:pt x="116732" y="276701"/>
                          <a:pt x="118667" y="275089"/>
                          <a:pt x="120924" y="275411"/>
                        </a:cubicBezTo>
                        <a:cubicBezTo>
                          <a:pt x="122537" y="275734"/>
                          <a:pt x="123826" y="275734"/>
                          <a:pt x="125116" y="275734"/>
                        </a:cubicBezTo>
                        <a:cubicBezTo>
                          <a:pt x="126084" y="275734"/>
                          <a:pt x="130921" y="275089"/>
                          <a:pt x="144787" y="268640"/>
                        </a:cubicBezTo>
                        <a:cubicBezTo>
                          <a:pt x="146722" y="267672"/>
                          <a:pt x="149301" y="268640"/>
                          <a:pt x="150268" y="270574"/>
                        </a:cubicBezTo>
                        <a:cubicBezTo>
                          <a:pt x="151236" y="272509"/>
                          <a:pt x="150268" y="275089"/>
                          <a:pt x="148334" y="276056"/>
                        </a:cubicBezTo>
                        <a:cubicBezTo>
                          <a:pt x="137370" y="281216"/>
                          <a:pt x="129631" y="283795"/>
                          <a:pt x="125116" y="283795"/>
                        </a:cubicBezTo>
                        <a:close/>
                        <a:moveTo>
                          <a:pt x="179290" y="256386"/>
                        </a:moveTo>
                        <a:cubicBezTo>
                          <a:pt x="178323" y="256386"/>
                          <a:pt x="177033" y="256063"/>
                          <a:pt x="176388" y="255096"/>
                        </a:cubicBezTo>
                        <a:cubicBezTo>
                          <a:pt x="174776" y="253484"/>
                          <a:pt x="175098" y="250904"/>
                          <a:pt x="176711" y="249291"/>
                        </a:cubicBezTo>
                        <a:cubicBezTo>
                          <a:pt x="178000" y="248002"/>
                          <a:pt x="178000" y="248002"/>
                          <a:pt x="178000" y="246712"/>
                        </a:cubicBezTo>
                        <a:cubicBezTo>
                          <a:pt x="178323" y="244132"/>
                          <a:pt x="178645" y="241230"/>
                          <a:pt x="181870" y="237038"/>
                        </a:cubicBezTo>
                        <a:cubicBezTo>
                          <a:pt x="183805" y="234458"/>
                          <a:pt x="184450" y="231233"/>
                          <a:pt x="185095" y="226719"/>
                        </a:cubicBezTo>
                        <a:cubicBezTo>
                          <a:pt x="185417" y="224462"/>
                          <a:pt x="187352" y="222849"/>
                          <a:pt x="189609" y="223172"/>
                        </a:cubicBezTo>
                        <a:cubicBezTo>
                          <a:pt x="191866" y="223494"/>
                          <a:pt x="193479" y="225429"/>
                          <a:pt x="193156" y="227686"/>
                        </a:cubicBezTo>
                        <a:cubicBezTo>
                          <a:pt x="192511" y="232201"/>
                          <a:pt x="191544" y="237360"/>
                          <a:pt x="188319" y="241875"/>
                        </a:cubicBezTo>
                        <a:cubicBezTo>
                          <a:pt x="186062" y="244777"/>
                          <a:pt x="186062" y="246067"/>
                          <a:pt x="186062" y="247357"/>
                        </a:cubicBezTo>
                        <a:cubicBezTo>
                          <a:pt x="185740" y="249936"/>
                          <a:pt x="185417" y="252194"/>
                          <a:pt x="182193" y="255096"/>
                        </a:cubicBezTo>
                        <a:cubicBezTo>
                          <a:pt x="181548" y="256063"/>
                          <a:pt x="180580" y="256386"/>
                          <a:pt x="179290" y="256386"/>
                        </a:cubicBezTo>
                        <a:close/>
                        <a:moveTo>
                          <a:pt x="204120" y="196730"/>
                        </a:moveTo>
                        <a:cubicBezTo>
                          <a:pt x="203153" y="196730"/>
                          <a:pt x="201863" y="196407"/>
                          <a:pt x="201218" y="195440"/>
                        </a:cubicBezTo>
                        <a:cubicBezTo>
                          <a:pt x="199606" y="193828"/>
                          <a:pt x="199606" y="191248"/>
                          <a:pt x="201218" y="189635"/>
                        </a:cubicBezTo>
                        <a:cubicBezTo>
                          <a:pt x="205088" y="185766"/>
                          <a:pt x="207667" y="184798"/>
                          <a:pt x="210569" y="184154"/>
                        </a:cubicBezTo>
                        <a:cubicBezTo>
                          <a:pt x="212504" y="183509"/>
                          <a:pt x="214439" y="183186"/>
                          <a:pt x="218631" y="180284"/>
                        </a:cubicBezTo>
                        <a:cubicBezTo>
                          <a:pt x="221211" y="178349"/>
                          <a:pt x="223146" y="177382"/>
                          <a:pt x="224758" y="176415"/>
                        </a:cubicBezTo>
                        <a:lnTo>
                          <a:pt x="225725" y="175769"/>
                        </a:lnTo>
                        <a:cubicBezTo>
                          <a:pt x="227660" y="174480"/>
                          <a:pt x="230240" y="175125"/>
                          <a:pt x="231207" y="177059"/>
                        </a:cubicBezTo>
                        <a:cubicBezTo>
                          <a:pt x="232497" y="178994"/>
                          <a:pt x="231852" y="181574"/>
                          <a:pt x="229917" y="182541"/>
                        </a:cubicBezTo>
                        <a:lnTo>
                          <a:pt x="228950" y="183186"/>
                        </a:lnTo>
                        <a:cubicBezTo>
                          <a:pt x="227338" y="184154"/>
                          <a:pt x="225725" y="185121"/>
                          <a:pt x="223146" y="186733"/>
                        </a:cubicBezTo>
                        <a:cubicBezTo>
                          <a:pt x="217986" y="190281"/>
                          <a:pt x="215084" y="191248"/>
                          <a:pt x="212827" y="191570"/>
                        </a:cubicBezTo>
                        <a:cubicBezTo>
                          <a:pt x="210892" y="192215"/>
                          <a:pt x="209602" y="192538"/>
                          <a:pt x="207022" y="195117"/>
                        </a:cubicBezTo>
                        <a:cubicBezTo>
                          <a:pt x="206377" y="196407"/>
                          <a:pt x="205088" y="196730"/>
                          <a:pt x="204120" y="196730"/>
                        </a:cubicBezTo>
                        <a:close/>
                        <a:moveTo>
                          <a:pt x="252167" y="156422"/>
                        </a:moveTo>
                        <a:cubicBezTo>
                          <a:pt x="250555" y="156422"/>
                          <a:pt x="248943" y="155454"/>
                          <a:pt x="248298" y="153842"/>
                        </a:cubicBezTo>
                        <a:cubicBezTo>
                          <a:pt x="247653" y="152552"/>
                          <a:pt x="247975" y="150940"/>
                          <a:pt x="248943" y="149650"/>
                        </a:cubicBezTo>
                        <a:cubicBezTo>
                          <a:pt x="248943" y="149327"/>
                          <a:pt x="248943" y="149005"/>
                          <a:pt x="248943" y="148683"/>
                        </a:cubicBezTo>
                        <a:cubicBezTo>
                          <a:pt x="248943" y="142556"/>
                          <a:pt x="251845" y="140298"/>
                          <a:pt x="253780" y="138686"/>
                        </a:cubicBezTo>
                        <a:cubicBezTo>
                          <a:pt x="255392" y="137396"/>
                          <a:pt x="256359" y="136751"/>
                          <a:pt x="256359" y="132559"/>
                        </a:cubicBezTo>
                        <a:cubicBezTo>
                          <a:pt x="256359" y="130624"/>
                          <a:pt x="256359" y="129012"/>
                          <a:pt x="256359" y="127400"/>
                        </a:cubicBezTo>
                        <a:cubicBezTo>
                          <a:pt x="256359" y="125143"/>
                          <a:pt x="257972" y="123208"/>
                          <a:pt x="260229" y="123208"/>
                        </a:cubicBezTo>
                        <a:cubicBezTo>
                          <a:pt x="262486" y="123208"/>
                          <a:pt x="264421" y="124820"/>
                          <a:pt x="264421" y="127077"/>
                        </a:cubicBezTo>
                        <a:cubicBezTo>
                          <a:pt x="264421" y="128690"/>
                          <a:pt x="264421" y="130624"/>
                          <a:pt x="264421" y="132559"/>
                        </a:cubicBezTo>
                        <a:cubicBezTo>
                          <a:pt x="264421" y="139976"/>
                          <a:pt x="261841" y="142878"/>
                          <a:pt x="258939" y="145135"/>
                        </a:cubicBezTo>
                        <a:cubicBezTo>
                          <a:pt x="257649" y="146103"/>
                          <a:pt x="257327" y="146425"/>
                          <a:pt x="257327" y="148683"/>
                        </a:cubicBezTo>
                        <a:cubicBezTo>
                          <a:pt x="257327" y="150617"/>
                          <a:pt x="257327" y="154487"/>
                          <a:pt x="254102" y="155777"/>
                        </a:cubicBezTo>
                        <a:cubicBezTo>
                          <a:pt x="253457" y="156422"/>
                          <a:pt x="252812" y="156422"/>
                          <a:pt x="252167" y="156422"/>
                        </a:cubicBezTo>
                        <a:close/>
                        <a:moveTo>
                          <a:pt x="233142" y="108374"/>
                        </a:moveTo>
                        <a:cubicBezTo>
                          <a:pt x="232497" y="108374"/>
                          <a:pt x="232174" y="108374"/>
                          <a:pt x="231530" y="108052"/>
                        </a:cubicBezTo>
                        <a:cubicBezTo>
                          <a:pt x="227015" y="106117"/>
                          <a:pt x="225403" y="102893"/>
                          <a:pt x="222501" y="96121"/>
                        </a:cubicBezTo>
                        <a:cubicBezTo>
                          <a:pt x="220566" y="91606"/>
                          <a:pt x="219598" y="91606"/>
                          <a:pt x="216696" y="91284"/>
                        </a:cubicBezTo>
                        <a:cubicBezTo>
                          <a:pt x="215729" y="91284"/>
                          <a:pt x="215084" y="91284"/>
                          <a:pt x="214117" y="90961"/>
                        </a:cubicBezTo>
                        <a:cubicBezTo>
                          <a:pt x="211859" y="90639"/>
                          <a:pt x="210247" y="88704"/>
                          <a:pt x="210569" y="86447"/>
                        </a:cubicBezTo>
                        <a:cubicBezTo>
                          <a:pt x="210892" y="84190"/>
                          <a:pt x="212827" y="82577"/>
                          <a:pt x="215084" y="82900"/>
                        </a:cubicBezTo>
                        <a:cubicBezTo>
                          <a:pt x="215729" y="82900"/>
                          <a:pt x="216374" y="82900"/>
                          <a:pt x="217019" y="83222"/>
                        </a:cubicBezTo>
                        <a:cubicBezTo>
                          <a:pt x="221856" y="83545"/>
                          <a:pt x="226048" y="84512"/>
                          <a:pt x="229595" y="92896"/>
                        </a:cubicBezTo>
                        <a:cubicBezTo>
                          <a:pt x="232497" y="99990"/>
                          <a:pt x="233142" y="100313"/>
                          <a:pt x="234432" y="100635"/>
                        </a:cubicBezTo>
                        <a:cubicBezTo>
                          <a:pt x="236367" y="101603"/>
                          <a:pt x="237334" y="103860"/>
                          <a:pt x="236689" y="105795"/>
                        </a:cubicBezTo>
                        <a:cubicBezTo>
                          <a:pt x="236367" y="107407"/>
                          <a:pt x="234754" y="108374"/>
                          <a:pt x="233142" y="108374"/>
                        </a:cubicBezTo>
                        <a:close/>
                        <a:moveTo>
                          <a:pt x="173164" y="91284"/>
                        </a:moveTo>
                        <a:cubicBezTo>
                          <a:pt x="161877" y="91284"/>
                          <a:pt x="158330" y="84834"/>
                          <a:pt x="156073" y="75161"/>
                        </a:cubicBezTo>
                        <a:cubicBezTo>
                          <a:pt x="155751" y="72903"/>
                          <a:pt x="157040" y="70968"/>
                          <a:pt x="159298" y="70324"/>
                        </a:cubicBezTo>
                        <a:cubicBezTo>
                          <a:pt x="161555" y="70001"/>
                          <a:pt x="163490" y="71291"/>
                          <a:pt x="164134" y="73548"/>
                        </a:cubicBezTo>
                        <a:cubicBezTo>
                          <a:pt x="166069" y="82255"/>
                          <a:pt x="168327" y="83222"/>
                          <a:pt x="173164" y="83222"/>
                        </a:cubicBezTo>
                        <a:cubicBezTo>
                          <a:pt x="174776" y="83222"/>
                          <a:pt x="177033" y="82900"/>
                          <a:pt x="179613" y="82577"/>
                        </a:cubicBezTo>
                        <a:cubicBezTo>
                          <a:pt x="181870" y="82255"/>
                          <a:pt x="183805" y="83867"/>
                          <a:pt x="184127" y="86124"/>
                        </a:cubicBezTo>
                        <a:cubicBezTo>
                          <a:pt x="184450" y="88382"/>
                          <a:pt x="182837" y="90316"/>
                          <a:pt x="180580" y="90639"/>
                        </a:cubicBezTo>
                        <a:cubicBezTo>
                          <a:pt x="178000" y="91284"/>
                          <a:pt x="175421" y="91284"/>
                          <a:pt x="173164" y="91284"/>
                        </a:cubicBezTo>
                        <a:close/>
                        <a:moveTo>
                          <a:pt x="171551" y="43881"/>
                        </a:moveTo>
                        <a:cubicBezTo>
                          <a:pt x="169939" y="43881"/>
                          <a:pt x="168004" y="42592"/>
                          <a:pt x="167682" y="40979"/>
                        </a:cubicBezTo>
                        <a:cubicBezTo>
                          <a:pt x="166392" y="36465"/>
                          <a:pt x="162200" y="31305"/>
                          <a:pt x="158008" y="26146"/>
                        </a:cubicBezTo>
                        <a:cubicBezTo>
                          <a:pt x="156073" y="23889"/>
                          <a:pt x="154461" y="21631"/>
                          <a:pt x="152848" y="19374"/>
                        </a:cubicBezTo>
                        <a:cubicBezTo>
                          <a:pt x="151558" y="17439"/>
                          <a:pt x="151881" y="15182"/>
                          <a:pt x="153816" y="13892"/>
                        </a:cubicBezTo>
                        <a:cubicBezTo>
                          <a:pt x="155751" y="12602"/>
                          <a:pt x="158008" y="12925"/>
                          <a:pt x="159298" y="14860"/>
                        </a:cubicBezTo>
                        <a:cubicBezTo>
                          <a:pt x="160588" y="16794"/>
                          <a:pt x="162522" y="19052"/>
                          <a:pt x="164134" y="20986"/>
                        </a:cubicBezTo>
                        <a:cubicBezTo>
                          <a:pt x="168649" y="26468"/>
                          <a:pt x="173486" y="32595"/>
                          <a:pt x="175098" y="38722"/>
                        </a:cubicBezTo>
                        <a:cubicBezTo>
                          <a:pt x="175743" y="40979"/>
                          <a:pt x="174453" y="43236"/>
                          <a:pt x="172196" y="43559"/>
                        </a:cubicBezTo>
                        <a:cubicBezTo>
                          <a:pt x="172196" y="43881"/>
                          <a:pt x="171874" y="43881"/>
                          <a:pt x="171551" y="43881"/>
                        </a:cubicBezTo>
                        <a:close/>
                        <a:moveTo>
                          <a:pt x="311823" y="25501"/>
                        </a:moveTo>
                        <a:cubicBezTo>
                          <a:pt x="309244" y="25501"/>
                          <a:pt x="306341" y="25501"/>
                          <a:pt x="303117" y="25178"/>
                        </a:cubicBezTo>
                        <a:cubicBezTo>
                          <a:pt x="300860" y="24856"/>
                          <a:pt x="299247" y="22921"/>
                          <a:pt x="299247" y="20986"/>
                        </a:cubicBezTo>
                        <a:cubicBezTo>
                          <a:pt x="299570" y="18729"/>
                          <a:pt x="301504" y="17117"/>
                          <a:pt x="303439" y="17117"/>
                        </a:cubicBezTo>
                        <a:cubicBezTo>
                          <a:pt x="306341" y="17439"/>
                          <a:pt x="308921" y="17439"/>
                          <a:pt x="311501" y="17439"/>
                        </a:cubicBezTo>
                        <a:cubicBezTo>
                          <a:pt x="318595" y="17439"/>
                          <a:pt x="323432" y="16472"/>
                          <a:pt x="327947" y="13892"/>
                        </a:cubicBezTo>
                        <a:cubicBezTo>
                          <a:pt x="329881" y="12925"/>
                          <a:pt x="332461" y="13570"/>
                          <a:pt x="333428" y="15504"/>
                        </a:cubicBezTo>
                        <a:cubicBezTo>
                          <a:pt x="334396" y="17439"/>
                          <a:pt x="333751" y="20019"/>
                          <a:pt x="331816" y="20986"/>
                        </a:cubicBezTo>
                        <a:cubicBezTo>
                          <a:pt x="326334" y="23889"/>
                          <a:pt x="319885" y="25501"/>
                          <a:pt x="311823" y="25501"/>
                        </a:cubicBezTo>
                        <a:close/>
                        <a:moveTo>
                          <a:pt x="237334" y="25501"/>
                        </a:moveTo>
                        <a:cubicBezTo>
                          <a:pt x="235077" y="25501"/>
                          <a:pt x="233464" y="23889"/>
                          <a:pt x="233464" y="21631"/>
                        </a:cubicBezTo>
                        <a:cubicBezTo>
                          <a:pt x="233464" y="19374"/>
                          <a:pt x="235077" y="17439"/>
                          <a:pt x="237334" y="17439"/>
                        </a:cubicBezTo>
                        <a:cubicBezTo>
                          <a:pt x="239914" y="17439"/>
                          <a:pt x="242493" y="17117"/>
                          <a:pt x="246040" y="16794"/>
                        </a:cubicBezTo>
                        <a:cubicBezTo>
                          <a:pt x="253780" y="16472"/>
                          <a:pt x="259906" y="15827"/>
                          <a:pt x="264743" y="15827"/>
                        </a:cubicBezTo>
                        <a:cubicBezTo>
                          <a:pt x="267001" y="15827"/>
                          <a:pt x="268935" y="17439"/>
                          <a:pt x="268935" y="19697"/>
                        </a:cubicBezTo>
                        <a:cubicBezTo>
                          <a:pt x="268935" y="21954"/>
                          <a:pt x="267323" y="23889"/>
                          <a:pt x="265066" y="23889"/>
                        </a:cubicBezTo>
                        <a:cubicBezTo>
                          <a:pt x="259906" y="24211"/>
                          <a:pt x="254102" y="24534"/>
                          <a:pt x="246363" y="24856"/>
                        </a:cubicBezTo>
                        <a:cubicBezTo>
                          <a:pt x="242816" y="25178"/>
                          <a:pt x="239914" y="25178"/>
                          <a:pt x="237334" y="25501"/>
                        </a:cubicBezTo>
                        <a:cubicBezTo>
                          <a:pt x="237334" y="25501"/>
                          <a:pt x="237334" y="25501"/>
                          <a:pt x="237334" y="25501"/>
                        </a:cubicBezTo>
                        <a:close/>
                        <a:moveTo>
                          <a:pt x="199283" y="24534"/>
                        </a:moveTo>
                        <a:cubicBezTo>
                          <a:pt x="198638" y="24534"/>
                          <a:pt x="197993" y="24534"/>
                          <a:pt x="197348" y="24211"/>
                        </a:cubicBezTo>
                        <a:cubicBezTo>
                          <a:pt x="193156" y="21954"/>
                          <a:pt x="189287" y="18729"/>
                          <a:pt x="185740" y="15504"/>
                        </a:cubicBezTo>
                        <a:cubicBezTo>
                          <a:pt x="182193" y="12602"/>
                          <a:pt x="178968" y="9700"/>
                          <a:pt x="175421" y="7443"/>
                        </a:cubicBezTo>
                        <a:cubicBezTo>
                          <a:pt x="173486" y="6153"/>
                          <a:pt x="172841" y="3896"/>
                          <a:pt x="174131" y="1961"/>
                        </a:cubicBezTo>
                        <a:cubicBezTo>
                          <a:pt x="175421" y="26"/>
                          <a:pt x="177678" y="-619"/>
                          <a:pt x="179613" y="671"/>
                        </a:cubicBezTo>
                        <a:cubicBezTo>
                          <a:pt x="183805" y="3251"/>
                          <a:pt x="187352" y="6153"/>
                          <a:pt x="191222" y="9378"/>
                        </a:cubicBezTo>
                        <a:cubicBezTo>
                          <a:pt x="194769" y="12280"/>
                          <a:pt x="198316" y="15182"/>
                          <a:pt x="201540" y="17117"/>
                        </a:cubicBezTo>
                        <a:cubicBezTo>
                          <a:pt x="203475" y="18084"/>
                          <a:pt x="204120" y="20664"/>
                          <a:pt x="203153" y="22599"/>
                        </a:cubicBezTo>
                        <a:cubicBezTo>
                          <a:pt x="202185" y="23889"/>
                          <a:pt x="200573" y="24534"/>
                          <a:pt x="199283" y="24534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7" name="Freeform: Shape 226">
                    <a:extLst>
                      <a:ext uri="{FF2B5EF4-FFF2-40B4-BE49-F238E27FC236}">
                        <a16:creationId xmlns:a16="http://schemas.microsoft.com/office/drawing/2014/main" id="{D5E2AB9B-2393-00FE-4149-FF195E72B6D1}"/>
                      </a:ext>
                    </a:extLst>
                  </p:cNvPr>
                  <p:cNvSpPr/>
                  <p:nvPr/>
                </p:nvSpPr>
                <p:spPr>
                  <a:xfrm>
                    <a:off x="6395790" y="3213702"/>
                    <a:ext cx="32246" cy="32246"/>
                  </a:xfrm>
                  <a:custGeom>
                    <a:avLst/>
                    <a:gdLst>
                      <a:gd name="connsiteX0" fmla="*/ 4863 w 0"/>
                      <a:gd name="connsiteY0" fmla="*/ 28726 h 0"/>
                      <a:gd name="connsiteX1" fmla="*/ 2283 w 0"/>
                      <a:gd name="connsiteY1" fmla="*/ 27758 h 0"/>
                      <a:gd name="connsiteX2" fmla="*/ 1638 w 0"/>
                      <a:gd name="connsiteY2" fmla="*/ 21954 h 0"/>
                      <a:gd name="connsiteX3" fmla="*/ 7765 w 0"/>
                      <a:gd name="connsiteY3" fmla="*/ 14215 h 0"/>
                      <a:gd name="connsiteX4" fmla="*/ 671 w 0"/>
                      <a:gd name="connsiteY4" fmla="*/ 6153 h 0"/>
                      <a:gd name="connsiteX5" fmla="*/ 1961 w 0"/>
                      <a:gd name="connsiteY5" fmla="*/ 671 h 0"/>
                      <a:gd name="connsiteX6" fmla="*/ 7443 w 0"/>
                      <a:gd name="connsiteY6" fmla="*/ 1961 h 0"/>
                      <a:gd name="connsiteX7" fmla="*/ 13570 w 0"/>
                      <a:gd name="connsiteY7" fmla="*/ 8733 h 0"/>
                      <a:gd name="connsiteX8" fmla="*/ 16149 w 0"/>
                      <a:gd name="connsiteY8" fmla="*/ 10990 h 0"/>
                      <a:gd name="connsiteX9" fmla="*/ 18729 w 0"/>
                      <a:gd name="connsiteY9" fmla="*/ 13570 h 0"/>
                      <a:gd name="connsiteX10" fmla="*/ 16472 w 0"/>
                      <a:gd name="connsiteY10" fmla="*/ 16472 h 0"/>
                      <a:gd name="connsiteX11" fmla="*/ 8088 w 0"/>
                      <a:gd name="connsiteY11" fmla="*/ 26791 h 0"/>
                      <a:gd name="connsiteX12" fmla="*/ 4863 w 0"/>
                      <a:gd name="connsiteY12" fmla="*/ 28726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>
                        <a:moveTo>
                          <a:pt x="4863" y="28726"/>
                        </a:moveTo>
                        <a:cubicBezTo>
                          <a:pt x="3896" y="28726"/>
                          <a:pt x="3251" y="28403"/>
                          <a:pt x="2283" y="27758"/>
                        </a:cubicBezTo>
                        <a:cubicBezTo>
                          <a:pt x="349" y="26468"/>
                          <a:pt x="26" y="23889"/>
                          <a:pt x="1638" y="21954"/>
                        </a:cubicBezTo>
                        <a:cubicBezTo>
                          <a:pt x="3573" y="19374"/>
                          <a:pt x="5508" y="16794"/>
                          <a:pt x="7765" y="14215"/>
                        </a:cubicBezTo>
                        <a:cubicBezTo>
                          <a:pt x="4541" y="11312"/>
                          <a:pt x="2283" y="8733"/>
                          <a:pt x="671" y="6153"/>
                        </a:cubicBezTo>
                        <a:cubicBezTo>
                          <a:pt x="-619" y="4218"/>
                          <a:pt x="26" y="1638"/>
                          <a:pt x="1961" y="671"/>
                        </a:cubicBezTo>
                        <a:cubicBezTo>
                          <a:pt x="3896" y="-619"/>
                          <a:pt x="6475" y="26"/>
                          <a:pt x="7443" y="1961"/>
                        </a:cubicBezTo>
                        <a:cubicBezTo>
                          <a:pt x="8733" y="3896"/>
                          <a:pt x="10667" y="6153"/>
                          <a:pt x="13570" y="8733"/>
                        </a:cubicBezTo>
                        <a:cubicBezTo>
                          <a:pt x="14537" y="9700"/>
                          <a:pt x="15504" y="10345"/>
                          <a:pt x="16149" y="10990"/>
                        </a:cubicBezTo>
                        <a:lnTo>
                          <a:pt x="18729" y="13570"/>
                        </a:lnTo>
                        <a:lnTo>
                          <a:pt x="16472" y="16472"/>
                        </a:lnTo>
                        <a:cubicBezTo>
                          <a:pt x="13892" y="19697"/>
                          <a:pt x="10990" y="23244"/>
                          <a:pt x="8088" y="26791"/>
                        </a:cubicBezTo>
                        <a:cubicBezTo>
                          <a:pt x="7120" y="28081"/>
                          <a:pt x="5831" y="28726"/>
                          <a:pt x="4863" y="28726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8" name="Freeform: Shape 227">
                    <a:extLst>
                      <a:ext uri="{FF2B5EF4-FFF2-40B4-BE49-F238E27FC236}">
                        <a16:creationId xmlns:a16="http://schemas.microsoft.com/office/drawing/2014/main" id="{962E58CA-EF95-4D16-6A0F-3C0A2E9A9D5F}"/>
                      </a:ext>
                    </a:extLst>
                  </p:cNvPr>
                  <p:cNvSpPr/>
                  <p:nvPr/>
                </p:nvSpPr>
                <p:spPr>
                  <a:xfrm>
                    <a:off x="5601222" y="2689017"/>
                    <a:ext cx="806162" cy="483697"/>
                  </a:xfrm>
                  <a:custGeom>
                    <a:avLst/>
                    <a:gdLst>
                      <a:gd name="connsiteX0" fmla="*/ 97425 w 806161"/>
                      <a:gd name="connsiteY0" fmla="*/ 509556 h 483697"/>
                      <a:gd name="connsiteX1" fmla="*/ 93556 w 806161"/>
                      <a:gd name="connsiteY1" fmla="*/ 506653 h 483697"/>
                      <a:gd name="connsiteX2" fmla="*/ 96136 w 806161"/>
                      <a:gd name="connsiteY2" fmla="*/ 501494 h 483697"/>
                      <a:gd name="connsiteX3" fmla="*/ 100328 w 806161"/>
                      <a:gd name="connsiteY3" fmla="*/ 499882 h 483697"/>
                      <a:gd name="connsiteX4" fmla="*/ 119675 w 806161"/>
                      <a:gd name="connsiteY4" fmla="*/ 495690 h 483697"/>
                      <a:gd name="connsiteX5" fmla="*/ 123868 w 806161"/>
                      <a:gd name="connsiteY5" fmla="*/ 496012 h 483697"/>
                      <a:gd name="connsiteX6" fmla="*/ 127737 w 806161"/>
                      <a:gd name="connsiteY6" fmla="*/ 500204 h 483697"/>
                      <a:gd name="connsiteX7" fmla="*/ 123545 w 806161"/>
                      <a:gd name="connsiteY7" fmla="*/ 504074 h 483697"/>
                      <a:gd name="connsiteX8" fmla="*/ 118708 w 806161"/>
                      <a:gd name="connsiteY8" fmla="*/ 503751 h 483697"/>
                      <a:gd name="connsiteX9" fmla="*/ 103552 w 806161"/>
                      <a:gd name="connsiteY9" fmla="*/ 507298 h 483697"/>
                      <a:gd name="connsiteX10" fmla="*/ 98715 w 806161"/>
                      <a:gd name="connsiteY10" fmla="*/ 509233 h 483697"/>
                      <a:gd name="connsiteX11" fmla="*/ 97425 w 806161"/>
                      <a:gd name="connsiteY11" fmla="*/ 509556 h 483697"/>
                      <a:gd name="connsiteX12" fmla="*/ 808138 w 806161"/>
                      <a:gd name="connsiteY12" fmla="*/ 499237 h 483697"/>
                      <a:gd name="connsiteX13" fmla="*/ 804268 w 806161"/>
                      <a:gd name="connsiteY13" fmla="*/ 495367 h 483697"/>
                      <a:gd name="connsiteX14" fmla="*/ 797496 w 806161"/>
                      <a:gd name="connsiteY14" fmla="*/ 481824 h 483697"/>
                      <a:gd name="connsiteX15" fmla="*/ 792014 w 806161"/>
                      <a:gd name="connsiteY15" fmla="*/ 472795 h 483697"/>
                      <a:gd name="connsiteX16" fmla="*/ 794272 w 806161"/>
                      <a:gd name="connsiteY16" fmla="*/ 467635 h 483697"/>
                      <a:gd name="connsiteX17" fmla="*/ 799431 w 806161"/>
                      <a:gd name="connsiteY17" fmla="*/ 469892 h 483697"/>
                      <a:gd name="connsiteX18" fmla="*/ 803623 w 806161"/>
                      <a:gd name="connsiteY18" fmla="*/ 476987 h 483697"/>
                      <a:gd name="connsiteX19" fmla="*/ 812007 w 806161"/>
                      <a:gd name="connsiteY19" fmla="*/ 495045 h 483697"/>
                      <a:gd name="connsiteX20" fmla="*/ 808138 w 806161"/>
                      <a:gd name="connsiteY20" fmla="*/ 499237 h 483697"/>
                      <a:gd name="connsiteX21" fmla="*/ 808138 w 806161"/>
                      <a:gd name="connsiteY21" fmla="*/ 499237 h 483697"/>
                      <a:gd name="connsiteX22" fmla="*/ 68726 w 806161"/>
                      <a:gd name="connsiteY22" fmla="*/ 493755 h 483697"/>
                      <a:gd name="connsiteX23" fmla="*/ 67436 w 806161"/>
                      <a:gd name="connsiteY23" fmla="*/ 493432 h 483697"/>
                      <a:gd name="connsiteX24" fmla="*/ 48733 w 806161"/>
                      <a:gd name="connsiteY24" fmla="*/ 478922 h 483697"/>
                      <a:gd name="connsiteX25" fmla="*/ 47766 w 806161"/>
                      <a:gd name="connsiteY25" fmla="*/ 478276 h 483697"/>
                      <a:gd name="connsiteX26" fmla="*/ 43251 w 806161"/>
                      <a:gd name="connsiteY26" fmla="*/ 474729 h 483697"/>
                      <a:gd name="connsiteX27" fmla="*/ 46798 w 806161"/>
                      <a:gd name="connsiteY27" fmla="*/ 470215 h 483697"/>
                      <a:gd name="connsiteX28" fmla="*/ 55183 w 806161"/>
                      <a:gd name="connsiteY28" fmla="*/ 474085 h 483697"/>
                      <a:gd name="connsiteX29" fmla="*/ 70016 w 806161"/>
                      <a:gd name="connsiteY29" fmla="*/ 485693 h 483697"/>
                      <a:gd name="connsiteX30" fmla="*/ 72596 w 806161"/>
                      <a:gd name="connsiteY30" fmla="*/ 490853 h 483697"/>
                      <a:gd name="connsiteX31" fmla="*/ 68726 w 806161"/>
                      <a:gd name="connsiteY31" fmla="*/ 493755 h 483697"/>
                      <a:gd name="connsiteX32" fmla="*/ 14874 w 806161"/>
                      <a:gd name="connsiteY32" fmla="*/ 484403 h 483697"/>
                      <a:gd name="connsiteX33" fmla="*/ 11972 w 806161"/>
                      <a:gd name="connsiteY33" fmla="*/ 483113 h 483697"/>
                      <a:gd name="connsiteX34" fmla="*/ 8425 w 806161"/>
                      <a:gd name="connsiteY34" fmla="*/ 474085 h 483697"/>
                      <a:gd name="connsiteX35" fmla="*/ 9070 w 806161"/>
                      <a:gd name="connsiteY35" fmla="*/ 466023 h 483697"/>
                      <a:gd name="connsiteX36" fmla="*/ 9715 w 806161"/>
                      <a:gd name="connsiteY36" fmla="*/ 459896 h 483697"/>
                      <a:gd name="connsiteX37" fmla="*/ 9715 w 806161"/>
                      <a:gd name="connsiteY37" fmla="*/ 456994 h 483697"/>
                      <a:gd name="connsiteX38" fmla="*/ 9715 w 806161"/>
                      <a:gd name="connsiteY38" fmla="*/ 454414 h 483697"/>
                      <a:gd name="connsiteX39" fmla="*/ 13262 w 806161"/>
                      <a:gd name="connsiteY39" fmla="*/ 449900 h 483697"/>
                      <a:gd name="connsiteX40" fmla="*/ 17777 w 806161"/>
                      <a:gd name="connsiteY40" fmla="*/ 453447 h 483697"/>
                      <a:gd name="connsiteX41" fmla="*/ 18099 w 806161"/>
                      <a:gd name="connsiteY41" fmla="*/ 456994 h 483697"/>
                      <a:gd name="connsiteX42" fmla="*/ 17777 w 806161"/>
                      <a:gd name="connsiteY42" fmla="*/ 460541 h 483697"/>
                      <a:gd name="connsiteX43" fmla="*/ 17132 w 806161"/>
                      <a:gd name="connsiteY43" fmla="*/ 466668 h 483697"/>
                      <a:gd name="connsiteX44" fmla="*/ 16487 w 806161"/>
                      <a:gd name="connsiteY44" fmla="*/ 473762 h 483697"/>
                      <a:gd name="connsiteX45" fmla="*/ 18099 w 806161"/>
                      <a:gd name="connsiteY45" fmla="*/ 477309 h 483697"/>
                      <a:gd name="connsiteX46" fmla="*/ 17777 w 806161"/>
                      <a:gd name="connsiteY46" fmla="*/ 483113 h 483697"/>
                      <a:gd name="connsiteX47" fmla="*/ 14874 w 806161"/>
                      <a:gd name="connsiteY47" fmla="*/ 484403 h 483697"/>
                      <a:gd name="connsiteX48" fmla="*/ 139991 w 806161"/>
                      <a:gd name="connsiteY48" fmla="*/ 479889 h 483697"/>
                      <a:gd name="connsiteX49" fmla="*/ 136121 w 806161"/>
                      <a:gd name="connsiteY49" fmla="*/ 477309 h 483697"/>
                      <a:gd name="connsiteX50" fmla="*/ 131284 w 806161"/>
                      <a:gd name="connsiteY50" fmla="*/ 460863 h 483697"/>
                      <a:gd name="connsiteX51" fmla="*/ 128382 w 806161"/>
                      <a:gd name="connsiteY51" fmla="*/ 451834 h 483697"/>
                      <a:gd name="connsiteX52" fmla="*/ 130639 w 806161"/>
                      <a:gd name="connsiteY52" fmla="*/ 446675 h 483697"/>
                      <a:gd name="connsiteX53" fmla="*/ 135799 w 806161"/>
                      <a:gd name="connsiteY53" fmla="*/ 448932 h 483697"/>
                      <a:gd name="connsiteX54" fmla="*/ 139023 w 806161"/>
                      <a:gd name="connsiteY54" fmla="*/ 459251 h 483697"/>
                      <a:gd name="connsiteX55" fmla="*/ 143860 w 806161"/>
                      <a:gd name="connsiteY55" fmla="*/ 475052 h 483697"/>
                      <a:gd name="connsiteX56" fmla="*/ 141281 w 806161"/>
                      <a:gd name="connsiteY56" fmla="*/ 480211 h 483697"/>
                      <a:gd name="connsiteX57" fmla="*/ 139991 w 806161"/>
                      <a:gd name="connsiteY57" fmla="*/ 479889 h 483697"/>
                      <a:gd name="connsiteX58" fmla="*/ 791047 w 806161"/>
                      <a:gd name="connsiteY58" fmla="*/ 438291 h 483697"/>
                      <a:gd name="connsiteX59" fmla="*/ 789112 w 806161"/>
                      <a:gd name="connsiteY59" fmla="*/ 437968 h 483697"/>
                      <a:gd name="connsiteX60" fmla="*/ 787177 w 806161"/>
                      <a:gd name="connsiteY60" fmla="*/ 432487 h 483697"/>
                      <a:gd name="connsiteX61" fmla="*/ 790725 w 806161"/>
                      <a:gd name="connsiteY61" fmla="*/ 427327 h 483697"/>
                      <a:gd name="connsiteX62" fmla="*/ 792659 w 806161"/>
                      <a:gd name="connsiteY62" fmla="*/ 424425 h 483697"/>
                      <a:gd name="connsiteX63" fmla="*/ 792337 w 806161"/>
                      <a:gd name="connsiteY63" fmla="*/ 422812 h 483697"/>
                      <a:gd name="connsiteX64" fmla="*/ 785888 w 806161"/>
                      <a:gd name="connsiteY64" fmla="*/ 418621 h 483697"/>
                      <a:gd name="connsiteX65" fmla="*/ 782663 w 806161"/>
                      <a:gd name="connsiteY65" fmla="*/ 414106 h 483697"/>
                      <a:gd name="connsiteX66" fmla="*/ 787177 w 806161"/>
                      <a:gd name="connsiteY66" fmla="*/ 410881 h 483697"/>
                      <a:gd name="connsiteX67" fmla="*/ 799431 w 806161"/>
                      <a:gd name="connsiteY67" fmla="*/ 419588 h 483697"/>
                      <a:gd name="connsiteX68" fmla="*/ 800721 w 806161"/>
                      <a:gd name="connsiteY68" fmla="*/ 424747 h 483697"/>
                      <a:gd name="connsiteX69" fmla="*/ 796851 w 806161"/>
                      <a:gd name="connsiteY69" fmla="*/ 432809 h 483697"/>
                      <a:gd name="connsiteX70" fmla="*/ 794272 w 806161"/>
                      <a:gd name="connsiteY70" fmla="*/ 436356 h 483697"/>
                      <a:gd name="connsiteX71" fmla="*/ 791047 w 806161"/>
                      <a:gd name="connsiteY71" fmla="*/ 438291 h 483697"/>
                      <a:gd name="connsiteX72" fmla="*/ 110969 w 806161"/>
                      <a:gd name="connsiteY72" fmla="*/ 426037 h 483697"/>
                      <a:gd name="connsiteX73" fmla="*/ 107422 w 806161"/>
                      <a:gd name="connsiteY73" fmla="*/ 423780 h 483697"/>
                      <a:gd name="connsiteX74" fmla="*/ 106777 w 806161"/>
                      <a:gd name="connsiteY74" fmla="*/ 422168 h 483697"/>
                      <a:gd name="connsiteX75" fmla="*/ 100973 w 806161"/>
                      <a:gd name="connsiteY75" fmla="*/ 413139 h 483697"/>
                      <a:gd name="connsiteX76" fmla="*/ 91944 w 806161"/>
                      <a:gd name="connsiteY76" fmla="*/ 401852 h 483697"/>
                      <a:gd name="connsiteX77" fmla="*/ 93556 w 806161"/>
                      <a:gd name="connsiteY77" fmla="*/ 396370 h 483697"/>
                      <a:gd name="connsiteX78" fmla="*/ 99038 w 806161"/>
                      <a:gd name="connsiteY78" fmla="*/ 397983 h 483697"/>
                      <a:gd name="connsiteX79" fmla="*/ 106454 w 806161"/>
                      <a:gd name="connsiteY79" fmla="*/ 407334 h 483697"/>
                      <a:gd name="connsiteX80" fmla="*/ 113871 w 806161"/>
                      <a:gd name="connsiteY80" fmla="*/ 418621 h 483697"/>
                      <a:gd name="connsiteX81" fmla="*/ 114516 w 806161"/>
                      <a:gd name="connsiteY81" fmla="*/ 419910 h 483697"/>
                      <a:gd name="connsiteX82" fmla="*/ 112581 w 806161"/>
                      <a:gd name="connsiteY82" fmla="*/ 425392 h 483697"/>
                      <a:gd name="connsiteX83" fmla="*/ 110969 w 806161"/>
                      <a:gd name="connsiteY83" fmla="*/ 426037 h 483697"/>
                      <a:gd name="connsiteX84" fmla="*/ 9393 w 806161"/>
                      <a:gd name="connsiteY84" fmla="*/ 423135 h 483697"/>
                      <a:gd name="connsiteX85" fmla="*/ 5523 w 806161"/>
                      <a:gd name="connsiteY85" fmla="*/ 419588 h 483697"/>
                      <a:gd name="connsiteX86" fmla="*/ 3588 w 806161"/>
                      <a:gd name="connsiteY86" fmla="*/ 409592 h 483697"/>
                      <a:gd name="connsiteX87" fmla="*/ 686 w 806161"/>
                      <a:gd name="connsiteY87" fmla="*/ 396693 h 483697"/>
                      <a:gd name="connsiteX88" fmla="*/ 41 w 806161"/>
                      <a:gd name="connsiteY88" fmla="*/ 393146 h 483697"/>
                      <a:gd name="connsiteX89" fmla="*/ 3588 w 806161"/>
                      <a:gd name="connsiteY89" fmla="*/ 388631 h 483697"/>
                      <a:gd name="connsiteX90" fmla="*/ 8103 w 806161"/>
                      <a:gd name="connsiteY90" fmla="*/ 392178 h 483697"/>
                      <a:gd name="connsiteX91" fmla="*/ 8748 w 806161"/>
                      <a:gd name="connsiteY91" fmla="*/ 395403 h 483697"/>
                      <a:gd name="connsiteX92" fmla="*/ 11650 w 806161"/>
                      <a:gd name="connsiteY92" fmla="*/ 407979 h 483697"/>
                      <a:gd name="connsiteX93" fmla="*/ 13907 w 806161"/>
                      <a:gd name="connsiteY93" fmla="*/ 418621 h 483697"/>
                      <a:gd name="connsiteX94" fmla="*/ 10682 w 806161"/>
                      <a:gd name="connsiteY94" fmla="*/ 423135 h 483697"/>
                      <a:gd name="connsiteX95" fmla="*/ 9393 w 806161"/>
                      <a:gd name="connsiteY95" fmla="*/ 423135 h 483697"/>
                      <a:gd name="connsiteX96" fmla="*/ 725264 w 806161"/>
                      <a:gd name="connsiteY96" fmla="*/ 419910 h 483697"/>
                      <a:gd name="connsiteX97" fmla="*/ 723007 w 806161"/>
                      <a:gd name="connsiteY97" fmla="*/ 419910 h 483697"/>
                      <a:gd name="connsiteX98" fmla="*/ 719460 w 806161"/>
                      <a:gd name="connsiteY98" fmla="*/ 415396 h 483697"/>
                      <a:gd name="connsiteX99" fmla="*/ 723974 w 806161"/>
                      <a:gd name="connsiteY99" fmla="*/ 411849 h 483697"/>
                      <a:gd name="connsiteX100" fmla="*/ 730746 w 806161"/>
                      <a:gd name="connsiteY100" fmla="*/ 410881 h 483697"/>
                      <a:gd name="connsiteX101" fmla="*/ 749449 w 806161"/>
                      <a:gd name="connsiteY101" fmla="*/ 405722 h 483697"/>
                      <a:gd name="connsiteX102" fmla="*/ 753964 w 806161"/>
                      <a:gd name="connsiteY102" fmla="*/ 409269 h 483697"/>
                      <a:gd name="connsiteX103" fmla="*/ 750416 w 806161"/>
                      <a:gd name="connsiteY103" fmla="*/ 413783 h 483697"/>
                      <a:gd name="connsiteX104" fmla="*/ 733648 w 806161"/>
                      <a:gd name="connsiteY104" fmla="*/ 418298 h 483697"/>
                      <a:gd name="connsiteX105" fmla="*/ 725264 w 806161"/>
                      <a:gd name="connsiteY105" fmla="*/ 419910 h 483697"/>
                      <a:gd name="connsiteX106" fmla="*/ 693663 w 806161"/>
                      <a:gd name="connsiteY106" fmla="*/ 397983 h 483697"/>
                      <a:gd name="connsiteX107" fmla="*/ 690115 w 806161"/>
                      <a:gd name="connsiteY107" fmla="*/ 395726 h 483697"/>
                      <a:gd name="connsiteX108" fmla="*/ 686568 w 806161"/>
                      <a:gd name="connsiteY108" fmla="*/ 384439 h 483697"/>
                      <a:gd name="connsiteX109" fmla="*/ 678184 w 806161"/>
                      <a:gd name="connsiteY109" fmla="*/ 374443 h 483697"/>
                      <a:gd name="connsiteX110" fmla="*/ 676895 w 806161"/>
                      <a:gd name="connsiteY110" fmla="*/ 368961 h 483697"/>
                      <a:gd name="connsiteX111" fmla="*/ 682376 w 806161"/>
                      <a:gd name="connsiteY111" fmla="*/ 367671 h 483697"/>
                      <a:gd name="connsiteX112" fmla="*/ 694308 w 806161"/>
                      <a:gd name="connsiteY112" fmla="*/ 383472 h 483697"/>
                      <a:gd name="connsiteX113" fmla="*/ 697210 w 806161"/>
                      <a:gd name="connsiteY113" fmla="*/ 391856 h 483697"/>
                      <a:gd name="connsiteX114" fmla="*/ 695598 w 806161"/>
                      <a:gd name="connsiteY114" fmla="*/ 397338 h 483697"/>
                      <a:gd name="connsiteX115" fmla="*/ 693663 w 806161"/>
                      <a:gd name="connsiteY115" fmla="*/ 397983 h 483697"/>
                      <a:gd name="connsiteX116" fmla="*/ 490187 w 806161"/>
                      <a:gd name="connsiteY116" fmla="*/ 377345 h 483697"/>
                      <a:gd name="connsiteX117" fmla="*/ 486318 w 806161"/>
                      <a:gd name="connsiteY117" fmla="*/ 374443 h 483697"/>
                      <a:gd name="connsiteX118" fmla="*/ 489220 w 806161"/>
                      <a:gd name="connsiteY118" fmla="*/ 369606 h 483697"/>
                      <a:gd name="connsiteX119" fmla="*/ 490510 w 806161"/>
                      <a:gd name="connsiteY119" fmla="*/ 369283 h 483697"/>
                      <a:gd name="connsiteX120" fmla="*/ 512115 w 806161"/>
                      <a:gd name="connsiteY120" fmla="*/ 364124 h 483697"/>
                      <a:gd name="connsiteX121" fmla="*/ 517274 w 806161"/>
                      <a:gd name="connsiteY121" fmla="*/ 365091 h 483697"/>
                      <a:gd name="connsiteX122" fmla="*/ 520177 w 806161"/>
                      <a:gd name="connsiteY122" fmla="*/ 369928 h 483697"/>
                      <a:gd name="connsiteX123" fmla="*/ 515340 w 806161"/>
                      <a:gd name="connsiteY123" fmla="*/ 372831 h 483697"/>
                      <a:gd name="connsiteX124" fmla="*/ 512115 w 806161"/>
                      <a:gd name="connsiteY124" fmla="*/ 372185 h 483697"/>
                      <a:gd name="connsiteX125" fmla="*/ 492767 w 806161"/>
                      <a:gd name="connsiteY125" fmla="*/ 377023 h 483697"/>
                      <a:gd name="connsiteX126" fmla="*/ 491155 w 806161"/>
                      <a:gd name="connsiteY126" fmla="*/ 377345 h 483697"/>
                      <a:gd name="connsiteX127" fmla="*/ 490187 w 806161"/>
                      <a:gd name="connsiteY127" fmla="*/ 377345 h 483697"/>
                      <a:gd name="connsiteX128" fmla="*/ 85817 w 806161"/>
                      <a:gd name="connsiteY128" fmla="*/ 368961 h 483697"/>
                      <a:gd name="connsiteX129" fmla="*/ 82914 w 806161"/>
                      <a:gd name="connsiteY129" fmla="*/ 367671 h 483697"/>
                      <a:gd name="connsiteX130" fmla="*/ 72596 w 806161"/>
                      <a:gd name="connsiteY130" fmla="*/ 346388 h 483697"/>
                      <a:gd name="connsiteX131" fmla="*/ 73886 w 806161"/>
                      <a:gd name="connsiteY131" fmla="*/ 341551 h 483697"/>
                      <a:gd name="connsiteX132" fmla="*/ 77110 w 806161"/>
                      <a:gd name="connsiteY132" fmla="*/ 337037 h 483697"/>
                      <a:gd name="connsiteX133" fmla="*/ 81947 w 806161"/>
                      <a:gd name="connsiteY133" fmla="*/ 339939 h 483697"/>
                      <a:gd name="connsiteX134" fmla="*/ 82270 w 806161"/>
                      <a:gd name="connsiteY134" fmla="*/ 341874 h 483697"/>
                      <a:gd name="connsiteX135" fmla="*/ 80980 w 806161"/>
                      <a:gd name="connsiteY135" fmla="*/ 345743 h 483697"/>
                      <a:gd name="connsiteX136" fmla="*/ 80980 w 806161"/>
                      <a:gd name="connsiteY136" fmla="*/ 346388 h 483697"/>
                      <a:gd name="connsiteX137" fmla="*/ 88719 w 806161"/>
                      <a:gd name="connsiteY137" fmla="*/ 362189 h 483697"/>
                      <a:gd name="connsiteX138" fmla="*/ 88719 w 806161"/>
                      <a:gd name="connsiteY138" fmla="*/ 367994 h 483697"/>
                      <a:gd name="connsiteX139" fmla="*/ 85817 w 806161"/>
                      <a:gd name="connsiteY139" fmla="*/ 368961 h 483697"/>
                      <a:gd name="connsiteX140" fmla="*/ 460843 w 806161"/>
                      <a:gd name="connsiteY140" fmla="*/ 366704 h 483697"/>
                      <a:gd name="connsiteX141" fmla="*/ 458908 w 806161"/>
                      <a:gd name="connsiteY141" fmla="*/ 366059 h 483697"/>
                      <a:gd name="connsiteX142" fmla="*/ 457296 w 806161"/>
                      <a:gd name="connsiteY142" fmla="*/ 360577 h 483697"/>
                      <a:gd name="connsiteX143" fmla="*/ 459231 w 806161"/>
                      <a:gd name="connsiteY143" fmla="*/ 357997 h 483697"/>
                      <a:gd name="connsiteX144" fmla="*/ 460521 w 806161"/>
                      <a:gd name="connsiteY144" fmla="*/ 354772 h 483697"/>
                      <a:gd name="connsiteX145" fmla="*/ 451814 w 806161"/>
                      <a:gd name="connsiteY145" fmla="*/ 347678 h 483697"/>
                      <a:gd name="connsiteX146" fmla="*/ 447945 w 806161"/>
                      <a:gd name="connsiteY146" fmla="*/ 343486 h 483697"/>
                      <a:gd name="connsiteX147" fmla="*/ 452137 w 806161"/>
                      <a:gd name="connsiteY147" fmla="*/ 339616 h 483697"/>
                      <a:gd name="connsiteX148" fmla="*/ 468582 w 806161"/>
                      <a:gd name="connsiteY148" fmla="*/ 354772 h 483697"/>
                      <a:gd name="connsiteX149" fmla="*/ 465035 w 806161"/>
                      <a:gd name="connsiteY149" fmla="*/ 363479 h 483697"/>
                      <a:gd name="connsiteX150" fmla="*/ 464390 w 806161"/>
                      <a:gd name="connsiteY150" fmla="*/ 364124 h 483697"/>
                      <a:gd name="connsiteX151" fmla="*/ 460843 w 806161"/>
                      <a:gd name="connsiteY151" fmla="*/ 366704 h 483697"/>
                      <a:gd name="connsiteX152" fmla="*/ 378615 w 806161"/>
                      <a:gd name="connsiteY152" fmla="*/ 363801 h 483697"/>
                      <a:gd name="connsiteX153" fmla="*/ 377970 w 806161"/>
                      <a:gd name="connsiteY153" fmla="*/ 363801 h 483697"/>
                      <a:gd name="connsiteX154" fmla="*/ 375390 w 806161"/>
                      <a:gd name="connsiteY154" fmla="*/ 363157 h 483697"/>
                      <a:gd name="connsiteX155" fmla="*/ 367328 w 806161"/>
                      <a:gd name="connsiteY155" fmla="*/ 361544 h 483697"/>
                      <a:gd name="connsiteX156" fmla="*/ 355397 w 806161"/>
                      <a:gd name="connsiteY156" fmla="*/ 352515 h 483697"/>
                      <a:gd name="connsiteX157" fmla="*/ 359912 w 806161"/>
                      <a:gd name="connsiteY157" fmla="*/ 344776 h 483697"/>
                      <a:gd name="connsiteX158" fmla="*/ 365716 w 806161"/>
                      <a:gd name="connsiteY158" fmla="*/ 345099 h 483697"/>
                      <a:gd name="connsiteX159" fmla="*/ 365394 w 806161"/>
                      <a:gd name="connsiteY159" fmla="*/ 350903 h 483697"/>
                      <a:gd name="connsiteX160" fmla="*/ 364104 w 806161"/>
                      <a:gd name="connsiteY160" fmla="*/ 352193 h 483697"/>
                      <a:gd name="connsiteX161" fmla="*/ 368941 w 806161"/>
                      <a:gd name="connsiteY161" fmla="*/ 353805 h 483697"/>
                      <a:gd name="connsiteX162" fmla="*/ 377002 w 806161"/>
                      <a:gd name="connsiteY162" fmla="*/ 355417 h 483697"/>
                      <a:gd name="connsiteX163" fmla="*/ 379582 w 806161"/>
                      <a:gd name="connsiteY163" fmla="*/ 356062 h 483697"/>
                      <a:gd name="connsiteX164" fmla="*/ 382807 w 806161"/>
                      <a:gd name="connsiteY164" fmla="*/ 360899 h 483697"/>
                      <a:gd name="connsiteX165" fmla="*/ 378615 w 806161"/>
                      <a:gd name="connsiteY165" fmla="*/ 363801 h 483697"/>
                      <a:gd name="connsiteX166" fmla="*/ 10038 w 806161"/>
                      <a:gd name="connsiteY166" fmla="*/ 359932 h 483697"/>
                      <a:gd name="connsiteX167" fmla="*/ 8103 w 806161"/>
                      <a:gd name="connsiteY167" fmla="*/ 359609 h 483697"/>
                      <a:gd name="connsiteX168" fmla="*/ 6490 w 806161"/>
                      <a:gd name="connsiteY168" fmla="*/ 354128 h 483697"/>
                      <a:gd name="connsiteX169" fmla="*/ 15842 w 806161"/>
                      <a:gd name="connsiteY169" fmla="*/ 340906 h 483697"/>
                      <a:gd name="connsiteX170" fmla="*/ 21969 w 806161"/>
                      <a:gd name="connsiteY170" fmla="*/ 332200 h 483697"/>
                      <a:gd name="connsiteX171" fmla="*/ 27451 w 806161"/>
                      <a:gd name="connsiteY171" fmla="*/ 330265 h 483697"/>
                      <a:gd name="connsiteX172" fmla="*/ 29385 w 806161"/>
                      <a:gd name="connsiteY172" fmla="*/ 335747 h 483697"/>
                      <a:gd name="connsiteX173" fmla="*/ 21969 w 806161"/>
                      <a:gd name="connsiteY173" fmla="*/ 346388 h 483697"/>
                      <a:gd name="connsiteX174" fmla="*/ 13585 w 806161"/>
                      <a:gd name="connsiteY174" fmla="*/ 357997 h 483697"/>
                      <a:gd name="connsiteX175" fmla="*/ 10038 w 806161"/>
                      <a:gd name="connsiteY175" fmla="*/ 359932 h 483697"/>
                      <a:gd name="connsiteX176" fmla="*/ 646260 w 806161"/>
                      <a:gd name="connsiteY176" fmla="*/ 358965 h 483697"/>
                      <a:gd name="connsiteX177" fmla="*/ 644326 w 806161"/>
                      <a:gd name="connsiteY177" fmla="*/ 358642 h 483697"/>
                      <a:gd name="connsiteX178" fmla="*/ 634974 w 806161"/>
                      <a:gd name="connsiteY178" fmla="*/ 352838 h 483697"/>
                      <a:gd name="connsiteX179" fmla="*/ 621753 w 806161"/>
                      <a:gd name="connsiteY179" fmla="*/ 348323 h 483697"/>
                      <a:gd name="connsiteX180" fmla="*/ 617883 w 806161"/>
                      <a:gd name="connsiteY180" fmla="*/ 344131 h 483697"/>
                      <a:gd name="connsiteX181" fmla="*/ 622075 w 806161"/>
                      <a:gd name="connsiteY181" fmla="*/ 340262 h 483697"/>
                      <a:gd name="connsiteX182" fmla="*/ 640134 w 806161"/>
                      <a:gd name="connsiteY182" fmla="*/ 346711 h 483697"/>
                      <a:gd name="connsiteX183" fmla="*/ 648195 w 806161"/>
                      <a:gd name="connsiteY183" fmla="*/ 351870 h 483697"/>
                      <a:gd name="connsiteX184" fmla="*/ 649807 w 806161"/>
                      <a:gd name="connsiteY184" fmla="*/ 357352 h 483697"/>
                      <a:gd name="connsiteX185" fmla="*/ 646260 w 806161"/>
                      <a:gd name="connsiteY185" fmla="*/ 358965 h 483697"/>
                      <a:gd name="connsiteX186" fmla="*/ 413441 w 806161"/>
                      <a:gd name="connsiteY186" fmla="*/ 357030 h 483697"/>
                      <a:gd name="connsiteX187" fmla="*/ 410861 w 806161"/>
                      <a:gd name="connsiteY187" fmla="*/ 356062 h 483697"/>
                      <a:gd name="connsiteX188" fmla="*/ 410216 w 806161"/>
                      <a:gd name="connsiteY188" fmla="*/ 350258 h 483697"/>
                      <a:gd name="connsiteX189" fmla="*/ 415376 w 806161"/>
                      <a:gd name="connsiteY189" fmla="*/ 343486 h 483697"/>
                      <a:gd name="connsiteX190" fmla="*/ 427952 w 806161"/>
                      <a:gd name="connsiteY190" fmla="*/ 328653 h 483697"/>
                      <a:gd name="connsiteX191" fmla="*/ 433756 w 806161"/>
                      <a:gd name="connsiteY191" fmla="*/ 328975 h 483697"/>
                      <a:gd name="connsiteX192" fmla="*/ 433434 w 806161"/>
                      <a:gd name="connsiteY192" fmla="*/ 334780 h 483697"/>
                      <a:gd name="connsiteX193" fmla="*/ 422147 w 806161"/>
                      <a:gd name="connsiteY193" fmla="*/ 348323 h 483697"/>
                      <a:gd name="connsiteX194" fmla="*/ 416988 w 806161"/>
                      <a:gd name="connsiteY194" fmla="*/ 355417 h 483697"/>
                      <a:gd name="connsiteX195" fmla="*/ 413441 w 806161"/>
                      <a:gd name="connsiteY195" fmla="*/ 357030 h 483697"/>
                      <a:gd name="connsiteX196" fmla="*/ 534687 w 806161"/>
                      <a:gd name="connsiteY196" fmla="*/ 355740 h 483697"/>
                      <a:gd name="connsiteX197" fmla="*/ 530818 w 806161"/>
                      <a:gd name="connsiteY197" fmla="*/ 352515 h 483697"/>
                      <a:gd name="connsiteX198" fmla="*/ 529528 w 806161"/>
                      <a:gd name="connsiteY198" fmla="*/ 344131 h 483697"/>
                      <a:gd name="connsiteX199" fmla="*/ 535977 w 806161"/>
                      <a:gd name="connsiteY199" fmla="*/ 335425 h 483697"/>
                      <a:gd name="connsiteX200" fmla="*/ 549521 w 806161"/>
                      <a:gd name="connsiteY200" fmla="*/ 335102 h 483697"/>
                      <a:gd name="connsiteX201" fmla="*/ 550488 w 806161"/>
                      <a:gd name="connsiteY201" fmla="*/ 335425 h 483697"/>
                      <a:gd name="connsiteX202" fmla="*/ 553713 w 806161"/>
                      <a:gd name="connsiteY202" fmla="*/ 340262 h 483697"/>
                      <a:gd name="connsiteX203" fmla="*/ 548876 w 806161"/>
                      <a:gd name="connsiteY203" fmla="*/ 343486 h 483697"/>
                      <a:gd name="connsiteX204" fmla="*/ 547909 w 806161"/>
                      <a:gd name="connsiteY204" fmla="*/ 343164 h 483697"/>
                      <a:gd name="connsiteX205" fmla="*/ 543716 w 806161"/>
                      <a:gd name="connsiteY205" fmla="*/ 342519 h 483697"/>
                      <a:gd name="connsiteX206" fmla="*/ 537590 w 806161"/>
                      <a:gd name="connsiteY206" fmla="*/ 343486 h 483697"/>
                      <a:gd name="connsiteX207" fmla="*/ 537590 w 806161"/>
                      <a:gd name="connsiteY207" fmla="*/ 344131 h 483697"/>
                      <a:gd name="connsiteX208" fmla="*/ 538557 w 806161"/>
                      <a:gd name="connsiteY208" fmla="*/ 350580 h 483697"/>
                      <a:gd name="connsiteX209" fmla="*/ 535655 w 806161"/>
                      <a:gd name="connsiteY209" fmla="*/ 355417 h 483697"/>
                      <a:gd name="connsiteX210" fmla="*/ 534687 w 806161"/>
                      <a:gd name="connsiteY210" fmla="*/ 355740 h 483697"/>
                      <a:gd name="connsiteX211" fmla="*/ 215448 w 806161"/>
                      <a:gd name="connsiteY211" fmla="*/ 351225 h 483697"/>
                      <a:gd name="connsiteX212" fmla="*/ 203839 w 806161"/>
                      <a:gd name="connsiteY212" fmla="*/ 337682 h 483697"/>
                      <a:gd name="connsiteX213" fmla="*/ 203839 w 806161"/>
                      <a:gd name="connsiteY213" fmla="*/ 335747 h 483697"/>
                      <a:gd name="connsiteX214" fmla="*/ 208031 w 806161"/>
                      <a:gd name="connsiteY214" fmla="*/ 332200 h 483697"/>
                      <a:gd name="connsiteX215" fmla="*/ 211900 w 806161"/>
                      <a:gd name="connsiteY215" fmla="*/ 336392 h 483697"/>
                      <a:gd name="connsiteX216" fmla="*/ 211900 w 806161"/>
                      <a:gd name="connsiteY216" fmla="*/ 337682 h 483697"/>
                      <a:gd name="connsiteX217" fmla="*/ 215448 w 806161"/>
                      <a:gd name="connsiteY217" fmla="*/ 343164 h 483697"/>
                      <a:gd name="connsiteX218" fmla="*/ 223187 w 806161"/>
                      <a:gd name="connsiteY218" fmla="*/ 339939 h 483697"/>
                      <a:gd name="connsiteX219" fmla="*/ 223832 w 806161"/>
                      <a:gd name="connsiteY219" fmla="*/ 339616 h 483697"/>
                      <a:gd name="connsiteX220" fmla="*/ 229313 w 806161"/>
                      <a:gd name="connsiteY220" fmla="*/ 340584 h 483697"/>
                      <a:gd name="connsiteX221" fmla="*/ 228346 w 806161"/>
                      <a:gd name="connsiteY221" fmla="*/ 346066 h 483697"/>
                      <a:gd name="connsiteX222" fmla="*/ 227701 w 806161"/>
                      <a:gd name="connsiteY222" fmla="*/ 346711 h 483697"/>
                      <a:gd name="connsiteX223" fmla="*/ 215448 w 806161"/>
                      <a:gd name="connsiteY223" fmla="*/ 351225 h 483697"/>
                      <a:gd name="connsiteX224" fmla="*/ 267687 w 806161"/>
                      <a:gd name="connsiteY224" fmla="*/ 348646 h 483697"/>
                      <a:gd name="connsiteX225" fmla="*/ 265752 w 806161"/>
                      <a:gd name="connsiteY225" fmla="*/ 348323 h 483697"/>
                      <a:gd name="connsiteX226" fmla="*/ 255756 w 806161"/>
                      <a:gd name="connsiteY226" fmla="*/ 330265 h 483697"/>
                      <a:gd name="connsiteX227" fmla="*/ 254143 w 806161"/>
                      <a:gd name="connsiteY227" fmla="*/ 324461 h 483697"/>
                      <a:gd name="connsiteX228" fmla="*/ 252853 w 806161"/>
                      <a:gd name="connsiteY228" fmla="*/ 318979 h 483697"/>
                      <a:gd name="connsiteX229" fmla="*/ 258335 w 806161"/>
                      <a:gd name="connsiteY229" fmla="*/ 317689 h 483697"/>
                      <a:gd name="connsiteX230" fmla="*/ 263817 w 806161"/>
                      <a:gd name="connsiteY230" fmla="*/ 329298 h 483697"/>
                      <a:gd name="connsiteX231" fmla="*/ 269621 w 806161"/>
                      <a:gd name="connsiteY231" fmla="*/ 340906 h 483697"/>
                      <a:gd name="connsiteX232" fmla="*/ 271556 w 806161"/>
                      <a:gd name="connsiteY232" fmla="*/ 346388 h 483697"/>
                      <a:gd name="connsiteX233" fmla="*/ 267687 w 806161"/>
                      <a:gd name="connsiteY233" fmla="*/ 348646 h 483697"/>
                      <a:gd name="connsiteX234" fmla="*/ 178687 w 806161"/>
                      <a:gd name="connsiteY234" fmla="*/ 338649 h 483697"/>
                      <a:gd name="connsiteX235" fmla="*/ 178364 w 806161"/>
                      <a:gd name="connsiteY235" fmla="*/ 338649 h 483697"/>
                      <a:gd name="connsiteX236" fmla="*/ 171915 w 806161"/>
                      <a:gd name="connsiteY236" fmla="*/ 335425 h 483697"/>
                      <a:gd name="connsiteX237" fmla="*/ 170947 w 806161"/>
                      <a:gd name="connsiteY237" fmla="*/ 334780 h 483697"/>
                      <a:gd name="connsiteX238" fmla="*/ 168368 w 806161"/>
                      <a:gd name="connsiteY238" fmla="*/ 334135 h 483697"/>
                      <a:gd name="connsiteX239" fmla="*/ 155147 w 806161"/>
                      <a:gd name="connsiteY239" fmla="*/ 322848 h 483697"/>
                      <a:gd name="connsiteX240" fmla="*/ 154502 w 806161"/>
                      <a:gd name="connsiteY240" fmla="*/ 321559 h 483697"/>
                      <a:gd name="connsiteX241" fmla="*/ 156114 w 806161"/>
                      <a:gd name="connsiteY241" fmla="*/ 316077 h 483697"/>
                      <a:gd name="connsiteX242" fmla="*/ 161596 w 806161"/>
                      <a:gd name="connsiteY242" fmla="*/ 317689 h 483697"/>
                      <a:gd name="connsiteX243" fmla="*/ 162563 w 806161"/>
                      <a:gd name="connsiteY243" fmla="*/ 319946 h 483697"/>
                      <a:gd name="connsiteX244" fmla="*/ 168368 w 806161"/>
                      <a:gd name="connsiteY244" fmla="*/ 325751 h 483697"/>
                      <a:gd name="connsiteX245" fmla="*/ 175462 w 806161"/>
                      <a:gd name="connsiteY245" fmla="*/ 328008 h 483697"/>
                      <a:gd name="connsiteX246" fmla="*/ 176429 w 806161"/>
                      <a:gd name="connsiteY246" fmla="*/ 328975 h 483697"/>
                      <a:gd name="connsiteX247" fmla="*/ 178364 w 806161"/>
                      <a:gd name="connsiteY247" fmla="*/ 330587 h 483697"/>
                      <a:gd name="connsiteX248" fmla="*/ 181911 w 806161"/>
                      <a:gd name="connsiteY248" fmla="*/ 335102 h 483697"/>
                      <a:gd name="connsiteX249" fmla="*/ 178687 w 806161"/>
                      <a:gd name="connsiteY249" fmla="*/ 338649 h 483697"/>
                      <a:gd name="connsiteX250" fmla="*/ 395383 w 806161"/>
                      <a:gd name="connsiteY250" fmla="*/ 333167 h 483697"/>
                      <a:gd name="connsiteX251" fmla="*/ 392158 w 806161"/>
                      <a:gd name="connsiteY251" fmla="*/ 331555 h 483697"/>
                      <a:gd name="connsiteX252" fmla="*/ 392803 w 806161"/>
                      <a:gd name="connsiteY252" fmla="*/ 325751 h 483697"/>
                      <a:gd name="connsiteX253" fmla="*/ 399575 w 806161"/>
                      <a:gd name="connsiteY253" fmla="*/ 318334 h 483697"/>
                      <a:gd name="connsiteX254" fmla="*/ 395705 w 806161"/>
                      <a:gd name="connsiteY254" fmla="*/ 311885 h 483697"/>
                      <a:gd name="connsiteX255" fmla="*/ 403767 w 806161"/>
                      <a:gd name="connsiteY255" fmla="*/ 308982 h 483697"/>
                      <a:gd name="connsiteX256" fmla="*/ 409571 w 806161"/>
                      <a:gd name="connsiteY256" fmla="*/ 314787 h 483697"/>
                      <a:gd name="connsiteX257" fmla="*/ 397963 w 806161"/>
                      <a:gd name="connsiteY257" fmla="*/ 331877 h 483697"/>
                      <a:gd name="connsiteX258" fmla="*/ 395383 w 806161"/>
                      <a:gd name="connsiteY258" fmla="*/ 333167 h 483697"/>
                      <a:gd name="connsiteX259" fmla="*/ 593054 w 806161"/>
                      <a:gd name="connsiteY259" fmla="*/ 332845 h 483697"/>
                      <a:gd name="connsiteX260" fmla="*/ 589184 w 806161"/>
                      <a:gd name="connsiteY260" fmla="*/ 330265 h 483697"/>
                      <a:gd name="connsiteX261" fmla="*/ 584025 w 806161"/>
                      <a:gd name="connsiteY261" fmla="*/ 321236 h 483697"/>
                      <a:gd name="connsiteX262" fmla="*/ 581445 w 806161"/>
                      <a:gd name="connsiteY262" fmla="*/ 326396 h 483697"/>
                      <a:gd name="connsiteX263" fmla="*/ 576608 w 806161"/>
                      <a:gd name="connsiteY263" fmla="*/ 329298 h 483697"/>
                      <a:gd name="connsiteX264" fmla="*/ 573706 w 806161"/>
                      <a:gd name="connsiteY264" fmla="*/ 324461 h 483697"/>
                      <a:gd name="connsiteX265" fmla="*/ 582090 w 806161"/>
                      <a:gd name="connsiteY265" fmla="*/ 313174 h 483697"/>
                      <a:gd name="connsiteX266" fmla="*/ 584025 w 806161"/>
                      <a:gd name="connsiteY266" fmla="*/ 312852 h 483697"/>
                      <a:gd name="connsiteX267" fmla="*/ 596923 w 806161"/>
                      <a:gd name="connsiteY267" fmla="*/ 327040 h 483697"/>
                      <a:gd name="connsiteX268" fmla="*/ 594666 w 806161"/>
                      <a:gd name="connsiteY268" fmla="*/ 332200 h 483697"/>
                      <a:gd name="connsiteX269" fmla="*/ 593054 w 806161"/>
                      <a:gd name="connsiteY269" fmla="*/ 332845 h 483697"/>
                      <a:gd name="connsiteX270" fmla="*/ 290582 w 806161"/>
                      <a:gd name="connsiteY270" fmla="*/ 324461 h 483697"/>
                      <a:gd name="connsiteX271" fmla="*/ 288970 w 806161"/>
                      <a:gd name="connsiteY271" fmla="*/ 324138 h 483697"/>
                      <a:gd name="connsiteX272" fmla="*/ 286712 w 806161"/>
                      <a:gd name="connsiteY272" fmla="*/ 318979 h 483697"/>
                      <a:gd name="connsiteX273" fmla="*/ 308317 w 806161"/>
                      <a:gd name="connsiteY273" fmla="*/ 298986 h 483697"/>
                      <a:gd name="connsiteX274" fmla="*/ 313477 w 806161"/>
                      <a:gd name="connsiteY274" fmla="*/ 301566 h 483697"/>
                      <a:gd name="connsiteX275" fmla="*/ 310897 w 806161"/>
                      <a:gd name="connsiteY275" fmla="*/ 306725 h 483697"/>
                      <a:gd name="connsiteX276" fmla="*/ 294129 w 806161"/>
                      <a:gd name="connsiteY276" fmla="*/ 322204 h 483697"/>
                      <a:gd name="connsiteX277" fmla="*/ 290582 w 806161"/>
                      <a:gd name="connsiteY277" fmla="*/ 324461 h 483697"/>
                      <a:gd name="connsiteX278" fmla="*/ 70983 w 806161"/>
                      <a:gd name="connsiteY278" fmla="*/ 308015 h 483697"/>
                      <a:gd name="connsiteX279" fmla="*/ 67114 w 806161"/>
                      <a:gd name="connsiteY279" fmla="*/ 304790 h 483697"/>
                      <a:gd name="connsiteX280" fmla="*/ 64857 w 806161"/>
                      <a:gd name="connsiteY280" fmla="*/ 289312 h 483697"/>
                      <a:gd name="connsiteX281" fmla="*/ 63889 w 806161"/>
                      <a:gd name="connsiteY281" fmla="*/ 280928 h 483697"/>
                      <a:gd name="connsiteX282" fmla="*/ 63244 w 806161"/>
                      <a:gd name="connsiteY282" fmla="*/ 277381 h 483697"/>
                      <a:gd name="connsiteX283" fmla="*/ 66791 w 806161"/>
                      <a:gd name="connsiteY283" fmla="*/ 272866 h 483697"/>
                      <a:gd name="connsiteX284" fmla="*/ 71306 w 806161"/>
                      <a:gd name="connsiteY284" fmla="*/ 276413 h 483697"/>
                      <a:gd name="connsiteX285" fmla="*/ 71628 w 806161"/>
                      <a:gd name="connsiteY285" fmla="*/ 279638 h 483697"/>
                      <a:gd name="connsiteX286" fmla="*/ 72596 w 806161"/>
                      <a:gd name="connsiteY286" fmla="*/ 289312 h 483697"/>
                      <a:gd name="connsiteX287" fmla="*/ 74530 w 806161"/>
                      <a:gd name="connsiteY287" fmla="*/ 302856 h 483697"/>
                      <a:gd name="connsiteX288" fmla="*/ 71306 w 806161"/>
                      <a:gd name="connsiteY288" fmla="*/ 307693 h 483697"/>
                      <a:gd name="connsiteX289" fmla="*/ 70983 w 806161"/>
                      <a:gd name="connsiteY289" fmla="*/ 308015 h 483697"/>
                      <a:gd name="connsiteX290" fmla="*/ 128705 w 806161"/>
                      <a:gd name="connsiteY290" fmla="*/ 307370 h 483697"/>
                      <a:gd name="connsiteX291" fmla="*/ 127737 w 806161"/>
                      <a:gd name="connsiteY291" fmla="*/ 307370 h 483697"/>
                      <a:gd name="connsiteX292" fmla="*/ 119675 w 806161"/>
                      <a:gd name="connsiteY292" fmla="*/ 297374 h 483697"/>
                      <a:gd name="connsiteX293" fmla="*/ 119675 w 806161"/>
                      <a:gd name="connsiteY293" fmla="*/ 295116 h 483697"/>
                      <a:gd name="connsiteX294" fmla="*/ 119675 w 806161"/>
                      <a:gd name="connsiteY294" fmla="*/ 293827 h 483697"/>
                      <a:gd name="connsiteX295" fmla="*/ 117096 w 806161"/>
                      <a:gd name="connsiteY295" fmla="*/ 290279 h 483697"/>
                      <a:gd name="connsiteX296" fmla="*/ 113226 w 806161"/>
                      <a:gd name="connsiteY296" fmla="*/ 284798 h 483697"/>
                      <a:gd name="connsiteX297" fmla="*/ 116451 w 806161"/>
                      <a:gd name="connsiteY297" fmla="*/ 278993 h 483697"/>
                      <a:gd name="connsiteX298" fmla="*/ 122255 w 806161"/>
                      <a:gd name="connsiteY298" fmla="*/ 279316 h 483697"/>
                      <a:gd name="connsiteX299" fmla="*/ 122900 w 806161"/>
                      <a:gd name="connsiteY299" fmla="*/ 283830 h 483697"/>
                      <a:gd name="connsiteX300" fmla="*/ 128060 w 806161"/>
                      <a:gd name="connsiteY300" fmla="*/ 293504 h 483697"/>
                      <a:gd name="connsiteX301" fmla="*/ 127737 w 806161"/>
                      <a:gd name="connsiteY301" fmla="*/ 296084 h 483697"/>
                      <a:gd name="connsiteX302" fmla="*/ 127737 w 806161"/>
                      <a:gd name="connsiteY302" fmla="*/ 297051 h 483697"/>
                      <a:gd name="connsiteX303" fmla="*/ 129994 w 806161"/>
                      <a:gd name="connsiteY303" fmla="*/ 299308 h 483697"/>
                      <a:gd name="connsiteX304" fmla="*/ 132896 w 806161"/>
                      <a:gd name="connsiteY304" fmla="*/ 304145 h 483697"/>
                      <a:gd name="connsiteX305" fmla="*/ 128705 w 806161"/>
                      <a:gd name="connsiteY305" fmla="*/ 307370 h 483697"/>
                      <a:gd name="connsiteX306" fmla="*/ 195132 w 806161"/>
                      <a:gd name="connsiteY306" fmla="*/ 305758 h 483697"/>
                      <a:gd name="connsiteX307" fmla="*/ 192553 w 806161"/>
                      <a:gd name="connsiteY307" fmla="*/ 304790 h 483697"/>
                      <a:gd name="connsiteX308" fmla="*/ 191908 w 806161"/>
                      <a:gd name="connsiteY308" fmla="*/ 298986 h 483697"/>
                      <a:gd name="connsiteX309" fmla="*/ 208031 w 806161"/>
                      <a:gd name="connsiteY309" fmla="*/ 290602 h 483697"/>
                      <a:gd name="connsiteX310" fmla="*/ 221574 w 806161"/>
                      <a:gd name="connsiteY310" fmla="*/ 298019 h 483697"/>
                      <a:gd name="connsiteX311" fmla="*/ 219962 w 806161"/>
                      <a:gd name="connsiteY311" fmla="*/ 303501 h 483697"/>
                      <a:gd name="connsiteX312" fmla="*/ 214480 w 806161"/>
                      <a:gd name="connsiteY312" fmla="*/ 301888 h 483697"/>
                      <a:gd name="connsiteX313" fmla="*/ 208031 w 806161"/>
                      <a:gd name="connsiteY313" fmla="*/ 298341 h 483697"/>
                      <a:gd name="connsiteX314" fmla="*/ 198357 w 806161"/>
                      <a:gd name="connsiteY314" fmla="*/ 303501 h 483697"/>
                      <a:gd name="connsiteX315" fmla="*/ 195132 w 806161"/>
                      <a:gd name="connsiteY315" fmla="*/ 305758 h 483697"/>
                      <a:gd name="connsiteX316" fmla="*/ 367973 w 806161"/>
                      <a:gd name="connsiteY316" fmla="*/ 304145 h 483697"/>
                      <a:gd name="connsiteX317" fmla="*/ 364749 w 806161"/>
                      <a:gd name="connsiteY317" fmla="*/ 302533 h 483697"/>
                      <a:gd name="connsiteX318" fmla="*/ 361524 w 806161"/>
                      <a:gd name="connsiteY318" fmla="*/ 298341 h 483697"/>
                      <a:gd name="connsiteX319" fmla="*/ 352817 w 806161"/>
                      <a:gd name="connsiteY319" fmla="*/ 292537 h 483697"/>
                      <a:gd name="connsiteX320" fmla="*/ 347336 w 806161"/>
                      <a:gd name="connsiteY320" fmla="*/ 293827 h 483697"/>
                      <a:gd name="connsiteX321" fmla="*/ 342176 w 806161"/>
                      <a:gd name="connsiteY321" fmla="*/ 291569 h 483697"/>
                      <a:gd name="connsiteX322" fmla="*/ 344434 w 806161"/>
                      <a:gd name="connsiteY322" fmla="*/ 286410 h 483697"/>
                      <a:gd name="connsiteX323" fmla="*/ 352817 w 806161"/>
                      <a:gd name="connsiteY323" fmla="*/ 284475 h 483697"/>
                      <a:gd name="connsiteX324" fmla="*/ 367651 w 806161"/>
                      <a:gd name="connsiteY324" fmla="*/ 293182 h 483697"/>
                      <a:gd name="connsiteX325" fmla="*/ 371198 w 806161"/>
                      <a:gd name="connsiteY325" fmla="*/ 297696 h 483697"/>
                      <a:gd name="connsiteX326" fmla="*/ 370553 w 806161"/>
                      <a:gd name="connsiteY326" fmla="*/ 303501 h 483697"/>
                      <a:gd name="connsiteX327" fmla="*/ 367973 w 806161"/>
                      <a:gd name="connsiteY327" fmla="*/ 304145 h 483697"/>
                      <a:gd name="connsiteX328" fmla="*/ 26806 w 806161"/>
                      <a:gd name="connsiteY328" fmla="*/ 302856 h 483697"/>
                      <a:gd name="connsiteX329" fmla="*/ 23581 w 806161"/>
                      <a:gd name="connsiteY329" fmla="*/ 301243 h 483697"/>
                      <a:gd name="connsiteX330" fmla="*/ 20356 w 806161"/>
                      <a:gd name="connsiteY330" fmla="*/ 297374 h 483697"/>
                      <a:gd name="connsiteX331" fmla="*/ 17132 w 806161"/>
                      <a:gd name="connsiteY331" fmla="*/ 293182 h 483697"/>
                      <a:gd name="connsiteX332" fmla="*/ 15197 w 806161"/>
                      <a:gd name="connsiteY332" fmla="*/ 285765 h 483697"/>
                      <a:gd name="connsiteX333" fmla="*/ 17454 w 806161"/>
                      <a:gd name="connsiteY333" fmla="*/ 273189 h 483697"/>
                      <a:gd name="connsiteX334" fmla="*/ 22614 w 806161"/>
                      <a:gd name="connsiteY334" fmla="*/ 270609 h 483697"/>
                      <a:gd name="connsiteX335" fmla="*/ 25193 w 806161"/>
                      <a:gd name="connsiteY335" fmla="*/ 275769 h 483697"/>
                      <a:gd name="connsiteX336" fmla="*/ 23259 w 806161"/>
                      <a:gd name="connsiteY336" fmla="*/ 285765 h 483697"/>
                      <a:gd name="connsiteX337" fmla="*/ 23581 w 806161"/>
                      <a:gd name="connsiteY337" fmla="*/ 288667 h 483697"/>
                      <a:gd name="connsiteX338" fmla="*/ 26483 w 806161"/>
                      <a:gd name="connsiteY338" fmla="*/ 292214 h 483697"/>
                      <a:gd name="connsiteX339" fmla="*/ 30030 w 806161"/>
                      <a:gd name="connsiteY339" fmla="*/ 296406 h 483697"/>
                      <a:gd name="connsiteX340" fmla="*/ 29385 w 806161"/>
                      <a:gd name="connsiteY340" fmla="*/ 302211 h 483697"/>
                      <a:gd name="connsiteX341" fmla="*/ 26806 w 806161"/>
                      <a:gd name="connsiteY341" fmla="*/ 302856 h 483697"/>
                      <a:gd name="connsiteX342" fmla="*/ 95491 w 806161"/>
                      <a:gd name="connsiteY342" fmla="*/ 272866 h 483697"/>
                      <a:gd name="connsiteX343" fmla="*/ 92588 w 806161"/>
                      <a:gd name="connsiteY343" fmla="*/ 271577 h 483697"/>
                      <a:gd name="connsiteX344" fmla="*/ 92588 w 806161"/>
                      <a:gd name="connsiteY344" fmla="*/ 265772 h 483697"/>
                      <a:gd name="connsiteX345" fmla="*/ 117741 w 806161"/>
                      <a:gd name="connsiteY345" fmla="*/ 249971 h 483697"/>
                      <a:gd name="connsiteX346" fmla="*/ 121933 w 806161"/>
                      <a:gd name="connsiteY346" fmla="*/ 253841 h 483697"/>
                      <a:gd name="connsiteX347" fmla="*/ 118063 w 806161"/>
                      <a:gd name="connsiteY347" fmla="*/ 258033 h 483697"/>
                      <a:gd name="connsiteX348" fmla="*/ 98715 w 806161"/>
                      <a:gd name="connsiteY348" fmla="*/ 271577 h 483697"/>
                      <a:gd name="connsiteX349" fmla="*/ 95491 w 806161"/>
                      <a:gd name="connsiteY349" fmla="*/ 272866 h 483697"/>
                      <a:gd name="connsiteX350" fmla="*/ 45831 w 806161"/>
                      <a:gd name="connsiteY350" fmla="*/ 250939 h 483697"/>
                      <a:gd name="connsiteX351" fmla="*/ 42284 w 806161"/>
                      <a:gd name="connsiteY351" fmla="*/ 248681 h 483697"/>
                      <a:gd name="connsiteX352" fmla="*/ 43896 w 806161"/>
                      <a:gd name="connsiteY352" fmla="*/ 243200 h 483697"/>
                      <a:gd name="connsiteX353" fmla="*/ 43896 w 806161"/>
                      <a:gd name="connsiteY353" fmla="*/ 243200 h 483697"/>
                      <a:gd name="connsiteX354" fmla="*/ 47121 w 806161"/>
                      <a:gd name="connsiteY354" fmla="*/ 241587 h 483697"/>
                      <a:gd name="connsiteX355" fmla="*/ 60664 w 806161"/>
                      <a:gd name="connsiteY355" fmla="*/ 239008 h 483697"/>
                      <a:gd name="connsiteX356" fmla="*/ 71306 w 806161"/>
                      <a:gd name="connsiteY356" fmla="*/ 238040 h 483697"/>
                      <a:gd name="connsiteX357" fmla="*/ 75820 w 806161"/>
                      <a:gd name="connsiteY357" fmla="*/ 241587 h 483697"/>
                      <a:gd name="connsiteX358" fmla="*/ 72273 w 806161"/>
                      <a:gd name="connsiteY358" fmla="*/ 246102 h 483697"/>
                      <a:gd name="connsiteX359" fmla="*/ 60987 w 806161"/>
                      <a:gd name="connsiteY359" fmla="*/ 247069 h 483697"/>
                      <a:gd name="connsiteX360" fmla="*/ 50668 w 806161"/>
                      <a:gd name="connsiteY360" fmla="*/ 248681 h 483697"/>
                      <a:gd name="connsiteX361" fmla="*/ 47443 w 806161"/>
                      <a:gd name="connsiteY361" fmla="*/ 250294 h 483697"/>
                      <a:gd name="connsiteX362" fmla="*/ 45831 w 806161"/>
                      <a:gd name="connsiteY362" fmla="*/ 250939 h 483697"/>
                      <a:gd name="connsiteX363" fmla="*/ 100973 w 806161"/>
                      <a:gd name="connsiteY363" fmla="*/ 230623 h 483697"/>
                      <a:gd name="connsiteX364" fmla="*/ 100973 w 806161"/>
                      <a:gd name="connsiteY364" fmla="*/ 230623 h 483697"/>
                      <a:gd name="connsiteX365" fmla="*/ 96780 w 806161"/>
                      <a:gd name="connsiteY365" fmla="*/ 226431 h 483697"/>
                      <a:gd name="connsiteX366" fmla="*/ 103230 w 806161"/>
                      <a:gd name="connsiteY366" fmla="*/ 213533 h 483697"/>
                      <a:gd name="connsiteX367" fmla="*/ 109357 w 806161"/>
                      <a:gd name="connsiteY367" fmla="*/ 206439 h 483697"/>
                      <a:gd name="connsiteX368" fmla="*/ 111291 w 806161"/>
                      <a:gd name="connsiteY368" fmla="*/ 202569 h 483697"/>
                      <a:gd name="connsiteX369" fmla="*/ 116451 w 806161"/>
                      <a:gd name="connsiteY369" fmla="*/ 200312 h 483697"/>
                      <a:gd name="connsiteX370" fmla="*/ 118708 w 806161"/>
                      <a:gd name="connsiteY370" fmla="*/ 205471 h 483697"/>
                      <a:gd name="connsiteX371" fmla="*/ 116451 w 806161"/>
                      <a:gd name="connsiteY371" fmla="*/ 209986 h 483697"/>
                      <a:gd name="connsiteX372" fmla="*/ 108712 w 806161"/>
                      <a:gd name="connsiteY372" fmla="*/ 219015 h 483697"/>
                      <a:gd name="connsiteX373" fmla="*/ 104842 w 806161"/>
                      <a:gd name="connsiteY373" fmla="*/ 226109 h 483697"/>
                      <a:gd name="connsiteX374" fmla="*/ 100973 w 806161"/>
                      <a:gd name="connsiteY374" fmla="*/ 230623 h 483697"/>
                      <a:gd name="connsiteX375" fmla="*/ 132252 w 806161"/>
                      <a:gd name="connsiteY375" fmla="*/ 174837 h 483697"/>
                      <a:gd name="connsiteX376" fmla="*/ 130962 w 806161"/>
                      <a:gd name="connsiteY376" fmla="*/ 174515 h 483697"/>
                      <a:gd name="connsiteX377" fmla="*/ 128705 w 806161"/>
                      <a:gd name="connsiteY377" fmla="*/ 169355 h 483697"/>
                      <a:gd name="connsiteX378" fmla="*/ 132252 w 806161"/>
                      <a:gd name="connsiteY378" fmla="*/ 156779 h 483697"/>
                      <a:gd name="connsiteX379" fmla="*/ 136121 w 806161"/>
                      <a:gd name="connsiteY379" fmla="*/ 143235 h 483697"/>
                      <a:gd name="connsiteX380" fmla="*/ 141281 w 806161"/>
                      <a:gd name="connsiteY380" fmla="*/ 140978 h 483697"/>
                      <a:gd name="connsiteX381" fmla="*/ 143538 w 806161"/>
                      <a:gd name="connsiteY381" fmla="*/ 146138 h 483697"/>
                      <a:gd name="connsiteX382" fmla="*/ 139991 w 806161"/>
                      <a:gd name="connsiteY382" fmla="*/ 158714 h 483697"/>
                      <a:gd name="connsiteX383" fmla="*/ 136121 w 806161"/>
                      <a:gd name="connsiteY383" fmla="*/ 172257 h 483697"/>
                      <a:gd name="connsiteX384" fmla="*/ 132252 w 806161"/>
                      <a:gd name="connsiteY384" fmla="*/ 174837 h 483697"/>
                      <a:gd name="connsiteX385" fmla="*/ 156759 w 806161"/>
                      <a:gd name="connsiteY385" fmla="*/ 114859 h 483697"/>
                      <a:gd name="connsiteX386" fmla="*/ 155147 w 806161"/>
                      <a:gd name="connsiteY386" fmla="*/ 114536 h 483697"/>
                      <a:gd name="connsiteX387" fmla="*/ 152889 w 806161"/>
                      <a:gd name="connsiteY387" fmla="*/ 109377 h 483697"/>
                      <a:gd name="connsiteX388" fmla="*/ 153857 w 806161"/>
                      <a:gd name="connsiteY388" fmla="*/ 102927 h 483697"/>
                      <a:gd name="connsiteX389" fmla="*/ 152244 w 806161"/>
                      <a:gd name="connsiteY389" fmla="*/ 89384 h 483697"/>
                      <a:gd name="connsiteX390" fmla="*/ 151600 w 806161"/>
                      <a:gd name="connsiteY390" fmla="*/ 84869 h 483697"/>
                      <a:gd name="connsiteX391" fmla="*/ 155147 w 806161"/>
                      <a:gd name="connsiteY391" fmla="*/ 80355 h 483697"/>
                      <a:gd name="connsiteX392" fmla="*/ 159661 w 806161"/>
                      <a:gd name="connsiteY392" fmla="*/ 83902 h 483697"/>
                      <a:gd name="connsiteX393" fmla="*/ 160306 w 806161"/>
                      <a:gd name="connsiteY393" fmla="*/ 88417 h 483697"/>
                      <a:gd name="connsiteX394" fmla="*/ 161918 w 806161"/>
                      <a:gd name="connsiteY394" fmla="*/ 103250 h 483697"/>
                      <a:gd name="connsiteX395" fmla="*/ 160306 w 806161"/>
                      <a:gd name="connsiteY395" fmla="*/ 112924 h 483697"/>
                      <a:gd name="connsiteX396" fmla="*/ 156759 w 806161"/>
                      <a:gd name="connsiteY396" fmla="*/ 114859 h 483697"/>
                      <a:gd name="connsiteX397" fmla="*/ 147085 w 806161"/>
                      <a:gd name="connsiteY397" fmla="*/ 51333 h 483697"/>
                      <a:gd name="connsiteX398" fmla="*/ 143538 w 806161"/>
                      <a:gd name="connsiteY398" fmla="*/ 49398 h 483697"/>
                      <a:gd name="connsiteX399" fmla="*/ 135799 w 806161"/>
                      <a:gd name="connsiteY399" fmla="*/ 37789 h 483697"/>
                      <a:gd name="connsiteX400" fmla="*/ 135154 w 806161"/>
                      <a:gd name="connsiteY400" fmla="*/ 36822 h 483697"/>
                      <a:gd name="connsiteX401" fmla="*/ 128060 w 806161"/>
                      <a:gd name="connsiteY401" fmla="*/ 29083 h 483697"/>
                      <a:gd name="connsiteX402" fmla="*/ 127737 w 806161"/>
                      <a:gd name="connsiteY402" fmla="*/ 23279 h 483697"/>
                      <a:gd name="connsiteX403" fmla="*/ 133541 w 806161"/>
                      <a:gd name="connsiteY403" fmla="*/ 22956 h 483697"/>
                      <a:gd name="connsiteX404" fmla="*/ 141926 w 806161"/>
                      <a:gd name="connsiteY404" fmla="*/ 31985 h 483697"/>
                      <a:gd name="connsiteX405" fmla="*/ 142571 w 806161"/>
                      <a:gd name="connsiteY405" fmla="*/ 32953 h 483697"/>
                      <a:gd name="connsiteX406" fmla="*/ 150632 w 806161"/>
                      <a:gd name="connsiteY406" fmla="*/ 45206 h 483697"/>
                      <a:gd name="connsiteX407" fmla="*/ 149020 w 806161"/>
                      <a:gd name="connsiteY407" fmla="*/ 50688 h 483697"/>
                      <a:gd name="connsiteX408" fmla="*/ 147085 w 806161"/>
                      <a:gd name="connsiteY408" fmla="*/ 51333 h 483697"/>
                      <a:gd name="connsiteX409" fmla="*/ 98393 w 806161"/>
                      <a:gd name="connsiteY409" fmla="*/ 10380 h 483697"/>
                      <a:gd name="connsiteX410" fmla="*/ 97103 w 806161"/>
                      <a:gd name="connsiteY410" fmla="*/ 10057 h 483697"/>
                      <a:gd name="connsiteX411" fmla="*/ 85172 w 806161"/>
                      <a:gd name="connsiteY411" fmla="*/ 8123 h 483697"/>
                      <a:gd name="connsiteX412" fmla="*/ 77110 w 806161"/>
                      <a:gd name="connsiteY412" fmla="*/ 8768 h 483697"/>
                      <a:gd name="connsiteX413" fmla="*/ 71951 w 806161"/>
                      <a:gd name="connsiteY413" fmla="*/ 9413 h 483697"/>
                      <a:gd name="connsiteX414" fmla="*/ 67436 w 806161"/>
                      <a:gd name="connsiteY414" fmla="*/ 5866 h 483697"/>
                      <a:gd name="connsiteX415" fmla="*/ 70983 w 806161"/>
                      <a:gd name="connsiteY415" fmla="*/ 1351 h 483697"/>
                      <a:gd name="connsiteX416" fmla="*/ 76143 w 806161"/>
                      <a:gd name="connsiteY416" fmla="*/ 706 h 483697"/>
                      <a:gd name="connsiteX417" fmla="*/ 84204 w 806161"/>
                      <a:gd name="connsiteY417" fmla="*/ 61 h 483697"/>
                      <a:gd name="connsiteX418" fmla="*/ 99360 w 806161"/>
                      <a:gd name="connsiteY418" fmla="*/ 2641 h 483697"/>
                      <a:gd name="connsiteX419" fmla="*/ 101940 w 806161"/>
                      <a:gd name="connsiteY419" fmla="*/ 7800 h 483697"/>
                      <a:gd name="connsiteX420" fmla="*/ 98393 w 806161"/>
                      <a:gd name="connsiteY420" fmla="*/ 10380 h 4836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  <a:cxn ang="0">
                        <a:pos x="connsiteX284" y="connsiteY284"/>
                      </a:cxn>
                      <a:cxn ang="0">
                        <a:pos x="connsiteX285" y="connsiteY285"/>
                      </a:cxn>
                      <a:cxn ang="0">
                        <a:pos x="connsiteX286" y="connsiteY286"/>
                      </a:cxn>
                      <a:cxn ang="0">
                        <a:pos x="connsiteX287" y="connsiteY287"/>
                      </a:cxn>
                      <a:cxn ang="0">
                        <a:pos x="connsiteX288" y="connsiteY288"/>
                      </a:cxn>
                      <a:cxn ang="0">
                        <a:pos x="connsiteX289" y="connsiteY289"/>
                      </a:cxn>
                      <a:cxn ang="0">
                        <a:pos x="connsiteX290" y="connsiteY290"/>
                      </a:cxn>
                      <a:cxn ang="0">
                        <a:pos x="connsiteX291" y="connsiteY291"/>
                      </a:cxn>
                      <a:cxn ang="0">
                        <a:pos x="connsiteX292" y="connsiteY292"/>
                      </a:cxn>
                      <a:cxn ang="0">
                        <a:pos x="connsiteX293" y="connsiteY293"/>
                      </a:cxn>
                      <a:cxn ang="0">
                        <a:pos x="connsiteX294" y="connsiteY294"/>
                      </a:cxn>
                      <a:cxn ang="0">
                        <a:pos x="connsiteX295" y="connsiteY295"/>
                      </a:cxn>
                      <a:cxn ang="0">
                        <a:pos x="connsiteX296" y="connsiteY296"/>
                      </a:cxn>
                      <a:cxn ang="0">
                        <a:pos x="connsiteX297" y="connsiteY297"/>
                      </a:cxn>
                      <a:cxn ang="0">
                        <a:pos x="connsiteX298" y="connsiteY298"/>
                      </a:cxn>
                      <a:cxn ang="0">
                        <a:pos x="connsiteX299" y="connsiteY299"/>
                      </a:cxn>
                      <a:cxn ang="0">
                        <a:pos x="connsiteX300" y="connsiteY300"/>
                      </a:cxn>
                      <a:cxn ang="0">
                        <a:pos x="connsiteX301" y="connsiteY301"/>
                      </a:cxn>
                      <a:cxn ang="0">
                        <a:pos x="connsiteX302" y="connsiteY302"/>
                      </a:cxn>
                      <a:cxn ang="0">
                        <a:pos x="connsiteX303" y="connsiteY303"/>
                      </a:cxn>
                      <a:cxn ang="0">
                        <a:pos x="connsiteX304" y="connsiteY304"/>
                      </a:cxn>
                      <a:cxn ang="0">
                        <a:pos x="connsiteX305" y="connsiteY305"/>
                      </a:cxn>
                      <a:cxn ang="0">
                        <a:pos x="connsiteX306" y="connsiteY306"/>
                      </a:cxn>
                      <a:cxn ang="0">
                        <a:pos x="connsiteX307" y="connsiteY307"/>
                      </a:cxn>
                      <a:cxn ang="0">
                        <a:pos x="connsiteX308" y="connsiteY308"/>
                      </a:cxn>
                      <a:cxn ang="0">
                        <a:pos x="connsiteX309" y="connsiteY309"/>
                      </a:cxn>
                      <a:cxn ang="0">
                        <a:pos x="connsiteX310" y="connsiteY310"/>
                      </a:cxn>
                      <a:cxn ang="0">
                        <a:pos x="connsiteX311" y="connsiteY311"/>
                      </a:cxn>
                      <a:cxn ang="0">
                        <a:pos x="connsiteX312" y="connsiteY312"/>
                      </a:cxn>
                      <a:cxn ang="0">
                        <a:pos x="connsiteX313" y="connsiteY313"/>
                      </a:cxn>
                      <a:cxn ang="0">
                        <a:pos x="connsiteX314" y="connsiteY314"/>
                      </a:cxn>
                      <a:cxn ang="0">
                        <a:pos x="connsiteX315" y="connsiteY315"/>
                      </a:cxn>
                      <a:cxn ang="0">
                        <a:pos x="connsiteX316" y="connsiteY316"/>
                      </a:cxn>
                      <a:cxn ang="0">
                        <a:pos x="connsiteX317" y="connsiteY317"/>
                      </a:cxn>
                      <a:cxn ang="0">
                        <a:pos x="connsiteX318" y="connsiteY318"/>
                      </a:cxn>
                      <a:cxn ang="0">
                        <a:pos x="connsiteX319" y="connsiteY319"/>
                      </a:cxn>
                      <a:cxn ang="0">
                        <a:pos x="connsiteX320" y="connsiteY320"/>
                      </a:cxn>
                      <a:cxn ang="0">
                        <a:pos x="connsiteX321" y="connsiteY321"/>
                      </a:cxn>
                      <a:cxn ang="0">
                        <a:pos x="connsiteX322" y="connsiteY322"/>
                      </a:cxn>
                      <a:cxn ang="0">
                        <a:pos x="connsiteX323" y="connsiteY323"/>
                      </a:cxn>
                      <a:cxn ang="0">
                        <a:pos x="connsiteX324" y="connsiteY324"/>
                      </a:cxn>
                      <a:cxn ang="0">
                        <a:pos x="connsiteX325" y="connsiteY325"/>
                      </a:cxn>
                      <a:cxn ang="0">
                        <a:pos x="connsiteX326" y="connsiteY326"/>
                      </a:cxn>
                      <a:cxn ang="0">
                        <a:pos x="connsiteX327" y="connsiteY327"/>
                      </a:cxn>
                      <a:cxn ang="0">
                        <a:pos x="connsiteX328" y="connsiteY328"/>
                      </a:cxn>
                      <a:cxn ang="0">
                        <a:pos x="connsiteX329" y="connsiteY329"/>
                      </a:cxn>
                      <a:cxn ang="0">
                        <a:pos x="connsiteX330" y="connsiteY330"/>
                      </a:cxn>
                      <a:cxn ang="0">
                        <a:pos x="connsiteX331" y="connsiteY331"/>
                      </a:cxn>
                      <a:cxn ang="0">
                        <a:pos x="connsiteX332" y="connsiteY332"/>
                      </a:cxn>
                      <a:cxn ang="0">
                        <a:pos x="connsiteX333" y="connsiteY333"/>
                      </a:cxn>
                      <a:cxn ang="0">
                        <a:pos x="connsiteX334" y="connsiteY334"/>
                      </a:cxn>
                      <a:cxn ang="0">
                        <a:pos x="connsiteX335" y="connsiteY335"/>
                      </a:cxn>
                      <a:cxn ang="0">
                        <a:pos x="connsiteX336" y="connsiteY336"/>
                      </a:cxn>
                      <a:cxn ang="0">
                        <a:pos x="connsiteX337" y="connsiteY337"/>
                      </a:cxn>
                      <a:cxn ang="0">
                        <a:pos x="connsiteX338" y="connsiteY338"/>
                      </a:cxn>
                      <a:cxn ang="0">
                        <a:pos x="connsiteX339" y="connsiteY339"/>
                      </a:cxn>
                      <a:cxn ang="0">
                        <a:pos x="connsiteX340" y="connsiteY340"/>
                      </a:cxn>
                      <a:cxn ang="0">
                        <a:pos x="connsiteX341" y="connsiteY341"/>
                      </a:cxn>
                      <a:cxn ang="0">
                        <a:pos x="connsiteX342" y="connsiteY342"/>
                      </a:cxn>
                      <a:cxn ang="0">
                        <a:pos x="connsiteX343" y="connsiteY343"/>
                      </a:cxn>
                      <a:cxn ang="0">
                        <a:pos x="connsiteX344" y="connsiteY344"/>
                      </a:cxn>
                      <a:cxn ang="0">
                        <a:pos x="connsiteX345" y="connsiteY345"/>
                      </a:cxn>
                      <a:cxn ang="0">
                        <a:pos x="connsiteX346" y="connsiteY346"/>
                      </a:cxn>
                      <a:cxn ang="0">
                        <a:pos x="connsiteX347" y="connsiteY347"/>
                      </a:cxn>
                      <a:cxn ang="0">
                        <a:pos x="connsiteX348" y="connsiteY348"/>
                      </a:cxn>
                      <a:cxn ang="0">
                        <a:pos x="connsiteX349" y="connsiteY349"/>
                      </a:cxn>
                      <a:cxn ang="0">
                        <a:pos x="connsiteX350" y="connsiteY350"/>
                      </a:cxn>
                      <a:cxn ang="0">
                        <a:pos x="connsiteX351" y="connsiteY351"/>
                      </a:cxn>
                      <a:cxn ang="0">
                        <a:pos x="connsiteX352" y="connsiteY352"/>
                      </a:cxn>
                      <a:cxn ang="0">
                        <a:pos x="connsiteX353" y="connsiteY353"/>
                      </a:cxn>
                      <a:cxn ang="0">
                        <a:pos x="connsiteX354" y="connsiteY354"/>
                      </a:cxn>
                      <a:cxn ang="0">
                        <a:pos x="connsiteX355" y="connsiteY355"/>
                      </a:cxn>
                      <a:cxn ang="0">
                        <a:pos x="connsiteX356" y="connsiteY356"/>
                      </a:cxn>
                      <a:cxn ang="0">
                        <a:pos x="connsiteX357" y="connsiteY357"/>
                      </a:cxn>
                      <a:cxn ang="0">
                        <a:pos x="connsiteX358" y="connsiteY358"/>
                      </a:cxn>
                      <a:cxn ang="0">
                        <a:pos x="connsiteX359" y="connsiteY359"/>
                      </a:cxn>
                      <a:cxn ang="0">
                        <a:pos x="connsiteX360" y="connsiteY360"/>
                      </a:cxn>
                      <a:cxn ang="0">
                        <a:pos x="connsiteX361" y="connsiteY361"/>
                      </a:cxn>
                      <a:cxn ang="0">
                        <a:pos x="connsiteX362" y="connsiteY362"/>
                      </a:cxn>
                      <a:cxn ang="0">
                        <a:pos x="connsiteX363" y="connsiteY363"/>
                      </a:cxn>
                      <a:cxn ang="0">
                        <a:pos x="connsiteX364" y="connsiteY364"/>
                      </a:cxn>
                      <a:cxn ang="0">
                        <a:pos x="connsiteX365" y="connsiteY365"/>
                      </a:cxn>
                      <a:cxn ang="0">
                        <a:pos x="connsiteX366" y="connsiteY366"/>
                      </a:cxn>
                      <a:cxn ang="0">
                        <a:pos x="connsiteX367" y="connsiteY367"/>
                      </a:cxn>
                      <a:cxn ang="0">
                        <a:pos x="connsiteX368" y="connsiteY368"/>
                      </a:cxn>
                      <a:cxn ang="0">
                        <a:pos x="connsiteX369" y="connsiteY369"/>
                      </a:cxn>
                      <a:cxn ang="0">
                        <a:pos x="connsiteX370" y="connsiteY370"/>
                      </a:cxn>
                      <a:cxn ang="0">
                        <a:pos x="connsiteX371" y="connsiteY371"/>
                      </a:cxn>
                      <a:cxn ang="0">
                        <a:pos x="connsiteX372" y="connsiteY372"/>
                      </a:cxn>
                      <a:cxn ang="0">
                        <a:pos x="connsiteX373" y="connsiteY373"/>
                      </a:cxn>
                      <a:cxn ang="0">
                        <a:pos x="connsiteX374" y="connsiteY374"/>
                      </a:cxn>
                      <a:cxn ang="0">
                        <a:pos x="connsiteX375" y="connsiteY375"/>
                      </a:cxn>
                      <a:cxn ang="0">
                        <a:pos x="connsiteX376" y="connsiteY376"/>
                      </a:cxn>
                      <a:cxn ang="0">
                        <a:pos x="connsiteX377" y="connsiteY377"/>
                      </a:cxn>
                      <a:cxn ang="0">
                        <a:pos x="connsiteX378" y="connsiteY378"/>
                      </a:cxn>
                      <a:cxn ang="0">
                        <a:pos x="connsiteX379" y="connsiteY379"/>
                      </a:cxn>
                      <a:cxn ang="0">
                        <a:pos x="connsiteX380" y="connsiteY380"/>
                      </a:cxn>
                      <a:cxn ang="0">
                        <a:pos x="connsiteX381" y="connsiteY381"/>
                      </a:cxn>
                      <a:cxn ang="0">
                        <a:pos x="connsiteX382" y="connsiteY382"/>
                      </a:cxn>
                      <a:cxn ang="0">
                        <a:pos x="connsiteX383" y="connsiteY383"/>
                      </a:cxn>
                      <a:cxn ang="0">
                        <a:pos x="connsiteX384" y="connsiteY384"/>
                      </a:cxn>
                      <a:cxn ang="0">
                        <a:pos x="connsiteX385" y="connsiteY385"/>
                      </a:cxn>
                      <a:cxn ang="0">
                        <a:pos x="connsiteX386" y="connsiteY386"/>
                      </a:cxn>
                      <a:cxn ang="0">
                        <a:pos x="connsiteX387" y="connsiteY387"/>
                      </a:cxn>
                      <a:cxn ang="0">
                        <a:pos x="connsiteX388" y="connsiteY388"/>
                      </a:cxn>
                      <a:cxn ang="0">
                        <a:pos x="connsiteX389" y="connsiteY389"/>
                      </a:cxn>
                      <a:cxn ang="0">
                        <a:pos x="connsiteX390" y="connsiteY390"/>
                      </a:cxn>
                      <a:cxn ang="0">
                        <a:pos x="connsiteX391" y="connsiteY391"/>
                      </a:cxn>
                      <a:cxn ang="0">
                        <a:pos x="connsiteX392" y="connsiteY392"/>
                      </a:cxn>
                      <a:cxn ang="0">
                        <a:pos x="connsiteX393" y="connsiteY393"/>
                      </a:cxn>
                      <a:cxn ang="0">
                        <a:pos x="connsiteX394" y="connsiteY394"/>
                      </a:cxn>
                      <a:cxn ang="0">
                        <a:pos x="connsiteX395" y="connsiteY395"/>
                      </a:cxn>
                      <a:cxn ang="0">
                        <a:pos x="connsiteX396" y="connsiteY396"/>
                      </a:cxn>
                      <a:cxn ang="0">
                        <a:pos x="connsiteX397" y="connsiteY397"/>
                      </a:cxn>
                      <a:cxn ang="0">
                        <a:pos x="connsiteX398" y="connsiteY398"/>
                      </a:cxn>
                      <a:cxn ang="0">
                        <a:pos x="connsiteX399" y="connsiteY399"/>
                      </a:cxn>
                      <a:cxn ang="0">
                        <a:pos x="connsiteX400" y="connsiteY400"/>
                      </a:cxn>
                      <a:cxn ang="0">
                        <a:pos x="connsiteX401" y="connsiteY401"/>
                      </a:cxn>
                      <a:cxn ang="0">
                        <a:pos x="connsiteX402" y="connsiteY402"/>
                      </a:cxn>
                      <a:cxn ang="0">
                        <a:pos x="connsiteX403" y="connsiteY403"/>
                      </a:cxn>
                      <a:cxn ang="0">
                        <a:pos x="connsiteX404" y="connsiteY404"/>
                      </a:cxn>
                      <a:cxn ang="0">
                        <a:pos x="connsiteX405" y="connsiteY405"/>
                      </a:cxn>
                      <a:cxn ang="0">
                        <a:pos x="connsiteX406" y="connsiteY406"/>
                      </a:cxn>
                      <a:cxn ang="0">
                        <a:pos x="connsiteX407" y="connsiteY407"/>
                      </a:cxn>
                      <a:cxn ang="0">
                        <a:pos x="connsiteX408" y="connsiteY408"/>
                      </a:cxn>
                      <a:cxn ang="0">
                        <a:pos x="connsiteX409" y="connsiteY409"/>
                      </a:cxn>
                      <a:cxn ang="0">
                        <a:pos x="connsiteX410" y="connsiteY410"/>
                      </a:cxn>
                      <a:cxn ang="0">
                        <a:pos x="connsiteX411" y="connsiteY411"/>
                      </a:cxn>
                      <a:cxn ang="0">
                        <a:pos x="connsiteX412" y="connsiteY412"/>
                      </a:cxn>
                      <a:cxn ang="0">
                        <a:pos x="connsiteX413" y="connsiteY413"/>
                      </a:cxn>
                      <a:cxn ang="0">
                        <a:pos x="connsiteX414" y="connsiteY414"/>
                      </a:cxn>
                      <a:cxn ang="0">
                        <a:pos x="connsiteX415" y="connsiteY415"/>
                      </a:cxn>
                      <a:cxn ang="0">
                        <a:pos x="connsiteX416" y="connsiteY416"/>
                      </a:cxn>
                      <a:cxn ang="0">
                        <a:pos x="connsiteX417" y="connsiteY417"/>
                      </a:cxn>
                      <a:cxn ang="0">
                        <a:pos x="connsiteX418" y="connsiteY418"/>
                      </a:cxn>
                      <a:cxn ang="0">
                        <a:pos x="connsiteX419" y="connsiteY419"/>
                      </a:cxn>
                      <a:cxn ang="0">
                        <a:pos x="connsiteX420" y="connsiteY420"/>
                      </a:cxn>
                    </a:cxnLst>
                    <a:rect l="l" t="t" r="r" b="b"/>
                    <a:pathLst>
                      <a:path w="806161" h="483697">
                        <a:moveTo>
                          <a:pt x="97425" y="509556"/>
                        </a:moveTo>
                        <a:cubicBezTo>
                          <a:pt x="95813" y="509556"/>
                          <a:pt x="94201" y="508588"/>
                          <a:pt x="93556" y="506653"/>
                        </a:cubicBezTo>
                        <a:cubicBezTo>
                          <a:pt x="92911" y="504396"/>
                          <a:pt x="93878" y="502139"/>
                          <a:pt x="96136" y="501494"/>
                        </a:cubicBezTo>
                        <a:cubicBezTo>
                          <a:pt x="97425" y="501171"/>
                          <a:pt x="98715" y="500527"/>
                          <a:pt x="100328" y="499882"/>
                        </a:cubicBezTo>
                        <a:cubicBezTo>
                          <a:pt x="105487" y="497624"/>
                          <a:pt x="112259" y="494722"/>
                          <a:pt x="119675" y="495690"/>
                        </a:cubicBezTo>
                        <a:cubicBezTo>
                          <a:pt x="120965" y="496012"/>
                          <a:pt x="122255" y="496012"/>
                          <a:pt x="123868" y="496012"/>
                        </a:cubicBezTo>
                        <a:cubicBezTo>
                          <a:pt x="126125" y="496012"/>
                          <a:pt x="127737" y="497947"/>
                          <a:pt x="127737" y="500204"/>
                        </a:cubicBezTo>
                        <a:cubicBezTo>
                          <a:pt x="127737" y="502461"/>
                          <a:pt x="125802" y="504074"/>
                          <a:pt x="123545" y="504074"/>
                        </a:cubicBezTo>
                        <a:cubicBezTo>
                          <a:pt x="121933" y="504074"/>
                          <a:pt x="120320" y="503751"/>
                          <a:pt x="118708" y="503751"/>
                        </a:cubicBezTo>
                        <a:cubicBezTo>
                          <a:pt x="113226" y="503106"/>
                          <a:pt x="108067" y="505364"/>
                          <a:pt x="103552" y="507298"/>
                        </a:cubicBezTo>
                        <a:cubicBezTo>
                          <a:pt x="101940" y="507943"/>
                          <a:pt x="100328" y="508588"/>
                          <a:pt x="98715" y="509233"/>
                        </a:cubicBezTo>
                        <a:cubicBezTo>
                          <a:pt x="98070" y="509556"/>
                          <a:pt x="97748" y="509556"/>
                          <a:pt x="97425" y="509556"/>
                        </a:cubicBezTo>
                        <a:close/>
                        <a:moveTo>
                          <a:pt x="808138" y="499237"/>
                        </a:moveTo>
                        <a:cubicBezTo>
                          <a:pt x="805880" y="499237"/>
                          <a:pt x="804268" y="497624"/>
                          <a:pt x="804268" y="495367"/>
                        </a:cubicBezTo>
                        <a:cubicBezTo>
                          <a:pt x="804268" y="491820"/>
                          <a:pt x="802011" y="487951"/>
                          <a:pt x="797496" y="481824"/>
                        </a:cubicBezTo>
                        <a:cubicBezTo>
                          <a:pt x="794916" y="478276"/>
                          <a:pt x="793304" y="475374"/>
                          <a:pt x="792014" y="472795"/>
                        </a:cubicBezTo>
                        <a:cubicBezTo>
                          <a:pt x="791047" y="470860"/>
                          <a:pt x="792337" y="468280"/>
                          <a:pt x="794272" y="467635"/>
                        </a:cubicBezTo>
                        <a:cubicBezTo>
                          <a:pt x="796206" y="466668"/>
                          <a:pt x="798786" y="467958"/>
                          <a:pt x="799431" y="469892"/>
                        </a:cubicBezTo>
                        <a:cubicBezTo>
                          <a:pt x="800076" y="471827"/>
                          <a:pt x="801366" y="473762"/>
                          <a:pt x="803623" y="476987"/>
                        </a:cubicBezTo>
                        <a:cubicBezTo>
                          <a:pt x="807815" y="482468"/>
                          <a:pt x="811685" y="488595"/>
                          <a:pt x="812007" y="495045"/>
                        </a:cubicBezTo>
                        <a:cubicBezTo>
                          <a:pt x="812330" y="496979"/>
                          <a:pt x="810717" y="498914"/>
                          <a:pt x="808138" y="499237"/>
                        </a:cubicBezTo>
                        <a:cubicBezTo>
                          <a:pt x="808460" y="499237"/>
                          <a:pt x="808460" y="499237"/>
                          <a:pt x="808138" y="499237"/>
                        </a:cubicBezTo>
                        <a:close/>
                        <a:moveTo>
                          <a:pt x="68726" y="493755"/>
                        </a:moveTo>
                        <a:cubicBezTo>
                          <a:pt x="68404" y="493755"/>
                          <a:pt x="67759" y="493755"/>
                          <a:pt x="67436" y="493432"/>
                        </a:cubicBezTo>
                        <a:cubicBezTo>
                          <a:pt x="60342" y="490853"/>
                          <a:pt x="53570" y="485693"/>
                          <a:pt x="48733" y="478922"/>
                        </a:cubicBezTo>
                        <a:cubicBezTo>
                          <a:pt x="48411" y="478276"/>
                          <a:pt x="48088" y="478276"/>
                          <a:pt x="47766" y="478276"/>
                        </a:cubicBezTo>
                        <a:cubicBezTo>
                          <a:pt x="45509" y="478599"/>
                          <a:pt x="43574" y="476987"/>
                          <a:pt x="43251" y="474729"/>
                        </a:cubicBezTo>
                        <a:cubicBezTo>
                          <a:pt x="42929" y="472472"/>
                          <a:pt x="44541" y="470537"/>
                          <a:pt x="46798" y="470215"/>
                        </a:cubicBezTo>
                        <a:cubicBezTo>
                          <a:pt x="50346" y="469892"/>
                          <a:pt x="53248" y="471182"/>
                          <a:pt x="55183" y="474085"/>
                        </a:cubicBezTo>
                        <a:cubicBezTo>
                          <a:pt x="59052" y="479566"/>
                          <a:pt x="64534" y="483758"/>
                          <a:pt x="70016" y="485693"/>
                        </a:cubicBezTo>
                        <a:cubicBezTo>
                          <a:pt x="72273" y="486338"/>
                          <a:pt x="73241" y="488595"/>
                          <a:pt x="72596" y="490853"/>
                        </a:cubicBezTo>
                        <a:cubicBezTo>
                          <a:pt x="71951" y="492465"/>
                          <a:pt x="70338" y="493755"/>
                          <a:pt x="68726" y="493755"/>
                        </a:cubicBezTo>
                        <a:close/>
                        <a:moveTo>
                          <a:pt x="14874" y="484403"/>
                        </a:moveTo>
                        <a:cubicBezTo>
                          <a:pt x="13907" y="484403"/>
                          <a:pt x="12617" y="484081"/>
                          <a:pt x="11972" y="483113"/>
                        </a:cubicBezTo>
                        <a:cubicBezTo>
                          <a:pt x="9715" y="480534"/>
                          <a:pt x="8425" y="478276"/>
                          <a:pt x="8425" y="474085"/>
                        </a:cubicBezTo>
                        <a:cubicBezTo>
                          <a:pt x="8425" y="472150"/>
                          <a:pt x="8748" y="469892"/>
                          <a:pt x="9070" y="466023"/>
                        </a:cubicBezTo>
                        <a:cubicBezTo>
                          <a:pt x="9393" y="464410"/>
                          <a:pt x="9393" y="462476"/>
                          <a:pt x="9715" y="459896"/>
                        </a:cubicBezTo>
                        <a:cubicBezTo>
                          <a:pt x="9715" y="458929"/>
                          <a:pt x="9715" y="457961"/>
                          <a:pt x="9715" y="456994"/>
                        </a:cubicBezTo>
                        <a:cubicBezTo>
                          <a:pt x="9715" y="456026"/>
                          <a:pt x="9715" y="455059"/>
                          <a:pt x="9715" y="454414"/>
                        </a:cubicBezTo>
                        <a:cubicBezTo>
                          <a:pt x="9393" y="452157"/>
                          <a:pt x="11005" y="450222"/>
                          <a:pt x="13262" y="449900"/>
                        </a:cubicBezTo>
                        <a:cubicBezTo>
                          <a:pt x="15519" y="449577"/>
                          <a:pt x="17454" y="451190"/>
                          <a:pt x="17777" y="453447"/>
                        </a:cubicBezTo>
                        <a:cubicBezTo>
                          <a:pt x="17777" y="454414"/>
                          <a:pt x="18099" y="455704"/>
                          <a:pt x="18099" y="456994"/>
                        </a:cubicBezTo>
                        <a:cubicBezTo>
                          <a:pt x="18099" y="457961"/>
                          <a:pt x="18099" y="459251"/>
                          <a:pt x="17777" y="460541"/>
                        </a:cubicBezTo>
                        <a:cubicBezTo>
                          <a:pt x="17454" y="462798"/>
                          <a:pt x="17454" y="464733"/>
                          <a:pt x="17132" y="466668"/>
                        </a:cubicBezTo>
                        <a:cubicBezTo>
                          <a:pt x="16809" y="469892"/>
                          <a:pt x="16487" y="472150"/>
                          <a:pt x="16487" y="473762"/>
                        </a:cubicBezTo>
                        <a:cubicBezTo>
                          <a:pt x="16487" y="475374"/>
                          <a:pt x="16487" y="475697"/>
                          <a:pt x="18099" y="477309"/>
                        </a:cubicBezTo>
                        <a:cubicBezTo>
                          <a:pt x="19711" y="478922"/>
                          <a:pt x="19389" y="481501"/>
                          <a:pt x="17777" y="483113"/>
                        </a:cubicBezTo>
                        <a:cubicBezTo>
                          <a:pt x="16809" y="484081"/>
                          <a:pt x="15842" y="484403"/>
                          <a:pt x="14874" y="484403"/>
                        </a:cubicBezTo>
                        <a:close/>
                        <a:moveTo>
                          <a:pt x="139991" y="479889"/>
                        </a:moveTo>
                        <a:cubicBezTo>
                          <a:pt x="138378" y="479889"/>
                          <a:pt x="136766" y="478922"/>
                          <a:pt x="136121" y="477309"/>
                        </a:cubicBezTo>
                        <a:cubicBezTo>
                          <a:pt x="133219" y="468925"/>
                          <a:pt x="131929" y="464410"/>
                          <a:pt x="131284" y="460863"/>
                        </a:cubicBezTo>
                        <a:cubicBezTo>
                          <a:pt x="130317" y="457639"/>
                          <a:pt x="129994" y="455381"/>
                          <a:pt x="128382" y="451834"/>
                        </a:cubicBezTo>
                        <a:cubicBezTo>
                          <a:pt x="127415" y="449900"/>
                          <a:pt x="128382" y="447320"/>
                          <a:pt x="130639" y="446675"/>
                        </a:cubicBezTo>
                        <a:cubicBezTo>
                          <a:pt x="132574" y="445707"/>
                          <a:pt x="135154" y="446675"/>
                          <a:pt x="135799" y="448932"/>
                        </a:cubicBezTo>
                        <a:cubicBezTo>
                          <a:pt x="137411" y="453124"/>
                          <a:pt x="138378" y="455704"/>
                          <a:pt x="139023" y="459251"/>
                        </a:cubicBezTo>
                        <a:cubicBezTo>
                          <a:pt x="139991" y="462798"/>
                          <a:pt x="140958" y="466990"/>
                          <a:pt x="143860" y="475052"/>
                        </a:cubicBezTo>
                        <a:cubicBezTo>
                          <a:pt x="144505" y="477309"/>
                          <a:pt x="143538" y="479566"/>
                          <a:pt x="141281" y="480211"/>
                        </a:cubicBezTo>
                        <a:cubicBezTo>
                          <a:pt x="140958" y="479889"/>
                          <a:pt x="140313" y="479889"/>
                          <a:pt x="139991" y="479889"/>
                        </a:cubicBezTo>
                        <a:close/>
                        <a:moveTo>
                          <a:pt x="791047" y="438291"/>
                        </a:moveTo>
                        <a:cubicBezTo>
                          <a:pt x="790402" y="438291"/>
                          <a:pt x="789757" y="438291"/>
                          <a:pt x="789112" y="437968"/>
                        </a:cubicBezTo>
                        <a:cubicBezTo>
                          <a:pt x="787177" y="437001"/>
                          <a:pt x="786210" y="434421"/>
                          <a:pt x="787177" y="432487"/>
                        </a:cubicBezTo>
                        <a:cubicBezTo>
                          <a:pt x="788145" y="430229"/>
                          <a:pt x="789757" y="428617"/>
                          <a:pt x="790725" y="427327"/>
                        </a:cubicBezTo>
                        <a:cubicBezTo>
                          <a:pt x="792014" y="425715"/>
                          <a:pt x="792659" y="425070"/>
                          <a:pt x="792659" y="424425"/>
                        </a:cubicBezTo>
                        <a:cubicBezTo>
                          <a:pt x="792659" y="424102"/>
                          <a:pt x="792337" y="423458"/>
                          <a:pt x="792337" y="422812"/>
                        </a:cubicBezTo>
                        <a:cubicBezTo>
                          <a:pt x="791047" y="420233"/>
                          <a:pt x="789435" y="419265"/>
                          <a:pt x="785888" y="418621"/>
                        </a:cubicBezTo>
                        <a:cubicBezTo>
                          <a:pt x="783630" y="418298"/>
                          <a:pt x="782340" y="416041"/>
                          <a:pt x="782663" y="414106"/>
                        </a:cubicBezTo>
                        <a:cubicBezTo>
                          <a:pt x="782985" y="411849"/>
                          <a:pt x="785243" y="410559"/>
                          <a:pt x="787177" y="410881"/>
                        </a:cubicBezTo>
                        <a:cubicBezTo>
                          <a:pt x="791047" y="411526"/>
                          <a:pt x="796529" y="413139"/>
                          <a:pt x="799431" y="419588"/>
                        </a:cubicBezTo>
                        <a:cubicBezTo>
                          <a:pt x="800076" y="421200"/>
                          <a:pt x="800721" y="423135"/>
                          <a:pt x="800721" y="424747"/>
                        </a:cubicBezTo>
                        <a:cubicBezTo>
                          <a:pt x="800721" y="428294"/>
                          <a:pt x="798786" y="430874"/>
                          <a:pt x="796851" y="432809"/>
                        </a:cubicBezTo>
                        <a:cubicBezTo>
                          <a:pt x="795884" y="433776"/>
                          <a:pt x="794916" y="435066"/>
                          <a:pt x="794272" y="436356"/>
                        </a:cubicBezTo>
                        <a:cubicBezTo>
                          <a:pt x="793949" y="437646"/>
                          <a:pt x="792659" y="438291"/>
                          <a:pt x="791047" y="438291"/>
                        </a:cubicBezTo>
                        <a:close/>
                        <a:moveTo>
                          <a:pt x="110969" y="426037"/>
                        </a:moveTo>
                        <a:cubicBezTo>
                          <a:pt x="109357" y="426037"/>
                          <a:pt x="108067" y="425070"/>
                          <a:pt x="107422" y="423780"/>
                        </a:cubicBezTo>
                        <a:lnTo>
                          <a:pt x="106777" y="422168"/>
                        </a:lnTo>
                        <a:cubicBezTo>
                          <a:pt x="105487" y="419265"/>
                          <a:pt x="104197" y="416363"/>
                          <a:pt x="100973" y="413139"/>
                        </a:cubicBezTo>
                        <a:cubicBezTo>
                          <a:pt x="96780" y="408946"/>
                          <a:pt x="93878" y="405399"/>
                          <a:pt x="91944" y="401852"/>
                        </a:cubicBezTo>
                        <a:cubicBezTo>
                          <a:pt x="90976" y="399917"/>
                          <a:pt x="91621" y="397338"/>
                          <a:pt x="93556" y="396370"/>
                        </a:cubicBezTo>
                        <a:cubicBezTo>
                          <a:pt x="95491" y="395403"/>
                          <a:pt x="98070" y="396048"/>
                          <a:pt x="99038" y="397983"/>
                        </a:cubicBezTo>
                        <a:cubicBezTo>
                          <a:pt x="100328" y="400885"/>
                          <a:pt x="102907" y="403787"/>
                          <a:pt x="106454" y="407334"/>
                        </a:cubicBezTo>
                        <a:cubicBezTo>
                          <a:pt x="110646" y="411849"/>
                          <a:pt x="112581" y="415718"/>
                          <a:pt x="113871" y="418621"/>
                        </a:cubicBezTo>
                        <a:lnTo>
                          <a:pt x="114516" y="419910"/>
                        </a:lnTo>
                        <a:cubicBezTo>
                          <a:pt x="115483" y="421845"/>
                          <a:pt x="114516" y="424425"/>
                          <a:pt x="112581" y="425392"/>
                        </a:cubicBezTo>
                        <a:cubicBezTo>
                          <a:pt x="112259" y="426037"/>
                          <a:pt x="111614" y="426037"/>
                          <a:pt x="110969" y="426037"/>
                        </a:cubicBezTo>
                        <a:close/>
                        <a:moveTo>
                          <a:pt x="9393" y="423135"/>
                        </a:moveTo>
                        <a:cubicBezTo>
                          <a:pt x="7458" y="423135"/>
                          <a:pt x="5845" y="421845"/>
                          <a:pt x="5523" y="419588"/>
                        </a:cubicBezTo>
                        <a:cubicBezTo>
                          <a:pt x="5201" y="416686"/>
                          <a:pt x="4233" y="413783"/>
                          <a:pt x="3588" y="409592"/>
                        </a:cubicBezTo>
                        <a:cubicBezTo>
                          <a:pt x="2621" y="406044"/>
                          <a:pt x="1653" y="401852"/>
                          <a:pt x="686" y="396693"/>
                        </a:cubicBezTo>
                        <a:cubicBezTo>
                          <a:pt x="364" y="395403"/>
                          <a:pt x="364" y="394113"/>
                          <a:pt x="41" y="393146"/>
                        </a:cubicBezTo>
                        <a:cubicBezTo>
                          <a:pt x="-281" y="390889"/>
                          <a:pt x="1331" y="388954"/>
                          <a:pt x="3588" y="388631"/>
                        </a:cubicBezTo>
                        <a:cubicBezTo>
                          <a:pt x="5845" y="388309"/>
                          <a:pt x="7780" y="389921"/>
                          <a:pt x="8103" y="392178"/>
                        </a:cubicBezTo>
                        <a:cubicBezTo>
                          <a:pt x="8103" y="393146"/>
                          <a:pt x="8425" y="394436"/>
                          <a:pt x="8748" y="395403"/>
                        </a:cubicBezTo>
                        <a:cubicBezTo>
                          <a:pt x="9715" y="400563"/>
                          <a:pt x="10682" y="404432"/>
                          <a:pt x="11650" y="407979"/>
                        </a:cubicBezTo>
                        <a:cubicBezTo>
                          <a:pt x="12617" y="412171"/>
                          <a:pt x="13262" y="415396"/>
                          <a:pt x="13907" y="418621"/>
                        </a:cubicBezTo>
                        <a:cubicBezTo>
                          <a:pt x="14229" y="420878"/>
                          <a:pt x="12617" y="422812"/>
                          <a:pt x="10682" y="423135"/>
                        </a:cubicBezTo>
                        <a:cubicBezTo>
                          <a:pt x="9715" y="423135"/>
                          <a:pt x="9393" y="423135"/>
                          <a:pt x="9393" y="423135"/>
                        </a:cubicBezTo>
                        <a:close/>
                        <a:moveTo>
                          <a:pt x="725264" y="419910"/>
                        </a:moveTo>
                        <a:cubicBezTo>
                          <a:pt x="724619" y="419910"/>
                          <a:pt x="723652" y="419910"/>
                          <a:pt x="723007" y="419910"/>
                        </a:cubicBezTo>
                        <a:cubicBezTo>
                          <a:pt x="720750" y="419588"/>
                          <a:pt x="719137" y="417653"/>
                          <a:pt x="719460" y="415396"/>
                        </a:cubicBezTo>
                        <a:cubicBezTo>
                          <a:pt x="719782" y="413139"/>
                          <a:pt x="721717" y="411526"/>
                          <a:pt x="723974" y="411849"/>
                        </a:cubicBezTo>
                        <a:cubicBezTo>
                          <a:pt x="726232" y="412171"/>
                          <a:pt x="728811" y="411849"/>
                          <a:pt x="730746" y="410881"/>
                        </a:cubicBezTo>
                        <a:cubicBezTo>
                          <a:pt x="738808" y="407979"/>
                          <a:pt x="744290" y="406367"/>
                          <a:pt x="749449" y="405722"/>
                        </a:cubicBezTo>
                        <a:cubicBezTo>
                          <a:pt x="751706" y="405399"/>
                          <a:pt x="753641" y="407012"/>
                          <a:pt x="753964" y="409269"/>
                        </a:cubicBezTo>
                        <a:cubicBezTo>
                          <a:pt x="754286" y="411526"/>
                          <a:pt x="752674" y="413461"/>
                          <a:pt x="750416" y="413783"/>
                        </a:cubicBezTo>
                        <a:cubicBezTo>
                          <a:pt x="746224" y="414429"/>
                          <a:pt x="741065" y="415718"/>
                          <a:pt x="733648" y="418298"/>
                        </a:cubicBezTo>
                        <a:cubicBezTo>
                          <a:pt x="730746" y="419588"/>
                          <a:pt x="727844" y="419910"/>
                          <a:pt x="725264" y="419910"/>
                        </a:cubicBezTo>
                        <a:close/>
                        <a:moveTo>
                          <a:pt x="693663" y="397983"/>
                        </a:moveTo>
                        <a:cubicBezTo>
                          <a:pt x="692373" y="397983"/>
                          <a:pt x="690761" y="397338"/>
                          <a:pt x="690115" y="395726"/>
                        </a:cubicBezTo>
                        <a:cubicBezTo>
                          <a:pt x="688181" y="391856"/>
                          <a:pt x="686891" y="388309"/>
                          <a:pt x="686568" y="384439"/>
                        </a:cubicBezTo>
                        <a:cubicBezTo>
                          <a:pt x="686246" y="381214"/>
                          <a:pt x="683666" y="377990"/>
                          <a:pt x="678184" y="374443"/>
                        </a:cubicBezTo>
                        <a:cubicBezTo>
                          <a:pt x="676249" y="373153"/>
                          <a:pt x="675927" y="370573"/>
                          <a:pt x="676895" y="368961"/>
                        </a:cubicBezTo>
                        <a:cubicBezTo>
                          <a:pt x="678184" y="367026"/>
                          <a:pt x="680764" y="366704"/>
                          <a:pt x="682376" y="367671"/>
                        </a:cubicBezTo>
                        <a:cubicBezTo>
                          <a:pt x="689793" y="372508"/>
                          <a:pt x="693663" y="377667"/>
                          <a:pt x="694308" y="383472"/>
                        </a:cubicBezTo>
                        <a:cubicBezTo>
                          <a:pt x="694630" y="386051"/>
                          <a:pt x="695598" y="388954"/>
                          <a:pt x="697210" y="391856"/>
                        </a:cubicBezTo>
                        <a:cubicBezTo>
                          <a:pt x="698177" y="393791"/>
                          <a:pt x="697532" y="396370"/>
                          <a:pt x="695598" y="397338"/>
                        </a:cubicBezTo>
                        <a:cubicBezTo>
                          <a:pt x="694952" y="397983"/>
                          <a:pt x="694308" y="397983"/>
                          <a:pt x="693663" y="397983"/>
                        </a:cubicBezTo>
                        <a:close/>
                        <a:moveTo>
                          <a:pt x="490187" y="377345"/>
                        </a:moveTo>
                        <a:cubicBezTo>
                          <a:pt x="488253" y="377345"/>
                          <a:pt x="486640" y="376055"/>
                          <a:pt x="486318" y="374443"/>
                        </a:cubicBezTo>
                        <a:cubicBezTo>
                          <a:pt x="485673" y="372185"/>
                          <a:pt x="486963" y="369928"/>
                          <a:pt x="489220" y="369606"/>
                        </a:cubicBezTo>
                        <a:lnTo>
                          <a:pt x="490510" y="369283"/>
                        </a:lnTo>
                        <a:cubicBezTo>
                          <a:pt x="503731" y="365414"/>
                          <a:pt x="508568" y="364124"/>
                          <a:pt x="512115" y="364124"/>
                        </a:cubicBezTo>
                        <a:cubicBezTo>
                          <a:pt x="514050" y="364446"/>
                          <a:pt x="515662" y="364446"/>
                          <a:pt x="517274" y="365091"/>
                        </a:cubicBezTo>
                        <a:cubicBezTo>
                          <a:pt x="519532" y="365736"/>
                          <a:pt x="520821" y="367994"/>
                          <a:pt x="520177" y="369928"/>
                        </a:cubicBezTo>
                        <a:cubicBezTo>
                          <a:pt x="519532" y="372185"/>
                          <a:pt x="517274" y="373475"/>
                          <a:pt x="515340" y="372831"/>
                        </a:cubicBezTo>
                        <a:cubicBezTo>
                          <a:pt x="514050" y="372508"/>
                          <a:pt x="513082" y="372185"/>
                          <a:pt x="512115" y="372185"/>
                        </a:cubicBezTo>
                        <a:cubicBezTo>
                          <a:pt x="509535" y="372185"/>
                          <a:pt x="504376" y="373475"/>
                          <a:pt x="492767" y="377023"/>
                        </a:cubicBezTo>
                        <a:lnTo>
                          <a:pt x="491155" y="377345"/>
                        </a:lnTo>
                        <a:cubicBezTo>
                          <a:pt x="490832" y="377023"/>
                          <a:pt x="490510" y="377345"/>
                          <a:pt x="490187" y="377345"/>
                        </a:cubicBezTo>
                        <a:close/>
                        <a:moveTo>
                          <a:pt x="85817" y="368961"/>
                        </a:moveTo>
                        <a:cubicBezTo>
                          <a:pt x="84849" y="368961"/>
                          <a:pt x="83882" y="368638"/>
                          <a:pt x="82914" y="367671"/>
                        </a:cubicBezTo>
                        <a:cubicBezTo>
                          <a:pt x="76143" y="361222"/>
                          <a:pt x="72596" y="351870"/>
                          <a:pt x="72596" y="346388"/>
                        </a:cubicBezTo>
                        <a:cubicBezTo>
                          <a:pt x="72596" y="344453"/>
                          <a:pt x="72918" y="342841"/>
                          <a:pt x="73886" y="341551"/>
                        </a:cubicBezTo>
                        <a:cubicBezTo>
                          <a:pt x="73563" y="339616"/>
                          <a:pt x="75175" y="337359"/>
                          <a:pt x="77110" y="337037"/>
                        </a:cubicBezTo>
                        <a:cubicBezTo>
                          <a:pt x="79367" y="336714"/>
                          <a:pt x="81302" y="337682"/>
                          <a:pt x="81947" y="339939"/>
                        </a:cubicBezTo>
                        <a:cubicBezTo>
                          <a:pt x="81947" y="340584"/>
                          <a:pt x="82270" y="341551"/>
                          <a:pt x="82270" y="341874"/>
                        </a:cubicBezTo>
                        <a:cubicBezTo>
                          <a:pt x="82270" y="343809"/>
                          <a:pt x="81625" y="345099"/>
                          <a:pt x="80980" y="345743"/>
                        </a:cubicBezTo>
                        <a:cubicBezTo>
                          <a:pt x="80980" y="345743"/>
                          <a:pt x="80980" y="346066"/>
                          <a:pt x="80980" y="346388"/>
                        </a:cubicBezTo>
                        <a:cubicBezTo>
                          <a:pt x="80980" y="349936"/>
                          <a:pt x="83559" y="357030"/>
                          <a:pt x="88719" y="362189"/>
                        </a:cubicBezTo>
                        <a:cubicBezTo>
                          <a:pt x="90331" y="363801"/>
                          <a:pt x="90331" y="366381"/>
                          <a:pt x="88719" y="367994"/>
                        </a:cubicBezTo>
                        <a:cubicBezTo>
                          <a:pt x="88074" y="368316"/>
                          <a:pt x="87107" y="368961"/>
                          <a:pt x="85817" y="368961"/>
                        </a:cubicBezTo>
                        <a:close/>
                        <a:moveTo>
                          <a:pt x="460843" y="366704"/>
                        </a:moveTo>
                        <a:cubicBezTo>
                          <a:pt x="460198" y="366704"/>
                          <a:pt x="459553" y="366704"/>
                          <a:pt x="458908" y="366059"/>
                        </a:cubicBezTo>
                        <a:cubicBezTo>
                          <a:pt x="456974" y="365091"/>
                          <a:pt x="456329" y="362512"/>
                          <a:pt x="457296" y="360577"/>
                        </a:cubicBezTo>
                        <a:cubicBezTo>
                          <a:pt x="457941" y="359609"/>
                          <a:pt x="458263" y="358965"/>
                          <a:pt x="459231" y="357997"/>
                        </a:cubicBezTo>
                        <a:cubicBezTo>
                          <a:pt x="460198" y="357030"/>
                          <a:pt x="460521" y="356062"/>
                          <a:pt x="460521" y="354772"/>
                        </a:cubicBezTo>
                        <a:cubicBezTo>
                          <a:pt x="460521" y="351548"/>
                          <a:pt x="456974" y="347678"/>
                          <a:pt x="451814" y="347678"/>
                        </a:cubicBezTo>
                        <a:cubicBezTo>
                          <a:pt x="449557" y="347678"/>
                          <a:pt x="447945" y="345743"/>
                          <a:pt x="447945" y="343486"/>
                        </a:cubicBezTo>
                        <a:cubicBezTo>
                          <a:pt x="447945" y="341229"/>
                          <a:pt x="449879" y="339616"/>
                          <a:pt x="452137" y="339616"/>
                        </a:cubicBezTo>
                        <a:cubicBezTo>
                          <a:pt x="462455" y="339939"/>
                          <a:pt x="468582" y="347678"/>
                          <a:pt x="468582" y="354772"/>
                        </a:cubicBezTo>
                        <a:cubicBezTo>
                          <a:pt x="468582" y="357997"/>
                          <a:pt x="467292" y="361222"/>
                          <a:pt x="465035" y="363479"/>
                        </a:cubicBezTo>
                        <a:cubicBezTo>
                          <a:pt x="464713" y="363801"/>
                          <a:pt x="464713" y="363801"/>
                          <a:pt x="464390" y="364124"/>
                        </a:cubicBezTo>
                        <a:cubicBezTo>
                          <a:pt x="463745" y="366059"/>
                          <a:pt x="462455" y="366704"/>
                          <a:pt x="460843" y="366704"/>
                        </a:cubicBezTo>
                        <a:close/>
                        <a:moveTo>
                          <a:pt x="378615" y="363801"/>
                        </a:moveTo>
                        <a:cubicBezTo>
                          <a:pt x="378292" y="363801"/>
                          <a:pt x="377970" y="363801"/>
                          <a:pt x="377970" y="363801"/>
                        </a:cubicBezTo>
                        <a:lnTo>
                          <a:pt x="375390" y="363157"/>
                        </a:lnTo>
                        <a:cubicBezTo>
                          <a:pt x="372810" y="362512"/>
                          <a:pt x="370231" y="362189"/>
                          <a:pt x="367328" y="361544"/>
                        </a:cubicBezTo>
                        <a:cubicBezTo>
                          <a:pt x="364426" y="360899"/>
                          <a:pt x="355397" y="359287"/>
                          <a:pt x="355397" y="352515"/>
                        </a:cubicBezTo>
                        <a:cubicBezTo>
                          <a:pt x="355397" y="349936"/>
                          <a:pt x="356687" y="347356"/>
                          <a:pt x="359912" y="344776"/>
                        </a:cubicBezTo>
                        <a:cubicBezTo>
                          <a:pt x="361524" y="343164"/>
                          <a:pt x="364104" y="343486"/>
                          <a:pt x="365716" y="345099"/>
                        </a:cubicBezTo>
                        <a:cubicBezTo>
                          <a:pt x="367328" y="346711"/>
                          <a:pt x="367006" y="349291"/>
                          <a:pt x="365394" y="350903"/>
                        </a:cubicBezTo>
                        <a:cubicBezTo>
                          <a:pt x="364749" y="351225"/>
                          <a:pt x="364426" y="351870"/>
                          <a:pt x="364104" y="352193"/>
                        </a:cubicBezTo>
                        <a:cubicBezTo>
                          <a:pt x="364749" y="352515"/>
                          <a:pt x="366361" y="353160"/>
                          <a:pt x="368941" y="353805"/>
                        </a:cubicBezTo>
                        <a:cubicBezTo>
                          <a:pt x="371843" y="354450"/>
                          <a:pt x="374745" y="354772"/>
                          <a:pt x="377002" y="355417"/>
                        </a:cubicBezTo>
                        <a:lnTo>
                          <a:pt x="379582" y="356062"/>
                        </a:lnTo>
                        <a:cubicBezTo>
                          <a:pt x="381839" y="356385"/>
                          <a:pt x="383129" y="358642"/>
                          <a:pt x="382807" y="360899"/>
                        </a:cubicBezTo>
                        <a:cubicBezTo>
                          <a:pt x="382162" y="362189"/>
                          <a:pt x="380549" y="363801"/>
                          <a:pt x="378615" y="363801"/>
                        </a:cubicBezTo>
                        <a:close/>
                        <a:moveTo>
                          <a:pt x="10038" y="359932"/>
                        </a:moveTo>
                        <a:cubicBezTo>
                          <a:pt x="9393" y="359932"/>
                          <a:pt x="8748" y="359932"/>
                          <a:pt x="8103" y="359609"/>
                        </a:cubicBezTo>
                        <a:cubicBezTo>
                          <a:pt x="6168" y="358642"/>
                          <a:pt x="5523" y="356062"/>
                          <a:pt x="6490" y="354128"/>
                        </a:cubicBezTo>
                        <a:cubicBezTo>
                          <a:pt x="9070" y="349291"/>
                          <a:pt x="12295" y="344776"/>
                          <a:pt x="15842" y="340906"/>
                        </a:cubicBezTo>
                        <a:cubicBezTo>
                          <a:pt x="18422" y="338327"/>
                          <a:pt x="20356" y="335425"/>
                          <a:pt x="21969" y="332200"/>
                        </a:cubicBezTo>
                        <a:cubicBezTo>
                          <a:pt x="22936" y="330265"/>
                          <a:pt x="25516" y="329298"/>
                          <a:pt x="27451" y="330265"/>
                        </a:cubicBezTo>
                        <a:cubicBezTo>
                          <a:pt x="29385" y="331233"/>
                          <a:pt x="30353" y="333812"/>
                          <a:pt x="29385" y="335747"/>
                        </a:cubicBezTo>
                        <a:cubicBezTo>
                          <a:pt x="27451" y="339616"/>
                          <a:pt x="25193" y="343164"/>
                          <a:pt x="21969" y="346388"/>
                        </a:cubicBezTo>
                        <a:cubicBezTo>
                          <a:pt x="18744" y="349936"/>
                          <a:pt x="16164" y="353805"/>
                          <a:pt x="13585" y="357997"/>
                        </a:cubicBezTo>
                        <a:cubicBezTo>
                          <a:pt x="12940" y="358965"/>
                          <a:pt x="11650" y="359932"/>
                          <a:pt x="10038" y="359932"/>
                        </a:cubicBezTo>
                        <a:close/>
                        <a:moveTo>
                          <a:pt x="646260" y="358965"/>
                        </a:moveTo>
                        <a:cubicBezTo>
                          <a:pt x="645615" y="358965"/>
                          <a:pt x="644971" y="358965"/>
                          <a:pt x="644326" y="358642"/>
                        </a:cubicBezTo>
                        <a:cubicBezTo>
                          <a:pt x="640456" y="356707"/>
                          <a:pt x="637231" y="354772"/>
                          <a:pt x="634974" y="352838"/>
                        </a:cubicBezTo>
                        <a:cubicBezTo>
                          <a:pt x="631105" y="349936"/>
                          <a:pt x="627235" y="348323"/>
                          <a:pt x="621753" y="348323"/>
                        </a:cubicBezTo>
                        <a:cubicBezTo>
                          <a:pt x="619496" y="348323"/>
                          <a:pt x="617883" y="346388"/>
                          <a:pt x="617883" y="344131"/>
                        </a:cubicBezTo>
                        <a:cubicBezTo>
                          <a:pt x="617883" y="341874"/>
                          <a:pt x="619818" y="339939"/>
                          <a:pt x="622075" y="340262"/>
                        </a:cubicBezTo>
                        <a:cubicBezTo>
                          <a:pt x="629170" y="340584"/>
                          <a:pt x="634974" y="342519"/>
                          <a:pt x="640134" y="346711"/>
                        </a:cubicBezTo>
                        <a:cubicBezTo>
                          <a:pt x="642068" y="348323"/>
                          <a:pt x="644648" y="349936"/>
                          <a:pt x="648195" y="351870"/>
                        </a:cubicBezTo>
                        <a:cubicBezTo>
                          <a:pt x="650130" y="352838"/>
                          <a:pt x="650775" y="355417"/>
                          <a:pt x="649807" y="357352"/>
                        </a:cubicBezTo>
                        <a:cubicBezTo>
                          <a:pt x="649163" y="357997"/>
                          <a:pt x="647873" y="358965"/>
                          <a:pt x="646260" y="358965"/>
                        </a:cubicBezTo>
                        <a:close/>
                        <a:moveTo>
                          <a:pt x="413441" y="357030"/>
                        </a:moveTo>
                        <a:cubicBezTo>
                          <a:pt x="412473" y="357030"/>
                          <a:pt x="411506" y="356707"/>
                          <a:pt x="410861" y="356062"/>
                        </a:cubicBezTo>
                        <a:cubicBezTo>
                          <a:pt x="409249" y="354772"/>
                          <a:pt x="408926" y="352193"/>
                          <a:pt x="410216" y="350258"/>
                        </a:cubicBezTo>
                        <a:cubicBezTo>
                          <a:pt x="411829" y="348323"/>
                          <a:pt x="413441" y="345743"/>
                          <a:pt x="415376" y="343486"/>
                        </a:cubicBezTo>
                        <a:cubicBezTo>
                          <a:pt x="419245" y="338327"/>
                          <a:pt x="423115" y="332845"/>
                          <a:pt x="427952" y="328653"/>
                        </a:cubicBezTo>
                        <a:cubicBezTo>
                          <a:pt x="429564" y="327363"/>
                          <a:pt x="432144" y="327363"/>
                          <a:pt x="433756" y="328975"/>
                        </a:cubicBezTo>
                        <a:cubicBezTo>
                          <a:pt x="435046" y="330587"/>
                          <a:pt x="435046" y="333167"/>
                          <a:pt x="433434" y="334780"/>
                        </a:cubicBezTo>
                        <a:cubicBezTo>
                          <a:pt x="429242" y="338327"/>
                          <a:pt x="425694" y="343164"/>
                          <a:pt x="422147" y="348323"/>
                        </a:cubicBezTo>
                        <a:cubicBezTo>
                          <a:pt x="420213" y="350903"/>
                          <a:pt x="418600" y="353160"/>
                          <a:pt x="416988" y="355417"/>
                        </a:cubicBezTo>
                        <a:cubicBezTo>
                          <a:pt x="415698" y="356707"/>
                          <a:pt x="414408" y="357030"/>
                          <a:pt x="413441" y="357030"/>
                        </a:cubicBezTo>
                        <a:close/>
                        <a:moveTo>
                          <a:pt x="534687" y="355740"/>
                        </a:moveTo>
                        <a:cubicBezTo>
                          <a:pt x="532753" y="355740"/>
                          <a:pt x="531140" y="354450"/>
                          <a:pt x="530818" y="352515"/>
                        </a:cubicBezTo>
                        <a:cubicBezTo>
                          <a:pt x="530173" y="349613"/>
                          <a:pt x="529528" y="346711"/>
                          <a:pt x="529528" y="344131"/>
                        </a:cubicBezTo>
                        <a:cubicBezTo>
                          <a:pt x="529528" y="337359"/>
                          <a:pt x="534043" y="335747"/>
                          <a:pt x="535977" y="335425"/>
                        </a:cubicBezTo>
                        <a:cubicBezTo>
                          <a:pt x="543716" y="334135"/>
                          <a:pt x="544362" y="334135"/>
                          <a:pt x="549521" y="335102"/>
                        </a:cubicBezTo>
                        <a:lnTo>
                          <a:pt x="550488" y="335425"/>
                        </a:lnTo>
                        <a:cubicBezTo>
                          <a:pt x="552746" y="335747"/>
                          <a:pt x="554036" y="338004"/>
                          <a:pt x="553713" y="340262"/>
                        </a:cubicBezTo>
                        <a:cubicBezTo>
                          <a:pt x="553390" y="342519"/>
                          <a:pt x="551133" y="343809"/>
                          <a:pt x="548876" y="343486"/>
                        </a:cubicBezTo>
                        <a:lnTo>
                          <a:pt x="547909" y="343164"/>
                        </a:lnTo>
                        <a:cubicBezTo>
                          <a:pt x="545651" y="342841"/>
                          <a:pt x="544684" y="342519"/>
                          <a:pt x="543716" y="342519"/>
                        </a:cubicBezTo>
                        <a:cubicBezTo>
                          <a:pt x="542427" y="342519"/>
                          <a:pt x="540814" y="342841"/>
                          <a:pt x="537590" y="343486"/>
                        </a:cubicBezTo>
                        <a:cubicBezTo>
                          <a:pt x="537590" y="343809"/>
                          <a:pt x="537590" y="343809"/>
                          <a:pt x="537590" y="344131"/>
                        </a:cubicBezTo>
                        <a:cubicBezTo>
                          <a:pt x="537590" y="345743"/>
                          <a:pt x="538235" y="348323"/>
                          <a:pt x="538557" y="350580"/>
                        </a:cubicBezTo>
                        <a:cubicBezTo>
                          <a:pt x="539202" y="352838"/>
                          <a:pt x="537590" y="354772"/>
                          <a:pt x="535655" y="355417"/>
                        </a:cubicBezTo>
                        <a:cubicBezTo>
                          <a:pt x="535010" y="355740"/>
                          <a:pt x="534687" y="355740"/>
                          <a:pt x="534687" y="355740"/>
                        </a:cubicBezTo>
                        <a:close/>
                        <a:moveTo>
                          <a:pt x="215448" y="351225"/>
                        </a:moveTo>
                        <a:cubicBezTo>
                          <a:pt x="208353" y="351225"/>
                          <a:pt x="203839" y="345743"/>
                          <a:pt x="203839" y="337682"/>
                        </a:cubicBezTo>
                        <a:cubicBezTo>
                          <a:pt x="203839" y="337037"/>
                          <a:pt x="203839" y="336392"/>
                          <a:pt x="203839" y="335747"/>
                        </a:cubicBezTo>
                        <a:cubicBezTo>
                          <a:pt x="204161" y="333490"/>
                          <a:pt x="206096" y="331877"/>
                          <a:pt x="208031" y="332200"/>
                        </a:cubicBezTo>
                        <a:cubicBezTo>
                          <a:pt x="210288" y="332522"/>
                          <a:pt x="211900" y="334457"/>
                          <a:pt x="211900" y="336392"/>
                        </a:cubicBezTo>
                        <a:cubicBezTo>
                          <a:pt x="211900" y="336714"/>
                          <a:pt x="211900" y="337359"/>
                          <a:pt x="211900" y="337682"/>
                        </a:cubicBezTo>
                        <a:cubicBezTo>
                          <a:pt x="211900" y="341229"/>
                          <a:pt x="213190" y="343164"/>
                          <a:pt x="215448" y="343164"/>
                        </a:cubicBezTo>
                        <a:cubicBezTo>
                          <a:pt x="216737" y="343164"/>
                          <a:pt x="219317" y="342841"/>
                          <a:pt x="223187" y="339939"/>
                        </a:cubicBezTo>
                        <a:lnTo>
                          <a:pt x="223832" y="339616"/>
                        </a:lnTo>
                        <a:cubicBezTo>
                          <a:pt x="225766" y="338327"/>
                          <a:pt x="228024" y="338649"/>
                          <a:pt x="229313" y="340584"/>
                        </a:cubicBezTo>
                        <a:cubicBezTo>
                          <a:pt x="230603" y="342519"/>
                          <a:pt x="230281" y="344776"/>
                          <a:pt x="228346" y="346066"/>
                        </a:cubicBezTo>
                        <a:lnTo>
                          <a:pt x="227701" y="346711"/>
                        </a:lnTo>
                        <a:cubicBezTo>
                          <a:pt x="223509" y="349613"/>
                          <a:pt x="219317" y="351225"/>
                          <a:pt x="215448" y="351225"/>
                        </a:cubicBezTo>
                        <a:close/>
                        <a:moveTo>
                          <a:pt x="267687" y="348646"/>
                        </a:moveTo>
                        <a:cubicBezTo>
                          <a:pt x="267042" y="348646"/>
                          <a:pt x="266397" y="348646"/>
                          <a:pt x="265752" y="348323"/>
                        </a:cubicBezTo>
                        <a:cubicBezTo>
                          <a:pt x="260270" y="345743"/>
                          <a:pt x="256723" y="339294"/>
                          <a:pt x="255756" y="330265"/>
                        </a:cubicBezTo>
                        <a:cubicBezTo>
                          <a:pt x="255111" y="325428"/>
                          <a:pt x="254143" y="324461"/>
                          <a:pt x="254143" y="324461"/>
                        </a:cubicBezTo>
                        <a:cubicBezTo>
                          <a:pt x="252208" y="323171"/>
                          <a:pt x="251564" y="320914"/>
                          <a:pt x="252853" y="318979"/>
                        </a:cubicBezTo>
                        <a:cubicBezTo>
                          <a:pt x="253821" y="317044"/>
                          <a:pt x="256401" y="316399"/>
                          <a:pt x="258335" y="317689"/>
                        </a:cubicBezTo>
                        <a:cubicBezTo>
                          <a:pt x="262205" y="319946"/>
                          <a:pt x="263172" y="325428"/>
                          <a:pt x="263817" y="329298"/>
                        </a:cubicBezTo>
                        <a:cubicBezTo>
                          <a:pt x="264462" y="335425"/>
                          <a:pt x="266719" y="339616"/>
                          <a:pt x="269621" y="340906"/>
                        </a:cubicBezTo>
                        <a:cubicBezTo>
                          <a:pt x="271556" y="341874"/>
                          <a:pt x="272524" y="344453"/>
                          <a:pt x="271556" y="346388"/>
                        </a:cubicBezTo>
                        <a:cubicBezTo>
                          <a:pt x="270267" y="347678"/>
                          <a:pt x="268977" y="348646"/>
                          <a:pt x="267687" y="348646"/>
                        </a:cubicBezTo>
                        <a:close/>
                        <a:moveTo>
                          <a:pt x="178687" y="338649"/>
                        </a:moveTo>
                        <a:cubicBezTo>
                          <a:pt x="178687" y="338649"/>
                          <a:pt x="178364" y="338649"/>
                          <a:pt x="178364" y="338649"/>
                        </a:cubicBezTo>
                        <a:cubicBezTo>
                          <a:pt x="175784" y="338327"/>
                          <a:pt x="173527" y="336714"/>
                          <a:pt x="171915" y="335425"/>
                        </a:cubicBezTo>
                        <a:lnTo>
                          <a:pt x="170947" y="334780"/>
                        </a:lnTo>
                        <a:cubicBezTo>
                          <a:pt x="170625" y="334457"/>
                          <a:pt x="169980" y="334457"/>
                          <a:pt x="168368" y="334135"/>
                        </a:cubicBezTo>
                        <a:cubicBezTo>
                          <a:pt x="163531" y="333812"/>
                          <a:pt x="158694" y="332845"/>
                          <a:pt x="155147" y="322848"/>
                        </a:cubicBezTo>
                        <a:cubicBezTo>
                          <a:pt x="154824" y="322526"/>
                          <a:pt x="154824" y="321881"/>
                          <a:pt x="154502" y="321559"/>
                        </a:cubicBezTo>
                        <a:cubicBezTo>
                          <a:pt x="153534" y="319624"/>
                          <a:pt x="154179" y="317044"/>
                          <a:pt x="156114" y="316077"/>
                        </a:cubicBezTo>
                        <a:cubicBezTo>
                          <a:pt x="158049" y="315109"/>
                          <a:pt x="160628" y="315754"/>
                          <a:pt x="161596" y="317689"/>
                        </a:cubicBezTo>
                        <a:cubicBezTo>
                          <a:pt x="161918" y="318334"/>
                          <a:pt x="162241" y="319301"/>
                          <a:pt x="162563" y="319946"/>
                        </a:cubicBezTo>
                        <a:cubicBezTo>
                          <a:pt x="164498" y="325751"/>
                          <a:pt x="165788" y="325751"/>
                          <a:pt x="168368" y="325751"/>
                        </a:cubicBezTo>
                        <a:cubicBezTo>
                          <a:pt x="170302" y="325751"/>
                          <a:pt x="172882" y="326073"/>
                          <a:pt x="175462" y="328008"/>
                        </a:cubicBezTo>
                        <a:lnTo>
                          <a:pt x="176429" y="328975"/>
                        </a:lnTo>
                        <a:cubicBezTo>
                          <a:pt x="177074" y="329620"/>
                          <a:pt x="178042" y="330265"/>
                          <a:pt x="178364" y="330587"/>
                        </a:cubicBezTo>
                        <a:cubicBezTo>
                          <a:pt x="180621" y="330910"/>
                          <a:pt x="182234" y="332845"/>
                          <a:pt x="181911" y="335102"/>
                        </a:cubicBezTo>
                        <a:cubicBezTo>
                          <a:pt x="182556" y="337037"/>
                          <a:pt x="180944" y="338649"/>
                          <a:pt x="178687" y="338649"/>
                        </a:cubicBezTo>
                        <a:close/>
                        <a:moveTo>
                          <a:pt x="395383" y="333167"/>
                        </a:moveTo>
                        <a:cubicBezTo>
                          <a:pt x="394093" y="333167"/>
                          <a:pt x="393125" y="332522"/>
                          <a:pt x="392158" y="331555"/>
                        </a:cubicBezTo>
                        <a:cubicBezTo>
                          <a:pt x="390868" y="329943"/>
                          <a:pt x="390868" y="327363"/>
                          <a:pt x="392803" y="325751"/>
                        </a:cubicBezTo>
                        <a:cubicBezTo>
                          <a:pt x="396028" y="323171"/>
                          <a:pt x="398285" y="320591"/>
                          <a:pt x="399575" y="318334"/>
                        </a:cubicBezTo>
                        <a:lnTo>
                          <a:pt x="395705" y="311885"/>
                        </a:lnTo>
                        <a:cubicBezTo>
                          <a:pt x="399252" y="309950"/>
                          <a:pt x="401832" y="308982"/>
                          <a:pt x="403767" y="308982"/>
                        </a:cubicBezTo>
                        <a:cubicBezTo>
                          <a:pt x="406991" y="308982"/>
                          <a:pt x="409571" y="311562"/>
                          <a:pt x="409571" y="314787"/>
                        </a:cubicBezTo>
                        <a:cubicBezTo>
                          <a:pt x="409571" y="319946"/>
                          <a:pt x="403767" y="327363"/>
                          <a:pt x="397963" y="331877"/>
                        </a:cubicBezTo>
                        <a:cubicBezTo>
                          <a:pt x="396995" y="332845"/>
                          <a:pt x="396028" y="333167"/>
                          <a:pt x="395383" y="333167"/>
                        </a:cubicBezTo>
                        <a:close/>
                        <a:moveTo>
                          <a:pt x="593054" y="332845"/>
                        </a:moveTo>
                        <a:cubicBezTo>
                          <a:pt x="591441" y="332845"/>
                          <a:pt x="589829" y="331877"/>
                          <a:pt x="589184" y="330265"/>
                        </a:cubicBezTo>
                        <a:cubicBezTo>
                          <a:pt x="588217" y="327685"/>
                          <a:pt x="585637" y="321236"/>
                          <a:pt x="584025" y="321236"/>
                        </a:cubicBezTo>
                        <a:cubicBezTo>
                          <a:pt x="583380" y="321236"/>
                          <a:pt x="582412" y="322204"/>
                          <a:pt x="581445" y="326396"/>
                        </a:cubicBezTo>
                        <a:cubicBezTo>
                          <a:pt x="580800" y="328653"/>
                          <a:pt x="578865" y="329943"/>
                          <a:pt x="576608" y="329298"/>
                        </a:cubicBezTo>
                        <a:cubicBezTo>
                          <a:pt x="574351" y="328653"/>
                          <a:pt x="573061" y="326718"/>
                          <a:pt x="573706" y="324461"/>
                        </a:cubicBezTo>
                        <a:cubicBezTo>
                          <a:pt x="574673" y="320591"/>
                          <a:pt x="576285" y="314464"/>
                          <a:pt x="582090" y="313174"/>
                        </a:cubicBezTo>
                        <a:cubicBezTo>
                          <a:pt x="582735" y="313174"/>
                          <a:pt x="583380" y="312852"/>
                          <a:pt x="584025" y="312852"/>
                        </a:cubicBezTo>
                        <a:cubicBezTo>
                          <a:pt x="591441" y="312852"/>
                          <a:pt x="594344" y="320914"/>
                          <a:pt x="596923" y="327040"/>
                        </a:cubicBezTo>
                        <a:cubicBezTo>
                          <a:pt x="597568" y="328975"/>
                          <a:pt x="596601" y="331555"/>
                          <a:pt x="594666" y="332200"/>
                        </a:cubicBezTo>
                        <a:cubicBezTo>
                          <a:pt x="594021" y="332845"/>
                          <a:pt x="593699" y="332845"/>
                          <a:pt x="593054" y="332845"/>
                        </a:cubicBezTo>
                        <a:close/>
                        <a:moveTo>
                          <a:pt x="290582" y="324461"/>
                        </a:moveTo>
                        <a:cubicBezTo>
                          <a:pt x="289937" y="324461"/>
                          <a:pt x="289614" y="324461"/>
                          <a:pt x="288970" y="324138"/>
                        </a:cubicBezTo>
                        <a:cubicBezTo>
                          <a:pt x="287035" y="323171"/>
                          <a:pt x="286067" y="320914"/>
                          <a:pt x="286712" y="318979"/>
                        </a:cubicBezTo>
                        <a:cubicBezTo>
                          <a:pt x="291227" y="308338"/>
                          <a:pt x="296386" y="303178"/>
                          <a:pt x="308317" y="298986"/>
                        </a:cubicBezTo>
                        <a:cubicBezTo>
                          <a:pt x="310252" y="298341"/>
                          <a:pt x="312832" y="299308"/>
                          <a:pt x="313477" y="301566"/>
                        </a:cubicBezTo>
                        <a:cubicBezTo>
                          <a:pt x="314122" y="303823"/>
                          <a:pt x="313154" y="306080"/>
                          <a:pt x="310897" y="306725"/>
                        </a:cubicBezTo>
                        <a:cubicBezTo>
                          <a:pt x="301546" y="310272"/>
                          <a:pt x="297676" y="313497"/>
                          <a:pt x="294129" y="322204"/>
                        </a:cubicBezTo>
                        <a:cubicBezTo>
                          <a:pt x="293806" y="323493"/>
                          <a:pt x="292194" y="324461"/>
                          <a:pt x="290582" y="324461"/>
                        </a:cubicBezTo>
                        <a:close/>
                        <a:moveTo>
                          <a:pt x="70983" y="308015"/>
                        </a:moveTo>
                        <a:cubicBezTo>
                          <a:pt x="69049" y="308015"/>
                          <a:pt x="67436" y="306725"/>
                          <a:pt x="67114" y="304790"/>
                        </a:cubicBezTo>
                        <a:cubicBezTo>
                          <a:pt x="66146" y="299953"/>
                          <a:pt x="64857" y="294472"/>
                          <a:pt x="64857" y="289312"/>
                        </a:cubicBezTo>
                        <a:cubicBezTo>
                          <a:pt x="64857" y="286410"/>
                          <a:pt x="64534" y="283508"/>
                          <a:pt x="63889" y="280928"/>
                        </a:cubicBezTo>
                        <a:cubicBezTo>
                          <a:pt x="63567" y="279638"/>
                          <a:pt x="63567" y="278348"/>
                          <a:pt x="63244" y="277381"/>
                        </a:cubicBezTo>
                        <a:cubicBezTo>
                          <a:pt x="62922" y="275124"/>
                          <a:pt x="64534" y="273189"/>
                          <a:pt x="66791" y="272866"/>
                        </a:cubicBezTo>
                        <a:cubicBezTo>
                          <a:pt x="69049" y="272544"/>
                          <a:pt x="70983" y="274156"/>
                          <a:pt x="71306" y="276413"/>
                        </a:cubicBezTo>
                        <a:cubicBezTo>
                          <a:pt x="71306" y="277381"/>
                          <a:pt x="71628" y="278348"/>
                          <a:pt x="71628" y="279638"/>
                        </a:cubicBezTo>
                        <a:cubicBezTo>
                          <a:pt x="71951" y="282218"/>
                          <a:pt x="72596" y="285443"/>
                          <a:pt x="72596" y="289312"/>
                        </a:cubicBezTo>
                        <a:cubicBezTo>
                          <a:pt x="72596" y="293827"/>
                          <a:pt x="73563" y="298664"/>
                          <a:pt x="74530" y="302856"/>
                        </a:cubicBezTo>
                        <a:cubicBezTo>
                          <a:pt x="74853" y="305113"/>
                          <a:pt x="73563" y="307048"/>
                          <a:pt x="71306" y="307693"/>
                        </a:cubicBezTo>
                        <a:cubicBezTo>
                          <a:pt x="71628" y="308015"/>
                          <a:pt x="71306" y="308015"/>
                          <a:pt x="70983" y="308015"/>
                        </a:cubicBezTo>
                        <a:close/>
                        <a:moveTo>
                          <a:pt x="128705" y="307370"/>
                        </a:moveTo>
                        <a:cubicBezTo>
                          <a:pt x="128382" y="307370"/>
                          <a:pt x="128060" y="307370"/>
                          <a:pt x="127737" y="307370"/>
                        </a:cubicBezTo>
                        <a:cubicBezTo>
                          <a:pt x="120965" y="305435"/>
                          <a:pt x="119675" y="300921"/>
                          <a:pt x="119675" y="297374"/>
                        </a:cubicBezTo>
                        <a:cubicBezTo>
                          <a:pt x="119675" y="296729"/>
                          <a:pt x="119675" y="296084"/>
                          <a:pt x="119675" y="295116"/>
                        </a:cubicBezTo>
                        <a:cubicBezTo>
                          <a:pt x="119675" y="294472"/>
                          <a:pt x="119675" y="294149"/>
                          <a:pt x="119675" y="293827"/>
                        </a:cubicBezTo>
                        <a:cubicBezTo>
                          <a:pt x="119675" y="291892"/>
                          <a:pt x="119031" y="291569"/>
                          <a:pt x="117096" y="290279"/>
                        </a:cubicBezTo>
                        <a:cubicBezTo>
                          <a:pt x="115806" y="289635"/>
                          <a:pt x="113226" y="288022"/>
                          <a:pt x="113226" y="284798"/>
                        </a:cubicBezTo>
                        <a:cubicBezTo>
                          <a:pt x="113226" y="282218"/>
                          <a:pt x="114839" y="280606"/>
                          <a:pt x="116451" y="278993"/>
                        </a:cubicBezTo>
                        <a:cubicBezTo>
                          <a:pt x="118063" y="277381"/>
                          <a:pt x="120643" y="277703"/>
                          <a:pt x="122255" y="279316"/>
                        </a:cubicBezTo>
                        <a:cubicBezTo>
                          <a:pt x="123545" y="280606"/>
                          <a:pt x="123545" y="282540"/>
                          <a:pt x="122900" y="283830"/>
                        </a:cubicBezTo>
                        <a:cubicBezTo>
                          <a:pt x="125157" y="285443"/>
                          <a:pt x="128060" y="288022"/>
                          <a:pt x="128060" y="293504"/>
                        </a:cubicBezTo>
                        <a:cubicBezTo>
                          <a:pt x="128060" y="294149"/>
                          <a:pt x="128060" y="295116"/>
                          <a:pt x="127737" y="296084"/>
                        </a:cubicBezTo>
                        <a:cubicBezTo>
                          <a:pt x="127737" y="296406"/>
                          <a:pt x="127737" y="296729"/>
                          <a:pt x="127737" y="297051"/>
                        </a:cubicBezTo>
                        <a:cubicBezTo>
                          <a:pt x="127737" y="298019"/>
                          <a:pt x="127737" y="298664"/>
                          <a:pt x="129994" y="299308"/>
                        </a:cubicBezTo>
                        <a:cubicBezTo>
                          <a:pt x="132252" y="299953"/>
                          <a:pt x="133541" y="302211"/>
                          <a:pt x="132896" y="304145"/>
                        </a:cubicBezTo>
                        <a:cubicBezTo>
                          <a:pt x="131929" y="306080"/>
                          <a:pt x="130317" y="307370"/>
                          <a:pt x="128705" y="307370"/>
                        </a:cubicBezTo>
                        <a:close/>
                        <a:moveTo>
                          <a:pt x="195132" y="305758"/>
                        </a:moveTo>
                        <a:cubicBezTo>
                          <a:pt x="194165" y="305758"/>
                          <a:pt x="193197" y="305435"/>
                          <a:pt x="192553" y="304790"/>
                        </a:cubicBezTo>
                        <a:cubicBezTo>
                          <a:pt x="190940" y="303501"/>
                          <a:pt x="190618" y="300921"/>
                          <a:pt x="191908" y="298986"/>
                        </a:cubicBezTo>
                        <a:cubicBezTo>
                          <a:pt x="196100" y="293827"/>
                          <a:pt x="201904" y="290602"/>
                          <a:pt x="208031" y="290602"/>
                        </a:cubicBezTo>
                        <a:cubicBezTo>
                          <a:pt x="213835" y="290602"/>
                          <a:pt x="218995" y="293504"/>
                          <a:pt x="221574" y="298019"/>
                        </a:cubicBezTo>
                        <a:cubicBezTo>
                          <a:pt x="222542" y="299953"/>
                          <a:pt x="221897" y="302533"/>
                          <a:pt x="219962" y="303501"/>
                        </a:cubicBezTo>
                        <a:cubicBezTo>
                          <a:pt x="218027" y="304468"/>
                          <a:pt x="215448" y="303823"/>
                          <a:pt x="214480" y="301888"/>
                        </a:cubicBezTo>
                        <a:cubicBezTo>
                          <a:pt x="213190" y="299631"/>
                          <a:pt x="210933" y="298664"/>
                          <a:pt x="208031" y="298341"/>
                        </a:cubicBezTo>
                        <a:cubicBezTo>
                          <a:pt x="204484" y="298341"/>
                          <a:pt x="200937" y="300276"/>
                          <a:pt x="198357" y="303501"/>
                        </a:cubicBezTo>
                        <a:cubicBezTo>
                          <a:pt x="197389" y="305435"/>
                          <a:pt x="196100" y="305758"/>
                          <a:pt x="195132" y="305758"/>
                        </a:cubicBezTo>
                        <a:close/>
                        <a:moveTo>
                          <a:pt x="367973" y="304145"/>
                        </a:moveTo>
                        <a:cubicBezTo>
                          <a:pt x="366683" y="304145"/>
                          <a:pt x="365716" y="303501"/>
                          <a:pt x="364749" y="302533"/>
                        </a:cubicBezTo>
                        <a:cubicBezTo>
                          <a:pt x="363781" y="301243"/>
                          <a:pt x="362491" y="299631"/>
                          <a:pt x="361524" y="298341"/>
                        </a:cubicBezTo>
                        <a:cubicBezTo>
                          <a:pt x="357332" y="293182"/>
                          <a:pt x="354752" y="292537"/>
                          <a:pt x="352817" y="292537"/>
                        </a:cubicBezTo>
                        <a:cubicBezTo>
                          <a:pt x="351205" y="292537"/>
                          <a:pt x="349593" y="292859"/>
                          <a:pt x="347336" y="293827"/>
                        </a:cubicBezTo>
                        <a:cubicBezTo>
                          <a:pt x="345401" y="294472"/>
                          <a:pt x="342821" y="293504"/>
                          <a:pt x="342176" y="291569"/>
                        </a:cubicBezTo>
                        <a:cubicBezTo>
                          <a:pt x="341531" y="289635"/>
                          <a:pt x="342499" y="287055"/>
                          <a:pt x="344434" y="286410"/>
                        </a:cubicBezTo>
                        <a:cubicBezTo>
                          <a:pt x="347658" y="285120"/>
                          <a:pt x="350560" y="284475"/>
                          <a:pt x="352817" y="284475"/>
                        </a:cubicBezTo>
                        <a:cubicBezTo>
                          <a:pt x="358299" y="284475"/>
                          <a:pt x="362814" y="287055"/>
                          <a:pt x="367651" y="293182"/>
                        </a:cubicBezTo>
                        <a:cubicBezTo>
                          <a:pt x="368941" y="294794"/>
                          <a:pt x="369908" y="296084"/>
                          <a:pt x="371198" y="297696"/>
                        </a:cubicBezTo>
                        <a:cubicBezTo>
                          <a:pt x="372488" y="299308"/>
                          <a:pt x="372165" y="301888"/>
                          <a:pt x="370553" y="303501"/>
                        </a:cubicBezTo>
                        <a:cubicBezTo>
                          <a:pt x="369586" y="303823"/>
                          <a:pt x="368618" y="304145"/>
                          <a:pt x="367973" y="304145"/>
                        </a:cubicBezTo>
                        <a:close/>
                        <a:moveTo>
                          <a:pt x="26806" y="302856"/>
                        </a:moveTo>
                        <a:cubicBezTo>
                          <a:pt x="25516" y="302856"/>
                          <a:pt x="24548" y="302211"/>
                          <a:pt x="23581" y="301243"/>
                        </a:cubicBezTo>
                        <a:cubicBezTo>
                          <a:pt x="22291" y="299953"/>
                          <a:pt x="21324" y="298341"/>
                          <a:pt x="20356" y="297374"/>
                        </a:cubicBezTo>
                        <a:cubicBezTo>
                          <a:pt x="19066" y="295761"/>
                          <a:pt x="17777" y="294472"/>
                          <a:pt x="17132" y="293182"/>
                        </a:cubicBezTo>
                        <a:cubicBezTo>
                          <a:pt x="15842" y="291247"/>
                          <a:pt x="15197" y="288990"/>
                          <a:pt x="15197" y="285765"/>
                        </a:cubicBezTo>
                        <a:cubicBezTo>
                          <a:pt x="15197" y="282218"/>
                          <a:pt x="16164" y="277703"/>
                          <a:pt x="17454" y="273189"/>
                        </a:cubicBezTo>
                        <a:cubicBezTo>
                          <a:pt x="18099" y="270932"/>
                          <a:pt x="20356" y="269964"/>
                          <a:pt x="22614" y="270609"/>
                        </a:cubicBezTo>
                        <a:cubicBezTo>
                          <a:pt x="24871" y="271254"/>
                          <a:pt x="25838" y="273511"/>
                          <a:pt x="25193" y="275769"/>
                        </a:cubicBezTo>
                        <a:cubicBezTo>
                          <a:pt x="23904" y="279638"/>
                          <a:pt x="23259" y="283185"/>
                          <a:pt x="23259" y="285765"/>
                        </a:cubicBezTo>
                        <a:cubicBezTo>
                          <a:pt x="23259" y="287700"/>
                          <a:pt x="23581" y="288345"/>
                          <a:pt x="23581" y="288667"/>
                        </a:cubicBezTo>
                        <a:cubicBezTo>
                          <a:pt x="24226" y="289635"/>
                          <a:pt x="25193" y="290602"/>
                          <a:pt x="26483" y="292214"/>
                        </a:cubicBezTo>
                        <a:cubicBezTo>
                          <a:pt x="27451" y="293504"/>
                          <a:pt x="28740" y="294794"/>
                          <a:pt x="30030" y="296406"/>
                        </a:cubicBezTo>
                        <a:cubicBezTo>
                          <a:pt x="31320" y="298019"/>
                          <a:pt x="31320" y="300598"/>
                          <a:pt x="29385" y="302211"/>
                        </a:cubicBezTo>
                        <a:cubicBezTo>
                          <a:pt x="28740" y="302533"/>
                          <a:pt x="27773" y="302856"/>
                          <a:pt x="26806" y="302856"/>
                        </a:cubicBezTo>
                        <a:close/>
                        <a:moveTo>
                          <a:pt x="95491" y="272866"/>
                        </a:moveTo>
                        <a:cubicBezTo>
                          <a:pt x="94523" y="272866"/>
                          <a:pt x="93556" y="272544"/>
                          <a:pt x="92588" y="271577"/>
                        </a:cubicBezTo>
                        <a:cubicBezTo>
                          <a:pt x="90976" y="269964"/>
                          <a:pt x="90976" y="267384"/>
                          <a:pt x="92588" y="265772"/>
                        </a:cubicBezTo>
                        <a:cubicBezTo>
                          <a:pt x="102907" y="255131"/>
                          <a:pt x="110969" y="249971"/>
                          <a:pt x="117741" y="249971"/>
                        </a:cubicBezTo>
                        <a:cubicBezTo>
                          <a:pt x="120320" y="249971"/>
                          <a:pt x="121933" y="251584"/>
                          <a:pt x="121933" y="253841"/>
                        </a:cubicBezTo>
                        <a:cubicBezTo>
                          <a:pt x="121933" y="256098"/>
                          <a:pt x="120320" y="258033"/>
                          <a:pt x="118063" y="258033"/>
                        </a:cubicBezTo>
                        <a:cubicBezTo>
                          <a:pt x="116128" y="258033"/>
                          <a:pt x="110324" y="259323"/>
                          <a:pt x="98715" y="271577"/>
                        </a:cubicBezTo>
                        <a:cubicBezTo>
                          <a:pt x="97748" y="272544"/>
                          <a:pt x="96780" y="272866"/>
                          <a:pt x="95491" y="272866"/>
                        </a:cubicBezTo>
                        <a:close/>
                        <a:moveTo>
                          <a:pt x="45831" y="250939"/>
                        </a:moveTo>
                        <a:cubicBezTo>
                          <a:pt x="44219" y="250939"/>
                          <a:pt x="42929" y="250294"/>
                          <a:pt x="42284" y="248681"/>
                        </a:cubicBezTo>
                        <a:cubicBezTo>
                          <a:pt x="41317" y="246747"/>
                          <a:pt x="41961" y="244167"/>
                          <a:pt x="43896" y="243200"/>
                        </a:cubicBezTo>
                        <a:lnTo>
                          <a:pt x="43896" y="243200"/>
                        </a:lnTo>
                        <a:cubicBezTo>
                          <a:pt x="44864" y="242555"/>
                          <a:pt x="46154" y="242232"/>
                          <a:pt x="47121" y="241587"/>
                        </a:cubicBezTo>
                        <a:cubicBezTo>
                          <a:pt x="50668" y="239652"/>
                          <a:pt x="55183" y="239330"/>
                          <a:pt x="60664" y="239008"/>
                        </a:cubicBezTo>
                        <a:cubicBezTo>
                          <a:pt x="63889" y="238685"/>
                          <a:pt x="67436" y="238363"/>
                          <a:pt x="71306" y="238040"/>
                        </a:cubicBezTo>
                        <a:cubicBezTo>
                          <a:pt x="73563" y="237718"/>
                          <a:pt x="75498" y="239330"/>
                          <a:pt x="75820" y="241587"/>
                        </a:cubicBezTo>
                        <a:cubicBezTo>
                          <a:pt x="76143" y="243845"/>
                          <a:pt x="74530" y="245779"/>
                          <a:pt x="72273" y="246102"/>
                        </a:cubicBezTo>
                        <a:cubicBezTo>
                          <a:pt x="68081" y="246747"/>
                          <a:pt x="64212" y="247069"/>
                          <a:pt x="60987" y="247069"/>
                        </a:cubicBezTo>
                        <a:cubicBezTo>
                          <a:pt x="56150" y="247392"/>
                          <a:pt x="52603" y="247714"/>
                          <a:pt x="50668" y="248681"/>
                        </a:cubicBezTo>
                        <a:cubicBezTo>
                          <a:pt x="49701" y="249326"/>
                          <a:pt x="48411" y="249971"/>
                          <a:pt x="47443" y="250294"/>
                        </a:cubicBezTo>
                        <a:cubicBezTo>
                          <a:pt x="47121" y="250939"/>
                          <a:pt x="46476" y="250939"/>
                          <a:pt x="45831" y="250939"/>
                        </a:cubicBezTo>
                        <a:close/>
                        <a:moveTo>
                          <a:pt x="100973" y="230623"/>
                        </a:moveTo>
                        <a:lnTo>
                          <a:pt x="100973" y="230623"/>
                        </a:lnTo>
                        <a:cubicBezTo>
                          <a:pt x="98715" y="230623"/>
                          <a:pt x="96780" y="228689"/>
                          <a:pt x="96780" y="226431"/>
                        </a:cubicBezTo>
                        <a:cubicBezTo>
                          <a:pt x="96780" y="219660"/>
                          <a:pt x="100005" y="216435"/>
                          <a:pt x="103230" y="213533"/>
                        </a:cubicBezTo>
                        <a:cubicBezTo>
                          <a:pt x="105165" y="211598"/>
                          <a:pt x="107422" y="209663"/>
                          <a:pt x="109357" y="206439"/>
                        </a:cubicBezTo>
                        <a:cubicBezTo>
                          <a:pt x="110002" y="205149"/>
                          <a:pt x="110646" y="203859"/>
                          <a:pt x="111291" y="202569"/>
                        </a:cubicBezTo>
                        <a:cubicBezTo>
                          <a:pt x="112259" y="200634"/>
                          <a:pt x="114516" y="199667"/>
                          <a:pt x="116451" y="200312"/>
                        </a:cubicBezTo>
                        <a:cubicBezTo>
                          <a:pt x="118386" y="201279"/>
                          <a:pt x="119353" y="203537"/>
                          <a:pt x="118708" y="205471"/>
                        </a:cubicBezTo>
                        <a:cubicBezTo>
                          <a:pt x="118063" y="207084"/>
                          <a:pt x="117418" y="208373"/>
                          <a:pt x="116451" y="209986"/>
                        </a:cubicBezTo>
                        <a:cubicBezTo>
                          <a:pt x="113871" y="214500"/>
                          <a:pt x="110969" y="217080"/>
                          <a:pt x="108712" y="219015"/>
                        </a:cubicBezTo>
                        <a:cubicBezTo>
                          <a:pt x="105809" y="221594"/>
                          <a:pt x="104842" y="222562"/>
                          <a:pt x="104842" y="226109"/>
                        </a:cubicBezTo>
                        <a:cubicBezTo>
                          <a:pt x="104842" y="228689"/>
                          <a:pt x="103230" y="230623"/>
                          <a:pt x="100973" y="230623"/>
                        </a:cubicBezTo>
                        <a:close/>
                        <a:moveTo>
                          <a:pt x="132252" y="174837"/>
                        </a:moveTo>
                        <a:cubicBezTo>
                          <a:pt x="131929" y="174837"/>
                          <a:pt x="131284" y="174837"/>
                          <a:pt x="130962" y="174515"/>
                        </a:cubicBezTo>
                        <a:cubicBezTo>
                          <a:pt x="129027" y="173870"/>
                          <a:pt x="127737" y="171290"/>
                          <a:pt x="128705" y="169355"/>
                        </a:cubicBezTo>
                        <a:cubicBezTo>
                          <a:pt x="130317" y="165486"/>
                          <a:pt x="131284" y="161293"/>
                          <a:pt x="132252" y="156779"/>
                        </a:cubicBezTo>
                        <a:cubicBezTo>
                          <a:pt x="133219" y="152264"/>
                          <a:pt x="134509" y="147750"/>
                          <a:pt x="136121" y="143235"/>
                        </a:cubicBezTo>
                        <a:cubicBezTo>
                          <a:pt x="136766" y="141301"/>
                          <a:pt x="139346" y="140011"/>
                          <a:pt x="141281" y="140978"/>
                        </a:cubicBezTo>
                        <a:cubicBezTo>
                          <a:pt x="143215" y="141623"/>
                          <a:pt x="144505" y="144203"/>
                          <a:pt x="143538" y="146138"/>
                        </a:cubicBezTo>
                        <a:cubicBezTo>
                          <a:pt x="141926" y="150007"/>
                          <a:pt x="140958" y="154199"/>
                          <a:pt x="139991" y="158714"/>
                        </a:cubicBezTo>
                        <a:cubicBezTo>
                          <a:pt x="139023" y="163228"/>
                          <a:pt x="137734" y="167743"/>
                          <a:pt x="136121" y="172257"/>
                        </a:cubicBezTo>
                        <a:cubicBezTo>
                          <a:pt x="135476" y="173870"/>
                          <a:pt x="133864" y="174837"/>
                          <a:pt x="132252" y="174837"/>
                        </a:cubicBezTo>
                        <a:close/>
                        <a:moveTo>
                          <a:pt x="156759" y="114859"/>
                        </a:moveTo>
                        <a:cubicBezTo>
                          <a:pt x="156114" y="114859"/>
                          <a:pt x="155792" y="114859"/>
                          <a:pt x="155147" y="114536"/>
                        </a:cubicBezTo>
                        <a:cubicBezTo>
                          <a:pt x="153212" y="113569"/>
                          <a:pt x="152244" y="111312"/>
                          <a:pt x="152889" y="109377"/>
                        </a:cubicBezTo>
                        <a:cubicBezTo>
                          <a:pt x="153534" y="107442"/>
                          <a:pt x="153857" y="105507"/>
                          <a:pt x="153857" y="102927"/>
                        </a:cubicBezTo>
                        <a:cubicBezTo>
                          <a:pt x="153857" y="99058"/>
                          <a:pt x="153212" y="94543"/>
                          <a:pt x="152244" y="89384"/>
                        </a:cubicBezTo>
                        <a:lnTo>
                          <a:pt x="151600" y="84869"/>
                        </a:lnTo>
                        <a:cubicBezTo>
                          <a:pt x="151277" y="82612"/>
                          <a:pt x="152889" y="80677"/>
                          <a:pt x="155147" y="80355"/>
                        </a:cubicBezTo>
                        <a:cubicBezTo>
                          <a:pt x="157404" y="80032"/>
                          <a:pt x="159339" y="81645"/>
                          <a:pt x="159661" y="83902"/>
                        </a:cubicBezTo>
                        <a:lnTo>
                          <a:pt x="160306" y="88417"/>
                        </a:lnTo>
                        <a:cubicBezTo>
                          <a:pt x="161273" y="93898"/>
                          <a:pt x="161918" y="98735"/>
                          <a:pt x="161918" y="103250"/>
                        </a:cubicBezTo>
                        <a:cubicBezTo>
                          <a:pt x="161918" y="107119"/>
                          <a:pt x="161273" y="110022"/>
                          <a:pt x="160306" y="112924"/>
                        </a:cubicBezTo>
                        <a:cubicBezTo>
                          <a:pt x="159661" y="113891"/>
                          <a:pt x="158371" y="114859"/>
                          <a:pt x="156759" y="114859"/>
                        </a:cubicBezTo>
                        <a:close/>
                        <a:moveTo>
                          <a:pt x="147085" y="51333"/>
                        </a:moveTo>
                        <a:cubicBezTo>
                          <a:pt x="145795" y="51333"/>
                          <a:pt x="144183" y="50688"/>
                          <a:pt x="143538" y="49398"/>
                        </a:cubicBezTo>
                        <a:cubicBezTo>
                          <a:pt x="141281" y="45529"/>
                          <a:pt x="139023" y="41982"/>
                          <a:pt x="135799" y="37789"/>
                        </a:cubicBezTo>
                        <a:lnTo>
                          <a:pt x="135154" y="36822"/>
                        </a:lnTo>
                        <a:cubicBezTo>
                          <a:pt x="133541" y="34565"/>
                          <a:pt x="130962" y="31985"/>
                          <a:pt x="128060" y="29083"/>
                        </a:cubicBezTo>
                        <a:cubicBezTo>
                          <a:pt x="126447" y="27471"/>
                          <a:pt x="126125" y="25213"/>
                          <a:pt x="127737" y="23279"/>
                        </a:cubicBezTo>
                        <a:cubicBezTo>
                          <a:pt x="129349" y="21666"/>
                          <a:pt x="131607" y="21344"/>
                          <a:pt x="133541" y="22956"/>
                        </a:cubicBezTo>
                        <a:cubicBezTo>
                          <a:pt x="137089" y="26181"/>
                          <a:pt x="139991" y="29405"/>
                          <a:pt x="141926" y="31985"/>
                        </a:cubicBezTo>
                        <a:lnTo>
                          <a:pt x="142571" y="32953"/>
                        </a:lnTo>
                        <a:cubicBezTo>
                          <a:pt x="145473" y="37145"/>
                          <a:pt x="148375" y="41014"/>
                          <a:pt x="150632" y="45206"/>
                        </a:cubicBezTo>
                        <a:cubicBezTo>
                          <a:pt x="151600" y="47141"/>
                          <a:pt x="150955" y="49721"/>
                          <a:pt x="149020" y="50688"/>
                        </a:cubicBezTo>
                        <a:cubicBezTo>
                          <a:pt x="148375" y="51333"/>
                          <a:pt x="147730" y="51333"/>
                          <a:pt x="147085" y="51333"/>
                        </a:cubicBezTo>
                        <a:close/>
                        <a:moveTo>
                          <a:pt x="98393" y="10380"/>
                        </a:moveTo>
                        <a:cubicBezTo>
                          <a:pt x="98070" y="10380"/>
                          <a:pt x="97425" y="10380"/>
                          <a:pt x="97103" y="10057"/>
                        </a:cubicBezTo>
                        <a:cubicBezTo>
                          <a:pt x="92588" y="8445"/>
                          <a:pt x="88396" y="7800"/>
                          <a:pt x="85172" y="8123"/>
                        </a:cubicBezTo>
                        <a:cubicBezTo>
                          <a:pt x="82270" y="8445"/>
                          <a:pt x="79690" y="8768"/>
                          <a:pt x="77110" y="8768"/>
                        </a:cubicBezTo>
                        <a:cubicBezTo>
                          <a:pt x="75175" y="9090"/>
                          <a:pt x="73563" y="9090"/>
                          <a:pt x="71951" y="9413"/>
                        </a:cubicBezTo>
                        <a:cubicBezTo>
                          <a:pt x="69693" y="9413"/>
                          <a:pt x="67759" y="7800"/>
                          <a:pt x="67436" y="5866"/>
                        </a:cubicBezTo>
                        <a:cubicBezTo>
                          <a:pt x="67114" y="3608"/>
                          <a:pt x="69049" y="1673"/>
                          <a:pt x="70983" y="1351"/>
                        </a:cubicBezTo>
                        <a:cubicBezTo>
                          <a:pt x="72596" y="1351"/>
                          <a:pt x="74208" y="1028"/>
                          <a:pt x="76143" y="706"/>
                        </a:cubicBezTo>
                        <a:cubicBezTo>
                          <a:pt x="78722" y="384"/>
                          <a:pt x="81302" y="61"/>
                          <a:pt x="84204" y="61"/>
                        </a:cubicBezTo>
                        <a:cubicBezTo>
                          <a:pt x="88396" y="-261"/>
                          <a:pt x="93556" y="706"/>
                          <a:pt x="99360" y="2641"/>
                        </a:cubicBezTo>
                        <a:cubicBezTo>
                          <a:pt x="101618" y="3286"/>
                          <a:pt x="102585" y="5543"/>
                          <a:pt x="101940" y="7800"/>
                        </a:cubicBezTo>
                        <a:cubicBezTo>
                          <a:pt x="101618" y="9413"/>
                          <a:pt x="100005" y="10380"/>
                          <a:pt x="98393" y="10380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8" name="Freeform: Shape 217">
                  <a:extLst>
                    <a:ext uri="{FF2B5EF4-FFF2-40B4-BE49-F238E27FC236}">
                      <a16:creationId xmlns:a16="http://schemas.microsoft.com/office/drawing/2014/main" id="{D9972C41-1158-041D-21BB-C3E7E5387303}"/>
                    </a:ext>
                  </a:extLst>
                </p:cNvPr>
                <p:cNvSpPr/>
                <p:nvPr/>
              </p:nvSpPr>
              <p:spPr>
                <a:xfrm>
                  <a:off x="4808644" y="3626161"/>
                  <a:ext cx="32246" cy="32246"/>
                </a:xfrm>
                <a:custGeom>
                  <a:avLst/>
                  <a:gdLst>
                    <a:gd name="connsiteX0" fmla="*/ 6772 w 0"/>
                    <a:gd name="connsiteY0" fmla="*/ 15156 h 0"/>
                    <a:gd name="connsiteX1" fmla="*/ 0 w 0"/>
                    <a:gd name="connsiteY1" fmla="*/ 10641 h 0"/>
                    <a:gd name="connsiteX2" fmla="*/ 0 w 0"/>
                    <a:gd name="connsiteY2" fmla="*/ 10641 h 0"/>
                    <a:gd name="connsiteX3" fmla="*/ 0 w 0"/>
                    <a:gd name="connsiteY3" fmla="*/ 10641 h 0"/>
                    <a:gd name="connsiteX4" fmla="*/ 0 w 0"/>
                    <a:gd name="connsiteY4" fmla="*/ 10641 h 0"/>
                    <a:gd name="connsiteX5" fmla="*/ 2257 w 0"/>
                    <a:gd name="connsiteY5" fmla="*/ 7094 h 0"/>
                    <a:gd name="connsiteX6" fmla="*/ 4515 w 0"/>
                    <a:gd name="connsiteY6" fmla="*/ 3547 h 0"/>
                    <a:gd name="connsiteX7" fmla="*/ 7094 w 0"/>
                    <a:gd name="connsiteY7" fmla="*/ 322 h 0"/>
                    <a:gd name="connsiteX8" fmla="*/ 7094 w 0"/>
                    <a:gd name="connsiteY8" fmla="*/ 0 h 0"/>
                    <a:gd name="connsiteX9" fmla="*/ 7094 w 0"/>
                    <a:gd name="connsiteY9" fmla="*/ 0 h 0"/>
                    <a:gd name="connsiteX10" fmla="*/ 13221 w 0"/>
                    <a:gd name="connsiteY10" fmla="*/ 5482 h 0"/>
                    <a:gd name="connsiteX11" fmla="*/ 10964 w 0"/>
                    <a:gd name="connsiteY11" fmla="*/ 8384 h 0"/>
                    <a:gd name="connsiteX12" fmla="*/ 8707 w 0"/>
                    <a:gd name="connsiteY12" fmla="*/ 11609 h 0"/>
                    <a:gd name="connsiteX13" fmla="*/ 6772 w 0"/>
                    <a:gd name="connsiteY13" fmla="*/ 15156 h 0"/>
                    <a:gd name="connsiteX14" fmla="*/ 6772 w 0"/>
                    <a:gd name="connsiteY14" fmla="*/ 15156 h 0"/>
                    <a:gd name="connsiteX15" fmla="*/ 6772 w 0"/>
                    <a:gd name="connsiteY15" fmla="*/ 15156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>
                      <a:moveTo>
                        <a:pt x="6772" y="15156"/>
                      </a:moveTo>
                      <a:lnTo>
                        <a:pt x="0" y="10641"/>
                      </a:lnTo>
                      <a:lnTo>
                        <a:pt x="0" y="10641"/>
                      </a:lnTo>
                      <a:lnTo>
                        <a:pt x="0" y="10641"/>
                      </a:lnTo>
                      <a:cubicBezTo>
                        <a:pt x="0" y="10641"/>
                        <a:pt x="0" y="10641"/>
                        <a:pt x="0" y="10641"/>
                      </a:cubicBezTo>
                      <a:cubicBezTo>
                        <a:pt x="967" y="9352"/>
                        <a:pt x="1612" y="8062"/>
                        <a:pt x="2257" y="7094"/>
                      </a:cubicBezTo>
                      <a:cubicBezTo>
                        <a:pt x="3225" y="5804"/>
                        <a:pt x="3870" y="4514"/>
                        <a:pt x="4515" y="3547"/>
                      </a:cubicBezTo>
                      <a:cubicBezTo>
                        <a:pt x="5482" y="2257"/>
                        <a:pt x="6127" y="1290"/>
                        <a:pt x="7094" y="322"/>
                      </a:cubicBezTo>
                      <a:cubicBezTo>
                        <a:pt x="7094" y="322"/>
                        <a:pt x="7094" y="322"/>
                        <a:pt x="7094" y="0"/>
                      </a:cubicBezTo>
                      <a:lnTo>
                        <a:pt x="7094" y="0"/>
                      </a:lnTo>
                      <a:lnTo>
                        <a:pt x="13221" y="5482"/>
                      </a:lnTo>
                      <a:cubicBezTo>
                        <a:pt x="12576" y="6449"/>
                        <a:pt x="11931" y="7094"/>
                        <a:pt x="10964" y="8384"/>
                      </a:cubicBezTo>
                      <a:cubicBezTo>
                        <a:pt x="10319" y="9352"/>
                        <a:pt x="9674" y="10319"/>
                        <a:pt x="8707" y="11609"/>
                      </a:cubicBezTo>
                      <a:cubicBezTo>
                        <a:pt x="8384" y="12576"/>
                        <a:pt x="7739" y="13543"/>
                        <a:pt x="6772" y="15156"/>
                      </a:cubicBezTo>
                      <a:cubicBezTo>
                        <a:pt x="6772" y="15156"/>
                        <a:pt x="6772" y="15156"/>
                        <a:pt x="6772" y="15156"/>
                      </a:cubicBezTo>
                      <a:lnTo>
                        <a:pt x="6772" y="15156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9" name="Graphic 4">
                <a:extLst>
                  <a:ext uri="{FF2B5EF4-FFF2-40B4-BE49-F238E27FC236}">
                    <a16:creationId xmlns:a16="http://schemas.microsoft.com/office/drawing/2014/main" id="{E3714A2D-C03A-3B16-1C58-433FD85E350B}"/>
                  </a:ext>
                </a:extLst>
              </p:cNvPr>
              <p:cNvGrpSpPr/>
              <p:nvPr/>
            </p:nvGrpSpPr>
            <p:grpSpPr>
              <a:xfrm>
                <a:off x="4573245" y="3612474"/>
                <a:ext cx="1493011" cy="1219898"/>
                <a:chOff x="4573245" y="3612474"/>
                <a:chExt cx="1493011" cy="1219898"/>
              </a:xfrm>
              <a:grpFill/>
            </p:grpSpPr>
            <p:sp>
              <p:nvSpPr>
                <p:cNvPr id="208" name="Freeform: Shape 207">
                  <a:extLst>
                    <a:ext uri="{FF2B5EF4-FFF2-40B4-BE49-F238E27FC236}">
                      <a16:creationId xmlns:a16="http://schemas.microsoft.com/office/drawing/2014/main" id="{F1434195-FE48-F277-9143-5B76A3E20FFB}"/>
                    </a:ext>
                  </a:extLst>
                </p:cNvPr>
                <p:cNvSpPr/>
                <p:nvPr/>
              </p:nvSpPr>
              <p:spPr>
                <a:xfrm>
                  <a:off x="4841164" y="3612474"/>
                  <a:ext cx="32246" cy="32246"/>
                </a:xfrm>
                <a:custGeom>
                  <a:avLst/>
                  <a:gdLst>
                    <a:gd name="connsiteX0" fmla="*/ 17140 w 0"/>
                    <a:gd name="connsiteY0" fmla="*/ 10140 h 0"/>
                    <a:gd name="connsiteX1" fmla="*/ 16495 w 0"/>
                    <a:gd name="connsiteY1" fmla="*/ 10140 h 0"/>
                    <a:gd name="connsiteX2" fmla="*/ 3274 w 0"/>
                    <a:gd name="connsiteY2" fmla="*/ 7883 h 0"/>
                    <a:gd name="connsiteX3" fmla="*/ 49 w 0"/>
                    <a:gd name="connsiteY3" fmla="*/ 3368 h 0"/>
                    <a:gd name="connsiteX4" fmla="*/ 4564 w 0"/>
                    <a:gd name="connsiteY4" fmla="*/ 143 h 0"/>
                    <a:gd name="connsiteX5" fmla="*/ 17785 w 0"/>
                    <a:gd name="connsiteY5" fmla="*/ 2400 h 0"/>
                    <a:gd name="connsiteX6" fmla="*/ 21009 w 0"/>
                    <a:gd name="connsiteY6" fmla="*/ 7238 h 0"/>
                    <a:gd name="connsiteX7" fmla="*/ 17140 w 0"/>
                    <a:gd name="connsiteY7" fmla="*/ 1014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>
                      <a:moveTo>
                        <a:pt x="17140" y="10140"/>
                      </a:moveTo>
                      <a:cubicBezTo>
                        <a:pt x="16817" y="10140"/>
                        <a:pt x="16817" y="10140"/>
                        <a:pt x="16495" y="10140"/>
                      </a:cubicBezTo>
                      <a:cubicBezTo>
                        <a:pt x="12625" y="9495"/>
                        <a:pt x="8111" y="8527"/>
                        <a:pt x="3274" y="7883"/>
                      </a:cubicBezTo>
                      <a:cubicBezTo>
                        <a:pt x="1016" y="7560"/>
                        <a:pt x="-273" y="5303"/>
                        <a:pt x="49" y="3368"/>
                      </a:cubicBezTo>
                      <a:cubicBezTo>
                        <a:pt x="371" y="1111"/>
                        <a:pt x="2629" y="-502"/>
                        <a:pt x="4564" y="143"/>
                      </a:cubicBezTo>
                      <a:cubicBezTo>
                        <a:pt x="9401" y="1111"/>
                        <a:pt x="13915" y="1756"/>
                        <a:pt x="17785" y="2400"/>
                      </a:cubicBezTo>
                      <a:cubicBezTo>
                        <a:pt x="20042" y="2723"/>
                        <a:pt x="21332" y="4980"/>
                        <a:pt x="21009" y="7238"/>
                      </a:cubicBezTo>
                      <a:cubicBezTo>
                        <a:pt x="20687" y="8850"/>
                        <a:pt x="19074" y="10140"/>
                        <a:pt x="17140" y="1014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Freeform: Shape 208">
                  <a:extLst>
                    <a:ext uri="{FF2B5EF4-FFF2-40B4-BE49-F238E27FC236}">
                      <a16:creationId xmlns:a16="http://schemas.microsoft.com/office/drawing/2014/main" id="{0BC4FA77-39AE-7E30-7226-9A4F14B15CA7}"/>
                    </a:ext>
                  </a:extLst>
                </p:cNvPr>
                <p:cNvSpPr/>
                <p:nvPr/>
              </p:nvSpPr>
              <p:spPr>
                <a:xfrm>
                  <a:off x="4618068" y="3629824"/>
                  <a:ext cx="257972" cy="322465"/>
                </a:xfrm>
                <a:custGeom>
                  <a:avLst/>
                  <a:gdLst>
                    <a:gd name="connsiteX0" fmla="*/ 21928 w 257971"/>
                    <a:gd name="connsiteY0" fmla="*/ 324928 h 322464"/>
                    <a:gd name="connsiteX1" fmla="*/ 19993 w 257971"/>
                    <a:gd name="connsiteY1" fmla="*/ 324606 h 322464"/>
                    <a:gd name="connsiteX2" fmla="*/ 12254 w 257971"/>
                    <a:gd name="connsiteY2" fmla="*/ 321703 h 322464"/>
                    <a:gd name="connsiteX3" fmla="*/ 322 w 257971"/>
                    <a:gd name="connsiteY3" fmla="*/ 307837 h 322464"/>
                    <a:gd name="connsiteX4" fmla="*/ 0 w 257971"/>
                    <a:gd name="connsiteY4" fmla="*/ 305580 h 322464"/>
                    <a:gd name="connsiteX5" fmla="*/ 3870 w 257971"/>
                    <a:gd name="connsiteY5" fmla="*/ 301388 h 322464"/>
                    <a:gd name="connsiteX6" fmla="*/ 8062 w 257971"/>
                    <a:gd name="connsiteY6" fmla="*/ 305257 h 322464"/>
                    <a:gd name="connsiteX7" fmla="*/ 8384 w 257971"/>
                    <a:gd name="connsiteY7" fmla="*/ 307192 h 322464"/>
                    <a:gd name="connsiteX8" fmla="*/ 14188 w 257971"/>
                    <a:gd name="connsiteY8" fmla="*/ 313964 h 322464"/>
                    <a:gd name="connsiteX9" fmla="*/ 23540 w 257971"/>
                    <a:gd name="connsiteY9" fmla="*/ 317189 h 322464"/>
                    <a:gd name="connsiteX10" fmla="*/ 25475 w 257971"/>
                    <a:gd name="connsiteY10" fmla="*/ 322671 h 322464"/>
                    <a:gd name="connsiteX11" fmla="*/ 21928 w 257971"/>
                    <a:gd name="connsiteY11" fmla="*/ 324928 h 322464"/>
                    <a:gd name="connsiteX12" fmla="*/ 58044 w 257971"/>
                    <a:gd name="connsiteY12" fmla="*/ 324606 h 322464"/>
                    <a:gd name="connsiteX13" fmla="*/ 54174 w 257971"/>
                    <a:gd name="connsiteY13" fmla="*/ 321703 h 322464"/>
                    <a:gd name="connsiteX14" fmla="*/ 57076 w 257971"/>
                    <a:gd name="connsiteY14" fmla="*/ 316866 h 322464"/>
                    <a:gd name="connsiteX15" fmla="*/ 61268 w 257971"/>
                    <a:gd name="connsiteY15" fmla="*/ 315899 h 322464"/>
                    <a:gd name="connsiteX16" fmla="*/ 78359 w 257971"/>
                    <a:gd name="connsiteY16" fmla="*/ 306225 h 322464"/>
                    <a:gd name="connsiteX17" fmla="*/ 84163 w 257971"/>
                    <a:gd name="connsiteY17" fmla="*/ 306225 h 322464"/>
                    <a:gd name="connsiteX18" fmla="*/ 84163 w 257971"/>
                    <a:gd name="connsiteY18" fmla="*/ 312029 h 322464"/>
                    <a:gd name="connsiteX19" fmla="*/ 63526 w 257971"/>
                    <a:gd name="connsiteY19" fmla="*/ 323960 h 322464"/>
                    <a:gd name="connsiteX20" fmla="*/ 59334 w 257971"/>
                    <a:gd name="connsiteY20" fmla="*/ 324928 h 322464"/>
                    <a:gd name="connsiteX21" fmla="*/ 58044 w 257971"/>
                    <a:gd name="connsiteY21" fmla="*/ 324606 h 322464"/>
                    <a:gd name="connsiteX22" fmla="*/ 94805 w 257971"/>
                    <a:gd name="connsiteY22" fmla="*/ 279138 h 322464"/>
                    <a:gd name="connsiteX23" fmla="*/ 94160 w 257971"/>
                    <a:gd name="connsiteY23" fmla="*/ 279138 h 322464"/>
                    <a:gd name="connsiteX24" fmla="*/ 90935 w 257971"/>
                    <a:gd name="connsiteY24" fmla="*/ 274623 h 322464"/>
                    <a:gd name="connsiteX25" fmla="*/ 94805 w 257971"/>
                    <a:gd name="connsiteY25" fmla="*/ 258823 h 322464"/>
                    <a:gd name="connsiteX26" fmla="*/ 96094 w 257971"/>
                    <a:gd name="connsiteY26" fmla="*/ 252051 h 322464"/>
                    <a:gd name="connsiteX27" fmla="*/ 96094 w 257971"/>
                    <a:gd name="connsiteY27" fmla="*/ 249794 h 322464"/>
                    <a:gd name="connsiteX28" fmla="*/ 99642 w 257971"/>
                    <a:gd name="connsiteY28" fmla="*/ 245279 h 322464"/>
                    <a:gd name="connsiteX29" fmla="*/ 104156 w 257971"/>
                    <a:gd name="connsiteY29" fmla="*/ 248826 h 322464"/>
                    <a:gd name="connsiteX30" fmla="*/ 104479 w 257971"/>
                    <a:gd name="connsiteY30" fmla="*/ 252051 h 322464"/>
                    <a:gd name="connsiteX31" fmla="*/ 102544 w 257971"/>
                    <a:gd name="connsiteY31" fmla="*/ 261402 h 322464"/>
                    <a:gd name="connsiteX32" fmla="*/ 98997 w 257971"/>
                    <a:gd name="connsiteY32" fmla="*/ 275913 h 322464"/>
                    <a:gd name="connsiteX33" fmla="*/ 94805 w 257971"/>
                    <a:gd name="connsiteY33" fmla="*/ 279138 h 322464"/>
                    <a:gd name="connsiteX34" fmla="*/ 132855 w 257971"/>
                    <a:gd name="connsiteY34" fmla="*/ 244957 h 322464"/>
                    <a:gd name="connsiteX35" fmla="*/ 130598 w 257971"/>
                    <a:gd name="connsiteY35" fmla="*/ 244312 h 322464"/>
                    <a:gd name="connsiteX36" fmla="*/ 121892 w 257971"/>
                    <a:gd name="connsiteY36" fmla="*/ 236895 h 322464"/>
                    <a:gd name="connsiteX37" fmla="*/ 110605 w 257971"/>
                    <a:gd name="connsiteY37" fmla="*/ 229478 h 322464"/>
                    <a:gd name="connsiteX38" fmla="*/ 108026 w 257971"/>
                    <a:gd name="connsiteY38" fmla="*/ 224319 h 322464"/>
                    <a:gd name="connsiteX39" fmla="*/ 113185 w 257971"/>
                    <a:gd name="connsiteY39" fmla="*/ 221739 h 322464"/>
                    <a:gd name="connsiteX40" fmla="*/ 127696 w 257971"/>
                    <a:gd name="connsiteY40" fmla="*/ 231413 h 322464"/>
                    <a:gd name="connsiteX41" fmla="*/ 135113 w 257971"/>
                    <a:gd name="connsiteY41" fmla="*/ 238185 h 322464"/>
                    <a:gd name="connsiteX42" fmla="*/ 136080 w 257971"/>
                    <a:gd name="connsiteY42" fmla="*/ 243667 h 322464"/>
                    <a:gd name="connsiteX43" fmla="*/ 132855 w 257971"/>
                    <a:gd name="connsiteY43" fmla="*/ 244957 h 322464"/>
                    <a:gd name="connsiteX44" fmla="*/ 162200 w 257971"/>
                    <a:gd name="connsiteY44" fmla="*/ 233348 h 322464"/>
                    <a:gd name="connsiteX45" fmla="*/ 158653 w 257971"/>
                    <a:gd name="connsiteY45" fmla="*/ 231413 h 322464"/>
                    <a:gd name="connsiteX46" fmla="*/ 159943 w 257971"/>
                    <a:gd name="connsiteY46" fmla="*/ 225931 h 322464"/>
                    <a:gd name="connsiteX47" fmla="*/ 169294 w 257971"/>
                    <a:gd name="connsiteY47" fmla="*/ 220772 h 322464"/>
                    <a:gd name="connsiteX48" fmla="*/ 181225 w 257971"/>
                    <a:gd name="connsiteY48" fmla="*/ 212388 h 322464"/>
                    <a:gd name="connsiteX49" fmla="*/ 187030 w 257971"/>
                    <a:gd name="connsiteY49" fmla="*/ 212065 h 322464"/>
                    <a:gd name="connsiteX50" fmla="*/ 187352 w 257971"/>
                    <a:gd name="connsiteY50" fmla="*/ 217869 h 322464"/>
                    <a:gd name="connsiteX51" fmla="*/ 172841 w 257971"/>
                    <a:gd name="connsiteY51" fmla="*/ 227866 h 322464"/>
                    <a:gd name="connsiteX52" fmla="*/ 164457 w 257971"/>
                    <a:gd name="connsiteY52" fmla="*/ 232703 h 322464"/>
                    <a:gd name="connsiteX53" fmla="*/ 162200 w 257971"/>
                    <a:gd name="connsiteY53" fmla="*/ 233348 h 322464"/>
                    <a:gd name="connsiteX54" fmla="*/ 182837 w 257971"/>
                    <a:gd name="connsiteY54" fmla="*/ 184011 h 322464"/>
                    <a:gd name="connsiteX55" fmla="*/ 178968 w 257971"/>
                    <a:gd name="connsiteY55" fmla="*/ 180786 h 322464"/>
                    <a:gd name="connsiteX56" fmla="*/ 166714 w 257971"/>
                    <a:gd name="connsiteY56" fmla="*/ 159503 h 322464"/>
                    <a:gd name="connsiteX57" fmla="*/ 167359 w 257971"/>
                    <a:gd name="connsiteY57" fmla="*/ 153699 h 322464"/>
                    <a:gd name="connsiteX58" fmla="*/ 173164 w 257971"/>
                    <a:gd name="connsiteY58" fmla="*/ 154344 h 322464"/>
                    <a:gd name="connsiteX59" fmla="*/ 187030 w 257971"/>
                    <a:gd name="connsiteY59" fmla="*/ 178851 h 322464"/>
                    <a:gd name="connsiteX60" fmla="*/ 184127 w 257971"/>
                    <a:gd name="connsiteY60" fmla="*/ 183688 h 322464"/>
                    <a:gd name="connsiteX61" fmla="*/ 182837 w 257971"/>
                    <a:gd name="connsiteY61" fmla="*/ 184011 h 322464"/>
                    <a:gd name="connsiteX62" fmla="*/ 151558 w 257971"/>
                    <a:gd name="connsiteY62" fmla="*/ 134674 h 322464"/>
                    <a:gd name="connsiteX63" fmla="*/ 147689 w 257971"/>
                    <a:gd name="connsiteY63" fmla="*/ 131771 h 322464"/>
                    <a:gd name="connsiteX64" fmla="*/ 150591 w 257971"/>
                    <a:gd name="connsiteY64" fmla="*/ 126934 h 322464"/>
                    <a:gd name="connsiteX65" fmla="*/ 158653 w 257971"/>
                    <a:gd name="connsiteY65" fmla="*/ 125644 h 322464"/>
                    <a:gd name="connsiteX66" fmla="*/ 173486 w 257971"/>
                    <a:gd name="connsiteY66" fmla="*/ 122742 h 322464"/>
                    <a:gd name="connsiteX67" fmla="*/ 175421 w 257971"/>
                    <a:gd name="connsiteY67" fmla="*/ 121775 h 322464"/>
                    <a:gd name="connsiteX68" fmla="*/ 180903 w 257971"/>
                    <a:gd name="connsiteY68" fmla="*/ 123387 h 322464"/>
                    <a:gd name="connsiteX69" fmla="*/ 179290 w 257971"/>
                    <a:gd name="connsiteY69" fmla="*/ 128869 h 322464"/>
                    <a:gd name="connsiteX70" fmla="*/ 177033 w 257971"/>
                    <a:gd name="connsiteY70" fmla="*/ 129837 h 322464"/>
                    <a:gd name="connsiteX71" fmla="*/ 159620 w 257971"/>
                    <a:gd name="connsiteY71" fmla="*/ 133384 h 322464"/>
                    <a:gd name="connsiteX72" fmla="*/ 152526 w 257971"/>
                    <a:gd name="connsiteY72" fmla="*/ 134351 h 322464"/>
                    <a:gd name="connsiteX73" fmla="*/ 151558 w 257971"/>
                    <a:gd name="connsiteY73" fmla="*/ 134674 h 322464"/>
                    <a:gd name="connsiteX74" fmla="*/ 205410 w 257971"/>
                    <a:gd name="connsiteY74" fmla="*/ 100170 h 322464"/>
                    <a:gd name="connsiteX75" fmla="*/ 201863 w 257971"/>
                    <a:gd name="connsiteY75" fmla="*/ 98235 h 322464"/>
                    <a:gd name="connsiteX76" fmla="*/ 198638 w 257971"/>
                    <a:gd name="connsiteY76" fmla="*/ 95978 h 322464"/>
                    <a:gd name="connsiteX77" fmla="*/ 223146 w 257971"/>
                    <a:gd name="connsiteY77" fmla="*/ 81467 h 322464"/>
                    <a:gd name="connsiteX78" fmla="*/ 227983 w 257971"/>
                    <a:gd name="connsiteY78" fmla="*/ 84369 h 322464"/>
                    <a:gd name="connsiteX79" fmla="*/ 225080 w 257971"/>
                    <a:gd name="connsiteY79" fmla="*/ 89206 h 322464"/>
                    <a:gd name="connsiteX80" fmla="*/ 205410 w 257971"/>
                    <a:gd name="connsiteY80" fmla="*/ 100170 h 322464"/>
                    <a:gd name="connsiteX81" fmla="*/ 259584 w 257971"/>
                    <a:gd name="connsiteY81" fmla="*/ 79532 h 322464"/>
                    <a:gd name="connsiteX82" fmla="*/ 255714 w 257971"/>
                    <a:gd name="connsiteY82" fmla="*/ 76952 h 322464"/>
                    <a:gd name="connsiteX83" fmla="*/ 257972 w 257971"/>
                    <a:gd name="connsiteY83" fmla="*/ 71793 h 322464"/>
                    <a:gd name="connsiteX84" fmla="*/ 261841 w 257971"/>
                    <a:gd name="connsiteY84" fmla="*/ 69536 h 322464"/>
                    <a:gd name="connsiteX85" fmla="*/ 251200 w 257971"/>
                    <a:gd name="connsiteY85" fmla="*/ 65021 h 322464"/>
                    <a:gd name="connsiteX86" fmla="*/ 248620 w 257971"/>
                    <a:gd name="connsiteY86" fmla="*/ 59862 h 322464"/>
                    <a:gd name="connsiteX87" fmla="*/ 253780 w 257971"/>
                    <a:gd name="connsiteY87" fmla="*/ 57282 h 322464"/>
                    <a:gd name="connsiteX88" fmla="*/ 270548 w 257971"/>
                    <a:gd name="connsiteY88" fmla="*/ 69536 h 322464"/>
                    <a:gd name="connsiteX89" fmla="*/ 261196 w 257971"/>
                    <a:gd name="connsiteY89" fmla="*/ 79210 h 322464"/>
                    <a:gd name="connsiteX90" fmla="*/ 259584 w 257971"/>
                    <a:gd name="connsiteY90" fmla="*/ 79532 h 322464"/>
                    <a:gd name="connsiteX91" fmla="*/ 203153 w 257971"/>
                    <a:gd name="connsiteY91" fmla="*/ 68568 h 322464"/>
                    <a:gd name="connsiteX92" fmla="*/ 189932 w 257971"/>
                    <a:gd name="connsiteY92" fmla="*/ 65344 h 322464"/>
                    <a:gd name="connsiteX93" fmla="*/ 188319 w 257971"/>
                    <a:gd name="connsiteY93" fmla="*/ 59862 h 322464"/>
                    <a:gd name="connsiteX94" fmla="*/ 193801 w 257971"/>
                    <a:gd name="connsiteY94" fmla="*/ 58249 h 322464"/>
                    <a:gd name="connsiteX95" fmla="*/ 209925 w 257971"/>
                    <a:gd name="connsiteY95" fmla="*/ 59539 h 322464"/>
                    <a:gd name="connsiteX96" fmla="*/ 215406 w 257971"/>
                    <a:gd name="connsiteY96" fmla="*/ 57282 h 322464"/>
                    <a:gd name="connsiteX97" fmla="*/ 220888 w 257971"/>
                    <a:gd name="connsiteY97" fmla="*/ 59217 h 322464"/>
                    <a:gd name="connsiteX98" fmla="*/ 218953 w 257971"/>
                    <a:gd name="connsiteY98" fmla="*/ 64699 h 322464"/>
                    <a:gd name="connsiteX99" fmla="*/ 212827 w 257971"/>
                    <a:gd name="connsiteY99" fmla="*/ 67278 h 322464"/>
                    <a:gd name="connsiteX100" fmla="*/ 203153 w 257971"/>
                    <a:gd name="connsiteY100" fmla="*/ 68568 h 322464"/>
                    <a:gd name="connsiteX101" fmla="*/ 187997 w 257971"/>
                    <a:gd name="connsiteY101" fmla="*/ 32452 h 322464"/>
                    <a:gd name="connsiteX102" fmla="*/ 187674 w 257971"/>
                    <a:gd name="connsiteY102" fmla="*/ 32452 h 322464"/>
                    <a:gd name="connsiteX103" fmla="*/ 184127 w 257971"/>
                    <a:gd name="connsiteY103" fmla="*/ 27938 h 322464"/>
                    <a:gd name="connsiteX104" fmla="*/ 190899 w 257971"/>
                    <a:gd name="connsiteY104" fmla="*/ 6977 h 322464"/>
                    <a:gd name="connsiteX105" fmla="*/ 193479 w 257971"/>
                    <a:gd name="connsiteY105" fmla="*/ 3108 h 322464"/>
                    <a:gd name="connsiteX106" fmla="*/ 194446 w 257971"/>
                    <a:gd name="connsiteY106" fmla="*/ 1818 h 322464"/>
                    <a:gd name="connsiteX107" fmla="*/ 199928 w 257971"/>
                    <a:gd name="connsiteY107" fmla="*/ 528 h 322464"/>
                    <a:gd name="connsiteX108" fmla="*/ 201218 w 257971"/>
                    <a:gd name="connsiteY108" fmla="*/ 6010 h 322464"/>
                    <a:gd name="connsiteX109" fmla="*/ 200573 w 257971"/>
                    <a:gd name="connsiteY109" fmla="*/ 7300 h 322464"/>
                    <a:gd name="connsiteX110" fmla="*/ 197993 w 257971"/>
                    <a:gd name="connsiteY110" fmla="*/ 11170 h 322464"/>
                    <a:gd name="connsiteX111" fmla="*/ 192511 w 257971"/>
                    <a:gd name="connsiteY111" fmla="*/ 28583 h 322464"/>
                    <a:gd name="connsiteX112" fmla="*/ 187997 w 257971"/>
                    <a:gd name="connsiteY112" fmla="*/ 32452 h 322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</a:cxnLst>
                  <a:rect l="l" t="t" r="r" b="b"/>
                  <a:pathLst>
                    <a:path w="257971" h="322464">
                      <a:moveTo>
                        <a:pt x="21928" y="324928"/>
                      </a:moveTo>
                      <a:cubicBezTo>
                        <a:pt x="21283" y="324928"/>
                        <a:pt x="20638" y="324928"/>
                        <a:pt x="19993" y="324606"/>
                      </a:cubicBezTo>
                      <a:cubicBezTo>
                        <a:pt x="17091" y="322993"/>
                        <a:pt x="14511" y="322348"/>
                        <a:pt x="12254" y="321703"/>
                      </a:cubicBezTo>
                      <a:cubicBezTo>
                        <a:pt x="5804" y="320091"/>
                        <a:pt x="1612" y="318156"/>
                        <a:pt x="322" y="307837"/>
                      </a:cubicBezTo>
                      <a:cubicBezTo>
                        <a:pt x="322" y="306870"/>
                        <a:pt x="322" y="306225"/>
                        <a:pt x="0" y="305580"/>
                      </a:cubicBezTo>
                      <a:cubicBezTo>
                        <a:pt x="0" y="303323"/>
                        <a:pt x="1612" y="301388"/>
                        <a:pt x="3870" y="301388"/>
                      </a:cubicBezTo>
                      <a:cubicBezTo>
                        <a:pt x="6127" y="301065"/>
                        <a:pt x="8062" y="303000"/>
                        <a:pt x="8062" y="305257"/>
                      </a:cubicBezTo>
                      <a:cubicBezTo>
                        <a:pt x="8062" y="305902"/>
                        <a:pt x="8062" y="306547"/>
                        <a:pt x="8384" y="307192"/>
                      </a:cubicBezTo>
                      <a:cubicBezTo>
                        <a:pt x="9029" y="312674"/>
                        <a:pt x="9674" y="312997"/>
                        <a:pt x="14188" y="313964"/>
                      </a:cubicBezTo>
                      <a:cubicBezTo>
                        <a:pt x="16768" y="314609"/>
                        <a:pt x="19670" y="315576"/>
                        <a:pt x="23540" y="317189"/>
                      </a:cubicBezTo>
                      <a:cubicBezTo>
                        <a:pt x="25475" y="318156"/>
                        <a:pt x="26442" y="320736"/>
                        <a:pt x="25475" y="322671"/>
                      </a:cubicBezTo>
                      <a:cubicBezTo>
                        <a:pt x="24830" y="323960"/>
                        <a:pt x="23217" y="324928"/>
                        <a:pt x="21928" y="324928"/>
                      </a:cubicBezTo>
                      <a:close/>
                      <a:moveTo>
                        <a:pt x="58044" y="324606"/>
                      </a:moveTo>
                      <a:cubicBezTo>
                        <a:pt x="56109" y="324606"/>
                        <a:pt x="54497" y="323316"/>
                        <a:pt x="54174" y="321703"/>
                      </a:cubicBezTo>
                      <a:cubicBezTo>
                        <a:pt x="53529" y="319446"/>
                        <a:pt x="54819" y="317189"/>
                        <a:pt x="57076" y="316866"/>
                      </a:cubicBezTo>
                      <a:lnTo>
                        <a:pt x="61268" y="315899"/>
                      </a:lnTo>
                      <a:cubicBezTo>
                        <a:pt x="68040" y="313964"/>
                        <a:pt x="73844" y="310740"/>
                        <a:pt x="78359" y="306225"/>
                      </a:cubicBezTo>
                      <a:cubicBezTo>
                        <a:pt x="79971" y="304613"/>
                        <a:pt x="82551" y="304613"/>
                        <a:pt x="84163" y="306225"/>
                      </a:cubicBezTo>
                      <a:cubicBezTo>
                        <a:pt x="85776" y="307837"/>
                        <a:pt x="85776" y="310417"/>
                        <a:pt x="84163" y="312029"/>
                      </a:cubicBezTo>
                      <a:cubicBezTo>
                        <a:pt x="78681" y="317834"/>
                        <a:pt x="71587" y="321703"/>
                        <a:pt x="63526" y="323960"/>
                      </a:cubicBezTo>
                      <a:lnTo>
                        <a:pt x="59334" y="324928"/>
                      </a:lnTo>
                      <a:cubicBezTo>
                        <a:pt x="58689" y="324606"/>
                        <a:pt x="58366" y="324606"/>
                        <a:pt x="58044" y="324606"/>
                      </a:cubicBezTo>
                      <a:close/>
                      <a:moveTo>
                        <a:pt x="94805" y="279138"/>
                      </a:moveTo>
                      <a:cubicBezTo>
                        <a:pt x="94482" y="279138"/>
                        <a:pt x="94482" y="279138"/>
                        <a:pt x="94160" y="279138"/>
                      </a:cubicBezTo>
                      <a:cubicBezTo>
                        <a:pt x="91902" y="278815"/>
                        <a:pt x="90613" y="276881"/>
                        <a:pt x="90935" y="274623"/>
                      </a:cubicBezTo>
                      <a:cubicBezTo>
                        <a:pt x="92225" y="266562"/>
                        <a:pt x="93515" y="262047"/>
                        <a:pt x="94805" y="258823"/>
                      </a:cubicBezTo>
                      <a:cubicBezTo>
                        <a:pt x="95772" y="256243"/>
                        <a:pt x="96094" y="254630"/>
                        <a:pt x="96094" y="252051"/>
                      </a:cubicBezTo>
                      <a:cubicBezTo>
                        <a:pt x="96094" y="251406"/>
                        <a:pt x="96094" y="250761"/>
                        <a:pt x="96094" y="249794"/>
                      </a:cubicBezTo>
                      <a:cubicBezTo>
                        <a:pt x="95772" y="247536"/>
                        <a:pt x="97384" y="245601"/>
                        <a:pt x="99642" y="245279"/>
                      </a:cubicBezTo>
                      <a:cubicBezTo>
                        <a:pt x="101899" y="244957"/>
                        <a:pt x="103834" y="246569"/>
                        <a:pt x="104156" y="248826"/>
                      </a:cubicBezTo>
                      <a:cubicBezTo>
                        <a:pt x="104156" y="250116"/>
                        <a:pt x="104479" y="251083"/>
                        <a:pt x="104479" y="252051"/>
                      </a:cubicBezTo>
                      <a:cubicBezTo>
                        <a:pt x="104479" y="255920"/>
                        <a:pt x="103511" y="258500"/>
                        <a:pt x="102544" y="261402"/>
                      </a:cubicBezTo>
                      <a:cubicBezTo>
                        <a:pt x="101576" y="264627"/>
                        <a:pt x="100287" y="268496"/>
                        <a:pt x="98997" y="275913"/>
                      </a:cubicBezTo>
                      <a:cubicBezTo>
                        <a:pt x="98674" y="277848"/>
                        <a:pt x="96739" y="279138"/>
                        <a:pt x="94805" y="279138"/>
                      </a:cubicBezTo>
                      <a:close/>
                      <a:moveTo>
                        <a:pt x="132855" y="244957"/>
                      </a:moveTo>
                      <a:cubicBezTo>
                        <a:pt x="131888" y="244957"/>
                        <a:pt x="131243" y="244634"/>
                        <a:pt x="130598" y="244312"/>
                      </a:cubicBezTo>
                      <a:cubicBezTo>
                        <a:pt x="127051" y="241732"/>
                        <a:pt x="124471" y="239152"/>
                        <a:pt x="121892" y="236895"/>
                      </a:cubicBezTo>
                      <a:cubicBezTo>
                        <a:pt x="118345" y="233348"/>
                        <a:pt x="115765" y="230768"/>
                        <a:pt x="110605" y="229478"/>
                      </a:cubicBezTo>
                      <a:cubicBezTo>
                        <a:pt x="108348" y="228833"/>
                        <a:pt x="107381" y="226576"/>
                        <a:pt x="108026" y="224319"/>
                      </a:cubicBezTo>
                      <a:cubicBezTo>
                        <a:pt x="108671" y="222062"/>
                        <a:pt x="110928" y="221094"/>
                        <a:pt x="113185" y="221739"/>
                      </a:cubicBezTo>
                      <a:cubicBezTo>
                        <a:pt x="120279" y="223996"/>
                        <a:pt x="123826" y="227544"/>
                        <a:pt x="127696" y="231413"/>
                      </a:cubicBezTo>
                      <a:cubicBezTo>
                        <a:pt x="129953" y="233670"/>
                        <a:pt x="132211" y="235928"/>
                        <a:pt x="135113" y="238185"/>
                      </a:cubicBezTo>
                      <a:cubicBezTo>
                        <a:pt x="137047" y="239475"/>
                        <a:pt x="137370" y="242054"/>
                        <a:pt x="136080" y="243667"/>
                      </a:cubicBezTo>
                      <a:cubicBezTo>
                        <a:pt x="135113" y="244312"/>
                        <a:pt x="134145" y="244957"/>
                        <a:pt x="132855" y="244957"/>
                      </a:cubicBezTo>
                      <a:close/>
                      <a:moveTo>
                        <a:pt x="162200" y="233348"/>
                      </a:moveTo>
                      <a:cubicBezTo>
                        <a:pt x="160910" y="233348"/>
                        <a:pt x="159620" y="232703"/>
                        <a:pt x="158653" y="231413"/>
                      </a:cubicBezTo>
                      <a:cubicBezTo>
                        <a:pt x="157363" y="229478"/>
                        <a:pt x="158008" y="226898"/>
                        <a:pt x="159943" y="225931"/>
                      </a:cubicBezTo>
                      <a:cubicBezTo>
                        <a:pt x="162845" y="223996"/>
                        <a:pt x="165747" y="222384"/>
                        <a:pt x="169294" y="220772"/>
                      </a:cubicBezTo>
                      <a:cubicBezTo>
                        <a:pt x="174776" y="218192"/>
                        <a:pt x="178645" y="215290"/>
                        <a:pt x="181225" y="212388"/>
                      </a:cubicBezTo>
                      <a:cubicBezTo>
                        <a:pt x="182837" y="210775"/>
                        <a:pt x="185417" y="210453"/>
                        <a:pt x="187030" y="212065"/>
                      </a:cubicBezTo>
                      <a:cubicBezTo>
                        <a:pt x="188642" y="213678"/>
                        <a:pt x="188964" y="216257"/>
                        <a:pt x="187352" y="217869"/>
                      </a:cubicBezTo>
                      <a:cubicBezTo>
                        <a:pt x="184127" y="221417"/>
                        <a:pt x="179290" y="224641"/>
                        <a:pt x="172841" y="227866"/>
                      </a:cubicBezTo>
                      <a:cubicBezTo>
                        <a:pt x="169616" y="229478"/>
                        <a:pt x="167037" y="231091"/>
                        <a:pt x="164457" y="232703"/>
                      </a:cubicBezTo>
                      <a:cubicBezTo>
                        <a:pt x="163812" y="233025"/>
                        <a:pt x="162845" y="233348"/>
                        <a:pt x="162200" y="233348"/>
                      </a:cubicBezTo>
                      <a:close/>
                      <a:moveTo>
                        <a:pt x="182837" y="184011"/>
                      </a:moveTo>
                      <a:cubicBezTo>
                        <a:pt x="180903" y="184011"/>
                        <a:pt x="179290" y="182721"/>
                        <a:pt x="178968" y="180786"/>
                      </a:cubicBezTo>
                      <a:cubicBezTo>
                        <a:pt x="177678" y="175627"/>
                        <a:pt x="173486" y="167888"/>
                        <a:pt x="166714" y="159503"/>
                      </a:cubicBezTo>
                      <a:cubicBezTo>
                        <a:pt x="165424" y="157891"/>
                        <a:pt x="165747" y="155311"/>
                        <a:pt x="167359" y="153699"/>
                      </a:cubicBezTo>
                      <a:cubicBezTo>
                        <a:pt x="168971" y="152409"/>
                        <a:pt x="171551" y="152732"/>
                        <a:pt x="173164" y="154344"/>
                      </a:cubicBezTo>
                      <a:cubicBezTo>
                        <a:pt x="178323" y="160793"/>
                        <a:pt x="184772" y="170467"/>
                        <a:pt x="187030" y="178851"/>
                      </a:cubicBezTo>
                      <a:cubicBezTo>
                        <a:pt x="187674" y="181108"/>
                        <a:pt x="186385" y="183043"/>
                        <a:pt x="184127" y="183688"/>
                      </a:cubicBezTo>
                      <a:cubicBezTo>
                        <a:pt x="183482" y="184011"/>
                        <a:pt x="183160" y="184011"/>
                        <a:pt x="182837" y="184011"/>
                      </a:cubicBezTo>
                      <a:close/>
                      <a:moveTo>
                        <a:pt x="151558" y="134674"/>
                      </a:moveTo>
                      <a:cubicBezTo>
                        <a:pt x="149624" y="134674"/>
                        <a:pt x="148011" y="133384"/>
                        <a:pt x="147689" y="131771"/>
                      </a:cubicBezTo>
                      <a:cubicBezTo>
                        <a:pt x="147044" y="129514"/>
                        <a:pt x="148334" y="127579"/>
                        <a:pt x="150591" y="126934"/>
                      </a:cubicBezTo>
                      <a:cubicBezTo>
                        <a:pt x="152848" y="126290"/>
                        <a:pt x="155428" y="125967"/>
                        <a:pt x="158653" y="125644"/>
                      </a:cubicBezTo>
                      <a:cubicBezTo>
                        <a:pt x="163812" y="125000"/>
                        <a:pt x="169616" y="124355"/>
                        <a:pt x="173486" y="122742"/>
                      </a:cubicBezTo>
                      <a:cubicBezTo>
                        <a:pt x="174131" y="122420"/>
                        <a:pt x="174776" y="122097"/>
                        <a:pt x="175421" y="121775"/>
                      </a:cubicBezTo>
                      <a:cubicBezTo>
                        <a:pt x="177356" y="120808"/>
                        <a:pt x="179935" y="121453"/>
                        <a:pt x="180903" y="123387"/>
                      </a:cubicBezTo>
                      <a:cubicBezTo>
                        <a:pt x="181870" y="125322"/>
                        <a:pt x="181225" y="127902"/>
                        <a:pt x="179290" y="128869"/>
                      </a:cubicBezTo>
                      <a:cubicBezTo>
                        <a:pt x="178645" y="129192"/>
                        <a:pt x="177678" y="129514"/>
                        <a:pt x="177033" y="129837"/>
                      </a:cubicBezTo>
                      <a:cubicBezTo>
                        <a:pt x="171874" y="132094"/>
                        <a:pt x="165424" y="132739"/>
                        <a:pt x="159620" y="133384"/>
                      </a:cubicBezTo>
                      <a:cubicBezTo>
                        <a:pt x="156718" y="133706"/>
                        <a:pt x="154138" y="134029"/>
                        <a:pt x="152526" y="134351"/>
                      </a:cubicBezTo>
                      <a:cubicBezTo>
                        <a:pt x="152203" y="134674"/>
                        <a:pt x="151881" y="134674"/>
                        <a:pt x="151558" y="134674"/>
                      </a:cubicBezTo>
                      <a:close/>
                      <a:moveTo>
                        <a:pt x="205410" y="100170"/>
                      </a:moveTo>
                      <a:lnTo>
                        <a:pt x="201863" y="98235"/>
                      </a:lnTo>
                      <a:lnTo>
                        <a:pt x="198638" y="95978"/>
                      </a:lnTo>
                      <a:cubicBezTo>
                        <a:pt x="204765" y="86949"/>
                        <a:pt x="212504" y="84369"/>
                        <a:pt x="223146" y="81467"/>
                      </a:cubicBezTo>
                      <a:cubicBezTo>
                        <a:pt x="225403" y="80822"/>
                        <a:pt x="227660" y="82112"/>
                        <a:pt x="227983" y="84369"/>
                      </a:cubicBezTo>
                      <a:cubicBezTo>
                        <a:pt x="228628" y="86626"/>
                        <a:pt x="227338" y="88884"/>
                        <a:pt x="225080" y="89206"/>
                      </a:cubicBezTo>
                      <a:cubicBezTo>
                        <a:pt x="214439" y="92108"/>
                        <a:pt x="209280" y="94043"/>
                        <a:pt x="205410" y="100170"/>
                      </a:cubicBezTo>
                      <a:close/>
                      <a:moveTo>
                        <a:pt x="259584" y="79532"/>
                      </a:moveTo>
                      <a:cubicBezTo>
                        <a:pt x="257972" y="79532"/>
                        <a:pt x="256359" y="78565"/>
                        <a:pt x="255714" y="76952"/>
                      </a:cubicBezTo>
                      <a:cubicBezTo>
                        <a:pt x="254747" y="75018"/>
                        <a:pt x="255714" y="72438"/>
                        <a:pt x="257972" y="71793"/>
                      </a:cubicBezTo>
                      <a:cubicBezTo>
                        <a:pt x="260229" y="70826"/>
                        <a:pt x="261196" y="70181"/>
                        <a:pt x="261841" y="69536"/>
                      </a:cubicBezTo>
                      <a:cubicBezTo>
                        <a:pt x="260874" y="68568"/>
                        <a:pt x="257972" y="67278"/>
                        <a:pt x="251200" y="65021"/>
                      </a:cubicBezTo>
                      <a:cubicBezTo>
                        <a:pt x="248943" y="64376"/>
                        <a:pt x="247975" y="62119"/>
                        <a:pt x="248620" y="59862"/>
                      </a:cubicBezTo>
                      <a:cubicBezTo>
                        <a:pt x="249265" y="57604"/>
                        <a:pt x="251522" y="56637"/>
                        <a:pt x="253780" y="57282"/>
                      </a:cubicBezTo>
                      <a:cubicBezTo>
                        <a:pt x="262486" y="59862"/>
                        <a:pt x="270548" y="63409"/>
                        <a:pt x="270548" y="69536"/>
                      </a:cubicBezTo>
                      <a:cubicBezTo>
                        <a:pt x="270548" y="74373"/>
                        <a:pt x="265066" y="77275"/>
                        <a:pt x="261196" y="79210"/>
                      </a:cubicBezTo>
                      <a:cubicBezTo>
                        <a:pt x="260874" y="79210"/>
                        <a:pt x="260229" y="79532"/>
                        <a:pt x="259584" y="79532"/>
                      </a:cubicBezTo>
                      <a:close/>
                      <a:moveTo>
                        <a:pt x="203153" y="68568"/>
                      </a:moveTo>
                      <a:cubicBezTo>
                        <a:pt x="198316" y="68568"/>
                        <a:pt x="193801" y="67278"/>
                        <a:pt x="189932" y="65344"/>
                      </a:cubicBezTo>
                      <a:cubicBezTo>
                        <a:pt x="187997" y="64376"/>
                        <a:pt x="187352" y="61797"/>
                        <a:pt x="188319" y="59862"/>
                      </a:cubicBezTo>
                      <a:cubicBezTo>
                        <a:pt x="189287" y="57927"/>
                        <a:pt x="191867" y="57282"/>
                        <a:pt x="193801" y="58249"/>
                      </a:cubicBezTo>
                      <a:cubicBezTo>
                        <a:pt x="198638" y="60829"/>
                        <a:pt x="204765" y="61152"/>
                        <a:pt x="209925" y="59539"/>
                      </a:cubicBezTo>
                      <a:cubicBezTo>
                        <a:pt x="212182" y="58894"/>
                        <a:pt x="213794" y="57927"/>
                        <a:pt x="215406" y="57282"/>
                      </a:cubicBezTo>
                      <a:cubicBezTo>
                        <a:pt x="217341" y="56315"/>
                        <a:pt x="219921" y="57282"/>
                        <a:pt x="220888" y="59217"/>
                      </a:cubicBezTo>
                      <a:cubicBezTo>
                        <a:pt x="221856" y="61152"/>
                        <a:pt x="220888" y="63731"/>
                        <a:pt x="218953" y="64699"/>
                      </a:cubicBezTo>
                      <a:cubicBezTo>
                        <a:pt x="217341" y="65344"/>
                        <a:pt x="215084" y="66311"/>
                        <a:pt x="212827" y="67278"/>
                      </a:cubicBezTo>
                      <a:cubicBezTo>
                        <a:pt x="209925" y="67923"/>
                        <a:pt x="206700" y="68568"/>
                        <a:pt x="203153" y="68568"/>
                      </a:cubicBezTo>
                      <a:close/>
                      <a:moveTo>
                        <a:pt x="187997" y="32452"/>
                      </a:moveTo>
                      <a:cubicBezTo>
                        <a:pt x="187997" y="32452"/>
                        <a:pt x="187674" y="32452"/>
                        <a:pt x="187674" y="32452"/>
                      </a:cubicBezTo>
                      <a:cubicBezTo>
                        <a:pt x="185417" y="32130"/>
                        <a:pt x="183805" y="30195"/>
                        <a:pt x="184127" y="27938"/>
                      </a:cubicBezTo>
                      <a:cubicBezTo>
                        <a:pt x="184772" y="21488"/>
                        <a:pt x="185740" y="14717"/>
                        <a:pt x="190899" y="6977"/>
                      </a:cubicBezTo>
                      <a:cubicBezTo>
                        <a:pt x="191867" y="5688"/>
                        <a:pt x="192511" y="4398"/>
                        <a:pt x="193479" y="3108"/>
                      </a:cubicBezTo>
                      <a:lnTo>
                        <a:pt x="194446" y="1818"/>
                      </a:lnTo>
                      <a:cubicBezTo>
                        <a:pt x="195736" y="-117"/>
                        <a:pt x="198316" y="-439"/>
                        <a:pt x="199928" y="528"/>
                      </a:cubicBezTo>
                      <a:cubicBezTo>
                        <a:pt x="201863" y="1818"/>
                        <a:pt x="202185" y="4398"/>
                        <a:pt x="201218" y="6010"/>
                      </a:cubicBezTo>
                      <a:lnTo>
                        <a:pt x="200573" y="7300"/>
                      </a:lnTo>
                      <a:cubicBezTo>
                        <a:pt x="199928" y="8267"/>
                        <a:pt x="198961" y="9557"/>
                        <a:pt x="197993" y="11170"/>
                      </a:cubicBezTo>
                      <a:cubicBezTo>
                        <a:pt x="193801" y="17296"/>
                        <a:pt x="193479" y="22456"/>
                        <a:pt x="192511" y="28583"/>
                      </a:cubicBezTo>
                      <a:cubicBezTo>
                        <a:pt x="191867" y="30840"/>
                        <a:pt x="189932" y="32452"/>
                        <a:pt x="187997" y="3245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10" name="Freeform: Shape 209">
                  <a:extLst>
                    <a:ext uri="{FF2B5EF4-FFF2-40B4-BE49-F238E27FC236}">
                      <a16:creationId xmlns:a16="http://schemas.microsoft.com/office/drawing/2014/main" id="{30F7DFF9-0EA7-A685-F318-DF50CDE3E255}"/>
                    </a:ext>
                  </a:extLst>
                </p:cNvPr>
                <p:cNvSpPr/>
                <p:nvPr/>
              </p:nvSpPr>
              <p:spPr>
                <a:xfrm>
                  <a:off x="4601178" y="3889292"/>
                  <a:ext cx="32246" cy="32246"/>
                </a:xfrm>
                <a:custGeom>
                  <a:avLst/>
                  <a:gdLst>
                    <a:gd name="connsiteX0" fmla="*/ 3992 w 0"/>
                    <a:gd name="connsiteY0" fmla="*/ 19993 h 0"/>
                    <a:gd name="connsiteX1" fmla="*/ 2057 w 0"/>
                    <a:gd name="connsiteY1" fmla="*/ 19670 h 0"/>
                    <a:gd name="connsiteX2" fmla="*/ 444 w 0"/>
                    <a:gd name="connsiteY2" fmla="*/ 14189 h 0"/>
                    <a:gd name="connsiteX3" fmla="*/ 5281 w 0"/>
                    <a:gd name="connsiteY3" fmla="*/ 5804 h 0"/>
                    <a:gd name="connsiteX4" fmla="*/ 8829 w 0"/>
                    <a:gd name="connsiteY4" fmla="*/ 0 h 0"/>
                    <a:gd name="connsiteX5" fmla="*/ 11731 w 0"/>
                    <a:gd name="connsiteY5" fmla="*/ 645 h 0"/>
                    <a:gd name="connsiteX6" fmla="*/ 26242 w 0"/>
                    <a:gd name="connsiteY6" fmla="*/ 7094 h 0"/>
                    <a:gd name="connsiteX7" fmla="*/ 25597 w 0"/>
                    <a:gd name="connsiteY7" fmla="*/ 12899 h 0"/>
                    <a:gd name="connsiteX8" fmla="*/ 19792 w 0"/>
                    <a:gd name="connsiteY8" fmla="*/ 12254 h 0"/>
                    <a:gd name="connsiteX9" fmla="*/ 12376 w 0"/>
                    <a:gd name="connsiteY9" fmla="*/ 9029 h 0"/>
                    <a:gd name="connsiteX10" fmla="*/ 11731 w 0"/>
                    <a:gd name="connsiteY10" fmla="*/ 9996 h 0"/>
                    <a:gd name="connsiteX11" fmla="*/ 7216 w 0"/>
                    <a:gd name="connsiteY11" fmla="*/ 17736 h 0"/>
                    <a:gd name="connsiteX12" fmla="*/ 3992 w 0"/>
                    <a:gd name="connsiteY12" fmla="*/ 19993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>
                      <a:moveTo>
                        <a:pt x="3992" y="19993"/>
                      </a:moveTo>
                      <a:cubicBezTo>
                        <a:pt x="3347" y="19993"/>
                        <a:pt x="2702" y="19993"/>
                        <a:pt x="2057" y="19670"/>
                      </a:cubicBezTo>
                      <a:cubicBezTo>
                        <a:pt x="122" y="18703"/>
                        <a:pt x="-523" y="16123"/>
                        <a:pt x="444" y="14189"/>
                      </a:cubicBezTo>
                      <a:cubicBezTo>
                        <a:pt x="1734" y="11609"/>
                        <a:pt x="3669" y="9029"/>
                        <a:pt x="5281" y="5804"/>
                      </a:cubicBezTo>
                      <a:lnTo>
                        <a:pt x="8829" y="0"/>
                      </a:lnTo>
                      <a:lnTo>
                        <a:pt x="11731" y="645"/>
                      </a:lnTo>
                      <a:cubicBezTo>
                        <a:pt x="19470" y="2257"/>
                        <a:pt x="23984" y="4192"/>
                        <a:pt x="26242" y="7094"/>
                      </a:cubicBezTo>
                      <a:cubicBezTo>
                        <a:pt x="27531" y="8707"/>
                        <a:pt x="27531" y="11286"/>
                        <a:pt x="25597" y="12899"/>
                      </a:cubicBezTo>
                      <a:cubicBezTo>
                        <a:pt x="23984" y="14189"/>
                        <a:pt x="21405" y="14189"/>
                        <a:pt x="19792" y="12254"/>
                      </a:cubicBezTo>
                      <a:cubicBezTo>
                        <a:pt x="19470" y="11931"/>
                        <a:pt x="17858" y="10641"/>
                        <a:pt x="12376" y="9029"/>
                      </a:cubicBezTo>
                      <a:lnTo>
                        <a:pt x="11731" y="9996"/>
                      </a:lnTo>
                      <a:cubicBezTo>
                        <a:pt x="10118" y="12899"/>
                        <a:pt x="8506" y="15478"/>
                        <a:pt x="7216" y="17736"/>
                      </a:cubicBezTo>
                      <a:cubicBezTo>
                        <a:pt x="6894" y="19348"/>
                        <a:pt x="5604" y="19993"/>
                        <a:pt x="3992" y="1999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Freeform: Shape 210">
                  <a:extLst>
                    <a:ext uri="{FF2B5EF4-FFF2-40B4-BE49-F238E27FC236}">
                      <a16:creationId xmlns:a16="http://schemas.microsoft.com/office/drawing/2014/main" id="{AF318956-1FFC-8ACC-1A09-AA9A92B7A7C8}"/>
                    </a:ext>
                  </a:extLst>
                </p:cNvPr>
                <p:cNvSpPr/>
                <p:nvPr/>
              </p:nvSpPr>
              <p:spPr>
                <a:xfrm>
                  <a:off x="4573245" y="3938594"/>
                  <a:ext cx="96739" cy="838409"/>
                </a:xfrm>
                <a:custGeom>
                  <a:avLst/>
                  <a:gdLst>
                    <a:gd name="connsiteX0" fmla="*/ 121892 w 96739"/>
                    <a:gd name="connsiteY0" fmla="*/ 840701 h 838408"/>
                    <a:gd name="connsiteX1" fmla="*/ 118345 w 96739"/>
                    <a:gd name="connsiteY1" fmla="*/ 838444 h 838408"/>
                    <a:gd name="connsiteX2" fmla="*/ 117700 w 96739"/>
                    <a:gd name="connsiteY2" fmla="*/ 836509 h 838408"/>
                    <a:gd name="connsiteX3" fmla="*/ 109960 w 96739"/>
                    <a:gd name="connsiteY3" fmla="*/ 812324 h 838408"/>
                    <a:gd name="connsiteX4" fmla="*/ 112863 w 96739"/>
                    <a:gd name="connsiteY4" fmla="*/ 807487 h 838408"/>
                    <a:gd name="connsiteX5" fmla="*/ 117700 w 96739"/>
                    <a:gd name="connsiteY5" fmla="*/ 810390 h 838408"/>
                    <a:gd name="connsiteX6" fmla="*/ 125116 w 96739"/>
                    <a:gd name="connsiteY6" fmla="*/ 833607 h 838408"/>
                    <a:gd name="connsiteX7" fmla="*/ 125761 w 96739"/>
                    <a:gd name="connsiteY7" fmla="*/ 835219 h 838408"/>
                    <a:gd name="connsiteX8" fmla="*/ 123826 w 96739"/>
                    <a:gd name="connsiteY8" fmla="*/ 840701 h 838408"/>
                    <a:gd name="connsiteX9" fmla="*/ 121892 w 96739"/>
                    <a:gd name="connsiteY9" fmla="*/ 840701 h 838408"/>
                    <a:gd name="connsiteX10" fmla="*/ 101254 w 96739"/>
                    <a:gd name="connsiteY10" fmla="*/ 780400 h 838408"/>
                    <a:gd name="connsiteX11" fmla="*/ 97707 w 96739"/>
                    <a:gd name="connsiteY11" fmla="*/ 778465 h 838408"/>
                    <a:gd name="connsiteX12" fmla="*/ 93515 w 96739"/>
                    <a:gd name="connsiteY12" fmla="*/ 755570 h 838408"/>
                    <a:gd name="connsiteX13" fmla="*/ 93515 w 96739"/>
                    <a:gd name="connsiteY13" fmla="*/ 750089 h 838408"/>
                    <a:gd name="connsiteX14" fmla="*/ 97707 w 96739"/>
                    <a:gd name="connsiteY14" fmla="*/ 746219 h 838408"/>
                    <a:gd name="connsiteX15" fmla="*/ 101576 w 96739"/>
                    <a:gd name="connsiteY15" fmla="*/ 750411 h 838408"/>
                    <a:gd name="connsiteX16" fmla="*/ 101576 w 96739"/>
                    <a:gd name="connsiteY16" fmla="*/ 755570 h 838408"/>
                    <a:gd name="connsiteX17" fmla="*/ 104801 w 96739"/>
                    <a:gd name="connsiteY17" fmla="*/ 774596 h 838408"/>
                    <a:gd name="connsiteX18" fmla="*/ 103189 w 96739"/>
                    <a:gd name="connsiteY18" fmla="*/ 780078 h 838408"/>
                    <a:gd name="connsiteX19" fmla="*/ 101254 w 96739"/>
                    <a:gd name="connsiteY19" fmla="*/ 780400 h 838408"/>
                    <a:gd name="connsiteX20" fmla="*/ 97062 w 96739"/>
                    <a:gd name="connsiteY20" fmla="*/ 716875 h 838408"/>
                    <a:gd name="connsiteX21" fmla="*/ 93192 w 96739"/>
                    <a:gd name="connsiteY21" fmla="*/ 713005 h 838408"/>
                    <a:gd name="connsiteX22" fmla="*/ 91258 w 96739"/>
                    <a:gd name="connsiteY22" fmla="*/ 691400 h 838408"/>
                    <a:gd name="connsiteX23" fmla="*/ 90613 w 96739"/>
                    <a:gd name="connsiteY23" fmla="*/ 686563 h 838408"/>
                    <a:gd name="connsiteX24" fmla="*/ 94160 w 96739"/>
                    <a:gd name="connsiteY24" fmla="*/ 682049 h 838408"/>
                    <a:gd name="connsiteX25" fmla="*/ 98674 w 96739"/>
                    <a:gd name="connsiteY25" fmla="*/ 685596 h 838408"/>
                    <a:gd name="connsiteX26" fmla="*/ 99319 w 96739"/>
                    <a:gd name="connsiteY26" fmla="*/ 690433 h 838408"/>
                    <a:gd name="connsiteX27" fmla="*/ 101254 w 96739"/>
                    <a:gd name="connsiteY27" fmla="*/ 712360 h 838408"/>
                    <a:gd name="connsiteX28" fmla="*/ 97062 w 96739"/>
                    <a:gd name="connsiteY28" fmla="*/ 716875 h 838408"/>
                    <a:gd name="connsiteX29" fmla="*/ 97062 w 96739"/>
                    <a:gd name="connsiteY29" fmla="*/ 716875 h 838408"/>
                    <a:gd name="connsiteX30" fmla="*/ 89968 w 96739"/>
                    <a:gd name="connsiteY30" fmla="*/ 653027 h 838408"/>
                    <a:gd name="connsiteX31" fmla="*/ 86098 w 96739"/>
                    <a:gd name="connsiteY31" fmla="*/ 649479 h 838408"/>
                    <a:gd name="connsiteX32" fmla="*/ 85776 w 96739"/>
                    <a:gd name="connsiteY32" fmla="*/ 648190 h 838408"/>
                    <a:gd name="connsiteX33" fmla="*/ 82551 w 96739"/>
                    <a:gd name="connsiteY33" fmla="*/ 622715 h 838408"/>
                    <a:gd name="connsiteX34" fmla="*/ 86098 w 96739"/>
                    <a:gd name="connsiteY34" fmla="*/ 618523 h 838408"/>
                    <a:gd name="connsiteX35" fmla="*/ 90613 w 96739"/>
                    <a:gd name="connsiteY35" fmla="*/ 622070 h 838408"/>
                    <a:gd name="connsiteX36" fmla="*/ 93837 w 96739"/>
                    <a:gd name="connsiteY36" fmla="*/ 646900 h 838408"/>
                    <a:gd name="connsiteX37" fmla="*/ 94160 w 96739"/>
                    <a:gd name="connsiteY37" fmla="*/ 648190 h 838408"/>
                    <a:gd name="connsiteX38" fmla="*/ 90613 w 96739"/>
                    <a:gd name="connsiteY38" fmla="*/ 652704 h 838408"/>
                    <a:gd name="connsiteX39" fmla="*/ 89968 w 96739"/>
                    <a:gd name="connsiteY39" fmla="*/ 653027 h 838408"/>
                    <a:gd name="connsiteX40" fmla="*/ 89645 w 96739"/>
                    <a:gd name="connsiteY40" fmla="*/ 590146 h 838408"/>
                    <a:gd name="connsiteX41" fmla="*/ 85776 w 96739"/>
                    <a:gd name="connsiteY41" fmla="*/ 587244 h 838408"/>
                    <a:gd name="connsiteX42" fmla="*/ 81584 w 96739"/>
                    <a:gd name="connsiteY42" fmla="*/ 574023 h 838408"/>
                    <a:gd name="connsiteX43" fmla="*/ 77714 w 96739"/>
                    <a:gd name="connsiteY43" fmla="*/ 561769 h 838408"/>
                    <a:gd name="connsiteX44" fmla="*/ 80616 w 96739"/>
                    <a:gd name="connsiteY44" fmla="*/ 556932 h 838408"/>
                    <a:gd name="connsiteX45" fmla="*/ 85453 w 96739"/>
                    <a:gd name="connsiteY45" fmla="*/ 559834 h 838408"/>
                    <a:gd name="connsiteX46" fmla="*/ 89000 w 96739"/>
                    <a:gd name="connsiteY46" fmla="*/ 571443 h 838408"/>
                    <a:gd name="connsiteX47" fmla="*/ 93192 w 96739"/>
                    <a:gd name="connsiteY47" fmla="*/ 585309 h 838408"/>
                    <a:gd name="connsiteX48" fmla="*/ 90290 w 96739"/>
                    <a:gd name="connsiteY48" fmla="*/ 590146 h 838408"/>
                    <a:gd name="connsiteX49" fmla="*/ 89645 w 96739"/>
                    <a:gd name="connsiteY49" fmla="*/ 590146 h 838408"/>
                    <a:gd name="connsiteX50" fmla="*/ 77714 w 96739"/>
                    <a:gd name="connsiteY50" fmla="*/ 527588 h 838408"/>
                    <a:gd name="connsiteX51" fmla="*/ 73844 w 96739"/>
                    <a:gd name="connsiteY51" fmla="*/ 524041 h 838408"/>
                    <a:gd name="connsiteX52" fmla="*/ 73200 w 96739"/>
                    <a:gd name="connsiteY52" fmla="*/ 520494 h 838408"/>
                    <a:gd name="connsiteX53" fmla="*/ 70942 w 96739"/>
                    <a:gd name="connsiteY53" fmla="*/ 502436 h 838408"/>
                    <a:gd name="connsiteX54" fmla="*/ 69975 w 96739"/>
                    <a:gd name="connsiteY54" fmla="*/ 498244 h 838408"/>
                    <a:gd name="connsiteX55" fmla="*/ 72555 w 96739"/>
                    <a:gd name="connsiteY55" fmla="*/ 493084 h 838408"/>
                    <a:gd name="connsiteX56" fmla="*/ 77714 w 96739"/>
                    <a:gd name="connsiteY56" fmla="*/ 495664 h 838408"/>
                    <a:gd name="connsiteX57" fmla="*/ 79004 w 96739"/>
                    <a:gd name="connsiteY57" fmla="*/ 502436 h 838408"/>
                    <a:gd name="connsiteX58" fmla="*/ 81261 w 96739"/>
                    <a:gd name="connsiteY58" fmla="*/ 519204 h 838408"/>
                    <a:gd name="connsiteX59" fmla="*/ 81906 w 96739"/>
                    <a:gd name="connsiteY59" fmla="*/ 522751 h 838408"/>
                    <a:gd name="connsiteX60" fmla="*/ 78681 w 96739"/>
                    <a:gd name="connsiteY60" fmla="*/ 527266 h 838408"/>
                    <a:gd name="connsiteX61" fmla="*/ 77714 w 96739"/>
                    <a:gd name="connsiteY61" fmla="*/ 527588 h 838408"/>
                    <a:gd name="connsiteX62" fmla="*/ 62558 w 96739"/>
                    <a:gd name="connsiteY62" fmla="*/ 465675 h 838408"/>
                    <a:gd name="connsiteX63" fmla="*/ 58689 w 96739"/>
                    <a:gd name="connsiteY63" fmla="*/ 461805 h 838408"/>
                    <a:gd name="connsiteX64" fmla="*/ 50304 w 96739"/>
                    <a:gd name="connsiteY64" fmla="*/ 439877 h 838408"/>
                    <a:gd name="connsiteX65" fmla="*/ 49660 w 96739"/>
                    <a:gd name="connsiteY65" fmla="*/ 438910 h 838408"/>
                    <a:gd name="connsiteX66" fmla="*/ 50949 w 96739"/>
                    <a:gd name="connsiteY66" fmla="*/ 433428 h 838408"/>
                    <a:gd name="connsiteX67" fmla="*/ 56431 w 96739"/>
                    <a:gd name="connsiteY67" fmla="*/ 434718 h 838408"/>
                    <a:gd name="connsiteX68" fmla="*/ 57076 w 96739"/>
                    <a:gd name="connsiteY68" fmla="*/ 435685 h 838408"/>
                    <a:gd name="connsiteX69" fmla="*/ 66750 w 96739"/>
                    <a:gd name="connsiteY69" fmla="*/ 461160 h 838408"/>
                    <a:gd name="connsiteX70" fmla="*/ 62558 w 96739"/>
                    <a:gd name="connsiteY70" fmla="*/ 465675 h 838408"/>
                    <a:gd name="connsiteX71" fmla="*/ 62558 w 96739"/>
                    <a:gd name="connsiteY71" fmla="*/ 465675 h 838408"/>
                    <a:gd name="connsiteX72" fmla="*/ 40953 w 96739"/>
                    <a:gd name="connsiteY72" fmla="*/ 406019 h 838408"/>
                    <a:gd name="connsiteX73" fmla="*/ 37083 w 96739"/>
                    <a:gd name="connsiteY73" fmla="*/ 402472 h 838408"/>
                    <a:gd name="connsiteX74" fmla="*/ 36438 w 96739"/>
                    <a:gd name="connsiteY74" fmla="*/ 393443 h 838408"/>
                    <a:gd name="connsiteX75" fmla="*/ 37083 w 96739"/>
                    <a:gd name="connsiteY75" fmla="*/ 387638 h 838408"/>
                    <a:gd name="connsiteX76" fmla="*/ 37083 w 96739"/>
                    <a:gd name="connsiteY76" fmla="*/ 386671 h 838408"/>
                    <a:gd name="connsiteX77" fmla="*/ 34826 w 96739"/>
                    <a:gd name="connsiteY77" fmla="*/ 376674 h 838408"/>
                    <a:gd name="connsiteX78" fmla="*/ 37406 w 96739"/>
                    <a:gd name="connsiteY78" fmla="*/ 371515 h 838408"/>
                    <a:gd name="connsiteX79" fmla="*/ 42565 w 96739"/>
                    <a:gd name="connsiteY79" fmla="*/ 374095 h 838408"/>
                    <a:gd name="connsiteX80" fmla="*/ 45468 w 96739"/>
                    <a:gd name="connsiteY80" fmla="*/ 386671 h 838408"/>
                    <a:gd name="connsiteX81" fmla="*/ 45145 w 96739"/>
                    <a:gd name="connsiteY81" fmla="*/ 389573 h 838408"/>
                    <a:gd name="connsiteX82" fmla="*/ 44823 w 96739"/>
                    <a:gd name="connsiteY82" fmla="*/ 393443 h 838408"/>
                    <a:gd name="connsiteX83" fmla="*/ 45468 w 96739"/>
                    <a:gd name="connsiteY83" fmla="*/ 401182 h 838408"/>
                    <a:gd name="connsiteX84" fmla="*/ 41920 w 96739"/>
                    <a:gd name="connsiteY84" fmla="*/ 405696 h 838408"/>
                    <a:gd name="connsiteX85" fmla="*/ 40953 w 96739"/>
                    <a:gd name="connsiteY85" fmla="*/ 406019 h 838408"/>
                    <a:gd name="connsiteX86" fmla="*/ 35149 w 96739"/>
                    <a:gd name="connsiteY86" fmla="*/ 343138 h 838408"/>
                    <a:gd name="connsiteX87" fmla="*/ 31279 w 96739"/>
                    <a:gd name="connsiteY87" fmla="*/ 339913 h 838408"/>
                    <a:gd name="connsiteX88" fmla="*/ 30634 w 96739"/>
                    <a:gd name="connsiteY88" fmla="*/ 336689 h 838408"/>
                    <a:gd name="connsiteX89" fmla="*/ 28699 w 96739"/>
                    <a:gd name="connsiteY89" fmla="*/ 321855 h 838408"/>
                    <a:gd name="connsiteX90" fmla="*/ 28699 w 96739"/>
                    <a:gd name="connsiteY90" fmla="*/ 319598 h 838408"/>
                    <a:gd name="connsiteX91" fmla="*/ 29022 w 96739"/>
                    <a:gd name="connsiteY91" fmla="*/ 312504 h 838408"/>
                    <a:gd name="connsiteX92" fmla="*/ 33214 w 96739"/>
                    <a:gd name="connsiteY92" fmla="*/ 308634 h 838408"/>
                    <a:gd name="connsiteX93" fmla="*/ 37083 w 96739"/>
                    <a:gd name="connsiteY93" fmla="*/ 312826 h 838408"/>
                    <a:gd name="connsiteX94" fmla="*/ 36761 w 96739"/>
                    <a:gd name="connsiteY94" fmla="*/ 320243 h 838408"/>
                    <a:gd name="connsiteX95" fmla="*/ 36761 w 96739"/>
                    <a:gd name="connsiteY95" fmla="*/ 322178 h 838408"/>
                    <a:gd name="connsiteX96" fmla="*/ 38696 w 96739"/>
                    <a:gd name="connsiteY96" fmla="*/ 335399 h 838408"/>
                    <a:gd name="connsiteX97" fmla="*/ 39341 w 96739"/>
                    <a:gd name="connsiteY97" fmla="*/ 338301 h 838408"/>
                    <a:gd name="connsiteX98" fmla="*/ 36116 w 96739"/>
                    <a:gd name="connsiteY98" fmla="*/ 343138 h 838408"/>
                    <a:gd name="connsiteX99" fmla="*/ 35149 w 96739"/>
                    <a:gd name="connsiteY99" fmla="*/ 343138 h 838408"/>
                    <a:gd name="connsiteX100" fmla="*/ 26120 w 96739"/>
                    <a:gd name="connsiteY100" fmla="*/ 279935 h 838408"/>
                    <a:gd name="connsiteX101" fmla="*/ 22250 w 96739"/>
                    <a:gd name="connsiteY101" fmla="*/ 276065 h 838408"/>
                    <a:gd name="connsiteX102" fmla="*/ 25475 w 96739"/>
                    <a:gd name="connsiteY102" fmla="*/ 261554 h 838408"/>
                    <a:gd name="connsiteX103" fmla="*/ 24830 w 96739"/>
                    <a:gd name="connsiteY103" fmla="*/ 250268 h 838408"/>
                    <a:gd name="connsiteX104" fmla="*/ 28377 w 96739"/>
                    <a:gd name="connsiteY104" fmla="*/ 246076 h 838408"/>
                    <a:gd name="connsiteX105" fmla="*/ 32569 w 96739"/>
                    <a:gd name="connsiteY105" fmla="*/ 249946 h 838408"/>
                    <a:gd name="connsiteX106" fmla="*/ 32569 w 96739"/>
                    <a:gd name="connsiteY106" fmla="*/ 264779 h 838408"/>
                    <a:gd name="connsiteX107" fmla="*/ 29989 w 96739"/>
                    <a:gd name="connsiteY107" fmla="*/ 276065 h 838408"/>
                    <a:gd name="connsiteX108" fmla="*/ 26120 w 96739"/>
                    <a:gd name="connsiteY108" fmla="*/ 279935 h 838408"/>
                    <a:gd name="connsiteX109" fmla="*/ 26120 w 96739"/>
                    <a:gd name="connsiteY109" fmla="*/ 279935 h 838408"/>
                    <a:gd name="connsiteX110" fmla="*/ 23217 w 96739"/>
                    <a:gd name="connsiteY110" fmla="*/ 217054 h 838408"/>
                    <a:gd name="connsiteX111" fmla="*/ 19348 w 96739"/>
                    <a:gd name="connsiteY111" fmla="*/ 213507 h 838408"/>
                    <a:gd name="connsiteX112" fmla="*/ 18058 w 96739"/>
                    <a:gd name="connsiteY112" fmla="*/ 205768 h 838408"/>
                    <a:gd name="connsiteX113" fmla="*/ 15478 w 96739"/>
                    <a:gd name="connsiteY113" fmla="*/ 186742 h 838408"/>
                    <a:gd name="connsiteX114" fmla="*/ 19025 w 96739"/>
                    <a:gd name="connsiteY114" fmla="*/ 182228 h 838408"/>
                    <a:gd name="connsiteX115" fmla="*/ 23540 w 96739"/>
                    <a:gd name="connsiteY115" fmla="*/ 185775 h 838408"/>
                    <a:gd name="connsiteX116" fmla="*/ 26120 w 96739"/>
                    <a:gd name="connsiteY116" fmla="*/ 204478 h 838408"/>
                    <a:gd name="connsiteX117" fmla="*/ 27410 w 96739"/>
                    <a:gd name="connsiteY117" fmla="*/ 212217 h 838408"/>
                    <a:gd name="connsiteX118" fmla="*/ 24185 w 96739"/>
                    <a:gd name="connsiteY118" fmla="*/ 216732 h 838408"/>
                    <a:gd name="connsiteX119" fmla="*/ 23217 w 96739"/>
                    <a:gd name="connsiteY119" fmla="*/ 217054 h 838408"/>
                    <a:gd name="connsiteX120" fmla="*/ 22250 w 96739"/>
                    <a:gd name="connsiteY120" fmla="*/ 153529 h 838408"/>
                    <a:gd name="connsiteX121" fmla="*/ 18058 w 96739"/>
                    <a:gd name="connsiteY121" fmla="*/ 149659 h 838408"/>
                    <a:gd name="connsiteX122" fmla="*/ 14511 w 96739"/>
                    <a:gd name="connsiteY122" fmla="*/ 124184 h 838408"/>
                    <a:gd name="connsiteX123" fmla="*/ 17413 w 96739"/>
                    <a:gd name="connsiteY123" fmla="*/ 119347 h 838408"/>
                    <a:gd name="connsiteX124" fmla="*/ 22250 w 96739"/>
                    <a:gd name="connsiteY124" fmla="*/ 122249 h 838408"/>
                    <a:gd name="connsiteX125" fmla="*/ 26120 w 96739"/>
                    <a:gd name="connsiteY125" fmla="*/ 149659 h 838408"/>
                    <a:gd name="connsiteX126" fmla="*/ 22250 w 96739"/>
                    <a:gd name="connsiteY126" fmla="*/ 153529 h 838408"/>
                    <a:gd name="connsiteX127" fmla="*/ 6127 w 96739"/>
                    <a:gd name="connsiteY127" fmla="*/ 91938 h 838408"/>
                    <a:gd name="connsiteX128" fmla="*/ 2257 w 96739"/>
                    <a:gd name="connsiteY128" fmla="*/ 89036 h 838408"/>
                    <a:gd name="connsiteX129" fmla="*/ 0 w 96739"/>
                    <a:gd name="connsiteY129" fmla="*/ 77104 h 838408"/>
                    <a:gd name="connsiteX130" fmla="*/ 2580 w 96739"/>
                    <a:gd name="connsiteY130" fmla="*/ 60659 h 838408"/>
                    <a:gd name="connsiteX131" fmla="*/ 7417 w 96739"/>
                    <a:gd name="connsiteY131" fmla="*/ 57756 h 838408"/>
                    <a:gd name="connsiteX132" fmla="*/ 10319 w 96739"/>
                    <a:gd name="connsiteY132" fmla="*/ 62594 h 838408"/>
                    <a:gd name="connsiteX133" fmla="*/ 8062 w 96739"/>
                    <a:gd name="connsiteY133" fmla="*/ 77104 h 838408"/>
                    <a:gd name="connsiteX134" fmla="*/ 9996 w 96739"/>
                    <a:gd name="connsiteY134" fmla="*/ 86778 h 838408"/>
                    <a:gd name="connsiteX135" fmla="*/ 7417 w 96739"/>
                    <a:gd name="connsiteY135" fmla="*/ 91938 h 838408"/>
                    <a:gd name="connsiteX136" fmla="*/ 6127 w 96739"/>
                    <a:gd name="connsiteY136" fmla="*/ 91938 h 838408"/>
                    <a:gd name="connsiteX137" fmla="*/ 23862 w 96739"/>
                    <a:gd name="connsiteY137" fmla="*/ 33249 h 838408"/>
                    <a:gd name="connsiteX138" fmla="*/ 23217 w 96739"/>
                    <a:gd name="connsiteY138" fmla="*/ 33249 h 838408"/>
                    <a:gd name="connsiteX139" fmla="*/ 19993 w 96739"/>
                    <a:gd name="connsiteY139" fmla="*/ 28412 h 838408"/>
                    <a:gd name="connsiteX140" fmla="*/ 20638 w 96739"/>
                    <a:gd name="connsiteY140" fmla="*/ 21318 h 838408"/>
                    <a:gd name="connsiteX141" fmla="*/ 25152 w 96739"/>
                    <a:gd name="connsiteY141" fmla="*/ 8742 h 838408"/>
                    <a:gd name="connsiteX142" fmla="*/ 25797 w 96739"/>
                    <a:gd name="connsiteY142" fmla="*/ 3905 h 838408"/>
                    <a:gd name="connsiteX143" fmla="*/ 29989 w 96739"/>
                    <a:gd name="connsiteY143" fmla="*/ 35 h 838408"/>
                    <a:gd name="connsiteX144" fmla="*/ 33859 w 96739"/>
                    <a:gd name="connsiteY144" fmla="*/ 4227 h 838408"/>
                    <a:gd name="connsiteX145" fmla="*/ 29667 w 96739"/>
                    <a:gd name="connsiteY145" fmla="*/ 15514 h 838408"/>
                    <a:gd name="connsiteX146" fmla="*/ 28699 w 96739"/>
                    <a:gd name="connsiteY146" fmla="*/ 21963 h 838408"/>
                    <a:gd name="connsiteX147" fmla="*/ 27732 w 96739"/>
                    <a:gd name="connsiteY147" fmla="*/ 30347 h 838408"/>
                    <a:gd name="connsiteX148" fmla="*/ 23862 w 96739"/>
                    <a:gd name="connsiteY148" fmla="*/ 33249 h 838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</a:cxnLst>
                  <a:rect l="l" t="t" r="r" b="b"/>
                  <a:pathLst>
                    <a:path w="96739" h="838408">
                      <a:moveTo>
                        <a:pt x="121892" y="840701"/>
                      </a:moveTo>
                      <a:cubicBezTo>
                        <a:pt x="120279" y="840701"/>
                        <a:pt x="118989" y="839734"/>
                        <a:pt x="118345" y="838444"/>
                      </a:cubicBezTo>
                      <a:cubicBezTo>
                        <a:pt x="118022" y="837799"/>
                        <a:pt x="117700" y="837154"/>
                        <a:pt x="117700" y="836509"/>
                      </a:cubicBezTo>
                      <a:cubicBezTo>
                        <a:pt x="115442" y="831027"/>
                        <a:pt x="113185" y="823611"/>
                        <a:pt x="109960" y="812324"/>
                      </a:cubicBezTo>
                      <a:cubicBezTo>
                        <a:pt x="109316" y="810067"/>
                        <a:pt x="110605" y="807810"/>
                        <a:pt x="112863" y="807487"/>
                      </a:cubicBezTo>
                      <a:cubicBezTo>
                        <a:pt x="115120" y="806842"/>
                        <a:pt x="117377" y="808132"/>
                        <a:pt x="117700" y="810390"/>
                      </a:cubicBezTo>
                      <a:cubicBezTo>
                        <a:pt x="119634" y="817806"/>
                        <a:pt x="122537" y="827158"/>
                        <a:pt x="125116" y="833607"/>
                      </a:cubicBezTo>
                      <a:cubicBezTo>
                        <a:pt x="125439" y="834252"/>
                        <a:pt x="125439" y="834574"/>
                        <a:pt x="125761" y="835219"/>
                      </a:cubicBezTo>
                      <a:cubicBezTo>
                        <a:pt x="126729" y="837154"/>
                        <a:pt x="125761" y="839734"/>
                        <a:pt x="123826" y="840701"/>
                      </a:cubicBezTo>
                      <a:cubicBezTo>
                        <a:pt x="123182" y="840701"/>
                        <a:pt x="122537" y="840701"/>
                        <a:pt x="121892" y="840701"/>
                      </a:cubicBezTo>
                      <a:close/>
                      <a:moveTo>
                        <a:pt x="101254" y="780400"/>
                      </a:moveTo>
                      <a:cubicBezTo>
                        <a:pt x="99964" y="780400"/>
                        <a:pt x="98352" y="779755"/>
                        <a:pt x="97707" y="778465"/>
                      </a:cubicBezTo>
                      <a:cubicBezTo>
                        <a:pt x="95450" y="774596"/>
                        <a:pt x="93515" y="768792"/>
                        <a:pt x="93515" y="755570"/>
                      </a:cubicBezTo>
                      <a:cubicBezTo>
                        <a:pt x="93515" y="753958"/>
                        <a:pt x="93515" y="752023"/>
                        <a:pt x="93515" y="750089"/>
                      </a:cubicBezTo>
                      <a:cubicBezTo>
                        <a:pt x="93515" y="747831"/>
                        <a:pt x="95450" y="746219"/>
                        <a:pt x="97707" y="746219"/>
                      </a:cubicBezTo>
                      <a:cubicBezTo>
                        <a:pt x="99964" y="746219"/>
                        <a:pt x="101576" y="748154"/>
                        <a:pt x="101576" y="750411"/>
                      </a:cubicBezTo>
                      <a:cubicBezTo>
                        <a:pt x="101576" y="752346"/>
                        <a:pt x="101576" y="753958"/>
                        <a:pt x="101576" y="755570"/>
                      </a:cubicBezTo>
                      <a:cubicBezTo>
                        <a:pt x="101576" y="766857"/>
                        <a:pt x="103189" y="771371"/>
                        <a:pt x="104801" y="774596"/>
                      </a:cubicBezTo>
                      <a:cubicBezTo>
                        <a:pt x="105768" y="776531"/>
                        <a:pt x="105123" y="779111"/>
                        <a:pt x="103189" y="780078"/>
                      </a:cubicBezTo>
                      <a:cubicBezTo>
                        <a:pt x="102544" y="780078"/>
                        <a:pt x="101899" y="780400"/>
                        <a:pt x="101254" y="780400"/>
                      </a:cubicBezTo>
                      <a:close/>
                      <a:moveTo>
                        <a:pt x="97062" y="716875"/>
                      </a:moveTo>
                      <a:cubicBezTo>
                        <a:pt x="94805" y="716875"/>
                        <a:pt x="93192" y="715262"/>
                        <a:pt x="93192" y="713005"/>
                      </a:cubicBezTo>
                      <a:cubicBezTo>
                        <a:pt x="92547" y="705589"/>
                        <a:pt x="91902" y="698172"/>
                        <a:pt x="91258" y="691400"/>
                      </a:cubicBezTo>
                      <a:lnTo>
                        <a:pt x="90613" y="686563"/>
                      </a:lnTo>
                      <a:cubicBezTo>
                        <a:pt x="90290" y="684306"/>
                        <a:pt x="91902" y="682371"/>
                        <a:pt x="94160" y="682049"/>
                      </a:cubicBezTo>
                      <a:cubicBezTo>
                        <a:pt x="96417" y="681726"/>
                        <a:pt x="98352" y="683338"/>
                        <a:pt x="98674" y="685596"/>
                      </a:cubicBezTo>
                      <a:lnTo>
                        <a:pt x="99319" y="690433"/>
                      </a:lnTo>
                      <a:cubicBezTo>
                        <a:pt x="99964" y="697527"/>
                        <a:pt x="100931" y="704621"/>
                        <a:pt x="101254" y="712360"/>
                      </a:cubicBezTo>
                      <a:cubicBezTo>
                        <a:pt x="101254" y="714618"/>
                        <a:pt x="99642" y="716552"/>
                        <a:pt x="97062" y="716875"/>
                      </a:cubicBezTo>
                      <a:cubicBezTo>
                        <a:pt x="97384" y="716875"/>
                        <a:pt x="97384" y="716875"/>
                        <a:pt x="97062" y="716875"/>
                      </a:cubicBezTo>
                      <a:close/>
                      <a:moveTo>
                        <a:pt x="89968" y="653027"/>
                      </a:moveTo>
                      <a:cubicBezTo>
                        <a:pt x="88033" y="653027"/>
                        <a:pt x="86421" y="651737"/>
                        <a:pt x="86098" y="649479"/>
                      </a:cubicBezTo>
                      <a:lnTo>
                        <a:pt x="85776" y="648190"/>
                      </a:lnTo>
                      <a:cubicBezTo>
                        <a:pt x="84486" y="639161"/>
                        <a:pt x="83196" y="630454"/>
                        <a:pt x="82551" y="622715"/>
                      </a:cubicBezTo>
                      <a:cubicBezTo>
                        <a:pt x="82228" y="620458"/>
                        <a:pt x="84163" y="618523"/>
                        <a:pt x="86098" y="618523"/>
                      </a:cubicBezTo>
                      <a:cubicBezTo>
                        <a:pt x="88355" y="618201"/>
                        <a:pt x="90290" y="619813"/>
                        <a:pt x="90613" y="622070"/>
                      </a:cubicBezTo>
                      <a:cubicBezTo>
                        <a:pt x="91258" y="629487"/>
                        <a:pt x="92547" y="637871"/>
                        <a:pt x="93837" y="646900"/>
                      </a:cubicBezTo>
                      <a:lnTo>
                        <a:pt x="94160" y="648190"/>
                      </a:lnTo>
                      <a:cubicBezTo>
                        <a:pt x="94482" y="650447"/>
                        <a:pt x="92870" y="652382"/>
                        <a:pt x="90613" y="652704"/>
                      </a:cubicBezTo>
                      <a:cubicBezTo>
                        <a:pt x="90613" y="653027"/>
                        <a:pt x="90290" y="653027"/>
                        <a:pt x="89968" y="653027"/>
                      </a:cubicBezTo>
                      <a:close/>
                      <a:moveTo>
                        <a:pt x="89645" y="590146"/>
                      </a:moveTo>
                      <a:cubicBezTo>
                        <a:pt x="87710" y="590146"/>
                        <a:pt x="86098" y="588856"/>
                        <a:pt x="85776" y="587244"/>
                      </a:cubicBezTo>
                      <a:cubicBezTo>
                        <a:pt x="84808" y="583374"/>
                        <a:pt x="83196" y="578537"/>
                        <a:pt x="81584" y="574023"/>
                      </a:cubicBezTo>
                      <a:cubicBezTo>
                        <a:pt x="80294" y="569831"/>
                        <a:pt x="78681" y="565639"/>
                        <a:pt x="77714" y="561769"/>
                      </a:cubicBezTo>
                      <a:cubicBezTo>
                        <a:pt x="77069" y="559512"/>
                        <a:pt x="78359" y="557255"/>
                        <a:pt x="80616" y="556932"/>
                      </a:cubicBezTo>
                      <a:cubicBezTo>
                        <a:pt x="82873" y="556287"/>
                        <a:pt x="85131" y="557577"/>
                        <a:pt x="85453" y="559834"/>
                      </a:cubicBezTo>
                      <a:cubicBezTo>
                        <a:pt x="86421" y="563381"/>
                        <a:pt x="87710" y="567574"/>
                        <a:pt x="89000" y="571443"/>
                      </a:cubicBezTo>
                      <a:cubicBezTo>
                        <a:pt x="90613" y="576280"/>
                        <a:pt x="92225" y="581117"/>
                        <a:pt x="93192" y="585309"/>
                      </a:cubicBezTo>
                      <a:cubicBezTo>
                        <a:pt x="93837" y="587566"/>
                        <a:pt x="92547" y="589501"/>
                        <a:pt x="90290" y="590146"/>
                      </a:cubicBezTo>
                      <a:cubicBezTo>
                        <a:pt x="90290" y="590146"/>
                        <a:pt x="89968" y="590146"/>
                        <a:pt x="89645" y="590146"/>
                      </a:cubicBezTo>
                      <a:close/>
                      <a:moveTo>
                        <a:pt x="77714" y="527588"/>
                      </a:moveTo>
                      <a:cubicBezTo>
                        <a:pt x="75779" y="527588"/>
                        <a:pt x="74167" y="526298"/>
                        <a:pt x="73844" y="524041"/>
                      </a:cubicBezTo>
                      <a:lnTo>
                        <a:pt x="73200" y="520494"/>
                      </a:lnTo>
                      <a:cubicBezTo>
                        <a:pt x="71910" y="512754"/>
                        <a:pt x="70942" y="505983"/>
                        <a:pt x="70942" y="502436"/>
                      </a:cubicBezTo>
                      <a:cubicBezTo>
                        <a:pt x="70942" y="501468"/>
                        <a:pt x="70620" y="500178"/>
                        <a:pt x="69975" y="498244"/>
                      </a:cubicBezTo>
                      <a:cubicBezTo>
                        <a:pt x="69330" y="495986"/>
                        <a:pt x="70297" y="493729"/>
                        <a:pt x="72555" y="493084"/>
                      </a:cubicBezTo>
                      <a:cubicBezTo>
                        <a:pt x="74812" y="492439"/>
                        <a:pt x="77069" y="493407"/>
                        <a:pt x="77714" y="495664"/>
                      </a:cubicBezTo>
                      <a:cubicBezTo>
                        <a:pt x="78681" y="498244"/>
                        <a:pt x="79004" y="500501"/>
                        <a:pt x="79004" y="502436"/>
                      </a:cubicBezTo>
                      <a:cubicBezTo>
                        <a:pt x="79004" y="505338"/>
                        <a:pt x="79971" y="512110"/>
                        <a:pt x="81261" y="519204"/>
                      </a:cubicBezTo>
                      <a:lnTo>
                        <a:pt x="81906" y="522751"/>
                      </a:lnTo>
                      <a:cubicBezTo>
                        <a:pt x="82228" y="525008"/>
                        <a:pt x="80616" y="526943"/>
                        <a:pt x="78681" y="527266"/>
                      </a:cubicBezTo>
                      <a:cubicBezTo>
                        <a:pt x="78036" y="527588"/>
                        <a:pt x="78036" y="527588"/>
                        <a:pt x="77714" y="527588"/>
                      </a:cubicBezTo>
                      <a:close/>
                      <a:moveTo>
                        <a:pt x="62558" y="465675"/>
                      </a:moveTo>
                      <a:cubicBezTo>
                        <a:pt x="60301" y="465675"/>
                        <a:pt x="58689" y="464062"/>
                        <a:pt x="58689" y="461805"/>
                      </a:cubicBezTo>
                      <a:cubicBezTo>
                        <a:pt x="58366" y="453421"/>
                        <a:pt x="54497" y="446972"/>
                        <a:pt x="50304" y="439877"/>
                      </a:cubicBezTo>
                      <a:lnTo>
                        <a:pt x="49660" y="438910"/>
                      </a:lnTo>
                      <a:cubicBezTo>
                        <a:pt x="48692" y="436975"/>
                        <a:pt x="49337" y="434395"/>
                        <a:pt x="50949" y="433428"/>
                      </a:cubicBezTo>
                      <a:cubicBezTo>
                        <a:pt x="52884" y="432138"/>
                        <a:pt x="55464" y="433106"/>
                        <a:pt x="56431" y="434718"/>
                      </a:cubicBezTo>
                      <a:lnTo>
                        <a:pt x="57076" y="435685"/>
                      </a:lnTo>
                      <a:cubicBezTo>
                        <a:pt x="61591" y="443102"/>
                        <a:pt x="66105" y="450841"/>
                        <a:pt x="66750" y="461160"/>
                      </a:cubicBezTo>
                      <a:cubicBezTo>
                        <a:pt x="66750" y="463740"/>
                        <a:pt x="65138" y="465675"/>
                        <a:pt x="62558" y="465675"/>
                      </a:cubicBezTo>
                      <a:cubicBezTo>
                        <a:pt x="62881" y="465675"/>
                        <a:pt x="62881" y="465675"/>
                        <a:pt x="62558" y="465675"/>
                      </a:cubicBezTo>
                      <a:close/>
                      <a:moveTo>
                        <a:pt x="40953" y="406019"/>
                      </a:moveTo>
                      <a:cubicBezTo>
                        <a:pt x="39018" y="406019"/>
                        <a:pt x="37406" y="404406"/>
                        <a:pt x="37083" y="402472"/>
                      </a:cubicBezTo>
                      <a:cubicBezTo>
                        <a:pt x="36761" y="399247"/>
                        <a:pt x="36438" y="396022"/>
                        <a:pt x="36438" y="393443"/>
                      </a:cubicBezTo>
                      <a:cubicBezTo>
                        <a:pt x="36438" y="391185"/>
                        <a:pt x="36761" y="389250"/>
                        <a:pt x="37083" y="387638"/>
                      </a:cubicBezTo>
                      <a:cubicBezTo>
                        <a:pt x="37083" y="387638"/>
                        <a:pt x="37083" y="387316"/>
                        <a:pt x="37083" y="386671"/>
                      </a:cubicBezTo>
                      <a:cubicBezTo>
                        <a:pt x="37083" y="384091"/>
                        <a:pt x="35794" y="379899"/>
                        <a:pt x="34826" y="376674"/>
                      </a:cubicBezTo>
                      <a:cubicBezTo>
                        <a:pt x="34181" y="374417"/>
                        <a:pt x="35471" y="372160"/>
                        <a:pt x="37406" y="371515"/>
                      </a:cubicBezTo>
                      <a:cubicBezTo>
                        <a:pt x="39663" y="370870"/>
                        <a:pt x="41920" y="372160"/>
                        <a:pt x="42565" y="374095"/>
                      </a:cubicBezTo>
                      <a:cubicBezTo>
                        <a:pt x="44178" y="378931"/>
                        <a:pt x="45468" y="383124"/>
                        <a:pt x="45468" y="386671"/>
                      </a:cubicBezTo>
                      <a:cubicBezTo>
                        <a:pt x="45468" y="387638"/>
                        <a:pt x="45468" y="388606"/>
                        <a:pt x="45145" y="389573"/>
                      </a:cubicBezTo>
                      <a:cubicBezTo>
                        <a:pt x="45145" y="390218"/>
                        <a:pt x="44823" y="391508"/>
                        <a:pt x="44823" y="393443"/>
                      </a:cubicBezTo>
                      <a:cubicBezTo>
                        <a:pt x="44823" y="395700"/>
                        <a:pt x="45145" y="398280"/>
                        <a:pt x="45468" y="401182"/>
                      </a:cubicBezTo>
                      <a:cubicBezTo>
                        <a:pt x="45790" y="403439"/>
                        <a:pt x="44178" y="405374"/>
                        <a:pt x="41920" y="405696"/>
                      </a:cubicBezTo>
                      <a:cubicBezTo>
                        <a:pt x="41275" y="406019"/>
                        <a:pt x="41275" y="406019"/>
                        <a:pt x="40953" y="406019"/>
                      </a:cubicBezTo>
                      <a:close/>
                      <a:moveTo>
                        <a:pt x="35149" y="343138"/>
                      </a:moveTo>
                      <a:cubicBezTo>
                        <a:pt x="33214" y="343138"/>
                        <a:pt x="31602" y="341848"/>
                        <a:pt x="31279" y="339913"/>
                      </a:cubicBezTo>
                      <a:lnTo>
                        <a:pt x="30634" y="336689"/>
                      </a:lnTo>
                      <a:cubicBezTo>
                        <a:pt x="29667" y="331852"/>
                        <a:pt x="28699" y="326692"/>
                        <a:pt x="28699" y="321855"/>
                      </a:cubicBezTo>
                      <a:cubicBezTo>
                        <a:pt x="28699" y="320888"/>
                        <a:pt x="28699" y="320243"/>
                        <a:pt x="28699" y="319598"/>
                      </a:cubicBezTo>
                      <a:cubicBezTo>
                        <a:pt x="29022" y="317341"/>
                        <a:pt x="29022" y="315084"/>
                        <a:pt x="29022" y="312504"/>
                      </a:cubicBezTo>
                      <a:cubicBezTo>
                        <a:pt x="29022" y="310247"/>
                        <a:pt x="31279" y="308634"/>
                        <a:pt x="33214" y="308634"/>
                      </a:cubicBezTo>
                      <a:cubicBezTo>
                        <a:pt x="35471" y="308634"/>
                        <a:pt x="37083" y="310569"/>
                        <a:pt x="37083" y="312826"/>
                      </a:cubicBezTo>
                      <a:cubicBezTo>
                        <a:pt x="37083" y="315406"/>
                        <a:pt x="36761" y="317986"/>
                        <a:pt x="36761" y="320243"/>
                      </a:cubicBezTo>
                      <a:cubicBezTo>
                        <a:pt x="36761" y="320888"/>
                        <a:pt x="36761" y="321533"/>
                        <a:pt x="36761" y="322178"/>
                      </a:cubicBezTo>
                      <a:cubicBezTo>
                        <a:pt x="36761" y="326370"/>
                        <a:pt x="37728" y="330884"/>
                        <a:pt x="38696" y="335399"/>
                      </a:cubicBezTo>
                      <a:lnTo>
                        <a:pt x="39341" y="338301"/>
                      </a:lnTo>
                      <a:cubicBezTo>
                        <a:pt x="39663" y="340558"/>
                        <a:pt x="38373" y="342493"/>
                        <a:pt x="36116" y="343138"/>
                      </a:cubicBezTo>
                      <a:cubicBezTo>
                        <a:pt x="35794" y="343138"/>
                        <a:pt x="35471" y="343138"/>
                        <a:pt x="35149" y="343138"/>
                      </a:cubicBezTo>
                      <a:close/>
                      <a:moveTo>
                        <a:pt x="26120" y="279935"/>
                      </a:moveTo>
                      <a:cubicBezTo>
                        <a:pt x="23862" y="279935"/>
                        <a:pt x="22250" y="278323"/>
                        <a:pt x="22250" y="276065"/>
                      </a:cubicBezTo>
                      <a:cubicBezTo>
                        <a:pt x="22250" y="269616"/>
                        <a:pt x="24507" y="263489"/>
                        <a:pt x="25475" y="261554"/>
                      </a:cubicBezTo>
                      <a:cubicBezTo>
                        <a:pt x="25475" y="259942"/>
                        <a:pt x="25475" y="255428"/>
                        <a:pt x="24830" y="250268"/>
                      </a:cubicBezTo>
                      <a:cubicBezTo>
                        <a:pt x="24507" y="248011"/>
                        <a:pt x="26442" y="246076"/>
                        <a:pt x="28377" y="246076"/>
                      </a:cubicBezTo>
                      <a:cubicBezTo>
                        <a:pt x="30634" y="246076"/>
                        <a:pt x="32569" y="247688"/>
                        <a:pt x="32569" y="249946"/>
                      </a:cubicBezTo>
                      <a:cubicBezTo>
                        <a:pt x="33536" y="261232"/>
                        <a:pt x="33214" y="263812"/>
                        <a:pt x="32569" y="264779"/>
                      </a:cubicBezTo>
                      <a:cubicBezTo>
                        <a:pt x="31924" y="266069"/>
                        <a:pt x="29989" y="271228"/>
                        <a:pt x="29989" y="276065"/>
                      </a:cubicBezTo>
                      <a:cubicBezTo>
                        <a:pt x="29989" y="278000"/>
                        <a:pt x="28377" y="279935"/>
                        <a:pt x="26120" y="279935"/>
                      </a:cubicBezTo>
                      <a:lnTo>
                        <a:pt x="26120" y="279935"/>
                      </a:lnTo>
                      <a:close/>
                      <a:moveTo>
                        <a:pt x="23217" y="217054"/>
                      </a:moveTo>
                      <a:cubicBezTo>
                        <a:pt x="21283" y="217054"/>
                        <a:pt x="19670" y="215764"/>
                        <a:pt x="19348" y="213507"/>
                      </a:cubicBezTo>
                      <a:lnTo>
                        <a:pt x="18058" y="205768"/>
                      </a:lnTo>
                      <a:cubicBezTo>
                        <a:pt x="16768" y="198029"/>
                        <a:pt x="16123" y="192224"/>
                        <a:pt x="15478" y="186742"/>
                      </a:cubicBezTo>
                      <a:cubicBezTo>
                        <a:pt x="15156" y="184485"/>
                        <a:pt x="16768" y="182550"/>
                        <a:pt x="19025" y="182228"/>
                      </a:cubicBezTo>
                      <a:cubicBezTo>
                        <a:pt x="21283" y="181905"/>
                        <a:pt x="23217" y="183518"/>
                        <a:pt x="23540" y="185775"/>
                      </a:cubicBezTo>
                      <a:cubicBezTo>
                        <a:pt x="24185" y="190935"/>
                        <a:pt x="24830" y="196739"/>
                        <a:pt x="26120" y="204478"/>
                      </a:cubicBezTo>
                      <a:lnTo>
                        <a:pt x="27410" y="212217"/>
                      </a:lnTo>
                      <a:cubicBezTo>
                        <a:pt x="27732" y="214474"/>
                        <a:pt x="26120" y="216409"/>
                        <a:pt x="24185" y="216732"/>
                      </a:cubicBezTo>
                      <a:cubicBezTo>
                        <a:pt x="23540" y="217054"/>
                        <a:pt x="23217" y="217054"/>
                        <a:pt x="23217" y="217054"/>
                      </a:cubicBezTo>
                      <a:close/>
                      <a:moveTo>
                        <a:pt x="22250" y="153529"/>
                      </a:moveTo>
                      <a:cubicBezTo>
                        <a:pt x="19993" y="153529"/>
                        <a:pt x="18058" y="151594"/>
                        <a:pt x="18058" y="149659"/>
                      </a:cubicBezTo>
                      <a:cubicBezTo>
                        <a:pt x="18058" y="142242"/>
                        <a:pt x="16768" y="132891"/>
                        <a:pt x="14511" y="124184"/>
                      </a:cubicBezTo>
                      <a:cubicBezTo>
                        <a:pt x="13866" y="121927"/>
                        <a:pt x="15156" y="119670"/>
                        <a:pt x="17413" y="119347"/>
                      </a:cubicBezTo>
                      <a:cubicBezTo>
                        <a:pt x="19670" y="118702"/>
                        <a:pt x="21928" y="119992"/>
                        <a:pt x="22250" y="122249"/>
                      </a:cubicBezTo>
                      <a:cubicBezTo>
                        <a:pt x="24507" y="131601"/>
                        <a:pt x="26120" y="141597"/>
                        <a:pt x="26120" y="149659"/>
                      </a:cubicBezTo>
                      <a:cubicBezTo>
                        <a:pt x="26120" y="151916"/>
                        <a:pt x="24185" y="153529"/>
                        <a:pt x="22250" y="153529"/>
                      </a:cubicBezTo>
                      <a:close/>
                      <a:moveTo>
                        <a:pt x="6127" y="91938"/>
                      </a:moveTo>
                      <a:cubicBezTo>
                        <a:pt x="4514" y="91938"/>
                        <a:pt x="2902" y="90970"/>
                        <a:pt x="2257" y="89036"/>
                      </a:cubicBezTo>
                      <a:cubicBezTo>
                        <a:pt x="645" y="83876"/>
                        <a:pt x="0" y="80329"/>
                        <a:pt x="0" y="77104"/>
                      </a:cubicBezTo>
                      <a:cubicBezTo>
                        <a:pt x="0" y="72268"/>
                        <a:pt x="967" y="66463"/>
                        <a:pt x="2580" y="60659"/>
                      </a:cubicBezTo>
                      <a:cubicBezTo>
                        <a:pt x="3225" y="58402"/>
                        <a:pt x="5482" y="57434"/>
                        <a:pt x="7417" y="57756"/>
                      </a:cubicBezTo>
                      <a:cubicBezTo>
                        <a:pt x="9674" y="58402"/>
                        <a:pt x="10964" y="60659"/>
                        <a:pt x="10319" y="62594"/>
                      </a:cubicBezTo>
                      <a:cubicBezTo>
                        <a:pt x="9029" y="67753"/>
                        <a:pt x="8062" y="72912"/>
                        <a:pt x="8062" y="77104"/>
                      </a:cubicBezTo>
                      <a:cubicBezTo>
                        <a:pt x="8062" y="79362"/>
                        <a:pt x="8707" y="82586"/>
                        <a:pt x="9996" y="86778"/>
                      </a:cubicBezTo>
                      <a:cubicBezTo>
                        <a:pt x="10641" y="89036"/>
                        <a:pt x="9351" y="91293"/>
                        <a:pt x="7417" y="91938"/>
                      </a:cubicBezTo>
                      <a:cubicBezTo>
                        <a:pt x="6772" y="91938"/>
                        <a:pt x="6449" y="91938"/>
                        <a:pt x="6127" y="91938"/>
                      </a:cubicBezTo>
                      <a:close/>
                      <a:moveTo>
                        <a:pt x="23862" y="33249"/>
                      </a:moveTo>
                      <a:cubicBezTo>
                        <a:pt x="23540" y="33249"/>
                        <a:pt x="23217" y="33249"/>
                        <a:pt x="23217" y="33249"/>
                      </a:cubicBezTo>
                      <a:cubicBezTo>
                        <a:pt x="20960" y="32927"/>
                        <a:pt x="19670" y="30670"/>
                        <a:pt x="19993" y="28412"/>
                      </a:cubicBezTo>
                      <a:cubicBezTo>
                        <a:pt x="20315" y="26155"/>
                        <a:pt x="20638" y="23575"/>
                        <a:pt x="20638" y="21318"/>
                      </a:cubicBezTo>
                      <a:cubicBezTo>
                        <a:pt x="20960" y="16481"/>
                        <a:pt x="20960" y="11322"/>
                        <a:pt x="25152" y="8742"/>
                      </a:cubicBezTo>
                      <a:cubicBezTo>
                        <a:pt x="25152" y="8742"/>
                        <a:pt x="25475" y="7775"/>
                        <a:pt x="25797" y="3905"/>
                      </a:cubicBezTo>
                      <a:cubicBezTo>
                        <a:pt x="25797" y="1648"/>
                        <a:pt x="27732" y="-287"/>
                        <a:pt x="29989" y="35"/>
                      </a:cubicBezTo>
                      <a:cubicBezTo>
                        <a:pt x="32246" y="35"/>
                        <a:pt x="33859" y="1970"/>
                        <a:pt x="33859" y="4227"/>
                      </a:cubicBezTo>
                      <a:cubicBezTo>
                        <a:pt x="33536" y="8419"/>
                        <a:pt x="33214" y="13256"/>
                        <a:pt x="29667" y="15514"/>
                      </a:cubicBezTo>
                      <a:cubicBezTo>
                        <a:pt x="29022" y="16158"/>
                        <a:pt x="29022" y="19706"/>
                        <a:pt x="28699" y="21963"/>
                      </a:cubicBezTo>
                      <a:cubicBezTo>
                        <a:pt x="28699" y="24543"/>
                        <a:pt x="28377" y="27445"/>
                        <a:pt x="27732" y="30347"/>
                      </a:cubicBezTo>
                      <a:cubicBezTo>
                        <a:pt x="27410" y="31637"/>
                        <a:pt x="25797" y="33249"/>
                        <a:pt x="23862" y="33249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Freeform: Shape 211">
                  <a:extLst>
                    <a:ext uri="{FF2B5EF4-FFF2-40B4-BE49-F238E27FC236}">
                      <a16:creationId xmlns:a16="http://schemas.microsoft.com/office/drawing/2014/main" id="{16C1022E-0C9B-21CD-EE9F-FEF89D75EA3D}"/>
                    </a:ext>
                  </a:extLst>
                </p:cNvPr>
                <p:cNvSpPr/>
                <p:nvPr/>
              </p:nvSpPr>
              <p:spPr>
                <a:xfrm>
                  <a:off x="4715301" y="4800126"/>
                  <a:ext cx="32246" cy="32246"/>
                </a:xfrm>
                <a:custGeom>
                  <a:avLst/>
                  <a:gdLst>
                    <a:gd name="connsiteX0" fmla="*/ 8213 w 0"/>
                    <a:gd name="connsiteY0" fmla="*/ 21089 h 0"/>
                    <a:gd name="connsiteX1" fmla="*/ 6278 w 0"/>
                    <a:gd name="connsiteY1" fmla="*/ 16574 h 0"/>
                    <a:gd name="connsiteX2" fmla="*/ 796 w 0"/>
                    <a:gd name="connsiteY2" fmla="*/ 6578 h 0"/>
                    <a:gd name="connsiteX3" fmla="*/ 1441 w 0"/>
                    <a:gd name="connsiteY3" fmla="*/ 774 h 0"/>
                    <a:gd name="connsiteX4" fmla="*/ 7245 w 0"/>
                    <a:gd name="connsiteY4" fmla="*/ 1741 h 0"/>
                    <a:gd name="connsiteX5" fmla="*/ 12405 w 0"/>
                    <a:gd name="connsiteY5" fmla="*/ 10770 h 0"/>
                    <a:gd name="connsiteX6" fmla="*/ 22079 w 0"/>
                    <a:gd name="connsiteY6" fmla="*/ 7546 h 0"/>
                    <a:gd name="connsiteX7" fmla="*/ 26916 w 0"/>
                    <a:gd name="connsiteY7" fmla="*/ 10770 h 0"/>
                    <a:gd name="connsiteX8" fmla="*/ 24013 w 0"/>
                    <a:gd name="connsiteY8" fmla="*/ 15607 h 0"/>
                    <a:gd name="connsiteX9" fmla="*/ 15307 w 0"/>
                    <a:gd name="connsiteY9" fmla="*/ 18510 h 0"/>
                    <a:gd name="connsiteX10" fmla="*/ 12082 w 0"/>
                    <a:gd name="connsiteY10" fmla="*/ 19799 h 0"/>
                    <a:gd name="connsiteX11" fmla="*/ 8213 w 0"/>
                    <a:gd name="connsiteY11" fmla="*/ 2108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8213" y="21089"/>
                      </a:moveTo>
                      <a:lnTo>
                        <a:pt x="6278" y="16574"/>
                      </a:lnTo>
                      <a:cubicBezTo>
                        <a:pt x="5310" y="13995"/>
                        <a:pt x="3698" y="10448"/>
                        <a:pt x="796" y="6578"/>
                      </a:cubicBezTo>
                      <a:cubicBezTo>
                        <a:pt x="-494" y="4643"/>
                        <a:pt x="-171" y="2386"/>
                        <a:pt x="1441" y="774"/>
                      </a:cubicBezTo>
                      <a:cubicBezTo>
                        <a:pt x="3376" y="-516"/>
                        <a:pt x="5633" y="-193"/>
                        <a:pt x="7245" y="1741"/>
                      </a:cubicBezTo>
                      <a:cubicBezTo>
                        <a:pt x="9825" y="4966"/>
                        <a:pt x="11437" y="8191"/>
                        <a:pt x="12405" y="10770"/>
                      </a:cubicBezTo>
                      <a:cubicBezTo>
                        <a:pt x="15307" y="9481"/>
                        <a:pt x="18531" y="8191"/>
                        <a:pt x="22079" y="7546"/>
                      </a:cubicBezTo>
                      <a:cubicBezTo>
                        <a:pt x="24336" y="7223"/>
                        <a:pt x="26271" y="8513"/>
                        <a:pt x="26916" y="10770"/>
                      </a:cubicBezTo>
                      <a:cubicBezTo>
                        <a:pt x="27238" y="13027"/>
                        <a:pt x="25948" y="14963"/>
                        <a:pt x="24013" y="15607"/>
                      </a:cubicBezTo>
                      <a:cubicBezTo>
                        <a:pt x="20789" y="16252"/>
                        <a:pt x="18209" y="17220"/>
                        <a:pt x="15307" y="18510"/>
                      </a:cubicBezTo>
                      <a:cubicBezTo>
                        <a:pt x="14339" y="18832"/>
                        <a:pt x="13050" y="19477"/>
                        <a:pt x="12082" y="19799"/>
                      </a:cubicBezTo>
                      <a:lnTo>
                        <a:pt x="8213" y="21089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Freeform: Shape 212">
                  <a:extLst>
                    <a:ext uri="{FF2B5EF4-FFF2-40B4-BE49-F238E27FC236}">
                      <a16:creationId xmlns:a16="http://schemas.microsoft.com/office/drawing/2014/main" id="{644F8E9E-C3BB-7777-19A3-62013EBB0194}"/>
                    </a:ext>
                  </a:extLst>
                </p:cNvPr>
                <p:cNvSpPr/>
                <p:nvPr/>
              </p:nvSpPr>
              <p:spPr>
                <a:xfrm>
                  <a:off x="4762403" y="4656732"/>
                  <a:ext cx="96739" cy="161232"/>
                </a:xfrm>
                <a:custGeom>
                  <a:avLst/>
                  <a:gdLst>
                    <a:gd name="connsiteX0" fmla="*/ 19477 w 96739"/>
                    <a:gd name="connsiteY0" fmla="*/ 190280 h 161232"/>
                    <a:gd name="connsiteX1" fmla="*/ 4321 w 96739"/>
                    <a:gd name="connsiteY1" fmla="*/ 181896 h 161232"/>
                    <a:gd name="connsiteX2" fmla="*/ 774 w 96739"/>
                    <a:gd name="connsiteY2" fmla="*/ 176737 h 161232"/>
                    <a:gd name="connsiteX3" fmla="*/ 1741 w 96739"/>
                    <a:gd name="connsiteY3" fmla="*/ 171255 h 161232"/>
                    <a:gd name="connsiteX4" fmla="*/ 7223 w 96739"/>
                    <a:gd name="connsiteY4" fmla="*/ 172222 h 161232"/>
                    <a:gd name="connsiteX5" fmla="*/ 11415 w 96739"/>
                    <a:gd name="connsiteY5" fmla="*/ 178672 h 161232"/>
                    <a:gd name="connsiteX6" fmla="*/ 19154 w 96739"/>
                    <a:gd name="connsiteY6" fmla="*/ 182541 h 161232"/>
                    <a:gd name="connsiteX7" fmla="*/ 22057 w 96739"/>
                    <a:gd name="connsiteY7" fmla="*/ 181896 h 161232"/>
                    <a:gd name="connsiteX8" fmla="*/ 27538 w 96739"/>
                    <a:gd name="connsiteY8" fmla="*/ 183186 h 161232"/>
                    <a:gd name="connsiteX9" fmla="*/ 26249 w 96739"/>
                    <a:gd name="connsiteY9" fmla="*/ 188668 h 161232"/>
                    <a:gd name="connsiteX10" fmla="*/ 19477 w 96739"/>
                    <a:gd name="connsiteY10" fmla="*/ 190280 h 161232"/>
                    <a:gd name="connsiteX11" fmla="*/ 53336 w 96739"/>
                    <a:gd name="connsiteY11" fmla="*/ 168353 h 161232"/>
                    <a:gd name="connsiteX12" fmla="*/ 49466 w 96739"/>
                    <a:gd name="connsiteY12" fmla="*/ 164806 h 161232"/>
                    <a:gd name="connsiteX13" fmla="*/ 53013 w 96739"/>
                    <a:gd name="connsiteY13" fmla="*/ 160291 h 161232"/>
                    <a:gd name="connsiteX14" fmla="*/ 58495 w 96739"/>
                    <a:gd name="connsiteY14" fmla="*/ 159969 h 161232"/>
                    <a:gd name="connsiteX15" fmla="*/ 63655 w 96739"/>
                    <a:gd name="connsiteY15" fmla="*/ 159969 h 161232"/>
                    <a:gd name="connsiteX16" fmla="*/ 75908 w 96739"/>
                    <a:gd name="connsiteY16" fmla="*/ 158679 h 161232"/>
                    <a:gd name="connsiteX17" fmla="*/ 77520 w 96739"/>
                    <a:gd name="connsiteY17" fmla="*/ 158034 h 161232"/>
                    <a:gd name="connsiteX18" fmla="*/ 82680 w 96739"/>
                    <a:gd name="connsiteY18" fmla="*/ 160291 h 161232"/>
                    <a:gd name="connsiteX19" fmla="*/ 80423 w 96739"/>
                    <a:gd name="connsiteY19" fmla="*/ 165451 h 161232"/>
                    <a:gd name="connsiteX20" fmla="*/ 78165 w 96739"/>
                    <a:gd name="connsiteY20" fmla="*/ 166095 h 161232"/>
                    <a:gd name="connsiteX21" fmla="*/ 63655 w 96739"/>
                    <a:gd name="connsiteY21" fmla="*/ 167708 h 161232"/>
                    <a:gd name="connsiteX22" fmla="*/ 58495 w 96739"/>
                    <a:gd name="connsiteY22" fmla="*/ 167708 h 161232"/>
                    <a:gd name="connsiteX23" fmla="*/ 53658 w 96739"/>
                    <a:gd name="connsiteY23" fmla="*/ 168030 h 161232"/>
                    <a:gd name="connsiteX24" fmla="*/ 53336 w 96739"/>
                    <a:gd name="connsiteY24" fmla="*/ 168353 h 161232"/>
                    <a:gd name="connsiteX25" fmla="*/ 92676 w 96739"/>
                    <a:gd name="connsiteY25" fmla="*/ 134494 h 161232"/>
                    <a:gd name="connsiteX26" fmla="*/ 91709 w 96739"/>
                    <a:gd name="connsiteY26" fmla="*/ 134494 h 161232"/>
                    <a:gd name="connsiteX27" fmla="*/ 88807 w 96739"/>
                    <a:gd name="connsiteY27" fmla="*/ 129657 h 161232"/>
                    <a:gd name="connsiteX28" fmla="*/ 95256 w 96739"/>
                    <a:gd name="connsiteY28" fmla="*/ 111277 h 161232"/>
                    <a:gd name="connsiteX29" fmla="*/ 97836 w 96739"/>
                    <a:gd name="connsiteY29" fmla="*/ 104827 h 161232"/>
                    <a:gd name="connsiteX30" fmla="*/ 102995 w 96739"/>
                    <a:gd name="connsiteY30" fmla="*/ 102570 h 161232"/>
                    <a:gd name="connsiteX31" fmla="*/ 105252 w 96739"/>
                    <a:gd name="connsiteY31" fmla="*/ 107729 h 161232"/>
                    <a:gd name="connsiteX32" fmla="*/ 102673 w 96739"/>
                    <a:gd name="connsiteY32" fmla="*/ 114179 h 161232"/>
                    <a:gd name="connsiteX33" fmla="*/ 96546 w 96739"/>
                    <a:gd name="connsiteY33" fmla="*/ 131592 h 161232"/>
                    <a:gd name="connsiteX34" fmla="*/ 92676 w 96739"/>
                    <a:gd name="connsiteY34" fmla="*/ 134494 h 161232"/>
                    <a:gd name="connsiteX35" fmla="*/ 104285 w 96739"/>
                    <a:gd name="connsiteY35" fmla="*/ 75483 h 161232"/>
                    <a:gd name="connsiteX36" fmla="*/ 100738 w 96739"/>
                    <a:gd name="connsiteY36" fmla="*/ 73548 h 161232"/>
                    <a:gd name="connsiteX37" fmla="*/ 91064 w 96739"/>
                    <a:gd name="connsiteY37" fmla="*/ 68389 h 161232"/>
                    <a:gd name="connsiteX38" fmla="*/ 81068 w 96739"/>
                    <a:gd name="connsiteY38" fmla="*/ 65164 h 161232"/>
                    <a:gd name="connsiteX39" fmla="*/ 78810 w 96739"/>
                    <a:gd name="connsiteY39" fmla="*/ 63552 h 161232"/>
                    <a:gd name="connsiteX40" fmla="*/ 78488 w 96739"/>
                    <a:gd name="connsiteY40" fmla="*/ 57747 h 161232"/>
                    <a:gd name="connsiteX41" fmla="*/ 84292 w 96739"/>
                    <a:gd name="connsiteY41" fmla="*/ 57425 h 161232"/>
                    <a:gd name="connsiteX42" fmla="*/ 85260 w 96739"/>
                    <a:gd name="connsiteY42" fmla="*/ 58070 h 161232"/>
                    <a:gd name="connsiteX43" fmla="*/ 92354 w 96739"/>
                    <a:gd name="connsiteY43" fmla="*/ 60327 h 161232"/>
                    <a:gd name="connsiteX44" fmla="*/ 107510 w 96739"/>
                    <a:gd name="connsiteY44" fmla="*/ 69356 h 161232"/>
                    <a:gd name="connsiteX45" fmla="*/ 106220 w 96739"/>
                    <a:gd name="connsiteY45" fmla="*/ 74838 h 161232"/>
                    <a:gd name="connsiteX46" fmla="*/ 104285 w 96739"/>
                    <a:gd name="connsiteY46" fmla="*/ 75483 h 161232"/>
                    <a:gd name="connsiteX47" fmla="*/ 86550 w 96739"/>
                    <a:gd name="connsiteY47" fmla="*/ 30015 h 161232"/>
                    <a:gd name="connsiteX48" fmla="*/ 85905 w 96739"/>
                    <a:gd name="connsiteY48" fmla="*/ 30015 h 161232"/>
                    <a:gd name="connsiteX49" fmla="*/ 82680 w 96739"/>
                    <a:gd name="connsiteY49" fmla="*/ 25178 h 161232"/>
                    <a:gd name="connsiteX50" fmla="*/ 92676 w 96739"/>
                    <a:gd name="connsiteY50" fmla="*/ 7443 h 161232"/>
                    <a:gd name="connsiteX51" fmla="*/ 93321 w 96739"/>
                    <a:gd name="connsiteY51" fmla="*/ 5831 h 161232"/>
                    <a:gd name="connsiteX52" fmla="*/ 95579 w 96739"/>
                    <a:gd name="connsiteY52" fmla="*/ 1961 h 161232"/>
                    <a:gd name="connsiteX53" fmla="*/ 101060 w 96739"/>
                    <a:gd name="connsiteY53" fmla="*/ 671 h 161232"/>
                    <a:gd name="connsiteX54" fmla="*/ 102350 w 96739"/>
                    <a:gd name="connsiteY54" fmla="*/ 6153 h 161232"/>
                    <a:gd name="connsiteX55" fmla="*/ 100416 w 96739"/>
                    <a:gd name="connsiteY55" fmla="*/ 9378 h 161232"/>
                    <a:gd name="connsiteX56" fmla="*/ 95256 w 96739"/>
                    <a:gd name="connsiteY56" fmla="*/ 14860 h 161232"/>
                    <a:gd name="connsiteX57" fmla="*/ 90742 w 96739"/>
                    <a:gd name="connsiteY57" fmla="*/ 26468 h 161232"/>
                    <a:gd name="connsiteX58" fmla="*/ 86550 w 96739"/>
                    <a:gd name="connsiteY58" fmla="*/ 30015 h 161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</a:cxnLst>
                  <a:rect l="l" t="t" r="r" b="b"/>
                  <a:pathLst>
                    <a:path w="96739" h="161232">
                      <a:moveTo>
                        <a:pt x="19477" y="190280"/>
                      </a:moveTo>
                      <a:cubicBezTo>
                        <a:pt x="13028" y="190280"/>
                        <a:pt x="6901" y="186733"/>
                        <a:pt x="4321" y="181896"/>
                      </a:cubicBezTo>
                      <a:cubicBezTo>
                        <a:pt x="3999" y="180929"/>
                        <a:pt x="3031" y="179317"/>
                        <a:pt x="774" y="176737"/>
                      </a:cubicBezTo>
                      <a:cubicBezTo>
                        <a:pt x="-516" y="174802"/>
                        <a:pt x="-194" y="172545"/>
                        <a:pt x="1741" y="171255"/>
                      </a:cubicBezTo>
                      <a:cubicBezTo>
                        <a:pt x="3676" y="169965"/>
                        <a:pt x="5933" y="170288"/>
                        <a:pt x="7223" y="172222"/>
                      </a:cubicBezTo>
                      <a:cubicBezTo>
                        <a:pt x="9158" y="174802"/>
                        <a:pt x="10448" y="177060"/>
                        <a:pt x="11415" y="178672"/>
                      </a:cubicBezTo>
                      <a:cubicBezTo>
                        <a:pt x="12383" y="180606"/>
                        <a:pt x="15930" y="182541"/>
                        <a:pt x="19154" y="182541"/>
                      </a:cubicBezTo>
                      <a:cubicBezTo>
                        <a:pt x="20444" y="182541"/>
                        <a:pt x="21412" y="182219"/>
                        <a:pt x="22057" y="181896"/>
                      </a:cubicBezTo>
                      <a:cubicBezTo>
                        <a:pt x="23991" y="180606"/>
                        <a:pt x="26571" y="181251"/>
                        <a:pt x="27538" y="183186"/>
                      </a:cubicBezTo>
                      <a:cubicBezTo>
                        <a:pt x="28828" y="185121"/>
                        <a:pt x="28183" y="187701"/>
                        <a:pt x="26249" y="188668"/>
                      </a:cubicBezTo>
                      <a:cubicBezTo>
                        <a:pt x="24636" y="189636"/>
                        <a:pt x="22057" y="190280"/>
                        <a:pt x="19477" y="190280"/>
                      </a:cubicBezTo>
                      <a:close/>
                      <a:moveTo>
                        <a:pt x="53336" y="168353"/>
                      </a:moveTo>
                      <a:cubicBezTo>
                        <a:pt x="51401" y="168353"/>
                        <a:pt x="49466" y="166741"/>
                        <a:pt x="49466" y="164806"/>
                      </a:cubicBezTo>
                      <a:cubicBezTo>
                        <a:pt x="49144" y="162548"/>
                        <a:pt x="50756" y="160614"/>
                        <a:pt x="53013" y="160291"/>
                      </a:cubicBezTo>
                      <a:cubicBezTo>
                        <a:pt x="54626" y="160291"/>
                        <a:pt x="56560" y="159969"/>
                        <a:pt x="58495" y="159969"/>
                      </a:cubicBezTo>
                      <a:lnTo>
                        <a:pt x="63655" y="159969"/>
                      </a:lnTo>
                      <a:cubicBezTo>
                        <a:pt x="67847" y="159969"/>
                        <a:pt x="72039" y="159969"/>
                        <a:pt x="75908" y="158679"/>
                      </a:cubicBezTo>
                      <a:cubicBezTo>
                        <a:pt x="76553" y="158679"/>
                        <a:pt x="76876" y="158357"/>
                        <a:pt x="77520" y="158034"/>
                      </a:cubicBezTo>
                      <a:cubicBezTo>
                        <a:pt x="79455" y="157389"/>
                        <a:pt x="82035" y="158357"/>
                        <a:pt x="82680" y="160291"/>
                      </a:cubicBezTo>
                      <a:cubicBezTo>
                        <a:pt x="83325" y="162226"/>
                        <a:pt x="82357" y="164806"/>
                        <a:pt x="80423" y="165451"/>
                      </a:cubicBezTo>
                      <a:cubicBezTo>
                        <a:pt x="79778" y="165773"/>
                        <a:pt x="79133" y="165773"/>
                        <a:pt x="78165" y="166095"/>
                      </a:cubicBezTo>
                      <a:cubicBezTo>
                        <a:pt x="73328" y="167386"/>
                        <a:pt x="68492" y="167708"/>
                        <a:pt x="63655" y="167708"/>
                      </a:cubicBezTo>
                      <a:lnTo>
                        <a:pt x="58495" y="167708"/>
                      </a:lnTo>
                      <a:cubicBezTo>
                        <a:pt x="56883" y="167708"/>
                        <a:pt x="55270" y="167708"/>
                        <a:pt x="53658" y="168030"/>
                      </a:cubicBezTo>
                      <a:cubicBezTo>
                        <a:pt x="53658" y="168353"/>
                        <a:pt x="53336" y="168353"/>
                        <a:pt x="53336" y="168353"/>
                      </a:cubicBezTo>
                      <a:close/>
                      <a:moveTo>
                        <a:pt x="92676" y="134494"/>
                      </a:moveTo>
                      <a:cubicBezTo>
                        <a:pt x="92354" y="134494"/>
                        <a:pt x="92031" y="134494"/>
                        <a:pt x="91709" y="134494"/>
                      </a:cubicBezTo>
                      <a:cubicBezTo>
                        <a:pt x="89452" y="133849"/>
                        <a:pt x="88162" y="131914"/>
                        <a:pt x="88807" y="129657"/>
                      </a:cubicBezTo>
                      <a:cubicBezTo>
                        <a:pt x="90097" y="124175"/>
                        <a:pt x="92676" y="117726"/>
                        <a:pt x="95256" y="111277"/>
                      </a:cubicBezTo>
                      <a:cubicBezTo>
                        <a:pt x="96223" y="109019"/>
                        <a:pt x="96868" y="107085"/>
                        <a:pt x="97836" y="104827"/>
                      </a:cubicBezTo>
                      <a:cubicBezTo>
                        <a:pt x="98481" y="102892"/>
                        <a:pt x="101060" y="101603"/>
                        <a:pt x="102995" y="102570"/>
                      </a:cubicBezTo>
                      <a:cubicBezTo>
                        <a:pt x="104930" y="103215"/>
                        <a:pt x="106220" y="105795"/>
                        <a:pt x="105252" y="107729"/>
                      </a:cubicBezTo>
                      <a:cubicBezTo>
                        <a:pt x="104285" y="109987"/>
                        <a:pt x="103640" y="112244"/>
                        <a:pt x="102673" y="114179"/>
                      </a:cubicBezTo>
                      <a:cubicBezTo>
                        <a:pt x="100093" y="120628"/>
                        <a:pt x="97836" y="126432"/>
                        <a:pt x="96546" y="131592"/>
                      </a:cubicBezTo>
                      <a:cubicBezTo>
                        <a:pt x="95901" y="133527"/>
                        <a:pt x="94289" y="134494"/>
                        <a:pt x="92676" y="134494"/>
                      </a:cubicBezTo>
                      <a:close/>
                      <a:moveTo>
                        <a:pt x="104285" y="75483"/>
                      </a:moveTo>
                      <a:cubicBezTo>
                        <a:pt x="102995" y="75483"/>
                        <a:pt x="101705" y="74838"/>
                        <a:pt x="100738" y="73548"/>
                      </a:cubicBezTo>
                      <a:cubicBezTo>
                        <a:pt x="98803" y="70001"/>
                        <a:pt x="95901" y="69356"/>
                        <a:pt x="91064" y="68389"/>
                      </a:cubicBezTo>
                      <a:cubicBezTo>
                        <a:pt x="87839" y="67744"/>
                        <a:pt x="84292" y="67099"/>
                        <a:pt x="81068" y="65164"/>
                      </a:cubicBezTo>
                      <a:cubicBezTo>
                        <a:pt x="80100" y="64519"/>
                        <a:pt x="79455" y="64197"/>
                        <a:pt x="78810" y="63552"/>
                      </a:cubicBezTo>
                      <a:cubicBezTo>
                        <a:pt x="77198" y="61939"/>
                        <a:pt x="77198" y="59360"/>
                        <a:pt x="78488" y="57747"/>
                      </a:cubicBezTo>
                      <a:cubicBezTo>
                        <a:pt x="80100" y="56135"/>
                        <a:pt x="82680" y="56135"/>
                        <a:pt x="84292" y="57425"/>
                      </a:cubicBezTo>
                      <a:cubicBezTo>
                        <a:pt x="84615" y="57747"/>
                        <a:pt x="84937" y="57747"/>
                        <a:pt x="85260" y="58070"/>
                      </a:cubicBezTo>
                      <a:cubicBezTo>
                        <a:pt x="87194" y="59360"/>
                        <a:pt x="89774" y="59682"/>
                        <a:pt x="92354" y="60327"/>
                      </a:cubicBezTo>
                      <a:cubicBezTo>
                        <a:pt x="97191" y="61295"/>
                        <a:pt x="103640" y="62584"/>
                        <a:pt x="107510" y="69356"/>
                      </a:cubicBezTo>
                      <a:cubicBezTo>
                        <a:pt x="108800" y="71291"/>
                        <a:pt x="108155" y="73871"/>
                        <a:pt x="106220" y="74838"/>
                      </a:cubicBezTo>
                      <a:cubicBezTo>
                        <a:pt x="105575" y="75161"/>
                        <a:pt x="104930" y="75483"/>
                        <a:pt x="104285" y="75483"/>
                      </a:cubicBezTo>
                      <a:close/>
                      <a:moveTo>
                        <a:pt x="86550" y="30015"/>
                      </a:moveTo>
                      <a:cubicBezTo>
                        <a:pt x="86227" y="30015"/>
                        <a:pt x="86227" y="30015"/>
                        <a:pt x="85905" y="30015"/>
                      </a:cubicBezTo>
                      <a:cubicBezTo>
                        <a:pt x="83647" y="29693"/>
                        <a:pt x="82357" y="27436"/>
                        <a:pt x="82680" y="25178"/>
                      </a:cubicBezTo>
                      <a:cubicBezTo>
                        <a:pt x="83970" y="17439"/>
                        <a:pt x="87839" y="9055"/>
                        <a:pt x="92676" y="7443"/>
                      </a:cubicBezTo>
                      <a:cubicBezTo>
                        <a:pt x="92999" y="7120"/>
                        <a:pt x="93321" y="6475"/>
                        <a:pt x="93321" y="5831"/>
                      </a:cubicBezTo>
                      <a:cubicBezTo>
                        <a:pt x="93966" y="4541"/>
                        <a:pt x="94611" y="3251"/>
                        <a:pt x="95579" y="1961"/>
                      </a:cubicBezTo>
                      <a:cubicBezTo>
                        <a:pt x="96868" y="26"/>
                        <a:pt x="99126" y="-619"/>
                        <a:pt x="101060" y="671"/>
                      </a:cubicBezTo>
                      <a:cubicBezTo>
                        <a:pt x="102995" y="1961"/>
                        <a:pt x="103640" y="4218"/>
                        <a:pt x="102350" y="6153"/>
                      </a:cubicBezTo>
                      <a:cubicBezTo>
                        <a:pt x="101705" y="7443"/>
                        <a:pt x="101060" y="8410"/>
                        <a:pt x="100416" y="9378"/>
                      </a:cubicBezTo>
                      <a:cubicBezTo>
                        <a:pt x="99126" y="11635"/>
                        <a:pt x="97836" y="14215"/>
                        <a:pt x="95256" y="14860"/>
                      </a:cubicBezTo>
                      <a:cubicBezTo>
                        <a:pt x="94289" y="15827"/>
                        <a:pt x="91709" y="19697"/>
                        <a:pt x="90742" y="26468"/>
                      </a:cubicBezTo>
                      <a:cubicBezTo>
                        <a:pt x="90097" y="28403"/>
                        <a:pt x="88484" y="30015"/>
                        <a:pt x="86550" y="3001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: Shape 213">
                  <a:extLst>
                    <a:ext uri="{FF2B5EF4-FFF2-40B4-BE49-F238E27FC236}">
                      <a16:creationId xmlns:a16="http://schemas.microsoft.com/office/drawing/2014/main" id="{75648877-C912-637C-3D0F-9CDB55001525}"/>
                    </a:ext>
                  </a:extLst>
                </p:cNvPr>
                <p:cNvSpPr/>
                <p:nvPr/>
              </p:nvSpPr>
              <p:spPr>
                <a:xfrm>
                  <a:off x="4889235" y="4647381"/>
                  <a:ext cx="32246" cy="32246"/>
                </a:xfrm>
                <a:custGeom>
                  <a:avLst/>
                  <a:gdLst>
                    <a:gd name="connsiteX0" fmla="*/ 10990 w 0"/>
                    <a:gd name="connsiteY0" fmla="*/ 21631 h 0"/>
                    <a:gd name="connsiteX1" fmla="*/ 8733 w 0"/>
                    <a:gd name="connsiteY1" fmla="*/ 15827 h 0"/>
                    <a:gd name="connsiteX2" fmla="*/ 1961 w 0"/>
                    <a:gd name="connsiteY2" fmla="*/ 7443 h 0"/>
                    <a:gd name="connsiteX3" fmla="*/ 671 w 0"/>
                    <a:gd name="connsiteY3" fmla="*/ 1961 h 0"/>
                    <a:gd name="connsiteX4" fmla="*/ 6153 w 0"/>
                    <a:gd name="connsiteY4" fmla="*/ 671 h 0"/>
                    <a:gd name="connsiteX5" fmla="*/ 13247 w 0"/>
                    <a:gd name="connsiteY5" fmla="*/ 7443 h 0"/>
                    <a:gd name="connsiteX6" fmla="*/ 18729 w 0"/>
                    <a:gd name="connsiteY6" fmla="*/ 1638 h 0"/>
                    <a:gd name="connsiteX7" fmla="*/ 24533 w 0"/>
                    <a:gd name="connsiteY7" fmla="*/ 1316 h 0"/>
                    <a:gd name="connsiteX8" fmla="*/ 24856 w 0"/>
                    <a:gd name="connsiteY8" fmla="*/ 7120 h 0"/>
                    <a:gd name="connsiteX9" fmla="*/ 15827 w 0"/>
                    <a:gd name="connsiteY9" fmla="*/ 17117 h 0"/>
                    <a:gd name="connsiteX10" fmla="*/ 10990 w 0"/>
                    <a:gd name="connsiteY10" fmla="*/ 21631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>
                      <a:moveTo>
                        <a:pt x="10990" y="21631"/>
                      </a:moveTo>
                      <a:lnTo>
                        <a:pt x="8733" y="15827"/>
                      </a:lnTo>
                      <a:cubicBezTo>
                        <a:pt x="8733" y="15827"/>
                        <a:pt x="6475" y="10668"/>
                        <a:pt x="1961" y="7443"/>
                      </a:cubicBezTo>
                      <a:cubicBezTo>
                        <a:pt x="26" y="6153"/>
                        <a:pt x="-619" y="3896"/>
                        <a:pt x="671" y="1961"/>
                      </a:cubicBezTo>
                      <a:cubicBezTo>
                        <a:pt x="1961" y="26"/>
                        <a:pt x="4218" y="-619"/>
                        <a:pt x="6153" y="671"/>
                      </a:cubicBezTo>
                      <a:cubicBezTo>
                        <a:pt x="9378" y="2606"/>
                        <a:pt x="11635" y="5186"/>
                        <a:pt x="13247" y="7443"/>
                      </a:cubicBezTo>
                      <a:cubicBezTo>
                        <a:pt x="14860" y="5831"/>
                        <a:pt x="16794" y="3573"/>
                        <a:pt x="18729" y="1638"/>
                      </a:cubicBezTo>
                      <a:cubicBezTo>
                        <a:pt x="20341" y="26"/>
                        <a:pt x="22921" y="26"/>
                        <a:pt x="24533" y="1316"/>
                      </a:cubicBezTo>
                      <a:cubicBezTo>
                        <a:pt x="26146" y="2928"/>
                        <a:pt x="26146" y="5508"/>
                        <a:pt x="24856" y="7120"/>
                      </a:cubicBezTo>
                      <a:cubicBezTo>
                        <a:pt x="20341" y="12280"/>
                        <a:pt x="15827" y="17117"/>
                        <a:pt x="15827" y="17117"/>
                      </a:cubicBezTo>
                      <a:lnTo>
                        <a:pt x="10990" y="21631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: Shape 214">
                  <a:extLst>
                    <a:ext uri="{FF2B5EF4-FFF2-40B4-BE49-F238E27FC236}">
                      <a16:creationId xmlns:a16="http://schemas.microsoft.com/office/drawing/2014/main" id="{8285C888-E2EC-7BBF-022A-5D1724C65FE3}"/>
                    </a:ext>
                  </a:extLst>
                </p:cNvPr>
                <p:cNvSpPr/>
                <p:nvPr/>
              </p:nvSpPr>
              <p:spPr>
                <a:xfrm>
                  <a:off x="4937630" y="3806274"/>
                  <a:ext cx="1128626" cy="806162"/>
                </a:xfrm>
                <a:custGeom>
                  <a:avLst/>
                  <a:gdLst>
                    <a:gd name="connsiteX0" fmla="*/ 1290 w 1128626"/>
                    <a:gd name="connsiteY0" fmla="*/ 825332 h 806162"/>
                    <a:gd name="connsiteX1" fmla="*/ 0 w 1128626"/>
                    <a:gd name="connsiteY1" fmla="*/ 817271 h 806162"/>
                    <a:gd name="connsiteX2" fmla="*/ 0 w 1128626"/>
                    <a:gd name="connsiteY2" fmla="*/ 817271 h 806162"/>
                    <a:gd name="connsiteX3" fmla="*/ 20960 w 1128626"/>
                    <a:gd name="connsiteY3" fmla="*/ 806629 h 806162"/>
                    <a:gd name="connsiteX4" fmla="*/ 26765 w 1128626"/>
                    <a:gd name="connsiteY4" fmla="*/ 806629 h 806162"/>
                    <a:gd name="connsiteX5" fmla="*/ 26765 w 1128626"/>
                    <a:gd name="connsiteY5" fmla="*/ 812433 h 806162"/>
                    <a:gd name="connsiteX6" fmla="*/ 1290 w 1128626"/>
                    <a:gd name="connsiteY6" fmla="*/ 825332 h 806162"/>
                    <a:gd name="connsiteX7" fmla="*/ 72232 w 1128626"/>
                    <a:gd name="connsiteY7" fmla="*/ 807274 h 806162"/>
                    <a:gd name="connsiteX8" fmla="*/ 70942 w 1128626"/>
                    <a:gd name="connsiteY8" fmla="*/ 806952 h 806162"/>
                    <a:gd name="connsiteX9" fmla="*/ 54819 w 1128626"/>
                    <a:gd name="connsiteY9" fmla="*/ 795020 h 806162"/>
                    <a:gd name="connsiteX10" fmla="*/ 49659 w 1128626"/>
                    <a:gd name="connsiteY10" fmla="*/ 790506 h 806162"/>
                    <a:gd name="connsiteX11" fmla="*/ 48047 w 1128626"/>
                    <a:gd name="connsiteY11" fmla="*/ 785024 h 806162"/>
                    <a:gd name="connsiteX12" fmla="*/ 53529 w 1128626"/>
                    <a:gd name="connsiteY12" fmla="*/ 783412 h 806162"/>
                    <a:gd name="connsiteX13" fmla="*/ 60623 w 1128626"/>
                    <a:gd name="connsiteY13" fmla="*/ 789539 h 806162"/>
                    <a:gd name="connsiteX14" fmla="*/ 73844 w 1128626"/>
                    <a:gd name="connsiteY14" fmla="*/ 799535 h 806162"/>
                    <a:gd name="connsiteX15" fmla="*/ 76102 w 1128626"/>
                    <a:gd name="connsiteY15" fmla="*/ 804694 h 806162"/>
                    <a:gd name="connsiteX16" fmla="*/ 72232 w 1128626"/>
                    <a:gd name="connsiteY16" fmla="*/ 807274 h 806162"/>
                    <a:gd name="connsiteX17" fmla="*/ 129953 w 1128626"/>
                    <a:gd name="connsiteY17" fmla="*/ 795988 h 806162"/>
                    <a:gd name="connsiteX18" fmla="*/ 117055 w 1128626"/>
                    <a:gd name="connsiteY18" fmla="*/ 793086 h 806162"/>
                    <a:gd name="connsiteX19" fmla="*/ 111895 w 1128626"/>
                    <a:gd name="connsiteY19" fmla="*/ 791473 h 806162"/>
                    <a:gd name="connsiteX20" fmla="*/ 110283 w 1128626"/>
                    <a:gd name="connsiteY20" fmla="*/ 792441 h 806162"/>
                    <a:gd name="connsiteX21" fmla="*/ 108348 w 1128626"/>
                    <a:gd name="connsiteY21" fmla="*/ 794698 h 806162"/>
                    <a:gd name="connsiteX22" fmla="*/ 102544 w 1128626"/>
                    <a:gd name="connsiteY22" fmla="*/ 795020 h 806162"/>
                    <a:gd name="connsiteX23" fmla="*/ 102221 w 1128626"/>
                    <a:gd name="connsiteY23" fmla="*/ 789216 h 806162"/>
                    <a:gd name="connsiteX24" fmla="*/ 104156 w 1128626"/>
                    <a:gd name="connsiteY24" fmla="*/ 787281 h 806162"/>
                    <a:gd name="connsiteX25" fmla="*/ 111895 w 1128626"/>
                    <a:gd name="connsiteY25" fmla="*/ 783412 h 806162"/>
                    <a:gd name="connsiteX26" fmla="*/ 119957 w 1128626"/>
                    <a:gd name="connsiteY26" fmla="*/ 785669 h 806162"/>
                    <a:gd name="connsiteX27" fmla="*/ 129308 w 1128626"/>
                    <a:gd name="connsiteY27" fmla="*/ 787926 h 806162"/>
                    <a:gd name="connsiteX28" fmla="*/ 133500 w 1128626"/>
                    <a:gd name="connsiteY28" fmla="*/ 791796 h 806162"/>
                    <a:gd name="connsiteX29" fmla="*/ 129953 w 1128626"/>
                    <a:gd name="connsiteY29" fmla="*/ 795988 h 806162"/>
                    <a:gd name="connsiteX30" fmla="*/ 129953 w 1128626"/>
                    <a:gd name="connsiteY30" fmla="*/ 795988 h 806162"/>
                    <a:gd name="connsiteX31" fmla="*/ 160587 w 1128626"/>
                    <a:gd name="connsiteY31" fmla="*/ 782122 h 806162"/>
                    <a:gd name="connsiteX32" fmla="*/ 159942 w 1128626"/>
                    <a:gd name="connsiteY32" fmla="*/ 782122 h 806162"/>
                    <a:gd name="connsiteX33" fmla="*/ 156718 w 1128626"/>
                    <a:gd name="connsiteY33" fmla="*/ 777285 h 806162"/>
                    <a:gd name="connsiteX34" fmla="*/ 158653 w 1128626"/>
                    <a:gd name="connsiteY34" fmla="*/ 770190 h 806162"/>
                    <a:gd name="connsiteX35" fmla="*/ 161555 w 1128626"/>
                    <a:gd name="connsiteY35" fmla="*/ 751810 h 806162"/>
                    <a:gd name="connsiteX36" fmla="*/ 165424 w 1128626"/>
                    <a:gd name="connsiteY36" fmla="*/ 747941 h 806162"/>
                    <a:gd name="connsiteX37" fmla="*/ 165424 w 1128626"/>
                    <a:gd name="connsiteY37" fmla="*/ 747941 h 806162"/>
                    <a:gd name="connsiteX38" fmla="*/ 169294 w 1128626"/>
                    <a:gd name="connsiteY38" fmla="*/ 752132 h 806162"/>
                    <a:gd name="connsiteX39" fmla="*/ 166069 w 1128626"/>
                    <a:gd name="connsiteY39" fmla="*/ 772448 h 806162"/>
                    <a:gd name="connsiteX40" fmla="*/ 164457 w 1128626"/>
                    <a:gd name="connsiteY40" fmla="*/ 778897 h 806162"/>
                    <a:gd name="connsiteX41" fmla="*/ 160587 w 1128626"/>
                    <a:gd name="connsiteY41" fmla="*/ 782122 h 806162"/>
                    <a:gd name="connsiteX42" fmla="*/ 153493 w 1128626"/>
                    <a:gd name="connsiteY42" fmla="*/ 720853 h 806162"/>
                    <a:gd name="connsiteX43" fmla="*/ 149624 w 1128626"/>
                    <a:gd name="connsiteY43" fmla="*/ 717306 h 806162"/>
                    <a:gd name="connsiteX44" fmla="*/ 149624 w 1128626"/>
                    <a:gd name="connsiteY44" fmla="*/ 714727 h 806162"/>
                    <a:gd name="connsiteX45" fmla="*/ 153816 w 1128626"/>
                    <a:gd name="connsiteY45" fmla="*/ 703763 h 806162"/>
                    <a:gd name="connsiteX46" fmla="*/ 170584 w 1128626"/>
                    <a:gd name="connsiteY46" fmla="*/ 696346 h 806162"/>
                    <a:gd name="connsiteX47" fmla="*/ 174776 w 1128626"/>
                    <a:gd name="connsiteY47" fmla="*/ 700216 h 806162"/>
                    <a:gd name="connsiteX48" fmla="*/ 170906 w 1128626"/>
                    <a:gd name="connsiteY48" fmla="*/ 704408 h 806162"/>
                    <a:gd name="connsiteX49" fmla="*/ 159620 w 1128626"/>
                    <a:gd name="connsiteY49" fmla="*/ 709245 h 806162"/>
                    <a:gd name="connsiteX50" fmla="*/ 157363 w 1128626"/>
                    <a:gd name="connsiteY50" fmla="*/ 714727 h 806162"/>
                    <a:gd name="connsiteX51" fmla="*/ 157363 w 1128626"/>
                    <a:gd name="connsiteY51" fmla="*/ 716017 h 806162"/>
                    <a:gd name="connsiteX52" fmla="*/ 153816 w 1128626"/>
                    <a:gd name="connsiteY52" fmla="*/ 720531 h 806162"/>
                    <a:gd name="connsiteX53" fmla="*/ 153493 w 1128626"/>
                    <a:gd name="connsiteY53" fmla="*/ 720853 h 806162"/>
                    <a:gd name="connsiteX54" fmla="*/ 216051 w 1128626"/>
                    <a:gd name="connsiteY54" fmla="*/ 714727 h 806162"/>
                    <a:gd name="connsiteX55" fmla="*/ 205732 w 1128626"/>
                    <a:gd name="connsiteY55" fmla="*/ 714082 h 806162"/>
                    <a:gd name="connsiteX56" fmla="*/ 202185 w 1128626"/>
                    <a:gd name="connsiteY56" fmla="*/ 709567 h 806162"/>
                    <a:gd name="connsiteX57" fmla="*/ 206700 w 1128626"/>
                    <a:gd name="connsiteY57" fmla="*/ 706020 h 806162"/>
                    <a:gd name="connsiteX58" fmla="*/ 226370 w 1128626"/>
                    <a:gd name="connsiteY58" fmla="*/ 706343 h 806162"/>
                    <a:gd name="connsiteX59" fmla="*/ 232819 w 1128626"/>
                    <a:gd name="connsiteY59" fmla="*/ 706020 h 806162"/>
                    <a:gd name="connsiteX60" fmla="*/ 237012 w 1128626"/>
                    <a:gd name="connsiteY60" fmla="*/ 709890 h 806162"/>
                    <a:gd name="connsiteX61" fmla="*/ 233142 w 1128626"/>
                    <a:gd name="connsiteY61" fmla="*/ 714082 h 806162"/>
                    <a:gd name="connsiteX62" fmla="*/ 227015 w 1128626"/>
                    <a:gd name="connsiteY62" fmla="*/ 714404 h 806162"/>
                    <a:gd name="connsiteX63" fmla="*/ 216051 w 1128626"/>
                    <a:gd name="connsiteY63" fmla="*/ 714727 h 806162"/>
                    <a:gd name="connsiteX64" fmla="*/ 270548 w 1128626"/>
                    <a:gd name="connsiteY64" fmla="*/ 712147 h 806162"/>
                    <a:gd name="connsiteX65" fmla="*/ 266678 w 1128626"/>
                    <a:gd name="connsiteY65" fmla="*/ 708922 h 806162"/>
                    <a:gd name="connsiteX66" fmla="*/ 269903 w 1128626"/>
                    <a:gd name="connsiteY66" fmla="*/ 704408 h 806162"/>
                    <a:gd name="connsiteX67" fmla="*/ 286026 w 1128626"/>
                    <a:gd name="connsiteY67" fmla="*/ 698926 h 806162"/>
                    <a:gd name="connsiteX68" fmla="*/ 289251 w 1128626"/>
                    <a:gd name="connsiteY68" fmla="*/ 694734 h 806162"/>
                    <a:gd name="connsiteX69" fmla="*/ 294410 w 1128626"/>
                    <a:gd name="connsiteY69" fmla="*/ 692477 h 806162"/>
                    <a:gd name="connsiteX70" fmla="*/ 296667 w 1128626"/>
                    <a:gd name="connsiteY70" fmla="*/ 697636 h 806162"/>
                    <a:gd name="connsiteX71" fmla="*/ 290541 w 1128626"/>
                    <a:gd name="connsiteY71" fmla="*/ 705697 h 806162"/>
                    <a:gd name="connsiteX72" fmla="*/ 270870 w 1128626"/>
                    <a:gd name="connsiteY72" fmla="*/ 712469 h 806162"/>
                    <a:gd name="connsiteX73" fmla="*/ 270548 w 1128626"/>
                    <a:gd name="connsiteY73" fmla="*/ 712147 h 806162"/>
                    <a:gd name="connsiteX74" fmla="*/ 318273 w 1128626"/>
                    <a:gd name="connsiteY74" fmla="*/ 679900 h 806162"/>
                    <a:gd name="connsiteX75" fmla="*/ 314403 w 1128626"/>
                    <a:gd name="connsiteY75" fmla="*/ 676031 h 806162"/>
                    <a:gd name="connsiteX76" fmla="*/ 318273 w 1128626"/>
                    <a:gd name="connsiteY76" fmla="*/ 671839 h 806162"/>
                    <a:gd name="connsiteX77" fmla="*/ 329881 w 1128626"/>
                    <a:gd name="connsiteY77" fmla="*/ 657650 h 806162"/>
                    <a:gd name="connsiteX78" fmla="*/ 334396 w 1128626"/>
                    <a:gd name="connsiteY78" fmla="*/ 654103 h 806162"/>
                    <a:gd name="connsiteX79" fmla="*/ 337943 w 1128626"/>
                    <a:gd name="connsiteY79" fmla="*/ 658618 h 806162"/>
                    <a:gd name="connsiteX80" fmla="*/ 318273 w 1128626"/>
                    <a:gd name="connsiteY80" fmla="*/ 679900 h 806162"/>
                    <a:gd name="connsiteX81" fmla="*/ 318273 w 1128626"/>
                    <a:gd name="connsiteY81" fmla="*/ 679900 h 806162"/>
                    <a:gd name="connsiteX82" fmla="*/ 356323 w 1128626"/>
                    <a:gd name="connsiteY82" fmla="*/ 636690 h 806162"/>
                    <a:gd name="connsiteX83" fmla="*/ 353099 w 1128626"/>
                    <a:gd name="connsiteY83" fmla="*/ 635078 h 806162"/>
                    <a:gd name="connsiteX84" fmla="*/ 354066 w 1128626"/>
                    <a:gd name="connsiteY84" fmla="*/ 629596 h 806162"/>
                    <a:gd name="connsiteX85" fmla="*/ 365352 w 1128626"/>
                    <a:gd name="connsiteY85" fmla="*/ 617020 h 806162"/>
                    <a:gd name="connsiteX86" fmla="*/ 369867 w 1128626"/>
                    <a:gd name="connsiteY86" fmla="*/ 609926 h 806162"/>
                    <a:gd name="connsiteX87" fmla="*/ 375349 w 1128626"/>
                    <a:gd name="connsiteY87" fmla="*/ 608958 h 806162"/>
                    <a:gd name="connsiteX88" fmla="*/ 376316 w 1128626"/>
                    <a:gd name="connsiteY88" fmla="*/ 614440 h 806162"/>
                    <a:gd name="connsiteX89" fmla="*/ 372124 w 1128626"/>
                    <a:gd name="connsiteY89" fmla="*/ 620889 h 806162"/>
                    <a:gd name="connsiteX90" fmla="*/ 358581 w 1128626"/>
                    <a:gd name="connsiteY90" fmla="*/ 636045 h 806162"/>
                    <a:gd name="connsiteX91" fmla="*/ 356323 w 1128626"/>
                    <a:gd name="connsiteY91" fmla="*/ 636690 h 806162"/>
                    <a:gd name="connsiteX92" fmla="*/ 404693 w 1128626"/>
                    <a:gd name="connsiteY92" fmla="*/ 597672 h 806162"/>
                    <a:gd name="connsiteX93" fmla="*/ 401146 w 1128626"/>
                    <a:gd name="connsiteY93" fmla="*/ 595415 h 806162"/>
                    <a:gd name="connsiteX94" fmla="*/ 403081 w 1128626"/>
                    <a:gd name="connsiteY94" fmla="*/ 589933 h 806162"/>
                    <a:gd name="connsiteX95" fmla="*/ 409853 w 1128626"/>
                    <a:gd name="connsiteY95" fmla="*/ 586063 h 806162"/>
                    <a:gd name="connsiteX96" fmla="*/ 423719 w 1128626"/>
                    <a:gd name="connsiteY96" fmla="*/ 574777 h 806162"/>
                    <a:gd name="connsiteX97" fmla="*/ 429523 w 1128626"/>
                    <a:gd name="connsiteY97" fmla="*/ 574777 h 806162"/>
                    <a:gd name="connsiteX98" fmla="*/ 429523 w 1128626"/>
                    <a:gd name="connsiteY98" fmla="*/ 580581 h 806162"/>
                    <a:gd name="connsiteX99" fmla="*/ 415012 w 1128626"/>
                    <a:gd name="connsiteY99" fmla="*/ 592512 h 806162"/>
                    <a:gd name="connsiteX100" fmla="*/ 407273 w 1128626"/>
                    <a:gd name="connsiteY100" fmla="*/ 597027 h 806162"/>
                    <a:gd name="connsiteX101" fmla="*/ 404693 w 1128626"/>
                    <a:gd name="connsiteY101" fmla="*/ 597672 h 806162"/>
                    <a:gd name="connsiteX102" fmla="*/ 445969 w 1128626"/>
                    <a:gd name="connsiteY102" fmla="*/ 550592 h 806162"/>
                    <a:gd name="connsiteX103" fmla="*/ 445001 w 1128626"/>
                    <a:gd name="connsiteY103" fmla="*/ 550592 h 806162"/>
                    <a:gd name="connsiteX104" fmla="*/ 442099 w 1128626"/>
                    <a:gd name="connsiteY104" fmla="*/ 545755 h 806162"/>
                    <a:gd name="connsiteX105" fmla="*/ 456287 w 1128626"/>
                    <a:gd name="connsiteY105" fmla="*/ 520925 h 806162"/>
                    <a:gd name="connsiteX106" fmla="*/ 462092 w 1128626"/>
                    <a:gd name="connsiteY106" fmla="*/ 521248 h 806162"/>
                    <a:gd name="connsiteX107" fmla="*/ 461769 w 1128626"/>
                    <a:gd name="connsiteY107" fmla="*/ 527052 h 806162"/>
                    <a:gd name="connsiteX108" fmla="*/ 450161 w 1128626"/>
                    <a:gd name="connsiteY108" fmla="*/ 548012 h 806162"/>
                    <a:gd name="connsiteX109" fmla="*/ 445969 w 1128626"/>
                    <a:gd name="connsiteY109" fmla="*/ 550592 h 806162"/>
                    <a:gd name="connsiteX110" fmla="*/ 509172 w 1128626"/>
                    <a:gd name="connsiteY110" fmla="*/ 536081 h 806162"/>
                    <a:gd name="connsiteX111" fmla="*/ 500788 w 1128626"/>
                    <a:gd name="connsiteY111" fmla="*/ 533824 h 806162"/>
                    <a:gd name="connsiteX112" fmla="*/ 490791 w 1128626"/>
                    <a:gd name="connsiteY112" fmla="*/ 522215 h 806162"/>
                    <a:gd name="connsiteX113" fmla="*/ 489179 w 1128626"/>
                    <a:gd name="connsiteY113" fmla="*/ 518668 h 806162"/>
                    <a:gd name="connsiteX114" fmla="*/ 490469 w 1128626"/>
                    <a:gd name="connsiteY114" fmla="*/ 513186 h 806162"/>
                    <a:gd name="connsiteX115" fmla="*/ 495951 w 1128626"/>
                    <a:gd name="connsiteY115" fmla="*/ 514476 h 806162"/>
                    <a:gd name="connsiteX116" fmla="*/ 498208 w 1128626"/>
                    <a:gd name="connsiteY116" fmla="*/ 519313 h 806162"/>
                    <a:gd name="connsiteX117" fmla="*/ 504012 w 1128626"/>
                    <a:gd name="connsiteY117" fmla="*/ 526730 h 806162"/>
                    <a:gd name="connsiteX118" fmla="*/ 509817 w 1128626"/>
                    <a:gd name="connsiteY118" fmla="*/ 528342 h 806162"/>
                    <a:gd name="connsiteX119" fmla="*/ 514976 w 1128626"/>
                    <a:gd name="connsiteY119" fmla="*/ 530922 h 806162"/>
                    <a:gd name="connsiteX120" fmla="*/ 512396 w 1128626"/>
                    <a:gd name="connsiteY120" fmla="*/ 536081 h 806162"/>
                    <a:gd name="connsiteX121" fmla="*/ 509172 w 1128626"/>
                    <a:gd name="connsiteY121" fmla="*/ 536081 h 806162"/>
                    <a:gd name="connsiteX122" fmla="*/ 534324 w 1128626"/>
                    <a:gd name="connsiteY122" fmla="*/ 509639 h 806162"/>
                    <a:gd name="connsiteX123" fmla="*/ 530454 w 1128626"/>
                    <a:gd name="connsiteY123" fmla="*/ 505769 h 806162"/>
                    <a:gd name="connsiteX124" fmla="*/ 530132 w 1128626"/>
                    <a:gd name="connsiteY124" fmla="*/ 502545 h 806162"/>
                    <a:gd name="connsiteX125" fmla="*/ 529810 w 1128626"/>
                    <a:gd name="connsiteY125" fmla="*/ 492226 h 806162"/>
                    <a:gd name="connsiteX126" fmla="*/ 537871 w 1128626"/>
                    <a:gd name="connsiteY126" fmla="*/ 477715 h 806162"/>
                    <a:gd name="connsiteX127" fmla="*/ 543353 w 1128626"/>
                    <a:gd name="connsiteY127" fmla="*/ 479005 h 806162"/>
                    <a:gd name="connsiteX128" fmla="*/ 542063 w 1128626"/>
                    <a:gd name="connsiteY128" fmla="*/ 484487 h 806162"/>
                    <a:gd name="connsiteX129" fmla="*/ 537871 w 1128626"/>
                    <a:gd name="connsiteY129" fmla="*/ 492226 h 806162"/>
                    <a:gd name="connsiteX130" fmla="*/ 538194 w 1128626"/>
                    <a:gd name="connsiteY130" fmla="*/ 501900 h 806162"/>
                    <a:gd name="connsiteX131" fmla="*/ 538516 w 1128626"/>
                    <a:gd name="connsiteY131" fmla="*/ 505125 h 806162"/>
                    <a:gd name="connsiteX132" fmla="*/ 534324 w 1128626"/>
                    <a:gd name="connsiteY132" fmla="*/ 509639 h 806162"/>
                    <a:gd name="connsiteX133" fmla="*/ 534324 w 1128626"/>
                    <a:gd name="connsiteY133" fmla="*/ 509639 h 806162"/>
                    <a:gd name="connsiteX134" fmla="*/ 569795 w 1128626"/>
                    <a:gd name="connsiteY134" fmla="*/ 464816 h 806162"/>
                    <a:gd name="connsiteX135" fmla="*/ 567860 w 1128626"/>
                    <a:gd name="connsiteY135" fmla="*/ 464171 h 806162"/>
                    <a:gd name="connsiteX136" fmla="*/ 566248 w 1128626"/>
                    <a:gd name="connsiteY136" fmla="*/ 458689 h 806162"/>
                    <a:gd name="connsiteX137" fmla="*/ 573342 w 1128626"/>
                    <a:gd name="connsiteY137" fmla="*/ 435472 h 806162"/>
                    <a:gd name="connsiteX138" fmla="*/ 573342 w 1128626"/>
                    <a:gd name="connsiteY138" fmla="*/ 434505 h 806162"/>
                    <a:gd name="connsiteX139" fmla="*/ 577857 w 1128626"/>
                    <a:gd name="connsiteY139" fmla="*/ 431280 h 806162"/>
                    <a:gd name="connsiteX140" fmla="*/ 581081 w 1128626"/>
                    <a:gd name="connsiteY140" fmla="*/ 435795 h 806162"/>
                    <a:gd name="connsiteX141" fmla="*/ 581081 w 1128626"/>
                    <a:gd name="connsiteY141" fmla="*/ 436762 h 806162"/>
                    <a:gd name="connsiteX142" fmla="*/ 573020 w 1128626"/>
                    <a:gd name="connsiteY142" fmla="*/ 462559 h 806162"/>
                    <a:gd name="connsiteX143" fmla="*/ 569795 w 1128626"/>
                    <a:gd name="connsiteY143" fmla="*/ 464816 h 806162"/>
                    <a:gd name="connsiteX144" fmla="*/ 1011572 w 1128626"/>
                    <a:gd name="connsiteY144" fmla="*/ 461269 h 806162"/>
                    <a:gd name="connsiteX145" fmla="*/ 1007380 w 1128626"/>
                    <a:gd name="connsiteY145" fmla="*/ 457077 h 806162"/>
                    <a:gd name="connsiteX146" fmla="*/ 1011249 w 1128626"/>
                    <a:gd name="connsiteY146" fmla="*/ 452885 h 806162"/>
                    <a:gd name="connsiteX147" fmla="*/ 1011572 w 1128626"/>
                    <a:gd name="connsiteY147" fmla="*/ 452885 h 806162"/>
                    <a:gd name="connsiteX148" fmla="*/ 1020278 w 1128626"/>
                    <a:gd name="connsiteY148" fmla="*/ 452240 h 806162"/>
                    <a:gd name="connsiteX149" fmla="*/ 1021890 w 1128626"/>
                    <a:gd name="connsiteY149" fmla="*/ 449338 h 806162"/>
                    <a:gd name="connsiteX150" fmla="*/ 1021246 w 1128626"/>
                    <a:gd name="connsiteY150" fmla="*/ 443211 h 806162"/>
                    <a:gd name="connsiteX151" fmla="*/ 1021246 w 1128626"/>
                    <a:gd name="connsiteY151" fmla="*/ 442244 h 806162"/>
                    <a:gd name="connsiteX152" fmla="*/ 1024793 w 1128626"/>
                    <a:gd name="connsiteY152" fmla="*/ 437729 h 806162"/>
                    <a:gd name="connsiteX153" fmla="*/ 1029307 w 1128626"/>
                    <a:gd name="connsiteY153" fmla="*/ 441276 h 806162"/>
                    <a:gd name="connsiteX154" fmla="*/ 1029307 w 1128626"/>
                    <a:gd name="connsiteY154" fmla="*/ 442244 h 806162"/>
                    <a:gd name="connsiteX155" fmla="*/ 1029952 w 1128626"/>
                    <a:gd name="connsiteY155" fmla="*/ 449661 h 806162"/>
                    <a:gd name="connsiteX156" fmla="*/ 1021568 w 1128626"/>
                    <a:gd name="connsiteY156" fmla="*/ 460624 h 806162"/>
                    <a:gd name="connsiteX157" fmla="*/ 1011572 w 1128626"/>
                    <a:gd name="connsiteY157" fmla="*/ 461269 h 806162"/>
                    <a:gd name="connsiteX158" fmla="*/ 975133 w 1128626"/>
                    <a:gd name="connsiteY158" fmla="*/ 453530 h 806162"/>
                    <a:gd name="connsiteX159" fmla="*/ 973198 w 1128626"/>
                    <a:gd name="connsiteY159" fmla="*/ 453208 h 806162"/>
                    <a:gd name="connsiteX160" fmla="*/ 965459 w 1128626"/>
                    <a:gd name="connsiteY160" fmla="*/ 442244 h 806162"/>
                    <a:gd name="connsiteX161" fmla="*/ 967072 w 1128626"/>
                    <a:gd name="connsiteY161" fmla="*/ 433860 h 806162"/>
                    <a:gd name="connsiteX162" fmla="*/ 969006 w 1128626"/>
                    <a:gd name="connsiteY162" fmla="*/ 425476 h 806162"/>
                    <a:gd name="connsiteX163" fmla="*/ 973198 w 1128626"/>
                    <a:gd name="connsiteY163" fmla="*/ 421606 h 806162"/>
                    <a:gd name="connsiteX164" fmla="*/ 977068 w 1128626"/>
                    <a:gd name="connsiteY164" fmla="*/ 425798 h 806162"/>
                    <a:gd name="connsiteX165" fmla="*/ 974811 w 1128626"/>
                    <a:gd name="connsiteY165" fmla="*/ 436117 h 806162"/>
                    <a:gd name="connsiteX166" fmla="*/ 973521 w 1128626"/>
                    <a:gd name="connsiteY166" fmla="*/ 441921 h 806162"/>
                    <a:gd name="connsiteX167" fmla="*/ 976746 w 1128626"/>
                    <a:gd name="connsiteY167" fmla="*/ 445791 h 806162"/>
                    <a:gd name="connsiteX168" fmla="*/ 978680 w 1128626"/>
                    <a:gd name="connsiteY168" fmla="*/ 451273 h 806162"/>
                    <a:gd name="connsiteX169" fmla="*/ 975133 w 1128626"/>
                    <a:gd name="connsiteY169" fmla="*/ 453530 h 806162"/>
                    <a:gd name="connsiteX170" fmla="*/ 1035112 w 1128626"/>
                    <a:gd name="connsiteY170" fmla="*/ 411287 h 806162"/>
                    <a:gd name="connsiteX171" fmla="*/ 1035112 w 1128626"/>
                    <a:gd name="connsiteY171" fmla="*/ 411287 h 806162"/>
                    <a:gd name="connsiteX172" fmla="*/ 1031242 w 1128626"/>
                    <a:gd name="connsiteY172" fmla="*/ 407095 h 806162"/>
                    <a:gd name="connsiteX173" fmla="*/ 1031242 w 1128626"/>
                    <a:gd name="connsiteY173" fmla="*/ 403548 h 806162"/>
                    <a:gd name="connsiteX174" fmla="*/ 1030597 w 1128626"/>
                    <a:gd name="connsiteY174" fmla="*/ 391617 h 806162"/>
                    <a:gd name="connsiteX175" fmla="*/ 1030597 w 1128626"/>
                    <a:gd name="connsiteY175" fmla="*/ 389037 h 806162"/>
                    <a:gd name="connsiteX176" fmla="*/ 1032210 w 1128626"/>
                    <a:gd name="connsiteY176" fmla="*/ 379686 h 806162"/>
                    <a:gd name="connsiteX177" fmla="*/ 1037369 w 1128626"/>
                    <a:gd name="connsiteY177" fmla="*/ 377106 h 806162"/>
                    <a:gd name="connsiteX178" fmla="*/ 1039949 w 1128626"/>
                    <a:gd name="connsiteY178" fmla="*/ 382265 h 806162"/>
                    <a:gd name="connsiteX179" fmla="*/ 1038659 w 1128626"/>
                    <a:gd name="connsiteY179" fmla="*/ 389359 h 806162"/>
                    <a:gd name="connsiteX180" fmla="*/ 1038659 w 1128626"/>
                    <a:gd name="connsiteY180" fmla="*/ 391294 h 806162"/>
                    <a:gd name="connsiteX181" fmla="*/ 1039304 w 1128626"/>
                    <a:gd name="connsiteY181" fmla="*/ 403871 h 806162"/>
                    <a:gd name="connsiteX182" fmla="*/ 1039304 w 1128626"/>
                    <a:gd name="connsiteY182" fmla="*/ 408063 h 806162"/>
                    <a:gd name="connsiteX183" fmla="*/ 1035112 w 1128626"/>
                    <a:gd name="connsiteY183" fmla="*/ 411287 h 806162"/>
                    <a:gd name="connsiteX184" fmla="*/ 577534 w 1128626"/>
                    <a:gd name="connsiteY184" fmla="*/ 402581 h 806162"/>
                    <a:gd name="connsiteX185" fmla="*/ 573665 w 1128626"/>
                    <a:gd name="connsiteY185" fmla="*/ 399678 h 806162"/>
                    <a:gd name="connsiteX186" fmla="*/ 570762 w 1128626"/>
                    <a:gd name="connsiteY186" fmla="*/ 385168 h 806162"/>
                    <a:gd name="connsiteX187" fmla="*/ 573987 w 1128626"/>
                    <a:gd name="connsiteY187" fmla="*/ 372269 h 806162"/>
                    <a:gd name="connsiteX188" fmla="*/ 574632 w 1128626"/>
                    <a:gd name="connsiteY188" fmla="*/ 370979 h 806162"/>
                    <a:gd name="connsiteX189" fmla="*/ 580114 w 1128626"/>
                    <a:gd name="connsiteY189" fmla="*/ 369044 h 806162"/>
                    <a:gd name="connsiteX190" fmla="*/ 582049 w 1128626"/>
                    <a:gd name="connsiteY190" fmla="*/ 374526 h 806162"/>
                    <a:gd name="connsiteX191" fmla="*/ 581404 w 1128626"/>
                    <a:gd name="connsiteY191" fmla="*/ 375816 h 806162"/>
                    <a:gd name="connsiteX192" fmla="*/ 579147 w 1128626"/>
                    <a:gd name="connsiteY192" fmla="*/ 385168 h 806162"/>
                    <a:gd name="connsiteX193" fmla="*/ 581726 w 1128626"/>
                    <a:gd name="connsiteY193" fmla="*/ 397099 h 806162"/>
                    <a:gd name="connsiteX194" fmla="*/ 579147 w 1128626"/>
                    <a:gd name="connsiteY194" fmla="*/ 402258 h 806162"/>
                    <a:gd name="connsiteX195" fmla="*/ 577534 w 1128626"/>
                    <a:gd name="connsiteY195" fmla="*/ 402581 h 806162"/>
                    <a:gd name="connsiteX196" fmla="*/ 959655 w 1128626"/>
                    <a:gd name="connsiteY196" fmla="*/ 395164 h 806162"/>
                    <a:gd name="connsiteX197" fmla="*/ 955785 w 1128626"/>
                    <a:gd name="connsiteY197" fmla="*/ 391617 h 806162"/>
                    <a:gd name="connsiteX198" fmla="*/ 955463 w 1128626"/>
                    <a:gd name="connsiteY198" fmla="*/ 388070 h 806162"/>
                    <a:gd name="connsiteX199" fmla="*/ 959332 w 1128626"/>
                    <a:gd name="connsiteY199" fmla="*/ 376139 h 806162"/>
                    <a:gd name="connsiteX200" fmla="*/ 964814 w 1128626"/>
                    <a:gd name="connsiteY200" fmla="*/ 364852 h 806162"/>
                    <a:gd name="connsiteX201" fmla="*/ 969974 w 1128626"/>
                    <a:gd name="connsiteY201" fmla="*/ 362273 h 806162"/>
                    <a:gd name="connsiteX202" fmla="*/ 972553 w 1128626"/>
                    <a:gd name="connsiteY202" fmla="*/ 367432 h 806162"/>
                    <a:gd name="connsiteX203" fmla="*/ 966104 w 1128626"/>
                    <a:gd name="connsiteY203" fmla="*/ 380653 h 806162"/>
                    <a:gd name="connsiteX204" fmla="*/ 963524 w 1128626"/>
                    <a:gd name="connsiteY204" fmla="*/ 388070 h 806162"/>
                    <a:gd name="connsiteX205" fmla="*/ 963847 w 1128626"/>
                    <a:gd name="connsiteY205" fmla="*/ 390327 h 806162"/>
                    <a:gd name="connsiteX206" fmla="*/ 960622 w 1128626"/>
                    <a:gd name="connsiteY206" fmla="*/ 394841 h 806162"/>
                    <a:gd name="connsiteX207" fmla="*/ 959655 w 1128626"/>
                    <a:gd name="connsiteY207" fmla="*/ 395164 h 806162"/>
                    <a:gd name="connsiteX208" fmla="*/ 618810 w 1128626"/>
                    <a:gd name="connsiteY208" fmla="*/ 356790 h 806162"/>
                    <a:gd name="connsiteX209" fmla="*/ 615908 w 1128626"/>
                    <a:gd name="connsiteY209" fmla="*/ 355501 h 806162"/>
                    <a:gd name="connsiteX210" fmla="*/ 596882 w 1128626"/>
                    <a:gd name="connsiteY210" fmla="*/ 345182 h 806162"/>
                    <a:gd name="connsiteX211" fmla="*/ 592045 w 1128626"/>
                    <a:gd name="connsiteY211" fmla="*/ 342280 h 806162"/>
                    <a:gd name="connsiteX212" fmla="*/ 594947 w 1128626"/>
                    <a:gd name="connsiteY212" fmla="*/ 337443 h 806162"/>
                    <a:gd name="connsiteX213" fmla="*/ 599139 w 1128626"/>
                    <a:gd name="connsiteY213" fmla="*/ 336798 h 806162"/>
                    <a:gd name="connsiteX214" fmla="*/ 621712 w 1128626"/>
                    <a:gd name="connsiteY214" fmla="*/ 349696 h 806162"/>
                    <a:gd name="connsiteX215" fmla="*/ 621712 w 1128626"/>
                    <a:gd name="connsiteY215" fmla="*/ 355501 h 806162"/>
                    <a:gd name="connsiteX216" fmla="*/ 618810 w 1128626"/>
                    <a:gd name="connsiteY216" fmla="*/ 356790 h 806162"/>
                    <a:gd name="connsiteX217" fmla="*/ 1056717 w 1128626"/>
                    <a:gd name="connsiteY217" fmla="*/ 354211 h 806162"/>
                    <a:gd name="connsiteX218" fmla="*/ 1054137 w 1128626"/>
                    <a:gd name="connsiteY218" fmla="*/ 353244 h 806162"/>
                    <a:gd name="connsiteX219" fmla="*/ 1053815 w 1128626"/>
                    <a:gd name="connsiteY219" fmla="*/ 347439 h 806162"/>
                    <a:gd name="connsiteX220" fmla="*/ 1056394 w 1128626"/>
                    <a:gd name="connsiteY220" fmla="*/ 344537 h 806162"/>
                    <a:gd name="connsiteX221" fmla="*/ 1078322 w 1128626"/>
                    <a:gd name="connsiteY221" fmla="*/ 331961 h 806162"/>
                    <a:gd name="connsiteX222" fmla="*/ 1082837 w 1128626"/>
                    <a:gd name="connsiteY222" fmla="*/ 335185 h 806162"/>
                    <a:gd name="connsiteX223" fmla="*/ 1079612 w 1128626"/>
                    <a:gd name="connsiteY223" fmla="*/ 339700 h 806162"/>
                    <a:gd name="connsiteX224" fmla="*/ 1062521 w 1128626"/>
                    <a:gd name="connsiteY224" fmla="*/ 349374 h 806162"/>
                    <a:gd name="connsiteX225" fmla="*/ 1059941 w 1128626"/>
                    <a:gd name="connsiteY225" fmla="*/ 352276 h 806162"/>
                    <a:gd name="connsiteX226" fmla="*/ 1056717 w 1128626"/>
                    <a:gd name="connsiteY226" fmla="*/ 354211 h 806162"/>
                    <a:gd name="connsiteX227" fmla="*/ 1113793 w 1128626"/>
                    <a:gd name="connsiteY227" fmla="*/ 346472 h 806162"/>
                    <a:gd name="connsiteX228" fmla="*/ 1109923 w 1128626"/>
                    <a:gd name="connsiteY228" fmla="*/ 343570 h 806162"/>
                    <a:gd name="connsiteX229" fmla="*/ 1112503 w 1128626"/>
                    <a:gd name="connsiteY229" fmla="*/ 338410 h 806162"/>
                    <a:gd name="connsiteX230" fmla="*/ 1127014 w 1128626"/>
                    <a:gd name="connsiteY230" fmla="*/ 321964 h 806162"/>
                    <a:gd name="connsiteX231" fmla="*/ 1131851 w 1128626"/>
                    <a:gd name="connsiteY231" fmla="*/ 319062 h 806162"/>
                    <a:gd name="connsiteX232" fmla="*/ 1134753 w 1128626"/>
                    <a:gd name="connsiteY232" fmla="*/ 323899 h 806162"/>
                    <a:gd name="connsiteX233" fmla="*/ 1115083 w 1128626"/>
                    <a:gd name="connsiteY233" fmla="*/ 345827 h 806162"/>
                    <a:gd name="connsiteX234" fmla="*/ 1113793 w 1128626"/>
                    <a:gd name="connsiteY234" fmla="*/ 346472 h 806162"/>
                    <a:gd name="connsiteX235" fmla="*/ 640415 w 1128626"/>
                    <a:gd name="connsiteY235" fmla="*/ 338410 h 806162"/>
                    <a:gd name="connsiteX236" fmla="*/ 639447 w 1128626"/>
                    <a:gd name="connsiteY236" fmla="*/ 338410 h 806162"/>
                    <a:gd name="connsiteX237" fmla="*/ 636545 w 1128626"/>
                    <a:gd name="connsiteY237" fmla="*/ 333573 h 806162"/>
                    <a:gd name="connsiteX238" fmla="*/ 654281 w 1128626"/>
                    <a:gd name="connsiteY238" fmla="*/ 310356 h 806162"/>
                    <a:gd name="connsiteX239" fmla="*/ 659763 w 1128626"/>
                    <a:gd name="connsiteY239" fmla="*/ 311323 h 806162"/>
                    <a:gd name="connsiteX240" fmla="*/ 658795 w 1128626"/>
                    <a:gd name="connsiteY240" fmla="*/ 317127 h 806162"/>
                    <a:gd name="connsiteX241" fmla="*/ 643962 w 1128626"/>
                    <a:gd name="connsiteY241" fmla="*/ 335508 h 806162"/>
                    <a:gd name="connsiteX242" fmla="*/ 640415 w 1128626"/>
                    <a:gd name="connsiteY242" fmla="*/ 338410 h 806162"/>
                    <a:gd name="connsiteX243" fmla="*/ 976101 w 1128626"/>
                    <a:gd name="connsiteY243" fmla="*/ 333895 h 806162"/>
                    <a:gd name="connsiteX244" fmla="*/ 976101 w 1128626"/>
                    <a:gd name="connsiteY244" fmla="*/ 333895 h 806162"/>
                    <a:gd name="connsiteX245" fmla="*/ 972231 w 1128626"/>
                    <a:gd name="connsiteY245" fmla="*/ 329704 h 806162"/>
                    <a:gd name="connsiteX246" fmla="*/ 972231 w 1128626"/>
                    <a:gd name="connsiteY246" fmla="*/ 326156 h 806162"/>
                    <a:gd name="connsiteX247" fmla="*/ 962235 w 1128626"/>
                    <a:gd name="connsiteY247" fmla="*/ 309711 h 806162"/>
                    <a:gd name="connsiteX248" fmla="*/ 962235 w 1128626"/>
                    <a:gd name="connsiteY248" fmla="*/ 303906 h 806162"/>
                    <a:gd name="connsiteX249" fmla="*/ 968039 w 1128626"/>
                    <a:gd name="connsiteY249" fmla="*/ 303906 h 806162"/>
                    <a:gd name="connsiteX250" fmla="*/ 980615 w 1128626"/>
                    <a:gd name="connsiteY250" fmla="*/ 326156 h 806162"/>
                    <a:gd name="connsiteX251" fmla="*/ 980615 w 1128626"/>
                    <a:gd name="connsiteY251" fmla="*/ 330348 h 806162"/>
                    <a:gd name="connsiteX252" fmla="*/ 976101 w 1128626"/>
                    <a:gd name="connsiteY252" fmla="*/ 333895 h 806162"/>
                    <a:gd name="connsiteX253" fmla="*/ 807129 w 1128626"/>
                    <a:gd name="connsiteY253" fmla="*/ 306809 h 806162"/>
                    <a:gd name="connsiteX254" fmla="*/ 806162 w 1128626"/>
                    <a:gd name="connsiteY254" fmla="*/ 306809 h 806162"/>
                    <a:gd name="connsiteX255" fmla="*/ 780687 w 1128626"/>
                    <a:gd name="connsiteY255" fmla="*/ 296812 h 806162"/>
                    <a:gd name="connsiteX256" fmla="*/ 779075 w 1128626"/>
                    <a:gd name="connsiteY256" fmla="*/ 291330 h 806162"/>
                    <a:gd name="connsiteX257" fmla="*/ 784557 w 1128626"/>
                    <a:gd name="connsiteY257" fmla="*/ 289718 h 806162"/>
                    <a:gd name="connsiteX258" fmla="*/ 808741 w 1128626"/>
                    <a:gd name="connsiteY258" fmla="*/ 299392 h 806162"/>
                    <a:gd name="connsiteX259" fmla="*/ 811644 w 1128626"/>
                    <a:gd name="connsiteY259" fmla="*/ 304229 h 806162"/>
                    <a:gd name="connsiteX260" fmla="*/ 807129 w 1128626"/>
                    <a:gd name="connsiteY260" fmla="*/ 306809 h 806162"/>
                    <a:gd name="connsiteX261" fmla="*/ 842923 w 1128626"/>
                    <a:gd name="connsiteY261" fmla="*/ 302616 h 806162"/>
                    <a:gd name="connsiteX262" fmla="*/ 839053 w 1128626"/>
                    <a:gd name="connsiteY262" fmla="*/ 299392 h 806162"/>
                    <a:gd name="connsiteX263" fmla="*/ 842278 w 1128626"/>
                    <a:gd name="connsiteY263" fmla="*/ 294555 h 806162"/>
                    <a:gd name="connsiteX264" fmla="*/ 847115 w 1128626"/>
                    <a:gd name="connsiteY264" fmla="*/ 294232 h 806162"/>
                    <a:gd name="connsiteX265" fmla="*/ 855499 w 1128626"/>
                    <a:gd name="connsiteY265" fmla="*/ 293587 h 806162"/>
                    <a:gd name="connsiteX266" fmla="*/ 870010 w 1128626"/>
                    <a:gd name="connsiteY266" fmla="*/ 293265 h 806162"/>
                    <a:gd name="connsiteX267" fmla="*/ 873557 w 1128626"/>
                    <a:gd name="connsiteY267" fmla="*/ 297780 h 806162"/>
                    <a:gd name="connsiteX268" fmla="*/ 869042 w 1128626"/>
                    <a:gd name="connsiteY268" fmla="*/ 301327 h 806162"/>
                    <a:gd name="connsiteX269" fmla="*/ 856144 w 1128626"/>
                    <a:gd name="connsiteY269" fmla="*/ 301649 h 806162"/>
                    <a:gd name="connsiteX270" fmla="*/ 847115 w 1128626"/>
                    <a:gd name="connsiteY270" fmla="*/ 302294 h 806162"/>
                    <a:gd name="connsiteX271" fmla="*/ 843890 w 1128626"/>
                    <a:gd name="connsiteY271" fmla="*/ 302616 h 806162"/>
                    <a:gd name="connsiteX272" fmla="*/ 842923 w 1128626"/>
                    <a:gd name="connsiteY272" fmla="*/ 302616 h 806162"/>
                    <a:gd name="connsiteX273" fmla="*/ 905158 w 1128626"/>
                    <a:gd name="connsiteY273" fmla="*/ 298102 h 806162"/>
                    <a:gd name="connsiteX274" fmla="*/ 901289 w 1128626"/>
                    <a:gd name="connsiteY274" fmla="*/ 295522 h 806162"/>
                    <a:gd name="connsiteX275" fmla="*/ 903868 w 1128626"/>
                    <a:gd name="connsiteY275" fmla="*/ 290363 h 806162"/>
                    <a:gd name="connsiteX276" fmla="*/ 927086 w 1128626"/>
                    <a:gd name="connsiteY276" fmla="*/ 286816 h 806162"/>
                    <a:gd name="connsiteX277" fmla="*/ 931923 w 1128626"/>
                    <a:gd name="connsiteY277" fmla="*/ 287138 h 806162"/>
                    <a:gd name="connsiteX278" fmla="*/ 935470 w 1128626"/>
                    <a:gd name="connsiteY278" fmla="*/ 291653 h 806162"/>
                    <a:gd name="connsiteX279" fmla="*/ 930955 w 1128626"/>
                    <a:gd name="connsiteY279" fmla="*/ 295200 h 806162"/>
                    <a:gd name="connsiteX280" fmla="*/ 926763 w 1128626"/>
                    <a:gd name="connsiteY280" fmla="*/ 294877 h 806162"/>
                    <a:gd name="connsiteX281" fmla="*/ 906448 w 1128626"/>
                    <a:gd name="connsiteY281" fmla="*/ 297780 h 806162"/>
                    <a:gd name="connsiteX282" fmla="*/ 905158 w 1128626"/>
                    <a:gd name="connsiteY282" fmla="*/ 298102 h 806162"/>
                    <a:gd name="connsiteX283" fmla="*/ 1117340 w 1128626"/>
                    <a:gd name="connsiteY283" fmla="*/ 295522 h 806162"/>
                    <a:gd name="connsiteX284" fmla="*/ 1115083 w 1128626"/>
                    <a:gd name="connsiteY284" fmla="*/ 294877 h 806162"/>
                    <a:gd name="connsiteX285" fmla="*/ 1107344 w 1128626"/>
                    <a:gd name="connsiteY285" fmla="*/ 290040 h 806162"/>
                    <a:gd name="connsiteX286" fmla="*/ 1104119 w 1128626"/>
                    <a:gd name="connsiteY286" fmla="*/ 288106 h 806162"/>
                    <a:gd name="connsiteX287" fmla="*/ 1093478 w 1128626"/>
                    <a:gd name="connsiteY287" fmla="*/ 276819 h 806162"/>
                    <a:gd name="connsiteX288" fmla="*/ 1094768 w 1128626"/>
                    <a:gd name="connsiteY288" fmla="*/ 271337 h 806162"/>
                    <a:gd name="connsiteX289" fmla="*/ 1100249 w 1128626"/>
                    <a:gd name="connsiteY289" fmla="*/ 272627 h 806162"/>
                    <a:gd name="connsiteX290" fmla="*/ 1107989 w 1128626"/>
                    <a:gd name="connsiteY290" fmla="*/ 281334 h 806162"/>
                    <a:gd name="connsiteX291" fmla="*/ 1110891 w 1128626"/>
                    <a:gd name="connsiteY291" fmla="*/ 282946 h 806162"/>
                    <a:gd name="connsiteX292" fmla="*/ 1119275 w 1128626"/>
                    <a:gd name="connsiteY292" fmla="*/ 288106 h 806162"/>
                    <a:gd name="connsiteX293" fmla="*/ 1120242 w 1128626"/>
                    <a:gd name="connsiteY293" fmla="*/ 293587 h 806162"/>
                    <a:gd name="connsiteX294" fmla="*/ 1117340 w 1128626"/>
                    <a:gd name="connsiteY294" fmla="*/ 295522 h 806162"/>
                    <a:gd name="connsiteX295" fmla="*/ 662987 w 1128626"/>
                    <a:gd name="connsiteY295" fmla="*/ 284236 h 806162"/>
                    <a:gd name="connsiteX296" fmla="*/ 659118 w 1128626"/>
                    <a:gd name="connsiteY296" fmla="*/ 281334 h 806162"/>
                    <a:gd name="connsiteX297" fmla="*/ 658795 w 1128626"/>
                    <a:gd name="connsiteY297" fmla="*/ 280689 h 806162"/>
                    <a:gd name="connsiteX298" fmla="*/ 656861 w 1128626"/>
                    <a:gd name="connsiteY298" fmla="*/ 266823 h 806162"/>
                    <a:gd name="connsiteX299" fmla="*/ 657828 w 1128626"/>
                    <a:gd name="connsiteY299" fmla="*/ 256182 h 806162"/>
                    <a:gd name="connsiteX300" fmla="*/ 658150 w 1128626"/>
                    <a:gd name="connsiteY300" fmla="*/ 253279 h 806162"/>
                    <a:gd name="connsiteX301" fmla="*/ 662665 w 1128626"/>
                    <a:gd name="connsiteY301" fmla="*/ 249732 h 806162"/>
                    <a:gd name="connsiteX302" fmla="*/ 666212 w 1128626"/>
                    <a:gd name="connsiteY302" fmla="*/ 254247 h 806162"/>
                    <a:gd name="connsiteX303" fmla="*/ 665890 w 1128626"/>
                    <a:gd name="connsiteY303" fmla="*/ 257471 h 806162"/>
                    <a:gd name="connsiteX304" fmla="*/ 664922 w 1128626"/>
                    <a:gd name="connsiteY304" fmla="*/ 266823 h 806162"/>
                    <a:gd name="connsiteX305" fmla="*/ 666534 w 1128626"/>
                    <a:gd name="connsiteY305" fmla="*/ 278431 h 806162"/>
                    <a:gd name="connsiteX306" fmla="*/ 666857 w 1128626"/>
                    <a:gd name="connsiteY306" fmla="*/ 279399 h 806162"/>
                    <a:gd name="connsiteX307" fmla="*/ 663955 w 1128626"/>
                    <a:gd name="connsiteY307" fmla="*/ 284236 h 806162"/>
                    <a:gd name="connsiteX308" fmla="*/ 662987 w 1128626"/>
                    <a:gd name="connsiteY308" fmla="*/ 284236 h 806162"/>
                    <a:gd name="connsiteX309" fmla="*/ 754245 w 1128626"/>
                    <a:gd name="connsiteY309" fmla="*/ 272627 h 806162"/>
                    <a:gd name="connsiteX310" fmla="*/ 751343 w 1128626"/>
                    <a:gd name="connsiteY310" fmla="*/ 271337 h 806162"/>
                    <a:gd name="connsiteX311" fmla="*/ 733930 w 1128626"/>
                    <a:gd name="connsiteY311" fmla="*/ 254892 h 806162"/>
                    <a:gd name="connsiteX312" fmla="*/ 732962 w 1128626"/>
                    <a:gd name="connsiteY312" fmla="*/ 254569 h 806162"/>
                    <a:gd name="connsiteX313" fmla="*/ 730705 w 1128626"/>
                    <a:gd name="connsiteY313" fmla="*/ 249410 h 806162"/>
                    <a:gd name="connsiteX314" fmla="*/ 735864 w 1128626"/>
                    <a:gd name="connsiteY314" fmla="*/ 247153 h 806162"/>
                    <a:gd name="connsiteX315" fmla="*/ 738122 w 1128626"/>
                    <a:gd name="connsiteY315" fmla="*/ 248442 h 806162"/>
                    <a:gd name="connsiteX316" fmla="*/ 757147 w 1128626"/>
                    <a:gd name="connsiteY316" fmla="*/ 266178 h 806162"/>
                    <a:gd name="connsiteX317" fmla="*/ 756825 w 1128626"/>
                    <a:gd name="connsiteY317" fmla="*/ 271982 h 806162"/>
                    <a:gd name="connsiteX318" fmla="*/ 754245 w 1128626"/>
                    <a:gd name="connsiteY318" fmla="*/ 272627 h 806162"/>
                    <a:gd name="connsiteX319" fmla="*/ 697169 w 1128626"/>
                    <a:gd name="connsiteY319" fmla="*/ 251345 h 806162"/>
                    <a:gd name="connsiteX320" fmla="*/ 697169 w 1128626"/>
                    <a:gd name="connsiteY320" fmla="*/ 251345 h 806162"/>
                    <a:gd name="connsiteX321" fmla="*/ 684593 w 1128626"/>
                    <a:gd name="connsiteY321" fmla="*/ 248442 h 806162"/>
                    <a:gd name="connsiteX322" fmla="*/ 674919 w 1128626"/>
                    <a:gd name="connsiteY322" fmla="*/ 243283 h 806162"/>
                    <a:gd name="connsiteX323" fmla="*/ 670727 w 1128626"/>
                    <a:gd name="connsiteY323" fmla="*/ 241348 h 806162"/>
                    <a:gd name="connsiteX324" fmla="*/ 668792 w 1128626"/>
                    <a:gd name="connsiteY324" fmla="*/ 235866 h 806162"/>
                    <a:gd name="connsiteX325" fmla="*/ 674274 w 1128626"/>
                    <a:gd name="connsiteY325" fmla="*/ 233931 h 806162"/>
                    <a:gd name="connsiteX326" fmla="*/ 678143 w 1128626"/>
                    <a:gd name="connsiteY326" fmla="*/ 235866 h 806162"/>
                    <a:gd name="connsiteX327" fmla="*/ 689107 w 1128626"/>
                    <a:gd name="connsiteY327" fmla="*/ 241671 h 806162"/>
                    <a:gd name="connsiteX328" fmla="*/ 697491 w 1128626"/>
                    <a:gd name="connsiteY328" fmla="*/ 243283 h 806162"/>
                    <a:gd name="connsiteX329" fmla="*/ 701361 w 1128626"/>
                    <a:gd name="connsiteY329" fmla="*/ 247475 h 806162"/>
                    <a:gd name="connsiteX330" fmla="*/ 697169 w 1128626"/>
                    <a:gd name="connsiteY330" fmla="*/ 251345 h 806162"/>
                    <a:gd name="connsiteX331" fmla="*/ 1078000 w 1128626"/>
                    <a:gd name="connsiteY331" fmla="*/ 246830 h 806162"/>
                    <a:gd name="connsiteX332" fmla="*/ 1075742 w 1128626"/>
                    <a:gd name="connsiteY332" fmla="*/ 246185 h 806162"/>
                    <a:gd name="connsiteX333" fmla="*/ 1072840 w 1128626"/>
                    <a:gd name="connsiteY333" fmla="*/ 244250 h 806162"/>
                    <a:gd name="connsiteX334" fmla="*/ 1059941 w 1128626"/>
                    <a:gd name="connsiteY334" fmla="*/ 228450 h 806162"/>
                    <a:gd name="connsiteX335" fmla="*/ 1059619 w 1128626"/>
                    <a:gd name="connsiteY335" fmla="*/ 224258 h 806162"/>
                    <a:gd name="connsiteX336" fmla="*/ 1059941 w 1128626"/>
                    <a:gd name="connsiteY336" fmla="*/ 222000 h 806162"/>
                    <a:gd name="connsiteX337" fmla="*/ 1064456 w 1128626"/>
                    <a:gd name="connsiteY337" fmla="*/ 218776 h 806162"/>
                    <a:gd name="connsiteX338" fmla="*/ 1067681 w 1128626"/>
                    <a:gd name="connsiteY338" fmla="*/ 223290 h 806162"/>
                    <a:gd name="connsiteX339" fmla="*/ 1067681 w 1128626"/>
                    <a:gd name="connsiteY339" fmla="*/ 224258 h 806162"/>
                    <a:gd name="connsiteX340" fmla="*/ 1068003 w 1128626"/>
                    <a:gd name="connsiteY340" fmla="*/ 226837 h 806162"/>
                    <a:gd name="connsiteX341" fmla="*/ 1077677 w 1128626"/>
                    <a:gd name="connsiteY341" fmla="*/ 237801 h 806162"/>
                    <a:gd name="connsiteX342" fmla="*/ 1080579 w 1128626"/>
                    <a:gd name="connsiteY342" fmla="*/ 240058 h 806162"/>
                    <a:gd name="connsiteX343" fmla="*/ 1081547 w 1128626"/>
                    <a:gd name="connsiteY343" fmla="*/ 245540 h 806162"/>
                    <a:gd name="connsiteX344" fmla="*/ 1078000 w 1128626"/>
                    <a:gd name="connsiteY344" fmla="*/ 246830 h 806162"/>
                    <a:gd name="connsiteX345" fmla="*/ 1074130 w 1128626"/>
                    <a:gd name="connsiteY345" fmla="*/ 193301 h 806162"/>
                    <a:gd name="connsiteX346" fmla="*/ 1070260 w 1128626"/>
                    <a:gd name="connsiteY346" fmla="*/ 190721 h 806162"/>
                    <a:gd name="connsiteX347" fmla="*/ 1062844 w 1128626"/>
                    <a:gd name="connsiteY347" fmla="*/ 183627 h 806162"/>
                    <a:gd name="connsiteX348" fmla="*/ 1052525 w 1128626"/>
                    <a:gd name="connsiteY348" fmla="*/ 172018 h 806162"/>
                    <a:gd name="connsiteX349" fmla="*/ 1052525 w 1128626"/>
                    <a:gd name="connsiteY349" fmla="*/ 171051 h 806162"/>
                    <a:gd name="connsiteX350" fmla="*/ 1056717 w 1128626"/>
                    <a:gd name="connsiteY350" fmla="*/ 167181 h 806162"/>
                    <a:gd name="connsiteX351" fmla="*/ 1060586 w 1128626"/>
                    <a:gd name="connsiteY351" fmla="*/ 171373 h 806162"/>
                    <a:gd name="connsiteX352" fmla="*/ 1065101 w 1128626"/>
                    <a:gd name="connsiteY352" fmla="*/ 175888 h 806162"/>
                    <a:gd name="connsiteX353" fmla="*/ 1077677 w 1128626"/>
                    <a:gd name="connsiteY353" fmla="*/ 187819 h 806162"/>
                    <a:gd name="connsiteX354" fmla="*/ 1075420 w 1128626"/>
                    <a:gd name="connsiteY354" fmla="*/ 192979 h 806162"/>
                    <a:gd name="connsiteX355" fmla="*/ 1074130 w 1128626"/>
                    <a:gd name="connsiteY355" fmla="*/ 193301 h 806162"/>
                    <a:gd name="connsiteX356" fmla="*/ 1079934 w 1128626"/>
                    <a:gd name="connsiteY356" fmla="*/ 147188 h 806162"/>
                    <a:gd name="connsiteX357" fmla="*/ 1077677 w 1128626"/>
                    <a:gd name="connsiteY357" fmla="*/ 146543 h 806162"/>
                    <a:gd name="connsiteX358" fmla="*/ 1076710 w 1128626"/>
                    <a:gd name="connsiteY358" fmla="*/ 141062 h 806162"/>
                    <a:gd name="connsiteX359" fmla="*/ 1077677 w 1128626"/>
                    <a:gd name="connsiteY359" fmla="*/ 136869 h 806162"/>
                    <a:gd name="connsiteX360" fmla="*/ 1077032 w 1128626"/>
                    <a:gd name="connsiteY360" fmla="*/ 130743 h 806162"/>
                    <a:gd name="connsiteX361" fmla="*/ 1076710 w 1128626"/>
                    <a:gd name="connsiteY361" fmla="*/ 126228 h 806162"/>
                    <a:gd name="connsiteX362" fmla="*/ 1078967 w 1128626"/>
                    <a:gd name="connsiteY362" fmla="*/ 115909 h 806162"/>
                    <a:gd name="connsiteX363" fmla="*/ 1084449 w 1128626"/>
                    <a:gd name="connsiteY363" fmla="*/ 113974 h 806162"/>
                    <a:gd name="connsiteX364" fmla="*/ 1086383 w 1128626"/>
                    <a:gd name="connsiteY364" fmla="*/ 119457 h 806162"/>
                    <a:gd name="connsiteX365" fmla="*/ 1084771 w 1128626"/>
                    <a:gd name="connsiteY365" fmla="*/ 126228 h 806162"/>
                    <a:gd name="connsiteX366" fmla="*/ 1085094 w 1128626"/>
                    <a:gd name="connsiteY366" fmla="*/ 129453 h 806162"/>
                    <a:gd name="connsiteX367" fmla="*/ 1085739 w 1128626"/>
                    <a:gd name="connsiteY367" fmla="*/ 136869 h 806162"/>
                    <a:gd name="connsiteX368" fmla="*/ 1083159 w 1128626"/>
                    <a:gd name="connsiteY368" fmla="*/ 145899 h 806162"/>
                    <a:gd name="connsiteX369" fmla="*/ 1079934 w 1128626"/>
                    <a:gd name="connsiteY369" fmla="*/ 147188 h 806162"/>
                    <a:gd name="connsiteX370" fmla="*/ 1073807 w 1128626"/>
                    <a:gd name="connsiteY370" fmla="*/ 91725 h 806162"/>
                    <a:gd name="connsiteX371" fmla="*/ 1072518 w 1128626"/>
                    <a:gd name="connsiteY371" fmla="*/ 91402 h 806162"/>
                    <a:gd name="connsiteX372" fmla="*/ 1069938 w 1128626"/>
                    <a:gd name="connsiteY372" fmla="*/ 86242 h 806162"/>
                    <a:gd name="connsiteX373" fmla="*/ 1071873 w 1128626"/>
                    <a:gd name="connsiteY373" fmla="*/ 81406 h 806162"/>
                    <a:gd name="connsiteX374" fmla="*/ 1074130 w 1128626"/>
                    <a:gd name="connsiteY374" fmla="*/ 72054 h 806162"/>
                    <a:gd name="connsiteX375" fmla="*/ 1073807 w 1128626"/>
                    <a:gd name="connsiteY375" fmla="*/ 67217 h 806162"/>
                    <a:gd name="connsiteX376" fmla="*/ 1073485 w 1128626"/>
                    <a:gd name="connsiteY376" fmla="*/ 61735 h 806162"/>
                    <a:gd name="connsiteX377" fmla="*/ 1077354 w 1128626"/>
                    <a:gd name="connsiteY377" fmla="*/ 57543 h 806162"/>
                    <a:gd name="connsiteX378" fmla="*/ 1081547 w 1128626"/>
                    <a:gd name="connsiteY378" fmla="*/ 61413 h 806162"/>
                    <a:gd name="connsiteX379" fmla="*/ 1081869 w 1128626"/>
                    <a:gd name="connsiteY379" fmla="*/ 66572 h 806162"/>
                    <a:gd name="connsiteX380" fmla="*/ 1082191 w 1128626"/>
                    <a:gd name="connsiteY380" fmla="*/ 72376 h 806162"/>
                    <a:gd name="connsiteX381" fmla="*/ 1079289 w 1128626"/>
                    <a:gd name="connsiteY381" fmla="*/ 84953 h 806162"/>
                    <a:gd name="connsiteX382" fmla="*/ 1077677 w 1128626"/>
                    <a:gd name="connsiteY382" fmla="*/ 89145 h 806162"/>
                    <a:gd name="connsiteX383" fmla="*/ 1073807 w 1128626"/>
                    <a:gd name="connsiteY383" fmla="*/ 91725 h 806162"/>
                    <a:gd name="connsiteX384" fmla="*/ 1070583 w 1128626"/>
                    <a:gd name="connsiteY384" fmla="*/ 31101 h 806162"/>
                    <a:gd name="connsiteX385" fmla="*/ 1067681 w 1128626"/>
                    <a:gd name="connsiteY385" fmla="*/ 30134 h 806162"/>
                    <a:gd name="connsiteX386" fmla="*/ 1057684 w 1128626"/>
                    <a:gd name="connsiteY386" fmla="*/ 14978 h 806162"/>
                    <a:gd name="connsiteX387" fmla="*/ 1054137 w 1128626"/>
                    <a:gd name="connsiteY387" fmla="*/ 4981 h 806162"/>
                    <a:gd name="connsiteX388" fmla="*/ 1057039 w 1128626"/>
                    <a:gd name="connsiteY388" fmla="*/ 144 h 806162"/>
                    <a:gd name="connsiteX389" fmla="*/ 1061876 w 1128626"/>
                    <a:gd name="connsiteY389" fmla="*/ 3047 h 806162"/>
                    <a:gd name="connsiteX390" fmla="*/ 1065101 w 1128626"/>
                    <a:gd name="connsiteY390" fmla="*/ 11431 h 806162"/>
                    <a:gd name="connsiteX391" fmla="*/ 1073485 w 1128626"/>
                    <a:gd name="connsiteY391" fmla="*/ 24007 h 806162"/>
                    <a:gd name="connsiteX392" fmla="*/ 1073807 w 1128626"/>
                    <a:gd name="connsiteY392" fmla="*/ 29811 h 806162"/>
                    <a:gd name="connsiteX393" fmla="*/ 1070583 w 1128626"/>
                    <a:gd name="connsiteY393" fmla="*/ 31101 h 806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</a:cxnLst>
                  <a:rect l="l" t="t" r="r" b="b"/>
                  <a:pathLst>
                    <a:path w="1128626" h="806162">
                      <a:moveTo>
                        <a:pt x="1290" y="825332"/>
                      </a:moveTo>
                      <a:lnTo>
                        <a:pt x="0" y="817271"/>
                      </a:lnTo>
                      <a:lnTo>
                        <a:pt x="0" y="817271"/>
                      </a:lnTo>
                      <a:cubicBezTo>
                        <a:pt x="7739" y="815981"/>
                        <a:pt x="15801" y="811788"/>
                        <a:pt x="20960" y="806629"/>
                      </a:cubicBezTo>
                      <a:cubicBezTo>
                        <a:pt x="22572" y="805017"/>
                        <a:pt x="25152" y="805017"/>
                        <a:pt x="26765" y="806629"/>
                      </a:cubicBezTo>
                      <a:cubicBezTo>
                        <a:pt x="28377" y="808241"/>
                        <a:pt x="28377" y="810821"/>
                        <a:pt x="26765" y="812433"/>
                      </a:cubicBezTo>
                      <a:cubicBezTo>
                        <a:pt x="20638" y="818560"/>
                        <a:pt x="10641" y="823720"/>
                        <a:pt x="1290" y="825332"/>
                      </a:cubicBezTo>
                      <a:close/>
                      <a:moveTo>
                        <a:pt x="72232" y="807274"/>
                      </a:moveTo>
                      <a:cubicBezTo>
                        <a:pt x="71910" y="807274"/>
                        <a:pt x="71265" y="807274"/>
                        <a:pt x="70942" y="806952"/>
                      </a:cubicBezTo>
                      <a:cubicBezTo>
                        <a:pt x="63848" y="804049"/>
                        <a:pt x="58689" y="799212"/>
                        <a:pt x="54819" y="795020"/>
                      </a:cubicBezTo>
                      <a:cubicBezTo>
                        <a:pt x="52884" y="793086"/>
                        <a:pt x="50949" y="791151"/>
                        <a:pt x="49659" y="790506"/>
                      </a:cubicBezTo>
                      <a:cubicBezTo>
                        <a:pt x="47725" y="789539"/>
                        <a:pt x="47080" y="786959"/>
                        <a:pt x="48047" y="785024"/>
                      </a:cubicBezTo>
                      <a:cubicBezTo>
                        <a:pt x="49015" y="783089"/>
                        <a:pt x="51594" y="782444"/>
                        <a:pt x="53529" y="783412"/>
                      </a:cubicBezTo>
                      <a:cubicBezTo>
                        <a:pt x="55786" y="784701"/>
                        <a:pt x="58044" y="786959"/>
                        <a:pt x="60623" y="789539"/>
                      </a:cubicBezTo>
                      <a:cubicBezTo>
                        <a:pt x="64170" y="793086"/>
                        <a:pt x="68362" y="797278"/>
                        <a:pt x="73844" y="799535"/>
                      </a:cubicBezTo>
                      <a:cubicBezTo>
                        <a:pt x="75779" y="800180"/>
                        <a:pt x="77069" y="802759"/>
                        <a:pt x="76102" y="804694"/>
                      </a:cubicBezTo>
                      <a:cubicBezTo>
                        <a:pt x="75134" y="806307"/>
                        <a:pt x="73844" y="807274"/>
                        <a:pt x="72232" y="807274"/>
                      </a:cubicBezTo>
                      <a:close/>
                      <a:moveTo>
                        <a:pt x="129953" y="795988"/>
                      </a:moveTo>
                      <a:cubicBezTo>
                        <a:pt x="124471" y="795988"/>
                        <a:pt x="120279" y="794375"/>
                        <a:pt x="117055" y="793086"/>
                      </a:cubicBezTo>
                      <a:cubicBezTo>
                        <a:pt x="115120" y="792441"/>
                        <a:pt x="113185" y="791473"/>
                        <a:pt x="111895" y="791473"/>
                      </a:cubicBezTo>
                      <a:cubicBezTo>
                        <a:pt x="111573" y="791473"/>
                        <a:pt x="110928" y="791473"/>
                        <a:pt x="110283" y="792441"/>
                      </a:cubicBezTo>
                      <a:cubicBezTo>
                        <a:pt x="109638" y="793086"/>
                        <a:pt x="108993" y="793730"/>
                        <a:pt x="108348" y="794698"/>
                      </a:cubicBezTo>
                      <a:cubicBezTo>
                        <a:pt x="106736" y="796310"/>
                        <a:pt x="104156" y="796310"/>
                        <a:pt x="102544" y="795020"/>
                      </a:cubicBezTo>
                      <a:cubicBezTo>
                        <a:pt x="100931" y="793408"/>
                        <a:pt x="100931" y="790828"/>
                        <a:pt x="102221" y="789216"/>
                      </a:cubicBezTo>
                      <a:cubicBezTo>
                        <a:pt x="102866" y="788571"/>
                        <a:pt x="103511" y="787926"/>
                        <a:pt x="104156" y="787281"/>
                      </a:cubicBezTo>
                      <a:cubicBezTo>
                        <a:pt x="106413" y="784701"/>
                        <a:pt x="108993" y="783412"/>
                        <a:pt x="111895" y="783412"/>
                      </a:cubicBezTo>
                      <a:cubicBezTo>
                        <a:pt x="114797" y="783412"/>
                        <a:pt x="117377" y="784379"/>
                        <a:pt x="119957" y="785669"/>
                      </a:cubicBezTo>
                      <a:cubicBezTo>
                        <a:pt x="122859" y="786959"/>
                        <a:pt x="125761" y="787926"/>
                        <a:pt x="129308" y="787926"/>
                      </a:cubicBezTo>
                      <a:cubicBezTo>
                        <a:pt x="131566" y="787926"/>
                        <a:pt x="133500" y="789539"/>
                        <a:pt x="133500" y="791796"/>
                      </a:cubicBezTo>
                      <a:cubicBezTo>
                        <a:pt x="133500" y="794053"/>
                        <a:pt x="132210" y="795988"/>
                        <a:pt x="129953" y="795988"/>
                      </a:cubicBezTo>
                      <a:cubicBezTo>
                        <a:pt x="129953" y="795988"/>
                        <a:pt x="129953" y="795988"/>
                        <a:pt x="129953" y="795988"/>
                      </a:cubicBezTo>
                      <a:close/>
                      <a:moveTo>
                        <a:pt x="160587" y="782122"/>
                      </a:moveTo>
                      <a:cubicBezTo>
                        <a:pt x="160265" y="782122"/>
                        <a:pt x="159942" y="782122"/>
                        <a:pt x="159942" y="782122"/>
                      </a:cubicBezTo>
                      <a:cubicBezTo>
                        <a:pt x="157685" y="781799"/>
                        <a:pt x="156395" y="779542"/>
                        <a:pt x="156718" y="777285"/>
                      </a:cubicBezTo>
                      <a:cubicBezTo>
                        <a:pt x="157040" y="775027"/>
                        <a:pt x="157685" y="772448"/>
                        <a:pt x="158653" y="770190"/>
                      </a:cubicBezTo>
                      <a:cubicBezTo>
                        <a:pt x="159942" y="765031"/>
                        <a:pt x="161555" y="759872"/>
                        <a:pt x="161555" y="751810"/>
                      </a:cubicBezTo>
                      <a:cubicBezTo>
                        <a:pt x="161555" y="749553"/>
                        <a:pt x="163490" y="747941"/>
                        <a:pt x="165424" y="747941"/>
                      </a:cubicBezTo>
                      <a:cubicBezTo>
                        <a:pt x="165424" y="747941"/>
                        <a:pt x="165424" y="747941"/>
                        <a:pt x="165424" y="747941"/>
                      </a:cubicBezTo>
                      <a:cubicBezTo>
                        <a:pt x="167682" y="747941"/>
                        <a:pt x="169294" y="749875"/>
                        <a:pt x="169294" y="752132"/>
                      </a:cubicBezTo>
                      <a:cubicBezTo>
                        <a:pt x="169294" y="761161"/>
                        <a:pt x="167359" y="767288"/>
                        <a:pt x="166069" y="772448"/>
                      </a:cubicBezTo>
                      <a:cubicBezTo>
                        <a:pt x="165424" y="774705"/>
                        <a:pt x="164779" y="776640"/>
                        <a:pt x="164457" y="778897"/>
                      </a:cubicBezTo>
                      <a:cubicBezTo>
                        <a:pt x="164135" y="780510"/>
                        <a:pt x="162522" y="782122"/>
                        <a:pt x="160587" y="782122"/>
                      </a:cubicBezTo>
                      <a:close/>
                      <a:moveTo>
                        <a:pt x="153493" y="720853"/>
                      </a:moveTo>
                      <a:cubicBezTo>
                        <a:pt x="151558" y="720853"/>
                        <a:pt x="149624" y="719241"/>
                        <a:pt x="149624" y="717306"/>
                      </a:cubicBezTo>
                      <a:cubicBezTo>
                        <a:pt x="149624" y="716339"/>
                        <a:pt x="149624" y="715694"/>
                        <a:pt x="149624" y="714727"/>
                      </a:cubicBezTo>
                      <a:cubicBezTo>
                        <a:pt x="149624" y="710534"/>
                        <a:pt x="150913" y="706987"/>
                        <a:pt x="153816" y="703763"/>
                      </a:cubicBezTo>
                      <a:cubicBezTo>
                        <a:pt x="158008" y="699248"/>
                        <a:pt x="163812" y="696668"/>
                        <a:pt x="170584" y="696346"/>
                      </a:cubicBezTo>
                      <a:cubicBezTo>
                        <a:pt x="172841" y="696346"/>
                        <a:pt x="174776" y="697958"/>
                        <a:pt x="174776" y="700216"/>
                      </a:cubicBezTo>
                      <a:cubicBezTo>
                        <a:pt x="174776" y="702473"/>
                        <a:pt x="173164" y="704408"/>
                        <a:pt x="170906" y="704408"/>
                      </a:cubicBezTo>
                      <a:cubicBezTo>
                        <a:pt x="166069" y="704730"/>
                        <a:pt x="162522" y="706343"/>
                        <a:pt x="159620" y="709245"/>
                      </a:cubicBezTo>
                      <a:cubicBezTo>
                        <a:pt x="158008" y="710857"/>
                        <a:pt x="157363" y="712469"/>
                        <a:pt x="157363" y="714727"/>
                      </a:cubicBezTo>
                      <a:cubicBezTo>
                        <a:pt x="157363" y="715371"/>
                        <a:pt x="157363" y="715694"/>
                        <a:pt x="157363" y="716017"/>
                      </a:cubicBezTo>
                      <a:cubicBezTo>
                        <a:pt x="157685" y="718274"/>
                        <a:pt x="156073" y="720209"/>
                        <a:pt x="153816" y="720531"/>
                      </a:cubicBezTo>
                      <a:cubicBezTo>
                        <a:pt x="153816" y="720853"/>
                        <a:pt x="153493" y="720853"/>
                        <a:pt x="153493" y="720853"/>
                      </a:cubicBezTo>
                      <a:close/>
                      <a:moveTo>
                        <a:pt x="216051" y="714727"/>
                      </a:moveTo>
                      <a:cubicBezTo>
                        <a:pt x="212182" y="714727"/>
                        <a:pt x="208635" y="714404"/>
                        <a:pt x="205732" y="714082"/>
                      </a:cubicBezTo>
                      <a:cubicBezTo>
                        <a:pt x="203475" y="713759"/>
                        <a:pt x="201863" y="711824"/>
                        <a:pt x="202185" y="709567"/>
                      </a:cubicBezTo>
                      <a:cubicBezTo>
                        <a:pt x="202508" y="707310"/>
                        <a:pt x="204443" y="705697"/>
                        <a:pt x="206700" y="706020"/>
                      </a:cubicBezTo>
                      <a:cubicBezTo>
                        <a:pt x="211859" y="706665"/>
                        <a:pt x="219276" y="706665"/>
                        <a:pt x="226370" y="706343"/>
                      </a:cubicBezTo>
                      <a:cubicBezTo>
                        <a:pt x="228627" y="706343"/>
                        <a:pt x="230562" y="706020"/>
                        <a:pt x="232819" y="706020"/>
                      </a:cubicBezTo>
                      <a:cubicBezTo>
                        <a:pt x="235077" y="706020"/>
                        <a:pt x="237012" y="707632"/>
                        <a:pt x="237012" y="709890"/>
                      </a:cubicBezTo>
                      <a:cubicBezTo>
                        <a:pt x="237012" y="712147"/>
                        <a:pt x="235399" y="714082"/>
                        <a:pt x="233142" y="714082"/>
                      </a:cubicBezTo>
                      <a:cubicBezTo>
                        <a:pt x="231207" y="714082"/>
                        <a:pt x="228950" y="714082"/>
                        <a:pt x="227015" y="714404"/>
                      </a:cubicBezTo>
                      <a:cubicBezTo>
                        <a:pt x="223146" y="714727"/>
                        <a:pt x="219598" y="714727"/>
                        <a:pt x="216051" y="714727"/>
                      </a:cubicBezTo>
                      <a:close/>
                      <a:moveTo>
                        <a:pt x="270548" y="712147"/>
                      </a:moveTo>
                      <a:cubicBezTo>
                        <a:pt x="268613" y="712147"/>
                        <a:pt x="267001" y="710857"/>
                        <a:pt x="266678" y="708922"/>
                      </a:cubicBezTo>
                      <a:cubicBezTo>
                        <a:pt x="266356" y="706665"/>
                        <a:pt x="267646" y="704730"/>
                        <a:pt x="269903" y="704408"/>
                      </a:cubicBezTo>
                      <a:cubicBezTo>
                        <a:pt x="277320" y="703118"/>
                        <a:pt x="282801" y="701505"/>
                        <a:pt x="286026" y="698926"/>
                      </a:cubicBezTo>
                      <a:cubicBezTo>
                        <a:pt x="287638" y="697636"/>
                        <a:pt x="288606" y="696346"/>
                        <a:pt x="289251" y="694734"/>
                      </a:cubicBezTo>
                      <a:cubicBezTo>
                        <a:pt x="289896" y="692799"/>
                        <a:pt x="292475" y="691509"/>
                        <a:pt x="294410" y="692477"/>
                      </a:cubicBezTo>
                      <a:cubicBezTo>
                        <a:pt x="296345" y="693121"/>
                        <a:pt x="297635" y="695701"/>
                        <a:pt x="296667" y="697636"/>
                      </a:cubicBezTo>
                      <a:cubicBezTo>
                        <a:pt x="295378" y="700861"/>
                        <a:pt x="293443" y="703440"/>
                        <a:pt x="290541" y="705697"/>
                      </a:cubicBezTo>
                      <a:cubicBezTo>
                        <a:pt x="286349" y="708922"/>
                        <a:pt x="279899" y="711180"/>
                        <a:pt x="270870" y="712469"/>
                      </a:cubicBezTo>
                      <a:cubicBezTo>
                        <a:pt x="270870" y="712147"/>
                        <a:pt x="270548" y="712147"/>
                        <a:pt x="270548" y="712147"/>
                      </a:cubicBezTo>
                      <a:close/>
                      <a:moveTo>
                        <a:pt x="318273" y="679900"/>
                      </a:moveTo>
                      <a:cubicBezTo>
                        <a:pt x="316015" y="679900"/>
                        <a:pt x="314403" y="678288"/>
                        <a:pt x="314403" y="676031"/>
                      </a:cubicBezTo>
                      <a:cubicBezTo>
                        <a:pt x="314403" y="673774"/>
                        <a:pt x="316015" y="671839"/>
                        <a:pt x="318273" y="671839"/>
                      </a:cubicBezTo>
                      <a:cubicBezTo>
                        <a:pt x="324722" y="671516"/>
                        <a:pt x="328269" y="671516"/>
                        <a:pt x="329881" y="657650"/>
                      </a:cubicBezTo>
                      <a:cubicBezTo>
                        <a:pt x="330204" y="655393"/>
                        <a:pt x="332139" y="653781"/>
                        <a:pt x="334396" y="654103"/>
                      </a:cubicBezTo>
                      <a:cubicBezTo>
                        <a:pt x="336653" y="654426"/>
                        <a:pt x="338265" y="656360"/>
                        <a:pt x="337943" y="658618"/>
                      </a:cubicBezTo>
                      <a:cubicBezTo>
                        <a:pt x="335686" y="676031"/>
                        <a:pt x="329559" y="679578"/>
                        <a:pt x="318273" y="679900"/>
                      </a:cubicBezTo>
                      <a:cubicBezTo>
                        <a:pt x="318595" y="679900"/>
                        <a:pt x="318273" y="679900"/>
                        <a:pt x="318273" y="679900"/>
                      </a:cubicBezTo>
                      <a:close/>
                      <a:moveTo>
                        <a:pt x="356323" y="636690"/>
                      </a:moveTo>
                      <a:cubicBezTo>
                        <a:pt x="355034" y="636690"/>
                        <a:pt x="353744" y="636045"/>
                        <a:pt x="353099" y="635078"/>
                      </a:cubicBezTo>
                      <a:cubicBezTo>
                        <a:pt x="351809" y="633143"/>
                        <a:pt x="352454" y="630563"/>
                        <a:pt x="354066" y="629596"/>
                      </a:cubicBezTo>
                      <a:cubicBezTo>
                        <a:pt x="358258" y="626694"/>
                        <a:pt x="361805" y="622824"/>
                        <a:pt x="365352" y="617020"/>
                      </a:cubicBezTo>
                      <a:cubicBezTo>
                        <a:pt x="366965" y="614440"/>
                        <a:pt x="368577" y="612183"/>
                        <a:pt x="369867" y="609926"/>
                      </a:cubicBezTo>
                      <a:cubicBezTo>
                        <a:pt x="371157" y="607991"/>
                        <a:pt x="373737" y="607668"/>
                        <a:pt x="375349" y="608958"/>
                      </a:cubicBezTo>
                      <a:cubicBezTo>
                        <a:pt x="377284" y="610248"/>
                        <a:pt x="377606" y="612828"/>
                        <a:pt x="376316" y="614440"/>
                      </a:cubicBezTo>
                      <a:cubicBezTo>
                        <a:pt x="375026" y="616375"/>
                        <a:pt x="373737" y="618310"/>
                        <a:pt x="372124" y="620889"/>
                      </a:cubicBezTo>
                      <a:cubicBezTo>
                        <a:pt x="368255" y="627661"/>
                        <a:pt x="363740" y="632498"/>
                        <a:pt x="358581" y="636045"/>
                      </a:cubicBezTo>
                      <a:cubicBezTo>
                        <a:pt x="357936" y="636368"/>
                        <a:pt x="357291" y="636690"/>
                        <a:pt x="356323" y="636690"/>
                      </a:cubicBezTo>
                      <a:close/>
                      <a:moveTo>
                        <a:pt x="404693" y="597672"/>
                      </a:moveTo>
                      <a:cubicBezTo>
                        <a:pt x="403081" y="597672"/>
                        <a:pt x="401791" y="596704"/>
                        <a:pt x="401146" y="595415"/>
                      </a:cubicBezTo>
                      <a:cubicBezTo>
                        <a:pt x="400179" y="593480"/>
                        <a:pt x="401146" y="590900"/>
                        <a:pt x="403081" y="589933"/>
                      </a:cubicBezTo>
                      <a:cubicBezTo>
                        <a:pt x="405338" y="588965"/>
                        <a:pt x="407595" y="587675"/>
                        <a:pt x="409853" y="586063"/>
                      </a:cubicBezTo>
                      <a:cubicBezTo>
                        <a:pt x="414689" y="582516"/>
                        <a:pt x="419527" y="578646"/>
                        <a:pt x="423719" y="574777"/>
                      </a:cubicBezTo>
                      <a:cubicBezTo>
                        <a:pt x="425331" y="573165"/>
                        <a:pt x="427911" y="573165"/>
                        <a:pt x="429523" y="574777"/>
                      </a:cubicBezTo>
                      <a:cubicBezTo>
                        <a:pt x="431135" y="576389"/>
                        <a:pt x="431135" y="578969"/>
                        <a:pt x="429523" y="580581"/>
                      </a:cubicBezTo>
                      <a:cubicBezTo>
                        <a:pt x="425008" y="584773"/>
                        <a:pt x="420171" y="588965"/>
                        <a:pt x="415012" y="592512"/>
                      </a:cubicBezTo>
                      <a:cubicBezTo>
                        <a:pt x="412432" y="594447"/>
                        <a:pt x="409853" y="595737"/>
                        <a:pt x="407273" y="597027"/>
                      </a:cubicBezTo>
                      <a:cubicBezTo>
                        <a:pt x="405983" y="597349"/>
                        <a:pt x="405338" y="597672"/>
                        <a:pt x="404693" y="597672"/>
                      </a:cubicBezTo>
                      <a:close/>
                      <a:moveTo>
                        <a:pt x="445969" y="550592"/>
                      </a:moveTo>
                      <a:cubicBezTo>
                        <a:pt x="445646" y="550592"/>
                        <a:pt x="445324" y="550592"/>
                        <a:pt x="445001" y="550592"/>
                      </a:cubicBezTo>
                      <a:cubicBezTo>
                        <a:pt x="442744" y="549947"/>
                        <a:pt x="441454" y="547690"/>
                        <a:pt x="442099" y="545755"/>
                      </a:cubicBezTo>
                      <a:cubicBezTo>
                        <a:pt x="444356" y="537371"/>
                        <a:pt x="447581" y="528664"/>
                        <a:pt x="456287" y="520925"/>
                      </a:cubicBezTo>
                      <a:cubicBezTo>
                        <a:pt x="457900" y="519313"/>
                        <a:pt x="460480" y="519635"/>
                        <a:pt x="462092" y="521248"/>
                      </a:cubicBezTo>
                      <a:cubicBezTo>
                        <a:pt x="463704" y="522860"/>
                        <a:pt x="463382" y="525440"/>
                        <a:pt x="461769" y="527052"/>
                      </a:cubicBezTo>
                      <a:cubicBezTo>
                        <a:pt x="454353" y="533501"/>
                        <a:pt x="451773" y="541240"/>
                        <a:pt x="450161" y="548012"/>
                      </a:cubicBezTo>
                      <a:cubicBezTo>
                        <a:pt x="449516" y="549625"/>
                        <a:pt x="447903" y="550592"/>
                        <a:pt x="445969" y="550592"/>
                      </a:cubicBezTo>
                      <a:close/>
                      <a:moveTo>
                        <a:pt x="509172" y="536081"/>
                      </a:moveTo>
                      <a:cubicBezTo>
                        <a:pt x="506914" y="536081"/>
                        <a:pt x="504335" y="535436"/>
                        <a:pt x="500788" y="533824"/>
                      </a:cubicBezTo>
                      <a:cubicBezTo>
                        <a:pt x="494661" y="531244"/>
                        <a:pt x="492403" y="525762"/>
                        <a:pt x="490791" y="522215"/>
                      </a:cubicBezTo>
                      <a:cubicBezTo>
                        <a:pt x="490146" y="520925"/>
                        <a:pt x="489824" y="519635"/>
                        <a:pt x="489179" y="518668"/>
                      </a:cubicBezTo>
                      <a:cubicBezTo>
                        <a:pt x="487889" y="516733"/>
                        <a:pt x="488534" y="514153"/>
                        <a:pt x="490469" y="513186"/>
                      </a:cubicBezTo>
                      <a:cubicBezTo>
                        <a:pt x="492403" y="511896"/>
                        <a:pt x="494983" y="512541"/>
                        <a:pt x="495951" y="514476"/>
                      </a:cubicBezTo>
                      <a:cubicBezTo>
                        <a:pt x="496918" y="516088"/>
                        <a:pt x="497563" y="517701"/>
                        <a:pt x="498208" y="519313"/>
                      </a:cubicBezTo>
                      <a:cubicBezTo>
                        <a:pt x="499820" y="523182"/>
                        <a:pt x="500788" y="525440"/>
                        <a:pt x="504012" y="526730"/>
                      </a:cubicBezTo>
                      <a:cubicBezTo>
                        <a:pt x="507237" y="528019"/>
                        <a:pt x="509494" y="528342"/>
                        <a:pt x="509817" y="528342"/>
                      </a:cubicBezTo>
                      <a:cubicBezTo>
                        <a:pt x="511751" y="527697"/>
                        <a:pt x="514331" y="528664"/>
                        <a:pt x="514976" y="530922"/>
                      </a:cubicBezTo>
                      <a:cubicBezTo>
                        <a:pt x="515621" y="532857"/>
                        <a:pt x="514654" y="535436"/>
                        <a:pt x="512396" y="536081"/>
                      </a:cubicBezTo>
                      <a:cubicBezTo>
                        <a:pt x="511429" y="535759"/>
                        <a:pt x="510462" y="536081"/>
                        <a:pt x="509172" y="536081"/>
                      </a:cubicBezTo>
                      <a:close/>
                      <a:moveTo>
                        <a:pt x="534324" y="509639"/>
                      </a:moveTo>
                      <a:cubicBezTo>
                        <a:pt x="532067" y="509639"/>
                        <a:pt x="530454" y="508027"/>
                        <a:pt x="530454" y="505769"/>
                      </a:cubicBezTo>
                      <a:lnTo>
                        <a:pt x="530132" y="502545"/>
                      </a:lnTo>
                      <a:cubicBezTo>
                        <a:pt x="529810" y="499642"/>
                        <a:pt x="529810" y="496095"/>
                        <a:pt x="529810" y="492226"/>
                      </a:cubicBezTo>
                      <a:cubicBezTo>
                        <a:pt x="529810" y="485776"/>
                        <a:pt x="532389" y="480940"/>
                        <a:pt x="537871" y="477715"/>
                      </a:cubicBezTo>
                      <a:cubicBezTo>
                        <a:pt x="539806" y="476425"/>
                        <a:pt x="542386" y="477070"/>
                        <a:pt x="543353" y="479005"/>
                      </a:cubicBezTo>
                      <a:cubicBezTo>
                        <a:pt x="544643" y="480940"/>
                        <a:pt x="543998" y="483519"/>
                        <a:pt x="542063" y="484487"/>
                      </a:cubicBezTo>
                      <a:cubicBezTo>
                        <a:pt x="539483" y="486099"/>
                        <a:pt x="537871" y="488034"/>
                        <a:pt x="537871" y="492226"/>
                      </a:cubicBezTo>
                      <a:cubicBezTo>
                        <a:pt x="537871" y="496095"/>
                        <a:pt x="538194" y="499320"/>
                        <a:pt x="538194" y="501900"/>
                      </a:cubicBezTo>
                      <a:cubicBezTo>
                        <a:pt x="538194" y="503190"/>
                        <a:pt x="538194" y="504157"/>
                        <a:pt x="538516" y="505125"/>
                      </a:cubicBezTo>
                      <a:cubicBezTo>
                        <a:pt x="538516" y="507704"/>
                        <a:pt x="536581" y="509639"/>
                        <a:pt x="534324" y="509639"/>
                      </a:cubicBezTo>
                      <a:cubicBezTo>
                        <a:pt x="534324" y="509639"/>
                        <a:pt x="534324" y="509639"/>
                        <a:pt x="534324" y="509639"/>
                      </a:cubicBezTo>
                      <a:close/>
                      <a:moveTo>
                        <a:pt x="569795" y="464816"/>
                      </a:moveTo>
                      <a:cubicBezTo>
                        <a:pt x="569150" y="464816"/>
                        <a:pt x="568505" y="464494"/>
                        <a:pt x="567860" y="464171"/>
                      </a:cubicBezTo>
                      <a:cubicBezTo>
                        <a:pt x="565926" y="463204"/>
                        <a:pt x="565281" y="460624"/>
                        <a:pt x="566248" y="458689"/>
                      </a:cubicBezTo>
                      <a:cubicBezTo>
                        <a:pt x="570762" y="450950"/>
                        <a:pt x="572052" y="444179"/>
                        <a:pt x="573342" y="435472"/>
                      </a:cubicBezTo>
                      <a:lnTo>
                        <a:pt x="573342" y="434505"/>
                      </a:lnTo>
                      <a:cubicBezTo>
                        <a:pt x="573665" y="432247"/>
                        <a:pt x="575922" y="430957"/>
                        <a:pt x="577857" y="431280"/>
                      </a:cubicBezTo>
                      <a:cubicBezTo>
                        <a:pt x="580114" y="431602"/>
                        <a:pt x="581404" y="433860"/>
                        <a:pt x="581081" y="435795"/>
                      </a:cubicBezTo>
                      <a:lnTo>
                        <a:pt x="581081" y="436762"/>
                      </a:lnTo>
                      <a:cubicBezTo>
                        <a:pt x="579469" y="445791"/>
                        <a:pt x="578502" y="453530"/>
                        <a:pt x="573020" y="462559"/>
                      </a:cubicBezTo>
                      <a:cubicBezTo>
                        <a:pt x="572697" y="464171"/>
                        <a:pt x="571407" y="464816"/>
                        <a:pt x="569795" y="464816"/>
                      </a:cubicBezTo>
                      <a:close/>
                      <a:moveTo>
                        <a:pt x="1011572" y="461269"/>
                      </a:moveTo>
                      <a:cubicBezTo>
                        <a:pt x="1009314" y="461269"/>
                        <a:pt x="1007380" y="459334"/>
                        <a:pt x="1007380" y="457077"/>
                      </a:cubicBezTo>
                      <a:cubicBezTo>
                        <a:pt x="1007380" y="454820"/>
                        <a:pt x="1008992" y="452885"/>
                        <a:pt x="1011249" y="452885"/>
                      </a:cubicBezTo>
                      <a:lnTo>
                        <a:pt x="1011572" y="452885"/>
                      </a:lnTo>
                      <a:cubicBezTo>
                        <a:pt x="1014474" y="452885"/>
                        <a:pt x="1017376" y="452563"/>
                        <a:pt x="1020278" y="452240"/>
                      </a:cubicBezTo>
                      <a:cubicBezTo>
                        <a:pt x="1021246" y="451918"/>
                        <a:pt x="1021890" y="451918"/>
                        <a:pt x="1021890" y="449338"/>
                      </a:cubicBezTo>
                      <a:cubicBezTo>
                        <a:pt x="1021890" y="447726"/>
                        <a:pt x="1021568" y="445468"/>
                        <a:pt x="1021246" y="443211"/>
                      </a:cubicBezTo>
                      <a:lnTo>
                        <a:pt x="1021246" y="442244"/>
                      </a:lnTo>
                      <a:cubicBezTo>
                        <a:pt x="1020923" y="439986"/>
                        <a:pt x="1022536" y="438052"/>
                        <a:pt x="1024793" y="437729"/>
                      </a:cubicBezTo>
                      <a:cubicBezTo>
                        <a:pt x="1027050" y="437407"/>
                        <a:pt x="1028985" y="439019"/>
                        <a:pt x="1029307" y="441276"/>
                      </a:cubicBezTo>
                      <a:lnTo>
                        <a:pt x="1029307" y="442244"/>
                      </a:lnTo>
                      <a:cubicBezTo>
                        <a:pt x="1029630" y="444823"/>
                        <a:pt x="1029952" y="447403"/>
                        <a:pt x="1029952" y="449661"/>
                      </a:cubicBezTo>
                      <a:cubicBezTo>
                        <a:pt x="1029952" y="458045"/>
                        <a:pt x="1024793" y="459979"/>
                        <a:pt x="1021568" y="460624"/>
                      </a:cubicBezTo>
                      <a:cubicBezTo>
                        <a:pt x="1018344" y="460947"/>
                        <a:pt x="1015119" y="461269"/>
                        <a:pt x="1011572" y="461269"/>
                      </a:cubicBezTo>
                      <a:close/>
                      <a:moveTo>
                        <a:pt x="975133" y="453530"/>
                      </a:moveTo>
                      <a:cubicBezTo>
                        <a:pt x="974488" y="453530"/>
                        <a:pt x="973843" y="453530"/>
                        <a:pt x="973198" y="453208"/>
                      </a:cubicBezTo>
                      <a:cubicBezTo>
                        <a:pt x="968039" y="450628"/>
                        <a:pt x="965459" y="447081"/>
                        <a:pt x="965459" y="442244"/>
                      </a:cubicBezTo>
                      <a:cubicBezTo>
                        <a:pt x="965459" y="439342"/>
                        <a:pt x="966427" y="436762"/>
                        <a:pt x="967072" y="433860"/>
                      </a:cubicBezTo>
                      <a:cubicBezTo>
                        <a:pt x="968039" y="431280"/>
                        <a:pt x="968684" y="428378"/>
                        <a:pt x="969006" y="425476"/>
                      </a:cubicBezTo>
                      <a:cubicBezTo>
                        <a:pt x="969006" y="423218"/>
                        <a:pt x="970941" y="421606"/>
                        <a:pt x="973198" y="421606"/>
                      </a:cubicBezTo>
                      <a:cubicBezTo>
                        <a:pt x="975456" y="421606"/>
                        <a:pt x="977068" y="423541"/>
                        <a:pt x="977068" y="425798"/>
                      </a:cubicBezTo>
                      <a:cubicBezTo>
                        <a:pt x="976746" y="429668"/>
                        <a:pt x="975778" y="433215"/>
                        <a:pt x="974811" y="436117"/>
                      </a:cubicBezTo>
                      <a:cubicBezTo>
                        <a:pt x="974166" y="438374"/>
                        <a:pt x="973521" y="440309"/>
                        <a:pt x="973521" y="441921"/>
                      </a:cubicBezTo>
                      <a:cubicBezTo>
                        <a:pt x="973521" y="442889"/>
                        <a:pt x="973521" y="444179"/>
                        <a:pt x="976746" y="445791"/>
                      </a:cubicBezTo>
                      <a:cubicBezTo>
                        <a:pt x="978680" y="446758"/>
                        <a:pt x="979648" y="449338"/>
                        <a:pt x="978680" y="451273"/>
                      </a:cubicBezTo>
                      <a:cubicBezTo>
                        <a:pt x="978035" y="452563"/>
                        <a:pt x="976423" y="453530"/>
                        <a:pt x="975133" y="453530"/>
                      </a:cubicBezTo>
                      <a:close/>
                      <a:moveTo>
                        <a:pt x="1035112" y="411287"/>
                      </a:moveTo>
                      <a:cubicBezTo>
                        <a:pt x="1034789" y="411287"/>
                        <a:pt x="1034789" y="411287"/>
                        <a:pt x="1035112" y="411287"/>
                      </a:cubicBezTo>
                      <a:cubicBezTo>
                        <a:pt x="1032532" y="410965"/>
                        <a:pt x="1030920" y="409352"/>
                        <a:pt x="1031242" y="407095"/>
                      </a:cubicBezTo>
                      <a:cubicBezTo>
                        <a:pt x="1031242" y="405805"/>
                        <a:pt x="1031242" y="404838"/>
                        <a:pt x="1031242" y="403548"/>
                      </a:cubicBezTo>
                      <a:cubicBezTo>
                        <a:pt x="1031242" y="400323"/>
                        <a:pt x="1030920" y="396454"/>
                        <a:pt x="1030597" y="391617"/>
                      </a:cubicBezTo>
                      <a:cubicBezTo>
                        <a:pt x="1030597" y="390649"/>
                        <a:pt x="1030597" y="390005"/>
                        <a:pt x="1030597" y="389037"/>
                      </a:cubicBezTo>
                      <a:cubicBezTo>
                        <a:pt x="1030597" y="386135"/>
                        <a:pt x="1031242" y="382910"/>
                        <a:pt x="1032210" y="379686"/>
                      </a:cubicBezTo>
                      <a:cubicBezTo>
                        <a:pt x="1032854" y="377428"/>
                        <a:pt x="1035112" y="376461"/>
                        <a:pt x="1037369" y="377106"/>
                      </a:cubicBezTo>
                      <a:cubicBezTo>
                        <a:pt x="1039626" y="377751"/>
                        <a:pt x="1040593" y="380008"/>
                        <a:pt x="1039949" y="382265"/>
                      </a:cubicBezTo>
                      <a:cubicBezTo>
                        <a:pt x="1039304" y="384845"/>
                        <a:pt x="1038659" y="387102"/>
                        <a:pt x="1038659" y="389359"/>
                      </a:cubicBezTo>
                      <a:cubicBezTo>
                        <a:pt x="1038659" y="390005"/>
                        <a:pt x="1038659" y="390649"/>
                        <a:pt x="1038659" y="391294"/>
                      </a:cubicBezTo>
                      <a:cubicBezTo>
                        <a:pt x="1039304" y="396454"/>
                        <a:pt x="1039304" y="400646"/>
                        <a:pt x="1039304" y="403871"/>
                      </a:cubicBezTo>
                      <a:cubicBezTo>
                        <a:pt x="1039304" y="405160"/>
                        <a:pt x="1039304" y="406773"/>
                        <a:pt x="1039304" y="408063"/>
                      </a:cubicBezTo>
                      <a:cubicBezTo>
                        <a:pt x="1038981" y="409675"/>
                        <a:pt x="1037046" y="411287"/>
                        <a:pt x="1035112" y="411287"/>
                      </a:cubicBezTo>
                      <a:close/>
                      <a:moveTo>
                        <a:pt x="577534" y="402581"/>
                      </a:moveTo>
                      <a:cubicBezTo>
                        <a:pt x="575922" y="402581"/>
                        <a:pt x="574310" y="401613"/>
                        <a:pt x="573665" y="399678"/>
                      </a:cubicBezTo>
                      <a:cubicBezTo>
                        <a:pt x="572052" y="394841"/>
                        <a:pt x="570762" y="390327"/>
                        <a:pt x="570762" y="385168"/>
                      </a:cubicBezTo>
                      <a:cubicBezTo>
                        <a:pt x="570762" y="380653"/>
                        <a:pt x="571730" y="376461"/>
                        <a:pt x="573987" y="372269"/>
                      </a:cubicBezTo>
                      <a:lnTo>
                        <a:pt x="574632" y="370979"/>
                      </a:lnTo>
                      <a:cubicBezTo>
                        <a:pt x="575599" y="369044"/>
                        <a:pt x="577857" y="368077"/>
                        <a:pt x="580114" y="369044"/>
                      </a:cubicBezTo>
                      <a:cubicBezTo>
                        <a:pt x="582049" y="370012"/>
                        <a:pt x="583016" y="372269"/>
                        <a:pt x="582049" y="374526"/>
                      </a:cubicBezTo>
                      <a:lnTo>
                        <a:pt x="581404" y="375816"/>
                      </a:lnTo>
                      <a:cubicBezTo>
                        <a:pt x="579792" y="379041"/>
                        <a:pt x="579147" y="381943"/>
                        <a:pt x="579147" y="385168"/>
                      </a:cubicBezTo>
                      <a:cubicBezTo>
                        <a:pt x="579147" y="389037"/>
                        <a:pt x="580114" y="392907"/>
                        <a:pt x="581726" y="397099"/>
                      </a:cubicBezTo>
                      <a:cubicBezTo>
                        <a:pt x="582371" y="399356"/>
                        <a:pt x="581404" y="401613"/>
                        <a:pt x="579147" y="402258"/>
                      </a:cubicBezTo>
                      <a:cubicBezTo>
                        <a:pt x="578502" y="402581"/>
                        <a:pt x="577857" y="402581"/>
                        <a:pt x="577534" y="402581"/>
                      </a:cubicBezTo>
                      <a:close/>
                      <a:moveTo>
                        <a:pt x="959655" y="395164"/>
                      </a:moveTo>
                      <a:cubicBezTo>
                        <a:pt x="957720" y="395164"/>
                        <a:pt x="956108" y="393874"/>
                        <a:pt x="955785" y="391617"/>
                      </a:cubicBezTo>
                      <a:cubicBezTo>
                        <a:pt x="955463" y="390327"/>
                        <a:pt x="955463" y="389359"/>
                        <a:pt x="955463" y="388070"/>
                      </a:cubicBezTo>
                      <a:cubicBezTo>
                        <a:pt x="955463" y="383878"/>
                        <a:pt x="956753" y="380008"/>
                        <a:pt x="959332" y="376139"/>
                      </a:cubicBezTo>
                      <a:cubicBezTo>
                        <a:pt x="961267" y="373236"/>
                        <a:pt x="963202" y="369367"/>
                        <a:pt x="964814" y="364852"/>
                      </a:cubicBezTo>
                      <a:cubicBezTo>
                        <a:pt x="965459" y="362595"/>
                        <a:pt x="968039" y="361627"/>
                        <a:pt x="969974" y="362273"/>
                      </a:cubicBezTo>
                      <a:cubicBezTo>
                        <a:pt x="972231" y="362917"/>
                        <a:pt x="973198" y="365497"/>
                        <a:pt x="972553" y="367432"/>
                      </a:cubicBezTo>
                      <a:cubicBezTo>
                        <a:pt x="970619" y="372591"/>
                        <a:pt x="968361" y="377106"/>
                        <a:pt x="966104" y="380653"/>
                      </a:cubicBezTo>
                      <a:cubicBezTo>
                        <a:pt x="964492" y="382910"/>
                        <a:pt x="963524" y="385490"/>
                        <a:pt x="963524" y="388070"/>
                      </a:cubicBezTo>
                      <a:cubicBezTo>
                        <a:pt x="963524" y="388715"/>
                        <a:pt x="963524" y="389359"/>
                        <a:pt x="963847" y="390327"/>
                      </a:cubicBezTo>
                      <a:cubicBezTo>
                        <a:pt x="964169" y="392584"/>
                        <a:pt x="962557" y="394519"/>
                        <a:pt x="960622" y="394841"/>
                      </a:cubicBezTo>
                      <a:cubicBezTo>
                        <a:pt x="960300" y="395164"/>
                        <a:pt x="959977" y="395164"/>
                        <a:pt x="959655" y="395164"/>
                      </a:cubicBezTo>
                      <a:close/>
                      <a:moveTo>
                        <a:pt x="618810" y="356790"/>
                      </a:moveTo>
                      <a:cubicBezTo>
                        <a:pt x="617842" y="356790"/>
                        <a:pt x="616875" y="356468"/>
                        <a:pt x="615908" y="355501"/>
                      </a:cubicBezTo>
                      <a:cubicBezTo>
                        <a:pt x="612360" y="351954"/>
                        <a:pt x="603331" y="343570"/>
                        <a:pt x="596882" y="345182"/>
                      </a:cubicBezTo>
                      <a:cubicBezTo>
                        <a:pt x="594625" y="345827"/>
                        <a:pt x="592368" y="344537"/>
                        <a:pt x="592045" y="342280"/>
                      </a:cubicBezTo>
                      <a:cubicBezTo>
                        <a:pt x="591400" y="340022"/>
                        <a:pt x="592690" y="337765"/>
                        <a:pt x="594947" y="337443"/>
                      </a:cubicBezTo>
                      <a:cubicBezTo>
                        <a:pt x="596237" y="337120"/>
                        <a:pt x="597849" y="336798"/>
                        <a:pt x="599139" y="336798"/>
                      </a:cubicBezTo>
                      <a:cubicBezTo>
                        <a:pt x="608813" y="336798"/>
                        <a:pt x="617520" y="345504"/>
                        <a:pt x="621712" y="349696"/>
                      </a:cubicBezTo>
                      <a:cubicBezTo>
                        <a:pt x="623324" y="351309"/>
                        <a:pt x="623324" y="353888"/>
                        <a:pt x="621712" y="355501"/>
                      </a:cubicBezTo>
                      <a:cubicBezTo>
                        <a:pt x="620745" y="356468"/>
                        <a:pt x="619777" y="356790"/>
                        <a:pt x="618810" y="356790"/>
                      </a:cubicBezTo>
                      <a:close/>
                      <a:moveTo>
                        <a:pt x="1056717" y="354211"/>
                      </a:moveTo>
                      <a:cubicBezTo>
                        <a:pt x="1055749" y="354211"/>
                        <a:pt x="1054782" y="353888"/>
                        <a:pt x="1054137" y="353244"/>
                      </a:cubicBezTo>
                      <a:cubicBezTo>
                        <a:pt x="1052525" y="351631"/>
                        <a:pt x="1052525" y="349051"/>
                        <a:pt x="1053815" y="347439"/>
                      </a:cubicBezTo>
                      <a:cubicBezTo>
                        <a:pt x="1054782" y="346472"/>
                        <a:pt x="1055749" y="345504"/>
                        <a:pt x="1056394" y="344537"/>
                      </a:cubicBezTo>
                      <a:cubicBezTo>
                        <a:pt x="1061876" y="338410"/>
                        <a:pt x="1070583" y="333573"/>
                        <a:pt x="1078322" y="331961"/>
                      </a:cubicBezTo>
                      <a:cubicBezTo>
                        <a:pt x="1080579" y="331638"/>
                        <a:pt x="1082514" y="332928"/>
                        <a:pt x="1082837" y="335185"/>
                      </a:cubicBezTo>
                      <a:cubicBezTo>
                        <a:pt x="1083159" y="337443"/>
                        <a:pt x="1081869" y="339378"/>
                        <a:pt x="1079612" y="339700"/>
                      </a:cubicBezTo>
                      <a:cubicBezTo>
                        <a:pt x="1073807" y="340667"/>
                        <a:pt x="1066391" y="344859"/>
                        <a:pt x="1062521" y="349374"/>
                      </a:cubicBezTo>
                      <a:cubicBezTo>
                        <a:pt x="1061876" y="350341"/>
                        <a:pt x="1060909" y="351309"/>
                        <a:pt x="1059941" y="352276"/>
                      </a:cubicBezTo>
                      <a:cubicBezTo>
                        <a:pt x="1058974" y="353888"/>
                        <a:pt x="1058007" y="354211"/>
                        <a:pt x="1056717" y="354211"/>
                      </a:cubicBezTo>
                      <a:close/>
                      <a:moveTo>
                        <a:pt x="1113793" y="346472"/>
                      </a:moveTo>
                      <a:cubicBezTo>
                        <a:pt x="1112181" y="346472"/>
                        <a:pt x="1110568" y="345504"/>
                        <a:pt x="1109923" y="343570"/>
                      </a:cubicBezTo>
                      <a:cubicBezTo>
                        <a:pt x="1109279" y="341312"/>
                        <a:pt x="1110568" y="339055"/>
                        <a:pt x="1112503" y="338410"/>
                      </a:cubicBezTo>
                      <a:cubicBezTo>
                        <a:pt x="1116695" y="337120"/>
                        <a:pt x="1124112" y="331638"/>
                        <a:pt x="1127014" y="321964"/>
                      </a:cubicBezTo>
                      <a:cubicBezTo>
                        <a:pt x="1127659" y="319707"/>
                        <a:pt x="1129916" y="318417"/>
                        <a:pt x="1131851" y="319062"/>
                      </a:cubicBezTo>
                      <a:cubicBezTo>
                        <a:pt x="1134108" y="319707"/>
                        <a:pt x="1135398" y="321964"/>
                        <a:pt x="1134753" y="323899"/>
                      </a:cubicBezTo>
                      <a:cubicBezTo>
                        <a:pt x="1131529" y="335830"/>
                        <a:pt x="1122177" y="343892"/>
                        <a:pt x="1115083" y="345827"/>
                      </a:cubicBezTo>
                      <a:cubicBezTo>
                        <a:pt x="1114438" y="346472"/>
                        <a:pt x="1114115" y="346472"/>
                        <a:pt x="1113793" y="346472"/>
                      </a:cubicBezTo>
                      <a:close/>
                      <a:moveTo>
                        <a:pt x="640415" y="338410"/>
                      </a:moveTo>
                      <a:cubicBezTo>
                        <a:pt x="640092" y="338410"/>
                        <a:pt x="639770" y="338410"/>
                        <a:pt x="639447" y="338410"/>
                      </a:cubicBezTo>
                      <a:cubicBezTo>
                        <a:pt x="637190" y="337765"/>
                        <a:pt x="635900" y="335830"/>
                        <a:pt x="636545" y="333573"/>
                      </a:cubicBezTo>
                      <a:cubicBezTo>
                        <a:pt x="638480" y="324222"/>
                        <a:pt x="648799" y="314548"/>
                        <a:pt x="654281" y="310356"/>
                      </a:cubicBezTo>
                      <a:cubicBezTo>
                        <a:pt x="656216" y="309066"/>
                        <a:pt x="658473" y="309388"/>
                        <a:pt x="659763" y="311323"/>
                      </a:cubicBezTo>
                      <a:cubicBezTo>
                        <a:pt x="661053" y="313258"/>
                        <a:pt x="660730" y="315515"/>
                        <a:pt x="658795" y="317127"/>
                      </a:cubicBezTo>
                      <a:cubicBezTo>
                        <a:pt x="652668" y="321642"/>
                        <a:pt x="645252" y="329704"/>
                        <a:pt x="643962" y="335508"/>
                      </a:cubicBezTo>
                      <a:cubicBezTo>
                        <a:pt x="643962" y="337120"/>
                        <a:pt x="642350" y="338410"/>
                        <a:pt x="640415" y="338410"/>
                      </a:cubicBezTo>
                      <a:close/>
                      <a:moveTo>
                        <a:pt x="976101" y="333895"/>
                      </a:moveTo>
                      <a:cubicBezTo>
                        <a:pt x="975778" y="333895"/>
                        <a:pt x="975778" y="333895"/>
                        <a:pt x="976101" y="333895"/>
                      </a:cubicBezTo>
                      <a:cubicBezTo>
                        <a:pt x="973521" y="333895"/>
                        <a:pt x="971909" y="331961"/>
                        <a:pt x="972231" y="329704"/>
                      </a:cubicBezTo>
                      <a:cubicBezTo>
                        <a:pt x="972231" y="328414"/>
                        <a:pt x="972231" y="327124"/>
                        <a:pt x="972231" y="326156"/>
                      </a:cubicBezTo>
                      <a:cubicBezTo>
                        <a:pt x="972231" y="323577"/>
                        <a:pt x="969006" y="316482"/>
                        <a:pt x="962235" y="309711"/>
                      </a:cubicBezTo>
                      <a:cubicBezTo>
                        <a:pt x="960622" y="308098"/>
                        <a:pt x="960622" y="305519"/>
                        <a:pt x="962235" y="303906"/>
                      </a:cubicBezTo>
                      <a:cubicBezTo>
                        <a:pt x="963847" y="302294"/>
                        <a:pt x="966427" y="302294"/>
                        <a:pt x="968039" y="303906"/>
                      </a:cubicBezTo>
                      <a:cubicBezTo>
                        <a:pt x="975456" y="311323"/>
                        <a:pt x="980615" y="320029"/>
                        <a:pt x="980615" y="326156"/>
                      </a:cubicBezTo>
                      <a:cubicBezTo>
                        <a:pt x="980615" y="327124"/>
                        <a:pt x="980615" y="328736"/>
                        <a:pt x="980615" y="330348"/>
                      </a:cubicBezTo>
                      <a:cubicBezTo>
                        <a:pt x="979970" y="332283"/>
                        <a:pt x="978035" y="333895"/>
                        <a:pt x="976101" y="333895"/>
                      </a:cubicBezTo>
                      <a:close/>
                      <a:moveTo>
                        <a:pt x="807129" y="306809"/>
                      </a:moveTo>
                      <a:cubicBezTo>
                        <a:pt x="806807" y="306809"/>
                        <a:pt x="806484" y="306809"/>
                        <a:pt x="806162" y="306809"/>
                      </a:cubicBezTo>
                      <a:cubicBezTo>
                        <a:pt x="797778" y="304551"/>
                        <a:pt x="788426" y="300682"/>
                        <a:pt x="780687" y="296812"/>
                      </a:cubicBezTo>
                      <a:cubicBezTo>
                        <a:pt x="778752" y="295845"/>
                        <a:pt x="777785" y="293265"/>
                        <a:pt x="779075" y="291330"/>
                      </a:cubicBezTo>
                      <a:cubicBezTo>
                        <a:pt x="780042" y="289395"/>
                        <a:pt x="782622" y="288428"/>
                        <a:pt x="784557" y="289718"/>
                      </a:cubicBezTo>
                      <a:cubicBezTo>
                        <a:pt x="791973" y="293587"/>
                        <a:pt x="801002" y="297135"/>
                        <a:pt x="808741" y="299392"/>
                      </a:cubicBezTo>
                      <a:cubicBezTo>
                        <a:pt x="810999" y="300037"/>
                        <a:pt x="811966" y="302294"/>
                        <a:pt x="811644" y="304229"/>
                      </a:cubicBezTo>
                      <a:cubicBezTo>
                        <a:pt x="810354" y="305519"/>
                        <a:pt x="808741" y="306809"/>
                        <a:pt x="807129" y="306809"/>
                      </a:cubicBezTo>
                      <a:close/>
                      <a:moveTo>
                        <a:pt x="842923" y="302616"/>
                      </a:moveTo>
                      <a:cubicBezTo>
                        <a:pt x="840988" y="302616"/>
                        <a:pt x="839376" y="301327"/>
                        <a:pt x="839053" y="299392"/>
                      </a:cubicBezTo>
                      <a:cubicBezTo>
                        <a:pt x="838731" y="297135"/>
                        <a:pt x="840021" y="295200"/>
                        <a:pt x="842278" y="294555"/>
                      </a:cubicBezTo>
                      <a:cubicBezTo>
                        <a:pt x="843890" y="294232"/>
                        <a:pt x="845502" y="294232"/>
                        <a:pt x="847115" y="294232"/>
                      </a:cubicBezTo>
                      <a:cubicBezTo>
                        <a:pt x="850017" y="294232"/>
                        <a:pt x="852597" y="293910"/>
                        <a:pt x="855499" y="293587"/>
                      </a:cubicBezTo>
                      <a:cubicBezTo>
                        <a:pt x="860013" y="293265"/>
                        <a:pt x="864528" y="292620"/>
                        <a:pt x="870010" y="293265"/>
                      </a:cubicBezTo>
                      <a:cubicBezTo>
                        <a:pt x="872267" y="293587"/>
                        <a:pt x="873879" y="295522"/>
                        <a:pt x="873557" y="297780"/>
                      </a:cubicBezTo>
                      <a:cubicBezTo>
                        <a:pt x="873234" y="300037"/>
                        <a:pt x="871299" y="301649"/>
                        <a:pt x="869042" y="301327"/>
                      </a:cubicBezTo>
                      <a:cubicBezTo>
                        <a:pt x="864205" y="300682"/>
                        <a:pt x="860336" y="301327"/>
                        <a:pt x="856144" y="301649"/>
                      </a:cubicBezTo>
                      <a:cubicBezTo>
                        <a:pt x="853242" y="301972"/>
                        <a:pt x="850339" y="302294"/>
                        <a:pt x="847115" y="302294"/>
                      </a:cubicBezTo>
                      <a:cubicBezTo>
                        <a:pt x="845825" y="302294"/>
                        <a:pt x="844857" y="302294"/>
                        <a:pt x="843890" y="302616"/>
                      </a:cubicBezTo>
                      <a:cubicBezTo>
                        <a:pt x="843568" y="302616"/>
                        <a:pt x="843245" y="302616"/>
                        <a:pt x="842923" y="302616"/>
                      </a:cubicBezTo>
                      <a:close/>
                      <a:moveTo>
                        <a:pt x="905158" y="298102"/>
                      </a:moveTo>
                      <a:cubicBezTo>
                        <a:pt x="903546" y="298102"/>
                        <a:pt x="901934" y="297135"/>
                        <a:pt x="901289" y="295522"/>
                      </a:cubicBezTo>
                      <a:cubicBezTo>
                        <a:pt x="900644" y="293587"/>
                        <a:pt x="901611" y="291008"/>
                        <a:pt x="903868" y="290363"/>
                      </a:cubicBezTo>
                      <a:cubicBezTo>
                        <a:pt x="910318" y="288106"/>
                        <a:pt x="918057" y="286816"/>
                        <a:pt x="927086" y="286816"/>
                      </a:cubicBezTo>
                      <a:cubicBezTo>
                        <a:pt x="928698" y="286816"/>
                        <a:pt x="930311" y="286816"/>
                        <a:pt x="931923" y="287138"/>
                      </a:cubicBezTo>
                      <a:cubicBezTo>
                        <a:pt x="934180" y="287461"/>
                        <a:pt x="935792" y="289395"/>
                        <a:pt x="935470" y="291653"/>
                      </a:cubicBezTo>
                      <a:cubicBezTo>
                        <a:pt x="935148" y="293910"/>
                        <a:pt x="933535" y="295522"/>
                        <a:pt x="930955" y="295200"/>
                      </a:cubicBezTo>
                      <a:cubicBezTo>
                        <a:pt x="929666" y="295200"/>
                        <a:pt x="928053" y="294877"/>
                        <a:pt x="926763" y="294877"/>
                      </a:cubicBezTo>
                      <a:cubicBezTo>
                        <a:pt x="918702" y="294877"/>
                        <a:pt x="911930" y="295845"/>
                        <a:pt x="906448" y="297780"/>
                      </a:cubicBezTo>
                      <a:cubicBezTo>
                        <a:pt x="906126" y="298102"/>
                        <a:pt x="905481" y="298102"/>
                        <a:pt x="905158" y="298102"/>
                      </a:cubicBezTo>
                      <a:close/>
                      <a:moveTo>
                        <a:pt x="1117340" y="295522"/>
                      </a:moveTo>
                      <a:cubicBezTo>
                        <a:pt x="1116695" y="295522"/>
                        <a:pt x="1115728" y="295200"/>
                        <a:pt x="1115083" y="294877"/>
                      </a:cubicBezTo>
                      <a:cubicBezTo>
                        <a:pt x="1112503" y="292943"/>
                        <a:pt x="1109601" y="291653"/>
                        <a:pt x="1107344" y="290040"/>
                      </a:cubicBezTo>
                      <a:cubicBezTo>
                        <a:pt x="1106054" y="289395"/>
                        <a:pt x="1105086" y="288751"/>
                        <a:pt x="1104119" y="288106"/>
                      </a:cubicBezTo>
                      <a:cubicBezTo>
                        <a:pt x="1100249" y="285848"/>
                        <a:pt x="1096703" y="281979"/>
                        <a:pt x="1093478" y="276819"/>
                      </a:cubicBezTo>
                      <a:cubicBezTo>
                        <a:pt x="1092188" y="274885"/>
                        <a:pt x="1092833" y="272305"/>
                        <a:pt x="1094768" y="271337"/>
                      </a:cubicBezTo>
                      <a:cubicBezTo>
                        <a:pt x="1096703" y="270048"/>
                        <a:pt x="1099282" y="270692"/>
                        <a:pt x="1100249" y="272627"/>
                      </a:cubicBezTo>
                      <a:cubicBezTo>
                        <a:pt x="1102829" y="276819"/>
                        <a:pt x="1105086" y="279721"/>
                        <a:pt x="1107989" y="281334"/>
                      </a:cubicBezTo>
                      <a:cubicBezTo>
                        <a:pt x="1108956" y="281979"/>
                        <a:pt x="1109923" y="282624"/>
                        <a:pt x="1110891" y="282946"/>
                      </a:cubicBezTo>
                      <a:cubicBezTo>
                        <a:pt x="1113471" y="284558"/>
                        <a:pt x="1116373" y="286171"/>
                        <a:pt x="1119275" y="288106"/>
                      </a:cubicBezTo>
                      <a:cubicBezTo>
                        <a:pt x="1121210" y="289395"/>
                        <a:pt x="1121532" y="291975"/>
                        <a:pt x="1120242" y="293587"/>
                      </a:cubicBezTo>
                      <a:cubicBezTo>
                        <a:pt x="1119920" y="294877"/>
                        <a:pt x="1118630" y="295522"/>
                        <a:pt x="1117340" y="295522"/>
                      </a:cubicBezTo>
                      <a:close/>
                      <a:moveTo>
                        <a:pt x="662987" y="284236"/>
                      </a:moveTo>
                      <a:cubicBezTo>
                        <a:pt x="661375" y="284236"/>
                        <a:pt x="659440" y="282946"/>
                        <a:pt x="659118" y="281334"/>
                      </a:cubicBezTo>
                      <a:lnTo>
                        <a:pt x="658795" y="280689"/>
                      </a:lnTo>
                      <a:cubicBezTo>
                        <a:pt x="657506" y="276174"/>
                        <a:pt x="656861" y="271660"/>
                        <a:pt x="656861" y="266823"/>
                      </a:cubicBezTo>
                      <a:cubicBezTo>
                        <a:pt x="656861" y="262631"/>
                        <a:pt x="657506" y="259084"/>
                        <a:pt x="657828" y="256182"/>
                      </a:cubicBezTo>
                      <a:cubicBezTo>
                        <a:pt x="657828" y="255214"/>
                        <a:pt x="658150" y="254247"/>
                        <a:pt x="658150" y="253279"/>
                      </a:cubicBezTo>
                      <a:cubicBezTo>
                        <a:pt x="658473" y="251022"/>
                        <a:pt x="660408" y="249410"/>
                        <a:pt x="662665" y="249732"/>
                      </a:cubicBezTo>
                      <a:cubicBezTo>
                        <a:pt x="664922" y="250055"/>
                        <a:pt x="666534" y="251989"/>
                        <a:pt x="666212" y="254247"/>
                      </a:cubicBezTo>
                      <a:cubicBezTo>
                        <a:pt x="666212" y="255214"/>
                        <a:pt x="665890" y="256182"/>
                        <a:pt x="665890" y="257471"/>
                      </a:cubicBezTo>
                      <a:cubicBezTo>
                        <a:pt x="665567" y="260051"/>
                        <a:pt x="664922" y="263276"/>
                        <a:pt x="664922" y="266823"/>
                      </a:cubicBezTo>
                      <a:cubicBezTo>
                        <a:pt x="664922" y="270692"/>
                        <a:pt x="665567" y="274562"/>
                        <a:pt x="666534" y="278431"/>
                      </a:cubicBezTo>
                      <a:lnTo>
                        <a:pt x="666857" y="279399"/>
                      </a:lnTo>
                      <a:cubicBezTo>
                        <a:pt x="667502" y="281656"/>
                        <a:pt x="666212" y="283914"/>
                        <a:pt x="663955" y="284236"/>
                      </a:cubicBezTo>
                      <a:cubicBezTo>
                        <a:pt x="663632" y="283914"/>
                        <a:pt x="663310" y="284236"/>
                        <a:pt x="662987" y="284236"/>
                      </a:cubicBezTo>
                      <a:close/>
                      <a:moveTo>
                        <a:pt x="754245" y="272627"/>
                      </a:moveTo>
                      <a:cubicBezTo>
                        <a:pt x="753277" y="272627"/>
                        <a:pt x="751988" y="272305"/>
                        <a:pt x="751343" y="271337"/>
                      </a:cubicBezTo>
                      <a:cubicBezTo>
                        <a:pt x="743281" y="262631"/>
                        <a:pt x="737477" y="257471"/>
                        <a:pt x="733930" y="254892"/>
                      </a:cubicBezTo>
                      <a:cubicBezTo>
                        <a:pt x="733607" y="254892"/>
                        <a:pt x="733285" y="254569"/>
                        <a:pt x="732962" y="254569"/>
                      </a:cubicBezTo>
                      <a:cubicBezTo>
                        <a:pt x="731027" y="253602"/>
                        <a:pt x="729738" y="251345"/>
                        <a:pt x="730705" y="249410"/>
                      </a:cubicBezTo>
                      <a:cubicBezTo>
                        <a:pt x="731672" y="247475"/>
                        <a:pt x="733930" y="246185"/>
                        <a:pt x="735864" y="247153"/>
                      </a:cubicBezTo>
                      <a:cubicBezTo>
                        <a:pt x="736832" y="247475"/>
                        <a:pt x="737477" y="247797"/>
                        <a:pt x="738122" y="248442"/>
                      </a:cubicBezTo>
                      <a:cubicBezTo>
                        <a:pt x="742314" y="251345"/>
                        <a:pt x="748441" y="256826"/>
                        <a:pt x="757147" y="266178"/>
                      </a:cubicBezTo>
                      <a:cubicBezTo>
                        <a:pt x="758759" y="267790"/>
                        <a:pt x="758759" y="270370"/>
                        <a:pt x="756825" y="271982"/>
                      </a:cubicBezTo>
                      <a:cubicBezTo>
                        <a:pt x="756180" y="272305"/>
                        <a:pt x="755212" y="272627"/>
                        <a:pt x="754245" y="272627"/>
                      </a:cubicBezTo>
                      <a:close/>
                      <a:moveTo>
                        <a:pt x="697169" y="251345"/>
                      </a:moveTo>
                      <a:cubicBezTo>
                        <a:pt x="697169" y="251345"/>
                        <a:pt x="696846" y="251345"/>
                        <a:pt x="697169" y="251345"/>
                      </a:cubicBezTo>
                      <a:cubicBezTo>
                        <a:pt x="690397" y="250700"/>
                        <a:pt x="686850" y="250055"/>
                        <a:pt x="684593" y="248442"/>
                      </a:cubicBezTo>
                      <a:cubicBezTo>
                        <a:pt x="682335" y="246830"/>
                        <a:pt x="678466" y="244895"/>
                        <a:pt x="674919" y="243283"/>
                      </a:cubicBezTo>
                      <a:cubicBezTo>
                        <a:pt x="673629" y="242638"/>
                        <a:pt x="672016" y="241993"/>
                        <a:pt x="670727" y="241348"/>
                      </a:cubicBezTo>
                      <a:cubicBezTo>
                        <a:pt x="668792" y="240381"/>
                        <a:pt x="667824" y="238123"/>
                        <a:pt x="668792" y="235866"/>
                      </a:cubicBezTo>
                      <a:cubicBezTo>
                        <a:pt x="669759" y="233931"/>
                        <a:pt x="672016" y="232964"/>
                        <a:pt x="674274" y="233931"/>
                      </a:cubicBezTo>
                      <a:cubicBezTo>
                        <a:pt x="675563" y="234576"/>
                        <a:pt x="676853" y="235221"/>
                        <a:pt x="678143" y="235866"/>
                      </a:cubicBezTo>
                      <a:cubicBezTo>
                        <a:pt x="682013" y="237801"/>
                        <a:pt x="686205" y="239413"/>
                        <a:pt x="689107" y="241671"/>
                      </a:cubicBezTo>
                      <a:cubicBezTo>
                        <a:pt x="689429" y="241671"/>
                        <a:pt x="690719" y="242638"/>
                        <a:pt x="697491" y="243283"/>
                      </a:cubicBezTo>
                      <a:cubicBezTo>
                        <a:pt x="699748" y="243605"/>
                        <a:pt x="701361" y="245540"/>
                        <a:pt x="701361" y="247475"/>
                      </a:cubicBezTo>
                      <a:cubicBezTo>
                        <a:pt x="701038" y="249732"/>
                        <a:pt x="699103" y="251345"/>
                        <a:pt x="697169" y="251345"/>
                      </a:cubicBezTo>
                      <a:close/>
                      <a:moveTo>
                        <a:pt x="1078000" y="246830"/>
                      </a:moveTo>
                      <a:cubicBezTo>
                        <a:pt x="1077032" y="246830"/>
                        <a:pt x="1076387" y="246508"/>
                        <a:pt x="1075742" y="246185"/>
                      </a:cubicBezTo>
                      <a:cubicBezTo>
                        <a:pt x="1074775" y="245540"/>
                        <a:pt x="1073807" y="244895"/>
                        <a:pt x="1072840" y="244250"/>
                      </a:cubicBezTo>
                      <a:cubicBezTo>
                        <a:pt x="1067681" y="240703"/>
                        <a:pt x="1061554" y="236511"/>
                        <a:pt x="1059941" y="228450"/>
                      </a:cubicBezTo>
                      <a:cubicBezTo>
                        <a:pt x="1059619" y="227160"/>
                        <a:pt x="1059619" y="225547"/>
                        <a:pt x="1059619" y="224258"/>
                      </a:cubicBezTo>
                      <a:cubicBezTo>
                        <a:pt x="1059619" y="223290"/>
                        <a:pt x="1059619" y="222645"/>
                        <a:pt x="1059941" y="222000"/>
                      </a:cubicBezTo>
                      <a:cubicBezTo>
                        <a:pt x="1060264" y="219743"/>
                        <a:pt x="1062199" y="218131"/>
                        <a:pt x="1064456" y="218776"/>
                      </a:cubicBezTo>
                      <a:cubicBezTo>
                        <a:pt x="1066713" y="219098"/>
                        <a:pt x="1068003" y="221033"/>
                        <a:pt x="1067681" y="223290"/>
                      </a:cubicBezTo>
                      <a:cubicBezTo>
                        <a:pt x="1067681" y="223613"/>
                        <a:pt x="1067681" y="223935"/>
                        <a:pt x="1067681" y="224258"/>
                      </a:cubicBezTo>
                      <a:cubicBezTo>
                        <a:pt x="1067681" y="224902"/>
                        <a:pt x="1067681" y="225870"/>
                        <a:pt x="1068003" y="226837"/>
                      </a:cubicBezTo>
                      <a:cubicBezTo>
                        <a:pt x="1068971" y="231997"/>
                        <a:pt x="1072840" y="234576"/>
                        <a:pt x="1077677" y="237801"/>
                      </a:cubicBezTo>
                      <a:cubicBezTo>
                        <a:pt x="1078644" y="238446"/>
                        <a:pt x="1079612" y="239091"/>
                        <a:pt x="1080579" y="240058"/>
                      </a:cubicBezTo>
                      <a:cubicBezTo>
                        <a:pt x="1082514" y="241348"/>
                        <a:pt x="1082837" y="243928"/>
                        <a:pt x="1081547" y="245540"/>
                      </a:cubicBezTo>
                      <a:cubicBezTo>
                        <a:pt x="1080579" y="246508"/>
                        <a:pt x="1079289" y="246830"/>
                        <a:pt x="1078000" y="246830"/>
                      </a:cubicBezTo>
                      <a:close/>
                      <a:moveTo>
                        <a:pt x="1074130" y="193301"/>
                      </a:moveTo>
                      <a:cubicBezTo>
                        <a:pt x="1072518" y="193301"/>
                        <a:pt x="1070905" y="192333"/>
                        <a:pt x="1070260" y="190721"/>
                      </a:cubicBezTo>
                      <a:cubicBezTo>
                        <a:pt x="1068971" y="187174"/>
                        <a:pt x="1066391" y="184917"/>
                        <a:pt x="1062844" y="183627"/>
                      </a:cubicBezTo>
                      <a:cubicBezTo>
                        <a:pt x="1053815" y="180725"/>
                        <a:pt x="1052525" y="174920"/>
                        <a:pt x="1052525" y="172018"/>
                      </a:cubicBezTo>
                      <a:cubicBezTo>
                        <a:pt x="1052525" y="171696"/>
                        <a:pt x="1052525" y="171373"/>
                        <a:pt x="1052525" y="171051"/>
                      </a:cubicBezTo>
                      <a:cubicBezTo>
                        <a:pt x="1052525" y="168794"/>
                        <a:pt x="1054459" y="167181"/>
                        <a:pt x="1056717" y="167181"/>
                      </a:cubicBezTo>
                      <a:cubicBezTo>
                        <a:pt x="1058974" y="167181"/>
                        <a:pt x="1060586" y="169116"/>
                        <a:pt x="1060586" y="171373"/>
                      </a:cubicBezTo>
                      <a:cubicBezTo>
                        <a:pt x="1060586" y="172341"/>
                        <a:pt x="1060586" y="174275"/>
                        <a:pt x="1065101" y="175888"/>
                      </a:cubicBezTo>
                      <a:cubicBezTo>
                        <a:pt x="1071228" y="177823"/>
                        <a:pt x="1075742" y="181692"/>
                        <a:pt x="1077677" y="187819"/>
                      </a:cubicBezTo>
                      <a:cubicBezTo>
                        <a:pt x="1078322" y="189754"/>
                        <a:pt x="1077354" y="192333"/>
                        <a:pt x="1075420" y="192979"/>
                      </a:cubicBezTo>
                      <a:cubicBezTo>
                        <a:pt x="1075097" y="193301"/>
                        <a:pt x="1074452" y="193301"/>
                        <a:pt x="1074130" y="193301"/>
                      </a:cubicBezTo>
                      <a:close/>
                      <a:moveTo>
                        <a:pt x="1079934" y="147188"/>
                      </a:moveTo>
                      <a:cubicBezTo>
                        <a:pt x="1078967" y="147188"/>
                        <a:pt x="1078322" y="146866"/>
                        <a:pt x="1077677" y="146543"/>
                      </a:cubicBezTo>
                      <a:cubicBezTo>
                        <a:pt x="1075742" y="145254"/>
                        <a:pt x="1075420" y="142674"/>
                        <a:pt x="1076710" y="141062"/>
                      </a:cubicBezTo>
                      <a:cubicBezTo>
                        <a:pt x="1077354" y="140417"/>
                        <a:pt x="1077677" y="139449"/>
                        <a:pt x="1077677" y="136869"/>
                      </a:cubicBezTo>
                      <a:cubicBezTo>
                        <a:pt x="1077677" y="135257"/>
                        <a:pt x="1077354" y="133322"/>
                        <a:pt x="1077032" y="130743"/>
                      </a:cubicBezTo>
                      <a:cubicBezTo>
                        <a:pt x="1076710" y="129130"/>
                        <a:pt x="1076710" y="127518"/>
                        <a:pt x="1076710" y="126228"/>
                      </a:cubicBezTo>
                      <a:cubicBezTo>
                        <a:pt x="1076710" y="122681"/>
                        <a:pt x="1077354" y="119134"/>
                        <a:pt x="1078967" y="115909"/>
                      </a:cubicBezTo>
                      <a:cubicBezTo>
                        <a:pt x="1079934" y="113974"/>
                        <a:pt x="1082191" y="113007"/>
                        <a:pt x="1084449" y="113974"/>
                      </a:cubicBezTo>
                      <a:cubicBezTo>
                        <a:pt x="1086383" y="114942"/>
                        <a:pt x="1087351" y="117199"/>
                        <a:pt x="1086383" y="119457"/>
                      </a:cubicBezTo>
                      <a:cubicBezTo>
                        <a:pt x="1085416" y="121714"/>
                        <a:pt x="1084771" y="123971"/>
                        <a:pt x="1084771" y="126228"/>
                      </a:cubicBezTo>
                      <a:cubicBezTo>
                        <a:pt x="1084771" y="127196"/>
                        <a:pt x="1084771" y="128486"/>
                        <a:pt x="1085094" y="129453"/>
                      </a:cubicBezTo>
                      <a:cubicBezTo>
                        <a:pt x="1085739" y="132355"/>
                        <a:pt x="1085739" y="134935"/>
                        <a:pt x="1085739" y="136869"/>
                      </a:cubicBezTo>
                      <a:cubicBezTo>
                        <a:pt x="1085739" y="140739"/>
                        <a:pt x="1084771" y="143319"/>
                        <a:pt x="1083159" y="145899"/>
                      </a:cubicBezTo>
                      <a:cubicBezTo>
                        <a:pt x="1082191" y="146543"/>
                        <a:pt x="1080902" y="147188"/>
                        <a:pt x="1079934" y="147188"/>
                      </a:cubicBezTo>
                      <a:close/>
                      <a:moveTo>
                        <a:pt x="1073807" y="91725"/>
                      </a:moveTo>
                      <a:cubicBezTo>
                        <a:pt x="1073485" y="91725"/>
                        <a:pt x="1072840" y="91725"/>
                        <a:pt x="1072518" y="91402"/>
                      </a:cubicBezTo>
                      <a:cubicBezTo>
                        <a:pt x="1070260" y="90757"/>
                        <a:pt x="1069293" y="88500"/>
                        <a:pt x="1069938" y="86242"/>
                      </a:cubicBezTo>
                      <a:cubicBezTo>
                        <a:pt x="1070583" y="84630"/>
                        <a:pt x="1070905" y="83018"/>
                        <a:pt x="1071873" y="81406"/>
                      </a:cubicBezTo>
                      <a:cubicBezTo>
                        <a:pt x="1073807" y="76891"/>
                        <a:pt x="1074130" y="74634"/>
                        <a:pt x="1074130" y="72054"/>
                      </a:cubicBezTo>
                      <a:cubicBezTo>
                        <a:pt x="1074130" y="70442"/>
                        <a:pt x="1074130" y="69152"/>
                        <a:pt x="1073807" y="67217"/>
                      </a:cubicBezTo>
                      <a:cubicBezTo>
                        <a:pt x="1073807" y="65605"/>
                        <a:pt x="1073485" y="63993"/>
                        <a:pt x="1073485" y="61735"/>
                      </a:cubicBezTo>
                      <a:cubicBezTo>
                        <a:pt x="1073485" y="59478"/>
                        <a:pt x="1075097" y="57543"/>
                        <a:pt x="1077354" y="57543"/>
                      </a:cubicBezTo>
                      <a:cubicBezTo>
                        <a:pt x="1079612" y="57221"/>
                        <a:pt x="1081547" y="59156"/>
                        <a:pt x="1081547" y="61413"/>
                      </a:cubicBezTo>
                      <a:cubicBezTo>
                        <a:pt x="1081547" y="63347"/>
                        <a:pt x="1081869" y="64960"/>
                        <a:pt x="1081869" y="66572"/>
                      </a:cubicBezTo>
                      <a:cubicBezTo>
                        <a:pt x="1082191" y="68829"/>
                        <a:pt x="1082191" y="70442"/>
                        <a:pt x="1082191" y="72376"/>
                      </a:cubicBezTo>
                      <a:cubicBezTo>
                        <a:pt x="1082191" y="76246"/>
                        <a:pt x="1081224" y="79793"/>
                        <a:pt x="1079289" y="84953"/>
                      </a:cubicBezTo>
                      <a:cubicBezTo>
                        <a:pt x="1078644" y="86242"/>
                        <a:pt x="1078000" y="87855"/>
                        <a:pt x="1077677" y="89145"/>
                      </a:cubicBezTo>
                      <a:cubicBezTo>
                        <a:pt x="1077032" y="90435"/>
                        <a:pt x="1075420" y="91725"/>
                        <a:pt x="1073807" y="91725"/>
                      </a:cubicBezTo>
                      <a:close/>
                      <a:moveTo>
                        <a:pt x="1070583" y="31101"/>
                      </a:moveTo>
                      <a:cubicBezTo>
                        <a:pt x="1069615" y="31101"/>
                        <a:pt x="1068648" y="30779"/>
                        <a:pt x="1067681" y="30134"/>
                      </a:cubicBezTo>
                      <a:cubicBezTo>
                        <a:pt x="1064134" y="26909"/>
                        <a:pt x="1060909" y="22072"/>
                        <a:pt x="1057684" y="14978"/>
                      </a:cubicBezTo>
                      <a:cubicBezTo>
                        <a:pt x="1056072" y="11431"/>
                        <a:pt x="1054782" y="8206"/>
                        <a:pt x="1054137" y="4981"/>
                      </a:cubicBezTo>
                      <a:cubicBezTo>
                        <a:pt x="1053492" y="2724"/>
                        <a:pt x="1055105" y="789"/>
                        <a:pt x="1057039" y="144"/>
                      </a:cubicBezTo>
                      <a:cubicBezTo>
                        <a:pt x="1059296" y="-500"/>
                        <a:pt x="1061231" y="1112"/>
                        <a:pt x="1061876" y="3047"/>
                      </a:cubicBezTo>
                      <a:cubicBezTo>
                        <a:pt x="1062521" y="5626"/>
                        <a:pt x="1063488" y="8529"/>
                        <a:pt x="1065101" y="11431"/>
                      </a:cubicBezTo>
                      <a:cubicBezTo>
                        <a:pt x="1068003" y="17558"/>
                        <a:pt x="1070905" y="21749"/>
                        <a:pt x="1073485" y="24007"/>
                      </a:cubicBezTo>
                      <a:cubicBezTo>
                        <a:pt x="1075097" y="25619"/>
                        <a:pt x="1075097" y="28199"/>
                        <a:pt x="1073807" y="29811"/>
                      </a:cubicBezTo>
                      <a:cubicBezTo>
                        <a:pt x="1072518" y="30779"/>
                        <a:pt x="1071550" y="31101"/>
                        <a:pt x="1070583" y="31101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: Shape 215">
                  <a:extLst>
                    <a:ext uri="{FF2B5EF4-FFF2-40B4-BE49-F238E27FC236}">
                      <a16:creationId xmlns:a16="http://schemas.microsoft.com/office/drawing/2014/main" id="{33414A83-C8CA-5DFA-9951-766AECB75262}"/>
                    </a:ext>
                  </a:extLst>
                </p:cNvPr>
                <p:cNvSpPr/>
                <p:nvPr/>
              </p:nvSpPr>
              <p:spPr>
                <a:xfrm>
                  <a:off x="6006508" y="3761224"/>
                  <a:ext cx="32246" cy="32246"/>
                </a:xfrm>
                <a:custGeom>
                  <a:avLst/>
                  <a:gdLst>
                    <a:gd name="connsiteX0" fmla="*/ 3962 w 0"/>
                    <a:gd name="connsiteY0" fmla="*/ 18107 h 0"/>
                    <a:gd name="connsiteX1" fmla="*/ 1060 w 0"/>
                    <a:gd name="connsiteY1" fmla="*/ 16817 h 0"/>
                    <a:gd name="connsiteX2" fmla="*/ 1382 w 0"/>
                    <a:gd name="connsiteY2" fmla="*/ 11013 h 0"/>
                    <a:gd name="connsiteX3" fmla="*/ 1705 w 0"/>
                    <a:gd name="connsiteY3" fmla="*/ 10690 h 0"/>
                    <a:gd name="connsiteX4" fmla="*/ 5575 w 0"/>
                    <a:gd name="connsiteY4" fmla="*/ 7143 h 0"/>
                    <a:gd name="connsiteX5" fmla="*/ 8477 w 0"/>
                    <a:gd name="connsiteY5" fmla="*/ 3274 h 0"/>
                    <a:gd name="connsiteX6" fmla="*/ 13314 w 0"/>
                    <a:gd name="connsiteY6" fmla="*/ 49 h 0"/>
                    <a:gd name="connsiteX7" fmla="*/ 16538 w 0"/>
                    <a:gd name="connsiteY7" fmla="*/ 4563 h 0"/>
                    <a:gd name="connsiteX8" fmla="*/ 11379 w 0"/>
                    <a:gd name="connsiteY8" fmla="*/ 12625 h 0"/>
                    <a:gd name="connsiteX9" fmla="*/ 7187 w 0"/>
                    <a:gd name="connsiteY9" fmla="*/ 16495 h 0"/>
                    <a:gd name="connsiteX10" fmla="*/ 6864 w 0"/>
                    <a:gd name="connsiteY10" fmla="*/ 16817 h 0"/>
                    <a:gd name="connsiteX11" fmla="*/ 3962 w 0"/>
                    <a:gd name="connsiteY11" fmla="*/ 18107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3962" y="18107"/>
                      </a:moveTo>
                      <a:cubicBezTo>
                        <a:pt x="2995" y="18107"/>
                        <a:pt x="1705" y="17785"/>
                        <a:pt x="1060" y="16817"/>
                      </a:cubicBezTo>
                      <a:cubicBezTo>
                        <a:pt x="-552" y="15205"/>
                        <a:pt x="-230" y="12625"/>
                        <a:pt x="1382" y="11013"/>
                      </a:cubicBezTo>
                      <a:lnTo>
                        <a:pt x="1705" y="10690"/>
                      </a:lnTo>
                      <a:cubicBezTo>
                        <a:pt x="2995" y="9401"/>
                        <a:pt x="4285" y="8111"/>
                        <a:pt x="5575" y="7143"/>
                      </a:cubicBezTo>
                      <a:cubicBezTo>
                        <a:pt x="8154" y="4563"/>
                        <a:pt x="8477" y="3274"/>
                        <a:pt x="8477" y="3274"/>
                      </a:cubicBezTo>
                      <a:cubicBezTo>
                        <a:pt x="8799" y="1016"/>
                        <a:pt x="11056" y="-273"/>
                        <a:pt x="13314" y="49"/>
                      </a:cubicBezTo>
                      <a:cubicBezTo>
                        <a:pt x="15571" y="372"/>
                        <a:pt x="16861" y="2629"/>
                        <a:pt x="16538" y="4563"/>
                      </a:cubicBezTo>
                      <a:cubicBezTo>
                        <a:pt x="16216" y="7143"/>
                        <a:pt x="14604" y="9401"/>
                        <a:pt x="11379" y="12625"/>
                      </a:cubicBezTo>
                      <a:cubicBezTo>
                        <a:pt x="10089" y="13915"/>
                        <a:pt x="8799" y="15205"/>
                        <a:pt x="7187" y="16495"/>
                      </a:cubicBezTo>
                      <a:lnTo>
                        <a:pt x="6864" y="16817"/>
                      </a:lnTo>
                      <a:cubicBezTo>
                        <a:pt x="6219" y="17785"/>
                        <a:pt x="4930" y="18107"/>
                        <a:pt x="3962" y="18107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0" name="Graphic 4">
                <a:extLst>
                  <a:ext uri="{FF2B5EF4-FFF2-40B4-BE49-F238E27FC236}">
                    <a16:creationId xmlns:a16="http://schemas.microsoft.com/office/drawing/2014/main" id="{11F55C1A-6FB6-3307-E77F-F83265912DB5}"/>
                  </a:ext>
                </a:extLst>
              </p:cNvPr>
              <p:cNvGrpSpPr/>
              <p:nvPr/>
            </p:nvGrpSpPr>
            <p:grpSpPr>
              <a:xfrm>
                <a:off x="3804167" y="3061525"/>
                <a:ext cx="1104406" cy="875348"/>
                <a:chOff x="3804167" y="3061525"/>
                <a:chExt cx="1104406" cy="875348"/>
              </a:xfrm>
              <a:grpFill/>
            </p:grpSpPr>
            <p:sp>
              <p:nvSpPr>
                <p:cNvPr id="196" name="Freeform: Shape 195">
                  <a:extLst>
                    <a:ext uri="{FF2B5EF4-FFF2-40B4-BE49-F238E27FC236}">
                      <a16:creationId xmlns:a16="http://schemas.microsoft.com/office/drawing/2014/main" id="{DC935BBC-9802-FA0A-C303-16D8A91F0225}"/>
                    </a:ext>
                  </a:extLst>
                </p:cNvPr>
                <p:cNvSpPr/>
                <p:nvPr/>
              </p:nvSpPr>
              <p:spPr>
                <a:xfrm>
                  <a:off x="4337524" y="3063459"/>
                  <a:ext cx="32246" cy="32246"/>
                </a:xfrm>
                <a:custGeom>
                  <a:avLst/>
                  <a:gdLst>
                    <a:gd name="connsiteX0" fmla="*/ 6449 w 0"/>
                    <a:gd name="connsiteY0" fmla="*/ 5160 h 0"/>
                    <a:gd name="connsiteX1" fmla="*/ 3225 w 0"/>
                    <a:gd name="connsiteY1" fmla="*/ 2580 h 0"/>
                    <a:gd name="connsiteX2" fmla="*/ 3225 w 0"/>
                    <a:gd name="connsiteY2" fmla="*/ 2580 h 0"/>
                    <a:gd name="connsiteX3" fmla="*/ 0 w 0"/>
                    <a:gd name="connsiteY3" fmla="*/ 0 h 0"/>
                    <a:gd name="connsiteX4" fmla="*/ 322 w 0"/>
                    <a:gd name="connsiteY4" fmla="*/ 0 h 0"/>
                    <a:gd name="connsiteX5" fmla="*/ 6449 w 0"/>
                    <a:gd name="connsiteY5" fmla="*/ 5160 h 0"/>
                    <a:gd name="connsiteX6" fmla="*/ 5482 w 0"/>
                    <a:gd name="connsiteY6" fmla="*/ 451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>
                      <a:moveTo>
                        <a:pt x="6449" y="5160"/>
                      </a:moveTo>
                      <a:lnTo>
                        <a:pt x="3225" y="2580"/>
                      </a:lnTo>
                      <a:lnTo>
                        <a:pt x="3225" y="2580"/>
                      </a:lnTo>
                      <a:lnTo>
                        <a:pt x="0" y="0"/>
                      </a:lnTo>
                      <a:lnTo>
                        <a:pt x="322" y="0"/>
                      </a:lnTo>
                      <a:lnTo>
                        <a:pt x="6449" y="5160"/>
                      </a:lnTo>
                      <a:lnTo>
                        <a:pt x="5482" y="4514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Freeform: Shape 196">
                  <a:extLst>
                    <a:ext uri="{FF2B5EF4-FFF2-40B4-BE49-F238E27FC236}">
                      <a16:creationId xmlns:a16="http://schemas.microsoft.com/office/drawing/2014/main" id="{18068835-2ED4-A8AC-6F0B-BB1AAF4397C3}"/>
                    </a:ext>
                  </a:extLst>
                </p:cNvPr>
                <p:cNvSpPr/>
                <p:nvPr/>
              </p:nvSpPr>
              <p:spPr>
                <a:xfrm>
                  <a:off x="4337846" y="3062492"/>
                  <a:ext cx="32246" cy="32246"/>
                </a:xfrm>
                <a:custGeom>
                  <a:avLst/>
                  <a:gdLst>
                    <a:gd name="connsiteX0" fmla="*/ 6127 w 0"/>
                    <a:gd name="connsiteY0" fmla="*/ 6127 h 0"/>
                    <a:gd name="connsiteX1" fmla="*/ 0 w 0"/>
                    <a:gd name="connsiteY1" fmla="*/ 967 h 0"/>
                    <a:gd name="connsiteX2" fmla="*/ 645 w 0"/>
                    <a:gd name="connsiteY2" fmla="*/ 0 h 0"/>
                    <a:gd name="connsiteX3" fmla="*/ 6772 w 0"/>
                    <a:gd name="connsiteY3" fmla="*/ 516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>
                      <a:moveTo>
                        <a:pt x="6127" y="6127"/>
                      </a:moveTo>
                      <a:lnTo>
                        <a:pt x="0" y="967"/>
                      </a:lnTo>
                      <a:lnTo>
                        <a:pt x="645" y="0"/>
                      </a:lnTo>
                      <a:lnTo>
                        <a:pt x="6772" y="5160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grpSp>
              <p:nvGrpSpPr>
                <p:cNvPr id="198" name="Graphic 4">
                  <a:extLst>
                    <a:ext uri="{FF2B5EF4-FFF2-40B4-BE49-F238E27FC236}">
                      <a16:creationId xmlns:a16="http://schemas.microsoft.com/office/drawing/2014/main" id="{92B175F9-2804-FA46-22B8-3919A2289C75}"/>
                    </a:ext>
                  </a:extLst>
                </p:cNvPr>
                <p:cNvGrpSpPr/>
                <p:nvPr/>
              </p:nvGrpSpPr>
              <p:grpSpPr>
                <a:xfrm>
                  <a:off x="3804167" y="3061525"/>
                  <a:ext cx="1104406" cy="875348"/>
                  <a:chOff x="3804167" y="3061525"/>
                  <a:chExt cx="1104406" cy="875348"/>
                </a:xfrm>
                <a:grpFill/>
              </p:grpSpPr>
              <p:sp>
                <p:nvSpPr>
                  <p:cNvPr id="199" name="Freeform: Shape 198">
                    <a:extLst>
                      <a:ext uri="{FF2B5EF4-FFF2-40B4-BE49-F238E27FC236}">
                        <a16:creationId xmlns:a16="http://schemas.microsoft.com/office/drawing/2014/main" id="{4C91A060-3EEC-2F3F-838D-424CB8757721}"/>
                      </a:ext>
                    </a:extLst>
                  </p:cNvPr>
                  <p:cNvSpPr/>
                  <p:nvPr/>
                </p:nvSpPr>
                <p:spPr>
                  <a:xfrm>
                    <a:off x="3804167" y="3219656"/>
                    <a:ext cx="32246" cy="32246"/>
                  </a:xfrm>
                  <a:custGeom>
                    <a:avLst/>
                    <a:gdLst>
                      <a:gd name="connsiteX0" fmla="*/ 7417 w 0"/>
                      <a:gd name="connsiteY0" fmla="*/ 18257 h 0"/>
                      <a:gd name="connsiteX1" fmla="*/ 6127 w 0"/>
                      <a:gd name="connsiteY1" fmla="*/ 17935 h 0"/>
                      <a:gd name="connsiteX2" fmla="*/ 0 w 0"/>
                      <a:gd name="connsiteY2" fmla="*/ 9550 h 0"/>
                      <a:gd name="connsiteX3" fmla="*/ 6449 w 0"/>
                      <a:gd name="connsiteY3" fmla="*/ 199 h 0"/>
                      <a:gd name="connsiteX4" fmla="*/ 11609 w 0"/>
                      <a:gd name="connsiteY4" fmla="*/ 2456 h 0"/>
                      <a:gd name="connsiteX5" fmla="*/ 9351 w 0"/>
                      <a:gd name="connsiteY5" fmla="*/ 7616 h 0"/>
                      <a:gd name="connsiteX6" fmla="*/ 8384 w 0"/>
                      <a:gd name="connsiteY6" fmla="*/ 9550 h 0"/>
                      <a:gd name="connsiteX7" fmla="*/ 9029 w 0"/>
                      <a:gd name="connsiteY7" fmla="*/ 10518 h 0"/>
                      <a:gd name="connsiteX8" fmla="*/ 11609 w 0"/>
                      <a:gd name="connsiteY8" fmla="*/ 15677 h 0"/>
                      <a:gd name="connsiteX9" fmla="*/ 7417 w 0"/>
                      <a:gd name="connsiteY9" fmla="*/ 18257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>
                        <a:moveTo>
                          <a:pt x="7417" y="18257"/>
                        </a:moveTo>
                        <a:cubicBezTo>
                          <a:pt x="7094" y="18257"/>
                          <a:pt x="6449" y="18257"/>
                          <a:pt x="6127" y="17935"/>
                        </a:cubicBezTo>
                        <a:cubicBezTo>
                          <a:pt x="2580" y="16645"/>
                          <a:pt x="0" y="13420"/>
                          <a:pt x="0" y="9550"/>
                        </a:cubicBezTo>
                        <a:cubicBezTo>
                          <a:pt x="0" y="5358"/>
                          <a:pt x="2580" y="1489"/>
                          <a:pt x="6449" y="199"/>
                        </a:cubicBezTo>
                        <a:cubicBezTo>
                          <a:pt x="8384" y="-446"/>
                          <a:pt x="10964" y="521"/>
                          <a:pt x="11609" y="2456"/>
                        </a:cubicBezTo>
                        <a:cubicBezTo>
                          <a:pt x="12254" y="4391"/>
                          <a:pt x="11286" y="6971"/>
                          <a:pt x="9351" y="7616"/>
                        </a:cubicBezTo>
                        <a:cubicBezTo>
                          <a:pt x="8707" y="7938"/>
                          <a:pt x="8384" y="8583"/>
                          <a:pt x="8384" y="9550"/>
                        </a:cubicBezTo>
                        <a:cubicBezTo>
                          <a:pt x="8384" y="9873"/>
                          <a:pt x="8384" y="10196"/>
                          <a:pt x="9029" y="10518"/>
                        </a:cubicBezTo>
                        <a:cubicBezTo>
                          <a:pt x="11286" y="11163"/>
                          <a:pt x="12254" y="13420"/>
                          <a:pt x="11609" y="15677"/>
                        </a:cubicBezTo>
                        <a:cubicBezTo>
                          <a:pt x="10964" y="16967"/>
                          <a:pt x="9351" y="18257"/>
                          <a:pt x="7417" y="18257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0" name="Freeform: Shape 199">
                    <a:extLst>
                      <a:ext uri="{FF2B5EF4-FFF2-40B4-BE49-F238E27FC236}">
                        <a16:creationId xmlns:a16="http://schemas.microsoft.com/office/drawing/2014/main" id="{A76BDF6A-6275-E5E5-A66D-27C99AE805F1}"/>
                      </a:ext>
                    </a:extLst>
                  </p:cNvPr>
                  <p:cNvSpPr/>
                  <p:nvPr/>
                </p:nvSpPr>
                <p:spPr>
                  <a:xfrm>
                    <a:off x="3840777" y="3176967"/>
                    <a:ext cx="419204" cy="290218"/>
                  </a:xfrm>
                  <a:custGeom>
                    <a:avLst/>
                    <a:gdLst>
                      <a:gd name="connsiteX0" fmla="*/ 218460 w 419204"/>
                      <a:gd name="connsiteY0" fmla="*/ 316983 h 290218"/>
                      <a:gd name="connsiteX1" fmla="*/ 214590 w 419204"/>
                      <a:gd name="connsiteY1" fmla="*/ 314403 h 290218"/>
                      <a:gd name="connsiteX2" fmla="*/ 215557 w 419204"/>
                      <a:gd name="connsiteY2" fmla="*/ 310534 h 290218"/>
                      <a:gd name="connsiteX3" fmla="*/ 214912 w 419204"/>
                      <a:gd name="connsiteY3" fmla="*/ 308599 h 290218"/>
                      <a:gd name="connsiteX4" fmla="*/ 213300 w 419204"/>
                      <a:gd name="connsiteY4" fmla="*/ 301827 h 290218"/>
                      <a:gd name="connsiteX5" fmla="*/ 222329 w 419204"/>
                      <a:gd name="connsiteY5" fmla="*/ 294088 h 290218"/>
                      <a:gd name="connsiteX6" fmla="*/ 231358 w 419204"/>
                      <a:gd name="connsiteY6" fmla="*/ 295700 h 290218"/>
                      <a:gd name="connsiteX7" fmla="*/ 233615 w 419204"/>
                      <a:gd name="connsiteY7" fmla="*/ 300860 h 290218"/>
                      <a:gd name="connsiteX8" fmla="*/ 228456 w 419204"/>
                      <a:gd name="connsiteY8" fmla="*/ 303117 h 290218"/>
                      <a:gd name="connsiteX9" fmla="*/ 222974 w 419204"/>
                      <a:gd name="connsiteY9" fmla="*/ 302149 h 290218"/>
                      <a:gd name="connsiteX10" fmla="*/ 221684 w 419204"/>
                      <a:gd name="connsiteY10" fmla="*/ 302472 h 290218"/>
                      <a:gd name="connsiteX11" fmla="*/ 222652 w 419204"/>
                      <a:gd name="connsiteY11" fmla="*/ 306019 h 290218"/>
                      <a:gd name="connsiteX12" fmla="*/ 224264 w 419204"/>
                      <a:gd name="connsiteY12" fmla="*/ 311823 h 290218"/>
                      <a:gd name="connsiteX13" fmla="*/ 220394 w 419204"/>
                      <a:gd name="connsiteY13" fmla="*/ 317628 h 290218"/>
                      <a:gd name="connsiteX14" fmla="*/ 218460 w 419204"/>
                      <a:gd name="connsiteY14" fmla="*/ 316983 h 290218"/>
                      <a:gd name="connsiteX15" fmla="*/ 262315 w 419204"/>
                      <a:gd name="connsiteY15" fmla="*/ 301182 h 290218"/>
                      <a:gd name="connsiteX16" fmla="*/ 258768 w 419204"/>
                      <a:gd name="connsiteY16" fmla="*/ 298925 h 290218"/>
                      <a:gd name="connsiteX17" fmla="*/ 260380 w 419204"/>
                      <a:gd name="connsiteY17" fmla="*/ 293443 h 290218"/>
                      <a:gd name="connsiteX18" fmla="*/ 264895 w 419204"/>
                      <a:gd name="connsiteY18" fmla="*/ 286349 h 290218"/>
                      <a:gd name="connsiteX19" fmla="*/ 271989 w 419204"/>
                      <a:gd name="connsiteY19" fmla="*/ 276352 h 290218"/>
                      <a:gd name="connsiteX20" fmla="*/ 275213 w 419204"/>
                      <a:gd name="connsiteY20" fmla="*/ 274095 h 290218"/>
                      <a:gd name="connsiteX21" fmla="*/ 276181 w 419204"/>
                      <a:gd name="connsiteY21" fmla="*/ 273450 h 290218"/>
                      <a:gd name="connsiteX22" fmla="*/ 281985 w 419204"/>
                      <a:gd name="connsiteY22" fmla="*/ 274095 h 290218"/>
                      <a:gd name="connsiteX23" fmla="*/ 281340 w 419204"/>
                      <a:gd name="connsiteY23" fmla="*/ 279900 h 290218"/>
                      <a:gd name="connsiteX24" fmla="*/ 280695 w 419204"/>
                      <a:gd name="connsiteY24" fmla="*/ 280544 h 290218"/>
                      <a:gd name="connsiteX25" fmla="*/ 275858 w 419204"/>
                      <a:gd name="connsiteY25" fmla="*/ 284091 h 290218"/>
                      <a:gd name="connsiteX26" fmla="*/ 272634 w 419204"/>
                      <a:gd name="connsiteY26" fmla="*/ 289896 h 290218"/>
                      <a:gd name="connsiteX27" fmla="*/ 264572 w 419204"/>
                      <a:gd name="connsiteY27" fmla="*/ 301182 h 290218"/>
                      <a:gd name="connsiteX28" fmla="*/ 262315 w 419204"/>
                      <a:gd name="connsiteY28" fmla="*/ 301182 h 290218"/>
                      <a:gd name="connsiteX29" fmla="*/ 309395 w 419204"/>
                      <a:gd name="connsiteY29" fmla="*/ 291508 h 290218"/>
                      <a:gd name="connsiteX30" fmla="*/ 306492 w 419204"/>
                      <a:gd name="connsiteY30" fmla="*/ 290218 h 290218"/>
                      <a:gd name="connsiteX31" fmla="*/ 306815 w 419204"/>
                      <a:gd name="connsiteY31" fmla="*/ 284414 h 290218"/>
                      <a:gd name="connsiteX32" fmla="*/ 312942 w 419204"/>
                      <a:gd name="connsiteY32" fmla="*/ 276675 h 290218"/>
                      <a:gd name="connsiteX33" fmla="*/ 320681 w 419204"/>
                      <a:gd name="connsiteY33" fmla="*/ 262809 h 290218"/>
                      <a:gd name="connsiteX34" fmla="*/ 326163 w 419204"/>
                      <a:gd name="connsiteY34" fmla="*/ 261196 h 290218"/>
                      <a:gd name="connsiteX35" fmla="*/ 327775 w 419204"/>
                      <a:gd name="connsiteY35" fmla="*/ 266678 h 290218"/>
                      <a:gd name="connsiteX36" fmla="*/ 319713 w 419204"/>
                      <a:gd name="connsiteY36" fmla="*/ 280867 h 290218"/>
                      <a:gd name="connsiteX37" fmla="*/ 312297 w 419204"/>
                      <a:gd name="connsiteY37" fmla="*/ 290541 h 290218"/>
                      <a:gd name="connsiteX38" fmla="*/ 309395 w 419204"/>
                      <a:gd name="connsiteY38" fmla="*/ 291508 h 290218"/>
                      <a:gd name="connsiteX39" fmla="*/ 351637 w 419204"/>
                      <a:gd name="connsiteY39" fmla="*/ 235722 h 290218"/>
                      <a:gd name="connsiteX40" fmla="*/ 348735 w 419204"/>
                      <a:gd name="connsiteY40" fmla="*/ 234432 h 290218"/>
                      <a:gd name="connsiteX41" fmla="*/ 346478 w 419204"/>
                      <a:gd name="connsiteY41" fmla="*/ 230885 h 290218"/>
                      <a:gd name="connsiteX42" fmla="*/ 345511 w 419204"/>
                      <a:gd name="connsiteY42" fmla="*/ 232820 h 290218"/>
                      <a:gd name="connsiteX43" fmla="*/ 340029 w 419204"/>
                      <a:gd name="connsiteY43" fmla="*/ 234432 h 290218"/>
                      <a:gd name="connsiteX44" fmla="*/ 338416 w 419204"/>
                      <a:gd name="connsiteY44" fmla="*/ 228950 h 290218"/>
                      <a:gd name="connsiteX45" fmla="*/ 342931 w 419204"/>
                      <a:gd name="connsiteY45" fmla="*/ 220888 h 290218"/>
                      <a:gd name="connsiteX46" fmla="*/ 349380 w 419204"/>
                      <a:gd name="connsiteY46" fmla="*/ 215084 h 290218"/>
                      <a:gd name="connsiteX47" fmla="*/ 353895 w 419204"/>
                      <a:gd name="connsiteY47" fmla="*/ 220888 h 290218"/>
                      <a:gd name="connsiteX48" fmla="*/ 353895 w 419204"/>
                      <a:gd name="connsiteY48" fmla="*/ 224113 h 290218"/>
                      <a:gd name="connsiteX49" fmla="*/ 354540 w 419204"/>
                      <a:gd name="connsiteY49" fmla="*/ 228950 h 290218"/>
                      <a:gd name="connsiteX50" fmla="*/ 354540 w 419204"/>
                      <a:gd name="connsiteY50" fmla="*/ 234754 h 290218"/>
                      <a:gd name="connsiteX51" fmla="*/ 351637 w 419204"/>
                      <a:gd name="connsiteY51" fmla="*/ 235722 h 290218"/>
                      <a:gd name="connsiteX52" fmla="*/ 210720 w 419204"/>
                      <a:gd name="connsiteY52" fmla="*/ 227660 h 290218"/>
                      <a:gd name="connsiteX53" fmla="*/ 210398 w 419204"/>
                      <a:gd name="connsiteY53" fmla="*/ 227660 h 290218"/>
                      <a:gd name="connsiteX54" fmla="*/ 207496 w 419204"/>
                      <a:gd name="connsiteY54" fmla="*/ 227660 h 290218"/>
                      <a:gd name="connsiteX55" fmla="*/ 188470 w 419204"/>
                      <a:gd name="connsiteY55" fmla="*/ 225725 h 290218"/>
                      <a:gd name="connsiteX56" fmla="*/ 182988 w 419204"/>
                      <a:gd name="connsiteY56" fmla="*/ 225080 h 290218"/>
                      <a:gd name="connsiteX57" fmla="*/ 179441 w 419204"/>
                      <a:gd name="connsiteY57" fmla="*/ 220566 h 290218"/>
                      <a:gd name="connsiteX58" fmla="*/ 183956 w 419204"/>
                      <a:gd name="connsiteY58" fmla="*/ 217019 h 290218"/>
                      <a:gd name="connsiteX59" fmla="*/ 189438 w 419204"/>
                      <a:gd name="connsiteY59" fmla="*/ 217664 h 290218"/>
                      <a:gd name="connsiteX60" fmla="*/ 207173 w 419204"/>
                      <a:gd name="connsiteY60" fmla="*/ 219598 h 290218"/>
                      <a:gd name="connsiteX61" fmla="*/ 210720 w 419204"/>
                      <a:gd name="connsiteY61" fmla="*/ 219598 h 290218"/>
                      <a:gd name="connsiteX62" fmla="*/ 214268 w 419204"/>
                      <a:gd name="connsiteY62" fmla="*/ 223790 h 290218"/>
                      <a:gd name="connsiteX63" fmla="*/ 210720 w 419204"/>
                      <a:gd name="connsiteY63" fmla="*/ 227660 h 290218"/>
                      <a:gd name="connsiteX64" fmla="*/ 246192 w 419204"/>
                      <a:gd name="connsiteY64" fmla="*/ 223468 h 290218"/>
                      <a:gd name="connsiteX65" fmla="*/ 242322 w 419204"/>
                      <a:gd name="connsiteY65" fmla="*/ 220243 h 290218"/>
                      <a:gd name="connsiteX66" fmla="*/ 245224 w 419204"/>
                      <a:gd name="connsiteY66" fmla="*/ 215407 h 290218"/>
                      <a:gd name="connsiteX67" fmla="*/ 249094 w 419204"/>
                      <a:gd name="connsiteY67" fmla="*/ 214117 h 290218"/>
                      <a:gd name="connsiteX68" fmla="*/ 271989 w 419204"/>
                      <a:gd name="connsiteY68" fmla="*/ 207990 h 290218"/>
                      <a:gd name="connsiteX69" fmla="*/ 276503 w 419204"/>
                      <a:gd name="connsiteY69" fmla="*/ 211537 h 290218"/>
                      <a:gd name="connsiteX70" fmla="*/ 272956 w 419204"/>
                      <a:gd name="connsiteY70" fmla="*/ 216051 h 290218"/>
                      <a:gd name="connsiteX71" fmla="*/ 252641 w 419204"/>
                      <a:gd name="connsiteY71" fmla="*/ 221533 h 290218"/>
                      <a:gd name="connsiteX72" fmla="*/ 247481 w 419204"/>
                      <a:gd name="connsiteY72" fmla="*/ 223146 h 290218"/>
                      <a:gd name="connsiteX73" fmla="*/ 246192 w 419204"/>
                      <a:gd name="connsiteY73" fmla="*/ 223468 h 290218"/>
                      <a:gd name="connsiteX74" fmla="*/ 146227 w 419204"/>
                      <a:gd name="connsiteY74" fmla="*/ 223146 h 290218"/>
                      <a:gd name="connsiteX75" fmla="*/ 143970 w 419204"/>
                      <a:gd name="connsiteY75" fmla="*/ 222501 h 290218"/>
                      <a:gd name="connsiteX76" fmla="*/ 133974 w 419204"/>
                      <a:gd name="connsiteY76" fmla="*/ 214761 h 290218"/>
                      <a:gd name="connsiteX77" fmla="*/ 122043 w 419204"/>
                      <a:gd name="connsiteY77" fmla="*/ 206055 h 290218"/>
                      <a:gd name="connsiteX78" fmla="*/ 121075 w 419204"/>
                      <a:gd name="connsiteY78" fmla="*/ 200573 h 290218"/>
                      <a:gd name="connsiteX79" fmla="*/ 126557 w 419204"/>
                      <a:gd name="connsiteY79" fmla="*/ 199606 h 290218"/>
                      <a:gd name="connsiteX80" fmla="*/ 138811 w 419204"/>
                      <a:gd name="connsiteY80" fmla="*/ 208957 h 290218"/>
                      <a:gd name="connsiteX81" fmla="*/ 148162 w 419204"/>
                      <a:gd name="connsiteY81" fmla="*/ 216051 h 290218"/>
                      <a:gd name="connsiteX82" fmla="*/ 149452 w 419204"/>
                      <a:gd name="connsiteY82" fmla="*/ 221533 h 290218"/>
                      <a:gd name="connsiteX83" fmla="*/ 146227 w 419204"/>
                      <a:gd name="connsiteY83" fmla="*/ 223146 h 290218"/>
                      <a:gd name="connsiteX84" fmla="*/ 379047 w 419204"/>
                      <a:gd name="connsiteY84" fmla="*/ 213794 h 290218"/>
                      <a:gd name="connsiteX85" fmla="*/ 378080 w 419204"/>
                      <a:gd name="connsiteY85" fmla="*/ 213794 h 290218"/>
                      <a:gd name="connsiteX86" fmla="*/ 375177 w 419204"/>
                      <a:gd name="connsiteY86" fmla="*/ 208957 h 290218"/>
                      <a:gd name="connsiteX87" fmla="*/ 376145 w 419204"/>
                      <a:gd name="connsiteY87" fmla="*/ 204443 h 290218"/>
                      <a:gd name="connsiteX88" fmla="*/ 378402 w 419204"/>
                      <a:gd name="connsiteY88" fmla="*/ 197026 h 290218"/>
                      <a:gd name="connsiteX89" fmla="*/ 386141 w 419204"/>
                      <a:gd name="connsiteY89" fmla="*/ 191544 h 290218"/>
                      <a:gd name="connsiteX90" fmla="*/ 392913 w 419204"/>
                      <a:gd name="connsiteY90" fmla="*/ 188319 h 290218"/>
                      <a:gd name="connsiteX91" fmla="*/ 393235 w 419204"/>
                      <a:gd name="connsiteY91" fmla="*/ 187997 h 290218"/>
                      <a:gd name="connsiteX92" fmla="*/ 398395 w 419204"/>
                      <a:gd name="connsiteY92" fmla="*/ 188964 h 290218"/>
                      <a:gd name="connsiteX93" fmla="*/ 397750 w 419204"/>
                      <a:gd name="connsiteY93" fmla="*/ 194769 h 290218"/>
                      <a:gd name="connsiteX94" fmla="*/ 397427 w 419204"/>
                      <a:gd name="connsiteY94" fmla="*/ 195091 h 290218"/>
                      <a:gd name="connsiteX95" fmla="*/ 388076 w 419204"/>
                      <a:gd name="connsiteY95" fmla="*/ 199606 h 290218"/>
                      <a:gd name="connsiteX96" fmla="*/ 385174 w 419204"/>
                      <a:gd name="connsiteY96" fmla="*/ 201218 h 290218"/>
                      <a:gd name="connsiteX97" fmla="*/ 383884 w 419204"/>
                      <a:gd name="connsiteY97" fmla="*/ 206055 h 290218"/>
                      <a:gd name="connsiteX98" fmla="*/ 382594 w 419204"/>
                      <a:gd name="connsiteY98" fmla="*/ 211214 h 290218"/>
                      <a:gd name="connsiteX99" fmla="*/ 379047 w 419204"/>
                      <a:gd name="connsiteY99" fmla="*/ 213794 h 290218"/>
                      <a:gd name="connsiteX100" fmla="*/ 312619 w 419204"/>
                      <a:gd name="connsiteY100" fmla="*/ 201863 h 290218"/>
                      <a:gd name="connsiteX101" fmla="*/ 309072 w 419204"/>
                      <a:gd name="connsiteY101" fmla="*/ 201863 h 290218"/>
                      <a:gd name="connsiteX102" fmla="*/ 304880 w 419204"/>
                      <a:gd name="connsiteY102" fmla="*/ 201863 h 290218"/>
                      <a:gd name="connsiteX103" fmla="*/ 300366 w 419204"/>
                      <a:gd name="connsiteY103" fmla="*/ 198316 h 290218"/>
                      <a:gd name="connsiteX104" fmla="*/ 303913 w 419204"/>
                      <a:gd name="connsiteY104" fmla="*/ 193801 h 290218"/>
                      <a:gd name="connsiteX105" fmla="*/ 309395 w 419204"/>
                      <a:gd name="connsiteY105" fmla="*/ 193801 h 290218"/>
                      <a:gd name="connsiteX106" fmla="*/ 316811 w 419204"/>
                      <a:gd name="connsiteY106" fmla="*/ 193479 h 290218"/>
                      <a:gd name="connsiteX107" fmla="*/ 317456 w 419204"/>
                      <a:gd name="connsiteY107" fmla="*/ 193156 h 290218"/>
                      <a:gd name="connsiteX108" fmla="*/ 317456 w 419204"/>
                      <a:gd name="connsiteY108" fmla="*/ 192189 h 290218"/>
                      <a:gd name="connsiteX109" fmla="*/ 316489 w 419204"/>
                      <a:gd name="connsiteY109" fmla="*/ 187029 h 290218"/>
                      <a:gd name="connsiteX110" fmla="*/ 319391 w 419204"/>
                      <a:gd name="connsiteY110" fmla="*/ 182192 h 290218"/>
                      <a:gd name="connsiteX111" fmla="*/ 324228 w 419204"/>
                      <a:gd name="connsiteY111" fmla="*/ 185095 h 290218"/>
                      <a:gd name="connsiteX112" fmla="*/ 325195 w 419204"/>
                      <a:gd name="connsiteY112" fmla="*/ 192189 h 290218"/>
                      <a:gd name="connsiteX113" fmla="*/ 317456 w 419204"/>
                      <a:gd name="connsiteY113" fmla="*/ 201541 h 290218"/>
                      <a:gd name="connsiteX114" fmla="*/ 312619 w 419204"/>
                      <a:gd name="connsiteY114" fmla="*/ 201863 h 290218"/>
                      <a:gd name="connsiteX115" fmla="*/ 92698 w 419204"/>
                      <a:gd name="connsiteY115" fmla="*/ 185740 h 290218"/>
                      <a:gd name="connsiteX116" fmla="*/ 90441 w 419204"/>
                      <a:gd name="connsiteY116" fmla="*/ 185095 h 290218"/>
                      <a:gd name="connsiteX117" fmla="*/ 82702 w 419204"/>
                      <a:gd name="connsiteY117" fmla="*/ 180258 h 290218"/>
                      <a:gd name="connsiteX118" fmla="*/ 67869 w 419204"/>
                      <a:gd name="connsiteY118" fmla="*/ 169294 h 290218"/>
                      <a:gd name="connsiteX119" fmla="*/ 67224 w 419204"/>
                      <a:gd name="connsiteY119" fmla="*/ 163490 h 290218"/>
                      <a:gd name="connsiteX120" fmla="*/ 73028 w 419204"/>
                      <a:gd name="connsiteY120" fmla="*/ 163167 h 290218"/>
                      <a:gd name="connsiteX121" fmla="*/ 87216 w 419204"/>
                      <a:gd name="connsiteY121" fmla="*/ 173486 h 290218"/>
                      <a:gd name="connsiteX122" fmla="*/ 94633 w 419204"/>
                      <a:gd name="connsiteY122" fmla="*/ 178323 h 290218"/>
                      <a:gd name="connsiteX123" fmla="*/ 95923 w 419204"/>
                      <a:gd name="connsiteY123" fmla="*/ 183805 h 290218"/>
                      <a:gd name="connsiteX124" fmla="*/ 92698 w 419204"/>
                      <a:gd name="connsiteY124" fmla="*/ 185740 h 290218"/>
                      <a:gd name="connsiteX125" fmla="*/ 420322 w 419204"/>
                      <a:gd name="connsiteY125" fmla="*/ 168972 h 290218"/>
                      <a:gd name="connsiteX126" fmla="*/ 416453 w 419204"/>
                      <a:gd name="connsiteY126" fmla="*/ 165747 h 290218"/>
                      <a:gd name="connsiteX127" fmla="*/ 413873 w 419204"/>
                      <a:gd name="connsiteY127" fmla="*/ 161232 h 290218"/>
                      <a:gd name="connsiteX128" fmla="*/ 410649 w 419204"/>
                      <a:gd name="connsiteY128" fmla="*/ 162522 h 290218"/>
                      <a:gd name="connsiteX129" fmla="*/ 401620 w 419204"/>
                      <a:gd name="connsiteY129" fmla="*/ 168004 h 290218"/>
                      <a:gd name="connsiteX130" fmla="*/ 396138 w 419204"/>
                      <a:gd name="connsiteY130" fmla="*/ 166392 h 290218"/>
                      <a:gd name="connsiteX131" fmla="*/ 397750 w 419204"/>
                      <a:gd name="connsiteY131" fmla="*/ 160910 h 290218"/>
                      <a:gd name="connsiteX132" fmla="*/ 406456 w 419204"/>
                      <a:gd name="connsiteY132" fmla="*/ 155750 h 290218"/>
                      <a:gd name="connsiteX133" fmla="*/ 424515 w 419204"/>
                      <a:gd name="connsiteY133" fmla="*/ 164457 h 290218"/>
                      <a:gd name="connsiteX134" fmla="*/ 421290 w 419204"/>
                      <a:gd name="connsiteY134" fmla="*/ 168972 h 290218"/>
                      <a:gd name="connsiteX135" fmla="*/ 420322 w 419204"/>
                      <a:gd name="connsiteY135" fmla="*/ 168972 h 290218"/>
                      <a:gd name="connsiteX136" fmla="*/ 363246 w 419204"/>
                      <a:gd name="connsiteY136" fmla="*/ 162200 h 290218"/>
                      <a:gd name="connsiteX137" fmla="*/ 361311 w 419204"/>
                      <a:gd name="connsiteY137" fmla="*/ 161555 h 290218"/>
                      <a:gd name="connsiteX138" fmla="*/ 357119 w 419204"/>
                      <a:gd name="connsiteY138" fmla="*/ 158975 h 290218"/>
                      <a:gd name="connsiteX139" fmla="*/ 350993 w 419204"/>
                      <a:gd name="connsiteY139" fmla="*/ 156073 h 290218"/>
                      <a:gd name="connsiteX140" fmla="*/ 343576 w 419204"/>
                      <a:gd name="connsiteY140" fmla="*/ 158653 h 290218"/>
                      <a:gd name="connsiteX141" fmla="*/ 340674 w 419204"/>
                      <a:gd name="connsiteY141" fmla="*/ 160265 h 290218"/>
                      <a:gd name="connsiteX142" fmla="*/ 335192 w 419204"/>
                      <a:gd name="connsiteY142" fmla="*/ 158653 h 290218"/>
                      <a:gd name="connsiteX143" fmla="*/ 336804 w 419204"/>
                      <a:gd name="connsiteY143" fmla="*/ 153171 h 290218"/>
                      <a:gd name="connsiteX144" fmla="*/ 339706 w 419204"/>
                      <a:gd name="connsiteY144" fmla="*/ 151558 h 290218"/>
                      <a:gd name="connsiteX145" fmla="*/ 350993 w 419204"/>
                      <a:gd name="connsiteY145" fmla="*/ 148011 h 290218"/>
                      <a:gd name="connsiteX146" fmla="*/ 361956 w 419204"/>
                      <a:gd name="connsiteY146" fmla="*/ 152526 h 290218"/>
                      <a:gd name="connsiteX147" fmla="*/ 365181 w 419204"/>
                      <a:gd name="connsiteY147" fmla="*/ 154783 h 290218"/>
                      <a:gd name="connsiteX148" fmla="*/ 366793 w 419204"/>
                      <a:gd name="connsiteY148" fmla="*/ 160265 h 290218"/>
                      <a:gd name="connsiteX149" fmla="*/ 363246 w 419204"/>
                      <a:gd name="connsiteY149" fmla="*/ 162200 h 290218"/>
                      <a:gd name="connsiteX150" fmla="*/ 42716 w 419204"/>
                      <a:gd name="connsiteY150" fmla="*/ 144464 h 290218"/>
                      <a:gd name="connsiteX151" fmla="*/ 39169 w 419204"/>
                      <a:gd name="connsiteY151" fmla="*/ 142529 h 290218"/>
                      <a:gd name="connsiteX152" fmla="*/ 34977 w 419204"/>
                      <a:gd name="connsiteY152" fmla="*/ 133500 h 290218"/>
                      <a:gd name="connsiteX153" fmla="*/ 30785 w 419204"/>
                      <a:gd name="connsiteY153" fmla="*/ 122537 h 290218"/>
                      <a:gd name="connsiteX154" fmla="*/ 28205 w 419204"/>
                      <a:gd name="connsiteY154" fmla="*/ 115765 h 290218"/>
                      <a:gd name="connsiteX155" fmla="*/ 31753 w 419204"/>
                      <a:gd name="connsiteY155" fmla="*/ 111250 h 290218"/>
                      <a:gd name="connsiteX156" fmla="*/ 36267 w 419204"/>
                      <a:gd name="connsiteY156" fmla="*/ 114797 h 290218"/>
                      <a:gd name="connsiteX157" fmla="*/ 38202 w 419204"/>
                      <a:gd name="connsiteY157" fmla="*/ 119634 h 290218"/>
                      <a:gd name="connsiteX158" fmla="*/ 42394 w 419204"/>
                      <a:gd name="connsiteY158" fmla="*/ 131565 h 290218"/>
                      <a:gd name="connsiteX159" fmla="*/ 45618 w 419204"/>
                      <a:gd name="connsiteY159" fmla="*/ 138660 h 290218"/>
                      <a:gd name="connsiteX160" fmla="*/ 44329 w 419204"/>
                      <a:gd name="connsiteY160" fmla="*/ 144142 h 290218"/>
                      <a:gd name="connsiteX161" fmla="*/ 42716 w 419204"/>
                      <a:gd name="connsiteY161" fmla="*/ 144464 h 290218"/>
                      <a:gd name="connsiteX162" fmla="*/ 14984 w 419204"/>
                      <a:gd name="connsiteY162" fmla="*/ 88355 h 290218"/>
                      <a:gd name="connsiteX163" fmla="*/ 11115 w 419204"/>
                      <a:gd name="connsiteY163" fmla="*/ 85131 h 290218"/>
                      <a:gd name="connsiteX164" fmla="*/ 10792 w 419204"/>
                      <a:gd name="connsiteY164" fmla="*/ 83196 h 290218"/>
                      <a:gd name="connsiteX165" fmla="*/ 11760 w 419204"/>
                      <a:gd name="connsiteY165" fmla="*/ 78036 h 290218"/>
                      <a:gd name="connsiteX166" fmla="*/ 12727 w 419204"/>
                      <a:gd name="connsiteY166" fmla="*/ 74489 h 290218"/>
                      <a:gd name="connsiteX167" fmla="*/ 12405 w 419204"/>
                      <a:gd name="connsiteY167" fmla="*/ 72232 h 290218"/>
                      <a:gd name="connsiteX168" fmla="*/ 10147 w 419204"/>
                      <a:gd name="connsiteY168" fmla="*/ 60301 h 290218"/>
                      <a:gd name="connsiteX169" fmla="*/ 10470 w 419204"/>
                      <a:gd name="connsiteY169" fmla="*/ 57399 h 290218"/>
                      <a:gd name="connsiteX170" fmla="*/ 14984 w 419204"/>
                      <a:gd name="connsiteY170" fmla="*/ 53852 h 290218"/>
                      <a:gd name="connsiteX171" fmla="*/ 18531 w 419204"/>
                      <a:gd name="connsiteY171" fmla="*/ 58366 h 290218"/>
                      <a:gd name="connsiteX172" fmla="*/ 18531 w 419204"/>
                      <a:gd name="connsiteY172" fmla="*/ 60301 h 290218"/>
                      <a:gd name="connsiteX173" fmla="*/ 20466 w 419204"/>
                      <a:gd name="connsiteY173" fmla="*/ 69975 h 290218"/>
                      <a:gd name="connsiteX174" fmla="*/ 21111 w 419204"/>
                      <a:gd name="connsiteY174" fmla="*/ 74812 h 290218"/>
                      <a:gd name="connsiteX175" fmla="*/ 19821 w 419204"/>
                      <a:gd name="connsiteY175" fmla="*/ 81261 h 290218"/>
                      <a:gd name="connsiteX176" fmla="*/ 19176 w 419204"/>
                      <a:gd name="connsiteY176" fmla="*/ 83518 h 290218"/>
                      <a:gd name="connsiteX177" fmla="*/ 15952 w 419204"/>
                      <a:gd name="connsiteY177" fmla="*/ 88355 h 290218"/>
                      <a:gd name="connsiteX178" fmla="*/ 14984 w 419204"/>
                      <a:gd name="connsiteY178" fmla="*/ 88355 h 290218"/>
                      <a:gd name="connsiteX179" fmla="*/ 4021 w 419204"/>
                      <a:gd name="connsiteY179" fmla="*/ 49015 h 290218"/>
                      <a:gd name="connsiteX180" fmla="*/ 1441 w 419204"/>
                      <a:gd name="connsiteY180" fmla="*/ 48047 h 290218"/>
                      <a:gd name="connsiteX181" fmla="*/ 796 w 419204"/>
                      <a:gd name="connsiteY181" fmla="*/ 42243 h 290218"/>
                      <a:gd name="connsiteX182" fmla="*/ 6600 w 419204"/>
                      <a:gd name="connsiteY182" fmla="*/ 33536 h 290218"/>
                      <a:gd name="connsiteX183" fmla="*/ 23368 w 419204"/>
                      <a:gd name="connsiteY183" fmla="*/ 24830 h 290218"/>
                      <a:gd name="connsiteX184" fmla="*/ 27883 w 419204"/>
                      <a:gd name="connsiteY184" fmla="*/ 28377 h 290218"/>
                      <a:gd name="connsiteX185" fmla="*/ 24336 w 419204"/>
                      <a:gd name="connsiteY185" fmla="*/ 32891 h 290218"/>
                      <a:gd name="connsiteX186" fmla="*/ 14017 w 419204"/>
                      <a:gd name="connsiteY186" fmla="*/ 36761 h 290218"/>
                      <a:gd name="connsiteX187" fmla="*/ 6923 w 419204"/>
                      <a:gd name="connsiteY187" fmla="*/ 47080 h 290218"/>
                      <a:gd name="connsiteX188" fmla="*/ 4021 w 419204"/>
                      <a:gd name="connsiteY188" fmla="*/ 49015 h 290218"/>
                      <a:gd name="connsiteX189" fmla="*/ 44651 w 419204"/>
                      <a:gd name="connsiteY189" fmla="*/ 42888 h 290218"/>
                      <a:gd name="connsiteX190" fmla="*/ 41104 w 419204"/>
                      <a:gd name="connsiteY190" fmla="*/ 40630 h 290218"/>
                      <a:gd name="connsiteX191" fmla="*/ 42716 w 419204"/>
                      <a:gd name="connsiteY191" fmla="*/ 35149 h 290218"/>
                      <a:gd name="connsiteX192" fmla="*/ 46908 w 419204"/>
                      <a:gd name="connsiteY192" fmla="*/ 32246 h 290218"/>
                      <a:gd name="connsiteX193" fmla="*/ 50778 w 419204"/>
                      <a:gd name="connsiteY193" fmla="*/ 26442 h 290218"/>
                      <a:gd name="connsiteX194" fmla="*/ 63677 w 419204"/>
                      <a:gd name="connsiteY194" fmla="*/ 17735 h 290218"/>
                      <a:gd name="connsiteX195" fmla="*/ 68191 w 419204"/>
                      <a:gd name="connsiteY195" fmla="*/ 21283 h 290218"/>
                      <a:gd name="connsiteX196" fmla="*/ 64644 w 419204"/>
                      <a:gd name="connsiteY196" fmla="*/ 25797 h 290218"/>
                      <a:gd name="connsiteX197" fmla="*/ 58195 w 419204"/>
                      <a:gd name="connsiteY197" fmla="*/ 29989 h 290218"/>
                      <a:gd name="connsiteX198" fmla="*/ 52390 w 419204"/>
                      <a:gd name="connsiteY198" fmla="*/ 38051 h 290218"/>
                      <a:gd name="connsiteX199" fmla="*/ 46586 w 419204"/>
                      <a:gd name="connsiteY199" fmla="*/ 42243 h 290218"/>
                      <a:gd name="connsiteX200" fmla="*/ 44651 w 419204"/>
                      <a:gd name="connsiteY200" fmla="*/ 42888 h 290218"/>
                      <a:gd name="connsiteX201" fmla="*/ 54003 w 419204"/>
                      <a:gd name="connsiteY201" fmla="*/ 13221 h 290218"/>
                      <a:gd name="connsiteX202" fmla="*/ 50133 w 419204"/>
                      <a:gd name="connsiteY202" fmla="*/ 9996 h 290218"/>
                      <a:gd name="connsiteX203" fmla="*/ 53358 w 419204"/>
                      <a:gd name="connsiteY203" fmla="*/ 5482 h 290218"/>
                      <a:gd name="connsiteX204" fmla="*/ 58517 w 419204"/>
                      <a:gd name="connsiteY204" fmla="*/ 4837 h 290218"/>
                      <a:gd name="connsiteX205" fmla="*/ 69803 w 419204"/>
                      <a:gd name="connsiteY205" fmla="*/ 1935 h 290218"/>
                      <a:gd name="connsiteX206" fmla="*/ 80122 w 419204"/>
                      <a:gd name="connsiteY206" fmla="*/ 0 h 290218"/>
                      <a:gd name="connsiteX207" fmla="*/ 80445 w 419204"/>
                      <a:gd name="connsiteY207" fmla="*/ 4192 h 290218"/>
                      <a:gd name="connsiteX208" fmla="*/ 80445 w 419204"/>
                      <a:gd name="connsiteY208" fmla="*/ 8384 h 290218"/>
                      <a:gd name="connsiteX209" fmla="*/ 80445 w 419204"/>
                      <a:gd name="connsiteY209" fmla="*/ 8384 h 290218"/>
                      <a:gd name="connsiteX210" fmla="*/ 73028 w 419204"/>
                      <a:gd name="connsiteY210" fmla="*/ 9674 h 290218"/>
                      <a:gd name="connsiteX211" fmla="*/ 59484 w 419204"/>
                      <a:gd name="connsiteY211" fmla="*/ 12576 h 290218"/>
                      <a:gd name="connsiteX212" fmla="*/ 54325 w 419204"/>
                      <a:gd name="connsiteY212" fmla="*/ 13221 h 290218"/>
                      <a:gd name="connsiteX213" fmla="*/ 54003 w 419204"/>
                      <a:gd name="connsiteY213" fmla="*/ 13221 h 2902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</a:cxnLst>
                    <a:rect l="l" t="t" r="r" b="b"/>
                    <a:pathLst>
                      <a:path w="419204" h="290218">
                        <a:moveTo>
                          <a:pt x="218460" y="316983"/>
                        </a:moveTo>
                        <a:cubicBezTo>
                          <a:pt x="216847" y="316983"/>
                          <a:pt x="215235" y="316015"/>
                          <a:pt x="214590" y="314403"/>
                        </a:cubicBezTo>
                        <a:cubicBezTo>
                          <a:pt x="213945" y="313113"/>
                          <a:pt x="214590" y="311501"/>
                          <a:pt x="215557" y="310534"/>
                        </a:cubicBezTo>
                        <a:cubicBezTo>
                          <a:pt x="215235" y="309889"/>
                          <a:pt x="214912" y="309244"/>
                          <a:pt x="214912" y="308599"/>
                        </a:cubicBezTo>
                        <a:cubicBezTo>
                          <a:pt x="214268" y="306664"/>
                          <a:pt x="213300" y="304084"/>
                          <a:pt x="213300" y="301827"/>
                        </a:cubicBezTo>
                        <a:cubicBezTo>
                          <a:pt x="213300" y="300215"/>
                          <a:pt x="213945" y="294410"/>
                          <a:pt x="222329" y="294088"/>
                        </a:cubicBezTo>
                        <a:cubicBezTo>
                          <a:pt x="225554" y="293766"/>
                          <a:pt x="228778" y="294410"/>
                          <a:pt x="231358" y="295700"/>
                        </a:cubicBezTo>
                        <a:cubicBezTo>
                          <a:pt x="233293" y="296668"/>
                          <a:pt x="234260" y="298925"/>
                          <a:pt x="233615" y="300860"/>
                        </a:cubicBezTo>
                        <a:cubicBezTo>
                          <a:pt x="232648" y="302794"/>
                          <a:pt x="230391" y="303762"/>
                          <a:pt x="228456" y="303117"/>
                        </a:cubicBezTo>
                        <a:cubicBezTo>
                          <a:pt x="226844" y="302472"/>
                          <a:pt x="224909" y="302149"/>
                          <a:pt x="222974" y="302149"/>
                        </a:cubicBezTo>
                        <a:cubicBezTo>
                          <a:pt x="222329" y="302149"/>
                          <a:pt x="222007" y="302149"/>
                          <a:pt x="221684" y="302472"/>
                        </a:cubicBezTo>
                        <a:cubicBezTo>
                          <a:pt x="221684" y="303439"/>
                          <a:pt x="222329" y="304729"/>
                          <a:pt x="222652" y="306019"/>
                        </a:cubicBezTo>
                        <a:cubicBezTo>
                          <a:pt x="223297" y="307954"/>
                          <a:pt x="224264" y="309889"/>
                          <a:pt x="224264" y="311823"/>
                        </a:cubicBezTo>
                        <a:cubicBezTo>
                          <a:pt x="224264" y="314403"/>
                          <a:pt x="222652" y="316660"/>
                          <a:pt x="220394" y="317628"/>
                        </a:cubicBezTo>
                        <a:cubicBezTo>
                          <a:pt x="219427" y="316660"/>
                          <a:pt x="218782" y="316983"/>
                          <a:pt x="218460" y="316983"/>
                        </a:cubicBezTo>
                        <a:close/>
                        <a:moveTo>
                          <a:pt x="262315" y="301182"/>
                        </a:moveTo>
                        <a:cubicBezTo>
                          <a:pt x="260702" y="301182"/>
                          <a:pt x="259413" y="300537"/>
                          <a:pt x="258768" y="298925"/>
                        </a:cubicBezTo>
                        <a:cubicBezTo>
                          <a:pt x="257800" y="296990"/>
                          <a:pt x="258445" y="294410"/>
                          <a:pt x="260380" y="293443"/>
                        </a:cubicBezTo>
                        <a:cubicBezTo>
                          <a:pt x="262315" y="292476"/>
                          <a:pt x="263605" y="289573"/>
                          <a:pt x="264895" y="286349"/>
                        </a:cubicBezTo>
                        <a:cubicBezTo>
                          <a:pt x="266507" y="282479"/>
                          <a:pt x="268119" y="278287"/>
                          <a:pt x="271989" y="276352"/>
                        </a:cubicBezTo>
                        <a:cubicBezTo>
                          <a:pt x="273279" y="275707"/>
                          <a:pt x="274246" y="274740"/>
                          <a:pt x="275213" y="274095"/>
                        </a:cubicBezTo>
                        <a:lnTo>
                          <a:pt x="276181" y="273450"/>
                        </a:lnTo>
                        <a:cubicBezTo>
                          <a:pt x="277793" y="272160"/>
                          <a:pt x="280373" y="272160"/>
                          <a:pt x="281985" y="274095"/>
                        </a:cubicBezTo>
                        <a:cubicBezTo>
                          <a:pt x="283275" y="275707"/>
                          <a:pt x="283275" y="278287"/>
                          <a:pt x="281340" y="279900"/>
                        </a:cubicBezTo>
                        <a:lnTo>
                          <a:pt x="280695" y="280544"/>
                        </a:lnTo>
                        <a:cubicBezTo>
                          <a:pt x="279728" y="281512"/>
                          <a:pt x="278116" y="282802"/>
                          <a:pt x="275858" y="284091"/>
                        </a:cubicBezTo>
                        <a:cubicBezTo>
                          <a:pt x="274568" y="284736"/>
                          <a:pt x="273601" y="287316"/>
                          <a:pt x="272634" y="289896"/>
                        </a:cubicBezTo>
                        <a:cubicBezTo>
                          <a:pt x="271021" y="293766"/>
                          <a:pt x="269087" y="298602"/>
                          <a:pt x="264572" y="301182"/>
                        </a:cubicBezTo>
                        <a:cubicBezTo>
                          <a:pt x="263605" y="301182"/>
                          <a:pt x="262960" y="301182"/>
                          <a:pt x="262315" y="301182"/>
                        </a:cubicBezTo>
                        <a:close/>
                        <a:moveTo>
                          <a:pt x="309395" y="291508"/>
                        </a:moveTo>
                        <a:cubicBezTo>
                          <a:pt x="308427" y="291508"/>
                          <a:pt x="307137" y="291186"/>
                          <a:pt x="306492" y="290218"/>
                        </a:cubicBezTo>
                        <a:cubicBezTo>
                          <a:pt x="304880" y="288606"/>
                          <a:pt x="305203" y="286026"/>
                          <a:pt x="306815" y="284414"/>
                        </a:cubicBezTo>
                        <a:cubicBezTo>
                          <a:pt x="308750" y="282802"/>
                          <a:pt x="310684" y="279900"/>
                          <a:pt x="312942" y="276675"/>
                        </a:cubicBezTo>
                        <a:cubicBezTo>
                          <a:pt x="315521" y="272483"/>
                          <a:pt x="318101" y="267646"/>
                          <a:pt x="320681" y="262809"/>
                        </a:cubicBezTo>
                        <a:cubicBezTo>
                          <a:pt x="321648" y="260874"/>
                          <a:pt x="324228" y="260229"/>
                          <a:pt x="326163" y="261196"/>
                        </a:cubicBezTo>
                        <a:cubicBezTo>
                          <a:pt x="328098" y="262164"/>
                          <a:pt x="328742" y="264744"/>
                          <a:pt x="327775" y="266678"/>
                        </a:cubicBezTo>
                        <a:cubicBezTo>
                          <a:pt x="324873" y="271838"/>
                          <a:pt x="322293" y="276675"/>
                          <a:pt x="319713" y="280867"/>
                        </a:cubicBezTo>
                        <a:cubicBezTo>
                          <a:pt x="317134" y="285059"/>
                          <a:pt x="314877" y="288283"/>
                          <a:pt x="312297" y="290541"/>
                        </a:cubicBezTo>
                        <a:cubicBezTo>
                          <a:pt x="311329" y="291186"/>
                          <a:pt x="310362" y="291508"/>
                          <a:pt x="309395" y="291508"/>
                        </a:cubicBezTo>
                        <a:close/>
                        <a:moveTo>
                          <a:pt x="351637" y="235722"/>
                        </a:moveTo>
                        <a:cubicBezTo>
                          <a:pt x="350670" y="235722"/>
                          <a:pt x="349703" y="235399"/>
                          <a:pt x="348735" y="234432"/>
                        </a:cubicBezTo>
                        <a:cubicBezTo>
                          <a:pt x="347768" y="233464"/>
                          <a:pt x="347123" y="232175"/>
                          <a:pt x="346478" y="230885"/>
                        </a:cubicBezTo>
                        <a:cubicBezTo>
                          <a:pt x="346156" y="231530"/>
                          <a:pt x="345833" y="232175"/>
                          <a:pt x="345511" y="232820"/>
                        </a:cubicBezTo>
                        <a:cubicBezTo>
                          <a:pt x="344543" y="234754"/>
                          <a:pt x="341964" y="235399"/>
                          <a:pt x="340029" y="234432"/>
                        </a:cubicBezTo>
                        <a:cubicBezTo>
                          <a:pt x="338094" y="233464"/>
                          <a:pt x="337449" y="230885"/>
                          <a:pt x="338416" y="228950"/>
                        </a:cubicBezTo>
                        <a:cubicBezTo>
                          <a:pt x="340029" y="225725"/>
                          <a:pt x="341641" y="222823"/>
                          <a:pt x="342931" y="220888"/>
                        </a:cubicBezTo>
                        <a:cubicBezTo>
                          <a:pt x="344866" y="217664"/>
                          <a:pt x="346478" y="215084"/>
                          <a:pt x="349380" y="215084"/>
                        </a:cubicBezTo>
                        <a:cubicBezTo>
                          <a:pt x="350348" y="215084"/>
                          <a:pt x="353895" y="215407"/>
                          <a:pt x="353895" y="220888"/>
                        </a:cubicBezTo>
                        <a:lnTo>
                          <a:pt x="353895" y="224113"/>
                        </a:lnTo>
                        <a:cubicBezTo>
                          <a:pt x="353895" y="227983"/>
                          <a:pt x="354540" y="228627"/>
                          <a:pt x="354540" y="228950"/>
                        </a:cubicBezTo>
                        <a:cubicBezTo>
                          <a:pt x="356152" y="230562"/>
                          <a:pt x="356152" y="233142"/>
                          <a:pt x="354540" y="234754"/>
                        </a:cubicBezTo>
                        <a:cubicBezTo>
                          <a:pt x="353572" y="235399"/>
                          <a:pt x="352605" y="235722"/>
                          <a:pt x="351637" y="235722"/>
                        </a:cubicBezTo>
                        <a:close/>
                        <a:moveTo>
                          <a:pt x="210720" y="227660"/>
                        </a:moveTo>
                        <a:cubicBezTo>
                          <a:pt x="210720" y="227660"/>
                          <a:pt x="210398" y="227660"/>
                          <a:pt x="210398" y="227660"/>
                        </a:cubicBezTo>
                        <a:cubicBezTo>
                          <a:pt x="209431" y="227660"/>
                          <a:pt x="208463" y="227660"/>
                          <a:pt x="207496" y="227660"/>
                        </a:cubicBezTo>
                        <a:cubicBezTo>
                          <a:pt x="202014" y="227660"/>
                          <a:pt x="195565" y="226693"/>
                          <a:pt x="188470" y="225725"/>
                        </a:cubicBezTo>
                        <a:lnTo>
                          <a:pt x="182988" y="225080"/>
                        </a:lnTo>
                        <a:cubicBezTo>
                          <a:pt x="180731" y="224758"/>
                          <a:pt x="179119" y="222823"/>
                          <a:pt x="179441" y="220566"/>
                        </a:cubicBezTo>
                        <a:cubicBezTo>
                          <a:pt x="179764" y="218309"/>
                          <a:pt x="181699" y="216696"/>
                          <a:pt x="183956" y="217019"/>
                        </a:cubicBezTo>
                        <a:lnTo>
                          <a:pt x="189438" y="217664"/>
                        </a:lnTo>
                        <a:cubicBezTo>
                          <a:pt x="196210" y="218631"/>
                          <a:pt x="202336" y="219598"/>
                          <a:pt x="207173" y="219598"/>
                        </a:cubicBezTo>
                        <a:cubicBezTo>
                          <a:pt x="208463" y="219598"/>
                          <a:pt x="209431" y="219598"/>
                          <a:pt x="210720" y="219598"/>
                        </a:cubicBezTo>
                        <a:cubicBezTo>
                          <a:pt x="212978" y="219921"/>
                          <a:pt x="214590" y="221856"/>
                          <a:pt x="214268" y="223790"/>
                        </a:cubicBezTo>
                        <a:cubicBezTo>
                          <a:pt x="214268" y="226048"/>
                          <a:pt x="212655" y="227660"/>
                          <a:pt x="210720" y="227660"/>
                        </a:cubicBezTo>
                        <a:close/>
                        <a:moveTo>
                          <a:pt x="246192" y="223468"/>
                        </a:moveTo>
                        <a:cubicBezTo>
                          <a:pt x="244257" y="223468"/>
                          <a:pt x="242644" y="222178"/>
                          <a:pt x="242322" y="220243"/>
                        </a:cubicBezTo>
                        <a:cubicBezTo>
                          <a:pt x="241677" y="217986"/>
                          <a:pt x="243289" y="216051"/>
                          <a:pt x="245224" y="215407"/>
                        </a:cubicBezTo>
                        <a:cubicBezTo>
                          <a:pt x="246514" y="215084"/>
                          <a:pt x="247804" y="214761"/>
                          <a:pt x="249094" y="214117"/>
                        </a:cubicBezTo>
                        <a:cubicBezTo>
                          <a:pt x="255543" y="211537"/>
                          <a:pt x="261992" y="208957"/>
                          <a:pt x="271989" y="207990"/>
                        </a:cubicBezTo>
                        <a:cubicBezTo>
                          <a:pt x="274246" y="207667"/>
                          <a:pt x="276181" y="209280"/>
                          <a:pt x="276503" y="211537"/>
                        </a:cubicBezTo>
                        <a:cubicBezTo>
                          <a:pt x="276826" y="213794"/>
                          <a:pt x="275213" y="215729"/>
                          <a:pt x="272956" y="216051"/>
                        </a:cubicBezTo>
                        <a:cubicBezTo>
                          <a:pt x="264250" y="217019"/>
                          <a:pt x="258445" y="219276"/>
                          <a:pt x="252641" y="221533"/>
                        </a:cubicBezTo>
                        <a:cubicBezTo>
                          <a:pt x="251029" y="222178"/>
                          <a:pt x="249416" y="222823"/>
                          <a:pt x="247481" y="223146"/>
                        </a:cubicBezTo>
                        <a:cubicBezTo>
                          <a:pt x="246836" y="223146"/>
                          <a:pt x="246514" y="223468"/>
                          <a:pt x="246192" y="223468"/>
                        </a:cubicBezTo>
                        <a:close/>
                        <a:moveTo>
                          <a:pt x="146227" y="223146"/>
                        </a:moveTo>
                        <a:cubicBezTo>
                          <a:pt x="145583" y="223146"/>
                          <a:pt x="144938" y="222823"/>
                          <a:pt x="143970" y="222501"/>
                        </a:cubicBezTo>
                        <a:cubicBezTo>
                          <a:pt x="141391" y="220888"/>
                          <a:pt x="138488" y="218631"/>
                          <a:pt x="133974" y="214761"/>
                        </a:cubicBezTo>
                        <a:cubicBezTo>
                          <a:pt x="130749" y="212182"/>
                          <a:pt x="126880" y="209280"/>
                          <a:pt x="122043" y="206055"/>
                        </a:cubicBezTo>
                        <a:cubicBezTo>
                          <a:pt x="120108" y="204765"/>
                          <a:pt x="119785" y="202185"/>
                          <a:pt x="121075" y="200573"/>
                        </a:cubicBezTo>
                        <a:cubicBezTo>
                          <a:pt x="122365" y="198638"/>
                          <a:pt x="124945" y="198316"/>
                          <a:pt x="126557" y="199606"/>
                        </a:cubicBezTo>
                        <a:cubicBezTo>
                          <a:pt x="131394" y="203153"/>
                          <a:pt x="135586" y="206055"/>
                          <a:pt x="138811" y="208957"/>
                        </a:cubicBezTo>
                        <a:cubicBezTo>
                          <a:pt x="143003" y="212504"/>
                          <a:pt x="145905" y="214761"/>
                          <a:pt x="148162" y="216051"/>
                        </a:cubicBezTo>
                        <a:cubicBezTo>
                          <a:pt x="150097" y="217341"/>
                          <a:pt x="150742" y="219598"/>
                          <a:pt x="149452" y="221533"/>
                        </a:cubicBezTo>
                        <a:cubicBezTo>
                          <a:pt x="148807" y="222501"/>
                          <a:pt x="147517" y="223146"/>
                          <a:pt x="146227" y="223146"/>
                        </a:cubicBezTo>
                        <a:close/>
                        <a:moveTo>
                          <a:pt x="379047" y="213794"/>
                        </a:moveTo>
                        <a:cubicBezTo>
                          <a:pt x="378725" y="213794"/>
                          <a:pt x="378402" y="213794"/>
                          <a:pt x="378080" y="213794"/>
                        </a:cubicBezTo>
                        <a:cubicBezTo>
                          <a:pt x="375822" y="213149"/>
                          <a:pt x="374855" y="210892"/>
                          <a:pt x="375177" y="208957"/>
                        </a:cubicBezTo>
                        <a:cubicBezTo>
                          <a:pt x="375500" y="207345"/>
                          <a:pt x="375822" y="206055"/>
                          <a:pt x="376145" y="204443"/>
                        </a:cubicBezTo>
                        <a:cubicBezTo>
                          <a:pt x="376790" y="201541"/>
                          <a:pt x="377112" y="198961"/>
                          <a:pt x="378402" y="197026"/>
                        </a:cubicBezTo>
                        <a:cubicBezTo>
                          <a:pt x="380659" y="193156"/>
                          <a:pt x="383561" y="192189"/>
                          <a:pt x="386141" y="191544"/>
                        </a:cubicBezTo>
                        <a:cubicBezTo>
                          <a:pt x="388076" y="190899"/>
                          <a:pt x="390011" y="190577"/>
                          <a:pt x="392913" y="188319"/>
                        </a:cubicBezTo>
                        <a:lnTo>
                          <a:pt x="393235" y="187997"/>
                        </a:lnTo>
                        <a:cubicBezTo>
                          <a:pt x="394848" y="187029"/>
                          <a:pt x="397105" y="187352"/>
                          <a:pt x="398395" y="188964"/>
                        </a:cubicBezTo>
                        <a:cubicBezTo>
                          <a:pt x="399685" y="190577"/>
                          <a:pt x="399362" y="193156"/>
                          <a:pt x="397750" y="194769"/>
                        </a:cubicBezTo>
                        <a:cubicBezTo>
                          <a:pt x="397750" y="194769"/>
                          <a:pt x="397750" y="194769"/>
                          <a:pt x="397427" y="195091"/>
                        </a:cubicBezTo>
                        <a:cubicBezTo>
                          <a:pt x="393235" y="197993"/>
                          <a:pt x="390333" y="198961"/>
                          <a:pt x="388076" y="199606"/>
                        </a:cubicBezTo>
                        <a:cubicBezTo>
                          <a:pt x="386141" y="200251"/>
                          <a:pt x="385819" y="200251"/>
                          <a:pt x="385174" y="201218"/>
                        </a:cubicBezTo>
                        <a:cubicBezTo>
                          <a:pt x="384529" y="202185"/>
                          <a:pt x="384206" y="204120"/>
                          <a:pt x="383884" y="206055"/>
                        </a:cubicBezTo>
                        <a:cubicBezTo>
                          <a:pt x="383561" y="207667"/>
                          <a:pt x="383239" y="209602"/>
                          <a:pt x="382594" y="211214"/>
                        </a:cubicBezTo>
                        <a:cubicBezTo>
                          <a:pt x="382594" y="212504"/>
                          <a:pt x="380982" y="213794"/>
                          <a:pt x="379047" y="213794"/>
                        </a:cubicBezTo>
                        <a:close/>
                        <a:moveTo>
                          <a:pt x="312619" y="201863"/>
                        </a:moveTo>
                        <a:cubicBezTo>
                          <a:pt x="311329" y="201863"/>
                          <a:pt x="310040" y="201863"/>
                          <a:pt x="309072" y="201863"/>
                        </a:cubicBezTo>
                        <a:cubicBezTo>
                          <a:pt x="307460" y="201863"/>
                          <a:pt x="306170" y="201863"/>
                          <a:pt x="304880" y="201863"/>
                        </a:cubicBezTo>
                        <a:cubicBezTo>
                          <a:pt x="302623" y="202185"/>
                          <a:pt x="300688" y="200573"/>
                          <a:pt x="300366" y="198316"/>
                        </a:cubicBezTo>
                        <a:cubicBezTo>
                          <a:pt x="300043" y="196058"/>
                          <a:pt x="301655" y="194124"/>
                          <a:pt x="303913" y="193801"/>
                        </a:cubicBezTo>
                        <a:cubicBezTo>
                          <a:pt x="305525" y="193479"/>
                          <a:pt x="307460" y="193479"/>
                          <a:pt x="309395" y="193801"/>
                        </a:cubicBezTo>
                        <a:cubicBezTo>
                          <a:pt x="311974" y="193801"/>
                          <a:pt x="314554" y="193801"/>
                          <a:pt x="316811" y="193479"/>
                        </a:cubicBezTo>
                        <a:cubicBezTo>
                          <a:pt x="317134" y="193479"/>
                          <a:pt x="317456" y="193156"/>
                          <a:pt x="317456" y="193156"/>
                        </a:cubicBezTo>
                        <a:cubicBezTo>
                          <a:pt x="317456" y="193156"/>
                          <a:pt x="317456" y="192834"/>
                          <a:pt x="317456" y="192189"/>
                        </a:cubicBezTo>
                        <a:cubicBezTo>
                          <a:pt x="317456" y="190899"/>
                          <a:pt x="317134" y="188642"/>
                          <a:pt x="316489" y="187029"/>
                        </a:cubicBezTo>
                        <a:cubicBezTo>
                          <a:pt x="315844" y="184772"/>
                          <a:pt x="317456" y="182838"/>
                          <a:pt x="319391" y="182192"/>
                        </a:cubicBezTo>
                        <a:cubicBezTo>
                          <a:pt x="321648" y="181548"/>
                          <a:pt x="323583" y="183160"/>
                          <a:pt x="324228" y="185095"/>
                        </a:cubicBezTo>
                        <a:cubicBezTo>
                          <a:pt x="324873" y="187352"/>
                          <a:pt x="325195" y="189932"/>
                          <a:pt x="325195" y="192189"/>
                        </a:cubicBezTo>
                        <a:cubicBezTo>
                          <a:pt x="325195" y="197348"/>
                          <a:pt x="322293" y="200573"/>
                          <a:pt x="317456" y="201541"/>
                        </a:cubicBezTo>
                        <a:cubicBezTo>
                          <a:pt x="316489" y="201541"/>
                          <a:pt x="314554" y="201863"/>
                          <a:pt x="312619" y="201863"/>
                        </a:cubicBezTo>
                        <a:close/>
                        <a:moveTo>
                          <a:pt x="92698" y="185740"/>
                        </a:moveTo>
                        <a:cubicBezTo>
                          <a:pt x="92053" y="185740"/>
                          <a:pt x="91086" y="185417"/>
                          <a:pt x="90441" y="185095"/>
                        </a:cubicBezTo>
                        <a:lnTo>
                          <a:pt x="82702" y="180258"/>
                        </a:lnTo>
                        <a:cubicBezTo>
                          <a:pt x="77542" y="177033"/>
                          <a:pt x="72706" y="173486"/>
                          <a:pt x="67869" y="169294"/>
                        </a:cubicBezTo>
                        <a:cubicBezTo>
                          <a:pt x="66256" y="168004"/>
                          <a:pt x="65934" y="165424"/>
                          <a:pt x="67224" y="163490"/>
                        </a:cubicBezTo>
                        <a:cubicBezTo>
                          <a:pt x="68836" y="161877"/>
                          <a:pt x="71416" y="161555"/>
                          <a:pt x="73028" y="163167"/>
                        </a:cubicBezTo>
                        <a:cubicBezTo>
                          <a:pt x="77865" y="167037"/>
                          <a:pt x="82379" y="170584"/>
                          <a:pt x="87216" y="173486"/>
                        </a:cubicBezTo>
                        <a:lnTo>
                          <a:pt x="94633" y="178323"/>
                        </a:lnTo>
                        <a:cubicBezTo>
                          <a:pt x="96568" y="179613"/>
                          <a:pt x="96890" y="181870"/>
                          <a:pt x="95923" y="183805"/>
                        </a:cubicBezTo>
                        <a:cubicBezTo>
                          <a:pt x="95278" y="185095"/>
                          <a:pt x="93988" y="185740"/>
                          <a:pt x="92698" y="185740"/>
                        </a:cubicBezTo>
                        <a:close/>
                        <a:moveTo>
                          <a:pt x="420322" y="168972"/>
                        </a:moveTo>
                        <a:cubicBezTo>
                          <a:pt x="418388" y="168972"/>
                          <a:pt x="416775" y="167682"/>
                          <a:pt x="416453" y="165747"/>
                        </a:cubicBezTo>
                        <a:cubicBezTo>
                          <a:pt x="416453" y="165424"/>
                          <a:pt x="415808" y="161232"/>
                          <a:pt x="413873" y="161232"/>
                        </a:cubicBezTo>
                        <a:cubicBezTo>
                          <a:pt x="413551" y="161232"/>
                          <a:pt x="412261" y="161555"/>
                          <a:pt x="410649" y="162522"/>
                        </a:cubicBezTo>
                        <a:cubicBezTo>
                          <a:pt x="407101" y="164780"/>
                          <a:pt x="404199" y="166714"/>
                          <a:pt x="401620" y="168004"/>
                        </a:cubicBezTo>
                        <a:cubicBezTo>
                          <a:pt x="399685" y="168972"/>
                          <a:pt x="397105" y="168327"/>
                          <a:pt x="396138" y="166392"/>
                        </a:cubicBezTo>
                        <a:cubicBezTo>
                          <a:pt x="395170" y="164457"/>
                          <a:pt x="395815" y="161877"/>
                          <a:pt x="397750" y="160910"/>
                        </a:cubicBezTo>
                        <a:cubicBezTo>
                          <a:pt x="400007" y="159620"/>
                          <a:pt x="402909" y="158008"/>
                          <a:pt x="406456" y="155750"/>
                        </a:cubicBezTo>
                        <a:cubicBezTo>
                          <a:pt x="415163" y="150269"/>
                          <a:pt x="422902" y="154461"/>
                          <a:pt x="424515" y="164457"/>
                        </a:cubicBezTo>
                        <a:cubicBezTo>
                          <a:pt x="424837" y="166714"/>
                          <a:pt x="423547" y="168649"/>
                          <a:pt x="421290" y="168972"/>
                        </a:cubicBezTo>
                        <a:cubicBezTo>
                          <a:pt x="420645" y="168972"/>
                          <a:pt x="420322" y="168972"/>
                          <a:pt x="420322" y="168972"/>
                        </a:cubicBezTo>
                        <a:close/>
                        <a:moveTo>
                          <a:pt x="363246" y="162200"/>
                        </a:moveTo>
                        <a:cubicBezTo>
                          <a:pt x="362601" y="162200"/>
                          <a:pt x="361956" y="161877"/>
                          <a:pt x="361311" y="161555"/>
                        </a:cubicBezTo>
                        <a:cubicBezTo>
                          <a:pt x="359699" y="160587"/>
                          <a:pt x="358409" y="159620"/>
                          <a:pt x="357119" y="158975"/>
                        </a:cubicBezTo>
                        <a:cubicBezTo>
                          <a:pt x="354540" y="157040"/>
                          <a:pt x="353250" y="156073"/>
                          <a:pt x="350993" y="156073"/>
                        </a:cubicBezTo>
                        <a:cubicBezTo>
                          <a:pt x="349058" y="156073"/>
                          <a:pt x="346478" y="157040"/>
                          <a:pt x="343576" y="158653"/>
                        </a:cubicBezTo>
                        <a:cubicBezTo>
                          <a:pt x="342608" y="159297"/>
                          <a:pt x="341641" y="159620"/>
                          <a:pt x="340674" y="160265"/>
                        </a:cubicBezTo>
                        <a:cubicBezTo>
                          <a:pt x="338739" y="161232"/>
                          <a:pt x="336159" y="160587"/>
                          <a:pt x="335192" y="158653"/>
                        </a:cubicBezTo>
                        <a:cubicBezTo>
                          <a:pt x="334224" y="156718"/>
                          <a:pt x="334869" y="154138"/>
                          <a:pt x="336804" y="153171"/>
                        </a:cubicBezTo>
                        <a:cubicBezTo>
                          <a:pt x="337771" y="152526"/>
                          <a:pt x="338739" y="151881"/>
                          <a:pt x="339706" y="151558"/>
                        </a:cubicBezTo>
                        <a:cubicBezTo>
                          <a:pt x="343898" y="149301"/>
                          <a:pt x="347768" y="148011"/>
                          <a:pt x="350993" y="148011"/>
                        </a:cubicBezTo>
                        <a:cubicBezTo>
                          <a:pt x="355830" y="148011"/>
                          <a:pt x="359054" y="150269"/>
                          <a:pt x="361956" y="152526"/>
                        </a:cubicBezTo>
                        <a:cubicBezTo>
                          <a:pt x="362924" y="153171"/>
                          <a:pt x="363891" y="154138"/>
                          <a:pt x="365181" y="154783"/>
                        </a:cubicBezTo>
                        <a:cubicBezTo>
                          <a:pt x="367116" y="155750"/>
                          <a:pt x="367761" y="158330"/>
                          <a:pt x="366793" y="160265"/>
                        </a:cubicBezTo>
                        <a:cubicBezTo>
                          <a:pt x="366148" y="161555"/>
                          <a:pt x="364536" y="162200"/>
                          <a:pt x="363246" y="162200"/>
                        </a:cubicBezTo>
                        <a:close/>
                        <a:moveTo>
                          <a:pt x="42716" y="144464"/>
                        </a:moveTo>
                        <a:cubicBezTo>
                          <a:pt x="41426" y="144464"/>
                          <a:pt x="40137" y="143819"/>
                          <a:pt x="39169" y="142529"/>
                        </a:cubicBezTo>
                        <a:cubicBezTo>
                          <a:pt x="37234" y="139305"/>
                          <a:pt x="35945" y="136403"/>
                          <a:pt x="34977" y="133500"/>
                        </a:cubicBezTo>
                        <a:cubicBezTo>
                          <a:pt x="34010" y="129953"/>
                          <a:pt x="32397" y="125761"/>
                          <a:pt x="30785" y="122537"/>
                        </a:cubicBezTo>
                        <a:cubicBezTo>
                          <a:pt x="29173" y="118989"/>
                          <a:pt x="28528" y="117055"/>
                          <a:pt x="28205" y="115765"/>
                        </a:cubicBezTo>
                        <a:cubicBezTo>
                          <a:pt x="27883" y="113508"/>
                          <a:pt x="29495" y="111573"/>
                          <a:pt x="31753" y="111250"/>
                        </a:cubicBezTo>
                        <a:cubicBezTo>
                          <a:pt x="34010" y="110928"/>
                          <a:pt x="35945" y="112540"/>
                          <a:pt x="36267" y="114797"/>
                        </a:cubicBezTo>
                        <a:cubicBezTo>
                          <a:pt x="36267" y="115442"/>
                          <a:pt x="37557" y="118022"/>
                          <a:pt x="38202" y="119634"/>
                        </a:cubicBezTo>
                        <a:cubicBezTo>
                          <a:pt x="39492" y="123182"/>
                          <a:pt x="41426" y="127374"/>
                          <a:pt x="42394" y="131565"/>
                        </a:cubicBezTo>
                        <a:cubicBezTo>
                          <a:pt x="43039" y="133500"/>
                          <a:pt x="44006" y="136080"/>
                          <a:pt x="45618" y="138660"/>
                        </a:cubicBezTo>
                        <a:cubicBezTo>
                          <a:pt x="46908" y="140595"/>
                          <a:pt x="46263" y="143174"/>
                          <a:pt x="44329" y="144142"/>
                        </a:cubicBezTo>
                        <a:cubicBezTo>
                          <a:pt x="44329" y="144464"/>
                          <a:pt x="43361" y="144464"/>
                          <a:pt x="42716" y="144464"/>
                        </a:cubicBezTo>
                        <a:close/>
                        <a:moveTo>
                          <a:pt x="14984" y="88355"/>
                        </a:moveTo>
                        <a:cubicBezTo>
                          <a:pt x="13050" y="88355"/>
                          <a:pt x="11437" y="87065"/>
                          <a:pt x="11115" y="85131"/>
                        </a:cubicBezTo>
                        <a:cubicBezTo>
                          <a:pt x="11115" y="84486"/>
                          <a:pt x="10792" y="83841"/>
                          <a:pt x="10792" y="83196"/>
                        </a:cubicBezTo>
                        <a:cubicBezTo>
                          <a:pt x="10792" y="81261"/>
                          <a:pt x="11437" y="79649"/>
                          <a:pt x="11760" y="78036"/>
                        </a:cubicBezTo>
                        <a:cubicBezTo>
                          <a:pt x="12082" y="76747"/>
                          <a:pt x="12727" y="75779"/>
                          <a:pt x="12727" y="74489"/>
                        </a:cubicBezTo>
                        <a:cubicBezTo>
                          <a:pt x="12727" y="73844"/>
                          <a:pt x="12727" y="72877"/>
                          <a:pt x="12405" y="72232"/>
                        </a:cubicBezTo>
                        <a:cubicBezTo>
                          <a:pt x="10792" y="67395"/>
                          <a:pt x="10147" y="63526"/>
                          <a:pt x="10147" y="60301"/>
                        </a:cubicBezTo>
                        <a:cubicBezTo>
                          <a:pt x="10147" y="59333"/>
                          <a:pt x="10147" y="58366"/>
                          <a:pt x="10470" y="57399"/>
                        </a:cubicBezTo>
                        <a:cubicBezTo>
                          <a:pt x="10792" y="55141"/>
                          <a:pt x="12727" y="53529"/>
                          <a:pt x="14984" y="53852"/>
                        </a:cubicBezTo>
                        <a:cubicBezTo>
                          <a:pt x="17242" y="54174"/>
                          <a:pt x="18854" y="56109"/>
                          <a:pt x="18531" y="58366"/>
                        </a:cubicBezTo>
                        <a:cubicBezTo>
                          <a:pt x="18531" y="59011"/>
                          <a:pt x="18531" y="59656"/>
                          <a:pt x="18531" y="60301"/>
                        </a:cubicBezTo>
                        <a:cubicBezTo>
                          <a:pt x="18531" y="62881"/>
                          <a:pt x="19176" y="65783"/>
                          <a:pt x="20466" y="69975"/>
                        </a:cubicBezTo>
                        <a:cubicBezTo>
                          <a:pt x="21111" y="71587"/>
                          <a:pt x="21111" y="73199"/>
                          <a:pt x="21111" y="74812"/>
                        </a:cubicBezTo>
                        <a:cubicBezTo>
                          <a:pt x="21111" y="77391"/>
                          <a:pt x="20466" y="79649"/>
                          <a:pt x="19821" y="81261"/>
                        </a:cubicBezTo>
                        <a:cubicBezTo>
                          <a:pt x="19499" y="82228"/>
                          <a:pt x="19176" y="82873"/>
                          <a:pt x="19176" y="83518"/>
                        </a:cubicBezTo>
                        <a:cubicBezTo>
                          <a:pt x="19499" y="85776"/>
                          <a:pt x="18209" y="88033"/>
                          <a:pt x="15952" y="88355"/>
                        </a:cubicBezTo>
                        <a:cubicBezTo>
                          <a:pt x="15629" y="88355"/>
                          <a:pt x="15307" y="88355"/>
                          <a:pt x="14984" y="88355"/>
                        </a:cubicBezTo>
                        <a:close/>
                        <a:moveTo>
                          <a:pt x="4021" y="49015"/>
                        </a:moveTo>
                        <a:cubicBezTo>
                          <a:pt x="3053" y="49015"/>
                          <a:pt x="2408" y="48692"/>
                          <a:pt x="1441" y="48047"/>
                        </a:cubicBezTo>
                        <a:cubicBezTo>
                          <a:pt x="-171" y="46757"/>
                          <a:pt x="-494" y="44178"/>
                          <a:pt x="796" y="42243"/>
                        </a:cubicBezTo>
                        <a:cubicBezTo>
                          <a:pt x="3698" y="38696"/>
                          <a:pt x="5955" y="35471"/>
                          <a:pt x="6600" y="33536"/>
                        </a:cubicBezTo>
                        <a:cubicBezTo>
                          <a:pt x="9502" y="27087"/>
                          <a:pt x="17564" y="25475"/>
                          <a:pt x="23368" y="24830"/>
                        </a:cubicBezTo>
                        <a:cubicBezTo>
                          <a:pt x="25948" y="24830"/>
                          <a:pt x="27883" y="26442"/>
                          <a:pt x="27883" y="28377"/>
                        </a:cubicBezTo>
                        <a:cubicBezTo>
                          <a:pt x="28205" y="30634"/>
                          <a:pt x="26593" y="32569"/>
                          <a:pt x="24336" y="32891"/>
                        </a:cubicBezTo>
                        <a:cubicBezTo>
                          <a:pt x="18531" y="33536"/>
                          <a:pt x="14984" y="34826"/>
                          <a:pt x="14017" y="36761"/>
                        </a:cubicBezTo>
                        <a:cubicBezTo>
                          <a:pt x="12727" y="39341"/>
                          <a:pt x="10470" y="42888"/>
                          <a:pt x="6923" y="47080"/>
                        </a:cubicBezTo>
                        <a:cubicBezTo>
                          <a:pt x="6600" y="48370"/>
                          <a:pt x="5310" y="49015"/>
                          <a:pt x="4021" y="49015"/>
                        </a:cubicBezTo>
                        <a:close/>
                        <a:moveTo>
                          <a:pt x="44651" y="42888"/>
                        </a:moveTo>
                        <a:cubicBezTo>
                          <a:pt x="43361" y="42888"/>
                          <a:pt x="41749" y="42243"/>
                          <a:pt x="41104" y="40630"/>
                        </a:cubicBezTo>
                        <a:cubicBezTo>
                          <a:pt x="40137" y="38696"/>
                          <a:pt x="40782" y="36116"/>
                          <a:pt x="42716" y="35149"/>
                        </a:cubicBezTo>
                        <a:cubicBezTo>
                          <a:pt x="44329" y="34181"/>
                          <a:pt x="45618" y="33214"/>
                          <a:pt x="46908" y="32246"/>
                        </a:cubicBezTo>
                        <a:cubicBezTo>
                          <a:pt x="49166" y="30312"/>
                          <a:pt x="49811" y="28377"/>
                          <a:pt x="50778" y="26442"/>
                        </a:cubicBezTo>
                        <a:cubicBezTo>
                          <a:pt x="53035" y="21928"/>
                          <a:pt x="55292" y="18380"/>
                          <a:pt x="63677" y="17735"/>
                        </a:cubicBezTo>
                        <a:cubicBezTo>
                          <a:pt x="65934" y="17413"/>
                          <a:pt x="67869" y="19025"/>
                          <a:pt x="68191" y="21283"/>
                        </a:cubicBezTo>
                        <a:cubicBezTo>
                          <a:pt x="68513" y="23540"/>
                          <a:pt x="66901" y="25475"/>
                          <a:pt x="64644" y="25797"/>
                        </a:cubicBezTo>
                        <a:cubicBezTo>
                          <a:pt x="60129" y="26120"/>
                          <a:pt x="59807" y="27087"/>
                          <a:pt x="58195" y="29989"/>
                        </a:cubicBezTo>
                        <a:cubicBezTo>
                          <a:pt x="57227" y="32246"/>
                          <a:pt x="55615" y="35149"/>
                          <a:pt x="52390" y="38051"/>
                        </a:cubicBezTo>
                        <a:cubicBezTo>
                          <a:pt x="50778" y="39663"/>
                          <a:pt x="48843" y="40953"/>
                          <a:pt x="46586" y="42243"/>
                        </a:cubicBezTo>
                        <a:cubicBezTo>
                          <a:pt x="45941" y="42565"/>
                          <a:pt x="45296" y="42888"/>
                          <a:pt x="44651" y="42888"/>
                        </a:cubicBezTo>
                        <a:close/>
                        <a:moveTo>
                          <a:pt x="54003" y="13221"/>
                        </a:moveTo>
                        <a:cubicBezTo>
                          <a:pt x="52068" y="13221"/>
                          <a:pt x="50455" y="11931"/>
                          <a:pt x="50133" y="9996"/>
                        </a:cubicBezTo>
                        <a:cubicBezTo>
                          <a:pt x="49811" y="7739"/>
                          <a:pt x="51100" y="5804"/>
                          <a:pt x="53358" y="5482"/>
                        </a:cubicBezTo>
                        <a:cubicBezTo>
                          <a:pt x="54970" y="5159"/>
                          <a:pt x="56905" y="4837"/>
                          <a:pt x="58517" y="4837"/>
                        </a:cubicBezTo>
                        <a:cubicBezTo>
                          <a:pt x="62709" y="3869"/>
                          <a:pt x="66901" y="3225"/>
                          <a:pt x="69803" y="1935"/>
                        </a:cubicBezTo>
                        <a:cubicBezTo>
                          <a:pt x="73673" y="322"/>
                          <a:pt x="77542" y="0"/>
                          <a:pt x="80122" y="0"/>
                        </a:cubicBezTo>
                        <a:lnTo>
                          <a:pt x="80445" y="4192"/>
                        </a:lnTo>
                        <a:lnTo>
                          <a:pt x="80445" y="8384"/>
                        </a:lnTo>
                        <a:lnTo>
                          <a:pt x="80445" y="8384"/>
                        </a:lnTo>
                        <a:cubicBezTo>
                          <a:pt x="77542" y="8384"/>
                          <a:pt x="75285" y="8706"/>
                          <a:pt x="73028" y="9674"/>
                        </a:cubicBezTo>
                        <a:cubicBezTo>
                          <a:pt x="69158" y="11286"/>
                          <a:pt x="64321" y="11931"/>
                          <a:pt x="59484" y="12576"/>
                        </a:cubicBezTo>
                        <a:cubicBezTo>
                          <a:pt x="57872" y="12898"/>
                          <a:pt x="56260" y="12898"/>
                          <a:pt x="54325" y="13221"/>
                        </a:cubicBezTo>
                        <a:cubicBezTo>
                          <a:pt x="54325" y="13221"/>
                          <a:pt x="54003" y="13221"/>
                          <a:pt x="54003" y="13221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1" name="Freeform: Shape 200">
                    <a:extLst>
                      <a:ext uri="{FF2B5EF4-FFF2-40B4-BE49-F238E27FC236}">
                        <a16:creationId xmlns:a16="http://schemas.microsoft.com/office/drawing/2014/main" id="{A92F81AE-65B5-2153-BE9E-D9A7A3803E38}"/>
                      </a:ext>
                    </a:extLst>
                  </p:cNvPr>
                  <p:cNvSpPr/>
                  <p:nvPr/>
                </p:nvSpPr>
                <p:spPr>
                  <a:xfrm>
                    <a:off x="3996315" y="3492015"/>
                    <a:ext cx="32246" cy="32246"/>
                  </a:xfrm>
                  <a:custGeom>
                    <a:avLst/>
                    <a:gdLst>
                      <a:gd name="connsiteX0" fmla="*/ 21324 w 32246"/>
                      <a:gd name="connsiteY0" fmla="*/ 11609 h 0"/>
                      <a:gd name="connsiteX1" fmla="*/ 17454 w 32246"/>
                      <a:gd name="connsiteY1" fmla="*/ 10641 h 0"/>
                      <a:gd name="connsiteX2" fmla="*/ 15519 w 32246"/>
                      <a:gd name="connsiteY2" fmla="*/ 9029 h 0"/>
                      <a:gd name="connsiteX3" fmla="*/ 4556 w 32246"/>
                      <a:gd name="connsiteY3" fmla="*/ 10319 h 0"/>
                      <a:gd name="connsiteX4" fmla="*/ 41 w 32246"/>
                      <a:gd name="connsiteY4" fmla="*/ 6772 h 0"/>
                      <a:gd name="connsiteX5" fmla="*/ 3588 w 32246"/>
                      <a:gd name="connsiteY5" fmla="*/ 2257 h 0"/>
                      <a:gd name="connsiteX6" fmla="*/ 16809 w 32246"/>
                      <a:gd name="connsiteY6" fmla="*/ 645 h 0"/>
                      <a:gd name="connsiteX7" fmla="*/ 21001 w 32246"/>
                      <a:gd name="connsiteY7" fmla="*/ 0 h 0"/>
                      <a:gd name="connsiteX8" fmla="*/ 21324 w 32246"/>
                      <a:gd name="connsiteY8" fmla="*/ 3547 h 0"/>
                      <a:gd name="connsiteX9" fmla="*/ 24226 w 32246"/>
                      <a:gd name="connsiteY9" fmla="*/ 2580 h 0"/>
                      <a:gd name="connsiteX10" fmla="*/ 25193 w 32246"/>
                      <a:gd name="connsiteY10" fmla="*/ 1935 h 0"/>
                      <a:gd name="connsiteX11" fmla="*/ 30998 w 32246"/>
                      <a:gd name="connsiteY11" fmla="*/ 1290 h 0"/>
                      <a:gd name="connsiteX12" fmla="*/ 31643 w 32246"/>
                      <a:gd name="connsiteY12" fmla="*/ 7094 h 0"/>
                      <a:gd name="connsiteX13" fmla="*/ 27773 w 32246"/>
                      <a:gd name="connsiteY13" fmla="*/ 9996 h 0"/>
                      <a:gd name="connsiteX14" fmla="*/ 21324 w 32246"/>
                      <a:gd name="connsiteY14" fmla="*/ 11609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2246">
                        <a:moveTo>
                          <a:pt x="21324" y="11609"/>
                        </a:moveTo>
                        <a:cubicBezTo>
                          <a:pt x="20034" y="11609"/>
                          <a:pt x="18744" y="11286"/>
                          <a:pt x="17454" y="10641"/>
                        </a:cubicBezTo>
                        <a:cubicBezTo>
                          <a:pt x="16809" y="10319"/>
                          <a:pt x="16164" y="9674"/>
                          <a:pt x="15519" y="9029"/>
                        </a:cubicBezTo>
                        <a:cubicBezTo>
                          <a:pt x="12940" y="9352"/>
                          <a:pt x="8748" y="9996"/>
                          <a:pt x="4556" y="10319"/>
                        </a:cubicBezTo>
                        <a:cubicBezTo>
                          <a:pt x="2298" y="10641"/>
                          <a:pt x="364" y="9029"/>
                          <a:pt x="41" y="6772"/>
                        </a:cubicBezTo>
                        <a:cubicBezTo>
                          <a:pt x="-281" y="4514"/>
                          <a:pt x="1331" y="2580"/>
                          <a:pt x="3588" y="2257"/>
                        </a:cubicBezTo>
                        <a:cubicBezTo>
                          <a:pt x="10037" y="1612"/>
                          <a:pt x="16487" y="645"/>
                          <a:pt x="16809" y="645"/>
                        </a:cubicBezTo>
                        <a:lnTo>
                          <a:pt x="21001" y="0"/>
                        </a:lnTo>
                        <a:lnTo>
                          <a:pt x="21324" y="3547"/>
                        </a:lnTo>
                        <a:cubicBezTo>
                          <a:pt x="21969" y="3547"/>
                          <a:pt x="22614" y="3225"/>
                          <a:pt x="24226" y="2580"/>
                        </a:cubicBezTo>
                        <a:cubicBezTo>
                          <a:pt x="25193" y="2257"/>
                          <a:pt x="25193" y="1935"/>
                          <a:pt x="25193" y="1935"/>
                        </a:cubicBezTo>
                        <a:cubicBezTo>
                          <a:pt x="26483" y="323"/>
                          <a:pt x="29063" y="0"/>
                          <a:pt x="30998" y="1290"/>
                        </a:cubicBezTo>
                        <a:cubicBezTo>
                          <a:pt x="32932" y="2580"/>
                          <a:pt x="32932" y="5160"/>
                          <a:pt x="31643" y="7094"/>
                        </a:cubicBezTo>
                        <a:cubicBezTo>
                          <a:pt x="30675" y="8384"/>
                          <a:pt x="29385" y="9029"/>
                          <a:pt x="27773" y="9996"/>
                        </a:cubicBezTo>
                        <a:cubicBezTo>
                          <a:pt x="25516" y="10964"/>
                          <a:pt x="23259" y="11609"/>
                          <a:pt x="21324" y="11609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2" name="Freeform: Shape 201">
                    <a:extLst>
                      <a:ext uri="{FF2B5EF4-FFF2-40B4-BE49-F238E27FC236}">
                        <a16:creationId xmlns:a16="http://schemas.microsoft.com/office/drawing/2014/main" id="{3E82A891-6B68-3E47-6FBD-CF3520596014}"/>
                      </a:ext>
                    </a:extLst>
                  </p:cNvPr>
                  <p:cNvSpPr/>
                  <p:nvPr/>
                </p:nvSpPr>
                <p:spPr>
                  <a:xfrm>
                    <a:off x="3929555" y="3452674"/>
                    <a:ext cx="677176" cy="386958"/>
                  </a:xfrm>
                  <a:custGeom>
                    <a:avLst/>
                    <a:gdLst>
                      <a:gd name="connsiteX0" fmla="*/ 690770 w 677175"/>
                      <a:gd name="connsiteY0" fmla="*/ 394375 h 386957"/>
                      <a:gd name="connsiteX1" fmla="*/ 689481 w 677175"/>
                      <a:gd name="connsiteY1" fmla="*/ 394052 h 386957"/>
                      <a:gd name="connsiteX2" fmla="*/ 686901 w 677175"/>
                      <a:gd name="connsiteY2" fmla="*/ 388893 h 386957"/>
                      <a:gd name="connsiteX3" fmla="*/ 689158 w 677175"/>
                      <a:gd name="connsiteY3" fmla="*/ 384378 h 386957"/>
                      <a:gd name="connsiteX4" fmla="*/ 694318 w 677175"/>
                      <a:gd name="connsiteY4" fmla="*/ 373092 h 386957"/>
                      <a:gd name="connsiteX5" fmla="*/ 693028 w 677175"/>
                      <a:gd name="connsiteY5" fmla="*/ 367287 h 386957"/>
                      <a:gd name="connsiteX6" fmla="*/ 695285 w 677175"/>
                      <a:gd name="connsiteY6" fmla="*/ 362128 h 386957"/>
                      <a:gd name="connsiteX7" fmla="*/ 700444 w 677175"/>
                      <a:gd name="connsiteY7" fmla="*/ 364385 h 386957"/>
                      <a:gd name="connsiteX8" fmla="*/ 702379 w 677175"/>
                      <a:gd name="connsiteY8" fmla="*/ 373414 h 386957"/>
                      <a:gd name="connsiteX9" fmla="*/ 695285 w 677175"/>
                      <a:gd name="connsiteY9" fmla="*/ 389860 h 386957"/>
                      <a:gd name="connsiteX10" fmla="*/ 694318 w 677175"/>
                      <a:gd name="connsiteY10" fmla="*/ 391795 h 386957"/>
                      <a:gd name="connsiteX11" fmla="*/ 690770 w 677175"/>
                      <a:gd name="connsiteY11" fmla="*/ 394375 h 386957"/>
                      <a:gd name="connsiteX12" fmla="*/ 324773 w 677175"/>
                      <a:gd name="connsiteY12" fmla="*/ 374059 h 386957"/>
                      <a:gd name="connsiteX13" fmla="*/ 312197 w 677175"/>
                      <a:gd name="connsiteY13" fmla="*/ 371480 h 386957"/>
                      <a:gd name="connsiteX14" fmla="*/ 309295 w 677175"/>
                      <a:gd name="connsiteY14" fmla="*/ 366643 h 386957"/>
                      <a:gd name="connsiteX15" fmla="*/ 314132 w 677175"/>
                      <a:gd name="connsiteY15" fmla="*/ 363740 h 386957"/>
                      <a:gd name="connsiteX16" fmla="*/ 323483 w 677175"/>
                      <a:gd name="connsiteY16" fmla="*/ 365998 h 386957"/>
                      <a:gd name="connsiteX17" fmla="*/ 323483 w 677175"/>
                      <a:gd name="connsiteY17" fmla="*/ 364708 h 386957"/>
                      <a:gd name="connsiteX18" fmla="*/ 323483 w 677175"/>
                      <a:gd name="connsiteY18" fmla="*/ 364063 h 386957"/>
                      <a:gd name="connsiteX19" fmla="*/ 332190 w 677175"/>
                      <a:gd name="connsiteY19" fmla="*/ 356646 h 386957"/>
                      <a:gd name="connsiteX20" fmla="*/ 336704 w 677175"/>
                      <a:gd name="connsiteY20" fmla="*/ 360193 h 386957"/>
                      <a:gd name="connsiteX21" fmla="*/ 333157 w 677175"/>
                      <a:gd name="connsiteY21" fmla="*/ 364708 h 386957"/>
                      <a:gd name="connsiteX22" fmla="*/ 331867 w 677175"/>
                      <a:gd name="connsiteY22" fmla="*/ 365030 h 386957"/>
                      <a:gd name="connsiteX23" fmla="*/ 331867 w 677175"/>
                      <a:gd name="connsiteY23" fmla="*/ 366965 h 386957"/>
                      <a:gd name="connsiteX24" fmla="*/ 324773 w 677175"/>
                      <a:gd name="connsiteY24" fmla="*/ 374059 h 386957"/>
                      <a:gd name="connsiteX25" fmla="*/ 277371 w 677175"/>
                      <a:gd name="connsiteY25" fmla="*/ 360838 h 386957"/>
                      <a:gd name="connsiteX26" fmla="*/ 275758 w 677175"/>
                      <a:gd name="connsiteY26" fmla="*/ 360516 h 386957"/>
                      <a:gd name="connsiteX27" fmla="*/ 265117 w 677175"/>
                      <a:gd name="connsiteY27" fmla="*/ 353099 h 386957"/>
                      <a:gd name="connsiteX28" fmla="*/ 254153 w 677175"/>
                      <a:gd name="connsiteY28" fmla="*/ 344715 h 386957"/>
                      <a:gd name="connsiteX29" fmla="*/ 252863 w 677175"/>
                      <a:gd name="connsiteY29" fmla="*/ 339233 h 386957"/>
                      <a:gd name="connsiteX30" fmla="*/ 258345 w 677175"/>
                      <a:gd name="connsiteY30" fmla="*/ 337943 h 386957"/>
                      <a:gd name="connsiteX31" fmla="*/ 270277 w 677175"/>
                      <a:gd name="connsiteY31" fmla="*/ 347295 h 386957"/>
                      <a:gd name="connsiteX32" fmla="*/ 278983 w 677175"/>
                      <a:gd name="connsiteY32" fmla="*/ 353421 h 386957"/>
                      <a:gd name="connsiteX33" fmla="*/ 280918 w 677175"/>
                      <a:gd name="connsiteY33" fmla="*/ 358904 h 386957"/>
                      <a:gd name="connsiteX34" fmla="*/ 277371 w 677175"/>
                      <a:gd name="connsiteY34" fmla="*/ 360838 h 386957"/>
                      <a:gd name="connsiteX35" fmla="*/ 368951 w 677175"/>
                      <a:gd name="connsiteY35" fmla="*/ 360193 h 386957"/>
                      <a:gd name="connsiteX36" fmla="*/ 365081 w 677175"/>
                      <a:gd name="connsiteY36" fmla="*/ 357614 h 386957"/>
                      <a:gd name="connsiteX37" fmla="*/ 367661 w 677175"/>
                      <a:gd name="connsiteY37" fmla="*/ 352454 h 386957"/>
                      <a:gd name="connsiteX38" fmla="*/ 381527 w 677175"/>
                      <a:gd name="connsiteY38" fmla="*/ 349552 h 386957"/>
                      <a:gd name="connsiteX39" fmla="*/ 393136 w 677175"/>
                      <a:gd name="connsiteY39" fmla="*/ 346972 h 386957"/>
                      <a:gd name="connsiteX40" fmla="*/ 398295 w 677175"/>
                      <a:gd name="connsiteY40" fmla="*/ 349230 h 386957"/>
                      <a:gd name="connsiteX41" fmla="*/ 396038 w 677175"/>
                      <a:gd name="connsiteY41" fmla="*/ 354389 h 386957"/>
                      <a:gd name="connsiteX42" fmla="*/ 382494 w 677175"/>
                      <a:gd name="connsiteY42" fmla="*/ 357614 h 386957"/>
                      <a:gd name="connsiteX43" fmla="*/ 369918 w 677175"/>
                      <a:gd name="connsiteY43" fmla="*/ 360193 h 386957"/>
                      <a:gd name="connsiteX44" fmla="*/ 368951 w 677175"/>
                      <a:gd name="connsiteY44" fmla="*/ 360193 h 386957"/>
                      <a:gd name="connsiteX45" fmla="*/ 429574 w 677175"/>
                      <a:gd name="connsiteY45" fmla="*/ 340845 h 386957"/>
                      <a:gd name="connsiteX46" fmla="*/ 426027 w 677175"/>
                      <a:gd name="connsiteY46" fmla="*/ 338266 h 386957"/>
                      <a:gd name="connsiteX47" fmla="*/ 427962 w 677175"/>
                      <a:gd name="connsiteY47" fmla="*/ 333106 h 386957"/>
                      <a:gd name="connsiteX48" fmla="*/ 443440 w 677175"/>
                      <a:gd name="connsiteY48" fmla="*/ 324400 h 386957"/>
                      <a:gd name="connsiteX49" fmla="*/ 450857 w 677175"/>
                      <a:gd name="connsiteY49" fmla="*/ 319885 h 386957"/>
                      <a:gd name="connsiteX50" fmla="*/ 456016 w 677175"/>
                      <a:gd name="connsiteY50" fmla="*/ 322143 h 386957"/>
                      <a:gd name="connsiteX51" fmla="*/ 453759 w 677175"/>
                      <a:gd name="connsiteY51" fmla="*/ 327302 h 386957"/>
                      <a:gd name="connsiteX52" fmla="*/ 447955 w 677175"/>
                      <a:gd name="connsiteY52" fmla="*/ 330849 h 386957"/>
                      <a:gd name="connsiteX53" fmla="*/ 430864 w 677175"/>
                      <a:gd name="connsiteY53" fmla="*/ 340523 h 386957"/>
                      <a:gd name="connsiteX54" fmla="*/ 429574 w 677175"/>
                      <a:gd name="connsiteY54" fmla="*/ 340845 h 386957"/>
                      <a:gd name="connsiteX55" fmla="*/ 686256 w 677175"/>
                      <a:gd name="connsiteY55" fmla="*/ 336653 h 386957"/>
                      <a:gd name="connsiteX56" fmla="*/ 685289 w 677175"/>
                      <a:gd name="connsiteY56" fmla="*/ 336653 h 386957"/>
                      <a:gd name="connsiteX57" fmla="*/ 682386 w 677175"/>
                      <a:gd name="connsiteY57" fmla="*/ 331816 h 386957"/>
                      <a:gd name="connsiteX58" fmla="*/ 683354 w 677175"/>
                      <a:gd name="connsiteY58" fmla="*/ 324722 h 386957"/>
                      <a:gd name="connsiteX59" fmla="*/ 676904 w 677175"/>
                      <a:gd name="connsiteY59" fmla="*/ 312469 h 386957"/>
                      <a:gd name="connsiteX60" fmla="*/ 675937 w 677175"/>
                      <a:gd name="connsiteY60" fmla="*/ 306987 h 386957"/>
                      <a:gd name="connsiteX61" fmla="*/ 681419 w 677175"/>
                      <a:gd name="connsiteY61" fmla="*/ 306019 h 386957"/>
                      <a:gd name="connsiteX62" fmla="*/ 691738 w 677175"/>
                      <a:gd name="connsiteY62" fmla="*/ 325045 h 386957"/>
                      <a:gd name="connsiteX63" fmla="*/ 690448 w 677175"/>
                      <a:gd name="connsiteY63" fmla="*/ 334074 h 386957"/>
                      <a:gd name="connsiteX64" fmla="*/ 686256 w 677175"/>
                      <a:gd name="connsiteY64" fmla="*/ 336653 h 386957"/>
                      <a:gd name="connsiteX65" fmla="*/ 226099 w 677175"/>
                      <a:gd name="connsiteY65" fmla="*/ 323432 h 386957"/>
                      <a:gd name="connsiteX66" fmla="*/ 223519 w 677175"/>
                      <a:gd name="connsiteY66" fmla="*/ 322465 h 386957"/>
                      <a:gd name="connsiteX67" fmla="*/ 204171 w 677175"/>
                      <a:gd name="connsiteY67" fmla="*/ 303762 h 386957"/>
                      <a:gd name="connsiteX68" fmla="*/ 204171 w 677175"/>
                      <a:gd name="connsiteY68" fmla="*/ 297958 h 386957"/>
                      <a:gd name="connsiteX69" fmla="*/ 209976 w 677175"/>
                      <a:gd name="connsiteY69" fmla="*/ 297958 h 386957"/>
                      <a:gd name="connsiteX70" fmla="*/ 229001 w 677175"/>
                      <a:gd name="connsiteY70" fmla="*/ 316338 h 386957"/>
                      <a:gd name="connsiteX71" fmla="*/ 229323 w 677175"/>
                      <a:gd name="connsiteY71" fmla="*/ 322143 h 386957"/>
                      <a:gd name="connsiteX72" fmla="*/ 226099 w 677175"/>
                      <a:gd name="connsiteY72" fmla="*/ 323432 h 386957"/>
                      <a:gd name="connsiteX73" fmla="*/ 487940 w 677175"/>
                      <a:gd name="connsiteY73" fmla="*/ 319885 h 386957"/>
                      <a:gd name="connsiteX74" fmla="*/ 484393 w 677175"/>
                      <a:gd name="connsiteY74" fmla="*/ 317628 h 386957"/>
                      <a:gd name="connsiteX75" fmla="*/ 486328 w 677175"/>
                      <a:gd name="connsiteY75" fmla="*/ 312146 h 386957"/>
                      <a:gd name="connsiteX76" fmla="*/ 492132 w 677175"/>
                      <a:gd name="connsiteY76" fmla="*/ 309566 h 386957"/>
                      <a:gd name="connsiteX77" fmla="*/ 510513 w 677175"/>
                      <a:gd name="connsiteY77" fmla="*/ 301182 h 386957"/>
                      <a:gd name="connsiteX78" fmla="*/ 515995 w 677175"/>
                      <a:gd name="connsiteY78" fmla="*/ 303117 h 386957"/>
                      <a:gd name="connsiteX79" fmla="*/ 514060 w 677175"/>
                      <a:gd name="connsiteY79" fmla="*/ 308599 h 386957"/>
                      <a:gd name="connsiteX80" fmla="*/ 495679 w 677175"/>
                      <a:gd name="connsiteY80" fmla="*/ 316983 h 386957"/>
                      <a:gd name="connsiteX81" fmla="*/ 489875 w 677175"/>
                      <a:gd name="connsiteY81" fmla="*/ 319563 h 386957"/>
                      <a:gd name="connsiteX82" fmla="*/ 487940 w 677175"/>
                      <a:gd name="connsiteY82" fmla="*/ 319885 h 386957"/>
                      <a:gd name="connsiteX83" fmla="*/ 647883 w 677175"/>
                      <a:gd name="connsiteY83" fmla="*/ 295055 h 386957"/>
                      <a:gd name="connsiteX84" fmla="*/ 644013 w 677175"/>
                      <a:gd name="connsiteY84" fmla="*/ 291508 h 386957"/>
                      <a:gd name="connsiteX85" fmla="*/ 644013 w 677175"/>
                      <a:gd name="connsiteY85" fmla="*/ 290863 h 386957"/>
                      <a:gd name="connsiteX86" fmla="*/ 645948 w 677175"/>
                      <a:gd name="connsiteY86" fmla="*/ 283447 h 386957"/>
                      <a:gd name="connsiteX87" fmla="*/ 650462 w 677175"/>
                      <a:gd name="connsiteY87" fmla="*/ 268613 h 386957"/>
                      <a:gd name="connsiteX88" fmla="*/ 651430 w 677175"/>
                      <a:gd name="connsiteY88" fmla="*/ 264744 h 386957"/>
                      <a:gd name="connsiteX89" fmla="*/ 656267 w 677175"/>
                      <a:gd name="connsiteY89" fmla="*/ 261842 h 386957"/>
                      <a:gd name="connsiteX90" fmla="*/ 659169 w 677175"/>
                      <a:gd name="connsiteY90" fmla="*/ 266679 h 386957"/>
                      <a:gd name="connsiteX91" fmla="*/ 658201 w 677175"/>
                      <a:gd name="connsiteY91" fmla="*/ 270548 h 386957"/>
                      <a:gd name="connsiteX92" fmla="*/ 653042 w 677175"/>
                      <a:gd name="connsiteY92" fmla="*/ 286994 h 386957"/>
                      <a:gd name="connsiteX93" fmla="*/ 652075 w 677175"/>
                      <a:gd name="connsiteY93" fmla="*/ 291186 h 386957"/>
                      <a:gd name="connsiteX94" fmla="*/ 647883 w 677175"/>
                      <a:gd name="connsiteY94" fmla="*/ 295055 h 386957"/>
                      <a:gd name="connsiteX95" fmla="*/ 647883 w 677175"/>
                      <a:gd name="connsiteY95" fmla="*/ 295055 h 386957"/>
                      <a:gd name="connsiteX96" fmla="*/ 546629 w 677175"/>
                      <a:gd name="connsiteY96" fmla="*/ 294733 h 386957"/>
                      <a:gd name="connsiteX97" fmla="*/ 543082 w 677175"/>
                      <a:gd name="connsiteY97" fmla="*/ 292476 h 386957"/>
                      <a:gd name="connsiteX98" fmla="*/ 545016 w 677175"/>
                      <a:gd name="connsiteY98" fmla="*/ 286994 h 386957"/>
                      <a:gd name="connsiteX99" fmla="*/ 550176 w 677175"/>
                      <a:gd name="connsiteY99" fmla="*/ 282157 h 386957"/>
                      <a:gd name="connsiteX100" fmla="*/ 548564 w 677175"/>
                      <a:gd name="connsiteY100" fmla="*/ 277642 h 386957"/>
                      <a:gd name="connsiteX101" fmla="*/ 546951 w 677175"/>
                      <a:gd name="connsiteY101" fmla="*/ 272160 h 386957"/>
                      <a:gd name="connsiteX102" fmla="*/ 549208 w 677175"/>
                      <a:gd name="connsiteY102" fmla="*/ 265711 h 386957"/>
                      <a:gd name="connsiteX103" fmla="*/ 554690 w 677175"/>
                      <a:gd name="connsiteY103" fmla="*/ 264744 h 386957"/>
                      <a:gd name="connsiteX104" fmla="*/ 555658 w 677175"/>
                      <a:gd name="connsiteY104" fmla="*/ 270226 h 386957"/>
                      <a:gd name="connsiteX105" fmla="*/ 555013 w 677175"/>
                      <a:gd name="connsiteY105" fmla="*/ 271838 h 386957"/>
                      <a:gd name="connsiteX106" fmla="*/ 555658 w 677175"/>
                      <a:gd name="connsiteY106" fmla="*/ 273450 h 386957"/>
                      <a:gd name="connsiteX107" fmla="*/ 558237 w 677175"/>
                      <a:gd name="connsiteY107" fmla="*/ 281834 h 386957"/>
                      <a:gd name="connsiteX108" fmla="*/ 548564 w 677175"/>
                      <a:gd name="connsiteY108" fmla="*/ 293766 h 386957"/>
                      <a:gd name="connsiteX109" fmla="*/ 546629 w 677175"/>
                      <a:gd name="connsiteY109" fmla="*/ 294733 h 386957"/>
                      <a:gd name="connsiteX110" fmla="*/ 181921 w 677175"/>
                      <a:gd name="connsiteY110" fmla="*/ 277320 h 386957"/>
                      <a:gd name="connsiteX111" fmla="*/ 178697 w 677175"/>
                      <a:gd name="connsiteY111" fmla="*/ 275708 h 386957"/>
                      <a:gd name="connsiteX112" fmla="*/ 163541 w 677175"/>
                      <a:gd name="connsiteY112" fmla="*/ 255715 h 386957"/>
                      <a:gd name="connsiteX113" fmla="*/ 162573 w 677175"/>
                      <a:gd name="connsiteY113" fmla="*/ 254425 h 386957"/>
                      <a:gd name="connsiteX114" fmla="*/ 163541 w 677175"/>
                      <a:gd name="connsiteY114" fmla="*/ 248943 h 386957"/>
                      <a:gd name="connsiteX115" fmla="*/ 169023 w 677175"/>
                      <a:gd name="connsiteY115" fmla="*/ 249910 h 386957"/>
                      <a:gd name="connsiteX116" fmla="*/ 169990 w 677175"/>
                      <a:gd name="connsiteY116" fmla="*/ 251200 h 386957"/>
                      <a:gd name="connsiteX117" fmla="*/ 184823 w 677175"/>
                      <a:gd name="connsiteY117" fmla="*/ 270871 h 386957"/>
                      <a:gd name="connsiteX118" fmla="*/ 184178 w 677175"/>
                      <a:gd name="connsiteY118" fmla="*/ 276675 h 386957"/>
                      <a:gd name="connsiteX119" fmla="*/ 181921 w 677175"/>
                      <a:gd name="connsiteY119" fmla="*/ 277320 h 386957"/>
                      <a:gd name="connsiteX120" fmla="*/ 579520 w 677175"/>
                      <a:gd name="connsiteY120" fmla="*/ 247008 h 386957"/>
                      <a:gd name="connsiteX121" fmla="*/ 576940 w 677175"/>
                      <a:gd name="connsiteY121" fmla="*/ 246041 h 386957"/>
                      <a:gd name="connsiteX122" fmla="*/ 576296 w 677175"/>
                      <a:gd name="connsiteY122" fmla="*/ 240236 h 386957"/>
                      <a:gd name="connsiteX123" fmla="*/ 585647 w 677175"/>
                      <a:gd name="connsiteY123" fmla="*/ 224113 h 386957"/>
                      <a:gd name="connsiteX124" fmla="*/ 587904 w 677175"/>
                      <a:gd name="connsiteY124" fmla="*/ 218309 h 386957"/>
                      <a:gd name="connsiteX125" fmla="*/ 593064 w 677175"/>
                      <a:gd name="connsiteY125" fmla="*/ 215729 h 386957"/>
                      <a:gd name="connsiteX126" fmla="*/ 595643 w 677175"/>
                      <a:gd name="connsiteY126" fmla="*/ 220888 h 386957"/>
                      <a:gd name="connsiteX127" fmla="*/ 593064 w 677175"/>
                      <a:gd name="connsiteY127" fmla="*/ 227338 h 386957"/>
                      <a:gd name="connsiteX128" fmla="*/ 582422 w 677175"/>
                      <a:gd name="connsiteY128" fmla="*/ 245396 h 386957"/>
                      <a:gd name="connsiteX129" fmla="*/ 579520 w 677175"/>
                      <a:gd name="connsiteY129" fmla="*/ 247008 h 386957"/>
                      <a:gd name="connsiteX130" fmla="*/ 663361 w 677175"/>
                      <a:gd name="connsiteY130" fmla="*/ 238302 h 386957"/>
                      <a:gd name="connsiteX131" fmla="*/ 659491 w 677175"/>
                      <a:gd name="connsiteY131" fmla="*/ 235077 h 386957"/>
                      <a:gd name="connsiteX132" fmla="*/ 659169 w 677175"/>
                      <a:gd name="connsiteY132" fmla="*/ 232820 h 386957"/>
                      <a:gd name="connsiteX133" fmla="*/ 662716 w 677175"/>
                      <a:gd name="connsiteY133" fmla="*/ 226370 h 386957"/>
                      <a:gd name="connsiteX134" fmla="*/ 666586 w 677175"/>
                      <a:gd name="connsiteY134" fmla="*/ 224113 h 386957"/>
                      <a:gd name="connsiteX135" fmla="*/ 679807 w 677175"/>
                      <a:gd name="connsiteY135" fmla="*/ 215084 h 386957"/>
                      <a:gd name="connsiteX136" fmla="*/ 685611 w 677175"/>
                      <a:gd name="connsiteY136" fmla="*/ 214762 h 386957"/>
                      <a:gd name="connsiteX137" fmla="*/ 685933 w 677175"/>
                      <a:gd name="connsiteY137" fmla="*/ 220566 h 386957"/>
                      <a:gd name="connsiteX138" fmla="*/ 670778 w 677175"/>
                      <a:gd name="connsiteY138" fmla="*/ 231530 h 386957"/>
                      <a:gd name="connsiteX139" fmla="*/ 667553 w 677175"/>
                      <a:gd name="connsiteY139" fmla="*/ 233465 h 386957"/>
                      <a:gd name="connsiteX140" fmla="*/ 667553 w 677175"/>
                      <a:gd name="connsiteY140" fmla="*/ 233787 h 386957"/>
                      <a:gd name="connsiteX141" fmla="*/ 664651 w 677175"/>
                      <a:gd name="connsiteY141" fmla="*/ 238624 h 386957"/>
                      <a:gd name="connsiteX142" fmla="*/ 663361 w 677175"/>
                      <a:gd name="connsiteY142" fmla="*/ 238302 h 386957"/>
                      <a:gd name="connsiteX143" fmla="*/ 143225 w 677175"/>
                      <a:gd name="connsiteY143" fmla="*/ 226693 h 386957"/>
                      <a:gd name="connsiteX144" fmla="*/ 140001 w 677175"/>
                      <a:gd name="connsiteY144" fmla="*/ 225081 h 386957"/>
                      <a:gd name="connsiteX145" fmla="*/ 130327 w 677175"/>
                      <a:gd name="connsiteY145" fmla="*/ 212182 h 386957"/>
                      <a:gd name="connsiteX146" fmla="*/ 123878 w 677175"/>
                      <a:gd name="connsiteY146" fmla="*/ 203798 h 386957"/>
                      <a:gd name="connsiteX147" fmla="*/ 124522 w 677175"/>
                      <a:gd name="connsiteY147" fmla="*/ 197993 h 386957"/>
                      <a:gd name="connsiteX148" fmla="*/ 130327 w 677175"/>
                      <a:gd name="connsiteY148" fmla="*/ 198638 h 386957"/>
                      <a:gd name="connsiteX149" fmla="*/ 136776 w 677175"/>
                      <a:gd name="connsiteY149" fmla="*/ 207023 h 386957"/>
                      <a:gd name="connsiteX150" fmla="*/ 146450 w 677175"/>
                      <a:gd name="connsiteY150" fmla="*/ 219599 h 386957"/>
                      <a:gd name="connsiteX151" fmla="*/ 145805 w 677175"/>
                      <a:gd name="connsiteY151" fmla="*/ 225403 h 386957"/>
                      <a:gd name="connsiteX152" fmla="*/ 143225 w 677175"/>
                      <a:gd name="connsiteY152" fmla="*/ 226693 h 386957"/>
                      <a:gd name="connsiteX153" fmla="*/ 663683 w 677175"/>
                      <a:gd name="connsiteY153" fmla="*/ 205410 h 386957"/>
                      <a:gd name="connsiteX154" fmla="*/ 663683 w 677175"/>
                      <a:gd name="connsiteY154" fmla="*/ 205410 h 386957"/>
                      <a:gd name="connsiteX155" fmla="*/ 643368 w 677175"/>
                      <a:gd name="connsiteY155" fmla="*/ 195414 h 386957"/>
                      <a:gd name="connsiteX156" fmla="*/ 644980 w 677175"/>
                      <a:gd name="connsiteY156" fmla="*/ 189287 h 386957"/>
                      <a:gd name="connsiteX157" fmla="*/ 645948 w 677175"/>
                      <a:gd name="connsiteY157" fmla="*/ 186707 h 386957"/>
                      <a:gd name="connsiteX158" fmla="*/ 651107 w 677175"/>
                      <a:gd name="connsiteY158" fmla="*/ 184127 h 386957"/>
                      <a:gd name="connsiteX159" fmla="*/ 653687 w 677175"/>
                      <a:gd name="connsiteY159" fmla="*/ 189287 h 386957"/>
                      <a:gd name="connsiteX160" fmla="*/ 652397 w 677175"/>
                      <a:gd name="connsiteY160" fmla="*/ 192512 h 386957"/>
                      <a:gd name="connsiteX161" fmla="*/ 651430 w 677175"/>
                      <a:gd name="connsiteY161" fmla="*/ 195414 h 386957"/>
                      <a:gd name="connsiteX162" fmla="*/ 664006 w 677175"/>
                      <a:gd name="connsiteY162" fmla="*/ 197349 h 386957"/>
                      <a:gd name="connsiteX163" fmla="*/ 667875 w 677175"/>
                      <a:gd name="connsiteY163" fmla="*/ 201541 h 386957"/>
                      <a:gd name="connsiteX164" fmla="*/ 663683 w 677175"/>
                      <a:gd name="connsiteY164" fmla="*/ 205410 h 386957"/>
                      <a:gd name="connsiteX165" fmla="*/ 577263 w 677175"/>
                      <a:gd name="connsiteY165" fmla="*/ 194124 h 386957"/>
                      <a:gd name="connsiteX166" fmla="*/ 573393 w 677175"/>
                      <a:gd name="connsiteY166" fmla="*/ 190577 h 386957"/>
                      <a:gd name="connsiteX167" fmla="*/ 573071 w 677175"/>
                      <a:gd name="connsiteY167" fmla="*/ 188964 h 386957"/>
                      <a:gd name="connsiteX168" fmla="*/ 571136 w 677175"/>
                      <a:gd name="connsiteY168" fmla="*/ 181225 h 386957"/>
                      <a:gd name="connsiteX169" fmla="*/ 567266 w 677175"/>
                      <a:gd name="connsiteY169" fmla="*/ 177678 h 386957"/>
                      <a:gd name="connsiteX170" fmla="*/ 563719 w 677175"/>
                      <a:gd name="connsiteY170" fmla="*/ 178323 h 386957"/>
                      <a:gd name="connsiteX171" fmla="*/ 562107 w 677175"/>
                      <a:gd name="connsiteY171" fmla="*/ 178646 h 386957"/>
                      <a:gd name="connsiteX172" fmla="*/ 557270 w 677175"/>
                      <a:gd name="connsiteY172" fmla="*/ 175421 h 386957"/>
                      <a:gd name="connsiteX173" fmla="*/ 560495 w 677175"/>
                      <a:gd name="connsiteY173" fmla="*/ 170584 h 386957"/>
                      <a:gd name="connsiteX174" fmla="*/ 561785 w 677175"/>
                      <a:gd name="connsiteY174" fmla="*/ 170261 h 386957"/>
                      <a:gd name="connsiteX175" fmla="*/ 566944 w 677175"/>
                      <a:gd name="connsiteY175" fmla="*/ 169617 h 386957"/>
                      <a:gd name="connsiteX176" fmla="*/ 577908 w 677175"/>
                      <a:gd name="connsiteY176" fmla="*/ 177678 h 386957"/>
                      <a:gd name="connsiteX177" fmla="*/ 580810 w 677175"/>
                      <a:gd name="connsiteY177" fmla="*/ 187997 h 386957"/>
                      <a:gd name="connsiteX178" fmla="*/ 580810 w 677175"/>
                      <a:gd name="connsiteY178" fmla="*/ 189287 h 386957"/>
                      <a:gd name="connsiteX179" fmla="*/ 577263 w 677175"/>
                      <a:gd name="connsiteY179" fmla="*/ 193801 h 386957"/>
                      <a:gd name="connsiteX180" fmla="*/ 577263 w 677175"/>
                      <a:gd name="connsiteY180" fmla="*/ 194124 h 386957"/>
                      <a:gd name="connsiteX181" fmla="*/ 103240 w 677175"/>
                      <a:gd name="connsiteY181" fmla="*/ 176711 h 386957"/>
                      <a:gd name="connsiteX182" fmla="*/ 100338 w 677175"/>
                      <a:gd name="connsiteY182" fmla="*/ 175421 h 386957"/>
                      <a:gd name="connsiteX183" fmla="*/ 81957 w 677175"/>
                      <a:gd name="connsiteY183" fmla="*/ 156395 h 386957"/>
                      <a:gd name="connsiteX184" fmla="*/ 81957 w 677175"/>
                      <a:gd name="connsiteY184" fmla="*/ 150591 h 386957"/>
                      <a:gd name="connsiteX185" fmla="*/ 87761 w 677175"/>
                      <a:gd name="connsiteY185" fmla="*/ 150591 h 386957"/>
                      <a:gd name="connsiteX186" fmla="*/ 106142 w 677175"/>
                      <a:gd name="connsiteY186" fmla="*/ 169939 h 386957"/>
                      <a:gd name="connsiteX187" fmla="*/ 105819 w 677175"/>
                      <a:gd name="connsiteY187" fmla="*/ 175744 h 386957"/>
                      <a:gd name="connsiteX188" fmla="*/ 103240 w 677175"/>
                      <a:gd name="connsiteY188" fmla="*/ 176711 h 386957"/>
                      <a:gd name="connsiteX189" fmla="*/ 555980 w 677175"/>
                      <a:gd name="connsiteY189" fmla="*/ 163812 h 386957"/>
                      <a:gd name="connsiteX190" fmla="*/ 552111 w 677175"/>
                      <a:gd name="connsiteY190" fmla="*/ 160265 h 386957"/>
                      <a:gd name="connsiteX191" fmla="*/ 555658 w 677175"/>
                      <a:gd name="connsiteY191" fmla="*/ 155751 h 386957"/>
                      <a:gd name="connsiteX192" fmla="*/ 565009 w 677175"/>
                      <a:gd name="connsiteY192" fmla="*/ 153493 h 386957"/>
                      <a:gd name="connsiteX193" fmla="*/ 563719 w 677175"/>
                      <a:gd name="connsiteY193" fmla="*/ 151559 h 386957"/>
                      <a:gd name="connsiteX194" fmla="*/ 560495 w 677175"/>
                      <a:gd name="connsiteY194" fmla="*/ 145432 h 386957"/>
                      <a:gd name="connsiteX195" fmla="*/ 563074 w 677175"/>
                      <a:gd name="connsiteY195" fmla="*/ 140272 h 386957"/>
                      <a:gd name="connsiteX196" fmla="*/ 568234 w 677175"/>
                      <a:gd name="connsiteY196" fmla="*/ 142852 h 386957"/>
                      <a:gd name="connsiteX197" fmla="*/ 570491 w 677175"/>
                      <a:gd name="connsiteY197" fmla="*/ 147689 h 386957"/>
                      <a:gd name="connsiteX198" fmla="*/ 573071 w 677175"/>
                      <a:gd name="connsiteY198" fmla="*/ 154461 h 386957"/>
                      <a:gd name="connsiteX199" fmla="*/ 571459 w 677175"/>
                      <a:gd name="connsiteY199" fmla="*/ 158975 h 386957"/>
                      <a:gd name="connsiteX200" fmla="*/ 556303 w 677175"/>
                      <a:gd name="connsiteY200" fmla="*/ 164135 h 386957"/>
                      <a:gd name="connsiteX201" fmla="*/ 555980 w 677175"/>
                      <a:gd name="connsiteY201" fmla="*/ 163812 h 386957"/>
                      <a:gd name="connsiteX202" fmla="*/ 667875 w 677175"/>
                      <a:gd name="connsiteY202" fmla="*/ 161555 h 386957"/>
                      <a:gd name="connsiteX203" fmla="*/ 665618 w 677175"/>
                      <a:gd name="connsiteY203" fmla="*/ 161555 h 386957"/>
                      <a:gd name="connsiteX204" fmla="*/ 661749 w 677175"/>
                      <a:gd name="connsiteY204" fmla="*/ 157363 h 386957"/>
                      <a:gd name="connsiteX205" fmla="*/ 665941 w 677175"/>
                      <a:gd name="connsiteY205" fmla="*/ 153493 h 386957"/>
                      <a:gd name="connsiteX206" fmla="*/ 675615 w 677175"/>
                      <a:gd name="connsiteY206" fmla="*/ 150269 h 386957"/>
                      <a:gd name="connsiteX207" fmla="*/ 681097 w 677175"/>
                      <a:gd name="connsiteY207" fmla="*/ 144142 h 386957"/>
                      <a:gd name="connsiteX208" fmla="*/ 683031 w 677175"/>
                      <a:gd name="connsiteY208" fmla="*/ 138983 h 386957"/>
                      <a:gd name="connsiteX209" fmla="*/ 688513 w 677175"/>
                      <a:gd name="connsiteY209" fmla="*/ 141240 h 386957"/>
                      <a:gd name="connsiteX210" fmla="*/ 689158 w 677175"/>
                      <a:gd name="connsiteY210" fmla="*/ 144142 h 386957"/>
                      <a:gd name="connsiteX211" fmla="*/ 680774 w 677175"/>
                      <a:gd name="connsiteY211" fmla="*/ 156395 h 386957"/>
                      <a:gd name="connsiteX212" fmla="*/ 667875 w 677175"/>
                      <a:gd name="connsiteY212" fmla="*/ 161555 h 386957"/>
                      <a:gd name="connsiteX213" fmla="*/ 650785 w 677175"/>
                      <a:gd name="connsiteY213" fmla="*/ 146399 h 386957"/>
                      <a:gd name="connsiteX214" fmla="*/ 647238 w 677175"/>
                      <a:gd name="connsiteY214" fmla="*/ 144142 h 386957"/>
                      <a:gd name="connsiteX215" fmla="*/ 644013 w 677175"/>
                      <a:gd name="connsiteY215" fmla="*/ 125761 h 386957"/>
                      <a:gd name="connsiteX216" fmla="*/ 645303 w 677175"/>
                      <a:gd name="connsiteY216" fmla="*/ 115120 h 386957"/>
                      <a:gd name="connsiteX217" fmla="*/ 650140 w 677175"/>
                      <a:gd name="connsiteY217" fmla="*/ 112218 h 386957"/>
                      <a:gd name="connsiteX218" fmla="*/ 653042 w 677175"/>
                      <a:gd name="connsiteY218" fmla="*/ 117055 h 386957"/>
                      <a:gd name="connsiteX219" fmla="*/ 652075 w 677175"/>
                      <a:gd name="connsiteY219" fmla="*/ 125761 h 386957"/>
                      <a:gd name="connsiteX220" fmla="*/ 654332 w 677175"/>
                      <a:gd name="connsiteY220" fmla="*/ 140595 h 386957"/>
                      <a:gd name="connsiteX221" fmla="*/ 652397 w 677175"/>
                      <a:gd name="connsiteY221" fmla="*/ 146077 h 386957"/>
                      <a:gd name="connsiteX222" fmla="*/ 650785 w 677175"/>
                      <a:gd name="connsiteY222" fmla="*/ 146399 h 386957"/>
                      <a:gd name="connsiteX223" fmla="*/ 59062 w 677175"/>
                      <a:gd name="connsiteY223" fmla="*/ 130598 h 386957"/>
                      <a:gd name="connsiteX224" fmla="*/ 56160 w 677175"/>
                      <a:gd name="connsiteY224" fmla="*/ 129308 h 386957"/>
                      <a:gd name="connsiteX225" fmla="*/ 38424 w 677175"/>
                      <a:gd name="connsiteY225" fmla="*/ 109316 h 386957"/>
                      <a:gd name="connsiteX226" fmla="*/ 38747 w 677175"/>
                      <a:gd name="connsiteY226" fmla="*/ 103511 h 386957"/>
                      <a:gd name="connsiteX227" fmla="*/ 44551 w 677175"/>
                      <a:gd name="connsiteY227" fmla="*/ 103834 h 386957"/>
                      <a:gd name="connsiteX228" fmla="*/ 61964 w 677175"/>
                      <a:gd name="connsiteY228" fmla="*/ 123827 h 386957"/>
                      <a:gd name="connsiteX229" fmla="*/ 61642 w 677175"/>
                      <a:gd name="connsiteY229" fmla="*/ 129631 h 386957"/>
                      <a:gd name="connsiteX230" fmla="*/ 59062 w 677175"/>
                      <a:gd name="connsiteY230" fmla="*/ 130598 h 386957"/>
                      <a:gd name="connsiteX231" fmla="*/ 585002 w 677175"/>
                      <a:gd name="connsiteY231" fmla="*/ 121569 h 386957"/>
                      <a:gd name="connsiteX232" fmla="*/ 582100 w 677175"/>
                      <a:gd name="connsiteY232" fmla="*/ 120280 h 386957"/>
                      <a:gd name="connsiteX233" fmla="*/ 582422 w 677175"/>
                      <a:gd name="connsiteY233" fmla="*/ 114475 h 386957"/>
                      <a:gd name="connsiteX234" fmla="*/ 585002 w 677175"/>
                      <a:gd name="connsiteY234" fmla="*/ 112540 h 386957"/>
                      <a:gd name="connsiteX235" fmla="*/ 592096 w 677175"/>
                      <a:gd name="connsiteY235" fmla="*/ 95450 h 386957"/>
                      <a:gd name="connsiteX236" fmla="*/ 592096 w 677175"/>
                      <a:gd name="connsiteY236" fmla="*/ 94482 h 386957"/>
                      <a:gd name="connsiteX237" fmla="*/ 596288 w 677175"/>
                      <a:gd name="connsiteY237" fmla="*/ 90613 h 386957"/>
                      <a:gd name="connsiteX238" fmla="*/ 600158 w 677175"/>
                      <a:gd name="connsiteY238" fmla="*/ 94805 h 386957"/>
                      <a:gd name="connsiteX239" fmla="*/ 600158 w 677175"/>
                      <a:gd name="connsiteY239" fmla="*/ 95450 h 386957"/>
                      <a:gd name="connsiteX240" fmla="*/ 590161 w 677175"/>
                      <a:gd name="connsiteY240" fmla="*/ 118667 h 386957"/>
                      <a:gd name="connsiteX241" fmla="*/ 588227 w 677175"/>
                      <a:gd name="connsiteY241" fmla="*/ 120280 h 386957"/>
                      <a:gd name="connsiteX242" fmla="*/ 585002 w 677175"/>
                      <a:gd name="connsiteY242" fmla="*/ 121569 h 386957"/>
                      <a:gd name="connsiteX243" fmla="*/ 693028 w 677175"/>
                      <a:gd name="connsiteY243" fmla="*/ 113185 h 386957"/>
                      <a:gd name="connsiteX244" fmla="*/ 675292 w 677175"/>
                      <a:gd name="connsiteY244" fmla="*/ 108671 h 386957"/>
                      <a:gd name="connsiteX245" fmla="*/ 672712 w 677175"/>
                      <a:gd name="connsiteY245" fmla="*/ 103511 h 386957"/>
                      <a:gd name="connsiteX246" fmla="*/ 677872 w 677175"/>
                      <a:gd name="connsiteY246" fmla="*/ 100932 h 386957"/>
                      <a:gd name="connsiteX247" fmla="*/ 693028 w 677175"/>
                      <a:gd name="connsiteY247" fmla="*/ 105124 h 386957"/>
                      <a:gd name="connsiteX248" fmla="*/ 696897 w 677175"/>
                      <a:gd name="connsiteY248" fmla="*/ 101576 h 386957"/>
                      <a:gd name="connsiteX249" fmla="*/ 702379 w 677175"/>
                      <a:gd name="connsiteY249" fmla="*/ 100609 h 386957"/>
                      <a:gd name="connsiteX250" fmla="*/ 703347 w 677175"/>
                      <a:gd name="connsiteY250" fmla="*/ 106091 h 386957"/>
                      <a:gd name="connsiteX251" fmla="*/ 693028 w 677175"/>
                      <a:gd name="connsiteY251" fmla="*/ 113185 h 386957"/>
                      <a:gd name="connsiteX252" fmla="*/ 628212 w 677175"/>
                      <a:gd name="connsiteY252" fmla="*/ 99319 h 386957"/>
                      <a:gd name="connsiteX253" fmla="*/ 626600 w 677175"/>
                      <a:gd name="connsiteY253" fmla="*/ 98997 h 386957"/>
                      <a:gd name="connsiteX254" fmla="*/ 623053 w 677175"/>
                      <a:gd name="connsiteY254" fmla="*/ 97707 h 386957"/>
                      <a:gd name="connsiteX255" fmla="*/ 614669 w 677175"/>
                      <a:gd name="connsiteY255" fmla="*/ 86098 h 386957"/>
                      <a:gd name="connsiteX256" fmla="*/ 616926 w 677175"/>
                      <a:gd name="connsiteY256" fmla="*/ 78359 h 386957"/>
                      <a:gd name="connsiteX257" fmla="*/ 616281 w 677175"/>
                      <a:gd name="connsiteY257" fmla="*/ 77069 h 386957"/>
                      <a:gd name="connsiteX258" fmla="*/ 617571 w 677175"/>
                      <a:gd name="connsiteY258" fmla="*/ 71587 h 386957"/>
                      <a:gd name="connsiteX259" fmla="*/ 623053 w 677175"/>
                      <a:gd name="connsiteY259" fmla="*/ 72877 h 386957"/>
                      <a:gd name="connsiteX260" fmla="*/ 624665 w 677175"/>
                      <a:gd name="connsiteY260" fmla="*/ 78359 h 386957"/>
                      <a:gd name="connsiteX261" fmla="*/ 623053 w 677175"/>
                      <a:gd name="connsiteY261" fmla="*/ 83519 h 386957"/>
                      <a:gd name="connsiteX262" fmla="*/ 622408 w 677175"/>
                      <a:gd name="connsiteY262" fmla="*/ 86421 h 386957"/>
                      <a:gd name="connsiteX263" fmla="*/ 624665 w 677175"/>
                      <a:gd name="connsiteY263" fmla="*/ 90290 h 386957"/>
                      <a:gd name="connsiteX264" fmla="*/ 629502 w 677175"/>
                      <a:gd name="connsiteY264" fmla="*/ 91902 h 386957"/>
                      <a:gd name="connsiteX265" fmla="*/ 631437 w 677175"/>
                      <a:gd name="connsiteY265" fmla="*/ 97385 h 386957"/>
                      <a:gd name="connsiteX266" fmla="*/ 628212 w 677175"/>
                      <a:gd name="connsiteY266" fmla="*/ 99319 h 386957"/>
                      <a:gd name="connsiteX267" fmla="*/ 687546 w 677175"/>
                      <a:gd name="connsiteY267" fmla="*/ 90935 h 386957"/>
                      <a:gd name="connsiteX268" fmla="*/ 687546 w 677175"/>
                      <a:gd name="connsiteY268" fmla="*/ 90935 h 386957"/>
                      <a:gd name="connsiteX269" fmla="*/ 661749 w 677175"/>
                      <a:gd name="connsiteY269" fmla="*/ 90290 h 386957"/>
                      <a:gd name="connsiteX270" fmla="*/ 660781 w 677175"/>
                      <a:gd name="connsiteY270" fmla="*/ 90290 h 386957"/>
                      <a:gd name="connsiteX271" fmla="*/ 656912 w 677175"/>
                      <a:gd name="connsiteY271" fmla="*/ 86098 h 386957"/>
                      <a:gd name="connsiteX272" fmla="*/ 661104 w 677175"/>
                      <a:gd name="connsiteY272" fmla="*/ 82229 h 386957"/>
                      <a:gd name="connsiteX273" fmla="*/ 662071 w 677175"/>
                      <a:gd name="connsiteY273" fmla="*/ 82229 h 386957"/>
                      <a:gd name="connsiteX274" fmla="*/ 687546 w 677175"/>
                      <a:gd name="connsiteY274" fmla="*/ 82873 h 386957"/>
                      <a:gd name="connsiteX275" fmla="*/ 691415 w 677175"/>
                      <a:gd name="connsiteY275" fmla="*/ 87066 h 386957"/>
                      <a:gd name="connsiteX276" fmla="*/ 687546 w 677175"/>
                      <a:gd name="connsiteY276" fmla="*/ 90935 h 386957"/>
                      <a:gd name="connsiteX277" fmla="*/ 18109 w 677175"/>
                      <a:gd name="connsiteY277" fmla="*/ 81261 h 386957"/>
                      <a:gd name="connsiteX278" fmla="*/ 14884 w 677175"/>
                      <a:gd name="connsiteY278" fmla="*/ 79649 h 386957"/>
                      <a:gd name="connsiteX279" fmla="*/ 3921 w 677175"/>
                      <a:gd name="connsiteY279" fmla="*/ 63203 h 386957"/>
                      <a:gd name="connsiteX280" fmla="*/ 374 w 677175"/>
                      <a:gd name="connsiteY280" fmla="*/ 56109 h 386957"/>
                      <a:gd name="connsiteX281" fmla="*/ 2631 w 677175"/>
                      <a:gd name="connsiteY281" fmla="*/ 50950 h 386957"/>
                      <a:gd name="connsiteX282" fmla="*/ 7790 w 677175"/>
                      <a:gd name="connsiteY282" fmla="*/ 53207 h 386957"/>
                      <a:gd name="connsiteX283" fmla="*/ 11015 w 677175"/>
                      <a:gd name="connsiteY283" fmla="*/ 59656 h 386957"/>
                      <a:gd name="connsiteX284" fmla="*/ 21334 w 677175"/>
                      <a:gd name="connsiteY284" fmla="*/ 75134 h 386957"/>
                      <a:gd name="connsiteX285" fmla="*/ 20366 w 677175"/>
                      <a:gd name="connsiteY285" fmla="*/ 80616 h 386957"/>
                      <a:gd name="connsiteX286" fmla="*/ 18109 w 677175"/>
                      <a:gd name="connsiteY286" fmla="*/ 81261 h 386957"/>
                      <a:gd name="connsiteX287" fmla="*/ 36167 w 677175"/>
                      <a:gd name="connsiteY287" fmla="*/ 58366 h 386957"/>
                      <a:gd name="connsiteX288" fmla="*/ 34232 w 677175"/>
                      <a:gd name="connsiteY288" fmla="*/ 57721 h 386957"/>
                      <a:gd name="connsiteX289" fmla="*/ 28750 w 677175"/>
                      <a:gd name="connsiteY289" fmla="*/ 47725 h 386957"/>
                      <a:gd name="connsiteX290" fmla="*/ 32620 w 677175"/>
                      <a:gd name="connsiteY290" fmla="*/ 35794 h 386957"/>
                      <a:gd name="connsiteX291" fmla="*/ 35522 w 677175"/>
                      <a:gd name="connsiteY291" fmla="*/ 29022 h 386957"/>
                      <a:gd name="connsiteX292" fmla="*/ 40682 w 677175"/>
                      <a:gd name="connsiteY292" fmla="*/ 26442 h 386957"/>
                      <a:gd name="connsiteX293" fmla="*/ 43261 w 677175"/>
                      <a:gd name="connsiteY293" fmla="*/ 31602 h 386957"/>
                      <a:gd name="connsiteX294" fmla="*/ 40037 w 677175"/>
                      <a:gd name="connsiteY294" fmla="*/ 39341 h 386957"/>
                      <a:gd name="connsiteX295" fmla="*/ 37135 w 677175"/>
                      <a:gd name="connsiteY295" fmla="*/ 48047 h 386957"/>
                      <a:gd name="connsiteX296" fmla="*/ 38424 w 677175"/>
                      <a:gd name="connsiteY296" fmla="*/ 50950 h 386957"/>
                      <a:gd name="connsiteX297" fmla="*/ 39714 w 677175"/>
                      <a:gd name="connsiteY297" fmla="*/ 56431 h 386957"/>
                      <a:gd name="connsiteX298" fmla="*/ 36167 w 677175"/>
                      <a:gd name="connsiteY298" fmla="*/ 58366 h 386957"/>
                      <a:gd name="connsiteX299" fmla="*/ 7145 w 677175"/>
                      <a:gd name="connsiteY299" fmla="*/ 23218 h 386957"/>
                      <a:gd name="connsiteX300" fmla="*/ 4888 w 677175"/>
                      <a:gd name="connsiteY300" fmla="*/ 22573 h 386957"/>
                      <a:gd name="connsiteX301" fmla="*/ 3921 w 677175"/>
                      <a:gd name="connsiteY301" fmla="*/ 17091 h 386957"/>
                      <a:gd name="connsiteX302" fmla="*/ 19721 w 677175"/>
                      <a:gd name="connsiteY302" fmla="*/ 1290 h 386957"/>
                      <a:gd name="connsiteX303" fmla="*/ 23591 w 677175"/>
                      <a:gd name="connsiteY303" fmla="*/ 0 h 386957"/>
                      <a:gd name="connsiteX304" fmla="*/ 29395 w 677175"/>
                      <a:gd name="connsiteY304" fmla="*/ 6772 h 386957"/>
                      <a:gd name="connsiteX305" fmla="*/ 25848 w 677175"/>
                      <a:gd name="connsiteY305" fmla="*/ 11286 h 386957"/>
                      <a:gd name="connsiteX306" fmla="*/ 21979 w 677175"/>
                      <a:gd name="connsiteY306" fmla="*/ 9674 h 386957"/>
                      <a:gd name="connsiteX307" fmla="*/ 10370 w 677175"/>
                      <a:gd name="connsiteY307" fmla="*/ 21605 h 386957"/>
                      <a:gd name="connsiteX308" fmla="*/ 7145 w 677175"/>
                      <a:gd name="connsiteY308" fmla="*/ 23218 h 3869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  <a:cxn ang="0">
                        <a:pos x="connsiteX284" y="connsiteY284"/>
                      </a:cxn>
                      <a:cxn ang="0">
                        <a:pos x="connsiteX285" y="connsiteY285"/>
                      </a:cxn>
                      <a:cxn ang="0">
                        <a:pos x="connsiteX286" y="connsiteY286"/>
                      </a:cxn>
                      <a:cxn ang="0">
                        <a:pos x="connsiteX287" y="connsiteY287"/>
                      </a:cxn>
                      <a:cxn ang="0">
                        <a:pos x="connsiteX288" y="connsiteY288"/>
                      </a:cxn>
                      <a:cxn ang="0">
                        <a:pos x="connsiteX289" y="connsiteY289"/>
                      </a:cxn>
                      <a:cxn ang="0">
                        <a:pos x="connsiteX290" y="connsiteY290"/>
                      </a:cxn>
                      <a:cxn ang="0">
                        <a:pos x="connsiteX291" y="connsiteY291"/>
                      </a:cxn>
                      <a:cxn ang="0">
                        <a:pos x="connsiteX292" y="connsiteY292"/>
                      </a:cxn>
                      <a:cxn ang="0">
                        <a:pos x="connsiteX293" y="connsiteY293"/>
                      </a:cxn>
                      <a:cxn ang="0">
                        <a:pos x="connsiteX294" y="connsiteY294"/>
                      </a:cxn>
                      <a:cxn ang="0">
                        <a:pos x="connsiteX295" y="connsiteY295"/>
                      </a:cxn>
                      <a:cxn ang="0">
                        <a:pos x="connsiteX296" y="connsiteY296"/>
                      </a:cxn>
                      <a:cxn ang="0">
                        <a:pos x="connsiteX297" y="connsiteY297"/>
                      </a:cxn>
                      <a:cxn ang="0">
                        <a:pos x="connsiteX298" y="connsiteY298"/>
                      </a:cxn>
                      <a:cxn ang="0">
                        <a:pos x="connsiteX299" y="connsiteY299"/>
                      </a:cxn>
                      <a:cxn ang="0">
                        <a:pos x="connsiteX300" y="connsiteY300"/>
                      </a:cxn>
                      <a:cxn ang="0">
                        <a:pos x="connsiteX301" y="connsiteY301"/>
                      </a:cxn>
                      <a:cxn ang="0">
                        <a:pos x="connsiteX302" y="connsiteY302"/>
                      </a:cxn>
                      <a:cxn ang="0">
                        <a:pos x="connsiteX303" y="connsiteY303"/>
                      </a:cxn>
                      <a:cxn ang="0">
                        <a:pos x="connsiteX304" y="connsiteY304"/>
                      </a:cxn>
                      <a:cxn ang="0">
                        <a:pos x="connsiteX305" y="connsiteY305"/>
                      </a:cxn>
                      <a:cxn ang="0">
                        <a:pos x="connsiteX306" y="connsiteY306"/>
                      </a:cxn>
                      <a:cxn ang="0">
                        <a:pos x="connsiteX307" y="connsiteY307"/>
                      </a:cxn>
                      <a:cxn ang="0">
                        <a:pos x="connsiteX308" y="connsiteY308"/>
                      </a:cxn>
                    </a:cxnLst>
                    <a:rect l="l" t="t" r="r" b="b"/>
                    <a:pathLst>
                      <a:path w="677175" h="386957">
                        <a:moveTo>
                          <a:pt x="690770" y="394375"/>
                        </a:moveTo>
                        <a:cubicBezTo>
                          <a:pt x="690448" y="394375"/>
                          <a:pt x="689803" y="394375"/>
                          <a:pt x="689481" y="394052"/>
                        </a:cubicBezTo>
                        <a:cubicBezTo>
                          <a:pt x="687223" y="393407"/>
                          <a:pt x="686256" y="391150"/>
                          <a:pt x="686901" y="388893"/>
                        </a:cubicBezTo>
                        <a:cubicBezTo>
                          <a:pt x="687546" y="387280"/>
                          <a:pt x="688191" y="385668"/>
                          <a:pt x="689158" y="384378"/>
                        </a:cubicBezTo>
                        <a:cubicBezTo>
                          <a:pt x="692383" y="380186"/>
                          <a:pt x="694318" y="376962"/>
                          <a:pt x="694318" y="373092"/>
                        </a:cubicBezTo>
                        <a:cubicBezTo>
                          <a:pt x="694318" y="371157"/>
                          <a:pt x="693995" y="369545"/>
                          <a:pt x="693028" y="367287"/>
                        </a:cubicBezTo>
                        <a:cubicBezTo>
                          <a:pt x="692060" y="365353"/>
                          <a:pt x="693028" y="362773"/>
                          <a:pt x="695285" y="362128"/>
                        </a:cubicBezTo>
                        <a:cubicBezTo>
                          <a:pt x="697220" y="361161"/>
                          <a:pt x="699799" y="362128"/>
                          <a:pt x="700444" y="364385"/>
                        </a:cubicBezTo>
                        <a:cubicBezTo>
                          <a:pt x="701734" y="367287"/>
                          <a:pt x="702379" y="370512"/>
                          <a:pt x="702379" y="373414"/>
                        </a:cubicBezTo>
                        <a:cubicBezTo>
                          <a:pt x="702379" y="380186"/>
                          <a:pt x="698832" y="385346"/>
                          <a:pt x="695285" y="389860"/>
                        </a:cubicBezTo>
                        <a:cubicBezTo>
                          <a:pt x="694963" y="390505"/>
                          <a:pt x="694640" y="391150"/>
                          <a:pt x="694318" y="391795"/>
                        </a:cubicBezTo>
                        <a:cubicBezTo>
                          <a:pt x="693995" y="393407"/>
                          <a:pt x="692383" y="394375"/>
                          <a:pt x="690770" y="394375"/>
                        </a:cubicBezTo>
                        <a:close/>
                        <a:moveTo>
                          <a:pt x="324773" y="374059"/>
                        </a:moveTo>
                        <a:cubicBezTo>
                          <a:pt x="322193" y="374059"/>
                          <a:pt x="318646" y="373092"/>
                          <a:pt x="312197" y="371480"/>
                        </a:cubicBezTo>
                        <a:cubicBezTo>
                          <a:pt x="309940" y="370835"/>
                          <a:pt x="308650" y="368577"/>
                          <a:pt x="309295" y="366643"/>
                        </a:cubicBezTo>
                        <a:cubicBezTo>
                          <a:pt x="309940" y="364385"/>
                          <a:pt x="312197" y="363096"/>
                          <a:pt x="314132" y="363740"/>
                        </a:cubicBezTo>
                        <a:cubicBezTo>
                          <a:pt x="317679" y="364708"/>
                          <a:pt x="321548" y="365675"/>
                          <a:pt x="323483" y="365998"/>
                        </a:cubicBezTo>
                        <a:cubicBezTo>
                          <a:pt x="323483" y="365675"/>
                          <a:pt x="323483" y="365353"/>
                          <a:pt x="323483" y="364708"/>
                        </a:cubicBezTo>
                        <a:lnTo>
                          <a:pt x="323483" y="364063"/>
                        </a:lnTo>
                        <a:cubicBezTo>
                          <a:pt x="323483" y="362128"/>
                          <a:pt x="324451" y="357291"/>
                          <a:pt x="332190" y="356646"/>
                        </a:cubicBezTo>
                        <a:cubicBezTo>
                          <a:pt x="334447" y="356324"/>
                          <a:pt x="336382" y="358258"/>
                          <a:pt x="336704" y="360193"/>
                        </a:cubicBezTo>
                        <a:cubicBezTo>
                          <a:pt x="337027" y="362451"/>
                          <a:pt x="335092" y="364385"/>
                          <a:pt x="333157" y="364708"/>
                        </a:cubicBezTo>
                        <a:cubicBezTo>
                          <a:pt x="332512" y="364708"/>
                          <a:pt x="332190" y="364708"/>
                          <a:pt x="331867" y="365030"/>
                        </a:cubicBezTo>
                        <a:cubicBezTo>
                          <a:pt x="331867" y="365675"/>
                          <a:pt x="331867" y="366320"/>
                          <a:pt x="331867" y="366965"/>
                        </a:cubicBezTo>
                        <a:cubicBezTo>
                          <a:pt x="331545" y="373414"/>
                          <a:pt x="326708" y="374059"/>
                          <a:pt x="324773" y="374059"/>
                        </a:cubicBezTo>
                        <a:close/>
                        <a:moveTo>
                          <a:pt x="277371" y="360838"/>
                        </a:moveTo>
                        <a:cubicBezTo>
                          <a:pt x="276726" y="360838"/>
                          <a:pt x="276081" y="360838"/>
                          <a:pt x="275758" y="360516"/>
                        </a:cubicBezTo>
                        <a:cubicBezTo>
                          <a:pt x="270599" y="357936"/>
                          <a:pt x="268019" y="355679"/>
                          <a:pt x="265117" y="353099"/>
                        </a:cubicBezTo>
                        <a:cubicBezTo>
                          <a:pt x="262537" y="350842"/>
                          <a:pt x="259635" y="348262"/>
                          <a:pt x="254153" y="344715"/>
                        </a:cubicBezTo>
                        <a:cubicBezTo>
                          <a:pt x="252218" y="343425"/>
                          <a:pt x="251574" y="341168"/>
                          <a:pt x="252863" y="339233"/>
                        </a:cubicBezTo>
                        <a:cubicBezTo>
                          <a:pt x="254153" y="337298"/>
                          <a:pt x="256411" y="336653"/>
                          <a:pt x="258345" y="337943"/>
                        </a:cubicBezTo>
                        <a:cubicBezTo>
                          <a:pt x="264472" y="341813"/>
                          <a:pt x="267697" y="344715"/>
                          <a:pt x="270277" y="347295"/>
                        </a:cubicBezTo>
                        <a:cubicBezTo>
                          <a:pt x="273179" y="349874"/>
                          <a:pt x="275113" y="351487"/>
                          <a:pt x="278983" y="353421"/>
                        </a:cubicBezTo>
                        <a:cubicBezTo>
                          <a:pt x="280918" y="354389"/>
                          <a:pt x="281885" y="356646"/>
                          <a:pt x="280918" y="358904"/>
                        </a:cubicBezTo>
                        <a:cubicBezTo>
                          <a:pt x="280595" y="360193"/>
                          <a:pt x="278983" y="360838"/>
                          <a:pt x="277371" y="360838"/>
                        </a:cubicBezTo>
                        <a:close/>
                        <a:moveTo>
                          <a:pt x="368951" y="360193"/>
                        </a:moveTo>
                        <a:cubicBezTo>
                          <a:pt x="367338" y="360193"/>
                          <a:pt x="365726" y="359226"/>
                          <a:pt x="365081" y="357614"/>
                        </a:cubicBezTo>
                        <a:cubicBezTo>
                          <a:pt x="364436" y="355356"/>
                          <a:pt x="365404" y="353099"/>
                          <a:pt x="367661" y="352454"/>
                        </a:cubicBezTo>
                        <a:cubicBezTo>
                          <a:pt x="372820" y="350519"/>
                          <a:pt x="377657" y="349874"/>
                          <a:pt x="381527" y="349552"/>
                        </a:cubicBezTo>
                        <a:cubicBezTo>
                          <a:pt x="385719" y="348907"/>
                          <a:pt x="389266" y="348585"/>
                          <a:pt x="393136" y="346972"/>
                        </a:cubicBezTo>
                        <a:cubicBezTo>
                          <a:pt x="395070" y="346005"/>
                          <a:pt x="397650" y="347295"/>
                          <a:pt x="398295" y="349230"/>
                        </a:cubicBezTo>
                        <a:cubicBezTo>
                          <a:pt x="399262" y="351164"/>
                          <a:pt x="397972" y="353744"/>
                          <a:pt x="396038" y="354389"/>
                        </a:cubicBezTo>
                        <a:cubicBezTo>
                          <a:pt x="391201" y="356324"/>
                          <a:pt x="386686" y="356969"/>
                          <a:pt x="382494" y="357614"/>
                        </a:cubicBezTo>
                        <a:cubicBezTo>
                          <a:pt x="378625" y="358258"/>
                          <a:pt x="374433" y="358581"/>
                          <a:pt x="369918" y="360193"/>
                        </a:cubicBezTo>
                        <a:cubicBezTo>
                          <a:pt x="369918" y="360193"/>
                          <a:pt x="369273" y="360193"/>
                          <a:pt x="368951" y="360193"/>
                        </a:cubicBezTo>
                        <a:close/>
                        <a:moveTo>
                          <a:pt x="429574" y="340845"/>
                        </a:moveTo>
                        <a:cubicBezTo>
                          <a:pt x="427962" y="340845"/>
                          <a:pt x="426672" y="339878"/>
                          <a:pt x="426027" y="338266"/>
                        </a:cubicBezTo>
                        <a:cubicBezTo>
                          <a:pt x="425060" y="336331"/>
                          <a:pt x="426027" y="333751"/>
                          <a:pt x="427962" y="333106"/>
                        </a:cubicBezTo>
                        <a:cubicBezTo>
                          <a:pt x="434411" y="330526"/>
                          <a:pt x="439248" y="327624"/>
                          <a:pt x="443440" y="324400"/>
                        </a:cubicBezTo>
                        <a:cubicBezTo>
                          <a:pt x="446342" y="322143"/>
                          <a:pt x="448599" y="320853"/>
                          <a:pt x="450857" y="319885"/>
                        </a:cubicBezTo>
                        <a:cubicBezTo>
                          <a:pt x="452792" y="318918"/>
                          <a:pt x="455371" y="319885"/>
                          <a:pt x="456016" y="322143"/>
                        </a:cubicBezTo>
                        <a:cubicBezTo>
                          <a:pt x="456984" y="324077"/>
                          <a:pt x="456016" y="326657"/>
                          <a:pt x="453759" y="327302"/>
                        </a:cubicBezTo>
                        <a:cubicBezTo>
                          <a:pt x="452147" y="327947"/>
                          <a:pt x="450212" y="329237"/>
                          <a:pt x="447955" y="330849"/>
                        </a:cubicBezTo>
                        <a:cubicBezTo>
                          <a:pt x="443440" y="334396"/>
                          <a:pt x="437636" y="337621"/>
                          <a:pt x="430864" y="340523"/>
                        </a:cubicBezTo>
                        <a:cubicBezTo>
                          <a:pt x="430541" y="340523"/>
                          <a:pt x="430219" y="340845"/>
                          <a:pt x="429574" y="340845"/>
                        </a:cubicBezTo>
                        <a:close/>
                        <a:moveTo>
                          <a:pt x="686256" y="336653"/>
                        </a:moveTo>
                        <a:cubicBezTo>
                          <a:pt x="685933" y="336653"/>
                          <a:pt x="685611" y="336653"/>
                          <a:pt x="685289" y="336653"/>
                        </a:cubicBezTo>
                        <a:cubicBezTo>
                          <a:pt x="683031" y="336009"/>
                          <a:pt x="681741" y="334074"/>
                          <a:pt x="682386" y="331816"/>
                        </a:cubicBezTo>
                        <a:cubicBezTo>
                          <a:pt x="683031" y="329237"/>
                          <a:pt x="683354" y="326979"/>
                          <a:pt x="683354" y="324722"/>
                        </a:cubicBezTo>
                        <a:cubicBezTo>
                          <a:pt x="683354" y="319240"/>
                          <a:pt x="681419" y="315371"/>
                          <a:pt x="676904" y="312469"/>
                        </a:cubicBezTo>
                        <a:cubicBezTo>
                          <a:pt x="674970" y="311179"/>
                          <a:pt x="674647" y="308599"/>
                          <a:pt x="675937" y="306987"/>
                        </a:cubicBezTo>
                        <a:cubicBezTo>
                          <a:pt x="677227" y="305052"/>
                          <a:pt x="679807" y="304729"/>
                          <a:pt x="681419" y="306019"/>
                        </a:cubicBezTo>
                        <a:cubicBezTo>
                          <a:pt x="688191" y="310534"/>
                          <a:pt x="691738" y="316983"/>
                          <a:pt x="691738" y="325045"/>
                        </a:cubicBezTo>
                        <a:cubicBezTo>
                          <a:pt x="691738" y="327624"/>
                          <a:pt x="691415" y="330526"/>
                          <a:pt x="690448" y="334074"/>
                        </a:cubicBezTo>
                        <a:cubicBezTo>
                          <a:pt x="689803" y="335364"/>
                          <a:pt x="688191" y="336653"/>
                          <a:pt x="686256" y="336653"/>
                        </a:cubicBezTo>
                        <a:close/>
                        <a:moveTo>
                          <a:pt x="226099" y="323432"/>
                        </a:moveTo>
                        <a:cubicBezTo>
                          <a:pt x="225131" y="323432"/>
                          <a:pt x="224164" y="323110"/>
                          <a:pt x="223519" y="322465"/>
                        </a:cubicBezTo>
                        <a:cubicBezTo>
                          <a:pt x="217392" y="316983"/>
                          <a:pt x="210943" y="310856"/>
                          <a:pt x="204171" y="303762"/>
                        </a:cubicBezTo>
                        <a:cubicBezTo>
                          <a:pt x="202559" y="302150"/>
                          <a:pt x="202559" y="299570"/>
                          <a:pt x="204171" y="297958"/>
                        </a:cubicBezTo>
                        <a:cubicBezTo>
                          <a:pt x="205784" y="296345"/>
                          <a:pt x="208363" y="296345"/>
                          <a:pt x="209976" y="297958"/>
                        </a:cubicBezTo>
                        <a:cubicBezTo>
                          <a:pt x="216747" y="304729"/>
                          <a:pt x="222874" y="310856"/>
                          <a:pt x="229001" y="316338"/>
                        </a:cubicBezTo>
                        <a:cubicBezTo>
                          <a:pt x="230613" y="317950"/>
                          <a:pt x="230936" y="320208"/>
                          <a:pt x="229323" y="322143"/>
                        </a:cubicBezTo>
                        <a:cubicBezTo>
                          <a:pt x="228356" y="322787"/>
                          <a:pt x="227066" y="323432"/>
                          <a:pt x="226099" y="323432"/>
                        </a:cubicBezTo>
                        <a:close/>
                        <a:moveTo>
                          <a:pt x="487940" y="319885"/>
                        </a:moveTo>
                        <a:cubicBezTo>
                          <a:pt x="486328" y="319885"/>
                          <a:pt x="485038" y="318918"/>
                          <a:pt x="484393" y="317628"/>
                        </a:cubicBezTo>
                        <a:cubicBezTo>
                          <a:pt x="483426" y="315693"/>
                          <a:pt x="484393" y="313113"/>
                          <a:pt x="486328" y="312146"/>
                        </a:cubicBezTo>
                        <a:lnTo>
                          <a:pt x="492132" y="309566"/>
                        </a:lnTo>
                        <a:cubicBezTo>
                          <a:pt x="497937" y="306987"/>
                          <a:pt x="504386" y="304084"/>
                          <a:pt x="510513" y="301182"/>
                        </a:cubicBezTo>
                        <a:cubicBezTo>
                          <a:pt x="512447" y="300215"/>
                          <a:pt x="515027" y="301182"/>
                          <a:pt x="515995" y="303117"/>
                        </a:cubicBezTo>
                        <a:cubicBezTo>
                          <a:pt x="516962" y="305052"/>
                          <a:pt x="515995" y="307632"/>
                          <a:pt x="514060" y="308599"/>
                        </a:cubicBezTo>
                        <a:cubicBezTo>
                          <a:pt x="507933" y="311501"/>
                          <a:pt x="501484" y="314403"/>
                          <a:pt x="495679" y="316983"/>
                        </a:cubicBezTo>
                        <a:lnTo>
                          <a:pt x="489875" y="319563"/>
                        </a:lnTo>
                        <a:cubicBezTo>
                          <a:pt x="488908" y="319885"/>
                          <a:pt x="488263" y="319885"/>
                          <a:pt x="487940" y="319885"/>
                        </a:cubicBezTo>
                        <a:close/>
                        <a:moveTo>
                          <a:pt x="647883" y="295055"/>
                        </a:moveTo>
                        <a:cubicBezTo>
                          <a:pt x="645625" y="295055"/>
                          <a:pt x="644013" y="293443"/>
                          <a:pt x="644013" y="291508"/>
                        </a:cubicBezTo>
                        <a:cubicBezTo>
                          <a:pt x="644013" y="291508"/>
                          <a:pt x="644013" y="290863"/>
                          <a:pt x="644013" y="290863"/>
                        </a:cubicBezTo>
                        <a:cubicBezTo>
                          <a:pt x="644013" y="288606"/>
                          <a:pt x="644658" y="286349"/>
                          <a:pt x="645948" y="283447"/>
                        </a:cubicBezTo>
                        <a:cubicBezTo>
                          <a:pt x="648205" y="278287"/>
                          <a:pt x="649495" y="273128"/>
                          <a:pt x="650462" y="268613"/>
                        </a:cubicBezTo>
                        <a:cubicBezTo>
                          <a:pt x="650785" y="267323"/>
                          <a:pt x="651107" y="266034"/>
                          <a:pt x="651430" y="264744"/>
                        </a:cubicBezTo>
                        <a:cubicBezTo>
                          <a:pt x="652075" y="262486"/>
                          <a:pt x="654009" y="261196"/>
                          <a:pt x="656267" y="261842"/>
                        </a:cubicBezTo>
                        <a:cubicBezTo>
                          <a:pt x="658524" y="262486"/>
                          <a:pt x="659814" y="264421"/>
                          <a:pt x="659169" y="266679"/>
                        </a:cubicBezTo>
                        <a:cubicBezTo>
                          <a:pt x="658846" y="267968"/>
                          <a:pt x="658524" y="269258"/>
                          <a:pt x="658201" y="270548"/>
                        </a:cubicBezTo>
                        <a:cubicBezTo>
                          <a:pt x="657234" y="275385"/>
                          <a:pt x="655944" y="280867"/>
                          <a:pt x="653042" y="286994"/>
                        </a:cubicBezTo>
                        <a:cubicBezTo>
                          <a:pt x="652397" y="288606"/>
                          <a:pt x="652075" y="289896"/>
                          <a:pt x="652075" y="291186"/>
                        </a:cubicBezTo>
                        <a:cubicBezTo>
                          <a:pt x="651752" y="293121"/>
                          <a:pt x="650140" y="295055"/>
                          <a:pt x="647883" y="295055"/>
                        </a:cubicBezTo>
                        <a:cubicBezTo>
                          <a:pt x="647883" y="295055"/>
                          <a:pt x="647883" y="295055"/>
                          <a:pt x="647883" y="295055"/>
                        </a:cubicBezTo>
                        <a:close/>
                        <a:moveTo>
                          <a:pt x="546629" y="294733"/>
                        </a:moveTo>
                        <a:cubicBezTo>
                          <a:pt x="545016" y="294733"/>
                          <a:pt x="543727" y="293766"/>
                          <a:pt x="543082" y="292476"/>
                        </a:cubicBezTo>
                        <a:cubicBezTo>
                          <a:pt x="542114" y="290541"/>
                          <a:pt x="543082" y="287961"/>
                          <a:pt x="545016" y="286994"/>
                        </a:cubicBezTo>
                        <a:cubicBezTo>
                          <a:pt x="550176" y="284737"/>
                          <a:pt x="550176" y="282802"/>
                          <a:pt x="550176" y="282157"/>
                        </a:cubicBezTo>
                        <a:cubicBezTo>
                          <a:pt x="550176" y="281189"/>
                          <a:pt x="549531" y="279577"/>
                          <a:pt x="548564" y="277642"/>
                        </a:cubicBezTo>
                        <a:cubicBezTo>
                          <a:pt x="547596" y="275708"/>
                          <a:pt x="546951" y="274095"/>
                          <a:pt x="546951" y="272160"/>
                        </a:cubicBezTo>
                        <a:cubicBezTo>
                          <a:pt x="546951" y="269903"/>
                          <a:pt x="547596" y="267968"/>
                          <a:pt x="549208" y="265711"/>
                        </a:cubicBezTo>
                        <a:cubicBezTo>
                          <a:pt x="550498" y="263776"/>
                          <a:pt x="553078" y="263454"/>
                          <a:pt x="554690" y="264744"/>
                        </a:cubicBezTo>
                        <a:cubicBezTo>
                          <a:pt x="556625" y="266034"/>
                          <a:pt x="556948" y="268613"/>
                          <a:pt x="555658" y="270226"/>
                        </a:cubicBezTo>
                        <a:cubicBezTo>
                          <a:pt x="555013" y="271193"/>
                          <a:pt x="555013" y="271516"/>
                          <a:pt x="555013" y="271838"/>
                        </a:cubicBezTo>
                        <a:cubicBezTo>
                          <a:pt x="555013" y="272160"/>
                          <a:pt x="555335" y="272805"/>
                          <a:pt x="555658" y="273450"/>
                        </a:cubicBezTo>
                        <a:cubicBezTo>
                          <a:pt x="557270" y="276675"/>
                          <a:pt x="558237" y="279255"/>
                          <a:pt x="558237" y="281834"/>
                        </a:cubicBezTo>
                        <a:cubicBezTo>
                          <a:pt x="558237" y="289251"/>
                          <a:pt x="551143" y="292798"/>
                          <a:pt x="548564" y="293766"/>
                        </a:cubicBezTo>
                        <a:cubicBezTo>
                          <a:pt x="547596" y="294733"/>
                          <a:pt x="547274" y="294733"/>
                          <a:pt x="546629" y="294733"/>
                        </a:cubicBezTo>
                        <a:close/>
                        <a:moveTo>
                          <a:pt x="181921" y="277320"/>
                        </a:moveTo>
                        <a:cubicBezTo>
                          <a:pt x="180631" y="277320"/>
                          <a:pt x="179664" y="276675"/>
                          <a:pt x="178697" y="275708"/>
                        </a:cubicBezTo>
                        <a:cubicBezTo>
                          <a:pt x="172892" y="268613"/>
                          <a:pt x="168378" y="262486"/>
                          <a:pt x="163541" y="255715"/>
                        </a:cubicBezTo>
                        <a:lnTo>
                          <a:pt x="162573" y="254425"/>
                        </a:lnTo>
                        <a:cubicBezTo>
                          <a:pt x="161283" y="252490"/>
                          <a:pt x="161606" y="250233"/>
                          <a:pt x="163541" y="248943"/>
                        </a:cubicBezTo>
                        <a:cubicBezTo>
                          <a:pt x="165475" y="247653"/>
                          <a:pt x="167733" y="247976"/>
                          <a:pt x="169023" y="249910"/>
                        </a:cubicBezTo>
                        <a:lnTo>
                          <a:pt x="169990" y="251200"/>
                        </a:lnTo>
                        <a:cubicBezTo>
                          <a:pt x="174827" y="257972"/>
                          <a:pt x="179341" y="264099"/>
                          <a:pt x="184823" y="270871"/>
                        </a:cubicBezTo>
                        <a:cubicBezTo>
                          <a:pt x="186113" y="272483"/>
                          <a:pt x="186113" y="275063"/>
                          <a:pt x="184178" y="276675"/>
                        </a:cubicBezTo>
                        <a:cubicBezTo>
                          <a:pt x="183533" y="276997"/>
                          <a:pt x="182889" y="277320"/>
                          <a:pt x="181921" y="277320"/>
                        </a:cubicBezTo>
                        <a:close/>
                        <a:moveTo>
                          <a:pt x="579520" y="247008"/>
                        </a:moveTo>
                        <a:cubicBezTo>
                          <a:pt x="578553" y="247008"/>
                          <a:pt x="577585" y="246686"/>
                          <a:pt x="576940" y="246041"/>
                        </a:cubicBezTo>
                        <a:cubicBezTo>
                          <a:pt x="575328" y="244751"/>
                          <a:pt x="575006" y="242171"/>
                          <a:pt x="576296" y="240236"/>
                        </a:cubicBezTo>
                        <a:cubicBezTo>
                          <a:pt x="580165" y="235399"/>
                          <a:pt x="583067" y="230240"/>
                          <a:pt x="585647" y="224113"/>
                        </a:cubicBezTo>
                        <a:cubicBezTo>
                          <a:pt x="586614" y="221856"/>
                          <a:pt x="587259" y="219921"/>
                          <a:pt x="587904" y="218309"/>
                        </a:cubicBezTo>
                        <a:cubicBezTo>
                          <a:pt x="588549" y="216052"/>
                          <a:pt x="590806" y="215084"/>
                          <a:pt x="593064" y="215729"/>
                        </a:cubicBezTo>
                        <a:cubicBezTo>
                          <a:pt x="595321" y="216374"/>
                          <a:pt x="596288" y="218631"/>
                          <a:pt x="595643" y="220888"/>
                        </a:cubicBezTo>
                        <a:cubicBezTo>
                          <a:pt x="594998" y="222823"/>
                          <a:pt x="594354" y="225081"/>
                          <a:pt x="593064" y="227338"/>
                        </a:cubicBezTo>
                        <a:cubicBezTo>
                          <a:pt x="590161" y="234110"/>
                          <a:pt x="586614" y="240236"/>
                          <a:pt x="582422" y="245396"/>
                        </a:cubicBezTo>
                        <a:cubicBezTo>
                          <a:pt x="581777" y="246363"/>
                          <a:pt x="580810" y="247008"/>
                          <a:pt x="579520" y="247008"/>
                        </a:cubicBezTo>
                        <a:close/>
                        <a:moveTo>
                          <a:pt x="663361" y="238302"/>
                        </a:moveTo>
                        <a:cubicBezTo>
                          <a:pt x="661426" y="238302"/>
                          <a:pt x="659814" y="237012"/>
                          <a:pt x="659491" y="235077"/>
                        </a:cubicBezTo>
                        <a:cubicBezTo>
                          <a:pt x="659169" y="234110"/>
                          <a:pt x="659169" y="233465"/>
                          <a:pt x="659169" y="232820"/>
                        </a:cubicBezTo>
                        <a:cubicBezTo>
                          <a:pt x="659169" y="230240"/>
                          <a:pt x="660459" y="227983"/>
                          <a:pt x="662716" y="226370"/>
                        </a:cubicBezTo>
                        <a:cubicBezTo>
                          <a:pt x="664006" y="225725"/>
                          <a:pt x="664973" y="225081"/>
                          <a:pt x="666586" y="224113"/>
                        </a:cubicBezTo>
                        <a:cubicBezTo>
                          <a:pt x="671100" y="221533"/>
                          <a:pt x="676904" y="218309"/>
                          <a:pt x="679807" y="215084"/>
                        </a:cubicBezTo>
                        <a:cubicBezTo>
                          <a:pt x="681097" y="213472"/>
                          <a:pt x="683676" y="213149"/>
                          <a:pt x="685611" y="214762"/>
                        </a:cubicBezTo>
                        <a:cubicBezTo>
                          <a:pt x="687223" y="216052"/>
                          <a:pt x="687546" y="218631"/>
                          <a:pt x="685933" y="220566"/>
                        </a:cubicBezTo>
                        <a:cubicBezTo>
                          <a:pt x="682064" y="225081"/>
                          <a:pt x="675937" y="228628"/>
                          <a:pt x="670778" y="231530"/>
                        </a:cubicBezTo>
                        <a:cubicBezTo>
                          <a:pt x="669488" y="232175"/>
                          <a:pt x="668520" y="232820"/>
                          <a:pt x="667553" y="233465"/>
                        </a:cubicBezTo>
                        <a:cubicBezTo>
                          <a:pt x="667553" y="233465"/>
                          <a:pt x="667553" y="233465"/>
                          <a:pt x="667553" y="233787"/>
                        </a:cubicBezTo>
                        <a:cubicBezTo>
                          <a:pt x="668198" y="236044"/>
                          <a:pt x="666586" y="237979"/>
                          <a:pt x="664651" y="238624"/>
                        </a:cubicBezTo>
                        <a:cubicBezTo>
                          <a:pt x="664006" y="238302"/>
                          <a:pt x="663683" y="238302"/>
                          <a:pt x="663361" y="238302"/>
                        </a:cubicBezTo>
                        <a:close/>
                        <a:moveTo>
                          <a:pt x="143225" y="226693"/>
                        </a:moveTo>
                        <a:cubicBezTo>
                          <a:pt x="141936" y="226693"/>
                          <a:pt x="140968" y="226048"/>
                          <a:pt x="140001" y="225081"/>
                        </a:cubicBezTo>
                        <a:cubicBezTo>
                          <a:pt x="136454" y="220566"/>
                          <a:pt x="133551" y="216374"/>
                          <a:pt x="130327" y="212182"/>
                        </a:cubicBezTo>
                        <a:cubicBezTo>
                          <a:pt x="128392" y="209280"/>
                          <a:pt x="126135" y="206700"/>
                          <a:pt x="123878" y="203798"/>
                        </a:cubicBezTo>
                        <a:cubicBezTo>
                          <a:pt x="122588" y="201863"/>
                          <a:pt x="122910" y="199606"/>
                          <a:pt x="124522" y="197993"/>
                        </a:cubicBezTo>
                        <a:cubicBezTo>
                          <a:pt x="126135" y="196704"/>
                          <a:pt x="128714" y="197026"/>
                          <a:pt x="130327" y="198638"/>
                        </a:cubicBezTo>
                        <a:cubicBezTo>
                          <a:pt x="132584" y="201541"/>
                          <a:pt x="134519" y="204443"/>
                          <a:pt x="136776" y="207023"/>
                        </a:cubicBezTo>
                        <a:cubicBezTo>
                          <a:pt x="140001" y="211215"/>
                          <a:pt x="142903" y="215407"/>
                          <a:pt x="146450" y="219599"/>
                        </a:cubicBezTo>
                        <a:cubicBezTo>
                          <a:pt x="147740" y="221211"/>
                          <a:pt x="147417" y="223791"/>
                          <a:pt x="145805" y="225403"/>
                        </a:cubicBezTo>
                        <a:cubicBezTo>
                          <a:pt x="144838" y="226370"/>
                          <a:pt x="143870" y="226693"/>
                          <a:pt x="143225" y="226693"/>
                        </a:cubicBezTo>
                        <a:close/>
                        <a:moveTo>
                          <a:pt x="663683" y="205410"/>
                        </a:moveTo>
                        <a:cubicBezTo>
                          <a:pt x="663683" y="205410"/>
                          <a:pt x="663683" y="205410"/>
                          <a:pt x="663683" y="205410"/>
                        </a:cubicBezTo>
                        <a:cubicBezTo>
                          <a:pt x="654332" y="205088"/>
                          <a:pt x="643368" y="204443"/>
                          <a:pt x="643368" y="195414"/>
                        </a:cubicBezTo>
                        <a:cubicBezTo>
                          <a:pt x="643368" y="193479"/>
                          <a:pt x="644013" y="191544"/>
                          <a:pt x="644980" y="189287"/>
                        </a:cubicBezTo>
                        <a:cubicBezTo>
                          <a:pt x="645303" y="188642"/>
                          <a:pt x="645625" y="187675"/>
                          <a:pt x="645948" y="186707"/>
                        </a:cubicBezTo>
                        <a:cubicBezTo>
                          <a:pt x="646593" y="184450"/>
                          <a:pt x="648850" y="183483"/>
                          <a:pt x="651107" y="184127"/>
                        </a:cubicBezTo>
                        <a:cubicBezTo>
                          <a:pt x="653365" y="184772"/>
                          <a:pt x="654332" y="187030"/>
                          <a:pt x="653687" y="189287"/>
                        </a:cubicBezTo>
                        <a:cubicBezTo>
                          <a:pt x="653365" y="190577"/>
                          <a:pt x="652720" y="191544"/>
                          <a:pt x="652397" y="192512"/>
                        </a:cubicBezTo>
                        <a:cubicBezTo>
                          <a:pt x="651430" y="194446"/>
                          <a:pt x="651430" y="195091"/>
                          <a:pt x="651430" y="195414"/>
                        </a:cubicBezTo>
                        <a:cubicBezTo>
                          <a:pt x="651752" y="195736"/>
                          <a:pt x="654332" y="196704"/>
                          <a:pt x="664006" y="197349"/>
                        </a:cubicBezTo>
                        <a:cubicBezTo>
                          <a:pt x="666263" y="197349"/>
                          <a:pt x="667875" y="199283"/>
                          <a:pt x="667875" y="201541"/>
                        </a:cubicBezTo>
                        <a:cubicBezTo>
                          <a:pt x="667553" y="203798"/>
                          <a:pt x="665941" y="205410"/>
                          <a:pt x="663683" y="205410"/>
                        </a:cubicBezTo>
                        <a:close/>
                        <a:moveTo>
                          <a:pt x="577263" y="194124"/>
                        </a:moveTo>
                        <a:cubicBezTo>
                          <a:pt x="575328" y="194124"/>
                          <a:pt x="573393" y="192512"/>
                          <a:pt x="573393" y="190577"/>
                        </a:cubicBezTo>
                        <a:lnTo>
                          <a:pt x="573071" y="188964"/>
                        </a:lnTo>
                        <a:cubicBezTo>
                          <a:pt x="572748" y="186707"/>
                          <a:pt x="572748" y="184450"/>
                          <a:pt x="571136" y="181225"/>
                        </a:cubicBezTo>
                        <a:cubicBezTo>
                          <a:pt x="569201" y="177678"/>
                          <a:pt x="568234" y="177678"/>
                          <a:pt x="567266" y="177678"/>
                        </a:cubicBezTo>
                        <a:cubicBezTo>
                          <a:pt x="566299" y="177678"/>
                          <a:pt x="565009" y="178001"/>
                          <a:pt x="563719" y="178323"/>
                        </a:cubicBezTo>
                        <a:lnTo>
                          <a:pt x="562107" y="178646"/>
                        </a:lnTo>
                        <a:cubicBezTo>
                          <a:pt x="559850" y="178968"/>
                          <a:pt x="557915" y="177678"/>
                          <a:pt x="557270" y="175421"/>
                        </a:cubicBezTo>
                        <a:cubicBezTo>
                          <a:pt x="556948" y="173164"/>
                          <a:pt x="558237" y="171229"/>
                          <a:pt x="560495" y="170584"/>
                        </a:cubicBezTo>
                        <a:lnTo>
                          <a:pt x="561785" y="170261"/>
                        </a:lnTo>
                        <a:cubicBezTo>
                          <a:pt x="563397" y="169939"/>
                          <a:pt x="565009" y="169617"/>
                          <a:pt x="566944" y="169617"/>
                        </a:cubicBezTo>
                        <a:cubicBezTo>
                          <a:pt x="571781" y="169617"/>
                          <a:pt x="575328" y="172196"/>
                          <a:pt x="577908" y="177678"/>
                        </a:cubicBezTo>
                        <a:cubicBezTo>
                          <a:pt x="580165" y="182193"/>
                          <a:pt x="580488" y="185740"/>
                          <a:pt x="580810" y="187997"/>
                        </a:cubicBezTo>
                        <a:lnTo>
                          <a:pt x="580810" y="189287"/>
                        </a:lnTo>
                        <a:cubicBezTo>
                          <a:pt x="581132" y="191544"/>
                          <a:pt x="579520" y="193479"/>
                          <a:pt x="577263" y="193801"/>
                        </a:cubicBezTo>
                        <a:cubicBezTo>
                          <a:pt x="577585" y="194124"/>
                          <a:pt x="577585" y="194124"/>
                          <a:pt x="577263" y="194124"/>
                        </a:cubicBezTo>
                        <a:close/>
                        <a:moveTo>
                          <a:pt x="103240" y="176711"/>
                        </a:moveTo>
                        <a:cubicBezTo>
                          <a:pt x="102272" y="176711"/>
                          <a:pt x="100983" y="176388"/>
                          <a:pt x="100338" y="175421"/>
                        </a:cubicBezTo>
                        <a:cubicBezTo>
                          <a:pt x="94856" y="169294"/>
                          <a:pt x="88729" y="163167"/>
                          <a:pt x="81957" y="156395"/>
                        </a:cubicBezTo>
                        <a:cubicBezTo>
                          <a:pt x="80345" y="154783"/>
                          <a:pt x="80345" y="152203"/>
                          <a:pt x="81957" y="150591"/>
                        </a:cubicBezTo>
                        <a:cubicBezTo>
                          <a:pt x="83569" y="148979"/>
                          <a:pt x="86149" y="148979"/>
                          <a:pt x="87761" y="150591"/>
                        </a:cubicBezTo>
                        <a:cubicBezTo>
                          <a:pt x="94533" y="157363"/>
                          <a:pt x="100660" y="163812"/>
                          <a:pt x="106142" y="169939"/>
                        </a:cubicBezTo>
                        <a:cubicBezTo>
                          <a:pt x="107754" y="171551"/>
                          <a:pt x="107432" y="174131"/>
                          <a:pt x="105819" y="175744"/>
                        </a:cubicBezTo>
                        <a:cubicBezTo>
                          <a:pt x="105175" y="176388"/>
                          <a:pt x="104207" y="176711"/>
                          <a:pt x="103240" y="176711"/>
                        </a:cubicBezTo>
                        <a:close/>
                        <a:moveTo>
                          <a:pt x="555980" y="163812"/>
                        </a:moveTo>
                        <a:cubicBezTo>
                          <a:pt x="554045" y="163812"/>
                          <a:pt x="552111" y="162200"/>
                          <a:pt x="552111" y="160265"/>
                        </a:cubicBezTo>
                        <a:cubicBezTo>
                          <a:pt x="551788" y="158008"/>
                          <a:pt x="553400" y="156073"/>
                          <a:pt x="555658" y="155751"/>
                        </a:cubicBezTo>
                        <a:cubicBezTo>
                          <a:pt x="561140" y="155106"/>
                          <a:pt x="564042" y="154138"/>
                          <a:pt x="565009" y="153493"/>
                        </a:cubicBezTo>
                        <a:cubicBezTo>
                          <a:pt x="564687" y="152849"/>
                          <a:pt x="564364" y="152203"/>
                          <a:pt x="563719" y="151559"/>
                        </a:cubicBezTo>
                        <a:cubicBezTo>
                          <a:pt x="562752" y="149946"/>
                          <a:pt x="561462" y="147689"/>
                          <a:pt x="560495" y="145432"/>
                        </a:cubicBezTo>
                        <a:cubicBezTo>
                          <a:pt x="559850" y="143174"/>
                          <a:pt x="560817" y="140917"/>
                          <a:pt x="563074" y="140272"/>
                        </a:cubicBezTo>
                        <a:cubicBezTo>
                          <a:pt x="565332" y="139627"/>
                          <a:pt x="567589" y="140595"/>
                          <a:pt x="568234" y="142852"/>
                        </a:cubicBezTo>
                        <a:cubicBezTo>
                          <a:pt x="568879" y="144464"/>
                          <a:pt x="569846" y="146077"/>
                          <a:pt x="570491" y="147689"/>
                        </a:cubicBezTo>
                        <a:cubicBezTo>
                          <a:pt x="571781" y="149946"/>
                          <a:pt x="573071" y="151881"/>
                          <a:pt x="573071" y="154461"/>
                        </a:cubicBezTo>
                        <a:cubicBezTo>
                          <a:pt x="573071" y="156073"/>
                          <a:pt x="572426" y="157685"/>
                          <a:pt x="571459" y="158975"/>
                        </a:cubicBezTo>
                        <a:cubicBezTo>
                          <a:pt x="568879" y="161878"/>
                          <a:pt x="563719" y="163490"/>
                          <a:pt x="556303" y="164135"/>
                        </a:cubicBezTo>
                        <a:cubicBezTo>
                          <a:pt x="556303" y="163812"/>
                          <a:pt x="555980" y="163812"/>
                          <a:pt x="555980" y="163812"/>
                        </a:cubicBezTo>
                        <a:close/>
                        <a:moveTo>
                          <a:pt x="667875" y="161555"/>
                        </a:moveTo>
                        <a:cubicBezTo>
                          <a:pt x="667231" y="161555"/>
                          <a:pt x="666263" y="161555"/>
                          <a:pt x="665618" y="161555"/>
                        </a:cubicBezTo>
                        <a:cubicBezTo>
                          <a:pt x="663361" y="161555"/>
                          <a:pt x="661749" y="159620"/>
                          <a:pt x="661749" y="157363"/>
                        </a:cubicBezTo>
                        <a:cubicBezTo>
                          <a:pt x="661749" y="155106"/>
                          <a:pt x="663683" y="153171"/>
                          <a:pt x="665941" y="153493"/>
                        </a:cubicBezTo>
                        <a:cubicBezTo>
                          <a:pt x="668843" y="153493"/>
                          <a:pt x="670778" y="154138"/>
                          <a:pt x="675615" y="150269"/>
                        </a:cubicBezTo>
                        <a:cubicBezTo>
                          <a:pt x="679807" y="147044"/>
                          <a:pt x="681097" y="144787"/>
                          <a:pt x="681097" y="144142"/>
                        </a:cubicBezTo>
                        <a:cubicBezTo>
                          <a:pt x="680129" y="142207"/>
                          <a:pt x="681097" y="139950"/>
                          <a:pt x="683031" y="138983"/>
                        </a:cubicBezTo>
                        <a:cubicBezTo>
                          <a:pt x="684966" y="138015"/>
                          <a:pt x="687546" y="138983"/>
                          <a:pt x="688513" y="141240"/>
                        </a:cubicBezTo>
                        <a:cubicBezTo>
                          <a:pt x="688836" y="142207"/>
                          <a:pt x="689158" y="143174"/>
                          <a:pt x="689158" y="144142"/>
                        </a:cubicBezTo>
                        <a:cubicBezTo>
                          <a:pt x="689158" y="148012"/>
                          <a:pt x="686256" y="151881"/>
                          <a:pt x="680774" y="156395"/>
                        </a:cubicBezTo>
                        <a:cubicBezTo>
                          <a:pt x="675615" y="160910"/>
                          <a:pt x="672067" y="161555"/>
                          <a:pt x="667875" y="161555"/>
                        </a:cubicBezTo>
                        <a:close/>
                        <a:moveTo>
                          <a:pt x="650785" y="146399"/>
                        </a:moveTo>
                        <a:cubicBezTo>
                          <a:pt x="649173" y="146399"/>
                          <a:pt x="647883" y="145432"/>
                          <a:pt x="647238" y="144142"/>
                        </a:cubicBezTo>
                        <a:cubicBezTo>
                          <a:pt x="645303" y="140272"/>
                          <a:pt x="644013" y="132856"/>
                          <a:pt x="644013" y="125761"/>
                        </a:cubicBezTo>
                        <a:cubicBezTo>
                          <a:pt x="644013" y="122537"/>
                          <a:pt x="644336" y="118667"/>
                          <a:pt x="645303" y="115120"/>
                        </a:cubicBezTo>
                        <a:cubicBezTo>
                          <a:pt x="645948" y="112863"/>
                          <a:pt x="647883" y="111573"/>
                          <a:pt x="650140" y="112218"/>
                        </a:cubicBezTo>
                        <a:cubicBezTo>
                          <a:pt x="652397" y="112863"/>
                          <a:pt x="653687" y="114798"/>
                          <a:pt x="653042" y="117055"/>
                        </a:cubicBezTo>
                        <a:cubicBezTo>
                          <a:pt x="652397" y="119957"/>
                          <a:pt x="652075" y="122859"/>
                          <a:pt x="652075" y="125761"/>
                        </a:cubicBezTo>
                        <a:cubicBezTo>
                          <a:pt x="652075" y="132533"/>
                          <a:pt x="653365" y="138337"/>
                          <a:pt x="654332" y="140595"/>
                        </a:cubicBezTo>
                        <a:cubicBezTo>
                          <a:pt x="655299" y="142530"/>
                          <a:pt x="654332" y="145109"/>
                          <a:pt x="652397" y="146077"/>
                        </a:cubicBezTo>
                        <a:cubicBezTo>
                          <a:pt x="652075" y="146399"/>
                          <a:pt x="651430" y="146399"/>
                          <a:pt x="650785" y="146399"/>
                        </a:cubicBezTo>
                        <a:close/>
                        <a:moveTo>
                          <a:pt x="59062" y="130598"/>
                        </a:moveTo>
                        <a:cubicBezTo>
                          <a:pt x="58095" y="130598"/>
                          <a:pt x="56805" y="130276"/>
                          <a:pt x="56160" y="129308"/>
                        </a:cubicBezTo>
                        <a:cubicBezTo>
                          <a:pt x="50033" y="122537"/>
                          <a:pt x="44229" y="115765"/>
                          <a:pt x="38424" y="109316"/>
                        </a:cubicBezTo>
                        <a:cubicBezTo>
                          <a:pt x="37135" y="107703"/>
                          <a:pt x="37135" y="105124"/>
                          <a:pt x="38747" y="103511"/>
                        </a:cubicBezTo>
                        <a:cubicBezTo>
                          <a:pt x="40359" y="102222"/>
                          <a:pt x="42939" y="102222"/>
                          <a:pt x="44551" y="103834"/>
                        </a:cubicBezTo>
                        <a:cubicBezTo>
                          <a:pt x="50033" y="110283"/>
                          <a:pt x="56160" y="117055"/>
                          <a:pt x="61964" y="123827"/>
                        </a:cubicBezTo>
                        <a:cubicBezTo>
                          <a:pt x="63577" y="125439"/>
                          <a:pt x="63254" y="128019"/>
                          <a:pt x="61642" y="129631"/>
                        </a:cubicBezTo>
                        <a:cubicBezTo>
                          <a:pt x="60997" y="130276"/>
                          <a:pt x="60030" y="130598"/>
                          <a:pt x="59062" y="130598"/>
                        </a:cubicBezTo>
                        <a:close/>
                        <a:moveTo>
                          <a:pt x="585002" y="121569"/>
                        </a:moveTo>
                        <a:cubicBezTo>
                          <a:pt x="584035" y="121569"/>
                          <a:pt x="582745" y="121247"/>
                          <a:pt x="582100" y="120280"/>
                        </a:cubicBezTo>
                        <a:cubicBezTo>
                          <a:pt x="580488" y="118667"/>
                          <a:pt x="580810" y="116087"/>
                          <a:pt x="582422" y="114475"/>
                        </a:cubicBezTo>
                        <a:cubicBezTo>
                          <a:pt x="583067" y="113830"/>
                          <a:pt x="584035" y="113185"/>
                          <a:pt x="585002" y="112540"/>
                        </a:cubicBezTo>
                        <a:cubicBezTo>
                          <a:pt x="588227" y="109961"/>
                          <a:pt x="592096" y="107058"/>
                          <a:pt x="592096" y="95450"/>
                        </a:cubicBezTo>
                        <a:lnTo>
                          <a:pt x="592096" y="94482"/>
                        </a:lnTo>
                        <a:cubicBezTo>
                          <a:pt x="592096" y="92225"/>
                          <a:pt x="594031" y="90613"/>
                          <a:pt x="596288" y="90613"/>
                        </a:cubicBezTo>
                        <a:cubicBezTo>
                          <a:pt x="598546" y="90613"/>
                          <a:pt x="600158" y="92548"/>
                          <a:pt x="600158" y="94805"/>
                        </a:cubicBezTo>
                        <a:lnTo>
                          <a:pt x="600158" y="95450"/>
                        </a:lnTo>
                        <a:cubicBezTo>
                          <a:pt x="600158" y="109638"/>
                          <a:pt x="594998" y="115120"/>
                          <a:pt x="590161" y="118667"/>
                        </a:cubicBezTo>
                        <a:cubicBezTo>
                          <a:pt x="589517" y="119312"/>
                          <a:pt x="588872" y="119634"/>
                          <a:pt x="588227" y="120280"/>
                        </a:cubicBezTo>
                        <a:cubicBezTo>
                          <a:pt x="586937" y="121247"/>
                          <a:pt x="585969" y="121569"/>
                          <a:pt x="585002" y="121569"/>
                        </a:cubicBezTo>
                        <a:close/>
                        <a:moveTo>
                          <a:pt x="693028" y="113185"/>
                        </a:moveTo>
                        <a:cubicBezTo>
                          <a:pt x="688513" y="113185"/>
                          <a:pt x="682064" y="110928"/>
                          <a:pt x="675292" y="108671"/>
                        </a:cubicBezTo>
                        <a:cubicBezTo>
                          <a:pt x="673035" y="108026"/>
                          <a:pt x="672067" y="105446"/>
                          <a:pt x="672712" y="103511"/>
                        </a:cubicBezTo>
                        <a:cubicBezTo>
                          <a:pt x="673357" y="101254"/>
                          <a:pt x="675615" y="100287"/>
                          <a:pt x="677872" y="100932"/>
                        </a:cubicBezTo>
                        <a:cubicBezTo>
                          <a:pt x="683676" y="102866"/>
                          <a:pt x="689803" y="105124"/>
                          <a:pt x="693028" y="105124"/>
                        </a:cubicBezTo>
                        <a:cubicBezTo>
                          <a:pt x="693350" y="105124"/>
                          <a:pt x="694640" y="104801"/>
                          <a:pt x="696897" y="101576"/>
                        </a:cubicBezTo>
                        <a:cubicBezTo>
                          <a:pt x="698187" y="99642"/>
                          <a:pt x="700767" y="99319"/>
                          <a:pt x="702379" y="100609"/>
                        </a:cubicBezTo>
                        <a:cubicBezTo>
                          <a:pt x="704314" y="101899"/>
                          <a:pt x="704636" y="104479"/>
                          <a:pt x="703347" y="106091"/>
                        </a:cubicBezTo>
                        <a:cubicBezTo>
                          <a:pt x="702379" y="107703"/>
                          <a:pt x="698832" y="113185"/>
                          <a:pt x="693028" y="113185"/>
                        </a:cubicBezTo>
                        <a:close/>
                        <a:moveTo>
                          <a:pt x="628212" y="99319"/>
                        </a:moveTo>
                        <a:cubicBezTo>
                          <a:pt x="627567" y="99319"/>
                          <a:pt x="627245" y="99319"/>
                          <a:pt x="626600" y="98997"/>
                        </a:cubicBezTo>
                        <a:cubicBezTo>
                          <a:pt x="625955" y="98674"/>
                          <a:pt x="624988" y="98352"/>
                          <a:pt x="623053" y="97707"/>
                        </a:cubicBezTo>
                        <a:cubicBezTo>
                          <a:pt x="617571" y="96417"/>
                          <a:pt x="614669" y="91902"/>
                          <a:pt x="614669" y="86098"/>
                        </a:cubicBezTo>
                        <a:cubicBezTo>
                          <a:pt x="614669" y="82873"/>
                          <a:pt x="615636" y="79971"/>
                          <a:pt x="616926" y="78359"/>
                        </a:cubicBezTo>
                        <a:cubicBezTo>
                          <a:pt x="616926" y="78037"/>
                          <a:pt x="616604" y="77392"/>
                          <a:pt x="616281" y="77069"/>
                        </a:cubicBezTo>
                        <a:cubicBezTo>
                          <a:pt x="614991" y="75134"/>
                          <a:pt x="615636" y="72555"/>
                          <a:pt x="617571" y="71587"/>
                        </a:cubicBezTo>
                        <a:cubicBezTo>
                          <a:pt x="619506" y="70297"/>
                          <a:pt x="622085" y="70942"/>
                          <a:pt x="623053" y="72877"/>
                        </a:cubicBezTo>
                        <a:cubicBezTo>
                          <a:pt x="624020" y="74490"/>
                          <a:pt x="624665" y="76424"/>
                          <a:pt x="624665" y="78359"/>
                        </a:cubicBezTo>
                        <a:cubicBezTo>
                          <a:pt x="624665" y="80294"/>
                          <a:pt x="624020" y="81906"/>
                          <a:pt x="623053" y="83519"/>
                        </a:cubicBezTo>
                        <a:cubicBezTo>
                          <a:pt x="623053" y="83841"/>
                          <a:pt x="622408" y="84808"/>
                          <a:pt x="622408" y="86421"/>
                        </a:cubicBezTo>
                        <a:cubicBezTo>
                          <a:pt x="622408" y="89645"/>
                          <a:pt x="624020" y="89968"/>
                          <a:pt x="624665" y="90290"/>
                        </a:cubicBezTo>
                        <a:cubicBezTo>
                          <a:pt x="627245" y="90935"/>
                          <a:pt x="628857" y="91580"/>
                          <a:pt x="629502" y="91902"/>
                        </a:cubicBezTo>
                        <a:cubicBezTo>
                          <a:pt x="631437" y="92870"/>
                          <a:pt x="632404" y="95127"/>
                          <a:pt x="631437" y="97385"/>
                        </a:cubicBezTo>
                        <a:cubicBezTo>
                          <a:pt x="631437" y="98352"/>
                          <a:pt x="629825" y="99319"/>
                          <a:pt x="628212" y="99319"/>
                        </a:cubicBezTo>
                        <a:close/>
                        <a:moveTo>
                          <a:pt x="687546" y="90935"/>
                        </a:moveTo>
                        <a:cubicBezTo>
                          <a:pt x="687546" y="90935"/>
                          <a:pt x="687546" y="90935"/>
                          <a:pt x="687546" y="90935"/>
                        </a:cubicBezTo>
                        <a:cubicBezTo>
                          <a:pt x="679162" y="90613"/>
                          <a:pt x="669810" y="90613"/>
                          <a:pt x="661749" y="90290"/>
                        </a:cubicBezTo>
                        <a:lnTo>
                          <a:pt x="660781" y="90290"/>
                        </a:lnTo>
                        <a:cubicBezTo>
                          <a:pt x="658524" y="90290"/>
                          <a:pt x="656912" y="88356"/>
                          <a:pt x="656912" y="86098"/>
                        </a:cubicBezTo>
                        <a:cubicBezTo>
                          <a:pt x="656912" y="83841"/>
                          <a:pt x="658846" y="82229"/>
                          <a:pt x="661104" y="82229"/>
                        </a:cubicBezTo>
                        <a:lnTo>
                          <a:pt x="662071" y="82229"/>
                        </a:lnTo>
                        <a:cubicBezTo>
                          <a:pt x="670133" y="82551"/>
                          <a:pt x="679162" y="82551"/>
                          <a:pt x="687546" y="82873"/>
                        </a:cubicBezTo>
                        <a:cubicBezTo>
                          <a:pt x="689803" y="82873"/>
                          <a:pt x="691415" y="84808"/>
                          <a:pt x="691415" y="87066"/>
                        </a:cubicBezTo>
                        <a:cubicBezTo>
                          <a:pt x="691415" y="89323"/>
                          <a:pt x="689803" y="90935"/>
                          <a:pt x="687546" y="90935"/>
                        </a:cubicBezTo>
                        <a:close/>
                        <a:moveTo>
                          <a:pt x="18109" y="81261"/>
                        </a:moveTo>
                        <a:cubicBezTo>
                          <a:pt x="16819" y="81261"/>
                          <a:pt x="15529" y="80616"/>
                          <a:pt x="14884" y="79649"/>
                        </a:cubicBezTo>
                        <a:cubicBezTo>
                          <a:pt x="9725" y="72877"/>
                          <a:pt x="6178" y="67073"/>
                          <a:pt x="3921" y="63203"/>
                        </a:cubicBezTo>
                        <a:cubicBezTo>
                          <a:pt x="2631" y="60624"/>
                          <a:pt x="1341" y="58366"/>
                          <a:pt x="374" y="56109"/>
                        </a:cubicBezTo>
                        <a:cubicBezTo>
                          <a:pt x="-594" y="54174"/>
                          <a:pt x="374" y="51594"/>
                          <a:pt x="2631" y="50950"/>
                        </a:cubicBezTo>
                        <a:cubicBezTo>
                          <a:pt x="4566" y="49982"/>
                          <a:pt x="7145" y="50950"/>
                          <a:pt x="7790" y="53207"/>
                        </a:cubicBezTo>
                        <a:cubicBezTo>
                          <a:pt x="8758" y="55141"/>
                          <a:pt x="9725" y="57399"/>
                          <a:pt x="11015" y="59656"/>
                        </a:cubicBezTo>
                        <a:cubicBezTo>
                          <a:pt x="12950" y="63203"/>
                          <a:pt x="16497" y="68363"/>
                          <a:pt x="21334" y="75134"/>
                        </a:cubicBezTo>
                        <a:cubicBezTo>
                          <a:pt x="22624" y="77069"/>
                          <a:pt x="22301" y="79326"/>
                          <a:pt x="20366" y="80616"/>
                        </a:cubicBezTo>
                        <a:cubicBezTo>
                          <a:pt x="20044" y="80939"/>
                          <a:pt x="19076" y="81261"/>
                          <a:pt x="18109" y="81261"/>
                        </a:cubicBezTo>
                        <a:close/>
                        <a:moveTo>
                          <a:pt x="36167" y="58366"/>
                        </a:moveTo>
                        <a:cubicBezTo>
                          <a:pt x="35522" y="58366"/>
                          <a:pt x="34877" y="58044"/>
                          <a:pt x="34232" y="57721"/>
                        </a:cubicBezTo>
                        <a:cubicBezTo>
                          <a:pt x="30685" y="55787"/>
                          <a:pt x="28750" y="52239"/>
                          <a:pt x="28750" y="47725"/>
                        </a:cubicBezTo>
                        <a:cubicBezTo>
                          <a:pt x="28750" y="43855"/>
                          <a:pt x="30685" y="39986"/>
                          <a:pt x="32620" y="35794"/>
                        </a:cubicBezTo>
                        <a:cubicBezTo>
                          <a:pt x="33587" y="33536"/>
                          <a:pt x="34877" y="30957"/>
                          <a:pt x="35522" y="29022"/>
                        </a:cubicBezTo>
                        <a:cubicBezTo>
                          <a:pt x="36167" y="26765"/>
                          <a:pt x="38424" y="25797"/>
                          <a:pt x="40682" y="26442"/>
                        </a:cubicBezTo>
                        <a:cubicBezTo>
                          <a:pt x="42939" y="27087"/>
                          <a:pt x="43906" y="29344"/>
                          <a:pt x="43261" y="31602"/>
                        </a:cubicBezTo>
                        <a:cubicBezTo>
                          <a:pt x="42616" y="34181"/>
                          <a:pt x="41327" y="36761"/>
                          <a:pt x="40037" y="39341"/>
                        </a:cubicBezTo>
                        <a:cubicBezTo>
                          <a:pt x="38424" y="42565"/>
                          <a:pt x="37135" y="46112"/>
                          <a:pt x="37135" y="48047"/>
                        </a:cubicBezTo>
                        <a:cubicBezTo>
                          <a:pt x="37135" y="49337"/>
                          <a:pt x="37779" y="50305"/>
                          <a:pt x="38424" y="50950"/>
                        </a:cubicBezTo>
                        <a:cubicBezTo>
                          <a:pt x="40359" y="51917"/>
                          <a:pt x="41004" y="54497"/>
                          <a:pt x="39714" y="56431"/>
                        </a:cubicBezTo>
                        <a:cubicBezTo>
                          <a:pt x="38747" y="57721"/>
                          <a:pt x="37457" y="58366"/>
                          <a:pt x="36167" y="58366"/>
                        </a:cubicBezTo>
                        <a:close/>
                        <a:moveTo>
                          <a:pt x="7145" y="23218"/>
                        </a:moveTo>
                        <a:cubicBezTo>
                          <a:pt x="6178" y="23218"/>
                          <a:pt x="5533" y="22895"/>
                          <a:pt x="4888" y="22573"/>
                        </a:cubicBezTo>
                        <a:cubicBezTo>
                          <a:pt x="2953" y="21283"/>
                          <a:pt x="2631" y="18703"/>
                          <a:pt x="3921" y="17091"/>
                        </a:cubicBezTo>
                        <a:cubicBezTo>
                          <a:pt x="8758" y="9997"/>
                          <a:pt x="15529" y="4192"/>
                          <a:pt x="19721" y="1290"/>
                        </a:cubicBezTo>
                        <a:cubicBezTo>
                          <a:pt x="21011" y="323"/>
                          <a:pt x="22301" y="0"/>
                          <a:pt x="23591" y="0"/>
                        </a:cubicBezTo>
                        <a:cubicBezTo>
                          <a:pt x="25526" y="0"/>
                          <a:pt x="28750" y="967"/>
                          <a:pt x="29395" y="6772"/>
                        </a:cubicBezTo>
                        <a:cubicBezTo>
                          <a:pt x="29718" y="9029"/>
                          <a:pt x="28106" y="10964"/>
                          <a:pt x="25848" y="11286"/>
                        </a:cubicBezTo>
                        <a:cubicBezTo>
                          <a:pt x="24236" y="11609"/>
                          <a:pt x="22946" y="10641"/>
                          <a:pt x="21979" y="9674"/>
                        </a:cubicBezTo>
                        <a:cubicBezTo>
                          <a:pt x="18432" y="12576"/>
                          <a:pt x="13917" y="17091"/>
                          <a:pt x="10370" y="21605"/>
                        </a:cubicBezTo>
                        <a:cubicBezTo>
                          <a:pt x="9725" y="22573"/>
                          <a:pt x="8435" y="23218"/>
                          <a:pt x="7145" y="23218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3" name="Freeform: Shape 202">
                    <a:extLst>
                      <a:ext uri="{FF2B5EF4-FFF2-40B4-BE49-F238E27FC236}">
                        <a16:creationId xmlns:a16="http://schemas.microsoft.com/office/drawing/2014/main" id="{C98854A3-9D29-CB05-F0F4-3F4420A1B806}"/>
                      </a:ext>
                    </a:extLst>
                  </p:cNvPr>
                  <p:cNvSpPr/>
                  <p:nvPr/>
                </p:nvSpPr>
                <p:spPr>
                  <a:xfrm>
                    <a:off x="4605814" y="3877677"/>
                    <a:ext cx="32246" cy="32246"/>
                  </a:xfrm>
                  <a:custGeom>
                    <a:avLst/>
                    <a:gdLst>
                      <a:gd name="connsiteX0" fmla="*/ 18703 w 0"/>
                      <a:gd name="connsiteY0" fmla="*/ 25159 h 0"/>
                      <a:gd name="connsiteX1" fmla="*/ 15478 w 0"/>
                      <a:gd name="connsiteY1" fmla="*/ 23869 h 0"/>
                      <a:gd name="connsiteX2" fmla="*/ 5482 w 0"/>
                      <a:gd name="connsiteY2" fmla="*/ 19999 h 0"/>
                      <a:gd name="connsiteX3" fmla="*/ 0 w 0"/>
                      <a:gd name="connsiteY3" fmla="*/ 18709 h 0"/>
                      <a:gd name="connsiteX4" fmla="*/ 2902 w 0"/>
                      <a:gd name="connsiteY4" fmla="*/ 13872 h 0"/>
                      <a:gd name="connsiteX5" fmla="*/ 9029 w 0"/>
                      <a:gd name="connsiteY5" fmla="*/ 2586 h 0"/>
                      <a:gd name="connsiteX6" fmla="*/ 14188 w 0"/>
                      <a:gd name="connsiteY6" fmla="*/ 329 h 0"/>
                      <a:gd name="connsiteX7" fmla="*/ 16446 w 0"/>
                      <a:gd name="connsiteY7" fmla="*/ 5488 h 0"/>
                      <a:gd name="connsiteX8" fmla="*/ 12576 w 0"/>
                      <a:gd name="connsiteY8" fmla="*/ 13228 h 0"/>
                      <a:gd name="connsiteX9" fmla="*/ 21605 w 0"/>
                      <a:gd name="connsiteY9" fmla="*/ 18387 h 0"/>
                      <a:gd name="connsiteX10" fmla="*/ 20960 w 0"/>
                      <a:gd name="connsiteY10" fmla="*/ 24191 h 0"/>
                      <a:gd name="connsiteX11" fmla="*/ 18703 w 0"/>
                      <a:gd name="connsiteY11" fmla="*/ 25159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>
                        <a:moveTo>
                          <a:pt x="18703" y="25159"/>
                        </a:moveTo>
                        <a:cubicBezTo>
                          <a:pt x="17413" y="25159"/>
                          <a:pt x="16446" y="24514"/>
                          <a:pt x="15478" y="23869"/>
                        </a:cubicBezTo>
                        <a:cubicBezTo>
                          <a:pt x="15156" y="23546"/>
                          <a:pt x="13221" y="21934"/>
                          <a:pt x="5482" y="19999"/>
                        </a:cubicBezTo>
                        <a:lnTo>
                          <a:pt x="0" y="18709"/>
                        </a:lnTo>
                        <a:lnTo>
                          <a:pt x="2902" y="13872"/>
                        </a:lnTo>
                        <a:cubicBezTo>
                          <a:pt x="4837" y="10325"/>
                          <a:pt x="7417" y="6456"/>
                          <a:pt x="9029" y="2586"/>
                        </a:cubicBezTo>
                        <a:cubicBezTo>
                          <a:pt x="9996" y="651"/>
                          <a:pt x="12254" y="-638"/>
                          <a:pt x="14188" y="329"/>
                        </a:cubicBezTo>
                        <a:cubicBezTo>
                          <a:pt x="16123" y="1296"/>
                          <a:pt x="17091" y="3554"/>
                          <a:pt x="16446" y="5488"/>
                        </a:cubicBezTo>
                        <a:cubicBezTo>
                          <a:pt x="15478" y="8068"/>
                          <a:pt x="13866" y="10648"/>
                          <a:pt x="12576" y="13228"/>
                        </a:cubicBezTo>
                        <a:cubicBezTo>
                          <a:pt x="17091" y="14517"/>
                          <a:pt x="19993" y="16130"/>
                          <a:pt x="21605" y="18387"/>
                        </a:cubicBezTo>
                        <a:cubicBezTo>
                          <a:pt x="22895" y="19999"/>
                          <a:pt x="22895" y="22579"/>
                          <a:pt x="20960" y="24191"/>
                        </a:cubicBezTo>
                        <a:cubicBezTo>
                          <a:pt x="20638" y="24836"/>
                          <a:pt x="19670" y="25159"/>
                          <a:pt x="18703" y="25159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4" name="Freeform: Shape 203">
                    <a:extLst>
                      <a:ext uri="{FF2B5EF4-FFF2-40B4-BE49-F238E27FC236}">
                        <a16:creationId xmlns:a16="http://schemas.microsoft.com/office/drawing/2014/main" id="{CCE74A8D-C5B3-F72C-B9C3-ED19EB4C481B}"/>
                      </a:ext>
                    </a:extLst>
                  </p:cNvPr>
                  <p:cNvSpPr/>
                  <p:nvPr/>
                </p:nvSpPr>
                <p:spPr>
                  <a:xfrm>
                    <a:off x="4618355" y="3420929"/>
                    <a:ext cx="290218" cy="515944"/>
                  </a:xfrm>
                  <a:custGeom>
                    <a:avLst/>
                    <a:gdLst>
                      <a:gd name="connsiteX0" fmla="*/ 22930 w 290218"/>
                      <a:gd name="connsiteY0" fmla="*/ 534469 h 515943"/>
                      <a:gd name="connsiteX1" fmla="*/ 21318 w 290218"/>
                      <a:gd name="connsiteY1" fmla="*/ 534146 h 515943"/>
                      <a:gd name="connsiteX2" fmla="*/ 20028 w 290218"/>
                      <a:gd name="connsiteY2" fmla="*/ 533501 h 515943"/>
                      <a:gd name="connsiteX3" fmla="*/ 12289 w 290218"/>
                      <a:gd name="connsiteY3" fmla="*/ 530599 h 515943"/>
                      <a:gd name="connsiteX4" fmla="*/ 358 w 290218"/>
                      <a:gd name="connsiteY4" fmla="*/ 516733 h 515943"/>
                      <a:gd name="connsiteX5" fmla="*/ 35 w 290218"/>
                      <a:gd name="connsiteY5" fmla="*/ 514798 h 515943"/>
                      <a:gd name="connsiteX6" fmla="*/ 3905 w 290218"/>
                      <a:gd name="connsiteY6" fmla="*/ 510606 h 515943"/>
                      <a:gd name="connsiteX7" fmla="*/ 8097 w 290218"/>
                      <a:gd name="connsiteY7" fmla="*/ 514476 h 515943"/>
                      <a:gd name="connsiteX8" fmla="*/ 8097 w 290218"/>
                      <a:gd name="connsiteY8" fmla="*/ 516088 h 515943"/>
                      <a:gd name="connsiteX9" fmla="*/ 13901 w 290218"/>
                      <a:gd name="connsiteY9" fmla="*/ 522860 h 515943"/>
                      <a:gd name="connsiteX10" fmla="*/ 23253 w 290218"/>
                      <a:gd name="connsiteY10" fmla="*/ 526085 h 515943"/>
                      <a:gd name="connsiteX11" fmla="*/ 24220 w 290218"/>
                      <a:gd name="connsiteY11" fmla="*/ 526729 h 515943"/>
                      <a:gd name="connsiteX12" fmla="*/ 26155 w 290218"/>
                      <a:gd name="connsiteY12" fmla="*/ 532212 h 515943"/>
                      <a:gd name="connsiteX13" fmla="*/ 22930 w 290218"/>
                      <a:gd name="connsiteY13" fmla="*/ 534469 h 515943"/>
                      <a:gd name="connsiteX14" fmla="*/ 60659 w 290218"/>
                      <a:gd name="connsiteY14" fmla="*/ 532856 h 515943"/>
                      <a:gd name="connsiteX15" fmla="*/ 56789 w 290218"/>
                      <a:gd name="connsiteY15" fmla="*/ 529954 h 515943"/>
                      <a:gd name="connsiteX16" fmla="*/ 59369 w 290218"/>
                      <a:gd name="connsiteY16" fmla="*/ 525117 h 515943"/>
                      <a:gd name="connsiteX17" fmla="*/ 59691 w 290218"/>
                      <a:gd name="connsiteY17" fmla="*/ 525117 h 515943"/>
                      <a:gd name="connsiteX18" fmla="*/ 60981 w 290218"/>
                      <a:gd name="connsiteY18" fmla="*/ 524795 h 515943"/>
                      <a:gd name="connsiteX19" fmla="*/ 80329 w 290218"/>
                      <a:gd name="connsiteY19" fmla="*/ 512541 h 515943"/>
                      <a:gd name="connsiteX20" fmla="*/ 86133 w 290218"/>
                      <a:gd name="connsiteY20" fmla="*/ 511896 h 515943"/>
                      <a:gd name="connsiteX21" fmla="*/ 86778 w 290218"/>
                      <a:gd name="connsiteY21" fmla="*/ 517700 h 515943"/>
                      <a:gd name="connsiteX22" fmla="*/ 63561 w 290218"/>
                      <a:gd name="connsiteY22" fmla="*/ 532534 h 515943"/>
                      <a:gd name="connsiteX23" fmla="*/ 62271 w 290218"/>
                      <a:gd name="connsiteY23" fmla="*/ 532856 h 515943"/>
                      <a:gd name="connsiteX24" fmla="*/ 60659 w 290218"/>
                      <a:gd name="connsiteY24" fmla="*/ 532856 h 515943"/>
                      <a:gd name="connsiteX25" fmla="*/ 95485 w 290218"/>
                      <a:gd name="connsiteY25" fmla="*/ 483197 h 515943"/>
                      <a:gd name="connsiteX26" fmla="*/ 94840 w 290218"/>
                      <a:gd name="connsiteY26" fmla="*/ 483197 h 515943"/>
                      <a:gd name="connsiteX27" fmla="*/ 91615 w 290218"/>
                      <a:gd name="connsiteY27" fmla="*/ 478360 h 515943"/>
                      <a:gd name="connsiteX28" fmla="*/ 94517 w 290218"/>
                      <a:gd name="connsiteY28" fmla="*/ 467719 h 515943"/>
                      <a:gd name="connsiteX29" fmla="*/ 95807 w 290218"/>
                      <a:gd name="connsiteY29" fmla="*/ 460947 h 515943"/>
                      <a:gd name="connsiteX30" fmla="*/ 95485 w 290218"/>
                      <a:gd name="connsiteY30" fmla="*/ 457722 h 515943"/>
                      <a:gd name="connsiteX31" fmla="*/ 94840 w 290218"/>
                      <a:gd name="connsiteY31" fmla="*/ 453207 h 515943"/>
                      <a:gd name="connsiteX32" fmla="*/ 98065 w 290218"/>
                      <a:gd name="connsiteY32" fmla="*/ 448693 h 515943"/>
                      <a:gd name="connsiteX33" fmla="*/ 102579 w 290218"/>
                      <a:gd name="connsiteY33" fmla="*/ 451918 h 515943"/>
                      <a:gd name="connsiteX34" fmla="*/ 103224 w 290218"/>
                      <a:gd name="connsiteY34" fmla="*/ 456755 h 515943"/>
                      <a:gd name="connsiteX35" fmla="*/ 103546 w 290218"/>
                      <a:gd name="connsiteY35" fmla="*/ 460947 h 515943"/>
                      <a:gd name="connsiteX36" fmla="*/ 101612 w 290218"/>
                      <a:gd name="connsiteY36" fmla="*/ 470298 h 515943"/>
                      <a:gd name="connsiteX37" fmla="*/ 99032 w 290218"/>
                      <a:gd name="connsiteY37" fmla="*/ 479972 h 515943"/>
                      <a:gd name="connsiteX38" fmla="*/ 95485 w 290218"/>
                      <a:gd name="connsiteY38" fmla="*/ 483197 h 515943"/>
                      <a:gd name="connsiteX39" fmla="*/ 139340 w 290218"/>
                      <a:gd name="connsiteY39" fmla="*/ 457722 h 515943"/>
                      <a:gd name="connsiteX40" fmla="*/ 137728 w 290218"/>
                      <a:gd name="connsiteY40" fmla="*/ 457400 h 515943"/>
                      <a:gd name="connsiteX41" fmla="*/ 133858 w 290218"/>
                      <a:gd name="connsiteY41" fmla="*/ 455142 h 515943"/>
                      <a:gd name="connsiteX42" fmla="*/ 121604 w 290218"/>
                      <a:gd name="connsiteY42" fmla="*/ 445146 h 515943"/>
                      <a:gd name="connsiteX43" fmla="*/ 115800 w 290218"/>
                      <a:gd name="connsiteY43" fmla="*/ 439987 h 515943"/>
                      <a:gd name="connsiteX44" fmla="*/ 114510 w 290218"/>
                      <a:gd name="connsiteY44" fmla="*/ 434505 h 515943"/>
                      <a:gd name="connsiteX45" fmla="*/ 119992 w 290218"/>
                      <a:gd name="connsiteY45" fmla="*/ 433215 h 515943"/>
                      <a:gd name="connsiteX46" fmla="*/ 127086 w 290218"/>
                      <a:gd name="connsiteY46" fmla="*/ 439341 h 515943"/>
                      <a:gd name="connsiteX47" fmla="*/ 137728 w 290218"/>
                      <a:gd name="connsiteY47" fmla="*/ 448048 h 515943"/>
                      <a:gd name="connsiteX48" fmla="*/ 140630 w 290218"/>
                      <a:gd name="connsiteY48" fmla="*/ 449660 h 515943"/>
                      <a:gd name="connsiteX49" fmla="*/ 142887 w 290218"/>
                      <a:gd name="connsiteY49" fmla="*/ 454820 h 515943"/>
                      <a:gd name="connsiteX50" fmla="*/ 139340 w 290218"/>
                      <a:gd name="connsiteY50" fmla="*/ 457722 h 515943"/>
                      <a:gd name="connsiteX51" fmla="*/ 169974 w 290218"/>
                      <a:gd name="connsiteY51" fmla="*/ 437407 h 515943"/>
                      <a:gd name="connsiteX52" fmla="*/ 166427 w 290218"/>
                      <a:gd name="connsiteY52" fmla="*/ 435150 h 515943"/>
                      <a:gd name="connsiteX53" fmla="*/ 168039 w 290218"/>
                      <a:gd name="connsiteY53" fmla="*/ 429668 h 515943"/>
                      <a:gd name="connsiteX54" fmla="*/ 168684 w 290218"/>
                      <a:gd name="connsiteY54" fmla="*/ 429345 h 515943"/>
                      <a:gd name="connsiteX55" fmla="*/ 184163 w 290218"/>
                      <a:gd name="connsiteY55" fmla="*/ 414189 h 515943"/>
                      <a:gd name="connsiteX56" fmla="*/ 188677 w 290218"/>
                      <a:gd name="connsiteY56" fmla="*/ 410642 h 515943"/>
                      <a:gd name="connsiteX57" fmla="*/ 192224 w 290218"/>
                      <a:gd name="connsiteY57" fmla="*/ 415157 h 515943"/>
                      <a:gd name="connsiteX58" fmla="*/ 172554 w 290218"/>
                      <a:gd name="connsiteY58" fmla="*/ 436762 h 515943"/>
                      <a:gd name="connsiteX59" fmla="*/ 171909 w 290218"/>
                      <a:gd name="connsiteY59" fmla="*/ 437084 h 515943"/>
                      <a:gd name="connsiteX60" fmla="*/ 169974 w 290218"/>
                      <a:gd name="connsiteY60" fmla="*/ 437407 h 515943"/>
                      <a:gd name="connsiteX61" fmla="*/ 177713 w 290218"/>
                      <a:gd name="connsiteY61" fmla="*/ 382265 h 515943"/>
                      <a:gd name="connsiteX62" fmla="*/ 174166 w 290218"/>
                      <a:gd name="connsiteY62" fmla="*/ 380331 h 515943"/>
                      <a:gd name="connsiteX63" fmla="*/ 158043 w 290218"/>
                      <a:gd name="connsiteY63" fmla="*/ 359370 h 515943"/>
                      <a:gd name="connsiteX64" fmla="*/ 158365 w 290218"/>
                      <a:gd name="connsiteY64" fmla="*/ 353566 h 515943"/>
                      <a:gd name="connsiteX65" fmla="*/ 164170 w 290218"/>
                      <a:gd name="connsiteY65" fmla="*/ 353888 h 515943"/>
                      <a:gd name="connsiteX66" fmla="*/ 181260 w 290218"/>
                      <a:gd name="connsiteY66" fmla="*/ 376461 h 515943"/>
                      <a:gd name="connsiteX67" fmla="*/ 179648 w 290218"/>
                      <a:gd name="connsiteY67" fmla="*/ 381943 h 515943"/>
                      <a:gd name="connsiteX68" fmla="*/ 177713 w 290218"/>
                      <a:gd name="connsiteY68" fmla="*/ 382265 h 515943"/>
                      <a:gd name="connsiteX69" fmla="*/ 164815 w 290218"/>
                      <a:gd name="connsiteY69" fmla="*/ 341635 h 515943"/>
                      <a:gd name="connsiteX70" fmla="*/ 160945 w 290218"/>
                      <a:gd name="connsiteY70" fmla="*/ 338088 h 515943"/>
                      <a:gd name="connsiteX71" fmla="*/ 164492 w 290218"/>
                      <a:gd name="connsiteY71" fmla="*/ 333573 h 515943"/>
                      <a:gd name="connsiteX72" fmla="*/ 173521 w 290218"/>
                      <a:gd name="connsiteY72" fmla="*/ 331316 h 515943"/>
                      <a:gd name="connsiteX73" fmla="*/ 185775 w 290218"/>
                      <a:gd name="connsiteY73" fmla="*/ 322287 h 515943"/>
                      <a:gd name="connsiteX74" fmla="*/ 191579 w 290218"/>
                      <a:gd name="connsiteY74" fmla="*/ 321964 h 515943"/>
                      <a:gd name="connsiteX75" fmla="*/ 191902 w 290218"/>
                      <a:gd name="connsiteY75" fmla="*/ 327769 h 515943"/>
                      <a:gd name="connsiteX76" fmla="*/ 177068 w 290218"/>
                      <a:gd name="connsiteY76" fmla="*/ 338733 h 515943"/>
                      <a:gd name="connsiteX77" fmla="*/ 166105 w 290218"/>
                      <a:gd name="connsiteY77" fmla="*/ 341635 h 515943"/>
                      <a:gd name="connsiteX78" fmla="*/ 164815 w 290218"/>
                      <a:gd name="connsiteY78" fmla="*/ 341635 h 515943"/>
                      <a:gd name="connsiteX79" fmla="*/ 213829 w 290218"/>
                      <a:gd name="connsiteY79" fmla="*/ 301327 h 515943"/>
                      <a:gd name="connsiteX80" fmla="*/ 209960 w 290218"/>
                      <a:gd name="connsiteY80" fmla="*/ 298747 h 515943"/>
                      <a:gd name="connsiteX81" fmla="*/ 212217 w 290218"/>
                      <a:gd name="connsiteY81" fmla="*/ 293587 h 515943"/>
                      <a:gd name="connsiteX82" fmla="*/ 228340 w 290218"/>
                      <a:gd name="connsiteY82" fmla="*/ 289073 h 515943"/>
                      <a:gd name="connsiteX83" fmla="*/ 238982 w 290218"/>
                      <a:gd name="connsiteY83" fmla="*/ 286493 h 515943"/>
                      <a:gd name="connsiteX84" fmla="*/ 243819 w 290218"/>
                      <a:gd name="connsiteY84" fmla="*/ 289396 h 515943"/>
                      <a:gd name="connsiteX85" fmla="*/ 240916 w 290218"/>
                      <a:gd name="connsiteY85" fmla="*/ 294232 h 515943"/>
                      <a:gd name="connsiteX86" fmla="*/ 230275 w 290218"/>
                      <a:gd name="connsiteY86" fmla="*/ 296812 h 515943"/>
                      <a:gd name="connsiteX87" fmla="*/ 215119 w 290218"/>
                      <a:gd name="connsiteY87" fmla="*/ 301004 h 515943"/>
                      <a:gd name="connsiteX88" fmla="*/ 213829 w 290218"/>
                      <a:gd name="connsiteY88" fmla="*/ 301327 h 515943"/>
                      <a:gd name="connsiteX89" fmla="*/ 259942 w 290218"/>
                      <a:gd name="connsiteY89" fmla="*/ 276819 h 515943"/>
                      <a:gd name="connsiteX90" fmla="*/ 258329 w 290218"/>
                      <a:gd name="connsiteY90" fmla="*/ 276497 h 515943"/>
                      <a:gd name="connsiteX91" fmla="*/ 241239 w 290218"/>
                      <a:gd name="connsiteY91" fmla="*/ 271015 h 515943"/>
                      <a:gd name="connsiteX92" fmla="*/ 238337 w 290218"/>
                      <a:gd name="connsiteY92" fmla="*/ 270370 h 515943"/>
                      <a:gd name="connsiteX93" fmla="*/ 233177 w 290218"/>
                      <a:gd name="connsiteY93" fmla="*/ 269080 h 515943"/>
                      <a:gd name="connsiteX94" fmla="*/ 229953 w 290218"/>
                      <a:gd name="connsiteY94" fmla="*/ 264566 h 515943"/>
                      <a:gd name="connsiteX95" fmla="*/ 234467 w 290218"/>
                      <a:gd name="connsiteY95" fmla="*/ 261341 h 515943"/>
                      <a:gd name="connsiteX96" fmla="*/ 240594 w 290218"/>
                      <a:gd name="connsiteY96" fmla="*/ 262631 h 515943"/>
                      <a:gd name="connsiteX97" fmla="*/ 243496 w 290218"/>
                      <a:gd name="connsiteY97" fmla="*/ 263276 h 515943"/>
                      <a:gd name="connsiteX98" fmla="*/ 261877 w 290218"/>
                      <a:gd name="connsiteY98" fmla="*/ 269080 h 515943"/>
                      <a:gd name="connsiteX99" fmla="*/ 263811 w 290218"/>
                      <a:gd name="connsiteY99" fmla="*/ 274562 h 515943"/>
                      <a:gd name="connsiteX100" fmla="*/ 259942 w 290218"/>
                      <a:gd name="connsiteY100" fmla="*/ 276819 h 515943"/>
                      <a:gd name="connsiteX101" fmla="*/ 197061 w 290218"/>
                      <a:gd name="connsiteY101" fmla="*/ 276497 h 515943"/>
                      <a:gd name="connsiteX102" fmla="*/ 196094 w 290218"/>
                      <a:gd name="connsiteY102" fmla="*/ 276497 h 515943"/>
                      <a:gd name="connsiteX103" fmla="*/ 179326 w 290218"/>
                      <a:gd name="connsiteY103" fmla="*/ 258116 h 515943"/>
                      <a:gd name="connsiteX104" fmla="*/ 180616 w 290218"/>
                      <a:gd name="connsiteY104" fmla="*/ 251667 h 515943"/>
                      <a:gd name="connsiteX105" fmla="*/ 184485 w 290218"/>
                      <a:gd name="connsiteY105" fmla="*/ 252634 h 515943"/>
                      <a:gd name="connsiteX106" fmla="*/ 188355 w 290218"/>
                      <a:gd name="connsiteY106" fmla="*/ 254247 h 515943"/>
                      <a:gd name="connsiteX107" fmla="*/ 184485 w 290218"/>
                      <a:gd name="connsiteY107" fmla="*/ 253279 h 515943"/>
                      <a:gd name="connsiteX108" fmla="*/ 188355 w 290218"/>
                      <a:gd name="connsiteY108" fmla="*/ 254892 h 515943"/>
                      <a:gd name="connsiteX109" fmla="*/ 187710 w 290218"/>
                      <a:gd name="connsiteY109" fmla="*/ 258439 h 515943"/>
                      <a:gd name="connsiteX110" fmla="*/ 198674 w 290218"/>
                      <a:gd name="connsiteY110" fmla="*/ 269080 h 515943"/>
                      <a:gd name="connsiteX111" fmla="*/ 201576 w 290218"/>
                      <a:gd name="connsiteY111" fmla="*/ 273917 h 515943"/>
                      <a:gd name="connsiteX112" fmla="*/ 197061 w 290218"/>
                      <a:gd name="connsiteY112" fmla="*/ 276497 h 515943"/>
                      <a:gd name="connsiteX113" fmla="*/ 195126 w 290218"/>
                      <a:gd name="connsiteY113" fmla="*/ 220066 h 515943"/>
                      <a:gd name="connsiteX114" fmla="*/ 192869 w 290218"/>
                      <a:gd name="connsiteY114" fmla="*/ 219420 h 515943"/>
                      <a:gd name="connsiteX115" fmla="*/ 191579 w 290218"/>
                      <a:gd name="connsiteY115" fmla="*/ 213939 h 515943"/>
                      <a:gd name="connsiteX116" fmla="*/ 192869 w 290218"/>
                      <a:gd name="connsiteY116" fmla="*/ 212004 h 515943"/>
                      <a:gd name="connsiteX117" fmla="*/ 212217 w 290218"/>
                      <a:gd name="connsiteY117" fmla="*/ 193946 h 515943"/>
                      <a:gd name="connsiteX118" fmla="*/ 217699 w 290218"/>
                      <a:gd name="connsiteY118" fmla="*/ 195236 h 515943"/>
                      <a:gd name="connsiteX119" fmla="*/ 216409 w 290218"/>
                      <a:gd name="connsiteY119" fmla="*/ 200718 h 515943"/>
                      <a:gd name="connsiteX120" fmla="*/ 199318 w 290218"/>
                      <a:gd name="connsiteY120" fmla="*/ 216518 h 515943"/>
                      <a:gd name="connsiteX121" fmla="*/ 198029 w 290218"/>
                      <a:gd name="connsiteY121" fmla="*/ 218453 h 515943"/>
                      <a:gd name="connsiteX122" fmla="*/ 195126 w 290218"/>
                      <a:gd name="connsiteY122" fmla="*/ 220066 h 515943"/>
                      <a:gd name="connsiteX123" fmla="*/ 238014 w 290218"/>
                      <a:gd name="connsiteY123" fmla="*/ 173953 h 515943"/>
                      <a:gd name="connsiteX124" fmla="*/ 238014 w 290218"/>
                      <a:gd name="connsiteY124" fmla="*/ 173953 h 515943"/>
                      <a:gd name="connsiteX125" fmla="*/ 233822 w 290218"/>
                      <a:gd name="connsiteY125" fmla="*/ 169761 h 515943"/>
                      <a:gd name="connsiteX126" fmla="*/ 233822 w 290218"/>
                      <a:gd name="connsiteY126" fmla="*/ 167504 h 515943"/>
                      <a:gd name="connsiteX127" fmla="*/ 235112 w 290218"/>
                      <a:gd name="connsiteY127" fmla="*/ 153960 h 515943"/>
                      <a:gd name="connsiteX128" fmla="*/ 235757 w 290218"/>
                      <a:gd name="connsiteY128" fmla="*/ 149123 h 515943"/>
                      <a:gd name="connsiteX129" fmla="*/ 235112 w 290218"/>
                      <a:gd name="connsiteY129" fmla="*/ 143641 h 515943"/>
                      <a:gd name="connsiteX130" fmla="*/ 238014 w 290218"/>
                      <a:gd name="connsiteY130" fmla="*/ 138804 h 515943"/>
                      <a:gd name="connsiteX131" fmla="*/ 242851 w 290218"/>
                      <a:gd name="connsiteY131" fmla="*/ 141707 h 515943"/>
                      <a:gd name="connsiteX132" fmla="*/ 243819 w 290218"/>
                      <a:gd name="connsiteY132" fmla="*/ 149123 h 515943"/>
                      <a:gd name="connsiteX133" fmla="*/ 243174 w 290218"/>
                      <a:gd name="connsiteY133" fmla="*/ 155573 h 515943"/>
                      <a:gd name="connsiteX134" fmla="*/ 242206 w 290218"/>
                      <a:gd name="connsiteY134" fmla="*/ 167504 h 515943"/>
                      <a:gd name="connsiteX135" fmla="*/ 242206 w 290218"/>
                      <a:gd name="connsiteY135" fmla="*/ 169761 h 515943"/>
                      <a:gd name="connsiteX136" fmla="*/ 238014 w 290218"/>
                      <a:gd name="connsiteY136" fmla="*/ 173953 h 515943"/>
                      <a:gd name="connsiteX137" fmla="*/ 246721 w 290218"/>
                      <a:gd name="connsiteY137" fmla="*/ 113975 h 515943"/>
                      <a:gd name="connsiteX138" fmla="*/ 244786 w 290218"/>
                      <a:gd name="connsiteY138" fmla="*/ 113329 h 515943"/>
                      <a:gd name="connsiteX139" fmla="*/ 243174 w 290218"/>
                      <a:gd name="connsiteY139" fmla="*/ 107848 h 515943"/>
                      <a:gd name="connsiteX140" fmla="*/ 244141 w 290218"/>
                      <a:gd name="connsiteY140" fmla="*/ 104623 h 515943"/>
                      <a:gd name="connsiteX141" fmla="*/ 232855 w 290218"/>
                      <a:gd name="connsiteY141" fmla="*/ 92369 h 515943"/>
                      <a:gd name="connsiteX142" fmla="*/ 231887 w 290218"/>
                      <a:gd name="connsiteY142" fmla="*/ 91724 h 515943"/>
                      <a:gd name="connsiteX143" fmla="*/ 230920 w 290218"/>
                      <a:gd name="connsiteY143" fmla="*/ 86243 h 515943"/>
                      <a:gd name="connsiteX144" fmla="*/ 236402 w 290218"/>
                      <a:gd name="connsiteY144" fmla="*/ 85275 h 515943"/>
                      <a:gd name="connsiteX145" fmla="*/ 237047 w 290218"/>
                      <a:gd name="connsiteY145" fmla="*/ 85598 h 515943"/>
                      <a:gd name="connsiteX146" fmla="*/ 251880 w 290218"/>
                      <a:gd name="connsiteY146" fmla="*/ 104623 h 515943"/>
                      <a:gd name="connsiteX147" fmla="*/ 249945 w 290218"/>
                      <a:gd name="connsiteY147" fmla="*/ 111717 h 515943"/>
                      <a:gd name="connsiteX148" fmla="*/ 246721 w 290218"/>
                      <a:gd name="connsiteY148" fmla="*/ 113975 h 515943"/>
                      <a:gd name="connsiteX149" fmla="*/ 249623 w 290218"/>
                      <a:gd name="connsiteY149" fmla="*/ 73021 h 515943"/>
                      <a:gd name="connsiteX150" fmla="*/ 246076 w 290218"/>
                      <a:gd name="connsiteY150" fmla="*/ 70764 h 515943"/>
                      <a:gd name="connsiteX151" fmla="*/ 248011 w 290218"/>
                      <a:gd name="connsiteY151" fmla="*/ 65282 h 515943"/>
                      <a:gd name="connsiteX152" fmla="*/ 253493 w 290218"/>
                      <a:gd name="connsiteY152" fmla="*/ 62702 h 515943"/>
                      <a:gd name="connsiteX153" fmla="*/ 266391 w 290218"/>
                      <a:gd name="connsiteY153" fmla="*/ 55931 h 515943"/>
                      <a:gd name="connsiteX154" fmla="*/ 272195 w 290218"/>
                      <a:gd name="connsiteY154" fmla="*/ 53029 h 515943"/>
                      <a:gd name="connsiteX155" fmla="*/ 277677 w 290218"/>
                      <a:gd name="connsiteY155" fmla="*/ 54641 h 515943"/>
                      <a:gd name="connsiteX156" fmla="*/ 276065 w 290218"/>
                      <a:gd name="connsiteY156" fmla="*/ 60123 h 515943"/>
                      <a:gd name="connsiteX157" fmla="*/ 270261 w 290218"/>
                      <a:gd name="connsiteY157" fmla="*/ 63025 h 515943"/>
                      <a:gd name="connsiteX158" fmla="*/ 257362 w 290218"/>
                      <a:gd name="connsiteY158" fmla="*/ 69474 h 515943"/>
                      <a:gd name="connsiteX159" fmla="*/ 251235 w 290218"/>
                      <a:gd name="connsiteY159" fmla="*/ 72377 h 515943"/>
                      <a:gd name="connsiteX160" fmla="*/ 249623 w 290218"/>
                      <a:gd name="connsiteY160" fmla="*/ 73021 h 515943"/>
                      <a:gd name="connsiteX161" fmla="*/ 298960 w 290218"/>
                      <a:gd name="connsiteY161" fmla="*/ 33358 h 515943"/>
                      <a:gd name="connsiteX162" fmla="*/ 295091 w 290218"/>
                      <a:gd name="connsiteY162" fmla="*/ 29489 h 515943"/>
                      <a:gd name="connsiteX163" fmla="*/ 291221 w 290218"/>
                      <a:gd name="connsiteY163" fmla="*/ 21427 h 515943"/>
                      <a:gd name="connsiteX164" fmla="*/ 285739 w 290218"/>
                      <a:gd name="connsiteY164" fmla="*/ 5626 h 515943"/>
                      <a:gd name="connsiteX165" fmla="*/ 285417 w 290218"/>
                      <a:gd name="connsiteY165" fmla="*/ 4982 h 515943"/>
                      <a:gd name="connsiteX166" fmla="*/ 288319 w 290218"/>
                      <a:gd name="connsiteY166" fmla="*/ 144 h 515943"/>
                      <a:gd name="connsiteX167" fmla="*/ 293156 w 290218"/>
                      <a:gd name="connsiteY167" fmla="*/ 3047 h 515943"/>
                      <a:gd name="connsiteX168" fmla="*/ 293478 w 290218"/>
                      <a:gd name="connsiteY168" fmla="*/ 3692 h 515943"/>
                      <a:gd name="connsiteX169" fmla="*/ 297993 w 290218"/>
                      <a:gd name="connsiteY169" fmla="*/ 16913 h 515943"/>
                      <a:gd name="connsiteX170" fmla="*/ 303152 w 290218"/>
                      <a:gd name="connsiteY170" fmla="*/ 28844 h 515943"/>
                      <a:gd name="connsiteX171" fmla="*/ 298960 w 290218"/>
                      <a:gd name="connsiteY171" fmla="*/ 33358 h 515943"/>
                      <a:gd name="connsiteX172" fmla="*/ 298960 w 290218"/>
                      <a:gd name="connsiteY172" fmla="*/ 33358 h 5159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</a:cxnLst>
                    <a:rect l="l" t="t" r="r" b="b"/>
                    <a:pathLst>
                      <a:path w="290218" h="515943">
                        <a:moveTo>
                          <a:pt x="22930" y="534469"/>
                        </a:moveTo>
                        <a:cubicBezTo>
                          <a:pt x="22285" y="534469"/>
                          <a:pt x="21963" y="534469"/>
                          <a:pt x="21318" y="534146"/>
                        </a:cubicBezTo>
                        <a:cubicBezTo>
                          <a:pt x="20995" y="533824"/>
                          <a:pt x="20351" y="533824"/>
                          <a:pt x="20028" y="533501"/>
                        </a:cubicBezTo>
                        <a:cubicBezTo>
                          <a:pt x="17126" y="531889"/>
                          <a:pt x="14546" y="531244"/>
                          <a:pt x="12289" y="530599"/>
                        </a:cubicBezTo>
                        <a:cubicBezTo>
                          <a:pt x="5840" y="528987"/>
                          <a:pt x="1648" y="527052"/>
                          <a:pt x="358" y="516733"/>
                        </a:cubicBezTo>
                        <a:cubicBezTo>
                          <a:pt x="358" y="516088"/>
                          <a:pt x="358" y="515443"/>
                          <a:pt x="35" y="514798"/>
                        </a:cubicBezTo>
                        <a:cubicBezTo>
                          <a:pt x="-287" y="512541"/>
                          <a:pt x="1648" y="510606"/>
                          <a:pt x="3905" y="510606"/>
                        </a:cubicBezTo>
                        <a:cubicBezTo>
                          <a:pt x="6162" y="510606"/>
                          <a:pt x="8097" y="512219"/>
                          <a:pt x="8097" y="514476"/>
                        </a:cubicBezTo>
                        <a:cubicBezTo>
                          <a:pt x="8097" y="515121"/>
                          <a:pt x="8097" y="515443"/>
                          <a:pt x="8097" y="516088"/>
                        </a:cubicBezTo>
                        <a:cubicBezTo>
                          <a:pt x="8742" y="521570"/>
                          <a:pt x="9387" y="521893"/>
                          <a:pt x="13901" y="522860"/>
                        </a:cubicBezTo>
                        <a:cubicBezTo>
                          <a:pt x="16481" y="523505"/>
                          <a:pt x="19383" y="524472"/>
                          <a:pt x="23253" y="526085"/>
                        </a:cubicBezTo>
                        <a:lnTo>
                          <a:pt x="24220" y="526729"/>
                        </a:lnTo>
                        <a:cubicBezTo>
                          <a:pt x="26155" y="527697"/>
                          <a:pt x="27122" y="529954"/>
                          <a:pt x="26155" y="532212"/>
                        </a:cubicBezTo>
                        <a:cubicBezTo>
                          <a:pt x="25832" y="533501"/>
                          <a:pt x="24220" y="534469"/>
                          <a:pt x="22930" y="534469"/>
                        </a:cubicBezTo>
                        <a:close/>
                        <a:moveTo>
                          <a:pt x="60659" y="532856"/>
                        </a:moveTo>
                        <a:cubicBezTo>
                          <a:pt x="58724" y="532856"/>
                          <a:pt x="57112" y="531566"/>
                          <a:pt x="56789" y="529954"/>
                        </a:cubicBezTo>
                        <a:cubicBezTo>
                          <a:pt x="56144" y="527697"/>
                          <a:pt x="57434" y="525762"/>
                          <a:pt x="59369" y="525117"/>
                        </a:cubicBezTo>
                        <a:lnTo>
                          <a:pt x="59691" y="525117"/>
                        </a:lnTo>
                        <a:lnTo>
                          <a:pt x="60981" y="524795"/>
                        </a:lnTo>
                        <a:cubicBezTo>
                          <a:pt x="69043" y="522537"/>
                          <a:pt x="75492" y="518668"/>
                          <a:pt x="80329" y="512541"/>
                        </a:cubicBezTo>
                        <a:cubicBezTo>
                          <a:pt x="81619" y="510929"/>
                          <a:pt x="84199" y="510606"/>
                          <a:pt x="86133" y="511896"/>
                        </a:cubicBezTo>
                        <a:cubicBezTo>
                          <a:pt x="87746" y="513186"/>
                          <a:pt x="88068" y="515766"/>
                          <a:pt x="86778" y="517700"/>
                        </a:cubicBezTo>
                        <a:cubicBezTo>
                          <a:pt x="80974" y="525117"/>
                          <a:pt x="72912" y="529954"/>
                          <a:pt x="63561" y="532534"/>
                        </a:cubicBezTo>
                        <a:lnTo>
                          <a:pt x="62271" y="532856"/>
                        </a:lnTo>
                        <a:cubicBezTo>
                          <a:pt x="61304" y="532856"/>
                          <a:pt x="60981" y="532856"/>
                          <a:pt x="60659" y="532856"/>
                        </a:cubicBezTo>
                        <a:close/>
                        <a:moveTo>
                          <a:pt x="95485" y="483197"/>
                        </a:moveTo>
                        <a:cubicBezTo>
                          <a:pt x="95162" y="483197"/>
                          <a:pt x="94840" y="483197"/>
                          <a:pt x="94840" y="483197"/>
                        </a:cubicBezTo>
                        <a:cubicBezTo>
                          <a:pt x="92583" y="482874"/>
                          <a:pt x="91293" y="480617"/>
                          <a:pt x="91615" y="478360"/>
                        </a:cubicBezTo>
                        <a:cubicBezTo>
                          <a:pt x="92583" y="473200"/>
                          <a:pt x="93550" y="470298"/>
                          <a:pt x="94517" y="467719"/>
                        </a:cubicBezTo>
                        <a:cubicBezTo>
                          <a:pt x="95485" y="465139"/>
                          <a:pt x="95807" y="463526"/>
                          <a:pt x="95807" y="460947"/>
                        </a:cubicBezTo>
                        <a:cubicBezTo>
                          <a:pt x="95807" y="459979"/>
                          <a:pt x="95807" y="459012"/>
                          <a:pt x="95485" y="457722"/>
                        </a:cubicBezTo>
                        <a:cubicBezTo>
                          <a:pt x="95162" y="456432"/>
                          <a:pt x="95162" y="454820"/>
                          <a:pt x="94840" y="453207"/>
                        </a:cubicBezTo>
                        <a:cubicBezTo>
                          <a:pt x="94517" y="450950"/>
                          <a:pt x="95807" y="449016"/>
                          <a:pt x="98065" y="448693"/>
                        </a:cubicBezTo>
                        <a:cubicBezTo>
                          <a:pt x="100322" y="448371"/>
                          <a:pt x="102257" y="449660"/>
                          <a:pt x="102579" y="451918"/>
                        </a:cubicBezTo>
                        <a:cubicBezTo>
                          <a:pt x="102902" y="453530"/>
                          <a:pt x="103224" y="455142"/>
                          <a:pt x="103224" y="456755"/>
                        </a:cubicBezTo>
                        <a:cubicBezTo>
                          <a:pt x="103546" y="458367"/>
                          <a:pt x="103546" y="459979"/>
                          <a:pt x="103546" y="460947"/>
                        </a:cubicBezTo>
                        <a:cubicBezTo>
                          <a:pt x="103546" y="464816"/>
                          <a:pt x="102579" y="467396"/>
                          <a:pt x="101612" y="470298"/>
                        </a:cubicBezTo>
                        <a:cubicBezTo>
                          <a:pt x="100967" y="472556"/>
                          <a:pt x="99999" y="475458"/>
                          <a:pt x="99032" y="479972"/>
                        </a:cubicBezTo>
                        <a:cubicBezTo>
                          <a:pt x="99032" y="481907"/>
                          <a:pt x="97420" y="483197"/>
                          <a:pt x="95485" y="483197"/>
                        </a:cubicBezTo>
                        <a:close/>
                        <a:moveTo>
                          <a:pt x="139340" y="457722"/>
                        </a:moveTo>
                        <a:cubicBezTo>
                          <a:pt x="138695" y="457722"/>
                          <a:pt x="138373" y="457722"/>
                          <a:pt x="137728" y="457400"/>
                        </a:cubicBezTo>
                        <a:cubicBezTo>
                          <a:pt x="136760" y="457077"/>
                          <a:pt x="135148" y="456110"/>
                          <a:pt x="133858" y="455142"/>
                        </a:cubicBezTo>
                        <a:cubicBezTo>
                          <a:pt x="128054" y="451595"/>
                          <a:pt x="124507" y="448371"/>
                          <a:pt x="121604" y="445146"/>
                        </a:cubicBezTo>
                        <a:cubicBezTo>
                          <a:pt x="119670" y="443211"/>
                          <a:pt x="118057" y="441599"/>
                          <a:pt x="115800" y="439987"/>
                        </a:cubicBezTo>
                        <a:cubicBezTo>
                          <a:pt x="113865" y="438697"/>
                          <a:pt x="113543" y="436117"/>
                          <a:pt x="114510" y="434505"/>
                        </a:cubicBezTo>
                        <a:cubicBezTo>
                          <a:pt x="115800" y="432570"/>
                          <a:pt x="118380" y="432247"/>
                          <a:pt x="119992" y="433215"/>
                        </a:cubicBezTo>
                        <a:cubicBezTo>
                          <a:pt x="122894" y="435150"/>
                          <a:pt x="124829" y="437084"/>
                          <a:pt x="127086" y="439341"/>
                        </a:cubicBezTo>
                        <a:cubicBezTo>
                          <a:pt x="129989" y="442244"/>
                          <a:pt x="132891" y="445146"/>
                          <a:pt x="137728" y="448048"/>
                        </a:cubicBezTo>
                        <a:cubicBezTo>
                          <a:pt x="139018" y="448693"/>
                          <a:pt x="139985" y="449338"/>
                          <a:pt x="140630" y="449660"/>
                        </a:cubicBezTo>
                        <a:cubicBezTo>
                          <a:pt x="142565" y="450628"/>
                          <a:pt x="143532" y="452885"/>
                          <a:pt x="142887" y="454820"/>
                        </a:cubicBezTo>
                        <a:cubicBezTo>
                          <a:pt x="142565" y="456755"/>
                          <a:pt x="140952" y="457722"/>
                          <a:pt x="139340" y="457722"/>
                        </a:cubicBezTo>
                        <a:close/>
                        <a:moveTo>
                          <a:pt x="169974" y="437407"/>
                        </a:moveTo>
                        <a:cubicBezTo>
                          <a:pt x="168362" y="437407"/>
                          <a:pt x="167072" y="436762"/>
                          <a:pt x="166427" y="435150"/>
                        </a:cubicBezTo>
                        <a:cubicBezTo>
                          <a:pt x="165460" y="433215"/>
                          <a:pt x="166105" y="430635"/>
                          <a:pt x="168039" y="429668"/>
                        </a:cubicBezTo>
                        <a:lnTo>
                          <a:pt x="168684" y="429345"/>
                        </a:lnTo>
                        <a:cubicBezTo>
                          <a:pt x="183195" y="421928"/>
                          <a:pt x="183840" y="416124"/>
                          <a:pt x="184163" y="414189"/>
                        </a:cubicBezTo>
                        <a:cubicBezTo>
                          <a:pt x="184485" y="411932"/>
                          <a:pt x="186420" y="410320"/>
                          <a:pt x="188677" y="410642"/>
                        </a:cubicBezTo>
                        <a:cubicBezTo>
                          <a:pt x="190934" y="410965"/>
                          <a:pt x="192547" y="412899"/>
                          <a:pt x="192224" y="415157"/>
                        </a:cubicBezTo>
                        <a:cubicBezTo>
                          <a:pt x="191257" y="423541"/>
                          <a:pt x="185130" y="430312"/>
                          <a:pt x="172554" y="436762"/>
                        </a:cubicBezTo>
                        <a:lnTo>
                          <a:pt x="171909" y="437084"/>
                        </a:lnTo>
                        <a:cubicBezTo>
                          <a:pt x="171264" y="437407"/>
                          <a:pt x="170619" y="437407"/>
                          <a:pt x="169974" y="437407"/>
                        </a:cubicBezTo>
                        <a:close/>
                        <a:moveTo>
                          <a:pt x="177713" y="382265"/>
                        </a:moveTo>
                        <a:cubicBezTo>
                          <a:pt x="176423" y="382265"/>
                          <a:pt x="174811" y="381620"/>
                          <a:pt x="174166" y="380331"/>
                        </a:cubicBezTo>
                        <a:cubicBezTo>
                          <a:pt x="170619" y="374204"/>
                          <a:pt x="164815" y="366465"/>
                          <a:pt x="158043" y="359370"/>
                        </a:cubicBezTo>
                        <a:cubicBezTo>
                          <a:pt x="156431" y="357758"/>
                          <a:pt x="156753" y="355178"/>
                          <a:pt x="158365" y="353566"/>
                        </a:cubicBezTo>
                        <a:cubicBezTo>
                          <a:pt x="159978" y="351954"/>
                          <a:pt x="162558" y="352276"/>
                          <a:pt x="164170" y="353888"/>
                        </a:cubicBezTo>
                        <a:cubicBezTo>
                          <a:pt x="171264" y="361628"/>
                          <a:pt x="177391" y="369689"/>
                          <a:pt x="181260" y="376461"/>
                        </a:cubicBezTo>
                        <a:cubicBezTo>
                          <a:pt x="182228" y="378396"/>
                          <a:pt x="181583" y="380975"/>
                          <a:pt x="179648" y="381943"/>
                        </a:cubicBezTo>
                        <a:cubicBezTo>
                          <a:pt x="179326" y="382265"/>
                          <a:pt x="178681" y="382265"/>
                          <a:pt x="177713" y="382265"/>
                        </a:cubicBezTo>
                        <a:close/>
                        <a:moveTo>
                          <a:pt x="164815" y="341635"/>
                        </a:moveTo>
                        <a:cubicBezTo>
                          <a:pt x="162880" y="341635"/>
                          <a:pt x="161268" y="340345"/>
                          <a:pt x="160945" y="338088"/>
                        </a:cubicBezTo>
                        <a:cubicBezTo>
                          <a:pt x="160623" y="335830"/>
                          <a:pt x="162235" y="333896"/>
                          <a:pt x="164492" y="333573"/>
                        </a:cubicBezTo>
                        <a:cubicBezTo>
                          <a:pt x="168362" y="332928"/>
                          <a:pt x="171264" y="332283"/>
                          <a:pt x="173521" y="331316"/>
                        </a:cubicBezTo>
                        <a:cubicBezTo>
                          <a:pt x="178036" y="329381"/>
                          <a:pt x="181905" y="326479"/>
                          <a:pt x="185775" y="322287"/>
                        </a:cubicBezTo>
                        <a:cubicBezTo>
                          <a:pt x="187387" y="320674"/>
                          <a:pt x="189967" y="320674"/>
                          <a:pt x="191579" y="321964"/>
                        </a:cubicBezTo>
                        <a:cubicBezTo>
                          <a:pt x="193192" y="323577"/>
                          <a:pt x="193192" y="326156"/>
                          <a:pt x="191902" y="327769"/>
                        </a:cubicBezTo>
                        <a:cubicBezTo>
                          <a:pt x="187387" y="332928"/>
                          <a:pt x="182550" y="336475"/>
                          <a:pt x="177068" y="338733"/>
                        </a:cubicBezTo>
                        <a:cubicBezTo>
                          <a:pt x="174166" y="340022"/>
                          <a:pt x="170619" y="340990"/>
                          <a:pt x="166105" y="341635"/>
                        </a:cubicBezTo>
                        <a:cubicBezTo>
                          <a:pt x="165137" y="341635"/>
                          <a:pt x="165137" y="341635"/>
                          <a:pt x="164815" y="341635"/>
                        </a:cubicBezTo>
                        <a:close/>
                        <a:moveTo>
                          <a:pt x="213829" y="301327"/>
                        </a:moveTo>
                        <a:cubicBezTo>
                          <a:pt x="212217" y="301327"/>
                          <a:pt x="210605" y="300359"/>
                          <a:pt x="209960" y="298747"/>
                        </a:cubicBezTo>
                        <a:cubicBezTo>
                          <a:pt x="208992" y="296812"/>
                          <a:pt x="210282" y="294232"/>
                          <a:pt x="212217" y="293587"/>
                        </a:cubicBezTo>
                        <a:cubicBezTo>
                          <a:pt x="216732" y="291975"/>
                          <a:pt x="221891" y="290685"/>
                          <a:pt x="228340" y="289073"/>
                        </a:cubicBezTo>
                        <a:cubicBezTo>
                          <a:pt x="231565" y="288428"/>
                          <a:pt x="235112" y="287461"/>
                          <a:pt x="238982" y="286493"/>
                        </a:cubicBezTo>
                        <a:cubicBezTo>
                          <a:pt x="241239" y="285848"/>
                          <a:pt x="243496" y="287138"/>
                          <a:pt x="243819" y="289396"/>
                        </a:cubicBezTo>
                        <a:cubicBezTo>
                          <a:pt x="244464" y="291653"/>
                          <a:pt x="243174" y="293910"/>
                          <a:pt x="240916" y="294232"/>
                        </a:cubicBezTo>
                        <a:cubicBezTo>
                          <a:pt x="237047" y="295200"/>
                          <a:pt x="233500" y="296167"/>
                          <a:pt x="230275" y="296812"/>
                        </a:cubicBezTo>
                        <a:cubicBezTo>
                          <a:pt x="223826" y="298424"/>
                          <a:pt x="218989" y="299714"/>
                          <a:pt x="215119" y="301004"/>
                        </a:cubicBezTo>
                        <a:cubicBezTo>
                          <a:pt x="214797" y="301327"/>
                          <a:pt x="214474" y="301327"/>
                          <a:pt x="213829" y="301327"/>
                        </a:cubicBezTo>
                        <a:close/>
                        <a:moveTo>
                          <a:pt x="259942" y="276819"/>
                        </a:moveTo>
                        <a:cubicBezTo>
                          <a:pt x="259297" y="276819"/>
                          <a:pt x="258974" y="276819"/>
                          <a:pt x="258329" y="276497"/>
                        </a:cubicBezTo>
                        <a:cubicBezTo>
                          <a:pt x="253815" y="274562"/>
                          <a:pt x="246721" y="272627"/>
                          <a:pt x="241239" y="271015"/>
                        </a:cubicBezTo>
                        <a:lnTo>
                          <a:pt x="238337" y="270370"/>
                        </a:lnTo>
                        <a:cubicBezTo>
                          <a:pt x="236402" y="269725"/>
                          <a:pt x="234467" y="269403"/>
                          <a:pt x="233177" y="269080"/>
                        </a:cubicBezTo>
                        <a:cubicBezTo>
                          <a:pt x="230920" y="268758"/>
                          <a:pt x="229630" y="266500"/>
                          <a:pt x="229953" y="264566"/>
                        </a:cubicBezTo>
                        <a:cubicBezTo>
                          <a:pt x="230275" y="262308"/>
                          <a:pt x="232532" y="261018"/>
                          <a:pt x="234467" y="261341"/>
                        </a:cubicBezTo>
                        <a:cubicBezTo>
                          <a:pt x="236079" y="261664"/>
                          <a:pt x="238014" y="261986"/>
                          <a:pt x="240594" y="262631"/>
                        </a:cubicBezTo>
                        <a:lnTo>
                          <a:pt x="243496" y="263276"/>
                        </a:lnTo>
                        <a:cubicBezTo>
                          <a:pt x="249300" y="264888"/>
                          <a:pt x="256395" y="266823"/>
                          <a:pt x="261877" y="269080"/>
                        </a:cubicBezTo>
                        <a:cubicBezTo>
                          <a:pt x="263811" y="270047"/>
                          <a:pt x="264779" y="272305"/>
                          <a:pt x="263811" y="274562"/>
                        </a:cubicBezTo>
                        <a:cubicBezTo>
                          <a:pt x="263166" y="276174"/>
                          <a:pt x="261554" y="276819"/>
                          <a:pt x="259942" y="276819"/>
                        </a:cubicBezTo>
                        <a:close/>
                        <a:moveTo>
                          <a:pt x="197061" y="276497"/>
                        </a:moveTo>
                        <a:cubicBezTo>
                          <a:pt x="196739" y="276497"/>
                          <a:pt x="196416" y="276497"/>
                          <a:pt x="196094" y="276497"/>
                        </a:cubicBezTo>
                        <a:cubicBezTo>
                          <a:pt x="186097" y="273917"/>
                          <a:pt x="179326" y="266500"/>
                          <a:pt x="179326" y="258116"/>
                        </a:cubicBezTo>
                        <a:cubicBezTo>
                          <a:pt x="179326" y="255859"/>
                          <a:pt x="179648" y="253924"/>
                          <a:pt x="180616" y="251667"/>
                        </a:cubicBezTo>
                        <a:lnTo>
                          <a:pt x="184485" y="252634"/>
                        </a:lnTo>
                        <a:lnTo>
                          <a:pt x="188355" y="254247"/>
                        </a:lnTo>
                        <a:lnTo>
                          <a:pt x="184485" y="253279"/>
                        </a:lnTo>
                        <a:lnTo>
                          <a:pt x="188355" y="254892"/>
                        </a:lnTo>
                        <a:cubicBezTo>
                          <a:pt x="188032" y="256181"/>
                          <a:pt x="187710" y="257149"/>
                          <a:pt x="187710" y="258439"/>
                        </a:cubicBezTo>
                        <a:cubicBezTo>
                          <a:pt x="187710" y="263276"/>
                          <a:pt x="192224" y="267468"/>
                          <a:pt x="198674" y="269080"/>
                        </a:cubicBezTo>
                        <a:cubicBezTo>
                          <a:pt x="200931" y="269725"/>
                          <a:pt x="202221" y="271660"/>
                          <a:pt x="201576" y="273917"/>
                        </a:cubicBezTo>
                        <a:cubicBezTo>
                          <a:pt x="200608" y="275207"/>
                          <a:pt x="198996" y="276497"/>
                          <a:pt x="197061" y="276497"/>
                        </a:cubicBezTo>
                        <a:close/>
                        <a:moveTo>
                          <a:pt x="195126" y="220066"/>
                        </a:moveTo>
                        <a:cubicBezTo>
                          <a:pt x="194482" y="220066"/>
                          <a:pt x="193514" y="219743"/>
                          <a:pt x="192869" y="219420"/>
                        </a:cubicBezTo>
                        <a:cubicBezTo>
                          <a:pt x="190934" y="218131"/>
                          <a:pt x="190612" y="215551"/>
                          <a:pt x="191579" y="213939"/>
                        </a:cubicBezTo>
                        <a:lnTo>
                          <a:pt x="192869" y="212004"/>
                        </a:lnTo>
                        <a:cubicBezTo>
                          <a:pt x="197706" y="204265"/>
                          <a:pt x="199318" y="202652"/>
                          <a:pt x="212217" y="193946"/>
                        </a:cubicBezTo>
                        <a:cubicBezTo>
                          <a:pt x="214152" y="192656"/>
                          <a:pt x="216732" y="193301"/>
                          <a:pt x="217699" y="195236"/>
                        </a:cubicBezTo>
                        <a:cubicBezTo>
                          <a:pt x="218989" y="197171"/>
                          <a:pt x="218344" y="199750"/>
                          <a:pt x="216409" y="200718"/>
                        </a:cubicBezTo>
                        <a:cubicBezTo>
                          <a:pt x="204155" y="208779"/>
                          <a:pt x="203510" y="209747"/>
                          <a:pt x="199318" y="216518"/>
                        </a:cubicBezTo>
                        <a:lnTo>
                          <a:pt x="198029" y="218453"/>
                        </a:lnTo>
                        <a:cubicBezTo>
                          <a:pt x="197706" y="219420"/>
                          <a:pt x="196416" y="220066"/>
                          <a:pt x="195126" y="220066"/>
                        </a:cubicBezTo>
                        <a:close/>
                        <a:moveTo>
                          <a:pt x="238014" y="173953"/>
                        </a:moveTo>
                        <a:cubicBezTo>
                          <a:pt x="238014" y="173953"/>
                          <a:pt x="238014" y="173953"/>
                          <a:pt x="238014" y="173953"/>
                        </a:cubicBezTo>
                        <a:cubicBezTo>
                          <a:pt x="235757" y="173953"/>
                          <a:pt x="233822" y="172018"/>
                          <a:pt x="233822" y="169761"/>
                        </a:cubicBezTo>
                        <a:lnTo>
                          <a:pt x="233822" y="167504"/>
                        </a:lnTo>
                        <a:cubicBezTo>
                          <a:pt x="233822" y="163956"/>
                          <a:pt x="233822" y="159442"/>
                          <a:pt x="235112" y="153960"/>
                        </a:cubicBezTo>
                        <a:cubicBezTo>
                          <a:pt x="235434" y="152348"/>
                          <a:pt x="235757" y="150736"/>
                          <a:pt x="235757" y="149123"/>
                        </a:cubicBezTo>
                        <a:cubicBezTo>
                          <a:pt x="235757" y="147188"/>
                          <a:pt x="235434" y="145576"/>
                          <a:pt x="235112" y="143641"/>
                        </a:cubicBezTo>
                        <a:cubicBezTo>
                          <a:pt x="234467" y="141384"/>
                          <a:pt x="235757" y="139127"/>
                          <a:pt x="238014" y="138804"/>
                        </a:cubicBezTo>
                        <a:cubicBezTo>
                          <a:pt x="240272" y="138159"/>
                          <a:pt x="242529" y="139449"/>
                          <a:pt x="242851" y="141707"/>
                        </a:cubicBezTo>
                        <a:cubicBezTo>
                          <a:pt x="243496" y="144286"/>
                          <a:pt x="243819" y="146866"/>
                          <a:pt x="243819" y="149123"/>
                        </a:cubicBezTo>
                        <a:cubicBezTo>
                          <a:pt x="243819" y="151380"/>
                          <a:pt x="243496" y="153638"/>
                          <a:pt x="243174" y="155573"/>
                        </a:cubicBezTo>
                        <a:cubicBezTo>
                          <a:pt x="242206" y="160410"/>
                          <a:pt x="242206" y="163956"/>
                          <a:pt x="242206" y="167504"/>
                        </a:cubicBezTo>
                        <a:lnTo>
                          <a:pt x="242206" y="169761"/>
                        </a:lnTo>
                        <a:cubicBezTo>
                          <a:pt x="242206" y="172341"/>
                          <a:pt x="240272" y="173953"/>
                          <a:pt x="238014" y="173953"/>
                        </a:cubicBezTo>
                        <a:close/>
                        <a:moveTo>
                          <a:pt x="246721" y="113975"/>
                        </a:moveTo>
                        <a:cubicBezTo>
                          <a:pt x="246076" y="113975"/>
                          <a:pt x="245431" y="113652"/>
                          <a:pt x="244786" y="113329"/>
                        </a:cubicBezTo>
                        <a:cubicBezTo>
                          <a:pt x="242851" y="112362"/>
                          <a:pt x="242206" y="109783"/>
                          <a:pt x="243174" y="107848"/>
                        </a:cubicBezTo>
                        <a:cubicBezTo>
                          <a:pt x="243819" y="106558"/>
                          <a:pt x="244141" y="105590"/>
                          <a:pt x="244141" y="104623"/>
                        </a:cubicBezTo>
                        <a:cubicBezTo>
                          <a:pt x="244141" y="101398"/>
                          <a:pt x="240272" y="97529"/>
                          <a:pt x="232855" y="92369"/>
                        </a:cubicBezTo>
                        <a:lnTo>
                          <a:pt x="231887" y="91724"/>
                        </a:lnTo>
                        <a:cubicBezTo>
                          <a:pt x="229953" y="90434"/>
                          <a:pt x="229630" y="87855"/>
                          <a:pt x="230920" y="86243"/>
                        </a:cubicBezTo>
                        <a:cubicBezTo>
                          <a:pt x="232210" y="84308"/>
                          <a:pt x="234790" y="83985"/>
                          <a:pt x="236402" y="85275"/>
                        </a:cubicBezTo>
                        <a:lnTo>
                          <a:pt x="237047" y="85598"/>
                        </a:lnTo>
                        <a:cubicBezTo>
                          <a:pt x="247366" y="92369"/>
                          <a:pt x="251880" y="98174"/>
                          <a:pt x="251880" y="104623"/>
                        </a:cubicBezTo>
                        <a:cubicBezTo>
                          <a:pt x="251880" y="106880"/>
                          <a:pt x="251235" y="109460"/>
                          <a:pt x="249945" y="111717"/>
                        </a:cubicBezTo>
                        <a:cubicBezTo>
                          <a:pt x="249623" y="113007"/>
                          <a:pt x="248333" y="113975"/>
                          <a:pt x="246721" y="113975"/>
                        </a:cubicBezTo>
                        <a:close/>
                        <a:moveTo>
                          <a:pt x="249623" y="73021"/>
                        </a:moveTo>
                        <a:cubicBezTo>
                          <a:pt x="248011" y="73021"/>
                          <a:pt x="246721" y="72054"/>
                          <a:pt x="246076" y="70764"/>
                        </a:cubicBezTo>
                        <a:cubicBezTo>
                          <a:pt x="245108" y="68829"/>
                          <a:pt x="246076" y="66250"/>
                          <a:pt x="248011" y="65282"/>
                        </a:cubicBezTo>
                        <a:cubicBezTo>
                          <a:pt x="249945" y="64315"/>
                          <a:pt x="251558" y="63670"/>
                          <a:pt x="253493" y="62702"/>
                        </a:cubicBezTo>
                        <a:cubicBezTo>
                          <a:pt x="258974" y="59800"/>
                          <a:pt x="263166" y="57866"/>
                          <a:pt x="266391" y="55931"/>
                        </a:cubicBezTo>
                        <a:cubicBezTo>
                          <a:pt x="268648" y="54963"/>
                          <a:pt x="270583" y="53996"/>
                          <a:pt x="272195" y="53029"/>
                        </a:cubicBezTo>
                        <a:cubicBezTo>
                          <a:pt x="274130" y="52061"/>
                          <a:pt x="276710" y="52706"/>
                          <a:pt x="277677" y="54641"/>
                        </a:cubicBezTo>
                        <a:cubicBezTo>
                          <a:pt x="278645" y="56576"/>
                          <a:pt x="278000" y="59155"/>
                          <a:pt x="276065" y="60123"/>
                        </a:cubicBezTo>
                        <a:cubicBezTo>
                          <a:pt x="274453" y="61090"/>
                          <a:pt x="272518" y="62058"/>
                          <a:pt x="270261" y="63025"/>
                        </a:cubicBezTo>
                        <a:cubicBezTo>
                          <a:pt x="267036" y="64637"/>
                          <a:pt x="262844" y="66895"/>
                          <a:pt x="257362" y="69474"/>
                        </a:cubicBezTo>
                        <a:cubicBezTo>
                          <a:pt x="255427" y="70442"/>
                          <a:pt x="253170" y="71409"/>
                          <a:pt x="251235" y="72377"/>
                        </a:cubicBezTo>
                        <a:cubicBezTo>
                          <a:pt x="250913" y="73021"/>
                          <a:pt x="250268" y="73021"/>
                          <a:pt x="249623" y="73021"/>
                        </a:cubicBezTo>
                        <a:close/>
                        <a:moveTo>
                          <a:pt x="298960" y="33358"/>
                        </a:moveTo>
                        <a:cubicBezTo>
                          <a:pt x="297025" y="33358"/>
                          <a:pt x="295091" y="31746"/>
                          <a:pt x="295091" y="29489"/>
                        </a:cubicBezTo>
                        <a:cubicBezTo>
                          <a:pt x="295091" y="27554"/>
                          <a:pt x="293156" y="24974"/>
                          <a:pt x="291221" y="21427"/>
                        </a:cubicBezTo>
                        <a:cubicBezTo>
                          <a:pt x="288319" y="16590"/>
                          <a:pt x="287029" y="11431"/>
                          <a:pt x="285739" y="5626"/>
                        </a:cubicBezTo>
                        <a:lnTo>
                          <a:pt x="285417" y="4982"/>
                        </a:lnTo>
                        <a:cubicBezTo>
                          <a:pt x="284772" y="2724"/>
                          <a:pt x="286061" y="789"/>
                          <a:pt x="288319" y="144"/>
                        </a:cubicBezTo>
                        <a:cubicBezTo>
                          <a:pt x="290576" y="-501"/>
                          <a:pt x="292511" y="1112"/>
                          <a:pt x="293156" y="3047"/>
                        </a:cubicBezTo>
                        <a:lnTo>
                          <a:pt x="293478" y="3692"/>
                        </a:lnTo>
                        <a:cubicBezTo>
                          <a:pt x="294768" y="8851"/>
                          <a:pt x="295735" y="13365"/>
                          <a:pt x="297993" y="16913"/>
                        </a:cubicBezTo>
                        <a:cubicBezTo>
                          <a:pt x="300895" y="21750"/>
                          <a:pt x="302830" y="24974"/>
                          <a:pt x="303152" y="28844"/>
                        </a:cubicBezTo>
                        <a:cubicBezTo>
                          <a:pt x="303152" y="31101"/>
                          <a:pt x="301540" y="33036"/>
                          <a:pt x="298960" y="33358"/>
                        </a:cubicBezTo>
                        <a:cubicBezTo>
                          <a:pt x="299282" y="33358"/>
                          <a:pt x="298960" y="33358"/>
                          <a:pt x="298960" y="33358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5" name="Freeform: Shape 204">
                    <a:extLst>
                      <a:ext uri="{FF2B5EF4-FFF2-40B4-BE49-F238E27FC236}">
                        <a16:creationId xmlns:a16="http://schemas.microsoft.com/office/drawing/2014/main" id="{3CA4CF98-783F-B9E9-C0D3-7BFFBFDC0D7F}"/>
                      </a:ext>
                    </a:extLst>
                  </p:cNvPr>
                  <p:cNvSpPr/>
                  <p:nvPr/>
                </p:nvSpPr>
                <p:spPr>
                  <a:xfrm>
                    <a:off x="4867614" y="3372017"/>
                    <a:ext cx="32246" cy="32246"/>
                  </a:xfrm>
                  <a:custGeom>
                    <a:avLst/>
                    <a:gdLst>
                      <a:gd name="connsiteX0" fmla="*/ 22291 w 0"/>
                      <a:gd name="connsiteY0" fmla="*/ 21646 h 0"/>
                      <a:gd name="connsiteX1" fmla="*/ 18744 w 0"/>
                      <a:gd name="connsiteY1" fmla="*/ 19389 h 0"/>
                      <a:gd name="connsiteX2" fmla="*/ 14229 w 0"/>
                      <a:gd name="connsiteY2" fmla="*/ 8425 h 0"/>
                      <a:gd name="connsiteX3" fmla="*/ 7458 w 0"/>
                      <a:gd name="connsiteY3" fmla="*/ 7780 h 0"/>
                      <a:gd name="connsiteX4" fmla="*/ 3588 w 0"/>
                      <a:gd name="connsiteY4" fmla="*/ 7780 h 0"/>
                      <a:gd name="connsiteX5" fmla="*/ 41 w 0"/>
                      <a:gd name="connsiteY5" fmla="*/ 3588 h 0"/>
                      <a:gd name="connsiteX6" fmla="*/ 4233 w 0"/>
                      <a:gd name="connsiteY6" fmla="*/ 41 h 0"/>
                      <a:gd name="connsiteX7" fmla="*/ 7135 w 0"/>
                      <a:gd name="connsiteY7" fmla="*/ 41 h 0"/>
                      <a:gd name="connsiteX8" fmla="*/ 18422 w 0"/>
                      <a:gd name="connsiteY8" fmla="*/ 1653 h 0"/>
                      <a:gd name="connsiteX9" fmla="*/ 20356 w 0"/>
                      <a:gd name="connsiteY9" fmla="*/ 2298 h 0"/>
                      <a:gd name="connsiteX10" fmla="*/ 21001 w 0"/>
                      <a:gd name="connsiteY10" fmla="*/ 4233 h 0"/>
                      <a:gd name="connsiteX11" fmla="*/ 25516 w 0"/>
                      <a:gd name="connsiteY11" fmla="*/ 16164 h 0"/>
                      <a:gd name="connsiteX12" fmla="*/ 23904 w 0"/>
                      <a:gd name="connsiteY12" fmla="*/ 21646 h 0"/>
                      <a:gd name="connsiteX13" fmla="*/ 22291 w 0"/>
                      <a:gd name="connsiteY13" fmla="*/ 21646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>
                        <a:moveTo>
                          <a:pt x="22291" y="21646"/>
                        </a:moveTo>
                        <a:cubicBezTo>
                          <a:pt x="20679" y="21646"/>
                          <a:pt x="19389" y="21001"/>
                          <a:pt x="18744" y="19389"/>
                        </a:cubicBezTo>
                        <a:cubicBezTo>
                          <a:pt x="17132" y="16164"/>
                          <a:pt x="15519" y="12617"/>
                          <a:pt x="14229" y="8425"/>
                        </a:cubicBezTo>
                        <a:cubicBezTo>
                          <a:pt x="12295" y="8103"/>
                          <a:pt x="10038" y="7780"/>
                          <a:pt x="7458" y="7780"/>
                        </a:cubicBezTo>
                        <a:cubicBezTo>
                          <a:pt x="6168" y="7780"/>
                          <a:pt x="4878" y="7780"/>
                          <a:pt x="3588" y="7780"/>
                        </a:cubicBezTo>
                        <a:cubicBezTo>
                          <a:pt x="1331" y="7458"/>
                          <a:pt x="-281" y="5523"/>
                          <a:pt x="41" y="3588"/>
                        </a:cubicBezTo>
                        <a:cubicBezTo>
                          <a:pt x="364" y="1331"/>
                          <a:pt x="2298" y="-281"/>
                          <a:pt x="4233" y="41"/>
                        </a:cubicBezTo>
                        <a:cubicBezTo>
                          <a:pt x="5201" y="41"/>
                          <a:pt x="6168" y="41"/>
                          <a:pt x="7135" y="41"/>
                        </a:cubicBezTo>
                        <a:cubicBezTo>
                          <a:pt x="11327" y="41"/>
                          <a:pt x="14874" y="686"/>
                          <a:pt x="18422" y="1653"/>
                        </a:cubicBezTo>
                        <a:lnTo>
                          <a:pt x="20356" y="2298"/>
                        </a:lnTo>
                        <a:lnTo>
                          <a:pt x="21001" y="4233"/>
                        </a:lnTo>
                        <a:cubicBezTo>
                          <a:pt x="22291" y="9070"/>
                          <a:pt x="23904" y="12940"/>
                          <a:pt x="25516" y="16164"/>
                        </a:cubicBezTo>
                        <a:cubicBezTo>
                          <a:pt x="26483" y="18099"/>
                          <a:pt x="25838" y="20679"/>
                          <a:pt x="23904" y="21646"/>
                        </a:cubicBezTo>
                        <a:cubicBezTo>
                          <a:pt x="23581" y="21324"/>
                          <a:pt x="22936" y="21646"/>
                          <a:pt x="22291" y="21646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6" name="Freeform: Shape 205">
                    <a:extLst>
                      <a:ext uri="{FF2B5EF4-FFF2-40B4-BE49-F238E27FC236}">
                        <a16:creationId xmlns:a16="http://schemas.microsoft.com/office/drawing/2014/main" id="{F90D0C95-D7FB-F569-B50E-DFC03F2D5797}"/>
                      </a:ext>
                    </a:extLst>
                  </p:cNvPr>
                  <p:cNvSpPr/>
                  <p:nvPr/>
                </p:nvSpPr>
                <p:spPr>
                  <a:xfrm>
                    <a:off x="4410401" y="3061525"/>
                    <a:ext cx="451451" cy="257972"/>
                  </a:xfrm>
                  <a:custGeom>
                    <a:avLst/>
                    <a:gdLst>
                      <a:gd name="connsiteX0" fmla="*/ 448226 w 451450"/>
                      <a:gd name="connsiteY0" fmla="*/ 285059 h 257971"/>
                      <a:gd name="connsiteX1" fmla="*/ 444679 w 451450"/>
                      <a:gd name="connsiteY1" fmla="*/ 282802 h 257971"/>
                      <a:gd name="connsiteX2" fmla="*/ 428233 w 451450"/>
                      <a:gd name="connsiteY2" fmla="*/ 268936 h 257971"/>
                      <a:gd name="connsiteX3" fmla="*/ 424686 w 451450"/>
                      <a:gd name="connsiteY3" fmla="*/ 264421 h 257971"/>
                      <a:gd name="connsiteX4" fmla="*/ 429201 w 451450"/>
                      <a:gd name="connsiteY4" fmla="*/ 260874 h 257971"/>
                      <a:gd name="connsiteX5" fmla="*/ 452096 w 451450"/>
                      <a:gd name="connsiteY5" fmla="*/ 279577 h 257971"/>
                      <a:gd name="connsiteX6" fmla="*/ 450161 w 451450"/>
                      <a:gd name="connsiteY6" fmla="*/ 285059 h 257971"/>
                      <a:gd name="connsiteX7" fmla="*/ 448226 w 451450"/>
                      <a:gd name="connsiteY7" fmla="*/ 285059 h 257971"/>
                      <a:gd name="connsiteX8" fmla="*/ 392762 w 451450"/>
                      <a:gd name="connsiteY8" fmla="*/ 258294 h 257971"/>
                      <a:gd name="connsiteX9" fmla="*/ 390505 w 451450"/>
                      <a:gd name="connsiteY9" fmla="*/ 257649 h 257971"/>
                      <a:gd name="connsiteX10" fmla="*/ 368900 w 451450"/>
                      <a:gd name="connsiteY10" fmla="*/ 239914 h 257971"/>
                      <a:gd name="connsiteX11" fmla="*/ 368900 w 451450"/>
                      <a:gd name="connsiteY11" fmla="*/ 234110 h 257971"/>
                      <a:gd name="connsiteX12" fmla="*/ 374704 w 451450"/>
                      <a:gd name="connsiteY12" fmla="*/ 234110 h 257971"/>
                      <a:gd name="connsiteX13" fmla="*/ 394697 w 451450"/>
                      <a:gd name="connsiteY13" fmla="*/ 250555 h 257971"/>
                      <a:gd name="connsiteX14" fmla="*/ 395987 w 451450"/>
                      <a:gd name="connsiteY14" fmla="*/ 256037 h 257971"/>
                      <a:gd name="connsiteX15" fmla="*/ 392762 w 451450"/>
                      <a:gd name="connsiteY15" fmla="*/ 258294 h 257971"/>
                      <a:gd name="connsiteX16" fmla="*/ 346327 w 451450"/>
                      <a:gd name="connsiteY16" fmla="*/ 213794 h 257971"/>
                      <a:gd name="connsiteX17" fmla="*/ 342458 w 451450"/>
                      <a:gd name="connsiteY17" fmla="*/ 210892 h 257971"/>
                      <a:gd name="connsiteX18" fmla="*/ 340523 w 451450"/>
                      <a:gd name="connsiteY18" fmla="*/ 198638 h 257971"/>
                      <a:gd name="connsiteX19" fmla="*/ 338266 w 451450"/>
                      <a:gd name="connsiteY19" fmla="*/ 184127 h 257971"/>
                      <a:gd name="connsiteX20" fmla="*/ 340845 w 451450"/>
                      <a:gd name="connsiteY20" fmla="*/ 178968 h 257971"/>
                      <a:gd name="connsiteX21" fmla="*/ 346005 w 451450"/>
                      <a:gd name="connsiteY21" fmla="*/ 181548 h 257971"/>
                      <a:gd name="connsiteX22" fmla="*/ 348584 w 451450"/>
                      <a:gd name="connsiteY22" fmla="*/ 197671 h 257971"/>
                      <a:gd name="connsiteX23" fmla="*/ 350197 w 451450"/>
                      <a:gd name="connsiteY23" fmla="*/ 208312 h 257971"/>
                      <a:gd name="connsiteX24" fmla="*/ 347617 w 451450"/>
                      <a:gd name="connsiteY24" fmla="*/ 213472 h 257971"/>
                      <a:gd name="connsiteX25" fmla="*/ 346327 w 451450"/>
                      <a:gd name="connsiteY25" fmla="*/ 213794 h 257971"/>
                      <a:gd name="connsiteX26" fmla="*/ 325044 w 451450"/>
                      <a:gd name="connsiteY26" fmla="*/ 167037 h 257971"/>
                      <a:gd name="connsiteX27" fmla="*/ 320852 w 451450"/>
                      <a:gd name="connsiteY27" fmla="*/ 163167 h 257971"/>
                      <a:gd name="connsiteX28" fmla="*/ 311178 w 451450"/>
                      <a:gd name="connsiteY28" fmla="*/ 143819 h 257971"/>
                      <a:gd name="connsiteX29" fmla="*/ 309889 w 451450"/>
                      <a:gd name="connsiteY29" fmla="*/ 138337 h 257971"/>
                      <a:gd name="connsiteX30" fmla="*/ 315370 w 451450"/>
                      <a:gd name="connsiteY30" fmla="*/ 137048 h 257971"/>
                      <a:gd name="connsiteX31" fmla="*/ 329236 w 451450"/>
                      <a:gd name="connsiteY31" fmla="*/ 163167 h 257971"/>
                      <a:gd name="connsiteX32" fmla="*/ 325044 w 451450"/>
                      <a:gd name="connsiteY32" fmla="*/ 167037 h 257971"/>
                      <a:gd name="connsiteX33" fmla="*/ 325044 w 451450"/>
                      <a:gd name="connsiteY33" fmla="*/ 167037 h 257971"/>
                      <a:gd name="connsiteX34" fmla="*/ 287639 w 451450"/>
                      <a:gd name="connsiteY34" fmla="*/ 119312 h 257971"/>
                      <a:gd name="connsiteX35" fmla="*/ 283447 w 451450"/>
                      <a:gd name="connsiteY35" fmla="*/ 115442 h 257971"/>
                      <a:gd name="connsiteX36" fmla="*/ 283447 w 451450"/>
                      <a:gd name="connsiteY36" fmla="*/ 115442 h 257971"/>
                      <a:gd name="connsiteX37" fmla="*/ 287961 w 451450"/>
                      <a:gd name="connsiteY37" fmla="*/ 97707 h 257971"/>
                      <a:gd name="connsiteX38" fmla="*/ 288928 w 451450"/>
                      <a:gd name="connsiteY38" fmla="*/ 95127 h 257971"/>
                      <a:gd name="connsiteX39" fmla="*/ 289896 w 451450"/>
                      <a:gd name="connsiteY39" fmla="*/ 89323 h 257971"/>
                      <a:gd name="connsiteX40" fmla="*/ 294088 w 451450"/>
                      <a:gd name="connsiteY40" fmla="*/ 85453 h 257971"/>
                      <a:gd name="connsiteX41" fmla="*/ 297957 w 451450"/>
                      <a:gd name="connsiteY41" fmla="*/ 89645 h 257971"/>
                      <a:gd name="connsiteX42" fmla="*/ 296345 w 451450"/>
                      <a:gd name="connsiteY42" fmla="*/ 98029 h 257971"/>
                      <a:gd name="connsiteX43" fmla="*/ 295378 w 451450"/>
                      <a:gd name="connsiteY43" fmla="*/ 100609 h 257971"/>
                      <a:gd name="connsiteX44" fmla="*/ 291508 w 451450"/>
                      <a:gd name="connsiteY44" fmla="*/ 115442 h 257971"/>
                      <a:gd name="connsiteX45" fmla="*/ 287639 w 451450"/>
                      <a:gd name="connsiteY45" fmla="*/ 119312 h 257971"/>
                      <a:gd name="connsiteX46" fmla="*/ 272160 w 451450"/>
                      <a:gd name="connsiteY46" fmla="*/ 64493 h 257971"/>
                      <a:gd name="connsiteX47" fmla="*/ 269903 w 451450"/>
                      <a:gd name="connsiteY47" fmla="*/ 63848 h 257971"/>
                      <a:gd name="connsiteX48" fmla="*/ 265066 w 451450"/>
                      <a:gd name="connsiteY48" fmla="*/ 60946 h 257971"/>
                      <a:gd name="connsiteX49" fmla="*/ 254747 w 451450"/>
                      <a:gd name="connsiteY49" fmla="*/ 56109 h 257971"/>
                      <a:gd name="connsiteX50" fmla="*/ 253135 w 451450"/>
                      <a:gd name="connsiteY50" fmla="*/ 57076 h 257971"/>
                      <a:gd name="connsiteX51" fmla="*/ 249910 w 451450"/>
                      <a:gd name="connsiteY51" fmla="*/ 59333 h 257971"/>
                      <a:gd name="connsiteX52" fmla="*/ 244428 w 451450"/>
                      <a:gd name="connsiteY52" fmla="*/ 57721 h 257971"/>
                      <a:gd name="connsiteX53" fmla="*/ 246041 w 451450"/>
                      <a:gd name="connsiteY53" fmla="*/ 52239 h 257971"/>
                      <a:gd name="connsiteX54" fmla="*/ 247975 w 451450"/>
                      <a:gd name="connsiteY54" fmla="*/ 50950 h 257971"/>
                      <a:gd name="connsiteX55" fmla="*/ 254425 w 451450"/>
                      <a:gd name="connsiteY55" fmla="*/ 48370 h 257971"/>
                      <a:gd name="connsiteX56" fmla="*/ 268936 w 451450"/>
                      <a:gd name="connsiteY56" fmla="*/ 54174 h 257971"/>
                      <a:gd name="connsiteX57" fmla="*/ 273773 w 451450"/>
                      <a:gd name="connsiteY57" fmla="*/ 57399 h 257971"/>
                      <a:gd name="connsiteX58" fmla="*/ 275062 w 451450"/>
                      <a:gd name="connsiteY58" fmla="*/ 62881 h 257971"/>
                      <a:gd name="connsiteX59" fmla="*/ 272160 w 451450"/>
                      <a:gd name="connsiteY59" fmla="*/ 64493 h 257971"/>
                      <a:gd name="connsiteX60" fmla="*/ 210569 w 451450"/>
                      <a:gd name="connsiteY60" fmla="*/ 61591 h 257971"/>
                      <a:gd name="connsiteX61" fmla="*/ 207990 w 451450"/>
                      <a:gd name="connsiteY61" fmla="*/ 61591 h 257971"/>
                      <a:gd name="connsiteX62" fmla="*/ 182193 w 451450"/>
                      <a:gd name="connsiteY62" fmla="*/ 54819 h 257971"/>
                      <a:gd name="connsiteX63" fmla="*/ 181870 w 451450"/>
                      <a:gd name="connsiteY63" fmla="*/ 49015 h 257971"/>
                      <a:gd name="connsiteX64" fmla="*/ 187675 w 451450"/>
                      <a:gd name="connsiteY64" fmla="*/ 48692 h 257971"/>
                      <a:gd name="connsiteX65" fmla="*/ 207990 w 451450"/>
                      <a:gd name="connsiteY65" fmla="*/ 53207 h 257971"/>
                      <a:gd name="connsiteX66" fmla="*/ 210569 w 451450"/>
                      <a:gd name="connsiteY66" fmla="*/ 53207 h 257971"/>
                      <a:gd name="connsiteX67" fmla="*/ 214761 w 451450"/>
                      <a:gd name="connsiteY67" fmla="*/ 57399 h 257971"/>
                      <a:gd name="connsiteX68" fmla="*/ 210569 w 451450"/>
                      <a:gd name="connsiteY68" fmla="*/ 61591 h 257971"/>
                      <a:gd name="connsiteX69" fmla="*/ 157685 w 451450"/>
                      <a:gd name="connsiteY69" fmla="*/ 30312 h 257971"/>
                      <a:gd name="connsiteX70" fmla="*/ 155750 w 451450"/>
                      <a:gd name="connsiteY70" fmla="*/ 29989 h 257971"/>
                      <a:gd name="connsiteX71" fmla="*/ 142207 w 451450"/>
                      <a:gd name="connsiteY71" fmla="*/ 25152 h 257971"/>
                      <a:gd name="connsiteX72" fmla="*/ 134468 w 451450"/>
                      <a:gd name="connsiteY72" fmla="*/ 22895 h 257971"/>
                      <a:gd name="connsiteX73" fmla="*/ 131243 w 451450"/>
                      <a:gd name="connsiteY73" fmla="*/ 21928 h 257971"/>
                      <a:gd name="connsiteX74" fmla="*/ 128341 w 451450"/>
                      <a:gd name="connsiteY74" fmla="*/ 17091 h 257971"/>
                      <a:gd name="connsiteX75" fmla="*/ 133178 w 451450"/>
                      <a:gd name="connsiteY75" fmla="*/ 14189 h 257971"/>
                      <a:gd name="connsiteX76" fmla="*/ 136725 w 451450"/>
                      <a:gd name="connsiteY76" fmla="*/ 15156 h 257971"/>
                      <a:gd name="connsiteX77" fmla="*/ 144464 w 451450"/>
                      <a:gd name="connsiteY77" fmla="*/ 17413 h 257971"/>
                      <a:gd name="connsiteX78" fmla="*/ 159620 w 451450"/>
                      <a:gd name="connsiteY78" fmla="*/ 22895 h 257971"/>
                      <a:gd name="connsiteX79" fmla="*/ 161232 w 451450"/>
                      <a:gd name="connsiteY79" fmla="*/ 28377 h 257971"/>
                      <a:gd name="connsiteX80" fmla="*/ 157685 w 451450"/>
                      <a:gd name="connsiteY80" fmla="*/ 30312 h 257971"/>
                      <a:gd name="connsiteX81" fmla="*/ 94482 w 451450"/>
                      <a:gd name="connsiteY81" fmla="*/ 18703 h 257971"/>
                      <a:gd name="connsiteX82" fmla="*/ 93837 w 451450"/>
                      <a:gd name="connsiteY82" fmla="*/ 18703 h 257971"/>
                      <a:gd name="connsiteX83" fmla="*/ 79326 w 451450"/>
                      <a:gd name="connsiteY83" fmla="*/ 15801 h 257971"/>
                      <a:gd name="connsiteX84" fmla="*/ 67395 w 451450"/>
                      <a:gd name="connsiteY84" fmla="*/ 13221 h 257971"/>
                      <a:gd name="connsiteX85" fmla="*/ 63848 w 451450"/>
                      <a:gd name="connsiteY85" fmla="*/ 8706 h 257971"/>
                      <a:gd name="connsiteX86" fmla="*/ 68363 w 451450"/>
                      <a:gd name="connsiteY86" fmla="*/ 5159 h 257971"/>
                      <a:gd name="connsiteX87" fmla="*/ 81261 w 451450"/>
                      <a:gd name="connsiteY87" fmla="*/ 7739 h 257971"/>
                      <a:gd name="connsiteX88" fmla="*/ 94805 w 451450"/>
                      <a:gd name="connsiteY88" fmla="*/ 10641 h 257971"/>
                      <a:gd name="connsiteX89" fmla="*/ 98352 w 451450"/>
                      <a:gd name="connsiteY89" fmla="*/ 15156 h 257971"/>
                      <a:gd name="connsiteX90" fmla="*/ 94482 w 451450"/>
                      <a:gd name="connsiteY90" fmla="*/ 18703 h 257971"/>
                      <a:gd name="connsiteX91" fmla="*/ 30957 w 451450"/>
                      <a:gd name="connsiteY91" fmla="*/ 9674 h 257971"/>
                      <a:gd name="connsiteX92" fmla="*/ 29989 w 451450"/>
                      <a:gd name="connsiteY92" fmla="*/ 9674 h 257971"/>
                      <a:gd name="connsiteX93" fmla="*/ 16768 w 451450"/>
                      <a:gd name="connsiteY93" fmla="*/ 8384 h 257971"/>
                      <a:gd name="connsiteX94" fmla="*/ 4192 w 451450"/>
                      <a:gd name="connsiteY94" fmla="*/ 8706 h 257971"/>
                      <a:gd name="connsiteX95" fmla="*/ 0 w 451450"/>
                      <a:gd name="connsiteY95" fmla="*/ 4837 h 257971"/>
                      <a:gd name="connsiteX96" fmla="*/ 3870 w 451450"/>
                      <a:gd name="connsiteY96" fmla="*/ 645 h 257971"/>
                      <a:gd name="connsiteX97" fmla="*/ 16768 w 451450"/>
                      <a:gd name="connsiteY97" fmla="*/ 0 h 257971"/>
                      <a:gd name="connsiteX98" fmla="*/ 31924 w 451450"/>
                      <a:gd name="connsiteY98" fmla="*/ 1612 h 257971"/>
                      <a:gd name="connsiteX99" fmla="*/ 34826 w 451450"/>
                      <a:gd name="connsiteY99" fmla="*/ 6449 h 257971"/>
                      <a:gd name="connsiteX100" fmla="*/ 30957 w 451450"/>
                      <a:gd name="connsiteY100" fmla="*/ 9674 h 257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</a:cxnLst>
                    <a:rect l="l" t="t" r="r" b="b"/>
                    <a:pathLst>
                      <a:path w="451450" h="257971">
                        <a:moveTo>
                          <a:pt x="448226" y="285059"/>
                        </a:moveTo>
                        <a:cubicBezTo>
                          <a:pt x="446614" y="285059"/>
                          <a:pt x="445324" y="284091"/>
                          <a:pt x="444679" y="282802"/>
                        </a:cubicBezTo>
                        <a:cubicBezTo>
                          <a:pt x="439197" y="271193"/>
                          <a:pt x="434037" y="269581"/>
                          <a:pt x="428233" y="268936"/>
                        </a:cubicBezTo>
                        <a:cubicBezTo>
                          <a:pt x="425976" y="268613"/>
                          <a:pt x="424364" y="266678"/>
                          <a:pt x="424686" y="264421"/>
                        </a:cubicBezTo>
                        <a:cubicBezTo>
                          <a:pt x="425008" y="262164"/>
                          <a:pt x="426943" y="260552"/>
                          <a:pt x="429201" y="260874"/>
                        </a:cubicBezTo>
                        <a:cubicBezTo>
                          <a:pt x="438552" y="262164"/>
                          <a:pt x="445646" y="265711"/>
                          <a:pt x="452096" y="279577"/>
                        </a:cubicBezTo>
                        <a:cubicBezTo>
                          <a:pt x="453063" y="281512"/>
                          <a:pt x="452096" y="284091"/>
                          <a:pt x="450161" y="285059"/>
                        </a:cubicBezTo>
                        <a:cubicBezTo>
                          <a:pt x="449516" y="285059"/>
                          <a:pt x="448871" y="285059"/>
                          <a:pt x="448226" y="285059"/>
                        </a:cubicBezTo>
                        <a:close/>
                        <a:moveTo>
                          <a:pt x="392762" y="258294"/>
                        </a:moveTo>
                        <a:cubicBezTo>
                          <a:pt x="392117" y="258294"/>
                          <a:pt x="391472" y="257972"/>
                          <a:pt x="390505" y="257649"/>
                        </a:cubicBezTo>
                        <a:cubicBezTo>
                          <a:pt x="380508" y="251523"/>
                          <a:pt x="373737" y="245073"/>
                          <a:pt x="368900" y="239914"/>
                        </a:cubicBezTo>
                        <a:cubicBezTo>
                          <a:pt x="367287" y="238302"/>
                          <a:pt x="367287" y="235722"/>
                          <a:pt x="368900" y="234110"/>
                        </a:cubicBezTo>
                        <a:cubicBezTo>
                          <a:pt x="370512" y="232497"/>
                          <a:pt x="373092" y="232497"/>
                          <a:pt x="374704" y="234110"/>
                        </a:cubicBezTo>
                        <a:cubicBezTo>
                          <a:pt x="379218" y="238624"/>
                          <a:pt x="385345" y="244751"/>
                          <a:pt x="394697" y="250555"/>
                        </a:cubicBezTo>
                        <a:cubicBezTo>
                          <a:pt x="396632" y="251845"/>
                          <a:pt x="397277" y="254102"/>
                          <a:pt x="395987" y="256037"/>
                        </a:cubicBezTo>
                        <a:cubicBezTo>
                          <a:pt x="395342" y="257649"/>
                          <a:pt x="394052" y="258294"/>
                          <a:pt x="392762" y="258294"/>
                        </a:cubicBezTo>
                        <a:close/>
                        <a:moveTo>
                          <a:pt x="346327" y="213794"/>
                        </a:moveTo>
                        <a:cubicBezTo>
                          <a:pt x="344715" y="213794"/>
                          <a:pt x="343102" y="212827"/>
                          <a:pt x="342458" y="210892"/>
                        </a:cubicBezTo>
                        <a:cubicBezTo>
                          <a:pt x="341168" y="207022"/>
                          <a:pt x="340845" y="202830"/>
                          <a:pt x="340523" y="198638"/>
                        </a:cubicBezTo>
                        <a:cubicBezTo>
                          <a:pt x="340200" y="194124"/>
                          <a:pt x="339878" y="189287"/>
                          <a:pt x="338266" y="184127"/>
                        </a:cubicBezTo>
                        <a:cubicBezTo>
                          <a:pt x="337621" y="181870"/>
                          <a:pt x="338910" y="179613"/>
                          <a:pt x="340845" y="178968"/>
                        </a:cubicBezTo>
                        <a:cubicBezTo>
                          <a:pt x="343102" y="178323"/>
                          <a:pt x="345360" y="179613"/>
                          <a:pt x="346005" y="181548"/>
                        </a:cubicBezTo>
                        <a:cubicBezTo>
                          <a:pt x="347939" y="187352"/>
                          <a:pt x="348262" y="192834"/>
                          <a:pt x="348584" y="197671"/>
                        </a:cubicBezTo>
                        <a:cubicBezTo>
                          <a:pt x="348907" y="201863"/>
                          <a:pt x="349229" y="205088"/>
                          <a:pt x="350197" y="208312"/>
                        </a:cubicBezTo>
                        <a:cubicBezTo>
                          <a:pt x="350842" y="210570"/>
                          <a:pt x="349874" y="212827"/>
                          <a:pt x="347617" y="213472"/>
                        </a:cubicBezTo>
                        <a:cubicBezTo>
                          <a:pt x="347294" y="213794"/>
                          <a:pt x="346972" y="213794"/>
                          <a:pt x="346327" y="213794"/>
                        </a:cubicBezTo>
                        <a:close/>
                        <a:moveTo>
                          <a:pt x="325044" y="167037"/>
                        </a:moveTo>
                        <a:cubicBezTo>
                          <a:pt x="322787" y="167037"/>
                          <a:pt x="321175" y="165102"/>
                          <a:pt x="320852" y="163167"/>
                        </a:cubicBezTo>
                        <a:cubicBezTo>
                          <a:pt x="320852" y="151881"/>
                          <a:pt x="316983" y="147366"/>
                          <a:pt x="311178" y="143819"/>
                        </a:cubicBezTo>
                        <a:cubicBezTo>
                          <a:pt x="309244" y="142529"/>
                          <a:pt x="308599" y="140272"/>
                          <a:pt x="309889" y="138337"/>
                        </a:cubicBezTo>
                        <a:cubicBezTo>
                          <a:pt x="310856" y="136403"/>
                          <a:pt x="313436" y="135758"/>
                          <a:pt x="315370" y="137048"/>
                        </a:cubicBezTo>
                        <a:cubicBezTo>
                          <a:pt x="322142" y="140917"/>
                          <a:pt x="328914" y="147044"/>
                          <a:pt x="329236" y="163167"/>
                        </a:cubicBezTo>
                        <a:cubicBezTo>
                          <a:pt x="328914" y="165424"/>
                          <a:pt x="327302" y="167037"/>
                          <a:pt x="325044" y="167037"/>
                        </a:cubicBezTo>
                        <a:cubicBezTo>
                          <a:pt x="325044" y="167037"/>
                          <a:pt x="325044" y="167037"/>
                          <a:pt x="325044" y="167037"/>
                        </a:cubicBezTo>
                        <a:close/>
                        <a:moveTo>
                          <a:pt x="287639" y="119312"/>
                        </a:moveTo>
                        <a:cubicBezTo>
                          <a:pt x="285381" y="119312"/>
                          <a:pt x="283447" y="117377"/>
                          <a:pt x="283447" y="115442"/>
                        </a:cubicBezTo>
                        <a:lnTo>
                          <a:pt x="283447" y="115442"/>
                        </a:lnTo>
                        <a:cubicBezTo>
                          <a:pt x="283447" y="109960"/>
                          <a:pt x="285381" y="104479"/>
                          <a:pt x="287961" y="97707"/>
                        </a:cubicBezTo>
                        <a:lnTo>
                          <a:pt x="288928" y="95127"/>
                        </a:lnTo>
                        <a:cubicBezTo>
                          <a:pt x="289573" y="93192"/>
                          <a:pt x="289896" y="91258"/>
                          <a:pt x="289896" y="89323"/>
                        </a:cubicBezTo>
                        <a:cubicBezTo>
                          <a:pt x="289896" y="87065"/>
                          <a:pt x="291831" y="85453"/>
                          <a:pt x="294088" y="85453"/>
                        </a:cubicBezTo>
                        <a:cubicBezTo>
                          <a:pt x="296345" y="85453"/>
                          <a:pt x="297957" y="87388"/>
                          <a:pt x="297957" y="89645"/>
                        </a:cubicBezTo>
                        <a:cubicBezTo>
                          <a:pt x="297957" y="92548"/>
                          <a:pt x="297312" y="95127"/>
                          <a:pt x="296345" y="98029"/>
                        </a:cubicBezTo>
                        <a:lnTo>
                          <a:pt x="295378" y="100609"/>
                        </a:lnTo>
                        <a:cubicBezTo>
                          <a:pt x="293120" y="106736"/>
                          <a:pt x="291508" y="111573"/>
                          <a:pt x="291508" y="115442"/>
                        </a:cubicBezTo>
                        <a:cubicBezTo>
                          <a:pt x="291508" y="117700"/>
                          <a:pt x="289896" y="119312"/>
                          <a:pt x="287639" y="119312"/>
                        </a:cubicBezTo>
                        <a:close/>
                        <a:moveTo>
                          <a:pt x="272160" y="64493"/>
                        </a:moveTo>
                        <a:cubicBezTo>
                          <a:pt x="271515" y="64493"/>
                          <a:pt x="270548" y="64170"/>
                          <a:pt x="269903" y="63848"/>
                        </a:cubicBezTo>
                        <a:cubicBezTo>
                          <a:pt x="268291" y="62881"/>
                          <a:pt x="266678" y="61913"/>
                          <a:pt x="265066" y="60946"/>
                        </a:cubicBezTo>
                        <a:cubicBezTo>
                          <a:pt x="258294" y="57076"/>
                          <a:pt x="255715" y="56109"/>
                          <a:pt x="254747" y="56109"/>
                        </a:cubicBezTo>
                        <a:cubicBezTo>
                          <a:pt x="254425" y="56109"/>
                          <a:pt x="254425" y="56109"/>
                          <a:pt x="253135" y="57076"/>
                        </a:cubicBezTo>
                        <a:cubicBezTo>
                          <a:pt x="252167" y="57721"/>
                          <a:pt x="251200" y="58689"/>
                          <a:pt x="249910" y="59333"/>
                        </a:cubicBezTo>
                        <a:cubicBezTo>
                          <a:pt x="247975" y="60301"/>
                          <a:pt x="245396" y="59656"/>
                          <a:pt x="244428" y="57721"/>
                        </a:cubicBezTo>
                        <a:cubicBezTo>
                          <a:pt x="243461" y="55786"/>
                          <a:pt x="244106" y="53207"/>
                          <a:pt x="246041" y="52239"/>
                        </a:cubicBezTo>
                        <a:cubicBezTo>
                          <a:pt x="247008" y="51917"/>
                          <a:pt x="247653" y="51272"/>
                          <a:pt x="247975" y="50950"/>
                        </a:cubicBezTo>
                        <a:cubicBezTo>
                          <a:pt x="249265" y="49982"/>
                          <a:pt x="251200" y="48370"/>
                          <a:pt x="254425" y="48370"/>
                        </a:cubicBezTo>
                        <a:cubicBezTo>
                          <a:pt x="257649" y="48370"/>
                          <a:pt x="261841" y="49982"/>
                          <a:pt x="268936" y="54174"/>
                        </a:cubicBezTo>
                        <a:cubicBezTo>
                          <a:pt x="270548" y="55141"/>
                          <a:pt x="272160" y="56109"/>
                          <a:pt x="273773" y="57399"/>
                        </a:cubicBezTo>
                        <a:cubicBezTo>
                          <a:pt x="275707" y="58689"/>
                          <a:pt x="276030" y="61268"/>
                          <a:pt x="275062" y="62881"/>
                        </a:cubicBezTo>
                        <a:cubicBezTo>
                          <a:pt x="274740" y="63848"/>
                          <a:pt x="273450" y="64493"/>
                          <a:pt x="272160" y="64493"/>
                        </a:cubicBezTo>
                        <a:close/>
                        <a:moveTo>
                          <a:pt x="210569" y="61591"/>
                        </a:moveTo>
                        <a:lnTo>
                          <a:pt x="207990" y="61591"/>
                        </a:lnTo>
                        <a:cubicBezTo>
                          <a:pt x="194446" y="61591"/>
                          <a:pt x="189287" y="60946"/>
                          <a:pt x="182193" y="54819"/>
                        </a:cubicBezTo>
                        <a:cubicBezTo>
                          <a:pt x="180580" y="53207"/>
                          <a:pt x="180258" y="50950"/>
                          <a:pt x="181870" y="49015"/>
                        </a:cubicBezTo>
                        <a:cubicBezTo>
                          <a:pt x="183482" y="47402"/>
                          <a:pt x="185740" y="47080"/>
                          <a:pt x="187675" y="48692"/>
                        </a:cubicBezTo>
                        <a:cubicBezTo>
                          <a:pt x="192189" y="52884"/>
                          <a:pt x="195091" y="53207"/>
                          <a:pt x="207990" y="53207"/>
                        </a:cubicBezTo>
                        <a:lnTo>
                          <a:pt x="210569" y="53207"/>
                        </a:lnTo>
                        <a:cubicBezTo>
                          <a:pt x="212827" y="53207"/>
                          <a:pt x="214761" y="55141"/>
                          <a:pt x="214761" y="57399"/>
                        </a:cubicBezTo>
                        <a:cubicBezTo>
                          <a:pt x="214761" y="59656"/>
                          <a:pt x="212827" y="61591"/>
                          <a:pt x="210569" y="61591"/>
                        </a:cubicBezTo>
                        <a:close/>
                        <a:moveTo>
                          <a:pt x="157685" y="30312"/>
                        </a:moveTo>
                        <a:cubicBezTo>
                          <a:pt x="157040" y="30312"/>
                          <a:pt x="156395" y="30312"/>
                          <a:pt x="155750" y="29989"/>
                        </a:cubicBezTo>
                        <a:cubicBezTo>
                          <a:pt x="152848" y="28377"/>
                          <a:pt x="148979" y="27409"/>
                          <a:pt x="142207" y="25152"/>
                        </a:cubicBezTo>
                        <a:cubicBezTo>
                          <a:pt x="139950" y="24507"/>
                          <a:pt x="137370" y="23540"/>
                          <a:pt x="134468" y="22895"/>
                        </a:cubicBezTo>
                        <a:cubicBezTo>
                          <a:pt x="133178" y="22572"/>
                          <a:pt x="132211" y="22250"/>
                          <a:pt x="131243" y="21928"/>
                        </a:cubicBezTo>
                        <a:cubicBezTo>
                          <a:pt x="128986" y="21283"/>
                          <a:pt x="127696" y="19025"/>
                          <a:pt x="128341" y="17091"/>
                        </a:cubicBezTo>
                        <a:cubicBezTo>
                          <a:pt x="128986" y="14833"/>
                          <a:pt x="131243" y="13543"/>
                          <a:pt x="133178" y="14189"/>
                        </a:cubicBezTo>
                        <a:cubicBezTo>
                          <a:pt x="134468" y="14511"/>
                          <a:pt x="135435" y="14833"/>
                          <a:pt x="136725" y="15156"/>
                        </a:cubicBezTo>
                        <a:lnTo>
                          <a:pt x="144464" y="17413"/>
                        </a:lnTo>
                        <a:cubicBezTo>
                          <a:pt x="151881" y="19670"/>
                          <a:pt x="156073" y="20960"/>
                          <a:pt x="159620" y="22895"/>
                        </a:cubicBezTo>
                        <a:cubicBezTo>
                          <a:pt x="161555" y="23862"/>
                          <a:pt x="162200" y="26442"/>
                          <a:pt x="161232" y="28377"/>
                        </a:cubicBezTo>
                        <a:cubicBezTo>
                          <a:pt x="160265" y="29344"/>
                          <a:pt x="158975" y="30312"/>
                          <a:pt x="157685" y="30312"/>
                        </a:cubicBezTo>
                        <a:close/>
                        <a:moveTo>
                          <a:pt x="94482" y="18703"/>
                        </a:moveTo>
                        <a:cubicBezTo>
                          <a:pt x="94160" y="18703"/>
                          <a:pt x="94160" y="18703"/>
                          <a:pt x="93837" y="18703"/>
                        </a:cubicBezTo>
                        <a:cubicBezTo>
                          <a:pt x="89323" y="18058"/>
                          <a:pt x="84808" y="17091"/>
                          <a:pt x="79326" y="15801"/>
                        </a:cubicBezTo>
                        <a:cubicBezTo>
                          <a:pt x="74812" y="14511"/>
                          <a:pt x="70942" y="13866"/>
                          <a:pt x="67395" y="13221"/>
                        </a:cubicBezTo>
                        <a:cubicBezTo>
                          <a:pt x="65138" y="12899"/>
                          <a:pt x="63526" y="10964"/>
                          <a:pt x="63848" y="8706"/>
                        </a:cubicBezTo>
                        <a:cubicBezTo>
                          <a:pt x="64171" y="6449"/>
                          <a:pt x="66105" y="4837"/>
                          <a:pt x="68363" y="5159"/>
                        </a:cubicBezTo>
                        <a:cubicBezTo>
                          <a:pt x="72232" y="5804"/>
                          <a:pt x="76424" y="6449"/>
                          <a:pt x="81261" y="7739"/>
                        </a:cubicBezTo>
                        <a:cubicBezTo>
                          <a:pt x="86421" y="9029"/>
                          <a:pt x="90613" y="9996"/>
                          <a:pt x="94805" y="10641"/>
                        </a:cubicBezTo>
                        <a:cubicBezTo>
                          <a:pt x="97062" y="10964"/>
                          <a:pt x="98674" y="12899"/>
                          <a:pt x="98352" y="15156"/>
                        </a:cubicBezTo>
                        <a:cubicBezTo>
                          <a:pt x="98352" y="17413"/>
                          <a:pt x="96417" y="18703"/>
                          <a:pt x="94482" y="18703"/>
                        </a:cubicBezTo>
                        <a:close/>
                        <a:moveTo>
                          <a:pt x="30957" y="9674"/>
                        </a:moveTo>
                        <a:cubicBezTo>
                          <a:pt x="30634" y="9674"/>
                          <a:pt x="30312" y="9674"/>
                          <a:pt x="29989" y="9674"/>
                        </a:cubicBezTo>
                        <a:cubicBezTo>
                          <a:pt x="26442" y="8706"/>
                          <a:pt x="22250" y="8384"/>
                          <a:pt x="16768" y="8384"/>
                        </a:cubicBezTo>
                        <a:cubicBezTo>
                          <a:pt x="13544" y="8384"/>
                          <a:pt x="9674" y="8384"/>
                          <a:pt x="4192" y="8706"/>
                        </a:cubicBezTo>
                        <a:cubicBezTo>
                          <a:pt x="1935" y="8706"/>
                          <a:pt x="0" y="7094"/>
                          <a:pt x="0" y="4837"/>
                        </a:cubicBezTo>
                        <a:cubicBezTo>
                          <a:pt x="0" y="2580"/>
                          <a:pt x="1612" y="645"/>
                          <a:pt x="3870" y="645"/>
                        </a:cubicBezTo>
                        <a:cubicBezTo>
                          <a:pt x="9352" y="323"/>
                          <a:pt x="13221" y="0"/>
                          <a:pt x="16768" y="0"/>
                        </a:cubicBezTo>
                        <a:cubicBezTo>
                          <a:pt x="22895" y="0"/>
                          <a:pt x="27732" y="645"/>
                          <a:pt x="31924" y="1612"/>
                        </a:cubicBezTo>
                        <a:cubicBezTo>
                          <a:pt x="34181" y="2257"/>
                          <a:pt x="35471" y="4192"/>
                          <a:pt x="34826" y="6449"/>
                        </a:cubicBezTo>
                        <a:cubicBezTo>
                          <a:pt x="34504" y="8384"/>
                          <a:pt x="32891" y="9674"/>
                          <a:pt x="30957" y="9674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7" name="Freeform: Shape 206">
                    <a:extLst>
                      <a:ext uri="{FF2B5EF4-FFF2-40B4-BE49-F238E27FC236}">
                        <a16:creationId xmlns:a16="http://schemas.microsoft.com/office/drawing/2014/main" id="{6CC184D6-AB64-01F9-75F1-F8C61C1BCC25}"/>
                      </a:ext>
                    </a:extLst>
                  </p:cNvPr>
                  <p:cNvSpPr/>
                  <p:nvPr/>
                </p:nvSpPr>
                <p:spPr>
                  <a:xfrm>
                    <a:off x="4358484" y="3065072"/>
                    <a:ext cx="32246" cy="32246"/>
                  </a:xfrm>
                  <a:custGeom>
                    <a:avLst/>
                    <a:gdLst>
                      <a:gd name="connsiteX0" fmla="*/ 5804 w 0"/>
                      <a:gd name="connsiteY0" fmla="*/ 8384 h 0"/>
                      <a:gd name="connsiteX1" fmla="*/ 3870 w 0"/>
                      <a:gd name="connsiteY1" fmla="*/ 8384 h 0"/>
                      <a:gd name="connsiteX2" fmla="*/ 0 w 0"/>
                      <a:gd name="connsiteY2" fmla="*/ 4192 h 0"/>
                      <a:gd name="connsiteX3" fmla="*/ 4192 w 0"/>
                      <a:gd name="connsiteY3" fmla="*/ 323 h 0"/>
                      <a:gd name="connsiteX4" fmla="*/ 10319 w 0"/>
                      <a:gd name="connsiteY4" fmla="*/ 323 h 0"/>
                      <a:gd name="connsiteX5" fmla="*/ 17413 w 0"/>
                      <a:gd name="connsiteY5" fmla="*/ 0 h 0"/>
                      <a:gd name="connsiteX6" fmla="*/ 21605 w 0"/>
                      <a:gd name="connsiteY6" fmla="*/ 3869 h 0"/>
                      <a:gd name="connsiteX7" fmla="*/ 17736 w 0"/>
                      <a:gd name="connsiteY7" fmla="*/ 8062 h 0"/>
                      <a:gd name="connsiteX8" fmla="*/ 10641 w 0"/>
                      <a:gd name="connsiteY8" fmla="*/ 8384 h 0"/>
                      <a:gd name="connsiteX9" fmla="*/ 5804 w 0"/>
                      <a:gd name="connsiteY9" fmla="*/ 8384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>
                        <a:moveTo>
                          <a:pt x="5804" y="8384"/>
                        </a:moveTo>
                        <a:cubicBezTo>
                          <a:pt x="5159" y="8384"/>
                          <a:pt x="4514" y="8384"/>
                          <a:pt x="3870" y="8384"/>
                        </a:cubicBezTo>
                        <a:cubicBezTo>
                          <a:pt x="1612" y="8384"/>
                          <a:pt x="0" y="6449"/>
                          <a:pt x="0" y="4192"/>
                        </a:cubicBezTo>
                        <a:cubicBezTo>
                          <a:pt x="0" y="1935"/>
                          <a:pt x="1935" y="323"/>
                          <a:pt x="4192" y="323"/>
                        </a:cubicBezTo>
                        <a:cubicBezTo>
                          <a:pt x="6127" y="323"/>
                          <a:pt x="8062" y="323"/>
                          <a:pt x="10319" y="323"/>
                        </a:cubicBezTo>
                        <a:lnTo>
                          <a:pt x="17413" y="0"/>
                        </a:lnTo>
                        <a:cubicBezTo>
                          <a:pt x="19670" y="0"/>
                          <a:pt x="21605" y="1612"/>
                          <a:pt x="21605" y="3869"/>
                        </a:cubicBezTo>
                        <a:cubicBezTo>
                          <a:pt x="21605" y="6127"/>
                          <a:pt x="19993" y="8062"/>
                          <a:pt x="17736" y="8062"/>
                        </a:cubicBezTo>
                        <a:lnTo>
                          <a:pt x="10641" y="8384"/>
                        </a:lnTo>
                        <a:cubicBezTo>
                          <a:pt x="8707" y="8384"/>
                          <a:pt x="7417" y="8384"/>
                          <a:pt x="5804" y="8384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41" name="Graphic 4">
                <a:extLst>
                  <a:ext uri="{FF2B5EF4-FFF2-40B4-BE49-F238E27FC236}">
                    <a16:creationId xmlns:a16="http://schemas.microsoft.com/office/drawing/2014/main" id="{6B066706-855E-AA0D-88EC-0CBCDD3A5DE0}"/>
                  </a:ext>
                </a:extLst>
              </p:cNvPr>
              <p:cNvGrpSpPr/>
              <p:nvPr/>
            </p:nvGrpSpPr>
            <p:grpSpPr>
              <a:xfrm>
                <a:off x="4379766" y="2008950"/>
                <a:ext cx="1259665" cy="1383504"/>
                <a:chOff x="4379766" y="2008950"/>
                <a:chExt cx="1259665" cy="1383504"/>
              </a:xfrm>
              <a:grpFill/>
            </p:grpSpPr>
            <p:sp>
              <p:nvSpPr>
                <p:cNvPr id="187" name="Freeform: Shape 186">
                  <a:extLst>
                    <a:ext uri="{FF2B5EF4-FFF2-40B4-BE49-F238E27FC236}">
                      <a16:creationId xmlns:a16="http://schemas.microsoft.com/office/drawing/2014/main" id="{75FC8F6E-D43A-4F6E-F956-967A7F30B162}"/>
                    </a:ext>
                  </a:extLst>
                </p:cNvPr>
                <p:cNvSpPr/>
                <p:nvPr/>
              </p:nvSpPr>
              <p:spPr>
                <a:xfrm>
                  <a:off x="4379766" y="3063459"/>
                  <a:ext cx="32246" cy="32246"/>
                </a:xfrm>
                <a:custGeom>
                  <a:avLst/>
                  <a:gdLst>
                    <a:gd name="connsiteX0" fmla="*/ 3870 w 0"/>
                    <a:gd name="connsiteY0" fmla="*/ 9029 h 0"/>
                    <a:gd name="connsiteX1" fmla="*/ 0 w 0"/>
                    <a:gd name="connsiteY1" fmla="*/ 5160 h 0"/>
                    <a:gd name="connsiteX2" fmla="*/ 3870 w 0"/>
                    <a:gd name="connsiteY2" fmla="*/ 967 h 0"/>
                    <a:gd name="connsiteX3" fmla="*/ 17091 w 0"/>
                    <a:gd name="connsiteY3" fmla="*/ 0 h 0"/>
                    <a:gd name="connsiteX4" fmla="*/ 21283 w 0"/>
                    <a:gd name="connsiteY4" fmla="*/ 3870 h 0"/>
                    <a:gd name="connsiteX5" fmla="*/ 17413 w 0"/>
                    <a:gd name="connsiteY5" fmla="*/ 8062 h 0"/>
                    <a:gd name="connsiteX6" fmla="*/ 3870 w 0"/>
                    <a:gd name="connsiteY6" fmla="*/ 9029 h 0"/>
                    <a:gd name="connsiteX7" fmla="*/ 3870 w 0"/>
                    <a:gd name="connsiteY7" fmla="*/ 902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>
                      <a:moveTo>
                        <a:pt x="3870" y="9029"/>
                      </a:moveTo>
                      <a:cubicBezTo>
                        <a:pt x="1612" y="9029"/>
                        <a:pt x="0" y="7417"/>
                        <a:pt x="0" y="5160"/>
                      </a:cubicBezTo>
                      <a:cubicBezTo>
                        <a:pt x="0" y="2902"/>
                        <a:pt x="1612" y="967"/>
                        <a:pt x="3870" y="967"/>
                      </a:cubicBezTo>
                      <a:cubicBezTo>
                        <a:pt x="8707" y="645"/>
                        <a:pt x="13221" y="323"/>
                        <a:pt x="17091" y="0"/>
                      </a:cubicBezTo>
                      <a:cubicBezTo>
                        <a:pt x="19348" y="0"/>
                        <a:pt x="21283" y="1612"/>
                        <a:pt x="21283" y="3870"/>
                      </a:cubicBezTo>
                      <a:cubicBezTo>
                        <a:pt x="21605" y="6127"/>
                        <a:pt x="19670" y="8062"/>
                        <a:pt x="17413" y="8062"/>
                      </a:cubicBezTo>
                      <a:cubicBezTo>
                        <a:pt x="13544" y="8384"/>
                        <a:pt x="9029" y="8707"/>
                        <a:pt x="3870" y="9029"/>
                      </a:cubicBezTo>
                      <a:cubicBezTo>
                        <a:pt x="3870" y="9029"/>
                        <a:pt x="3870" y="9029"/>
                        <a:pt x="3870" y="9029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Freeform: Shape 187">
                  <a:extLst>
                    <a:ext uri="{FF2B5EF4-FFF2-40B4-BE49-F238E27FC236}">
                      <a16:creationId xmlns:a16="http://schemas.microsoft.com/office/drawing/2014/main" id="{5D17749C-FF72-1E7F-58B1-B60E48422EF6}"/>
                    </a:ext>
                  </a:extLst>
                </p:cNvPr>
                <p:cNvSpPr/>
                <p:nvPr/>
              </p:nvSpPr>
              <p:spPr>
                <a:xfrm>
                  <a:off x="4430352" y="2715278"/>
                  <a:ext cx="1128626" cy="677176"/>
                </a:xfrm>
                <a:custGeom>
                  <a:avLst/>
                  <a:gdLst>
                    <a:gd name="connsiteX0" fmla="*/ 476966 w 1128626"/>
                    <a:gd name="connsiteY0" fmla="*/ 678386 h 677176"/>
                    <a:gd name="connsiteX1" fmla="*/ 475354 w 1128626"/>
                    <a:gd name="connsiteY1" fmla="*/ 678063 h 677176"/>
                    <a:gd name="connsiteX2" fmla="*/ 474064 w 1128626"/>
                    <a:gd name="connsiteY2" fmla="*/ 677418 h 677176"/>
                    <a:gd name="connsiteX3" fmla="*/ 463100 w 1128626"/>
                    <a:gd name="connsiteY3" fmla="*/ 670969 h 677176"/>
                    <a:gd name="connsiteX4" fmla="*/ 452781 w 1128626"/>
                    <a:gd name="connsiteY4" fmla="*/ 665487 h 677176"/>
                    <a:gd name="connsiteX5" fmla="*/ 449879 w 1128626"/>
                    <a:gd name="connsiteY5" fmla="*/ 660650 h 677176"/>
                    <a:gd name="connsiteX6" fmla="*/ 454716 w 1128626"/>
                    <a:gd name="connsiteY6" fmla="*/ 657748 h 677176"/>
                    <a:gd name="connsiteX7" fmla="*/ 467615 w 1128626"/>
                    <a:gd name="connsiteY7" fmla="*/ 664520 h 677176"/>
                    <a:gd name="connsiteX8" fmla="*/ 476966 w 1128626"/>
                    <a:gd name="connsiteY8" fmla="*/ 670324 h 677176"/>
                    <a:gd name="connsiteX9" fmla="*/ 478256 w 1128626"/>
                    <a:gd name="connsiteY9" fmla="*/ 670969 h 677176"/>
                    <a:gd name="connsiteX10" fmla="*/ 480191 w 1128626"/>
                    <a:gd name="connsiteY10" fmla="*/ 676128 h 677176"/>
                    <a:gd name="connsiteX11" fmla="*/ 476966 w 1128626"/>
                    <a:gd name="connsiteY11" fmla="*/ 678386 h 677176"/>
                    <a:gd name="connsiteX12" fmla="*/ 512760 w 1128626"/>
                    <a:gd name="connsiteY12" fmla="*/ 672903 h 677176"/>
                    <a:gd name="connsiteX13" fmla="*/ 508890 w 1128626"/>
                    <a:gd name="connsiteY13" fmla="*/ 670324 h 677176"/>
                    <a:gd name="connsiteX14" fmla="*/ 511148 w 1128626"/>
                    <a:gd name="connsiteY14" fmla="*/ 665164 h 677176"/>
                    <a:gd name="connsiteX15" fmla="*/ 525981 w 1128626"/>
                    <a:gd name="connsiteY15" fmla="*/ 651621 h 677176"/>
                    <a:gd name="connsiteX16" fmla="*/ 529851 w 1128626"/>
                    <a:gd name="connsiteY16" fmla="*/ 647106 h 677176"/>
                    <a:gd name="connsiteX17" fmla="*/ 534043 w 1128626"/>
                    <a:gd name="connsiteY17" fmla="*/ 650654 h 677176"/>
                    <a:gd name="connsiteX18" fmla="*/ 534043 w 1128626"/>
                    <a:gd name="connsiteY18" fmla="*/ 651621 h 677176"/>
                    <a:gd name="connsiteX19" fmla="*/ 514050 w 1128626"/>
                    <a:gd name="connsiteY19" fmla="*/ 672581 h 677176"/>
                    <a:gd name="connsiteX20" fmla="*/ 512760 w 1128626"/>
                    <a:gd name="connsiteY20" fmla="*/ 672903 h 677176"/>
                    <a:gd name="connsiteX21" fmla="*/ 432789 w 1128626"/>
                    <a:gd name="connsiteY21" fmla="*/ 643559 h 677176"/>
                    <a:gd name="connsiteX22" fmla="*/ 428919 w 1128626"/>
                    <a:gd name="connsiteY22" fmla="*/ 640657 h 677176"/>
                    <a:gd name="connsiteX23" fmla="*/ 425050 w 1128626"/>
                    <a:gd name="connsiteY23" fmla="*/ 629693 h 677176"/>
                    <a:gd name="connsiteX24" fmla="*/ 417955 w 1128626"/>
                    <a:gd name="connsiteY24" fmla="*/ 619052 h 677176"/>
                    <a:gd name="connsiteX25" fmla="*/ 417633 w 1128626"/>
                    <a:gd name="connsiteY25" fmla="*/ 613248 h 677176"/>
                    <a:gd name="connsiteX26" fmla="*/ 423437 w 1128626"/>
                    <a:gd name="connsiteY26" fmla="*/ 612925 h 677176"/>
                    <a:gd name="connsiteX27" fmla="*/ 432466 w 1128626"/>
                    <a:gd name="connsiteY27" fmla="*/ 626469 h 677176"/>
                    <a:gd name="connsiteX28" fmla="*/ 436981 w 1128626"/>
                    <a:gd name="connsiteY28" fmla="*/ 638400 h 677176"/>
                    <a:gd name="connsiteX29" fmla="*/ 434079 w 1128626"/>
                    <a:gd name="connsiteY29" fmla="*/ 643237 h 677176"/>
                    <a:gd name="connsiteX30" fmla="*/ 432789 w 1128626"/>
                    <a:gd name="connsiteY30" fmla="*/ 643559 h 677176"/>
                    <a:gd name="connsiteX31" fmla="*/ 518564 w 1128626"/>
                    <a:gd name="connsiteY31" fmla="*/ 621632 h 677176"/>
                    <a:gd name="connsiteX32" fmla="*/ 515985 w 1128626"/>
                    <a:gd name="connsiteY32" fmla="*/ 620664 h 677176"/>
                    <a:gd name="connsiteX33" fmla="*/ 515662 w 1128626"/>
                    <a:gd name="connsiteY33" fmla="*/ 614860 h 677176"/>
                    <a:gd name="connsiteX34" fmla="*/ 524046 w 1128626"/>
                    <a:gd name="connsiteY34" fmla="*/ 609700 h 677176"/>
                    <a:gd name="connsiteX35" fmla="*/ 540814 w 1128626"/>
                    <a:gd name="connsiteY35" fmla="*/ 602606 h 677176"/>
                    <a:gd name="connsiteX36" fmla="*/ 546296 w 1128626"/>
                    <a:gd name="connsiteY36" fmla="*/ 604541 h 677176"/>
                    <a:gd name="connsiteX37" fmla="*/ 544361 w 1128626"/>
                    <a:gd name="connsiteY37" fmla="*/ 610023 h 677176"/>
                    <a:gd name="connsiteX38" fmla="*/ 526626 w 1128626"/>
                    <a:gd name="connsiteY38" fmla="*/ 617439 h 677176"/>
                    <a:gd name="connsiteX39" fmla="*/ 521467 w 1128626"/>
                    <a:gd name="connsiteY39" fmla="*/ 620342 h 677176"/>
                    <a:gd name="connsiteX40" fmla="*/ 518564 w 1128626"/>
                    <a:gd name="connsiteY40" fmla="*/ 621632 h 677176"/>
                    <a:gd name="connsiteX41" fmla="*/ 385064 w 1128626"/>
                    <a:gd name="connsiteY41" fmla="*/ 610668 h 677176"/>
                    <a:gd name="connsiteX42" fmla="*/ 383774 w 1128626"/>
                    <a:gd name="connsiteY42" fmla="*/ 610345 h 677176"/>
                    <a:gd name="connsiteX43" fmla="*/ 377325 w 1128626"/>
                    <a:gd name="connsiteY43" fmla="*/ 607443 h 677176"/>
                    <a:gd name="connsiteX44" fmla="*/ 359912 w 1128626"/>
                    <a:gd name="connsiteY44" fmla="*/ 596157 h 677176"/>
                    <a:gd name="connsiteX45" fmla="*/ 359267 w 1128626"/>
                    <a:gd name="connsiteY45" fmla="*/ 590353 h 677176"/>
                    <a:gd name="connsiteX46" fmla="*/ 365071 w 1128626"/>
                    <a:gd name="connsiteY46" fmla="*/ 589708 h 677176"/>
                    <a:gd name="connsiteX47" fmla="*/ 381194 w 1128626"/>
                    <a:gd name="connsiteY47" fmla="*/ 600349 h 677176"/>
                    <a:gd name="connsiteX48" fmla="*/ 386999 w 1128626"/>
                    <a:gd name="connsiteY48" fmla="*/ 602929 h 677176"/>
                    <a:gd name="connsiteX49" fmla="*/ 389256 w 1128626"/>
                    <a:gd name="connsiteY49" fmla="*/ 608088 h 677176"/>
                    <a:gd name="connsiteX50" fmla="*/ 385064 w 1128626"/>
                    <a:gd name="connsiteY50" fmla="*/ 610668 h 677176"/>
                    <a:gd name="connsiteX51" fmla="*/ 568224 w 1128626"/>
                    <a:gd name="connsiteY51" fmla="*/ 587450 h 677176"/>
                    <a:gd name="connsiteX52" fmla="*/ 564354 w 1128626"/>
                    <a:gd name="connsiteY52" fmla="*/ 584548 h 677176"/>
                    <a:gd name="connsiteX53" fmla="*/ 563709 w 1128626"/>
                    <a:gd name="connsiteY53" fmla="*/ 581968 h 677176"/>
                    <a:gd name="connsiteX54" fmla="*/ 560485 w 1128626"/>
                    <a:gd name="connsiteY54" fmla="*/ 563910 h 677176"/>
                    <a:gd name="connsiteX55" fmla="*/ 561130 w 1128626"/>
                    <a:gd name="connsiteY55" fmla="*/ 556494 h 677176"/>
                    <a:gd name="connsiteX56" fmla="*/ 565644 w 1128626"/>
                    <a:gd name="connsiteY56" fmla="*/ 553269 h 677176"/>
                    <a:gd name="connsiteX57" fmla="*/ 568869 w 1128626"/>
                    <a:gd name="connsiteY57" fmla="*/ 557784 h 677176"/>
                    <a:gd name="connsiteX58" fmla="*/ 568224 w 1128626"/>
                    <a:gd name="connsiteY58" fmla="*/ 563910 h 677176"/>
                    <a:gd name="connsiteX59" fmla="*/ 571126 w 1128626"/>
                    <a:gd name="connsiteY59" fmla="*/ 579711 h 677176"/>
                    <a:gd name="connsiteX60" fmla="*/ 571771 w 1128626"/>
                    <a:gd name="connsiteY60" fmla="*/ 582291 h 677176"/>
                    <a:gd name="connsiteX61" fmla="*/ 568869 w 1128626"/>
                    <a:gd name="connsiteY61" fmla="*/ 587128 h 677176"/>
                    <a:gd name="connsiteX62" fmla="*/ 568224 w 1128626"/>
                    <a:gd name="connsiteY62" fmla="*/ 587450 h 677176"/>
                    <a:gd name="connsiteX63" fmla="*/ 335727 w 1128626"/>
                    <a:gd name="connsiteY63" fmla="*/ 571005 h 677176"/>
                    <a:gd name="connsiteX64" fmla="*/ 333147 w 1128626"/>
                    <a:gd name="connsiteY64" fmla="*/ 570037 h 677176"/>
                    <a:gd name="connsiteX65" fmla="*/ 330890 w 1128626"/>
                    <a:gd name="connsiteY65" fmla="*/ 568425 h 677176"/>
                    <a:gd name="connsiteX66" fmla="*/ 320571 w 1128626"/>
                    <a:gd name="connsiteY66" fmla="*/ 544885 h 677176"/>
                    <a:gd name="connsiteX67" fmla="*/ 320571 w 1128626"/>
                    <a:gd name="connsiteY67" fmla="*/ 544240 h 677176"/>
                    <a:gd name="connsiteX68" fmla="*/ 324118 w 1128626"/>
                    <a:gd name="connsiteY68" fmla="*/ 539726 h 677176"/>
                    <a:gd name="connsiteX69" fmla="*/ 328633 w 1128626"/>
                    <a:gd name="connsiteY69" fmla="*/ 543273 h 677176"/>
                    <a:gd name="connsiteX70" fmla="*/ 328633 w 1128626"/>
                    <a:gd name="connsiteY70" fmla="*/ 543918 h 677176"/>
                    <a:gd name="connsiteX71" fmla="*/ 335404 w 1128626"/>
                    <a:gd name="connsiteY71" fmla="*/ 561331 h 677176"/>
                    <a:gd name="connsiteX72" fmla="*/ 337984 w 1128626"/>
                    <a:gd name="connsiteY72" fmla="*/ 563265 h 677176"/>
                    <a:gd name="connsiteX73" fmla="*/ 338629 w 1128626"/>
                    <a:gd name="connsiteY73" fmla="*/ 569070 h 677176"/>
                    <a:gd name="connsiteX74" fmla="*/ 335727 w 1128626"/>
                    <a:gd name="connsiteY74" fmla="*/ 571005 h 677176"/>
                    <a:gd name="connsiteX75" fmla="*/ 700757 w 1128626"/>
                    <a:gd name="connsiteY75" fmla="*/ 559073 h 677176"/>
                    <a:gd name="connsiteX76" fmla="*/ 692373 w 1128626"/>
                    <a:gd name="connsiteY76" fmla="*/ 558429 h 677176"/>
                    <a:gd name="connsiteX77" fmla="*/ 689148 w 1128626"/>
                    <a:gd name="connsiteY77" fmla="*/ 553914 h 677176"/>
                    <a:gd name="connsiteX78" fmla="*/ 693663 w 1128626"/>
                    <a:gd name="connsiteY78" fmla="*/ 550689 h 677176"/>
                    <a:gd name="connsiteX79" fmla="*/ 718170 w 1128626"/>
                    <a:gd name="connsiteY79" fmla="*/ 548432 h 677176"/>
                    <a:gd name="connsiteX80" fmla="*/ 723007 w 1128626"/>
                    <a:gd name="connsiteY80" fmla="*/ 551334 h 677176"/>
                    <a:gd name="connsiteX81" fmla="*/ 720105 w 1128626"/>
                    <a:gd name="connsiteY81" fmla="*/ 556171 h 677176"/>
                    <a:gd name="connsiteX82" fmla="*/ 700757 w 1128626"/>
                    <a:gd name="connsiteY82" fmla="*/ 559073 h 677176"/>
                    <a:gd name="connsiteX83" fmla="*/ 752674 w 1128626"/>
                    <a:gd name="connsiteY83" fmla="*/ 540370 h 677176"/>
                    <a:gd name="connsiteX84" fmla="*/ 748804 w 1128626"/>
                    <a:gd name="connsiteY84" fmla="*/ 536823 h 677176"/>
                    <a:gd name="connsiteX85" fmla="*/ 752351 w 1128626"/>
                    <a:gd name="connsiteY85" fmla="*/ 532309 h 677176"/>
                    <a:gd name="connsiteX86" fmla="*/ 761703 w 1128626"/>
                    <a:gd name="connsiteY86" fmla="*/ 531664 h 677176"/>
                    <a:gd name="connsiteX87" fmla="*/ 774924 w 1128626"/>
                    <a:gd name="connsiteY87" fmla="*/ 526504 h 677176"/>
                    <a:gd name="connsiteX88" fmla="*/ 780728 w 1128626"/>
                    <a:gd name="connsiteY88" fmla="*/ 526827 h 677176"/>
                    <a:gd name="connsiteX89" fmla="*/ 780406 w 1128626"/>
                    <a:gd name="connsiteY89" fmla="*/ 532631 h 677176"/>
                    <a:gd name="connsiteX90" fmla="*/ 762025 w 1128626"/>
                    <a:gd name="connsiteY90" fmla="*/ 540048 h 677176"/>
                    <a:gd name="connsiteX91" fmla="*/ 752996 w 1128626"/>
                    <a:gd name="connsiteY91" fmla="*/ 540693 h 677176"/>
                    <a:gd name="connsiteX92" fmla="*/ 752674 w 1128626"/>
                    <a:gd name="connsiteY92" fmla="*/ 540370 h 677176"/>
                    <a:gd name="connsiteX93" fmla="*/ 681087 w 1128626"/>
                    <a:gd name="connsiteY93" fmla="*/ 530374 h 677176"/>
                    <a:gd name="connsiteX94" fmla="*/ 679474 w 1128626"/>
                    <a:gd name="connsiteY94" fmla="*/ 530052 h 677176"/>
                    <a:gd name="connsiteX95" fmla="*/ 677539 w 1128626"/>
                    <a:gd name="connsiteY95" fmla="*/ 524570 h 677176"/>
                    <a:gd name="connsiteX96" fmla="*/ 694630 w 1128626"/>
                    <a:gd name="connsiteY96" fmla="*/ 501997 h 677176"/>
                    <a:gd name="connsiteX97" fmla="*/ 700434 w 1128626"/>
                    <a:gd name="connsiteY97" fmla="*/ 502320 h 677176"/>
                    <a:gd name="connsiteX98" fmla="*/ 700112 w 1128626"/>
                    <a:gd name="connsiteY98" fmla="*/ 508124 h 677176"/>
                    <a:gd name="connsiteX99" fmla="*/ 684956 w 1128626"/>
                    <a:gd name="connsiteY99" fmla="*/ 527794 h 677176"/>
                    <a:gd name="connsiteX100" fmla="*/ 681087 w 1128626"/>
                    <a:gd name="connsiteY100" fmla="*/ 530374 h 677176"/>
                    <a:gd name="connsiteX101" fmla="*/ 581767 w 1128626"/>
                    <a:gd name="connsiteY101" fmla="*/ 528117 h 677176"/>
                    <a:gd name="connsiteX102" fmla="*/ 579510 w 1128626"/>
                    <a:gd name="connsiteY102" fmla="*/ 527472 h 677176"/>
                    <a:gd name="connsiteX103" fmla="*/ 578543 w 1128626"/>
                    <a:gd name="connsiteY103" fmla="*/ 521990 h 677176"/>
                    <a:gd name="connsiteX104" fmla="*/ 584670 w 1128626"/>
                    <a:gd name="connsiteY104" fmla="*/ 513928 h 677176"/>
                    <a:gd name="connsiteX105" fmla="*/ 593054 w 1128626"/>
                    <a:gd name="connsiteY105" fmla="*/ 501030 h 677176"/>
                    <a:gd name="connsiteX106" fmla="*/ 598213 w 1128626"/>
                    <a:gd name="connsiteY106" fmla="*/ 498450 h 677176"/>
                    <a:gd name="connsiteX107" fmla="*/ 600793 w 1128626"/>
                    <a:gd name="connsiteY107" fmla="*/ 503609 h 677176"/>
                    <a:gd name="connsiteX108" fmla="*/ 591119 w 1128626"/>
                    <a:gd name="connsiteY108" fmla="*/ 518765 h 677176"/>
                    <a:gd name="connsiteX109" fmla="*/ 585315 w 1128626"/>
                    <a:gd name="connsiteY109" fmla="*/ 526827 h 677176"/>
                    <a:gd name="connsiteX110" fmla="*/ 581767 w 1128626"/>
                    <a:gd name="connsiteY110" fmla="*/ 528117 h 677176"/>
                    <a:gd name="connsiteX111" fmla="*/ 306060 w 1128626"/>
                    <a:gd name="connsiteY111" fmla="*/ 523925 h 677176"/>
                    <a:gd name="connsiteX112" fmla="*/ 301223 w 1128626"/>
                    <a:gd name="connsiteY112" fmla="*/ 509736 h 677176"/>
                    <a:gd name="connsiteX113" fmla="*/ 299611 w 1128626"/>
                    <a:gd name="connsiteY113" fmla="*/ 499095 h 677176"/>
                    <a:gd name="connsiteX114" fmla="*/ 302191 w 1128626"/>
                    <a:gd name="connsiteY114" fmla="*/ 493936 h 677176"/>
                    <a:gd name="connsiteX115" fmla="*/ 307350 w 1128626"/>
                    <a:gd name="connsiteY115" fmla="*/ 496515 h 677176"/>
                    <a:gd name="connsiteX116" fmla="*/ 309285 w 1128626"/>
                    <a:gd name="connsiteY116" fmla="*/ 509736 h 677176"/>
                    <a:gd name="connsiteX117" fmla="*/ 309285 w 1128626"/>
                    <a:gd name="connsiteY117" fmla="*/ 512316 h 677176"/>
                    <a:gd name="connsiteX118" fmla="*/ 311542 w 1128626"/>
                    <a:gd name="connsiteY118" fmla="*/ 513283 h 677176"/>
                    <a:gd name="connsiteX119" fmla="*/ 311864 w 1128626"/>
                    <a:gd name="connsiteY119" fmla="*/ 519088 h 677176"/>
                    <a:gd name="connsiteX120" fmla="*/ 310575 w 1128626"/>
                    <a:gd name="connsiteY120" fmla="*/ 520700 h 677176"/>
                    <a:gd name="connsiteX121" fmla="*/ 306060 w 1128626"/>
                    <a:gd name="connsiteY121" fmla="*/ 523925 h 677176"/>
                    <a:gd name="connsiteX122" fmla="*/ 737840 w 1128626"/>
                    <a:gd name="connsiteY122" fmla="*/ 511349 h 677176"/>
                    <a:gd name="connsiteX123" fmla="*/ 730101 w 1128626"/>
                    <a:gd name="connsiteY123" fmla="*/ 510704 h 677176"/>
                    <a:gd name="connsiteX124" fmla="*/ 726876 w 1128626"/>
                    <a:gd name="connsiteY124" fmla="*/ 505867 h 677176"/>
                    <a:gd name="connsiteX125" fmla="*/ 731714 w 1128626"/>
                    <a:gd name="connsiteY125" fmla="*/ 502642 h 677176"/>
                    <a:gd name="connsiteX126" fmla="*/ 737840 w 1128626"/>
                    <a:gd name="connsiteY126" fmla="*/ 503287 h 677176"/>
                    <a:gd name="connsiteX127" fmla="*/ 744935 w 1128626"/>
                    <a:gd name="connsiteY127" fmla="*/ 502642 h 677176"/>
                    <a:gd name="connsiteX128" fmla="*/ 743645 w 1128626"/>
                    <a:gd name="connsiteY128" fmla="*/ 498450 h 677176"/>
                    <a:gd name="connsiteX129" fmla="*/ 745902 w 1128626"/>
                    <a:gd name="connsiteY129" fmla="*/ 493291 h 677176"/>
                    <a:gd name="connsiteX130" fmla="*/ 751061 w 1128626"/>
                    <a:gd name="connsiteY130" fmla="*/ 495548 h 677176"/>
                    <a:gd name="connsiteX131" fmla="*/ 752996 w 1128626"/>
                    <a:gd name="connsiteY131" fmla="*/ 502965 h 677176"/>
                    <a:gd name="connsiteX132" fmla="*/ 737840 w 1128626"/>
                    <a:gd name="connsiteY132" fmla="*/ 511349 h 677176"/>
                    <a:gd name="connsiteX133" fmla="*/ 789435 w 1128626"/>
                    <a:gd name="connsiteY133" fmla="*/ 498772 h 677176"/>
                    <a:gd name="connsiteX134" fmla="*/ 788790 w 1128626"/>
                    <a:gd name="connsiteY134" fmla="*/ 498772 h 677176"/>
                    <a:gd name="connsiteX135" fmla="*/ 785565 w 1128626"/>
                    <a:gd name="connsiteY135" fmla="*/ 494258 h 677176"/>
                    <a:gd name="connsiteX136" fmla="*/ 796206 w 1128626"/>
                    <a:gd name="connsiteY136" fmla="*/ 467171 h 677176"/>
                    <a:gd name="connsiteX137" fmla="*/ 802011 w 1128626"/>
                    <a:gd name="connsiteY137" fmla="*/ 467494 h 677176"/>
                    <a:gd name="connsiteX138" fmla="*/ 801688 w 1128626"/>
                    <a:gd name="connsiteY138" fmla="*/ 473298 h 677176"/>
                    <a:gd name="connsiteX139" fmla="*/ 793627 w 1128626"/>
                    <a:gd name="connsiteY139" fmla="*/ 495870 h 677176"/>
                    <a:gd name="connsiteX140" fmla="*/ 789435 w 1128626"/>
                    <a:gd name="connsiteY140" fmla="*/ 498772 h 677176"/>
                    <a:gd name="connsiteX141" fmla="*/ 922613 w 1128626"/>
                    <a:gd name="connsiteY141" fmla="*/ 491033 h 677176"/>
                    <a:gd name="connsiteX142" fmla="*/ 922613 w 1128626"/>
                    <a:gd name="connsiteY142" fmla="*/ 491033 h 677176"/>
                    <a:gd name="connsiteX143" fmla="*/ 895848 w 1128626"/>
                    <a:gd name="connsiteY143" fmla="*/ 481037 h 677176"/>
                    <a:gd name="connsiteX144" fmla="*/ 894558 w 1128626"/>
                    <a:gd name="connsiteY144" fmla="*/ 475555 h 677176"/>
                    <a:gd name="connsiteX145" fmla="*/ 900040 w 1128626"/>
                    <a:gd name="connsiteY145" fmla="*/ 474265 h 677176"/>
                    <a:gd name="connsiteX146" fmla="*/ 922935 w 1128626"/>
                    <a:gd name="connsiteY146" fmla="*/ 483294 h 677176"/>
                    <a:gd name="connsiteX147" fmla="*/ 926805 w 1128626"/>
                    <a:gd name="connsiteY147" fmla="*/ 487486 h 677176"/>
                    <a:gd name="connsiteX148" fmla="*/ 922613 w 1128626"/>
                    <a:gd name="connsiteY148" fmla="*/ 491033 h 677176"/>
                    <a:gd name="connsiteX149" fmla="*/ 274459 w 1128626"/>
                    <a:gd name="connsiteY149" fmla="*/ 479425 h 677176"/>
                    <a:gd name="connsiteX150" fmla="*/ 271556 w 1128626"/>
                    <a:gd name="connsiteY150" fmla="*/ 478457 h 677176"/>
                    <a:gd name="connsiteX151" fmla="*/ 263172 w 1128626"/>
                    <a:gd name="connsiteY151" fmla="*/ 461689 h 677176"/>
                    <a:gd name="connsiteX152" fmla="*/ 265430 w 1128626"/>
                    <a:gd name="connsiteY152" fmla="*/ 450080 h 677176"/>
                    <a:gd name="connsiteX153" fmla="*/ 270589 w 1128626"/>
                    <a:gd name="connsiteY153" fmla="*/ 447501 h 677176"/>
                    <a:gd name="connsiteX154" fmla="*/ 273169 w 1128626"/>
                    <a:gd name="connsiteY154" fmla="*/ 452660 h 677176"/>
                    <a:gd name="connsiteX155" fmla="*/ 271234 w 1128626"/>
                    <a:gd name="connsiteY155" fmla="*/ 461689 h 677176"/>
                    <a:gd name="connsiteX156" fmla="*/ 277038 w 1128626"/>
                    <a:gd name="connsiteY156" fmla="*/ 472653 h 677176"/>
                    <a:gd name="connsiteX157" fmla="*/ 277361 w 1128626"/>
                    <a:gd name="connsiteY157" fmla="*/ 478457 h 677176"/>
                    <a:gd name="connsiteX158" fmla="*/ 274459 w 1128626"/>
                    <a:gd name="connsiteY158" fmla="*/ 479425 h 677176"/>
                    <a:gd name="connsiteX159" fmla="*/ 835547 w 1128626"/>
                    <a:gd name="connsiteY159" fmla="*/ 476522 h 677176"/>
                    <a:gd name="connsiteX160" fmla="*/ 834902 w 1128626"/>
                    <a:gd name="connsiteY160" fmla="*/ 472330 h 677176"/>
                    <a:gd name="connsiteX161" fmla="*/ 835225 w 1128626"/>
                    <a:gd name="connsiteY161" fmla="*/ 468461 h 677176"/>
                    <a:gd name="connsiteX162" fmla="*/ 835225 w 1128626"/>
                    <a:gd name="connsiteY162" fmla="*/ 468461 h 677176"/>
                    <a:gd name="connsiteX163" fmla="*/ 851025 w 1128626"/>
                    <a:gd name="connsiteY163" fmla="*/ 467494 h 677176"/>
                    <a:gd name="connsiteX164" fmla="*/ 861344 w 1128626"/>
                    <a:gd name="connsiteY164" fmla="*/ 466848 h 677176"/>
                    <a:gd name="connsiteX165" fmla="*/ 865536 w 1128626"/>
                    <a:gd name="connsiteY165" fmla="*/ 470718 h 677176"/>
                    <a:gd name="connsiteX166" fmla="*/ 861667 w 1128626"/>
                    <a:gd name="connsiteY166" fmla="*/ 474910 h 677176"/>
                    <a:gd name="connsiteX167" fmla="*/ 851670 w 1128626"/>
                    <a:gd name="connsiteY167" fmla="*/ 475555 h 677176"/>
                    <a:gd name="connsiteX168" fmla="*/ 835547 w 1128626"/>
                    <a:gd name="connsiteY168" fmla="*/ 476522 h 677176"/>
                    <a:gd name="connsiteX169" fmla="*/ 577898 w 1128626"/>
                    <a:gd name="connsiteY169" fmla="*/ 475555 h 677176"/>
                    <a:gd name="connsiteX170" fmla="*/ 574351 w 1128626"/>
                    <a:gd name="connsiteY170" fmla="*/ 473298 h 677176"/>
                    <a:gd name="connsiteX171" fmla="*/ 569836 w 1128626"/>
                    <a:gd name="connsiteY171" fmla="*/ 446533 h 677176"/>
                    <a:gd name="connsiteX172" fmla="*/ 569836 w 1128626"/>
                    <a:gd name="connsiteY172" fmla="*/ 445243 h 677176"/>
                    <a:gd name="connsiteX173" fmla="*/ 573706 w 1128626"/>
                    <a:gd name="connsiteY173" fmla="*/ 441051 h 677176"/>
                    <a:gd name="connsiteX174" fmla="*/ 577898 w 1128626"/>
                    <a:gd name="connsiteY174" fmla="*/ 444921 h 677176"/>
                    <a:gd name="connsiteX175" fmla="*/ 577898 w 1128626"/>
                    <a:gd name="connsiteY175" fmla="*/ 446211 h 677176"/>
                    <a:gd name="connsiteX176" fmla="*/ 581445 w 1128626"/>
                    <a:gd name="connsiteY176" fmla="*/ 469106 h 677176"/>
                    <a:gd name="connsiteX177" fmla="*/ 579833 w 1128626"/>
                    <a:gd name="connsiteY177" fmla="*/ 474588 h 677176"/>
                    <a:gd name="connsiteX178" fmla="*/ 577898 w 1128626"/>
                    <a:gd name="connsiteY178" fmla="*/ 475555 h 677176"/>
                    <a:gd name="connsiteX179" fmla="*/ 740098 w 1128626"/>
                    <a:gd name="connsiteY179" fmla="*/ 464269 h 677176"/>
                    <a:gd name="connsiteX180" fmla="*/ 736228 w 1128626"/>
                    <a:gd name="connsiteY180" fmla="*/ 461689 h 677176"/>
                    <a:gd name="connsiteX181" fmla="*/ 735583 w 1128626"/>
                    <a:gd name="connsiteY181" fmla="*/ 459754 h 677176"/>
                    <a:gd name="connsiteX182" fmla="*/ 731069 w 1128626"/>
                    <a:gd name="connsiteY182" fmla="*/ 444599 h 677176"/>
                    <a:gd name="connsiteX183" fmla="*/ 730746 w 1128626"/>
                    <a:gd name="connsiteY183" fmla="*/ 440084 h 677176"/>
                    <a:gd name="connsiteX184" fmla="*/ 732036 w 1128626"/>
                    <a:gd name="connsiteY184" fmla="*/ 432990 h 677176"/>
                    <a:gd name="connsiteX185" fmla="*/ 737195 w 1128626"/>
                    <a:gd name="connsiteY185" fmla="*/ 430733 h 677176"/>
                    <a:gd name="connsiteX186" fmla="*/ 739453 w 1128626"/>
                    <a:gd name="connsiteY186" fmla="*/ 435892 h 677176"/>
                    <a:gd name="connsiteX187" fmla="*/ 738808 w 1128626"/>
                    <a:gd name="connsiteY187" fmla="*/ 440084 h 677176"/>
                    <a:gd name="connsiteX188" fmla="*/ 739130 w 1128626"/>
                    <a:gd name="connsiteY188" fmla="*/ 443309 h 677176"/>
                    <a:gd name="connsiteX189" fmla="*/ 743000 w 1128626"/>
                    <a:gd name="connsiteY189" fmla="*/ 456530 h 677176"/>
                    <a:gd name="connsiteX190" fmla="*/ 743645 w 1128626"/>
                    <a:gd name="connsiteY190" fmla="*/ 458464 h 677176"/>
                    <a:gd name="connsiteX191" fmla="*/ 741387 w 1128626"/>
                    <a:gd name="connsiteY191" fmla="*/ 463624 h 677176"/>
                    <a:gd name="connsiteX192" fmla="*/ 740098 w 1128626"/>
                    <a:gd name="connsiteY192" fmla="*/ 464269 h 677176"/>
                    <a:gd name="connsiteX193" fmla="*/ 937768 w 1128626"/>
                    <a:gd name="connsiteY193" fmla="*/ 463301 h 677176"/>
                    <a:gd name="connsiteX194" fmla="*/ 933899 w 1128626"/>
                    <a:gd name="connsiteY194" fmla="*/ 460077 h 677176"/>
                    <a:gd name="connsiteX195" fmla="*/ 932931 w 1128626"/>
                    <a:gd name="connsiteY195" fmla="*/ 455240 h 677176"/>
                    <a:gd name="connsiteX196" fmla="*/ 931319 w 1128626"/>
                    <a:gd name="connsiteY196" fmla="*/ 444599 h 677176"/>
                    <a:gd name="connsiteX197" fmla="*/ 931319 w 1128626"/>
                    <a:gd name="connsiteY197" fmla="*/ 442986 h 677176"/>
                    <a:gd name="connsiteX198" fmla="*/ 936801 w 1128626"/>
                    <a:gd name="connsiteY198" fmla="*/ 431377 h 677176"/>
                    <a:gd name="connsiteX199" fmla="*/ 942605 w 1128626"/>
                    <a:gd name="connsiteY199" fmla="*/ 431700 h 677176"/>
                    <a:gd name="connsiteX200" fmla="*/ 942283 w 1128626"/>
                    <a:gd name="connsiteY200" fmla="*/ 437504 h 677176"/>
                    <a:gd name="connsiteX201" fmla="*/ 939381 w 1128626"/>
                    <a:gd name="connsiteY201" fmla="*/ 443309 h 677176"/>
                    <a:gd name="connsiteX202" fmla="*/ 939381 w 1128626"/>
                    <a:gd name="connsiteY202" fmla="*/ 443953 h 677176"/>
                    <a:gd name="connsiteX203" fmla="*/ 940993 w 1128626"/>
                    <a:gd name="connsiteY203" fmla="*/ 453950 h 677176"/>
                    <a:gd name="connsiteX204" fmla="*/ 941960 w 1128626"/>
                    <a:gd name="connsiteY204" fmla="*/ 458787 h 677176"/>
                    <a:gd name="connsiteX205" fmla="*/ 938736 w 1128626"/>
                    <a:gd name="connsiteY205" fmla="*/ 463301 h 677176"/>
                    <a:gd name="connsiteX206" fmla="*/ 937768 w 1128626"/>
                    <a:gd name="connsiteY206" fmla="*/ 463301 h 677176"/>
                    <a:gd name="connsiteX207" fmla="*/ 265107 w 1128626"/>
                    <a:gd name="connsiteY207" fmla="*/ 421059 h 677176"/>
                    <a:gd name="connsiteX208" fmla="*/ 262205 w 1128626"/>
                    <a:gd name="connsiteY208" fmla="*/ 419769 h 677176"/>
                    <a:gd name="connsiteX209" fmla="*/ 245114 w 1128626"/>
                    <a:gd name="connsiteY209" fmla="*/ 407193 h 677176"/>
                    <a:gd name="connsiteX210" fmla="*/ 241567 w 1128626"/>
                    <a:gd name="connsiteY210" fmla="*/ 405258 h 677176"/>
                    <a:gd name="connsiteX211" fmla="*/ 239955 w 1128626"/>
                    <a:gd name="connsiteY211" fmla="*/ 399776 h 677176"/>
                    <a:gd name="connsiteX212" fmla="*/ 245437 w 1128626"/>
                    <a:gd name="connsiteY212" fmla="*/ 398164 h 677176"/>
                    <a:gd name="connsiteX213" fmla="*/ 249306 w 1128626"/>
                    <a:gd name="connsiteY213" fmla="*/ 400421 h 677176"/>
                    <a:gd name="connsiteX214" fmla="*/ 268009 w 1128626"/>
                    <a:gd name="connsiteY214" fmla="*/ 414287 h 677176"/>
                    <a:gd name="connsiteX215" fmla="*/ 268009 w 1128626"/>
                    <a:gd name="connsiteY215" fmla="*/ 420091 h 677176"/>
                    <a:gd name="connsiteX216" fmla="*/ 265107 w 1128626"/>
                    <a:gd name="connsiteY216" fmla="*/ 421059 h 677176"/>
                    <a:gd name="connsiteX217" fmla="*/ 969370 w 1128626"/>
                    <a:gd name="connsiteY217" fmla="*/ 418801 h 677176"/>
                    <a:gd name="connsiteX218" fmla="*/ 968080 w 1128626"/>
                    <a:gd name="connsiteY218" fmla="*/ 418479 h 677176"/>
                    <a:gd name="connsiteX219" fmla="*/ 965500 w 1128626"/>
                    <a:gd name="connsiteY219" fmla="*/ 413319 h 677176"/>
                    <a:gd name="connsiteX220" fmla="*/ 966468 w 1128626"/>
                    <a:gd name="connsiteY220" fmla="*/ 408482 h 677176"/>
                    <a:gd name="connsiteX221" fmla="*/ 964211 w 1128626"/>
                    <a:gd name="connsiteY221" fmla="*/ 402355 h 677176"/>
                    <a:gd name="connsiteX222" fmla="*/ 959051 w 1128626"/>
                    <a:gd name="connsiteY222" fmla="*/ 390747 h 677176"/>
                    <a:gd name="connsiteX223" fmla="*/ 961953 w 1128626"/>
                    <a:gd name="connsiteY223" fmla="*/ 385910 h 677176"/>
                    <a:gd name="connsiteX224" fmla="*/ 966790 w 1128626"/>
                    <a:gd name="connsiteY224" fmla="*/ 388812 h 677176"/>
                    <a:gd name="connsiteX225" fmla="*/ 970337 w 1128626"/>
                    <a:gd name="connsiteY225" fmla="*/ 396874 h 677176"/>
                    <a:gd name="connsiteX226" fmla="*/ 974529 w 1128626"/>
                    <a:gd name="connsiteY226" fmla="*/ 408160 h 677176"/>
                    <a:gd name="connsiteX227" fmla="*/ 973239 w 1128626"/>
                    <a:gd name="connsiteY227" fmla="*/ 415899 h 677176"/>
                    <a:gd name="connsiteX228" fmla="*/ 969370 w 1128626"/>
                    <a:gd name="connsiteY228" fmla="*/ 418801 h 677176"/>
                    <a:gd name="connsiteX229" fmla="*/ 571126 w 1128626"/>
                    <a:gd name="connsiteY229" fmla="*/ 412352 h 677176"/>
                    <a:gd name="connsiteX230" fmla="*/ 567256 w 1128626"/>
                    <a:gd name="connsiteY230" fmla="*/ 408805 h 677176"/>
                    <a:gd name="connsiteX231" fmla="*/ 565644 w 1128626"/>
                    <a:gd name="connsiteY231" fmla="*/ 386555 h 677176"/>
                    <a:gd name="connsiteX232" fmla="*/ 565967 w 1128626"/>
                    <a:gd name="connsiteY232" fmla="*/ 381395 h 677176"/>
                    <a:gd name="connsiteX233" fmla="*/ 570159 w 1128626"/>
                    <a:gd name="connsiteY233" fmla="*/ 377848 h 677176"/>
                    <a:gd name="connsiteX234" fmla="*/ 573706 w 1128626"/>
                    <a:gd name="connsiteY234" fmla="*/ 382040 h 677176"/>
                    <a:gd name="connsiteX235" fmla="*/ 573383 w 1128626"/>
                    <a:gd name="connsiteY235" fmla="*/ 386555 h 677176"/>
                    <a:gd name="connsiteX236" fmla="*/ 574673 w 1128626"/>
                    <a:gd name="connsiteY236" fmla="*/ 407837 h 677176"/>
                    <a:gd name="connsiteX237" fmla="*/ 571126 w 1128626"/>
                    <a:gd name="connsiteY237" fmla="*/ 412352 h 677176"/>
                    <a:gd name="connsiteX238" fmla="*/ 571126 w 1128626"/>
                    <a:gd name="connsiteY238" fmla="*/ 412352 h 677176"/>
                    <a:gd name="connsiteX239" fmla="*/ 208031 w 1128626"/>
                    <a:gd name="connsiteY239" fmla="*/ 407837 h 677176"/>
                    <a:gd name="connsiteX240" fmla="*/ 188038 w 1128626"/>
                    <a:gd name="connsiteY240" fmla="*/ 407837 h 677176"/>
                    <a:gd name="connsiteX241" fmla="*/ 181266 w 1128626"/>
                    <a:gd name="connsiteY241" fmla="*/ 407837 h 677176"/>
                    <a:gd name="connsiteX242" fmla="*/ 177397 w 1128626"/>
                    <a:gd name="connsiteY242" fmla="*/ 403645 h 677176"/>
                    <a:gd name="connsiteX243" fmla="*/ 181589 w 1128626"/>
                    <a:gd name="connsiteY243" fmla="*/ 399776 h 677176"/>
                    <a:gd name="connsiteX244" fmla="*/ 188038 w 1128626"/>
                    <a:gd name="connsiteY244" fmla="*/ 399776 h 677176"/>
                    <a:gd name="connsiteX245" fmla="*/ 208031 w 1128626"/>
                    <a:gd name="connsiteY245" fmla="*/ 399776 h 677176"/>
                    <a:gd name="connsiteX246" fmla="*/ 212223 w 1128626"/>
                    <a:gd name="connsiteY246" fmla="*/ 403968 h 677176"/>
                    <a:gd name="connsiteX247" fmla="*/ 208031 w 1128626"/>
                    <a:gd name="connsiteY247" fmla="*/ 407837 h 677176"/>
                    <a:gd name="connsiteX248" fmla="*/ 749449 w 1128626"/>
                    <a:gd name="connsiteY248" fmla="*/ 404613 h 677176"/>
                    <a:gd name="connsiteX249" fmla="*/ 749127 w 1128626"/>
                    <a:gd name="connsiteY249" fmla="*/ 404613 h 677176"/>
                    <a:gd name="connsiteX250" fmla="*/ 745579 w 1128626"/>
                    <a:gd name="connsiteY250" fmla="*/ 400098 h 677176"/>
                    <a:gd name="connsiteX251" fmla="*/ 746224 w 1128626"/>
                    <a:gd name="connsiteY251" fmla="*/ 388167 h 677176"/>
                    <a:gd name="connsiteX252" fmla="*/ 744935 w 1128626"/>
                    <a:gd name="connsiteY252" fmla="*/ 374623 h 677176"/>
                    <a:gd name="connsiteX253" fmla="*/ 748159 w 1128626"/>
                    <a:gd name="connsiteY253" fmla="*/ 369786 h 677176"/>
                    <a:gd name="connsiteX254" fmla="*/ 752996 w 1128626"/>
                    <a:gd name="connsiteY254" fmla="*/ 373011 h 677176"/>
                    <a:gd name="connsiteX255" fmla="*/ 754286 w 1128626"/>
                    <a:gd name="connsiteY255" fmla="*/ 388167 h 677176"/>
                    <a:gd name="connsiteX256" fmla="*/ 753641 w 1128626"/>
                    <a:gd name="connsiteY256" fmla="*/ 401066 h 677176"/>
                    <a:gd name="connsiteX257" fmla="*/ 749449 w 1128626"/>
                    <a:gd name="connsiteY257" fmla="*/ 404613 h 677176"/>
                    <a:gd name="connsiteX258" fmla="*/ 151277 w 1128626"/>
                    <a:gd name="connsiteY258" fmla="*/ 388167 h 677176"/>
                    <a:gd name="connsiteX259" fmla="*/ 148375 w 1128626"/>
                    <a:gd name="connsiteY259" fmla="*/ 386877 h 677176"/>
                    <a:gd name="connsiteX260" fmla="*/ 147085 w 1128626"/>
                    <a:gd name="connsiteY260" fmla="*/ 385587 h 677176"/>
                    <a:gd name="connsiteX261" fmla="*/ 128382 w 1128626"/>
                    <a:gd name="connsiteY261" fmla="*/ 372689 h 677176"/>
                    <a:gd name="connsiteX262" fmla="*/ 125802 w 1128626"/>
                    <a:gd name="connsiteY262" fmla="*/ 367529 h 677176"/>
                    <a:gd name="connsiteX263" fmla="*/ 130962 w 1128626"/>
                    <a:gd name="connsiteY263" fmla="*/ 364950 h 677176"/>
                    <a:gd name="connsiteX264" fmla="*/ 152889 w 1128626"/>
                    <a:gd name="connsiteY264" fmla="*/ 379783 h 677176"/>
                    <a:gd name="connsiteX265" fmla="*/ 153857 w 1128626"/>
                    <a:gd name="connsiteY265" fmla="*/ 381073 h 677176"/>
                    <a:gd name="connsiteX266" fmla="*/ 153857 w 1128626"/>
                    <a:gd name="connsiteY266" fmla="*/ 386877 h 677176"/>
                    <a:gd name="connsiteX267" fmla="*/ 151277 w 1128626"/>
                    <a:gd name="connsiteY267" fmla="*/ 388167 h 677176"/>
                    <a:gd name="connsiteX268" fmla="*/ 667221 w 1128626"/>
                    <a:gd name="connsiteY268" fmla="*/ 379461 h 677176"/>
                    <a:gd name="connsiteX269" fmla="*/ 666253 w 1128626"/>
                    <a:gd name="connsiteY269" fmla="*/ 379461 h 677176"/>
                    <a:gd name="connsiteX270" fmla="*/ 652065 w 1128626"/>
                    <a:gd name="connsiteY270" fmla="*/ 361725 h 677176"/>
                    <a:gd name="connsiteX271" fmla="*/ 651742 w 1128626"/>
                    <a:gd name="connsiteY271" fmla="*/ 358500 h 677176"/>
                    <a:gd name="connsiteX272" fmla="*/ 652387 w 1128626"/>
                    <a:gd name="connsiteY272" fmla="*/ 353341 h 677176"/>
                    <a:gd name="connsiteX273" fmla="*/ 657224 w 1128626"/>
                    <a:gd name="connsiteY273" fmla="*/ 350116 h 677176"/>
                    <a:gd name="connsiteX274" fmla="*/ 660449 w 1128626"/>
                    <a:gd name="connsiteY274" fmla="*/ 354953 h 677176"/>
                    <a:gd name="connsiteX275" fmla="*/ 660126 w 1128626"/>
                    <a:gd name="connsiteY275" fmla="*/ 358500 h 677176"/>
                    <a:gd name="connsiteX276" fmla="*/ 660126 w 1128626"/>
                    <a:gd name="connsiteY276" fmla="*/ 359790 h 677176"/>
                    <a:gd name="connsiteX277" fmla="*/ 668833 w 1128626"/>
                    <a:gd name="connsiteY277" fmla="*/ 371721 h 677176"/>
                    <a:gd name="connsiteX278" fmla="*/ 671735 w 1128626"/>
                    <a:gd name="connsiteY278" fmla="*/ 376558 h 677176"/>
                    <a:gd name="connsiteX279" fmla="*/ 667221 w 1128626"/>
                    <a:gd name="connsiteY279" fmla="*/ 379461 h 677176"/>
                    <a:gd name="connsiteX280" fmla="*/ 704304 w 1128626"/>
                    <a:gd name="connsiteY280" fmla="*/ 377848 h 677176"/>
                    <a:gd name="connsiteX281" fmla="*/ 700434 w 1128626"/>
                    <a:gd name="connsiteY281" fmla="*/ 374946 h 677176"/>
                    <a:gd name="connsiteX282" fmla="*/ 703014 w 1128626"/>
                    <a:gd name="connsiteY282" fmla="*/ 369786 h 677176"/>
                    <a:gd name="connsiteX283" fmla="*/ 710753 w 1128626"/>
                    <a:gd name="connsiteY283" fmla="*/ 366562 h 677176"/>
                    <a:gd name="connsiteX284" fmla="*/ 712043 w 1128626"/>
                    <a:gd name="connsiteY284" fmla="*/ 365917 h 677176"/>
                    <a:gd name="connsiteX285" fmla="*/ 720750 w 1128626"/>
                    <a:gd name="connsiteY285" fmla="*/ 359145 h 677176"/>
                    <a:gd name="connsiteX286" fmla="*/ 724297 w 1128626"/>
                    <a:gd name="connsiteY286" fmla="*/ 356243 h 677176"/>
                    <a:gd name="connsiteX287" fmla="*/ 730101 w 1128626"/>
                    <a:gd name="connsiteY287" fmla="*/ 356566 h 677176"/>
                    <a:gd name="connsiteX288" fmla="*/ 729779 w 1128626"/>
                    <a:gd name="connsiteY288" fmla="*/ 362370 h 677176"/>
                    <a:gd name="connsiteX289" fmla="*/ 726554 w 1128626"/>
                    <a:gd name="connsiteY289" fmla="*/ 365272 h 677176"/>
                    <a:gd name="connsiteX290" fmla="*/ 715590 w 1128626"/>
                    <a:gd name="connsiteY290" fmla="*/ 373334 h 677176"/>
                    <a:gd name="connsiteX291" fmla="*/ 714300 w 1128626"/>
                    <a:gd name="connsiteY291" fmla="*/ 373979 h 677176"/>
                    <a:gd name="connsiteX292" fmla="*/ 705916 w 1128626"/>
                    <a:gd name="connsiteY292" fmla="*/ 377203 h 677176"/>
                    <a:gd name="connsiteX293" fmla="*/ 704304 w 1128626"/>
                    <a:gd name="connsiteY293" fmla="*/ 377848 h 677176"/>
                    <a:gd name="connsiteX294" fmla="*/ 938736 w 1128626"/>
                    <a:gd name="connsiteY294" fmla="*/ 373979 h 677176"/>
                    <a:gd name="connsiteX295" fmla="*/ 936479 w 1128626"/>
                    <a:gd name="connsiteY295" fmla="*/ 373334 h 677176"/>
                    <a:gd name="connsiteX296" fmla="*/ 924547 w 1128626"/>
                    <a:gd name="connsiteY296" fmla="*/ 348504 h 677176"/>
                    <a:gd name="connsiteX297" fmla="*/ 924547 w 1128626"/>
                    <a:gd name="connsiteY297" fmla="*/ 346247 h 677176"/>
                    <a:gd name="connsiteX298" fmla="*/ 928739 w 1128626"/>
                    <a:gd name="connsiteY298" fmla="*/ 342377 h 677176"/>
                    <a:gd name="connsiteX299" fmla="*/ 932609 w 1128626"/>
                    <a:gd name="connsiteY299" fmla="*/ 346569 h 677176"/>
                    <a:gd name="connsiteX300" fmla="*/ 932609 w 1128626"/>
                    <a:gd name="connsiteY300" fmla="*/ 348504 h 677176"/>
                    <a:gd name="connsiteX301" fmla="*/ 940993 w 1128626"/>
                    <a:gd name="connsiteY301" fmla="*/ 366562 h 677176"/>
                    <a:gd name="connsiteX302" fmla="*/ 941960 w 1128626"/>
                    <a:gd name="connsiteY302" fmla="*/ 372044 h 677176"/>
                    <a:gd name="connsiteX303" fmla="*/ 938736 w 1128626"/>
                    <a:gd name="connsiteY303" fmla="*/ 373979 h 677176"/>
                    <a:gd name="connsiteX304" fmla="*/ 83559 w 1128626"/>
                    <a:gd name="connsiteY304" fmla="*/ 365595 h 677176"/>
                    <a:gd name="connsiteX305" fmla="*/ 65824 w 1128626"/>
                    <a:gd name="connsiteY305" fmla="*/ 363660 h 677176"/>
                    <a:gd name="connsiteX306" fmla="*/ 62599 w 1128626"/>
                    <a:gd name="connsiteY306" fmla="*/ 358823 h 677176"/>
                    <a:gd name="connsiteX307" fmla="*/ 67436 w 1128626"/>
                    <a:gd name="connsiteY307" fmla="*/ 355598 h 677176"/>
                    <a:gd name="connsiteX308" fmla="*/ 83237 w 1128626"/>
                    <a:gd name="connsiteY308" fmla="*/ 357533 h 677176"/>
                    <a:gd name="connsiteX309" fmla="*/ 89041 w 1128626"/>
                    <a:gd name="connsiteY309" fmla="*/ 357210 h 677176"/>
                    <a:gd name="connsiteX310" fmla="*/ 92911 w 1128626"/>
                    <a:gd name="connsiteY310" fmla="*/ 357210 h 677176"/>
                    <a:gd name="connsiteX311" fmla="*/ 97103 w 1128626"/>
                    <a:gd name="connsiteY311" fmla="*/ 361080 h 677176"/>
                    <a:gd name="connsiteX312" fmla="*/ 93233 w 1128626"/>
                    <a:gd name="connsiteY312" fmla="*/ 365272 h 677176"/>
                    <a:gd name="connsiteX313" fmla="*/ 89686 w 1128626"/>
                    <a:gd name="connsiteY313" fmla="*/ 365272 h 677176"/>
                    <a:gd name="connsiteX314" fmla="*/ 83559 w 1128626"/>
                    <a:gd name="connsiteY314" fmla="*/ 365595 h 677176"/>
                    <a:gd name="connsiteX315" fmla="*/ 83559 w 1128626"/>
                    <a:gd name="connsiteY315" fmla="*/ 365595 h 677176"/>
                    <a:gd name="connsiteX316" fmla="*/ 26806 w 1128626"/>
                    <a:gd name="connsiteY316" fmla="*/ 360435 h 677176"/>
                    <a:gd name="connsiteX317" fmla="*/ 15842 w 1128626"/>
                    <a:gd name="connsiteY317" fmla="*/ 357855 h 677176"/>
                    <a:gd name="connsiteX318" fmla="*/ 3588 w 1128626"/>
                    <a:gd name="connsiteY318" fmla="*/ 354953 h 677176"/>
                    <a:gd name="connsiteX319" fmla="*/ 41 w 1128626"/>
                    <a:gd name="connsiteY319" fmla="*/ 350439 h 677176"/>
                    <a:gd name="connsiteX320" fmla="*/ 4556 w 1128626"/>
                    <a:gd name="connsiteY320" fmla="*/ 346891 h 677176"/>
                    <a:gd name="connsiteX321" fmla="*/ 19389 w 1128626"/>
                    <a:gd name="connsiteY321" fmla="*/ 350761 h 677176"/>
                    <a:gd name="connsiteX322" fmla="*/ 29385 w 1128626"/>
                    <a:gd name="connsiteY322" fmla="*/ 352374 h 677176"/>
                    <a:gd name="connsiteX323" fmla="*/ 33900 w 1128626"/>
                    <a:gd name="connsiteY323" fmla="*/ 355921 h 677176"/>
                    <a:gd name="connsiteX324" fmla="*/ 30353 w 1128626"/>
                    <a:gd name="connsiteY324" fmla="*/ 360435 h 677176"/>
                    <a:gd name="connsiteX325" fmla="*/ 26806 w 1128626"/>
                    <a:gd name="connsiteY325" fmla="*/ 360435 h 677176"/>
                    <a:gd name="connsiteX326" fmla="*/ 579833 w 1128626"/>
                    <a:gd name="connsiteY326" fmla="*/ 349794 h 677176"/>
                    <a:gd name="connsiteX327" fmla="*/ 578220 w 1128626"/>
                    <a:gd name="connsiteY327" fmla="*/ 349471 h 677176"/>
                    <a:gd name="connsiteX328" fmla="*/ 576286 w 1128626"/>
                    <a:gd name="connsiteY328" fmla="*/ 343989 h 677176"/>
                    <a:gd name="connsiteX329" fmla="*/ 579833 w 1128626"/>
                    <a:gd name="connsiteY329" fmla="*/ 337218 h 677176"/>
                    <a:gd name="connsiteX330" fmla="*/ 580477 w 1128626"/>
                    <a:gd name="connsiteY330" fmla="*/ 332703 h 677176"/>
                    <a:gd name="connsiteX331" fmla="*/ 589829 w 1128626"/>
                    <a:gd name="connsiteY331" fmla="*/ 318192 h 677176"/>
                    <a:gd name="connsiteX332" fmla="*/ 589829 w 1128626"/>
                    <a:gd name="connsiteY332" fmla="*/ 322384 h 677176"/>
                    <a:gd name="connsiteX333" fmla="*/ 589507 w 1128626"/>
                    <a:gd name="connsiteY333" fmla="*/ 326254 h 677176"/>
                    <a:gd name="connsiteX334" fmla="*/ 590152 w 1128626"/>
                    <a:gd name="connsiteY334" fmla="*/ 325931 h 677176"/>
                    <a:gd name="connsiteX335" fmla="*/ 588217 w 1128626"/>
                    <a:gd name="connsiteY335" fmla="*/ 333671 h 677176"/>
                    <a:gd name="connsiteX336" fmla="*/ 586282 w 1128626"/>
                    <a:gd name="connsiteY336" fmla="*/ 341410 h 677176"/>
                    <a:gd name="connsiteX337" fmla="*/ 583380 w 1128626"/>
                    <a:gd name="connsiteY337" fmla="*/ 347214 h 677176"/>
                    <a:gd name="connsiteX338" fmla="*/ 579833 w 1128626"/>
                    <a:gd name="connsiteY338" fmla="*/ 349794 h 677176"/>
                    <a:gd name="connsiteX339" fmla="*/ 609499 w 1128626"/>
                    <a:gd name="connsiteY339" fmla="*/ 348181 h 677176"/>
                    <a:gd name="connsiteX340" fmla="*/ 605630 w 1128626"/>
                    <a:gd name="connsiteY340" fmla="*/ 345602 h 677176"/>
                    <a:gd name="connsiteX341" fmla="*/ 608209 w 1128626"/>
                    <a:gd name="connsiteY341" fmla="*/ 340442 h 677176"/>
                    <a:gd name="connsiteX342" fmla="*/ 610144 w 1128626"/>
                    <a:gd name="connsiteY342" fmla="*/ 339797 h 677176"/>
                    <a:gd name="connsiteX343" fmla="*/ 630137 w 1128626"/>
                    <a:gd name="connsiteY343" fmla="*/ 328189 h 677176"/>
                    <a:gd name="connsiteX344" fmla="*/ 635941 w 1128626"/>
                    <a:gd name="connsiteY344" fmla="*/ 328511 h 677176"/>
                    <a:gd name="connsiteX345" fmla="*/ 635619 w 1128626"/>
                    <a:gd name="connsiteY345" fmla="*/ 334315 h 677176"/>
                    <a:gd name="connsiteX346" fmla="*/ 613046 w 1128626"/>
                    <a:gd name="connsiteY346" fmla="*/ 347537 h 677176"/>
                    <a:gd name="connsiteX347" fmla="*/ 611112 w 1128626"/>
                    <a:gd name="connsiteY347" fmla="*/ 348181 h 677176"/>
                    <a:gd name="connsiteX348" fmla="*/ 609499 w 1128626"/>
                    <a:gd name="connsiteY348" fmla="*/ 348181 h 677176"/>
                    <a:gd name="connsiteX349" fmla="*/ 667866 w 1128626"/>
                    <a:gd name="connsiteY349" fmla="*/ 322707 h 677176"/>
                    <a:gd name="connsiteX350" fmla="*/ 667221 w 1128626"/>
                    <a:gd name="connsiteY350" fmla="*/ 322707 h 677176"/>
                    <a:gd name="connsiteX351" fmla="*/ 663996 w 1128626"/>
                    <a:gd name="connsiteY351" fmla="*/ 317870 h 677176"/>
                    <a:gd name="connsiteX352" fmla="*/ 664641 w 1128626"/>
                    <a:gd name="connsiteY352" fmla="*/ 312065 h 677176"/>
                    <a:gd name="connsiteX353" fmla="*/ 664318 w 1128626"/>
                    <a:gd name="connsiteY353" fmla="*/ 308196 h 677176"/>
                    <a:gd name="connsiteX354" fmla="*/ 663028 w 1128626"/>
                    <a:gd name="connsiteY354" fmla="*/ 304649 h 677176"/>
                    <a:gd name="connsiteX355" fmla="*/ 661094 w 1128626"/>
                    <a:gd name="connsiteY355" fmla="*/ 306261 h 677176"/>
                    <a:gd name="connsiteX356" fmla="*/ 655289 w 1128626"/>
                    <a:gd name="connsiteY356" fmla="*/ 306261 h 677176"/>
                    <a:gd name="connsiteX357" fmla="*/ 655289 w 1128626"/>
                    <a:gd name="connsiteY357" fmla="*/ 300457 h 677176"/>
                    <a:gd name="connsiteX358" fmla="*/ 663351 w 1128626"/>
                    <a:gd name="connsiteY358" fmla="*/ 295942 h 677176"/>
                    <a:gd name="connsiteX359" fmla="*/ 672057 w 1128626"/>
                    <a:gd name="connsiteY359" fmla="*/ 305939 h 677176"/>
                    <a:gd name="connsiteX360" fmla="*/ 672702 w 1128626"/>
                    <a:gd name="connsiteY360" fmla="*/ 312065 h 677176"/>
                    <a:gd name="connsiteX361" fmla="*/ 672057 w 1128626"/>
                    <a:gd name="connsiteY361" fmla="*/ 319159 h 677176"/>
                    <a:gd name="connsiteX362" fmla="*/ 667866 w 1128626"/>
                    <a:gd name="connsiteY362" fmla="*/ 322707 h 677176"/>
                    <a:gd name="connsiteX363" fmla="*/ 941316 w 1128626"/>
                    <a:gd name="connsiteY363" fmla="*/ 315613 h 677176"/>
                    <a:gd name="connsiteX364" fmla="*/ 938736 w 1128626"/>
                    <a:gd name="connsiteY364" fmla="*/ 314645 h 677176"/>
                    <a:gd name="connsiteX365" fmla="*/ 938091 w 1128626"/>
                    <a:gd name="connsiteY365" fmla="*/ 308841 h 677176"/>
                    <a:gd name="connsiteX366" fmla="*/ 959051 w 1128626"/>
                    <a:gd name="connsiteY366" fmla="*/ 298844 h 677176"/>
                    <a:gd name="connsiteX367" fmla="*/ 964855 w 1128626"/>
                    <a:gd name="connsiteY367" fmla="*/ 298844 h 677176"/>
                    <a:gd name="connsiteX368" fmla="*/ 969048 w 1128626"/>
                    <a:gd name="connsiteY368" fmla="*/ 302714 h 677176"/>
                    <a:gd name="connsiteX369" fmla="*/ 965178 w 1128626"/>
                    <a:gd name="connsiteY369" fmla="*/ 306906 h 677176"/>
                    <a:gd name="connsiteX370" fmla="*/ 958729 w 1128626"/>
                    <a:gd name="connsiteY370" fmla="*/ 306906 h 677176"/>
                    <a:gd name="connsiteX371" fmla="*/ 943895 w 1128626"/>
                    <a:gd name="connsiteY371" fmla="*/ 314000 h 677176"/>
                    <a:gd name="connsiteX372" fmla="*/ 941316 w 1128626"/>
                    <a:gd name="connsiteY372" fmla="*/ 315613 h 677176"/>
                    <a:gd name="connsiteX373" fmla="*/ 1002584 w 1128626"/>
                    <a:gd name="connsiteY373" fmla="*/ 301102 h 677176"/>
                    <a:gd name="connsiteX374" fmla="*/ 998714 w 1128626"/>
                    <a:gd name="connsiteY374" fmla="*/ 298199 h 677176"/>
                    <a:gd name="connsiteX375" fmla="*/ 1001616 w 1128626"/>
                    <a:gd name="connsiteY375" fmla="*/ 293362 h 677176"/>
                    <a:gd name="connsiteX376" fmla="*/ 1008066 w 1128626"/>
                    <a:gd name="connsiteY376" fmla="*/ 291428 h 677176"/>
                    <a:gd name="connsiteX377" fmla="*/ 1014193 w 1128626"/>
                    <a:gd name="connsiteY377" fmla="*/ 279496 h 677176"/>
                    <a:gd name="connsiteX378" fmla="*/ 1018062 w 1128626"/>
                    <a:gd name="connsiteY378" fmla="*/ 275304 h 677176"/>
                    <a:gd name="connsiteX379" fmla="*/ 1018062 w 1128626"/>
                    <a:gd name="connsiteY379" fmla="*/ 275304 h 677176"/>
                    <a:gd name="connsiteX380" fmla="*/ 1021932 w 1128626"/>
                    <a:gd name="connsiteY380" fmla="*/ 279174 h 677176"/>
                    <a:gd name="connsiteX381" fmla="*/ 1010323 w 1128626"/>
                    <a:gd name="connsiteY381" fmla="*/ 299167 h 677176"/>
                    <a:gd name="connsiteX382" fmla="*/ 1003551 w 1128626"/>
                    <a:gd name="connsiteY382" fmla="*/ 301424 h 677176"/>
                    <a:gd name="connsiteX383" fmla="*/ 1002584 w 1128626"/>
                    <a:gd name="connsiteY383" fmla="*/ 301102 h 677176"/>
                    <a:gd name="connsiteX384" fmla="*/ 918098 w 1128626"/>
                    <a:gd name="connsiteY384" fmla="*/ 271757 h 677176"/>
                    <a:gd name="connsiteX385" fmla="*/ 914229 w 1128626"/>
                    <a:gd name="connsiteY385" fmla="*/ 268210 h 677176"/>
                    <a:gd name="connsiteX386" fmla="*/ 917776 w 1128626"/>
                    <a:gd name="connsiteY386" fmla="*/ 263696 h 677176"/>
                    <a:gd name="connsiteX387" fmla="*/ 941638 w 1128626"/>
                    <a:gd name="connsiteY387" fmla="*/ 255634 h 677176"/>
                    <a:gd name="connsiteX388" fmla="*/ 947120 w 1128626"/>
                    <a:gd name="connsiteY388" fmla="*/ 257246 h 677176"/>
                    <a:gd name="connsiteX389" fmla="*/ 945508 w 1128626"/>
                    <a:gd name="connsiteY389" fmla="*/ 262728 h 677176"/>
                    <a:gd name="connsiteX390" fmla="*/ 918743 w 1128626"/>
                    <a:gd name="connsiteY390" fmla="*/ 271757 h 677176"/>
                    <a:gd name="connsiteX391" fmla="*/ 918098 w 1128626"/>
                    <a:gd name="connsiteY391" fmla="*/ 271757 h 677176"/>
                    <a:gd name="connsiteX392" fmla="*/ 885852 w 1128626"/>
                    <a:gd name="connsiteY392" fmla="*/ 256601 h 677176"/>
                    <a:gd name="connsiteX393" fmla="*/ 882627 w 1128626"/>
                    <a:gd name="connsiteY393" fmla="*/ 254667 h 677176"/>
                    <a:gd name="connsiteX394" fmla="*/ 872308 w 1128626"/>
                    <a:gd name="connsiteY394" fmla="*/ 228547 h 677176"/>
                    <a:gd name="connsiteX395" fmla="*/ 875210 w 1128626"/>
                    <a:gd name="connsiteY395" fmla="*/ 223710 h 677176"/>
                    <a:gd name="connsiteX396" fmla="*/ 880047 w 1128626"/>
                    <a:gd name="connsiteY396" fmla="*/ 226612 h 677176"/>
                    <a:gd name="connsiteX397" fmla="*/ 889076 w 1128626"/>
                    <a:gd name="connsiteY397" fmla="*/ 250152 h 677176"/>
                    <a:gd name="connsiteX398" fmla="*/ 888109 w 1128626"/>
                    <a:gd name="connsiteY398" fmla="*/ 255634 h 677176"/>
                    <a:gd name="connsiteX399" fmla="*/ 885852 w 1128626"/>
                    <a:gd name="connsiteY399" fmla="*/ 256601 h 677176"/>
                    <a:gd name="connsiteX400" fmla="*/ 1004196 w 1128626"/>
                    <a:gd name="connsiteY400" fmla="*/ 250152 h 677176"/>
                    <a:gd name="connsiteX401" fmla="*/ 1002906 w 1128626"/>
                    <a:gd name="connsiteY401" fmla="*/ 249830 h 677176"/>
                    <a:gd name="connsiteX402" fmla="*/ 978399 w 1128626"/>
                    <a:gd name="connsiteY402" fmla="*/ 249507 h 677176"/>
                    <a:gd name="connsiteX403" fmla="*/ 973884 w 1128626"/>
                    <a:gd name="connsiteY403" fmla="*/ 246283 h 677176"/>
                    <a:gd name="connsiteX404" fmla="*/ 977109 w 1128626"/>
                    <a:gd name="connsiteY404" fmla="*/ 241768 h 677176"/>
                    <a:gd name="connsiteX405" fmla="*/ 1005486 w 1128626"/>
                    <a:gd name="connsiteY405" fmla="*/ 242413 h 677176"/>
                    <a:gd name="connsiteX406" fmla="*/ 1008066 w 1128626"/>
                    <a:gd name="connsiteY406" fmla="*/ 247572 h 677176"/>
                    <a:gd name="connsiteX407" fmla="*/ 1004196 w 1128626"/>
                    <a:gd name="connsiteY407" fmla="*/ 250152 h 677176"/>
                    <a:gd name="connsiteX408" fmla="*/ 873275 w 1128626"/>
                    <a:gd name="connsiteY408" fmla="*/ 194688 h 677176"/>
                    <a:gd name="connsiteX409" fmla="*/ 873275 w 1128626"/>
                    <a:gd name="connsiteY409" fmla="*/ 194688 h 677176"/>
                    <a:gd name="connsiteX410" fmla="*/ 869406 w 1128626"/>
                    <a:gd name="connsiteY410" fmla="*/ 190496 h 677176"/>
                    <a:gd name="connsiteX411" fmla="*/ 871341 w 1128626"/>
                    <a:gd name="connsiteY411" fmla="*/ 180500 h 677176"/>
                    <a:gd name="connsiteX412" fmla="*/ 871986 w 1128626"/>
                    <a:gd name="connsiteY412" fmla="*/ 175663 h 677176"/>
                    <a:gd name="connsiteX413" fmla="*/ 871986 w 1128626"/>
                    <a:gd name="connsiteY413" fmla="*/ 173405 h 677176"/>
                    <a:gd name="connsiteX414" fmla="*/ 874565 w 1128626"/>
                    <a:gd name="connsiteY414" fmla="*/ 162442 h 677176"/>
                    <a:gd name="connsiteX415" fmla="*/ 880047 w 1128626"/>
                    <a:gd name="connsiteY415" fmla="*/ 161152 h 677176"/>
                    <a:gd name="connsiteX416" fmla="*/ 881337 w 1128626"/>
                    <a:gd name="connsiteY416" fmla="*/ 166634 h 677176"/>
                    <a:gd name="connsiteX417" fmla="*/ 879725 w 1128626"/>
                    <a:gd name="connsiteY417" fmla="*/ 173405 h 677176"/>
                    <a:gd name="connsiteX418" fmla="*/ 879725 w 1128626"/>
                    <a:gd name="connsiteY418" fmla="*/ 175663 h 677176"/>
                    <a:gd name="connsiteX419" fmla="*/ 878435 w 1128626"/>
                    <a:gd name="connsiteY419" fmla="*/ 183724 h 677176"/>
                    <a:gd name="connsiteX420" fmla="*/ 877145 w 1128626"/>
                    <a:gd name="connsiteY420" fmla="*/ 191141 h 677176"/>
                    <a:gd name="connsiteX421" fmla="*/ 873275 w 1128626"/>
                    <a:gd name="connsiteY421" fmla="*/ 194688 h 677176"/>
                    <a:gd name="connsiteX422" fmla="*/ 910681 w 1128626"/>
                    <a:gd name="connsiteY422" fmla="*/ 152123 h 677176"/>
                    <a:gd name="connsiteX423" fmla="*/ 906812 w 1128626"/>
                    <a:gd name="connsiteY423" fmla="*/ 149543 h 677176"/>
                    <a:gd name="connsiteX424" fmla="*/ 909069 w 1128626"/>
                    <a:gd name="connsiteY424" fmla="*/ 144384 h 677176"/>
                    <a:gd name="connsiteX425" fmla="*/ 932931 w 1128626"/>
                    <a:gd name="connsiteY425" fmla="*/ 133420 h 677176"/>
                    <a:gd name="connsiteX426" fmla="*/ 938413 w 1128626"/>
                    <a:gd name="connsiteY426" fmla="*/ 135032 h 677176"/>
                    <a:gd name="connsiteX427" fmla="*/ 936801 w 1128626"/>
                    <a:gd name="connsiteY427" fmla="*/ 140514 h 677176"/>
                    <a:gd name="connsiteX428" fmla="*/ 911971 w 1128626"/>
                    <a:gd name="connsiteY428" fmla="*/ 151800 h 677176"/>
                    <a:gd name="connsiteX429" fmla="*/ 910681 w 1128626"/>
                    <a:gd name="connsiteY429" fmla="*/ 152123 h 677176"/>
                    <a:gd name="connsiteX430" fmla="*/ 967435 w 1128626"/>
                    <a:gd name="connsiteY430" fmla="*/ 122134 h 677176"/>
                    <a:gd name="connsiteX431" fmla="*/ 963888 w 1128626"/>
                    <a:gd name="connsiteY431" fmla="*/ 120199 h 677176"/>
                    <a:gd name="connsiteX432" fmla="*/ 965178 w 1128626"/>
                    <a:gd name="connsiteY432" fmla="*/ 114717 h 677176"/>
                    <a:gd name="connsiteX433" fmla="*/ 987105 w 1128626"/>
                    <a:gd name="connsiteY433" fmla="*/ 99561 h 677176"/>
                    <a:gd name="connsiteX434" fmla="*/ 992587 w 1128626"/>
                    <a:gd name="connsiteY434" fmla="*/ 100206 h 677176"/>
                    <a:gd name="connsiteX435" fmla="*/ 991942 w 1128626"/>
                    <a:gd name="connsiteY435" fmla="*/ 106010 h 677176"/>
                    <a:gd name="connsiteX436" fmla="*/ 969692 w 1128626"/>
                    <a:gd name="connsiteY436" fmla="*/ 121489 h 677176"/>
                    <a:gd name="connsiteX437" fmla="*/ 967435 w 1128626"/>
                    <a:gd name="connsiteY437" fmla="*/ 122134 h 677176"/>
                    <a:gd name="connsiteX438" fmla="*/ 1018385 w 1128626"/>
                    <a:gd name="connsiteY438" fmla="*/ 83115 h 677176"/>
                    <a:gd name="connsiteX439" fmla="*/ 1014837 w 1128626"/>
                    <a:gd name="connsiteY439" fmla="*/ 81180 h 677176"/>
                    <a:gd name="connsiteX440" fmla="*/ 1016127 w 1128626"/>
                    <a:gd name="connsiteY440" fmla="*/ 75699 h 677176"/>
                    <a:gd name="connsiteX441" fmla="*/ 1039990 w 1128626"/>
                    <a:gd name="connsiteY441" fmla="*/ 62800 h 677176"/>
                    <a:gd name="connsiteX442" fmla="*/ 1045472 w 1128626"/>
                    <a:gd name="connsiteY442" fmla="*/ 64735 h 677176"/>
                    <a:gd name="connsiteX443" fmla="*/ 1043537 w 1128626"/>
                    <a:gd name="connsiteY443" fmla="*/ 70217 h 677176"/>
                    <a:gd name="connsiteX444" fmla="*/ 1020319 w 1128626"/>
                    <a:gd name="connsiteY444" fmla="*/ 82793 h 677176"/>
                    <a:gd name="connsiteX445" fmla="*/ 1018385 w 1128626"/>
                    <a:gd name="connsiteY445" fmla="*/ 83115 h 677176"/>
                    <a:gd name="connsiteX446" fmla="*/ 1076106 w 1128626"/>
                    <a:gd name="connsiteY446" fmla="*/ 55383 h 677176"/>
                    <a:gd name="connsiteX447" fmla="*/ 1072236 w 1128626"/>
                    <a:gd name="connsiteY447" fmla="*/ 52804 h 677176"/>
                    <a:gd name="connsiteX448" fmla="*/ 1074494 w 1128626"/>
                    <a:gd name="connsiteY448" fmla="*/ 47644 h 677176"/>
                    <a:gd name="connsiteX449" fmla="*/ 1099323 w 1128626"/>
                    <a:gd name="connsiteY449" fmla="*/ 39905 h 677176"/>
                    <a:gd name="connsiteX450" fmla="*/ 1100291 w 1128626"/>
                    <a:gd name="connsiteY450" fmla="*/ 39583 h 677176"/>
                    <a:gd name="connsiteX451" fmla="*/ 1105128 w 1128626"/>
                    <a:gd name="connsiteY451" fmla="*/ 42485 h 677176"/>
                    <a:gd name="connsiteX452" fmla="*/ 1102225 w 1128626"/>
                    <a:gd name="connsiteY452" fmla="*/ 47322 h 677176"/>
                    <a:gd name="connsiteX453" fmla="*/ 1100936 w 1128626"/>
                    <a:gd name="connsiteY453" fmla="*/ 47644 h 677176"/>
                    <a:gd name="connsiteX454" fmla="*/ 1077073 w 1128626"/>
                    <a:gd name="connsiteY454" fmla="*/ 55061 h 677176"/>
                    <a:gd name="connsiteX455" fmla="*/ 1076106 w 1128626"/>
                    <a:gd name="connsiteY455" fmla="*/ 55383 h 677176"/>
                    <a:gd name="connsiteX456" fmla="*/ 1132537 w 1128626"/>
                    <a:gd name="connsiteY456" fmla="*/ 26684 h 677176"/>
                    <a:gd name="connsiteX457" fmla="*/ 1129635 w 1128626"/>
                    <a:gd name="connsiteY457" fmla="*/ 25394 h 677176"/>
                    <a:gd name="connsiteX458" fmla="*/ 1129957 w 1128626"/>
                    <a:gd name="connsiteY458" fmla="*/ 19590 h 677176"/>
                    <a:gd name="connsiteX459" fmla="*/ 1148983 w 1128626"/>
                    <a:gd name="connsiteY459" fmla="*/ 1209 h 677176"/>
                    <a:gd name="connsiteX460" fmla="*/ 1154787 w 1128626"/>
                    <a:gd name="connsiteY460" fmla="*/ 1209 h 677176"/>
                    <a:gd name="connsiteX461" fmla="*/ 1154787 w 1128626"/>
                    <a:gd name="connsiteY461" fmla="*/ 7014 h 677176"/>
                    <a:gd name="connsiteX462" fmla="*/ 1135439 w 1128626"/>
                    <a:gd name="connsiteY462" fmla="*/ 25717 h 677176"/>
                    <a:gd name="connsiteX463" fmla="*/ 1132537 w 1128626"/>
                    <a:gd name="connsiteY463" fmla="*/ 26684 h 677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</a:cxnLst>
                  <a:rect l="l" t="t" r="r" b="b"/>
                  <a:pathLst>
                    <a:path w="1128626" h="677176">
                      <a:moveTo>
                        <a:pt x="476966" y="678386"/>
                      </a:moveTo>
                      <a:cubicBezTo>
                        <a:pt x="476321" y="678386"/>
                        <a:pt x="475999" y="678386"/>
                        <a:pt x="475354" y="678063"/>
                      </a:cubicBezTo>
                      <a:lnTo>
                        <a:pt x="474064" y="677418"/>
                      </a:lnTo>
                      <a:cubicBezTo>
                        <a:pt x="469550" y="675483"/>
                        <a:pt x="466003" y="672903"/>
                        <a:pt x="463100" y="670969"/>
                      </a:cubicBezTo>
                      <a:cubicBezTo>
                        <a:pt x="459876" y="668712"/>
                        <a:pt x="456974" y="666454"/>
                        <a:pt x="452781" y="665487"/>
                      </a:cubicBezTo>
                      <a:cubicBezTo>
                        <a:pt x="450524" y="664842"/>
                        <a:pt x="449234" y="662585"/>
                        <a:pt x="449879" y="660650"/>
                      </a:cubicBezTo>
                      <a:cubicBezTo>
                        <a:pt x="450524" y="658393"/>
                        <a:pt x="452781" y="657103"/>
                        <a:pt x="454716" y="657748"/>
                      </a:cubicBezTo>
                      <a:cubicBezTo>
                        <a:pt x="460198" y="659360"/>
                        <a:pt x="464068" y="661940"/>
                        <a:pt x="467615" y="664520"/>
                      </a:cubicBezTo>
                      <a:cubicBezTo>
                        <a:pt x="470517" y="666454"/>
                        <a:pt x="473097" y="668389"/>
                        <a:pt x="476966" y="670324"/>
                      </a:cubicBezTo>
                      <a:lnTo>
                        <a:pt x="478256" y="670969"/>
                      </a:lnTo>
                      <a:cubicBezTo>
                        <a:pt x="480191" y="671936"/>
                        <a:pt x="481158" y="674193"/>
                        <a:pt x="480191" y="676128"/>
                      </a:cubicBezTo>
                      <a:cubicBezTo>
                        <a:pt x="480191" y="677741"/>
                        <a:pt x="478579" y="678386"/>
                        <a:pt x="476966" y="678386"/>
                      </a:cubicBezTo>
                      <a:close/>
                      <a:moveTo>
                        <a:pt x="512760" y="672903"/>
                      </a:moveTo>
                      <a:cubicBezTo>
                        <a:pt x="511148" y="672903"/>
                        <a:pt x="509535" y="671936"/>
                        <a:pt x="508890" y="670324"/>
                      </a:cubicBezTo>
                      <a:cubicBezTo>
                        <a:pt x="507923" y="668389"/>
                        <a:pt x="509213" y="665809"/>
                        <a:pt x="511148" y="665164"/>
                      </a:cubicBezTo>
                      <a:cubicBezTo>
                        <a:pt x="520822" y="661295"/>
                        <a:pt x="525981" y="656780"/>
                        <a:pt x="525981" y="651621"/>
                      </a:cubicBezTo>
                      <a:cubicBezTo>
                        <a:pt x="525981" y="649364"/>
                        <a:pt x="527593" y="647106"/>
                        <a:pt x="529851" y="647106"/>
                      </a:cubicBezTo>
                      <a:cubicBezTo>
                        <a:pt x="532108" y="647106"/>
                        <a:pt x="534043" y="648396"/>
                        <a:pt x="534043" y="650654"/>
                      </a:cubicBezTo>
                      <a:lnTo>
                        <a:pt x="534043" y="651621"/>
                      </a:lnTo>
                      <a:cubicBezTo>
                        <a:pt x="534043" y="660327"/>
                        <a:pt x="527271" y="667422"/>
                        <a:pt x="514050" y="672581"/>
                      </a:cubicBezTo>
                      <a:cubicBezTo>
                        <a:pt x="513727" y="672903"/>
                        <a:pt x="513082" y="672903"/>
                        <a:pt x="512760" y="672903"/>
                      </a:cubicBezTo>
                      <a:close/>
                      <a:moveTo>
                        <a:pt x="432789" y="643559"/>
                      </a:moveTo>
                      <a:cubicBezTo>
                        <a:pt x="431176" y="643559"/>
                        <a:pt x="429564" y="642269"/>
                        <a:pt x="428919" y="640657"/>
                      </a:cubicBezTo>
                      <a:cubicBezTo>
                        <a:pt x="427952" y="637110"/>
                        <a:pt x="426662" y="633563"/>
                        <a:pt x="425050" y="629693"/>
                      </a:cubicBezTo>
                      <a:cubicBezTo>
                        <a:pt x="422792" y="624856"/>
                        <a:pt x="420535" y="621309"/>
                        <a:pt x="417955" y="619052"/>
                      </a:cubicBezTo>
                      <a:cubicBezTo>
                        <a:pt x="416343" y="617439"/>
                        <a:pt x="416343" y="614860"/>
                        <a:pt x="417633" y="613248"/>
                      </a:cubicBezTo>
                      <a:cubicBezTo>
                        <a:pt x="419245" y="611635"/>
                        <a:pt x="421825" y="611635"/>
                        <a:pt x="423437" y="612925"/>
                      </a:cubicBezTo>
                      <a:cubicBezTo>
                        <a:pt x="426662" y="615827"/>
                        <a:pt x="429564" y="620342"/>
                        <a:pt x="432466" y="626469"/>
                      </a:cubicBezTo>
                      <a:cubicBezTo>
                        <a:pt x="434401" y="630661"/>
                        <a:pt x="435691" y="634530"/>
                        <a:pt x="436981" y="638400"/>
                      </a:cubicBezTo>
                      <a:cubicBezTo>
                        <a:pt x="437626" y="640657"/>
                        <a:pt x="436336" y="642914"/>
                        <a:pt x="434079" y="643237"/>
                      </a:cubicBezTo>
                      <a:cubicBezTo>
                        <a:pt x="433434" y="643559"/>
                        <a:pt x="433111" y="643559"/>
                        <a:pt x="432789" y="643559"/>
                      </a:cubicBezTo>
                      <a:close/>
                      <a:moveTo>
                        <a:pt x="518564" y="621632"/>
                      </a:moveTo>
                      <a:cubicBezTo>
                        <a:pt x="517597" y="621632"/>
                        <a:pt x="516629" y="621309"/>
                        <a:pt x="515985" y="620664"/>
                      </a:cubicBezTo>
                      <a:cubicBezTo>
                        <a:pt x="514372" y="619052"/>
                        <a:pt x="514372" y="616472"/>
                        <a:pt x="515662" y="614860"/>
                      </a:cubicBezTo>
                      <a:cubicBezTo>
                        <a:pt x="517597" y="612603"/>
                        <a:pt x="520499" y="610990"/>
                        <a:pt x="524046" y="609700"/>
                      </a:cubicBezTo>
                      <a:cubicBezTo>
                        <a:pt x="529528" y="607766"/>
                        <a:pt x="535333" y="605186"/>
                        <a:pt x="540814" y="602606"/>
                      </a:cubicBezTo>
                      <a:cubicBezTo>
                        <a:pt x="542749" y="601639"/>
                        <a:pt x="545329" y="602606"/>
                        <a:pt x="546296" y="604541"/>
                      </a:cubicBezTo>
                      <a:cubicBezTo>
                        <a:pt x="547264" y="606476"/>
                        <a:pt x="546296" y="609056"/>
                        <a:pt x="544361" y="610023"/>
                      </a:cubicBezTo>
                      <a:cubicBezTo>
                        <a:pt x="538557" y="612925"/>
                        <a:pt x="532753" y="615505"/>
                        <a:pt x="526626" y="617439"/>
                      </a:cubicBezTo>
                      <a:cubicBezTo>
                        <a:pt x="524046" y="618407"/>
                        <a:pt x="522434" y="619374"/>
                        <a:pt x="521467" y="620342"/>
                      </a:cubicBezTo>
                      <a:cubicBezTo>
                        <a:pt x="520822" y="620987"/>
                        <a:pt x="519532" y="621632"/>
                        <a:pt x="518564" y="621632"/>
                      </a:cubicBezTo>
                      <a:close/>
                      <a:moveTo>
                        <a:pt x="385064" y="610668"/>
                      </a:moveTo>
                      <a:cubicBezTo>
                        <a:pt x="384741" y="610668"/>
                        <a:pt x="384097" y="610668"/>
                        <a:pt x="383774" y="610345"/>
                      </a:cubicBezTo>
                      <a:cubicBezTo>
                        <a:pt x="381517" y="609378"/>
                        <a:pt x="379260" y="608411"/>
                        <a:pt x="377325" y="607443"/>
                      </a:cubicBezTo>
                      <a:cubicBezTo>
                        <a:pt x="370875" y="604219"/>
                        <a:pt x="365394" y="600349"/>
                        <a:pt x="359912" y="596157"/>
                      </a:cubicBezTo>
                      <a:cubicBezTo>
                        <a:pt x="358299" y="594867"/>
                        <a:pt x="357977" y="592287"/>
                        <a:pt x="359267" y="590353"/>
                      </a:cubicBezTo>
                      <a:cubicBezTo>
                        <a:pt x="360557" y="588740"/>
                        <a:pt x="363136" y="588418"/>
                        <a:pt x="365071" y="589708"/>
                      </a:cubicBezTo>
                      <a:cubicBezTo>
                        <a:pt x="369908" y="593577"/>
                        <a:pt x="375068" y="597124"/>
                        <a:pt x="381194" y="600349"/>
                      </a:cubicBezTo>
                      <a:cubicBezTo>
                        <a:pt x="383129" y="601316"/>
                        <a:pt x="385064" y="602284"/>
                        <a:pt x="386999" y="602929"/>
                      </a:cubicBezTo>
                      <a:cubicBezTo>
                        <a:pt x="388933" y="603573"/>
                        <a:pt x="390223" y="606153"/>
                        <a:pt x="389256" y="608088"/>
                      </a:cubicBezTo>
                      <a:cubicBezTo>
                        <a:pt x="388289" y="609700"/>
                        <a:pt x="386676" y="610668"/>
                        <a:pt x="385064" y="610668"/>
                      </a:cubicBezTo>
                      <a:close/>
                      <a:moveTo>
                        <a:pt x="568224" y="587450"/>
                      </a:moveTo>
                      <a:cubicBezTo>
                        <a:pt x="566289" y="587450"/>
                        <a:pt x="564677" y="586161"/>
                        <a:pt x="564354" y="584548"/>
                      </a:cubicBezTo>
                      <a:cubicBezTo>
                        <a:pt x="564032" y="583903"/>
                        <a:pt x="564032" y="582936"/>
                        <a:pt x="563709" y="581968"/>
                      </a:cubicBezTo>
                      <a:cubicBezTo>
                        <a:pt x="562420" y="577454"/>
                        <a:pt x="560485" y="571327"/>
                        <a:pt x="560485" y="563910"/>
                      </a:cubicBezTo>
                      <a:cubicBezTo>
                        <a:pt x="560485" y="561331"/>
                        <a:pt x="560807" y="558751"/>
                        <a:pt x="561130" y="556494"/>
                      </a:cubicBezTo>
                      <a:cubicBezTo>
                        <a:pt x="561452" y="554236"/>
                        <a:pt x="563709" y="552947"/>
                        <a:pt x="565644" y="553269"/>
                      </a:cubicBezTo>
                      <a:cubicBezTo>
                        <a:pt x="567901" y="553592"/>
                        <a:pt x="569191" y="555849"/>
                        <a:pt x="568869" y="557784"/>
                      </a:cubicBezTo>
                      <a:cubicBezTo>
                        <a:pt x="568546" y="559719"/>
                        <a:pt x="568224" y="561976"/>
                        <a:pt x="568224" y="563910"/>
                      </a:cubicBezTo>
                      <a:cubicBezTo>
                        <a:pt x="568224" y="570037"/>
                        <a:pt x="569836" y="575519"/>
                        <a:pt x="571126" y="579711"/>
                      </a:cubicBezTo>
                      <a:cubicBezTo>
                        <a:pt x="571449" y="580679"/>
                        <a:pt x="571771" y="581646"/>
                        <a:pt x="571771" y="582291"/>
                      </a:cubicBezTo>
                      <a:cubicBezTo>
                        <a:pt x="572416" y="584548"/>
                        <a:pt x="571126" y="586805"/>
                        <a:pt x="568869" y="587128"/>
                      </a:cubicBezTo>
                      <a:cubicBezTo>
                        <a:pt x="568869" y="587450"/>
                        <a:pt x="568546" y="587450"/>
                        <a:pt x="568224" y="587450"/>
                      </a:cubicBezTo>
                      <a:close/>
                      <a:moveTo>
                        <a:pt x="335727" y="571005"/>
                      </a:moveTo>
                      <a:cubicBezTo>
                        <a:pt x="334759" y="571005"/>
                        <a:pt x="333792" y="570682"/>
                        <a:pt x="333147" y="570037"/>
                      </a:cubicBezTo>
                      <a:cubicBezTo>
                        <a:pt x="332502" y="569392"/>
                        <a:pt x="331857" y="569070"/>
                        <a:pt x="330890" y="568425"/>
                      </a:cubicBezTo>
                      <a:cubicBezTo>
                        <a:pt x="322183" y="562298"/>
                        <a:pt x="321216" y="553592"/>
                        <a:pt x="320571" y="544885"/>
                      </a:cubicBezTo>
                      <a:lnTo>
                        <a:pt x="320571" y="544240"/>
                      </a:lnTo>
                      <a:cubicBezTo>
                        <a:pt x="320249" y="541983"/>
                        <a:pt x="322183" y="540048"/>
                        <a:pt x="324118" y="539726"/>
                      </a:cubicBezTo>
                      <a:cubicBezTo>
                        <a:pt x="326375" y="539403"/>
                        <a:pt x="328310" y="541338"/>
                        <a:pt x="328633" y="543273"/>
                      </a:cubicBezTo>
                      <a:lnTo>
                        <a:pt x="328633" y="543918"/>
                      </a:lnTo>
                      <a:cubicBezTo>
                        <a:pt x="329278" y="552947"/>
                        <a:pt x="329922" y="557461"/>
                        <a:pt x="335404" y="561331"/>
                      </a:cubicBezTo>
                      <a:cubicBezTo>
                        <a:pt x="336372" y="561976"/>
                        <a:pt x="337017" y="562621"/>
                        <a:pt x="337984" y="563265"/>
                      </a:cubicBezTo>
                      <a:cubicBezTo>
                        <a:pt x="339596" y="564555"/>
                        <a:pt x="339919" y="567135"/>
                        <a:pt x="338629" y="569070"/>
                      </a:cubicBezTo>
                      <a:cubicBezTo>
                        <a:pt x="337984" y="570360"/>
                        <a:pt x="336694" y="571005"/>
                        <a:pt x="335727" y="571005"/>
                      </a:cubicBezTo>
                      <a:close/>
                      <a:moveTo>
                        <a:pt x="700757" y="559073"/>
                      </a:moveTo>
                      <a:cubicBezTo>
                        <a:pt x="697855" y="559073"/>
                        <a:pt x="694953" y="558751"/>
                        <a:pt x="692373" y="558429"/>
                      </a:cubicBezTo>
                      <a:cubicBezTo>
                        <a:pt x="690116" y="558106"/>
                        <a:pt x="688826" y="555849"/>
                        <a:pt x="689148" y="553914"/>
                      </a:cubicBezTo>
                      <a:cubicBezTo>
                        <a:pt x="689471" y="551657"/>
                        <a:pt x="691728" y="550367"/>
                        <a:pt x="693663" y="550689"/>
                      </a:cubicBezTo>
                      <a:cubicBezTo>
                        <a:pt x="700434" y="551979"/>
                        <a:pt x="709463" y="551012"/>
                        <a:pt x="718170" y="548432"/>
                      </a:cubicBezTo>
                      <a:cubicBezTo>
                        <a:pt x="720427" y="547787"/>
                        <a:pt x="722685" y="549077"/>
                        <a:pt x="723007" y="551334"/>
                      </a:cubicBezTo>
                      <a:cubicBezTo>
                        <a:pt x="723652" y="553592"/>
                        <a:pt x="722362" y="555849"/>
                        <a:pt x="720105" y="556171"/>
                      </a:cubicBezTo>
                      <a:cubicBezTo>
                        <a:pt x="715913" y="557461"/>
                        <a:pt x="708496" y="559073"/>
                        <a:pt x="700757" y="559073"/>
                      </a:cubicBezTo>
                      <a:close/>
                      <a:moveTo>
                        <a:pt x="752674" y="540370"/>
                      </a:moveTo>
                      <a:cubicBezTo>
                        <a:pt x="750739" y="540370"/>
                        <a:pt x="748804" y="538758"/>
                        <a:pt x="748804" y="536823"/>
                      </a:cubicBezTo>
                      <a:cubicBezTo>
                        <a:pt x="748482" y="534566"/>
                        <a:pt x="750094" y="532631"/>
                        <a:pt x="752351" y="532309"/>
                      </a:cubicBezTo>
                      <a:cubicBezTo>
                        <a:pt x="754931" y="531987"/>
                        <a:pt x="757833" y="531664"/>
                        <a:pt x="761703" y="531664"/>
                      </a:cubicBezTo>
                      <a:cubicBezTo>
                        <a:pt x="767185" y="531341"/>
                        <a:pt x="771699" y="529729"/>
                        <a:pt x="774924" y="526504"/>
                      </a:cubicBezTo>
                      <a:cubicBezTo>
                        <a:pt x="776536" y="524892"/>
                        <a:pt x="779116" y="525215"/>
                        <a:pt x="780728" y="526827"/>
                      </a:cubicBezTo>
                      <a:cubicBezTo>
                        <a:pt x="782340" y="528439"/>
                        <a:pt x="782018" y="531019"/>
                        <a:pt x="780406" y="532631"/>
                      </a:cubicBezTo>
                      <a:cubicBezTo>
                        <a:pt x="775569" y="537146"/>
                        <a:pt x="769442" y="539403"/>
                        <a:pt x="762025" y="540048"/>
                      </a:cubicBezTo>
                      <a:cubicBezTo>
                        <a:pt x="758478" y="540370"/>
                        <a:pt x="755253" y="540370"/>
                        <a:pt x="752996" y="540693"/>
                      </a:cubicBezTo>
                      <a:cubicBezTo>
                        <a:pt x="752996" y="540370"/>
                        <a:pt x="752674" y="540370"/>
                        <a:pt x="752674" y="540370"/>
                      </a:cubicBezTo>
                      <a:close/>
                      <a:moveTo>
                        <a:pt x="681087" y="530374"/>
                      </a:moveTo>
                      <a:cubicBezTo>
                        <a:pt x="680442" y="530374"/>
                        <a:pt x="679797" y="530374"/>
                        <a:pt x="679474" y="530052"/>
                      </a:cubicBezTo>
                      <a:cubicBezTo>
                        <a:pt x="677539" y="529084"/>
                        <a:pt x="676572" y="526827"/>
                        <a:pt x="677539" y="524570"/>
                      </a:cubicBezTo>
                      <a:cubicBezTo>
                        <a:pt x="681409" y="516508"/>
                        <a:pt x="687858" y="507802"/>
                        <a:pt x="694630" y="501997"/>
                      </a:cubicBezTo>
                      <a:cubicBezTo>
                        <a:pt x="696242" y="500707"/>
                        <a:pt x="698822" y="500707"/>
                        <a:pt x="700434" y="502320"/>
                      </a:cubicBezTo>
                      <a:cubicBezTo>
                        <a:pt x="701724" y="503932"/>
                        <a:pt x="701724" y="506512"/>
                        <a:pt x="700112" y="508124"/>
                      </a:cubicBezTo>
                      <a:cubicBezTo>
                        <a:pt x="693985" y="513283"/>
                        <a:pt x="688503" y="520700"/>
                        <a:pt x="684956" y="527794"/>
                      </a:cubicBezTo>
                      <a:cubicBezTo>
                        <a:pt x="683989" y="529407"/>
                        <a:pt x="682699" y="530374"/>
                        <a:pt x="681087" y="530374"/>
                      </a:cubicBezTo>
                      <a:close/>
                      <a:moveTo>
                        <a:pt x="581767" y="528117"/>
                      </a:moveTo>
                      <a:cubicBezTo>
                        <a:pt x="580800" y="528117"/>
                        <a:pt x="580155" y="527794"/>
                        <a:pt x="579510" y="527472"/>
                      </a:cubicBezTo>
                      <a:cubicBezTo>
                        <a:pt x="577575" y="526182"/>
                        <a:pt x="577253" y="523602"/>
                        <a:pt x="578543" y="521990"/>
                      </a:cubicBezTo>
                      <a:cubicBezTo>
                        <a:pt x="580800" y="519088"/>
                        <a:pt x="582735" y="516186"/>
                        <a:pt x="584670" y="513928"/>
                      </a:cubicBezTo>
                      <a:cubicBezTo>
                        <a:pt x="588862" y="508446"/>
                        <a:pt x="592086" y="504254"/>
                        <a:pt x="593054" y="501030"/>
                      </a:cubicBezTo>
                      <a:cubicBezTo>
                        <a:pt x="593699" y="498772"/>
                        <a:pt x="595956" y="497805"/>
                        <a:pt x="598213" y="498450"/>
                      </a:cubicBezTo>
                      <a:cubicBezTo>
                        <a:pt x="600470" y="499095"/>
                        <a:pt x="601438" y="501352"/>
                        <a:pt x="600793" y="503609"/>
                      </a:cubicBezTo>
                      <a:cubicBezTo>
                        <a:pt x="599503" y="508124"/>
                        <a:pt x="595956" y="512638"/>
                        <a:pt x="591119" y="518765"/>
                      </a:cubicBezTo>
                      <a:cubicBezTo>
                        <a:pt x="589184" y="521023"/>
                        <a:pt x="587249" y="523602"/>
                        <a:pt x="585315" y="526827"/>
                      </a:cubicBezTo>
                      <a:cubicBezTo>
                        <a:pt x="584347" y="527472"/>
                        <a:pt x="583057" y="528117"/>
                        <a:pt x="581767" y="528117"/>
                      </a:cubicBezTo>
                      <a:close/>
                      <a:moveTo>
                        <a:pt x="306060" y="523925"/>
                      </a:moveTo>
                      <a:cubicBezTo>
                        <a:pt x="301223" y="523925"/>
                        <a:pt x="301223" y="519088"/>
                        <a:pt x="301223" y="509736"/>
                      </a:cubicBezTo>
                      <a:cubicBezTo>
                        <a:pt x="301223" y="505544"/>
                        <a:pt x="300578" y="501997"/>
                        <a:pt x="299611" y="499095"/>
                      </a:cubicBezTo>
                      <a:cubicBezTo>
                        <a:pt x="298966" y="497160"/>
                        <a:pt x="299933" y="494580"/>
                        <a:pt x="302191" y="493936"/>
                      </a:cubicBezTo>
                      <a:cubicBezTo>
                        <a:pt x="304448" y="493291"/>
                        <a:pt x="306705" y="494258"/>
                        <a:pt x="307350" y="496515"/>
                      </a:cubicBezTo>
                      <a:cubicBezTo>
                        <a:pt x="308640" y="500385"/>
                        <a:pt x="309285" y="504577"/>
                        <a:pt x="309285" y="509736"/>
                      </a:cubicBezTo>
                      <a:cubicBezTo>
                        <a:pt x="309285" y="510704"/>
                        <a:pt x="309285" y="511671"/>
                        <a:pt x="309285" y="512316"/>
                      </a:cubicBezTo>
                      <a:cubicBezTo>
                        <a:pt x="309930" y="512316"/>
                        <a:pt x="310897" y="512638"/>
                        <a:pt x="311542" y="513283"/>
                      </a:cubicBezTo>
                      <a:cubicBezTo>
                        <a:pt x="313154" y="514896"/>
                        <a:pt x="313477" y="517153"/>
                        <a:pt x="311864" y="519088"/>
                      </a:cubicBezTo>
                      <a:cubicBezTo>
                        <a:pt x="311542" y="519733"/>
                        <a:pt x="311220" y="520055"/>
                        <a:pt x="310575" y="520700"/>
                      </a:cubicBezTo>
                      <a:cubicBezTo>
                        <a:pt x="309607" y="521990"/>
                        <a:pt x="308317" y="523925"/>
                        <a:pt x="306060" y="523925"/>
                      </a:cubicBezTo>
                      <a:close/>
                      <a:moveTo>
                        <a:pt x="737840" y="511349"/>
                      </a:moveTo>
                      <a:cubicBezTo>
                        <a:pt x="734938" y="511349"/>
                        <a:pt x="732358" y="511026"/>
                        <a:pt x="730101" y="510704"/>
                      </a:cubicBezTo>
                      <a:cubicBezTo>
                        <a:pt x="727844" y="510381"/>
                        <a:pt x="726554" y="508124"/>
                        <a:pt x="726876" y="505867"/>
                      </a:cubicBezTo>
                      <a:cubicBezTo>
                        <a:pt x="727199" y="503609"/>
                        <a:pt x="729456" y="502320"/>
                        <a:pt x="731714" y="502642"/>
                      </a:cubicBezTo>
                      <a:cubicBezTo>
                        <a:pt x="733648" y="502965"/>
                        <a:pt x="735583" y="503287"/>
                        <a:pt x="737840" y="503287"/>
                      </a:cubicBezTo>
                      <a:cubicBezTo>
                        <a:pt x="742355" y="503287"/>
                        <a:pt x="744290" y="502965"/>
                        <a:pt x="744935" y="502642"/>
                      </a:cubicBezTo>
                      <a:cubicBezTo>
                        <a:pt x="744935" y="501352"/>
                        <a:pt x="743967" y="499417"/>
                        <a:pt x="743645" y="498450"/>
                      </a:cubicBezTo>
                      <a:cubicBezTo>
                        <a:pt x="743000" y="496515"/>
                        <a:pt x="743967" y="493936"/>
                        <a:pt x="745902" y="493291"/>
                      </a:cubicBezTo>
                      <a:cubicBezTo>
                        <a:pt x="747837" y="492646"/>
                        <a:pt x="750416" y="493613"/>
                        <a:pt x="751061" y="495548"/>
                      </a:cubicBezTo>
                      <a:cubicBezTo>
                        <a:pt x="752029" y="498450"/>
                        <a:pt x="752996" y="500707"/>
                        <a:pt x="752996" y="502965"/>
                      </a:cubicBezTo>
                      <a:cubicBezTo>
                        <a:pt x="752996" y="511349"/>
                        <a:pt x="742355" y="511349"/>
                        <a:pt x="737840" y="511349"/>
                      </a:cubicBezTo>
                      <a:close/>
                      <a:moveTo>
                        <a:pt x="789435" y="498772"/>
                      </a:moveTo>
                      <a:cubicBezTo>
                        <a:pt x="789112" y="498772"/>
                        <a:pt x="789112" y="498772"/>
                        <a:pt x="788790" y="498772"/>
                      </a:cubicBezTo>
                      <a:cubicBezTo>
                        <a:pt x="786533" y="498450"/>
                        <a:pt x="785243" y="496193"/>
                        <a:pt x="785565" y="494258"/>
                      </a:cubicBezTo>
                      <a:cubicBezTo>
                        <a:pt x="786210" y="490711"/>
                        <a:pt x="789112" y="473620"/>
                        <a:pt x="796206" y="467171"/>
                      </a:cubicBezTo>
                      <a:cubicBezTo>
                        <a:pt x="797819" y="465559"/>
                        <a:pt x="800399" y="465881"/>
                        <a:pt x="802011" y="467494"/>
                      </a:cubicBezTo>
                      <a:cubicBezTo>
                        <a:pt x="803623" y="469106"/>
                        <a:pt x="803301" y="471685"/>
                        <a:pt x="801688" y="473298"/>
                      </a:cubicBezTo>
                      <a:cubicBezTo>
                        <a:pt x="798141" y="476522"/>
                        <a:pt x="794917" y="487164"/>
                        <a:pt x="793627" y="495870"/>
                      </a:cubicBezTo>
                      <a:cubicBezTo>
                        <a:pt x="792982" y="497160"/>
                        <a:pt x="791369" y="498772"/>
                        <a:pt x="789435" y="498772"/>
                      </a:cubicBezTo>
                      <a:close/>
                      <a:moveTo>
                        <a:pt x="922613" y="491033"/>
                      </a:moveTo>
                      <a:cubicBezTo>
                        <a:pt x="922290" y="491033"/>
                        <a:pt x="922290" y="491033"/>
                        <a:pt x="922613" y="491033"/>
                      </a:cubicBezTo>
                      <a:cubicBezTo>
                        <a:pt x="915518" y="490711"/>
                        <a:pt x="907134" y="487809"/>
                        <a:pt x="895848" y="481037"/>
                      </a:cubicBezTo>
                      <a:cubicBezTo>
                        <a:pt x="893913" y="480070"/>
                        <a:pt x="893268" y="477490"/>
                        <a:pt x="894558" y="475555"/>
                      </a:cubicBezTo>
                      <a:cubicBezTo>
                        <a:pt x="895526" y="473620"/>
                        <a:pt x="898105" y="472975"/>
                        <a:pt x="900040" y="474265"/>
                      </a:cubicBezTo>
                      <a:cubicBezTo>
                        <a:pt x="910036" y="480070"/>
                        <a:pt x="917453" y="482972"/>
                        <a:pt x="922935" y="483294"/>
                      </a:cubicBezTo>
                      <a:cubicBezTo>
                        <a:pt x="925192" y="483294"/>
                        <a:pt x="926805" y="485229"/>
                        <a:pt x="926805" y="487486"/>
                      </a:cubicBezTo>
                      <a:cubicBezTo>
                        <a:pt x="926482" y="489099"/>
                        <a:pt x="924547" y="491033"/>
                        <a:pt x="922613" y="491033"/>
                      </a:cubicBezTo>
                      <a:close/>
                      <a:moveTo>
                        <a:pt x="274459" y="479425"/>
                      </a:moveTo>
                      <a:cubicBezTo>
                        <a:pt x="273491" y="479425"/>
                        <a:pt x="272524" y="479102"/>
                        <a:pt x="271556" y="478457"/>
                      </a:cubicBezTo>
                      <a:cubicBezTo>
                        <a:pt x="266074" y="473298"/>
                        <a:pt x="263172" y="467816"/>
                        <a:pt x="263172" y="461689"/>
                      </a:cubicBezTo>
                      <a:cubicBezTo>
                        <a:pt x="263172" y="457497"/>
                        <a:pt x="264462" y="453305"/>
                        <a:pt x="265430" y="450080"/>
                      </a:cubicBezTo>
                      <a:cubicBezTo>
                        <a:pt x="266074" y="447823"/>
                        <a:pt x="268332" y="446856"/>
                        <a:pt x="270589" y="447501"/>
                      </a:cubicBezTo>
                      <a:cubicBezTo>
                        <a:pt x="272846" y="448145"/>
                        <a:pt x="273814" y="450403"/>
                        <a:pt x="273169" y="452660"/>
                      </a:cubicBezTo>
                      <a:cubicBezTo>
                        <a:pt x="271879" y="456852"/>
                        <a:pt x="271234" y="459432"/>
                        <a:pt x="271234" y="461689"/>
                      </a:cubicBezTo>
                      <a:cubicBezTo>
                        <a:pt x="271234" y="464269"/>
                        <a:pt x="271879" y="467816"/>
                        <a:pt x="277038" y="472653"/>
                      </a:cubicBezTo>
                      <a:cubicBezTo>
                        <a:pt x="278651" y="474265"/>
                        <a:pt x="278651" y="476845"/>
                        <a:pt x="277361" y="478457"/>
                      </a:cubicBezTo>
                      <a:cubicBezTo>
                        <a:pt x="276716" y="479102"/>
                        <a:pt x="275748" y="479425"/>
                        <a:pt x="274459" y="479425"/>
                      </a:cubicBezTo>
                      <a:close/>
                      <a:moveTo>
                        <a:pt x="835547" y="476522"/>
                      </a:moveTo>
                      <a:lnTo>
                        <a:pt x="834902" y="472330"/>
                      </a:lnTo>
                      <a:lnTo>
                        <a:pt x="835225" y="468461"/>
                      </a:lnTo>
                      <a:lnTo>
                        <a:pt x="835225" y="468461"/>
                      </a:lnTo>
                      <a:cubicBezTo>
                        <a:pt x="840062" y="468461"/>
                        <a:pt x="845543" y="468138"/>
                        <a:pt x="851025" y="467494"/>
                      </a:cubicBezTo>
                      <a:cubicBezTo>
                        <a:pt x="854250" y="467171"/>
                        <a:pt x="857797" y="466848"/>
                        <a:pt x="861344" y="466848"/>
                      </a:cubicBezTo>
                      <a:cubicBezTo>
                        <a:pt x="863602" y="466848"/>
                        <a:pt x="865536" y="468461"/>
                        <a:pt x="865536" y="470718"/>
                      </a:cubicBezTo>
                      <a:cubicBezTo>
                        <a:pt x="865536" y="472975"/>
                        <a:pt x="863924" y="474910"/>
                        <a:pt x="861667" y="474910"/>
                      </a:cubicBezTo>
                      <a:cubicBezTo>
                        <a:pt x="858442" y="475233"/>
                        <a:pt x="854895" y="475555"/>
                        <a:pt x="851670" y="475555"/>
                      </a:cubicBezTo>
                      <a:cubicBezTo>
                        <a:pt x="846188" y="475877"/>
                        <a:pt x="840707" y="476522"/>
                        <a:pt x="835547" y="476522"/>
                      </a:cubicBezTo>
                      <a:close/>
                      <a:moveTo>
                        <a:pt x="577898" y="475555"/>
                      </a:moveTo>
                      <a:cubicBezTo>
                        <a:pt x="576608" y="475555"/>
                        <a:pt x="574996" y="474910"/>
                        <a:pt x="574351" y="473298"/>
                      </a:cubicBezTo>
                      <a:cubicBezTo>
                        <a:pt x="571126" y="467494"/>
                        <a:pt x="569836" y="459754"/>
                        <a:pt x="569836" y="446533"/>
                      </a:cubicBezTo>
                      <a:lnTo>
                        <a:pt x="569836" y="445243"/>
                      </a:lnTo>
                      <a:cubicBezTo>
                        <a:pt x="569836" y="442986"/>
                        <a:pt x="571771" y="441051"/>
                        <a:pt x="573706" y="441051"/>
                      </a:cubicBezTo>
                      <a:cubicBezTo>
                        <a:pt x="575963" y="441051"/>
                        <a:pt x="577898" y="442986"/>
                        <a:pt x="577898" y="444921"/>
                      </a:cubicBezTo>
                      <a:lnTo>
                        <a:pt x="577898" y="446211"/>
                      </a:lnTo>
                      <a:cubicBezTo>
                        <a:pt x="577898" y="457819"/>
                        <a:pt x="578865" y="464591"/>
                        <a:pt x="581445" y="469106"/>
                      </a:cubicBezTo>
                      <a:cubicBezTo>
                        <a:pt x="582412" y="471041"/>
                        <a:pt x="581767" y="473620"/>
                        <a:pt x="579833" y="474588"/>
                      </a:cubicBezTo>
                      <a:cubicBezTo>
                        <a:pt x="579188" y="475555"/>
                        <a:pt x="578543" y="475555"/>
                        <a:pt x="577898" y="475555"/>
                      </a:cubicBezTo>
                      <a:close/>
                      <a:moveTo>
                        <a:pt x="740098" y="464269"/>
                      </a:moveTo>
                      <a:cubicBezTo>
                        <a:pt x="738485" y="464269"/>
                        <a:pt x="736873" y="463301"/>
                        <a:pt x="736228" y="461689"/>
                      </a:cubicBezTo>
                      <a:lnTo>
                        <a:pt x="735583" y="459754"/>
                      </a:lnTo>
                      <a:cubicBezTo>
                        <a:pt x="733971" y="455885"/>
                        <a:pt x="732358" y="451693"/>
                        <a:pt x="731069" y="444599"/>
                      </a:cubicBezTo>
                      <a:cubicBezTo>
                        <a:pt x="730746" y="442986"/>
                        <a:pt x="730746" y="441374"/>
                        <a:pt x="730746" y="440084"/>
                      </a:cubicBezTo>
                      <a:cubicBezTo>
                        <a:pt x="730746" y="437504"/>
                        <a:pt x="731069" y="435247"/>
                        <a:pt x="732036" y="432990"/>
                      </a:cubicBezTo>
                      <a:cubicBezTo>
                        <a:pt x="733003" y="431055"/>
                        <a:pt x="735261" y="429765"/>
                        <a:pt x="737195" y="430733"/>
                      </a:cubicBezTo>
                      <a:cubicBezTo>
                        <a:pt x="739130" y="431700"/>
                        <a:pt x="740420" y="433957"/>
                        <a:pt x="739453" y="435892"/>
                      </a:cubicBezTo>
                      <a:cubicBezTo>
                        <a:pt x="738808" y="437182"/>
                        <a:pt x="738808" y="438472"/>
                        <a:pt x="738808" y="440084"/>
                      </a:cubicBezTo>
                      <a:cubicBezTo>
                        <a:pt x="738808" y="441051"/>
                        <a:pt x="738808" y="442019"/>
                        <a:pt x="739130" y="443309"/>
                      </a:cubicBezTo>
                      <a:cubicBezTo>
                        <a:pt x="740098" y="449435"/>
                        <a:pt x="741710" y="453305"/>
                        <a:pt x="743000" y="456530"/>
                      </a:cubicBezTo>
                      <a:lnTo>
                        <a:pt x="743645" y="458464"/>
                      </a:lnTo>
                      <a:cubicBezTo>
                        <a:pt x="744290" y="460399"/>
                        <a:pt x="743322" y="462979"/>
                        <a:pt x="741387" y="463624"/>
                      </a:cubicBezTo>
                      <a:cubicBezTo>
                        <a:pt x="741065" y="464269"/>
                        <a:pt x="740420" y="464269"/>
                        <a:pt x="740098" y="464269"/>
                      </a:cubicBezTo>
                      <a:close/>
                      <a:moveTo>
                        <a:pt x="937768" y="463301"/>
                      </a:moveTo>
                      <a:cubicBezTo>
                        <a:pt x="935834" y="463301"/>
                        <a:pt x="934221" y="462011"/>
                        <a:pt x="933899" y="460077"/>
                      </a:cubicBezTo>
                      <a:cubicBezTo>
                        <a:pt x="933576" y="458464"/>
                        <a:pt x="933254" y="456852"/>
                        <a:pt x="932931" y="455240"/>
                      </a:cubicBezTo>
                      <a:cubicBezTo>
                        <a:pt x="932287" y="451693"/>
                        <a:pt x="931642" y="448145"/>
                        <a:pt x="931319" y="444599"/>
                      </a:cubicBezTo>
                      <a:cubicBezTo>
                        <a:pt x="931319" y="443953"/>
                        <a:pt x="931319" y="443631"/>
                        <a:pt x="931319" y="442986"/>
                      </a:cubicBezTo>
                      <a:cubicBezTo>
                        <a:pt x="931319" y="438472"/>
                        <a:pt x="933254" y="434602"/>
                        <a:pt x="936801" y="431377"/>
                      </a:cubicBezTo>
                      <a:cubicBezTo>
                        <a:pt x="938413" y="429765"/>
                        <a:pt x="940993" y="430087"/>
                        <a:pt x="942605" y="431700"/>
                      </a:cubicBezTo>
                      <a:cubicBezTo>
                        <a:pt x="944218" y="433312"/>
                        <a:pt x="943895" y="435892"/>
                        <a:pt x="942283" y="437504"/>
                      </a:cubicBezTo>
                      <a:cubicBezTo>
                        <a:pt x="940348" y="439439"/>
                        <a:pt x="939381" y="441051"/>
                        <a:pt x="939381" y="443309"/>
                      </a:cubicBezTo>
                      <a:cubicBezTo>
                        <a:pt x="939381" y="443631"/>
                        <a:pt x="939381" y="443953"/>
                        <a:pt x="939381" y="443953"/>
                      </a:cubicBezTo>
                      <a:cubicBezTo>
                        <a:pt x="939703" y="447178"/>
                        <a:pt x="940348" y="450403"/>
                        <a:pt x="940993" y="453950"/>
                      </a:cubicBezTo>
                      <a:cubicBezTo>
                        <a:pt x="941316" y="455562"/>
                        <a:pt x="941638" y="457175"/>
                        <a:pt x="941960" y="458787"/>
                      </a:cubicBezTo>
                      <a:cubicBezTo>
                        <a:pt x="942283" y="461044"/>
                        <a:pt x="940993" y="462979"/>
                        <a:pt x="938736" y="463301"/>
                      </a:cubicBezTo>
                      <a:cubicBezTo>
                        <a:pt x="938091" y="463301"/>
                        <a:pt x="938091" y="463301"/>
                        <a:pt x="937768" y="463301"/>
                      </a:cubicBezTo>
                      <a:close/>
                      <a:moveTo>
                        <a:pt x="265107" y="421059"/>
                      </a:moveTo>
                      <a:cubicBezTo>
                        <a:pt x="264140" y="421059"/>
                        <a:pt x="263172" y="420736"/>
                        <a:pt x="262205" y="419769"/>
                      </a:cubicBezTo>
                      <a:cubicBezTo>
                        <a:pt x="258013" y="415577"/>
                        <a:pt x="252531" y="411707"/>
                        <a:pt x="245114" y="407193"/>
                      </a:cubicBezTo>
                      <a:cubicBezTo>
                        <a:pt x="243824" y="406225"/>
                        <a:pt x="242535" y="405580"/>
                        <a:pt x="241567" y="405258"/>
                      </a:cubicBezTo>
                      <a:cubicBezTo>
                        <a:pt x="239632" y="404290"/>
                        <a:pt x="238987" y="401711"/>
                        <a:pt x="239955" y="399776"/>
                      </a:cubicBezTo>
                      <a:cubicBezTo>
                        <a:pt x="240922" y="397841"/>
                        <a:pt x="243502" y="397196"/>
                        <a:pt x="245437" y="398164"/>
                      </a:cubicBezTo>
                      <a:cubicBezTo>
                        <a:pt x="246727" y="398808"/>
                        <a:pt x="248016" y="399453"/>
                        <a:pt x="249306" y="400421"/>
                      </a:cubicBezTo>
                      <a:cubicBezTo>
                        <a:pt x="257368" y="405258"/>
                        <a:pt x="263495" y="409772"/>
                        <a:pt x="268009" y="414287"/>
                      </a:cubicBezTo>
                      <a:cubicBezTo>
                        <a:pt x="269622" y="415899"/>
                        <a:pt x="269622" y="418479"/>
                        <a:pt x="268009" y="420091"/>
                      </a:cubicBezTo>
                      <a:cubicBezTo>
                        <a:pt x="267364" y="420736"/>
                        <a:pt x="266397" y="421059"/>
                        <a:pt x="265107" y="421059"/>
                      </a:cubicBezTo>
                      <a:close/>
                      <a:moveTo>
                        <a:pt x="969370" y="418801"/>
                      </a:moveTo>
                      <a:cubicBezTo>
                        <a:pt x="969048" y="418801"/>
                        <a:pt x="968403" y="418801"/>
                        <a:pt x="968080" y="418479"/>
                      </a:cubicBezTo>
                      <a:cubicBezTo>
                        <a:pt x="966145" y="417834"/>
                        <a:pt x="964855" y="415577"/>
                        <a:pt x="965500" y="413319"/>
                      </a:cubicBezTo>
                      <a:cubicBezTo>
                        <a:pt x="966145" y="411707"/>
                        <a:pt x="966468" y="410095"/>
                        <a:pt x="966468" y="408482"/>
                      </a:cubicBezTo>
                      <a:cubicBezTo>
                        <a:pt x="966468" y="406225"/>
                        <a:pt x="965823" y="403968"/>
                        <a:pt x="964211" y="402355"/>
                      </a:cubicBezTo>
                      <a:cubicBezTo>
                        <a:pt x="960986" y="398808"/>
                        <a:pt x="959696" y="394294"/>
                        <a:pt x="959051" y="390747"/>
                      </a:cubicBezTo>
                      <a:cubicBezTo>
                        <a:pt x="958406" y="388489"/>
                        <a:pt x="960018" y="386555"/>
                        <a:pt x="961953" y="385910"/>
                      </a:cubicBezTo>
                      <a:cubicBezTo>
                        <a:pt x="964211" y="385265"/>
                        <a:pt x="966145" y="386877"/>
                        <a:pt x="966790" y="388812"/>
                      </a:cubicBezTo>
                      <a:cubicBezTo>
                        <a:pt x="967758" y="392682"/>
                        <a:pt x="968725" y="395261"/>
                        <a:pt x="970337" y="396874"/>
                      </a:cubicBezTo>
                      <a:cubicBezTo>
                        <a:pt x="972917" y="400098"/>
                        <a:pt x="974529" y="403968"/>
                        <a:pt x="974529" y="408160"/>
                      </a:cubicBezTo>
                      <a:cubicBezTo>
                        <a:pt x="974529" y="410740"/>
                        <a:pt x="974207" y="413319"/>
                        <a:pt x="973239" y="415899"/>
                      </a:cubicBezTo>
                      <a:cubicBezTo>
                        <a:pt x="972595" y="417834"/>
                        <a:pt x="970982" y="418801"/>
                        <a:pt x="969370" y="418801"/>
                      </a:cubicBezTo>
                      <a:close/>
                      <a:moveTo>
                        <a:pt x="571126" y="412352"/>
                      </a:moveTo>
                      <a:cubicBezTo>
                        <a:pt x="569191" y="412352"/>
                        <a:pt x="567256" y="410740"/>
                        <a:pt x="567256" y="408805"/>
                      </a:cubicBezTo>
                      <a:cubicBezTo>
                        <a:pt x="566612" y="402033"/>
                        <a:pt x="565644" y="394939"/>
                        <a:pt x="565644" y="386555"/>
                      </a:cubicBezTo>
                      <a:cubicBezTo>
                        <a:pt x="565644" y="384942"/>
                        <a:pt x="565644" y="383008"/>
                        <a:pt x="565967" y="381395"/>
                      </a:cubicBezTo>
                      <a:cubicBezTo>
                        <a:pt x="566289" y="379138"/>
                        <a:pt x="568224" y="377526"/>
                        <a:pt x="570159" y="377848"/>
                      </a:cubicBezTo>
                      <a:cubicBezTo>
                        <a:pt x="572416" y="378171"/>
                        <a:pt x="574028" y="380106"/>
                        <a:pt x="573706" y="382040"/>
                      </a:cubicBezTo>
                      <a:cubicBezTo>
                        <a:pt x="573706" y="383652"/>
                        <a:pt x="573383" y="384942"/>
                        <a:pt x="573383" y="386555"/>
                      </a:cubicBezTo>
                      <a:cubicBezTo>
                        <a:pt x="573383" y="394616"/>
                        <a:pt x="574028" y="401388"/>
                        <a:pt x="574673" y="407837"/>
                      </a:cubicBezTo>
                      <a:cubicBezTo>
                        <a:pt x="574996" y="410095"/>
                        <a:pt x="573383" y="412030"/>
                        <a:pt x="571126" y="412352"/>
                      </a:cubicBezTo>
                      <a:cubicBezTo>
                        <a:pt x="571449" y="412352"/>
                        <a:pt x="571449" y="412352"/>
                        <a:pt x="571126" y="412352"/>
                      </a:cubicBezTo>
                      <a:close/>
                      <a:moveTo>
                        <a:pt x="208031" y="407837"/>
                      </a:moveTo>
                      <a:lnTo>
                        <a:pt x="188038" y="407837"/>
                      </a:lnTo>
                      <a:cubicBezTo>
                        <a:pt x="185458" y="407837"/>
                        <a:pt x="183201" y="407837"/>
                        <a:pt x="181266" y="407837"/>
                      </a:cubicBezTo>
                      <a:cubicBezTo>
                        <a:pt x="179009" y="407837"/>
                        <a:pt x="177397" y="405903"/>
                        <a:pt x="177397" y="403645"/>
                      </a:cubicBezTo>
                      <a:cubicBezTo>
                        <a:pt x="177397" y="401388"/>
                        <a:pt x="179331" y="399776"/>
                        <a:pt x="181589" y="399776"/>
                      </a:cubicBezTo>
                      <a:cubicBezTo>
                        <a:pt x="183524" y="399776"/>
                        <a:pt x="185781" y="399776"/>
                        <a:pt x="188038" y="399776"/>
                      </a:cubicBezTo>
                      <a:lnTo>
                        <a:pt x="208031" y="399776"/>
                      </a:lnTo>
                      <a:cubicBezTo>
                        <a:pt x="210288" y="399776"/>
                        <a:pt x="212223" y="401711"/>
                        <a:pt x="212223" y="403968"/>
                      </a:cubicBezTo>
                      <a:cubicBezTo>
                        <a:pt x="212223" y="406225"/>
                        <a:pt x="210288" y="407837"/>
                        <a:pt x="208031" y="407837"/>
                      </a:cubicBezTo>
                      <a:close/>
                      <a:moveTo>
                        <a:pt x="749449" y="404613"/>
                      </a:moveTo>
                      <a:cubicBezTo>
                        <a:pt x="749449" y="404613"/>
                        <a:pt x="749127" y="404613"/>
                        <a:pt x="749127" y="404613"/>
                      </a:cubicBezTo>
                      <a:cubicBezTo>
                        <a:pt x="746869" y="404290"/>
                        <a:pt x="745257" y="402355"/>
                        <a:pt x="745579" y="400098"/>
                      </a:cubicBezTo>
                      <a:cubicBezTo>
                        <a:pt x="745902" y="395584"/>
                        <a:pt x="746224" y="391714"/>
                        <a:pt x="746224" y="388167"/>
                      </a:cubicBezTo>
                      <a:cubicBezTo>
                        <a:pt x="746224" y="383330"/>
                        <a:pt x="745902" y="378816"/>
                        <a:pt x="744935" y="374623"/>
                      </a:cubicBezTo>
                      <a:cubicBezTo>
                        <a:pt x="744612" y="372366"/>
                        <a:pt x="745902" y="370432"/>
                        <a:pt x="748159" y="369786"/>
                      </a:cubicBezTo>
                      <a:cubicBezTo>
                        <a:pt x="750416" y="369464"/>
                        <a:pt x="752351" y="370754"/>
                        <a:pt x="752996" y="373011"/>
                      </a:cubicBezTo>
                      <a:cubicBezTo>
                        <a:pt x="753964" y="377848"/>
                        <a:pt x="754286" y="382685"/>
                        <a:pt x="754286" y="388167"/>
                      </a:cubicBezTo>
                      <a:cubicBezTo>
                        <a:pt x="754286" y="392037"/>
                        <a:pt x="753964" y="396229"/>
                        <a:pt x="753641" y="401066"/>
                      </a:cubicBezTo>
                      <a:cubicBezTo>
                        <a:pt x="753319" y="403001"/>
                        <a:pt x="751384" y="404613"/>
                        <a:pt x="749449" y="404613"/>
                      </a:cubicBezTo>
                      <a:close/>
                      <a:moveTo>
                        <a:pt x="151277" y="388167"/>
                      </a:moveTo>
                      <a:cubicBezTo>
                        <a:pt x="150310" y="388167"/>
                        <a:pt x="149342" y="387845"/>
                        <a:pt x="148375" y="386877"/>
                      </a:cubicBezTo>
                      <a:lnTo>
                        <a:pt x="147085" y="385587"/>
                      </a:lnTo>
                      <a:cubicBezTo>
                        <a:pt x="138056" y="376558"/>
                        <a:pt x="137089" y="375591"/>
                        <a:pt x="128382" y="372689"/>
                      </a:cubicBezTo>
                      <a:cubicBezTo>
                        <a:pt x="126125" y="372044"/>
                        <a:pt x="125157" y="369786"/>
                        <a:pt x="125802" y="367529"/>
                      </a:cubicBezTo>
                      <a:cubicBezTo>
                        <a:pt x="126447" y="365272"/>
                        <a:pt x="128704" y="364305"/>
                        <a:pt x="130962" y="364950"/>
                      </a:cubicBezTo>
                      <a:cubicBezTo>
                        <a:pt x="141603" y="368497"/>
                        <a:pt x="143538" y="370432"/>
                        <a:pt x="152889" y="379783"/>
                      </a:cubicBezTo>
                      <a:lnTo>
                        <a:pt x="153857" y="381073"/>
                      </a:lnTo>
                      <a:cubicBezTo>
                        <a:pt x="155469" y="382685"/>
                        <a:pt x="155469" y="385265"/>
                        <a:pt x="153857" y="386877"/>
                      </a:cubicBezTo>
                      <a:cubicBezTo>
                        <a:pt x="153212" y="387845"/>
                        <a:pt x="152244" y="388167"/>
                        <a:pt x="151277" y="388167"/>
                      </a:cubicBezTo>
                      <a:close/>
                      <a:moveTo>
                        <a:pt x="667221" y="379461"/>
                      </a:moveTo>
                      <a:cubicBezTo>
                        <a:pt x="666898" y="379461"/>
                        <a:pt x="666576" y="379461"/>
                        <a:pt x="666253" y="379461"/>
                      </a:cubicBezTo>
                      <a:cubicBezTo>
                        <a:pt x="656257" y="376558"/>
                        <a:pt x="654000" y="369786"/>
                        <a:pt x="652065" y="361725"/>
                      </a:cubicBezTo>
                      <a:cubicBezTo>
                        <a:pt x="651742" y="360757"/>
                        <a:pt x="651742" y="359468"/>
                        <a:pt x="651742" y="358500"/>
                      </a:cubicBezTo>
                      <a:cubicBezTo>
                        <a:pt x="651742" y="356888"/>
                        <a:pt x="652065" y="355276"/>
                        <a:pt x="652387" y="353341"/>
                      </a:cubicBezTo>
                      <a:cubicBezTo>
                        <a:pt x="652710" y="351084"/>
                        <a:pt x="654967" y="349794"/>
                        <a:pt x="657224" y="350116"/>
                      </a:cubicBezTo>
                      <a:cubicBezTo>
                        <a:pt x="659481" y="350439"/>
                        <a:pt x="660771" y="352696"/>
                        <a:pt x="660449" y="354953"/>
                      </a:cubicBezTo>
                      <a:cubicBezTo>
                        <a:pt x="660126" y="356243"/>
                        <a:pt x="660126" y="357533"/>
                        <a:pt x="660126" y="358500"/>
                      </a:cubicBezTo>
                      <a:cubicBezTo>
                        <a:pt x="660126" y="359145"/>
                        <a:pt x="660126" y="359468"/>
                        <a:pt x="660126" y="359790"/>
                      </a:cubicBezTo>
                      <a:cubicBezTo>
                        <a:pt x="662061" y="367529"/>
                        <a:pt x="663351" y="370109"/>
                        <a:pt x="668833" y="371721"/>
                      </a:cubicBezTo>
                      <a:cubicBezTo>
                        <a:pt x="671090" y="372366"/>
                        <a:pt x="672057" y="374623"/>
                        <a:pt x="671735" y="376558"/>
                      </a:cubicBezTo>
                      <a:cubicBezTo>
                        <a:pt x="670768" y="378493"/>
                        <a:pt x="669155" y="379461"/>
                        <a:pt x="667221" y="379461"/>
                      </a:cubicBezTo>
                      <a:close/>
                      <a:moveTo>
                        <a:pt x="704304" y="377848"/>
                      </a:moveTo>
                      <a:cubicBezTo>
                        <a:pt x="702692" y="377848"/>
                        <a:pt x="701079" y="376881"/>
                        <a:pt x="700434" y="374946"/>
                      </a:cubicBezTo>
                      <a:cubicBezTo>
                        <a:pt x="699789" y="372689"/>
                        <a:pt x="700757" y="370432"/>
                        <a:pt x="703014" y="369786"/>
                      </a:cubicBezTo>
                      <a:cubicBezTo>
                        <a:pt x="705594" y="368819"/>
                        <a:pt x="707851" y="367852"/>
                        <a:pt x="710753" y="366562"/>
                      </a:cubicBezTo>
                      <a:lnTo>
                        <a:pt x="712043" y="365917"/>
                      </a:lnTo>
                      <a:cubicBezTo>
                        <a:pt x="714300" y="364950"/>
                        <a:pt x="717525" y="362047"/>
                        <a:pt x="720750" y="359145"/>
                      </a:cubicBezTo>
                      <a:cubicBezTo>
                        <a:pt x="722040" y="358178"/>
                        <a:pt x="723007" y="357210"/>
                        <a:pt x="724297" y="356243"/>
                      </a:cubicBezTo>
                      <a:cubicBezTo>
                        <a:pt x="725909" y="354953"/>
                        <a:pt x="728489" y="354953"/>
                        <a:pt x="730101" y="356566"/>
                      </a:cubicBezTo>
                      <a:cubicBezTo>
                        <a:pt x="731391" y="358178"/>
                        <a:pt x="731391" y="360757"/>
                        <a:pt x="729779" y="362370"/>
                      </a:cubicBezTo>
                      <a:cubicBezTo>
                        <a:pt x="728811" y="363337"/>
                        <a:pt x="727521" y="364305"/>
                        <a:pt x="726554" y="365272"/>
                      </a:cubicBezTo>
                      <a:cubicBezTo>
                        <a:pt x="722685" y="368497"/>
                        <a:pt x="719137" y="371721"/>
                        <a:pt x="715590" y="373334"/>
                      </a:cubicBezTo>
                      <a:lnTo>
                        <a:pt x="714300" y="373979"/>
                      </a:lnTo>
                      <a:cubicBezTo>
                        <a:pt x="711398" y="375269"/>
                        <a:pt x="708819" y="376236"/>
                        <a:pt x="705916" y="377203"/>
                      </a:cubicBezTo>
                      <a:cubicBezTo>
                        <a:pt x="705271" y="377848"/>
                        <a:pt x="704626" y="377848"/>
                        <a:pt x="704304" y="377848"/>
                      </a:cubicBezTo>
                      <a:close/>
                      <a:moveTo>
                        <a:pt x="938736" y="373979"/>
                      </a:moveTo>
                      <a:cubicBezTo>
                        <a:pt x="938091" y="373979"/>
                        <a:pt x="937123" y="373656"/>
                        <a:pt x="936479" y="373334"/>
                      </a:cubicBezTo>
                      <a:cubicBezTo>
                        <a:pt x="929062" y="368174"/>
                        <a:pt x="924547" y="359145"/>
                        <a:pt x="924547" y="348504"/>
                      </a:cubicBezTo>
                      <a:cubicBezTo>
                        <a:pt x="924547" y="347859"/>
                        <a:pt x="924547" y="346891"/>
                        <a:pt x="924547" y="346247"/>
                      </a:cubicBezTo>
                      <a:cubicBezTo>
                        <a:pt x="924547" y="343989"/>
                        <a:pt x="926482" y="342377"/>
                        <a:pt x="928739" y="342377"/>
                      </a:cubicBezTo>
                      <a:cubicBezTo>
                        <a:pt x="930997" y="342377"/>
                        <a:pt x="932609" y="344312"/>
                        <a:pt x="932609" y="346569"/>
                      </a:cubicBezTo>
                      <a:cubicBezTo>
                        <a:pt x="932609" y="347214"/>
                        <a:pt x="932609" y="347859"/>
                        <a:pt x="932609" y="348504"/>
                      </a:cubicBezTo>
                      <a:cubicBezTo>
                        <a:pt x="932609" y="356243"/>
                        <a:pt x="935511" y="363015"/>
                        <a:pt x="940993" y="366562"/>
                      </a:cubicBezTo>
                      <a:cubicBezTo>
                        <a:pt x="942928" y="367852"/>
                        <a:pt x="943250" y="370432"/>
                        <a:pt x="941960" y="372044"/>
                      </a:cubicBezTo>
                      <a:cubicBezTo>
                        <a:pt x="941316" y="373334"/>
                        <a:pt x="940026" y="373979"/>
                        <a:pt x="938736" y="373979"/>
                      </a:cubicBezTo>
                      <a:close/>
                      <a:moveTo>
                        <a:pt x="83559" y="365595"/>
                      </a:moveTo>
                      <a:cubicBezTo>
                        <a:pt x="77755" y="365595"/>
                        <a:pt x="72596" y="364950"/>
                        <a:pt x="65824" y="363660"/>
                      </a:cubicBezTo>
                      <a:cubicBezTo>
                        <a:pt x="63567" y="363337"/>
                        <a:pt x="62277" y="361080"/>
                        <a:pt x="62599" y="358823"/>
                      </a:cubicBezTo>
                      <a:cubicBezTo>
                        <a:pt x="62922" y="356566"/>
                        <a:pt x="65179" y="355276"/>
                        <a:pt x="67436" y="355598"/>
                      </a:cubicBezTo>
                      <a:cubicBezTo>
                        <a:pt x="73241" y="356888"/>
                        <a:pt x="78400" y="357533"/>
                        <a:pt x="83237" y="357533"/>
                      </a:cubicBezTo>
                      <a:cubicBezTo>
                        <a:pt x="85494" y="357533"/>
                        <a:pt x="87429" y="357533"/>
                        <a:pt x="89041" y="357210"/>
                      </a:cubicBezTo>
                      <a:cubicBezTo>
                        <a:pt x="90331" y="357210"/>
                        <a:pt x="91621" y="357210"/>
                        <a:pt x="92911" y="357210"/>
                      </a:cubicBezTo>
                      <a:cubicBezTo>
                        <a:pt x="95168" y="357210"/>
                        <a:pt x="97103" y="358823"/>
                        <a:pt x="97103" y="361080"/>
                      </a:cubicBezTo>
                      <a:cubicBezTo>
                        <a:pt x="97103" y="363337"/>
                        <a:pt x="95491" y="365272"/>
                        <a:pt x="93233" y="365272"/>
                      </a:cubicBezTo>
                      <a:cubicBezTo>
                        <a:pt x="91944" y="365272"/>
                        <a:pt x="90976" y="365272"/>
                        <a:pt x="89686" y="365272"/>
                      </a:cubicBezTo>
                      <a:cubicBezTo>
                        <a:pt x="87751" y="365595"/>
                        <a:pt x="85817" y="365595"/>
                        <a:pt x="83559" y="365595"/>
                      </a:cubicBezTo>
                      <a:lnTo>
                        <a:pt x="83559" y="365595"/>
                      </a:lnTo>
                      <a:close/>
                      <a:moveTo>
                        <a:pt x="26806" y="360435"/>
                      </a:moveTo>
                      <a:cubicBezTo>
                        <a:pt x="23259" y="360435"/>
                        <a:pt x="20034" y="359468"/>
                        <a:pt x="15842" y="357855"/>
                      </a:cubicBezTo>
                      <a:cubicBezTo>
                        <a:pt x="12295" y="356243"/>
                        <a:pt x="8425" y="355276"/>
                        <a:pt x="3588" y="354953"/>
                      </a:cubicBezTo>
                      <a:cubicBezTo>
                        <a:pt x="1331" y="354631"/>
                        <a:pt x="-281" y="352696"/>
                        <a:pt x="41" y="350439"/>
                      </a:cubicBezTo>
                      <a:cubicBezTo>
                        <a:pt x="364" y="348181"/>
                        <a:pt x="2298" y="346569"/>
                        <a:pt x="4556" y="346891"/>
                      </a:cubicBezTo>
                      <a:cubicBezTo>
                        <a:pt x="10037" y="347537"/>
                        <a:pt x="14874" y="348504"/>
                        <a:pt x="19389" y="350761"/>
                      </a:cubicBezTo>
                      <a:cubicBezTo>
                        <a:pt x="25516" y="353663"/>
                        <a:pt x="27128" y="352696"/>
                        <a:pt x="29385" y="352374"/>
                      </a:cubicBezTo>
                      <a:cubicBezTo>
                        <a:pt x="31643" y="352051"/>
                        <a:pt x="33577" y="353663"/>
                        <a:pt x="33900" y="355921"/>
                      </a:cubicBezTo>
                      <a:cubicBezTo>
                        <a:pt x="34222" y="358178"/>
                        <a:pt x="32610" y="360113"/>
                        <a:pt x="30353" y="360435"/>
                      </a:cubicBezTo>
                      <a:cubicBezTo>
                        <a:pt x="29385" y="360435"/>
                        <a:pt x="28096" y="360435"/>
                        <a:pt x="26806" y="360435"/>
                      </a:cubicBezTo>
                      <a:close/>
                      <a:moveTo>
                        <a:pt x="579833" y="349794"/>
                      </a:moveTo>
                      <a:cubicBezTo>
                        <a:pt x="579188" y="349794"/>
                        <a:pt x="578865" y="349794"/>
                        <a:pt x="578220" y="349471"/>
                      </a:cubicBezTo>
                      <a:cubicBezTo>
                        <a:pt x="576286" y="348504"/>
                        <a:pt x="575318" y="346247"/>
                        <a:pt x="576286" y="343989"/>
                      </a:cubicBezTo>
                      <a:cubicBezTo>
                        <a:pt x="577575" y="341087"/>
                        <a:pt x="578865" y="338508"/>
                        <a:pt x="579833" y="337218"/>
                      </a:cubicBezTo>
                      <a:cubicBezTo>
                        <a:pt x="580155" y="336573"/>
                        <a:pt x="580477" y="334315"/>
                        <a:pt x="580477" y="332703"/>
                      </a:cubicBezTo>
                      <a:cubicBezTo>
                        <a:pt x="581122" y="326899"/>
                        <a:pt x="582412" y="318192"/>
                        <a:pt x="589829" y="318192"/>
                      </a:cubicBezTo>
                      <a:lnTo>
                        <a:pt x="589829" y="322384"/>
                      </a:lnTo>
                      <a:lnTo>
                        <a:pt x="589507" y="326254"/>
                      </a:lnTo>
                      <a:cubicBezTo>
                        <a:pt x="589507" y="326254"/>
                        <a:pt x="590152" y="326254"/>
                        <a:pt x="590152" y="325931"/>
                      </a:cubicBezTo>
                      <a:cubicBezTo>
                        <a:pt x="589184" y="326899"/>
                        <a:pt x="588539" y="331413"/>
                        <a:pt x="588217" y="333671"/>
                      </a:cubicBezTo>
                      <a:cubicBezTo>
                        <a:pt x="587894" y="336895"/>
                        <a:pt x="587249" y="339797"/>
                        <a:pt x="586282" y="341410"/>
                      </a:cubicBezTo>
                      <a:cubicBezTo>
                        <a:pt x="585637" y="342055"/>
                        <a:pt x="584670" y="343989"/>
                        <a:pt x="583380" y="347214"/>
                      </a:cubicBezTo>
                      <a:cubicBezTo>
                        <a:pt x="583057" y="348826"/>
                        <a:pt x="581445" y="349794"/>
                        <a:pt x="579833" y="349794"/>
                      </a:cubicBezTo>
                      <a:close/>
                      <a:moveTo>
                        <a:pt x="609499" y="348181"/>
                      </a:moveTo>
                      <a:cubicBezTo>
                        <a:pt x="607887" y="348181"/>
                        <a:pt x="606275" y="347214"/>
                        <a:pt x="605630" y="345602"/>
                      </a:cubicBezTo>
                      <a:cubicBezTo>
                        <a:pt x="604985" y="343344"/>
                        <a:pt x="605952" y="341087"/>
                        <a:pt x="608209" y="340442"/>
                      </a:cubicBezTo>
                      <a:lnTo>
                        <a:pt x="610144" y="339797"/>
                      </a:lnTo>
                      <a:cubicBezTo>
                        <a:pt x="617884" y="336895"/>
                        <a:pt x="624655" y="333025"/>
                        <a:pt x="630137" y="328189"/>
                      </a:cubicBezTo>
                      <a:cubicBezTo>
                        <a:pt x="631749" y="326576"/>
                        <a:pt x="634329" y="326899"/>
                        <a:pt x="635941" y="328511"/>
                      </a:cubicBezTo>
                      <a:cubicBezTo>
                        <a:pt x="637554" y="330123"/>
                        <a:pt x="637231" y="332703"/>
                        <a:pt x="635619" y="334315"/>
                      </a:cubicBezTo>
                      <a:cubicBezTo>
                        <a:pt x="629170" y="339797"/>
                        <a:pt x="621753" y="343989"/>
                        <a:pt x="613046" y="347537"/>
                      </a:cubicBezTo>
                      <a:lnTo>
                        <a:pt x="611112" y="348181"/>
                      </a:lnTo>
                      <a:cubicBezTo>
                        <a:pt x="610467" y="347859"/>
                        <a:pt x="609822" y="348181"/>
                        <a:pt x="609499" y="348181"/>
                      </a:cubicBezTo>
                      <a:close/>
                      <a:moveTo>
                        <a:pt x="667866" y="322707"/>
                      </a:moveTo>
                      <a:cubicBezTo>
                        <a:pt x="667543" y="322707"/>
                        <a:pt x="667221" y="322707"/>
                        <a:pt x="667221" y="322707"/>
                      </a:cubicBezTo>
                      <a:cubicBezTo>
                        <a:pt x="664963" y="322384"/>
                        <a:pt x="663673" y="320127"/>
                        <a:pt x="663996" y="317870"/>
                      </a:cubicBezTo>
                      <a:cubicBezTo>
                        <a:pt x="664318" y="315613"/>
                        <a:pt x="664641" y="313678"/>
                        <a:pt x="664641" y="312065"/>
                      </a:cubicBezTo>
                      <a:cubicBezTo>
                        <a:pt x="664641" y="310453"/>
                        <a:pt x="664641" y="309163"/>
                        <a:pt x="664318" y="308196"/>
                      </a:cubicBezTo>
                      <a:cubicBezTo>
                        <a:pt x="663673" y="306261"/>
                        <a:pt x="663351" y="305293"/>
                        <a:pt x="663028" y="304649"/>
                      </a:cubicBezTo>
                      <a:cubicBezTo>
                        <a:pt x="662706" y="304971"/>
                        <a:pt x="662061" y="305293"/>
                        <a:pt x="661094" y="306261"/>
                      </a:cubicBezTo>
                      <a:cubicBezTo>
                        <a:pt x="659481" y="307873"/>
                        <a:pt x="656902" y="307873"/>
                        <a:pt x="655289" y="306261"/>
                      </a:cubicBezTo>
                      <a:cubicBezTo>
                        <a:pt x="653677" y="304649"/>
                        <a:pt x="653677" y="302069"/>
                        <a:pt x="655289" y="300457"/>
                      </a:cubicBezTo>
                      <a:cubicBezTo>
                        <a:pt x="657224" y="298522"/>
                        <a:pt x="660126" y="295942"/>
                        <a:pt x="663351" y="295942"/>
                      </a:cubicBezTo>
                      <a:cubicBezTo>
                        <a:pt x="669478" y="295942"/>
                        <a:pt x="671413" y="303359"/>
                        <a:pt x="672057" y="305939"/>
                      </a:cubicBezTo>
                      <a:cubicBezTo>
                        <a:pt x="672380" y="307873"/>
                        <a:pt x="672702" y="309808"/>
                        <a:pt x="672702" y="312065"/>
                      </a:cubicBezTo>
                      <a:cubicBezTo>
                        <a:pt x="672702" y="314323"/>
                        <a:pt x="672380" y="316580"/>
                        <a:pt x="672057" y="319159"/>
                      </a:cubicBezTo>
                      <a:cubicBezTo>
                        <a:pt x="671413" y="321094"/>
                        <a:pt x="669800" y="322707"/>
                        <a:pt x="667866" y="322707"/>
                      </a:cubicBezTo>
                      <a:close/>
                      <a:moveTo>
                        <a:pt x="941316" y="315613"/>
                      </a:moveTo>
                      <a:cubicBezTo>
                        <a:pt x="940348" y="315613"/>
                        <a:pt x="939381" y="315290"/>
                        <a:pt x="938736" y="314645"/>
                      </a:cubicBezTo>
                      <a:cubicBezTo>
                        <a:pt x="937123" y="313355"/>
                        <a:pt x="936801" y="310776"/>
                        <a:pt x="938091" y="308841"/>
                      </a:cubicBezTo>
                      <a:cubicBezTo>
                        <a:pt x="943573" y="302069"/>
                        <a:pt x="950667" y="298844"/>
                        <a:pt x="959051" y="298844"/>
                      </a:cubicBezTo>
                      <a:cubicBezTo>
                        <a:pt x="960986" y="298844"/>
                        <a:pt x="962921" y="298844"/>
                        <a:pt x="964855" y="298844"/>
                      </a:cubicBezTo>
                      <a:cubicBezTo>
                        <a:pt x="967113" y="298844"/>
                        <a:pt x="969048" y="300457"/>
                        <a:pt x="969048" y="302714"/>
                      </a:cubicBezTo>
                      <a:cubicBezTo>
                        <a:pt x="969048" y="304971"/>
                        <a:pt x="967435" y="306906"/>
                        <a:pt x="965178" y="306906"/>
                      </a:cubicBezTo>
                      <a:cubicBezTo>
                        <a:pt x="962921" y="306906"/>
                        <a:pt x="960986" y="306906"/>
                        <a:pt x="958729" y="306906"/>
                      </a:cubicBezTo>
                      <a:cubicBezTo>
                        <a:pt x="952924" y="306906"/>
                        <a:pt x="947765" y="309163"/>
                        <a:pt x="943895" y="314000"/>
                      </a:cubicBezTo>
                      <a:cubicBezTo>
                        <a:pt x="943895" y="315290"/>
                        <a:pt x="942605" y="315613"/>
                        <a:pt x="941316" y="315613"/>
                      </a:cubicBezTo>
                      <a:close/>
                      <a:moveTo>
                        <a:pt x="1002584" y="301102"/>
                      </a:moveTo>
                      <a:cubicBezTo>
                        <a:pt x="1000971" y="301102"/>
                        <a:pt x="999359" y="299812"/>
                        <a:pt x="998714" y="298199"/>
                      </a:cubicBezTo>
                      <a:cubicBezTo>
                        <a:pt x="998069" y="295942"/>
                        <a:pt x="999359" y="293685"/>
                        <a:pt x="1001616" y="293362"/>
                      </a:cubicBezTo>
                      <a:cubicBezTo>
                        <a:pt x="1003874" y="292717"/>
                        <a:pt x="1006131" y="292073"/>
                        <a:pt x="1008066" y="291428"/>
                      </a:cubicBezTo>
                      <a:cubicBezTo>
                        <a:pt x="1009678" y="290783"/>
                        <a:pt x="1014193" y="289493"/>
                        <a:pt x="1014193" y="279496"/>
                      </a:cubicBezTo>
                      <a:cubicBezTo>
                        <a:pt x="1014193" y="277239"/>
                        <a:pt x="1015805" y="275304"/>
                        <a:pt x="1018062" y="275304"/>
                      </a:cubicBezTo>
                      <a:cubicBezTo>
                        <a:pt x="1018062" y="275304"/>
                        <a:pt x="1018062" y="275304"/>
                        <a:pt x="1018062" y="275304"/>
                      </a:cubicBezTo>
                      <a:cubicBezTo>
                        <a:pt x="1020319" y="275304"/>
                        <a:pt x="1021932" y="276917"/>
                        <a:pt x="1021932" y="279174"/>
                      </a:cubicBezTo>
                      <a:cubicBezTo>
                        <a:pt x="1021932" y="292395"/>
                        <a:pt x="1015482" y="297232"/>
                        <a:pt x="1010323" y="299167"/>
                      </a:cubicBezTo>
                      <a:cubicBezTo>
                        <a:pt x="1008066" y="299812"/>
                        <a:pt x="1005808" y="300457"/>
                        <a:pt x="1003551" y="301424"/>
                      </a:cubicBezTo>
                      <a:cubicBezTo>
                        <a:pt x="1003229" y="301102"/>
                        <a:pt x="1002906" y="301102"/>
                        <a:pt x="1002584" y="301102"/>
                      </a:cubicBezTo>
                      <a:close/>
                      <a:moveTo>
                        <a:pt x="918098" y="271757"/>
                      </a:moveTo>
                      <a:cubicBezTo>
                        <a:pt x="916163" y="271757"/>
                        <a:pt x="914229" y="270145"/>
                        <a:pt x="914229" y="268210"/>
                      </a:cubicBezTo>
                      <a:cubicBezTo>
                        <a:pt x="913906" y="265953"/>
                        <a:pt x="915518" y="264018"/>
                        <a:pt x="917776" y="263696"/>
                      </a:cubicBezTo>
                      <a:cubicBezTo>
                        <a:pt x="924870" y="263051"/>
                        <a:pt x="932609" y="260471"/>
                        <a:pt x="941638" y="255634"/>
                      </a:cubicBezTo>
                      <a:cubicBezTo>
                        <a:pt x="943573" y="254667"/>
                        <a:pt x="946152" y="255312"/>
                        <a:pt x="947120" y="257246"/>
                      </a:cubicBezTo>
                      <a:cubicBezTo>
                        <a:pt x="948087" y="259181"/>
                        <a:pt x="947442" y="261761"/>
                        <a:pt x="945508" y="262728"/>
                      </a:cubicBezTo>
                      <a:cubicBezTo>
                        <a:pt x="935511" y="267888"/>
                        <a:pt x="926805" y="270790"/>
                        <a:pt x="918743" y="271757"/>
                      </a:cubicBezTo>
                      <a:cubicBezTo>
                        <a:pt x="918421" y="271757"/>
                        <a:pt x="918098" y="271757"/>
                        <a:pt x="918098" y="271757"/>
                      </a:cubicBezTo>
                      <a:close/>
                      <a:moveTo>
                        <a:pt x="885852" y="256601"/>
                      </a:moveTo>
                      <a:cubicBezTo>
                        <a:pt x="884562" y="256601"/>
                        <a:pt x="883272" y="255956"/>
                        <a:pt x="882627" y="254667"/>
                      </a:cubicBezTo>
                      <a:cubicBezTo>
                        <a:pt x="878113" y="248217"/>
                        <a:pt x="874565" y="239188"/>
                        <a:pt x="872308" y="228547"/>
                      </a:cubicBezTo>
                      <a:cubicBezTo>
                        <a:pt x="871663" y="226290"/>
                        <a:pt x="873275" y="224355"/>
                        <a:pt x="875210" y="223710"/>
                      </a:cubicBezTo>
                      <a:cubicBezTo>
                        <a:pt x="877468" y="223065"/>
                        <a:pt x="879402" y="224677"/>
                        <a:pt x="880047" y="226612"/>
                      </a:cubicBezTo>
                      <a:cubicBezTo>
                        <a:pt x="882304" y="236286"/>
                        <a:pt x="885207" y="244348"/>
                        <a:pt x="889076" y="250152"/>
                      </a:cubicBezTo>
                      <a:cubicBezTo>
                        <a:pt x="890366" y="252087"/>
                        <a:pt x="889721" y="254344"/>
                        <a:pt x="888109" y="255634"/>
                      </a:cubicBezTo>
                      <a:cubicBezTo>
                        <a:pt x="887464" y="256601"/>
                        <a:pt x="886497" y="256601"/>
                        <a:pt x="885852" y="256601"/>
                      </a:cubicBezTo>
                      <a:close/>
                      <a:moveTo>
                        <a:pt x="1004196" y="250152"/>
                      </a:moveTo>
                      <a:cubicBezTo>
                        <a:pt x="1003874" y="250152"/>
                        <a:pt x="1003229" y="250152"/>
                        <a:pt x="1002906" y="249830"/>
                      </a:cubicBezTo>
                      <a:cubicBezTo>
                        <a:pt x="997747" y="247895"/>
                        <a:pt x="988073" y="247895"/>
                        <a:pt x="978399" y="249507"/>
                      </a:cubicBezTo>
                      <a:cubicBezTo>
                        <a:pt x="976142" y="249830"/>
                        <a:pt x="974207" y="248540"/>
                        <a:pt x="973884" y="246283"/>
                      </a:cubicBezTo>
                      <a:cubicBezTo>
                        <a:pt x="973562" y="244025"/>
                        <a:pt x="974852" y="242090"/>
                        <a:pt x="977109" y="241768"/>
                      </a:cubicBezTo>
                      <a:cubicBezTo>
                        <a:pt x="988395" y="239833"/>
                        <a:pt x="999037" y="240156"/>
                        <a:pt x="1005486" y="242413"/>
                      </a:cubicBezTo>
                      <a:cubicBezTo>
                        <a:pt x="1007743" y="243058"/>
                        <a:pt x="1008711" y="245315"/>
                        <a:pt x="1008066" y="247572"/>
                      </a:cubicBezTo>
                      <a:cubicBezTo>
                        <a:pt x="1007421" y="248862"/>
                        <a:pt x="1006131" y="250152"/>
                        <a:pt x="1004196" y="250152"/>
                      </a:cubicBezTo>
                      <a:close/>
                      <a:moveTo>
                        <a:pt x="873275" y="194688"/>
                      </a:moveTo>
                      <a:cubicBezTo>
                        <a:pt x="872953" y="194688"/>
                        <a:pt x="872953" y="194688"/>
                        <a:pt x="873275" y="194688"/>
                      </a:cubicBezTo>
                      <a:cubicBezTo>
                        <a:pt x="870696" y="194366"/>
                        <a:pt x="869083" y="192431"/>
                        <a:pt x="869406" y="190496"/>
                      </a:cubicBezTo>
                      <a:cubicBezTo>
                        <a:pt x="869728" y="185982"/>
                        <a:pt x="870373" y="182757"/>
                        <a:pt x="871341" y="180500"/>
                      </a:cubicBezTo>
                      <a:cubicBezTo>
                        <a:pt x="871986" y="179210"/>
                        <a:pt x="871986" y="177597"/>
                        <a:pt x="871986" y="175663"/>
                      </a:cubicBezTo>
                      <a:lnTo>
                        <a:pt x="871986" y="173405"/>
                      </a:lnTo>
                      <a:cubicBezTo>
                        <a:pt x="871986" y="169858"/>
                        <a:pt x="872308" y="166311"/>
                        <a:pt x="874565" y="162442"/>
                      </a:cubicBezTo>
                      <a:cubicBezTo>
                        <a:pt x="875855" y="160507"/>
                        <a:pt x="878113" y="159862"/>
                        <a:pt x="880047" y="161152"/>
                      </a:cubicBezTo>
                      <a:cubicBezTo>
                        <a:pt x="881982" y="162442"/>
                        <a:pt x="882627" y="164699"/>
                        <a:pt x="881337" y="166634"/>
                      </a:cubicBezTo>
                      <a:cubicBezTo>
                        <a:pt x="880047" y="168568"/>
                        <a:pt x="879725" y="170503"/>
                        <a:pt x="879725" y="173405"/>
                      </a:cubicBezTo>
                      <a:lnTo>
                        <a:pt x="879725" y="175663"/>
                      </a:lnTo>
                      <a:cubicBezTo>
                        <a:pt x="879725" y="177920"/>
                        <a:pt x="879725" y="180822"/>
                        <a:pt x="878435" y="183724"/>
                      </a:cubicBezTo>
                      <a:cubicBezTo>
                        <a:pt x="878113" y="184047"/>
                        <a:pt x="877468" y="185982"/>
                        <a:pt x="877145" y="191141"/>
                      </a:cubicBezTo>
                      <a:cubicBezTo>
                        <a:pt x="877145" y="193076"/>
                        <a:pt x="875210" y="194688"/>
                        <a:pt x="873275" y="194688"/>
                      </a:cubicBezTo>
                      <a:close/>
                      <a:moveTo>
                        <a:pt x="910681" y="152123"/>
                      </a:moveTo>
                      <a:cubicBezTo>
                        <a:pt x="909069" y="152123"/>
                        <a:pt x="907457" y="151155"/>
                        <a:pt x="906812" y="149543"/>
                      </a:cubicBezTo>
                      <a:cubicBezTo>
                        <a:pt x="906167" y="147608"/>
                        <a:pt x="907134" y="145029"/>
                        <a:pt x="909069" y="144384"/>
                      </a:cubicBezTo>
                      <a:cubicBezTo>
                        <a:pt x="916163" y="141482"/>
                        <a:pt x="924225" y="137934"/>
                        <a:pt x="932931" y="133420"/>
                      </a:cubicBezTo>
                      <a:cubicBezTo>
                        <a:pt x="934866" y="132453"/>
                        <a:pt x="937446" y="133097"/>
                        <a:pt x="938413" y="135032"/>
                      </a:cubicBezTo>
                      <a:cubicBezTo>
                        <a:pt x="939381" y="136967"/>
                        <a:pt x="938736" y="139547"/>
                        <a:pt x="936801" y="140514"/>
                      </a:cubicBezTo>
                      <a:cubicBezTo>
                        <a:pt x="927772" y="145029"/>
                        <a:pt x="919388" y="148898"/>
                        <a:pt x="911971" y="151800"/>
                      </a:cubicBezTo>
                      <a:cubicBezTo>
                        <a:pt x="911649" y="152123"/>
                        <a:pt x="911004" y="152123"/>
                        <a:pt x="910681" y="152123"/>
                      </a:cubicBezTo>
                      <a:close/>
                      <a:moveTo>
                        <a:pt x="967435" y="122134"/>
                      </a:moveTo>
                      <a:cubicBezTo>
                        <a:pt x="966145" y="122134"/>
                        <a:pt x="964855" y="121489"/>
                        <a:pt x="963888" y="120199"/>
                      </a:cubicBezTo>
                      <a:cubicBezTo>
                        <a:pt x="962598" y="118264"/>
                        <a:pt x="963243" y="115684"/>
                        <a:pt x="965178" y="114717"/>
                      </a:cubicBezTo>
                      <a:cubicBezTo>
                        <a:pt x="973239" y="109557"/>
                        <a:pt x="980656" y="104398"/>
                        <a:pt x="987105" y="99561"/>
                      </a:cubicBezTo>
                      <a:cubicBezTo>
                        <a:pt x="989040" y="98271"/>
                        <a:pt x="991298" y="98594"/>
                        <a:pt x="992587" y="100206"/>
                      </a:cubicBezTo>
                      <a:cubicBezTo>
                        <a:pt x="993877" y="102141"/>
                        <a:pt x="993555" y="104398"/>
                        <a:pt x="991942" y="106010"/>
                      </a:cubicBezTo>
                      <a:cubicBezTo>
                        <a:pt x="985493" y="110847"/>
                        <a:pt x="977754" y="116329"/>
                        <a:pt x="969692" y="121489"/>
                      </a:cubicBezTo>
                      <a:cubicBezTo>
                        <a:pt x="968725" y="121811"/>
                        <a:pt x="968080" y="122134"/>
                        <a:pt x="967435" y="122134"/>
                      </a:cubicBezTo>
                      <a:close/>
                      <a:moveTo>
                        <a:pt x="1018385" y="83115"/>
                      </a:moveTo>
                      <a:cubicBezTo>
                        <a:pt x="1017095" y="83115"/>
                        <a:pt x="1015805" y="82470"/>
                        <a:pt x="1014837" y="81180"/>
                      </a:cubicBezTo>
                      <a:cubicBezTo>
                        <a:pt x="1013548" y="79246"/>
                        <a:pt x="1014193" y="76666"/>
                        <a:pt x="1016127" y="75699"/>
                      </a:cubicBezTo>
                      <a:cubicBezTo>
                        <a:pt x="1022577" y="71506"/>
                        <a:pt x="1030638" y="67315"/>
                        <a:pt x="1039990" y="62800"/>
                      </a:cubicBezTo>
                      <a:cubicBezTo>
                        <a:pt x="1041924" y="61833"/>
                        <a:pt x="1044504" y="62800"/>
                        <a:pt x="1045472" y="64735"/>
                      </a:cubicBezTo>
                      <a:cubicBezTo>
                        <a:pt x="1046439" y="66670"/>
                        <a:pt x="1045472" y="69249"/>
                        <a:pt x="1043537" y="70217"/>
                      </a:cubicBezTo>
                      <a:cubicBezTo>
                        <a:pt x="1034508" y="74731"/>
                        <a:pt x="1026446" y="78923"/>
                        <a:pt x="1020319" y="82793"/>
                      </a:cubicBezTo>
                      <a:cubicBezTo>
                        <a:pt x="1019674" y="83115"/>
                        <a:pt x="1019030" y="83115"/>
                        <a:pt x="1018385" y="83115"/>
                      </a:cubicBezTo>
                      <a:close/>
                      <a:moveTo>
                        <a:pt x="1076106" y="55383"/>
                      </a:moveTo>
                      <a:cubicBezTo>
                        <a:pt x="1074494" y="55383"/>
                        <a:pt x="1072881" y="54416"/>
                        <a:pt x="1072236" y="52804"/>
                      </a:cubicBezTo>
                      <a:cubicBezTo>
                        <a:pt x="1071591" y="50869"/>
                        <a:pt x="1072559" y="48289"/>
                        <a:pt x="1074494" y="47644"/>
                      </a:cubicBezTo>
                      <a:cubicBezTo>
                        <a:pt x="1084490" y="43775"/>
                        <a:pt x="1092874" y="41195"/>
                        <a:pt x="1099323" y="39905"/>
                      </a:cubicBezTo>
                      <a:cubicBezTo>
                        <a:pt x="1099646" y="39905"/>
                        <a:pt x="1099968" y="39583"/>
                        <a:pt x="1100291" y="39583"/>
                      </a:cubicBezTo>
                      <a:cubicBezTo>
                        <a:pt x="1102548" y="38938"/>
                        <a:pt x="1104805" y="40228"/>
                        <a:pt x="1105128" y="42485"/>
                      </a:cubicBezTo>
                      <a:cubicBezTo>
                        <a:pt x="1105773" y="44742"/>
                        <a:pt x="1104483" y="46999"/>
                        <a:pt x="1102225" y="47322"/>
                      </a:cubicBezTo>
                      <a:cubicBezTo>
                        <a:pt x="1101903" y="47322"/>
                        <a:pt x="1101258" y="47644"/>
                        <a:pt x="1100936" y="47644"/>
                      </a:cubicBezTo>
                      <a:cubicBezTo>
                        <a:pt x="1095131" y="48934"/>
                        <a:pt x="1086747" y="51514"/>
                        <a:pt x="1077073" y="55061"/>
                      </a:cubicBezTo>
                      <a:cubicBezTo>
                        <a:pt x="1077073" y="55383"/>
                        <a:pt x="1076751" y="55383"/>
                        <a:pt x="1076106" y="55383"/>
                      </a:cubicBezTo>
                      <a:close/>
                      <a:moveTo>
                        <a:pt x="1132537" y="26684"/>
                      </a:moveTo>
                      <a:cubicBezTo>
                        <a:pt x="1131570" y="26684"/>
                        <a:pt x="1130280" y="26362"/>
                        <a:pt x="1129635" y="25394"/>
                      </a:cubicBezTo>
                      <a:cubicBezTo>
                        <a:pt x="1128023" y="23782"/>
                        <a:pt x="1128345" y="21202"/>
                        <a:pt x="1129957" y="19590"/>
                      </a:cubicBezTo>
                      <a:cubicBezTo>
                        <a:pt x="1135762" y="14108"/>
                        <a:pt x="1141889" y="7981"/>
                        <a:pt x="1148983" y="1209"/>
                      </a:cubicBezTo>
                      <a:cubicBezTo>
                        <a:pt x="1150595" y="-403"/>
                        <a:pt x="1153175" y="-403"/>
                        <a:pt x="1154787" y="1209"/>
                      </a:cubicBezTo>
                      <a:cubicBezTo>
                        <a:pt x="1156399" y="2822"/>
                        <a:pt x="1156399" y="5401"/>
                        <a:pt x="1154787" y="7014"/>
                      </a:cubicBezTo>
                      <a:cubicBezTo>
                        <a:pt x="1147693" y="14108"/>
                        <a:pt x="1141244" y="20235"/>
                        <a:pt x="1135439" y="25717"/>
                      </a:cubicBezTo>
                      <a:cubicBezTo>
                        <a:pt x="1134472" y="26362"/>
                        <a:pt x="1133505" y="26684"/>
                        <a:pt x="1132537" y="26684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Freeform: Shape 188">
                  <a:extLst>
                    <a:ext uri="{FF2B5EF4-FFF2-40B4-BE49-F238E27FC236}">
                      <a16:creationId xmlns:a16="http://schemas.microsoft.com/office/drawing/2014/main" id="{4FBEA387-3E05-7B35-1103-6C181D9D70F6}"/>
                    </a:ext>
                  </a:extLst>
                </p:cNvPr>
                <p:cNvSpPr/>
                <p:nvPr/>
              </p:nvSpPr>
              <p:spPr>
                <a:xfrm>
                  <a:off x="5607185" y="2668640"/>
                  <a:ext cx="32246" cy="32246"/>
                </a:xfrm>
                <a:custGeom>
                  <a:avLst/>
                  <a:gdLst>
                    <a:gd name="connsiteX0" fmla="*/ 4074 w 0"/>
                    <a:gd name="connsiteY0" fmla="*/ 26242 h 0"/>
                    <a:gd name="connsiteX1" fmla="*/ 1172 w 0"/>
                    <a:gd name="connsiteY1" fmla="*/ 24952 h 0"/>
                    <a:gd name="connsiteX2" fmla="*/ 1494 w 0"/>
                    <a:gd name="connsiteY2" fmla="*/ 19147 h 0"/>
                    <a:gd name="connsiteX3" fmla="*/ 6654 w 0"/>
                    <a:gd name="connsiteY3" fmla="*/ 14310 h 0"/>
                    <a:gd name="connsiteX4" fmla="*/ 3106 w 0"/>
                    <a:gd name="connsiteY4" fmla="*/ 8506 h 0"/>
                    <a:gd name="connsiteX5" fmla="*/ 1817 w 0"/>
                    <a:gd name="connsiteY5" fmla="*/ 5926 h 0"/>
                    <a:gd name="connsiteX6" fmla="*/ 3429 w 0"/>
                    <a:gd name="connsiteY6" fmla="*/ 444 h 0"/>
                    <a:gd name="connsiteX7" fmla="*/ 8911 w 0"/>
                    <a:gd name="connsiteY7" fmla="*/ 2057 h 0"/>
                    <a:gd name="connsiteX8" fmla="*/ 10523 w 0"/>
                    <a:gd name="connsiteY8" fmla="*/ 5604 h 0"/>
                    <a:gd name="connsiteX9" fmla="*/ 14070 w 0"/>
                    <a:gd name="connsiteY9" fmla="*/ 9151 h 0"/>
                    <a:gd name="connsiteX10" fmla="*/ 23744 w 0"/>
                    <a:gd name="connsiteY10" fmla="*/ 9474 h 0"/>
                    <a:gd name="connsiteX11" fmla="*/ 16327 w 0"/>
                    <a:gd name="connsiteY11" fmla="*/ 15923 h 0"/>
                    <a:gd name="connsiteX12" fmla="*/ 6654 w 0"/>
                    <a:gd name="connsiteY12" fmla="*/ 24952 h 0"/>
                    <a:gd name="connsiteX13" fmla="*/ 4074 w 0"/>
                    <a:gd name="connsiteY13" fmla="*/ 2624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4074" y="26242"/>
                      </a:moveTo>
                      <a:cubicBezTo>
                        <a:pt x="3106" y="26242"/>
                        <a:pt x="1817" y="25919"/>
                        <a:pt x="1172" y="24952"/>
                      </a:cubicBezTo>
                      <a:cubicBezTo>
                        <a:pt x="-441" y="23340"/>
                        <a:pt x="-441" y="20760"/>
                        <a:pt x="1494" y="19147"/>
                      </a:cubicBezTo>
                      <a:cubicBezTo>
                        <a:pt x="3106" y="17535"/>
                        <a:pt x="5041" y="15923"/>
                        <a:pt x="6654" y="14310"/>
                      </a:cubicBezTo>
                      <a:cubicBezTo>
                        <a:pt x="4719" y="12698"/>
                        <a:pt x="3751" y="10441"/>
                        <a:pt x="3106" y="8506"/>
                      </a:cubicBezTo>
                      <a:cubicBezTo>
                        <a:pt x="2784" y="7539"/>
                        <a:pt x="2462" y="6894"/>
                        <a:pt x="1817" y="5926"/>
                      </a:cubicBezTo>
                      <a:cubicBezTo>
                        <a:pt x="849" y="3992"/>
                        <a:pt x="1494" y="1412"/>
                        <a:pt x="3429" y="444"/>
                      </a:cubicBezTo>
                      <a:cubicBezTo>
                        <a:pt x="5364" y="-523"/>
                        <a:pt x="7943" y="122"/>
                        <a:pt x="8911" y="2057"/>
                      </a:cubicBezTo>
                      <a:cubicBezTo>
                        <a:pt x="9556" y="3347"/>
                        <a:pt x="9878" y="4314"/>
                        <a:pt x="10523" y="5604"/>
                      </a:cubicBezTo>
                      <a:cubicBezTo>
                        <a:pt x="11813" y="8829"/>
                        <a:pt x="12135" y="9151"/>
                        <a:pt x="14070" y="9151"/>
                      </a:cubicBezTo>
                      <a:lnTo>
                        <a:pt x="23744" y="9474"/>
                      </a:lnTo>
                      <a:lnTo>
                        <a:pt x="16327" y="15923"/>
                      </a:lnTo>
                      <a:cubicBezTo>
                        <a:pt x="13103" y="19147"/>
                        <a:pt x="9556" y="22050"/>
                        <a:pt x="6654" y="24952"/>
                      </a:cubicBezTo>
                      <a:cubicBezTo>
                        <a:pt x="6009" y="25919"/>
                        <a:pt x="5041" y="26242"/>
                        <a:pt x="4074" y="2624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Freeform: Shape 189">
                  <a:extLst>
                    <a:ext uri="{FF2B5EF4-FFF2-40B4-BE49-F238E27FC236}">
                      <a16:creationId xmlns:a16="http://schemas.microsoft.com/office/drawing/2014/main" id="{34EC1E96-E92E-543E-26B9-19AD23B5AF9C}"/>
                    </a:ext>
                  </a:extLst>
                </p:cNvPr>
                <p:cNvSpPr/>
                <p:nvPr/>
              </p:nvSpPr>
              <p:spPr>
                <a:xfrm>
                  <a:off x="5451443" y="2538291"/>
                  <a:ext cx="128986" cy="128986"/>
                </a:xfrm>
                <a:custGeom>
                  <a:avLst/>
                  <a:gdLst>
                    <a:gd name="connsiteX0" fmla="*/ 43729 w 128985"/>
                    <a:gd name="connsiteY0" fmla="*/ 150787 h 128985"/>
                    <a:gd name="connsiteX1" fmla="*/ 39859 w 128985"/>
                    <a:gd name="connsiteY1" fmla="*/ 150465 h 128985"/>
                    <a:gd name="connsiteX2" fmla="*/ 36635 w 128985"/>
                    <a:gd name="connsiteY2" fmla="*/ 145628 h 128985"/>
                    <a:gd name="connsiteX3" fmla="*/ 41472 w 128985"/>
                    <a:gd name="connsiteY3" fmla="*/ 142403 h 128985"/>
                    <a:gd name="connsiteX4" fmla="*/ 43729 w 128985"/>
                    <a:gd name="connsiteY4" fmla="*/ 142726 h 128985"/>
                    <a:gd name="connsiteX5" fmla="*/ 55660 w 128985"/>
                    <a:gd name="connsiteY5" fmla="*/ 136599 h 128985"/>
                    <a:gd name="connsiteX6" fmla="*/ 63077 w 128985"/>
                    <a:gd name="connsiteY6" fmla="*/ 131439 h 128985"/>
                    <a:gd name="connsiteX7" fmla="*/ 68559 w 128985"/>
                    <a:gd name="connsiteY7" fmla="*/ 133052 h 128985"/>
                    <a:gd name="connsiteX8" fmla="*/ 66946 w 128985"/>
                    <a:gd name="connsiteY8" fmla="*/ 138534 h 128985"/>
                    <a:gd name="connsiteX9" fmla="*/ 60175 w 128985"/>
                    <a:gd name="connsiteY9" fmla="*/ 143048 h 128985"/>
                    <a:gd name="connsiteX10" fmla="*/ 43729 w 128985"/>
                    <a:gd name="connsiteY10" fmla="*/ 150787 h 128985"/>
                    <a:gd name="connsiteX11" fmla="*/ 106932 w 128985"/>
                    <a:gd name="connsiteY11" fmla="*/ 148208 h 128985"/>
                    <a:gd name="connsiteX12" fmla="*/ 100160 w 128985"/>
                    <a:gd name="connsiteY12" fmla="*/ 146595 h 128985"/>
                    <a:gd name="connsiteX13" fmla="*/ 97903 w 128985"/>
                    <a:gd name="connsiteY13" fmla="*/ 141436 h 128985"/>
                    <a:gd name="connsiteX14" fmla="*/ 103062 w 128985"/>
                    <a:gd name="connsiteY14" fmla="*/ 139179 h 128985"/>
                    <a:gd name="connsiteX15" fmla="*/ 106932 w 128985"/>
                    <a:gd name="connsiteY15" fmla="*/ 140146 h 128985"/>
                    <a:gd name="connsiteX16" fmla="*/ 116283 w 128985"/>
                    <a:gd name="connsiteY16" fmla="*/ 136276 h 128985"/>
                    <a:gd name="connsiteX17" fmla="*/ 125312 w 128985"/>
                    <a:gd name="connsiteY17" fmla="*/ 131439 h 128985"/>
                    <a:gd name="connsiteX18" fmla="*/ 130794 w 128985"/>
                    <a:gd name="connsiteY18" fmla="*/ 133374 h 128985"/>
                    <a:gd name="connsiteX19" fmla="*/ 128860 w 128985"/>
                    <a:gd name="connsiteY19" fmla="*/ 138856 h 128985"/>
                    <a:gd name="connsiteX20" fmla="*/ 120153 w 128985"/>
                    <a:gd name="connsiteY20" fmla="*/ 143371 h 128985"/>
                    <a:gd name="connsiteX21" fmla="*/ 106932 w 128985"/>
                    <a:gd name="connsiteY21" fmla="*/ 148208 h 128985"/>
                    <a:gd name="connsiteX22" fmla="*/ 54370 w 128985"/>
                    <a:gd name="connsiteY22" fmla="*/ 127892 h 128985"/>
                    <a:gd name="connsiteX23" fmla="*/ 51468 w 128985"/>
                    <a:gd name="connsiteY23" fmla="*/ 126602 h 128985"/>
                    <a:gd name="connsiteX24" fmla="*/ 51790 w 128985"/>
                    <a:gd name="connsiteY24" fmla="*/ 120798 h 128985"/>
                    <a:gd name="connsiteX25" fmla="*/ 55015 w 128985"/>
                    <a:gd name="connsiteY25" fmla="*/ 115316 h 128985"/>
                    <a:gd name="connsiteX26" fmla="*/ 54370 w 128985"/>
                    <a:gd name="connsiteY26" fmla="*/ 113381 h 128985"/>
                    <a:gd name="connsiteX27" fmla="*/ 45664 w 128985"/>
                    <a:gd name="connsiteY27" fmla="*/ 108867 h 128985"/>
                    <a:gd name="connsiteX28" fmla="*/ 42761 w 128985"/>
                    <a:gd name="connsiteY28" fmla="*/ 104030 h 128985"/>
                    <a:gd name="connsiteX29" fmla="*/ 47599 w 128985"/>
                    <a:gd name="connsiteY29" fmla="*/ 101128 h 128985"/>
                    <a:gd name="connsiteX30" fmla="*/ 61142 w 128985"/>
                    <a:gd name="connsiteY30" fmla="*/ 108867 h 128985"/>
                    <a:gd name="connsiteX31" fmla="*/ 63077 w 128985"/>
                    <a:gd name="connsiteY31" fmla="*/ 115316 h 128985"/>
                    <a:gd name="connsiteX32" fmla="*/ 56950 w 128985"/>
                    <a:gd name="connsiteY32" fmla="*/ 126925 h 128985"/>
                    <a:gd name="connsiteX33" fmla="*/ 54370 w 128985"/>
                    <a:gd name="connsiteY33" fmla="*/ 127892 h 128985"/>
                    <a:gd name="connsiteX34" fmla="*/ 54693 w 128985"/>
                    <a:gd name="connsiteY34" fmla="*/ 82425 h 128985"/>
                    <a:gd name="connsiteX35" fmla="*/ 53403 w 128985"/>
                    <a:gd name="connsiteY35" fmla="*/ 82102 h 128985"/>
                    <a:gd name="connsiteX36" fmla="*/ 50823 w 128985"/>
                    <a:gd name="connsiteY36" fmla="*/ 76943 h 128985"/>
                    <a:gd name="connsiteX37" fmla="*/ 51468 w 128985"/>
                    <a:gd name="connsiteY37" fmla="*/ 73718 h 128985"/>
                    <a:gd name="connsiteX38" fmla="*/ 47921 w 128985"/>
                    <a:gd name="connsiteY38" fmla="*/ 64689 h 128985"/>
                    <a:gd name="connsiteX39" fmla="*/ 41149 w 128985"/>
                    <a:gd name="connsiteY39" fmla="*/ 56950 h 128985"/>
                    <a:gd name="connsiteX40" fmla="*/ 41149 w 128985"/>
                    <a:gd name="connsiteY40" fmla="*/ 51146 h 128985"/>
                    <a:gd name="connsiteX41" fmla="*/ 46954 w 128985"/>
                    <a:gd name="connsiteY41" fmla="*/ 51146 h 128985"/>
                    <a:gd name="connsiteX42" fmla="*/ 54693 w 128985"/>
                    <a:gd name="connsiteY42" fmla="*/ 60175 h 128985"/>
                    <a:gd name="connsiteX43" fmla="*/ 59530 w 128985"/>
                    <a:gd name="connsiteY43" fmla="*/ 73718 h 128985"/>
                    <a:gd name="connsiteX44" fmla="*/ 58562 w 128985"/>
                    <a:gd name="connsiteY44" fmla="*/ 79522 h 128985"/>
                    <a:gd name="connsiteX45" fmla="*/ 54693 w 128985"/>
                    <a:gd name="connsiteY45" fmla="*/ 82425 h 128985"/>
                    <a:gd name="connsiteX46" fmla="*/ 14385 w 128985"/>
                    <a:gd name="connsiteY46" fmla="*/ 33733 h 128985"/>
                    <a:gd name="connsiteX47" fmla="*/ 10837 w 128985"/>
                    <a:gd name="connsiteY47" fmla="*/ 31798 h 128985"/>
                    <a:gd name="connsiteX48" fmla="*/ 1808 w 128985"/>
                    <a:gd name="connsiteY48" fmla="*/ 9870 h 128985"/>
                    <a:gd name="connsiteX49" fmla="*/ 196 w 128985"/>
                    <a:gd name="connsiteY49" fmla="*/ 5356 h 128985"/>
                    <a:gd name="connsiteX50" fmla="*/ 2776 w 128985"/>
                    <a:gd name="connsiteY50" fmla="*/ 196 h 128985"/>
                    <a:gd name="connsiteX51" fmla="*/ 7935 w 128985"/>
                    <a:gd name="connsiteY51" fmla="*/ 2776 h 128985"/>
                    <a:gd name="connsiteX52" fmla="*/ 9548 w 128985"/>
                    <a:gd name="connsiteY52" fmla="*/ 7290 h 128985"/>
                    <a:gd name="connsiteX53" fmla="*/ 17932 w 128985"/>
                    <a:gd name="connsiteY53" fmla="*/ 27606 h 128985"/>
                    <a:gd name="connsiteX54" fmla="*/ 16642 w 128985"/>
                    <a:gd name="connsiteY54" fmla="*/ 33088 h 128985"/>
                    <a:gd name="connsiteX55" fmla="*/ 14385 w 128985"/>
                    <a:gd name="connsiteY55" fmla="*/ 33733 h 1289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128985" h="128985">
                      <a:moveTo>
                        <a:pt x="43729" y="150787"/>
                      </a:moveTo>
                      <a:cubicBezTo>
                        <a:pt x="42439" y="150787"/>
                        <a:pt x="41149" y="150787"/>
                        <a:pt x="39859" y="150465"/>
                      </a:cubicBezTo>
                      <a:cubicBezTo>
                        <a:pt x="37602" y="150142"/>
                        <a:pt x="36312" y="147885"/>
                        <a:pt x="36635" y="145628"/>
                      </a:cubicBezTo>
                      <a:cubicBezTo>
                        <a:pt x="36957" y="143371"/>
                        <a:pt x="39214" y="142081"/>
                        <a:pt x="41472" y="142403"/>
                      </a:cubicBezTo>
                      <a:cubicBezTo>
                        <a:pt x="42117" y="142403"/>
                        <a:pt x="43084" y="142726"/>
                        <a:pt x="43729" y="142726"/>
                      </a:cubicBezTo>
                      <a:cubicBezTo>
                        <a:pt x="47276" y="142726"/>
                        <a:pt x="51468" y="139823"/>
                        <a:pt x="55660" y="136599"/>
                      </a:cubicBezTo>
                      <a:cubicBezTo>
                        <a:pt x="57917" y="134986"/>
                        <a:pt x="60497" y="133052"/>
                        <a:pt x="63077" y="131439"/>
                      </a:cubicBezTo>
                      <a:cubicBezTo>
                        <a:pt x="65012" y="130472"/>
                        <a:pt x="67591" y="131117"/>
                        <a:pt x="68559" y="133052"/>
                      </a:cubicBezTo>
                      <a:cubicBezTo>
                        <a:pt x="69526" y="134986"/>
                        <a:pt x="68881" y="137566"/>
                        <a:pt x="66946" y="138534"/>
                      </a:cubicBezTo>
                      <a:cubicBezTo>
                        <a:pt x="64689" y="139823"/>
                        <a:pt x="62432" y="141436"/>
                        <a:pt x="60175" y="143048"/>
                      </a:cubicBezTo>
                      <a:cubicBezTo>
                        <a:pt x="55338" y="146918"/>
                        <a:pt x="50178" y="150787"/>
                        <a:pt x="43729" y="150787"/>
                      </a:cubicBezTo>
                      <a:close/>
                      <a:moveTo>
                        <a:pt x="106932" y="148208"/>
                      </a:moveTo>
                      <a:cubicBezTo>
                        <a:pt x="104997" y="148208"/>
                        <a:pt x="103062" y="147563"/>
                        <a:pt x="100160" y="146595"/>
                      </a:cubicBezTo>
                      <a:cubicBezTo>
                        <a:pt x="98225" y="145628"/>
                        <a:pt x="96936" y="143371"/>
                        <a:pt x="97903" y="141436"/>
                      </a:cubicBezTo>
                      <a:cubicBezTo>
                        <a:pt x="98870" y="139501"/>
                        <a:pt x="101128" y="138211"/>
                        <a:pt x="103062" y="139179"/>
                      </a:cubicBezTo>
                      <a:cubicBezTo>
                        <a:pt x="105320" y="140146"/>
                        <a:pt x="106287" y="140146"/>
                        <a:pt x="106932" y="140146"/>
                      </a:cubicBezTo>
                      <a:cubicBezTo>
                        <a:pt x="109189" y="140146"/>
                        <a:pt x="112091" y="138534"/>
                        <a:pt x="116283" y="136276"/>
                      </a:cubicBezTo>
                      <a:cubicBezTo>
                        <a:pt x="118863" y="134986"/>
                        <a:pt x="121765" y="133052"/>
                        <a:pt x="125312" y="131439"/>
                      </a:cubicBezTo>
                      <a:cubicBezTo>
                        <a:pt x="127247" y="130472"/>
                        <a:pt x="129827" y="131439"/>
                        <a:pt x="130794" y="133374"/>
                      </a:cubicBezTo>
                      <a:cubicBezTo>
                        <a:pt x="131762" y="135309"/>
                        <a:pt x="130794" y="137889"/>
                        <a:pt x="128860" y="138856"/>
                      </a:cubicBezTo>
                      <a:cubicBezTo>
                        <a:pt x="125635" y="140468"/>
                        <a:pt x="122733" y="142081"/>
                        <a:pt x="120153" y="143371"/>
                      </a:cubicBezTo>
                      <a:cubicBezTo>
                        <a:pt x="115316" y="145950"/>
                        <a:pt x="111446" y="148208"/>
                        <a:pt x="106932" y="148208"/>
                      </a:cubicBezTo>
                      <a:close/>
                      <a:moveTo>
                        <a:pt x="54370" y="127892"/>
                      </a:moveTo>
                      <a:cubicBezTo>
                        <a:pt x="53403" y="127892"/>
                        <a:pt x="52113" y="127570"/>
                        <a:pt x="51468" y="126602"/>
                      </a:cubicBezTo>
                      <a:cubicBezTo>
                        <a:pt x="49856" y="124990"/>
                        <a:pt x="50178" y="122410"/>
                        <a:pt x="51790" y="120798"/>
                      </a:cubicBezTo>
                      <a:cubicBezTo>
                        <a:pt x="54048" y="118863"/>
                        <a:pt x="55015" y="116928"/>
                        <a:pt x="55015" y="115316"/>
                      </a:cubicBezTo>
                      <a:cubicBezTo>
                        <a:pt x="55015" y="114671"/>
                        <a:pt x="54693" y="114026"/>
                        <a:pt x="54370" y="113381"/>
                      </a:cubicBezTo>
                      <a:cubicBezTo>
                        <a:pt x="52435" y="110802"/>
                        <a:pt x="49856" y="109834"/>
                        <a:pt x="45664" y="108867"/>
                      </a:cubicBezTo>
                      <a:cubicBezTo>
                        <a:pt x="43406" y="108222"/>
                        <a:pt x="42117" y="106287"/>
                        <a:pt x="42761" y="104030"/>
                      </a:cubicBezTo>
                      <a:cubicBezTo>
                        <a:pt x="43406" y="101773"/>
                        <a:pt x="45341" y="100483"/>
                        <a:pt x="47599" y="101128"/>
                      </a:cubicBezTo>
                      <a:cubicBezTo>
                        <a:pt x="52113" y="102095"/>
                        <a:pt x="57595" y="103385"/>
                        <a:pt x="61142" y="108867"/>
                      </a:cubicBezTo>
                      <a:cubicBezTo>
                        <a:pt x="62432" y="110802"/>
                        <a:pt x="63077" y="113059"/>
                        <a:pt x="63077" y="115316"/>
                      </a:cubicBezTo>
                      <a:cubicBezTo>
                        <a:pt x="63077" y="119508"/>
                        <a:pt x="60820" y="123378"/>
                        <a:pt x="56950" y="126925"/>
                      </a:cubicBezTo>
                      <a:cubicBezTo>
                        <a:pt x="56305" y="127570"/>
                        <a:pt x="55338" y="127892"/>
                        <a:pt x="54370" y="127892"/>
                      </a:cubicBezTo>
                      <a:close/>
                      <a:moveTo>
                        <a:pt x="54693" y="82425"/>
                      </a:moveTo>
                      <a:cubicBezTo>
                        <a:pt x="54370" y="82425"/>
                        <a:pt x="53725" y="82425"/>
                        <a:pt x="53403" y="82102"/>
                      </a:cubicBezTo>
                      <a:cubicBezTo>
                        <a:pt x="51146" y="81457"/>
                        <a:pt x="50178" y="79200"/>
                        <a:pt x="50823" y="76943"/>
                      </a:cubicBezTo>
                      <a:cubicBezTo>
                        <a:pt x="51146" y="75975"/>
                        <a:pt x="51468" y="75008"/>
                        <a:pt x="51468" y="73718"/>
                      </a:cubicBezTo>
                      <a:cubicBezTo>
                        <a:pt x="51468" y="71138"/>
                        <a:pt x="50501" y="68236"/>
                        <a:pt x="47921" y="64689"/>
                      </a:cubicBezTo>
                      <a:cubicBezTo>
                        <a:pt x="46309" y="62432"/>
                        <a:pt x="44051" y="59530"/>
                        <a:pt x="41149" y="56950"/>
                      </a:cubicBezTo>
                      <a:cubicBezTo>
                        <a:pt x="39537" y="55338"/>
                        <a:pt x="39537" y="52758"/>
                        <a:pt x="41149" y="51146"/>
                      </a:cubicBezTo>
                      <a:cubicBezTo>
                        <a:pt x="42761" y="49533"/>
                        <a:pt x="45341" y="49533"/>
                        <a:pt x="46954" y="51146"/>
                      </a:cubicBezTo>
                      <a:cubicBezTo>
                        <a:pt x="50178" y="54370"/>
                        <a:pt x="52758" y="57272"/>
                        <a:pt x="54693" y="60175"/>
                      </a:cubicBezTo>
                      <a:cubicBezTo>
                        <a:pt x="56950" y="63722"/>
                        <a:pt x="59530" y="68236"/>
                        <a:pt x="59530" y="73718"/>
                      </a:cubicBezTo>
                      <a:cubicBezTo>
                        <a:pt x="59530" y="75653"/>
                        <a:pt x="59207" y="77588"/>
                        <a:pt x="58562" y="79522"/>
                      </a:cubicBezTo>
                      <a:cubicBezTo>
                        <a:pt x="57917" y="81457"/>
                        <a:pt x="56305" y="82425"/>
                        <a:pt x="54693" y="82425"/>
                      </a:cubicBezTo>
                      <a:close/>
                      <a:moveTo>
                        <a:pt x="14385" y="33733"/>
                      </a:moveTo>
                      <a:cubicBezTo>
                        <a:pt x="13095" y="33733"/>
                        <a:pt x="11805" y="33088"/>
                        <a:pt x="10837" y="31798"/>
                      </a:cubicBezTo>
                      <a:cubicBezTo>
                        <a:pt x="7935" y="26961"/>
                        <a:pt x="5356" y="20511"/>
                        <a:pt x="1808" y="9870"/>
                      </a:cubicBezTo>
                      <a:lnTo>
                        <a:pt x="196" y="5356"/>
                      </a:lnTo>
                      <a:cubicBezTo>
                        <a:pt x="-449" y="3098"/>
                        <a:pt x="519" y="841"/>
                        <a:pt x="2776" y="196"/>
                      </a:cubicBezTo>
                      <a:cubicBezTo>
                        <a:pt x="5033" y="-449"/>
                        <a:pt x="7290" y="519"/>
                        <a:pt x="7935" y="2776"/>
                      </a:cubicBezTo>
                      <a:lnTo>
                        <a:pt x="9548" y="7290"/>
                      </a:lnTo>
                      <a:cubicBezTo>
                        <a:pt x="13095" y="17287"/>
                        <a:pt x="15352" y="23414"/>
                        <a:pt x="17932" y="27606"/>
                      </a:cubicBezTo>
                      <a:cubicBezTo>
                        <a:pt x="19222" y="29540"/>
                        <a:pt x="18577" y="32120"/>
                        <a:pt x="16642" y="33088"/>
                      </a:cubicBezTo>
                      <a:cubicBezTo>
                        <a:pt x="15674" y="33410"/>
                        <a:pt x="15029" y="33733"/>
                        <a:pt x="14385" y="3373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Freeform: Shape 190">
                  <a:extLst>
                    <a:ext uri="{FF2B5EF4-FFF2-40B4-BE49-F238E27FC236}">
                      <a16:creationId xmlns:a16="http://schemas.microsoft.com/office/drawing/2014/main" id="{B6235AD8-AA12-762A-6B41-28B46EDDA6EE}"/>
                    </a:ext>
                  </a:extLst>
                </p:cNvPr>
                <p:cNvSpPr/>
                <p:nvPr/>
              </p:nvSpPr>
              <p:spPr>
                <a:xfrm>
                  <a:off x="5431324" y="2486570"/>
                  <a:ext cx="32246" cy="32246"/>
                </a:xfrm>
                <a:custGeom>
                  <a:avLst/>
                  <a:gdLst>
                    <a:gd name="connsiteX0" fmla="*/ 20960 w 0"/>
                    <a:gd name="connsiteY0" fmla="*/ 21283 h 0"/>
                    <a:gd name="connsiteX1" fmla="*/ 17091 w 0"/>
                    <a:gd name="connsiteY1" fmla="*/ 18380 h 0"/>
                    <a:gd name="connsiteX2" fmla="*/ 14511 w 0"/>
                    <a:gd name="connsiteY2" fmla="*/ 9029 h 0"/>
                    <a:gd name="connsiteX3" fmla="*/ 5482 w 0"/>
                    <a:gd name="connsiteY3" fmla="*/ 9674 h 0"/>
                    <a:gd name="connsiteX4" fmla="*/ 4192 w 0"/>
                    <a:gd name="connsiteY4" fmla="*/ 9674 h 0"/>
                    <a:gd name="connsiteX5" fmla="*/ 0 w 0"/>
                    <a:gd name="connsiteY5" fmla="*/ 5804 h 0"/>
                    <a:gd name="connsiteX6" fmla="*/ 3870 w 0"/>
                    <a:gd name="connsiteY6" fmla="*/ 1612 h 0"/>
                    <a:gd name="connsiteX7" fmla="*/ 5159 w 0"/>
                    <a:gd name="connsiteY7" fmla="*/ 1612 h 0"/>
                    <a:gd name="connsiteX8" fmla="*/ 14189 w 0"/>
                    <a:gd name="connsiteY8" fmla="*/ 967 h 0"/>
                    <a:gd name="connsiteX9" fmla="*/ 19993 w 0"/>
                    <a:gd name="connsiteY9" fmla="*/ 0 h 0"/>
                    <a:gd name="connsiteX10" fmla="*/ 20960 w 0"/>
                    <a:gd name="connsiteY10" fmla="*/ 3547 h 0"/>
                    <a:gd name="connsiteX11" fmla="*/ 24830 w 0"/>
                    <a:gd name="connsiteY11" fmla="*/ 16446 h 0"/>
                    <a:gd name="connsiteX12" fmla="*/ 21928 w 0"/>
                    <a:gd name="connsiteY12" fmla="*/ 21283 h 0"/>
                    <a:gd name="connsiteX13" fmla="*/ 20960 w 0"/>
                    <a:gd name="connsiteY13" fmla="*/ 21283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20960" y="21283"/>
                      </a:moveTo>
                      <a:cubicBezTo>
                        <a:pt x="19025" y="21283"/>
                        <a:pt x="17413" y="19993"/>
                        <a:pt x="17091" y="18380"/>
                      </a:cubicBezTo>
                      <a:cubicBezTo>
                        <a:pt x="16446" y="15801"/>
                        <a:pt x="15478" y="12576"/>
                        <a:pt x="14511" y="9029"/>
                      </a:cubicBezTo>
                      <a:cubicBezTo>
                        <a:pt x="11286" y="9674"/>
                        <a:pt x="8384" y="9674"/>
                        <a:pt x="5482" y="9674"/>
                      </a:cubicBezTo>
                      <a:lnTo>
                        <a:pt x="4192" y="9674"/>
                      </a:lnTo>
                      <a:cubicBezTo>
                        <a:pt x="1935" y="9996"/>
                        <a:pt x="0" y="8062"/>
                        <a:pt x="0" y="5804"/>
                      </a:cubicBezTo>
                      <a:cubicBezTo>
                        <a:pt x="0" y="3547"/>
                        <a:pt x="1612" y="1612"/>
                        <a:pt x="3870" y="1612"/>
                      </a:cubicBezTo>
                      <a:lnTo>
                        <a:pt x="5159" y="1612"/>
                      </a:lnTo>
                      <a:cubicBezTo>
                        <a:pt x="8384" y="1612"/>
                        <a:pt x="10964" y="1612"/>
                        <a:pt x="14189" y="967"/>
                      </a:cubicBezTo>
                      <a:lnTo>
                        <a:pt x="19993" y="0"/>
                      </a:lnTo>
                      <a:lnTo>
                        <a:pt x="20960" y="3547"/>
                      </a:lnTo>
                      <a:cubicBezTo>
                        <a:pt x="22573" y="8384"/>
                        <a:pt x="23862" y="13221"/>
                        <a:pt x="24830" y="16446"/>
                      </a:cubicBezTo>
                      <a:cubicBezTo>
                        <a:pt x="25475" y="18703"/>
                        <a:pt x="24185" y="20960"/>
                        <a:pt x="21928" y="21283"/>
                      </a:cubicBezTo>
                      <a:cubicBezTo>
                        <a:pt x="21605" y="20960"/>
                        <a:pt x="21283" y="21283"/>
                        <a:pt x="20960" y="2128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Freeform: Shape 191">
                  <a:extLst>
                    <a:ext uri="{FF2B5EF4-FFF2-40B4-BE49-F238E27FC236}">
                      <a16:creationId xmlns:a16="http://schemas.microsoft.com/office/drawing/2014/main" id="{ABFDFCD9-BCBA-D777-6AE0-B6E9D316AE9B}"/>
                    </a:ext>
                  </a:extLst>
                </p:cNvPr>
                <p:cNvSpPr/>
                <p:nvPr/>
              </p:nvSpPr>
              <p:spPr>
                <a:xfrm>
                  <a:off x="4984710" y="2099416"/>
                  <a:ext cx="419204" cy="419204"/>
                </a:xfrm>
                <a:custGeom>
                  <a:avLst/>
                  <a:gdLst>
                    <a:gd name="connsiteX0" fmla="*/ 402758 w 419204"/>
                    <a:gd name="connsiteY0" fmla="*/ 421980 h 419204"/>
                    <a:gd name="connsiteX1" fmla="*/ 394052 w 419204"/>
                    <a:gd name="connsiteY1" fmla="*/ 419723 h 419204"/>
                    <a:gd name="connsiteX2" fmla="*/ 392117 w 419204"/>
                    <a:gd name="connsiteY2" fmla="*/ 414241 h 419204"/>
                    <a:gd name="connsiteX3" fmla="*/ 397599 w 419204"/>
                    <a:gd name="connsiteY3" fmla="*/ 412306 h 419204"/>
                    <a:gd name="connsiteX4" fmla="*/ 402758 w 419204"/>
                    <a:gd name="connsiteY4" fmla="*/ 413919 h 419204"/>
                    <a:gd name="connsiteX5" fmla="*/ 409530 w 419204"/>
                    <a:gd name="connsiteY5" fmla="*/ 408437 h 419204"/>
                    <a:gd name="connsiteX6" fmla="*/ 413077 w 419204"/>
                    <a:gd name="connsiteY6" fmla="*/ 402955 h 419204"/>
                    <a:gd name="connsiteX7" fmla="*/ 418882 w 419204"/>
                    <a:gd name="connsiteY7" fmla="*/ 402632 h 419204"/>
                    <a:gd name="connsiteX8" fmla="*/ 419204 w 419204"/>
                    <a:gd name="connsiteY8" fmla="*/ 408437 h 419204"/>
                    <a:gd name="connsiteX9" fmla="*/ 416624 w 419204"/>
                    <a:gd name="connsiteY9" fmla="*/ 412629 h 419204"/>
                    <a:gd name="connsiteX10" fmla="*/ 402758 w 419204"/>
                    <a:gd name="connsiteY10" fmla="*/ 421980 h 419204"/>
                    <a:gd name="connsiteX11" fmla="*/ 250555 w 419204"/>
                    <a:gd name="connsiteY11" fmla="*/ 390701 h 419204"/>
                    <a:gd name="connsiteX12" fmla="*/ 241849 w 419204"/>
                    <a:gd name="connsiteY12" fmla="*/ 390056 h 419204"/>
                    <a:gd name="connsiteX13" fmla="*/ 238624 w 419204"/>
                    <a:gd name="connsiteY13" fmla="*/ 385219 h 419204"/>
                    <a:gd name="connsiteX14" fmla="*/ 243461 w 419204"/>
                    <a:gd name="connsiteY14" fmla="*/ 381995 h 419204"/>
                    <a:gd name="connsiteX15" fmla="*/ 250877 w 419204"/>
                    <a:gd name="connsiteY15" fmla="*/ 382639 h 419204"/>
                    <a:gd name="connsiteX16" fmla="*/ 260551 w 419204"/>
                    <a:gd name="connsiteY16" fmla="*/ 381027 h 419204"/>
                    <a:gd name="connsiteX17" fmla="*/ 260551 w 419204"/>
                    <a:gd name="connsiteY17" fmla="*/ 379415 h 419204"/>
                    <a:gd name="connsiteX18" fmla="*/ 264099 w 419204"/>
                    <a:gd name="connsiteY18" fmla="*/ 374900 h 419204"/>
                    <a:gd name="connsiteX19" fmla="*/ 268613 w 419204"/>
                    <a:gd name="connsiteY19" fmla="*/ 378447 h 419204"/>
                    <a:gd name="connsiteX20" fmla="*/ 268936 w 419204"/>
                    <a:gd name="connsiteY20" fmla="*/ 381672 h 419204"/>
                    <a:gd name="connsiteX21" fmla="*/ 250555 w 419204"/>
                    <a:gd name="connsiteY21" fmla="*/ 390701 h 419204"/>
                    <a:gd name="connsiteX22" fmla="*/ 396954 w 419204"/>
                    <a:gd name="connsiteY22" fmla="*/ 385542 h 419204"/>
                    <a:gd name="connsiteX23" fmla="*/ 393084 w 419204"/>
                    <a:gd name="connsiteY23" fmla="*/ 382317 h 419204"/>
                    <a:gd name="connsiteX24" fmla="*/ 392762 w 419204"/>
                    <a:gd name="connsiteY24" fmla="*/ 380382 h 419204"/>
                    <a:gd name="connsiteX25" fmla="*/ 390827 w 419204"/>
                    <a:gd name="connsiteY25" fmla="*/ 365871 h 419204"/>
                    <a:gd name="connsiteX26" fmla="*/ 392762 w 419204"/>
                    <a:gd name="connsiteY26" fmla="*/ 355875 h 419204"/>
                    <a:gd name="connsiteX27" fmla="*/ 393729 w 419204"/>
                    <a:gd name="connsiteY27" fmla="*/ 353618 h 419204"/>
                    <a:gd name="connsiteX28" fmla="*/ 398889 w 419204"/>
                    <a:gd name="connsiteY28" fmla="*/ 351360 h 419204"/>
                    <a:gd name="connsiteX29" fmla="*/ 401146 w 419204"/>
                    <a:gd name="connsiteY29" fmla="*/ 356520 h 419204"/>
                    <a:gd name="connsiteX30" fmla="*/ 400179 w 419204"/>
                    <a:gd name="connsiteY30" fmla="*/ 358777 h 419204"/>
                    <a:gd name="connsiteX31" fmla="*/ 398889 w 419204"/>
                    <a:gd name="connsiteY31" fmla="*/ 365549 h 419204"/>
                    <a:gd name="connsiteX32" fmla="*/ 400824 w 419204"/>
                    <a:gd name="connsiteY32" fmla="*/ 378125 h 419204"/>
                    <a:gd name="connsiteX33" fmla="*/ 401146 w 419204"/>
                    <a:gd name="connsiteY33" fmla="*/ 380060 h 419204"/>
                    <a:gd name="connsiteX34" fmla="*/ 397921 w 419204"/>
                    <a:gd name="connsiteY34" fmla="*/ 384897 h 419204"/>
                    <a:gd name="connsiteX35" fmla="*/ 396954 w 419204"/>
                    <a:gd name="connsiteY35" fmla="*/ 385542 h 419204"/>
                    <a:gd name="connsiteX36" fmla="*/ 232820 w 419204"/>
                    <a:gd name="connsiteY36" fmla="*/ 363614 h 419204"/>
                    <a:gd name="connsiteX37" fmla="*/ 230885 w 419204"/>
                    <a:gd name="connsiteY37" fmla="*/ 363292 h 419204"/>
                    <a:gd name="connsiteX38" fmla="*/ 228950 w 419204"/>
                    <a:gd name="connsiteY38" fmla="*/ 357810 h 419204"/>
                    <a:gd name="connsiteX39" fmla="*/ 232175 w 419204"/>
                    <a:gd name="connsiteY39" fmla="*/ 346523 h 419204"/>
                    <a:gd name="connsiteX40" fmla="*/ 234109 w 419204"/>
                    <a:gd name="connsiteY40" fmla="*/ 338462 h 419204"/>
                    <a:gd name="connsiteX41" fmla="*/ 235722 w 419204"/>
                    <a:gd name="connsiteY41" fmla="*/ 333302 h 419204"/>
                    <a:gd name="connsiteX42" fmla="*/ 240559 w 419204"/>
                    <a:gd name="connsiteY42" fmla="*/ 330400 h 419204"/>
                    <a:gd name="connsiteX43" fmla="*/ 243461 w 419204"/>
                    <a:gd name="connsiteY43" fmla="*/ 335237 h 419204"/>
                    <a:gd name="connsiteX44" fmla="*/ 241526 w 419204"/>
                    <a:gd name="connsiteY44" fmla="*/ 341364 h 419204"/>
                    <a:gd name="connsiteX45" fmla="*/ 239914 w 419204"/>
                    <a:gd name="connsiteY45" fmla="*/ 348136 h 419204"/>
                    <a:gd name="connsiteX46" fmla="*/ 235722 w 419204"/>
                    <a:gd name="connsiteY46" fmla="*/ 361357 h 419204"/>
                    <a:gd name="connsiteX47" fmla="*/ 232820 w 419204"/>
                    <a:gd name="connsiteY47" fmla="*/ 363614 h 419204"/>
                    <a:gd name="connsiteX48" fmla="*/ 328914 w 419204"/>
                    <a:gd name="connsiteY48" fmla="*/ 358132 h 419204"/>
                    <a:gd name="connsiteX49" fmla="*/ 321175 w 419204"/>
                    <a:gd name="connsiteY49" fmla="*/ 350716 h 419204"/>
                    <a:gd name="connsiteX50" fmla="*/ 319240 w 419204"/>
                    <a:gd name="connsiteY50" fmla="*/ 345234 h 419204"/>
                    <a:gd name="connsiteX51" fmla="*/ 321497 w 419204"/>
                    <a:gd name="connsiteY51" fmla="*/ 340074 h 419204"/>
                    <a:gd name="connsiteX52" fmla="*/ 326657 w 419204"/>
                    <a:gd name="connsiteY52" fmla="*/ 342331 h 419204"/>
                    <a:gd name="connsiteX53" fmla="*/ 328914 w 419204"/>
                    <a:gd name="connsiteY53" fmla="*/ 348781 h 419204"/>
                    <a:gd name="connsiteX54" fmla="*/ 329559 w 419204"/>
                    <a:gd name="connsiteY54" fmla="*/ 350716 h 419204"/>
                    <a:gd name="connsiteX55" fmla="*/ 342135 w 419204"/>
                    <a:gd name="connsiteY55" fmla="*/ 349748 h 419204"/>
                    <a:gd name="connsiteX56" fmla="*/ 346650 w 419204"/>
                    <a:gd name="connsiteY56" fmla="*/ 353295 h 419204"/>
                    <a:gd name="connsiteX57" fmla="*/ 343102 w 419204"/>
                    <a:gd name="connsiteY57" fmla="*/ 357810 h 419204"/>
                    <a:gd name="connsiteX58" fmla="*/ 328914 w 419204"/>
                    <a:gd name="connsiteY58" fmla="*/ 358132 h 419204"/>
                    <a:gd name="connsiteX59" fmla="*/ 279254 w 419204"/>
                    <a:gd name="connsiteY59" fmla="*/ 350071 h 419204"/>
                    <a:gd name="connsiteX60" fmla="*/ 276675 w 419204"/>
                    <a:gd name="connsiteY60" fmla="*/ 349103 h 419204"/>
                    <a:gd name="connsiteX61" fmla="*/ 276030 w 419204"/>
                    <a:gd name="connsiteY61" fmla="*/ 343621 h 419204"/>
                    <a:gd name="connsiteX62" fmla="*/ 278609 w 419204"/>
                    <a:gd name="connsiteY62" fmla="*/ 341364 h 419204"/>
                    <a:gd name="connsiteX63" fmla="*/ 282479 w 419204"/>
                    <a:gd name="connsiteY63" fmla="*/ 339752 h 419204"/>
                    <a:gd name="connsiteX64" fmla="*/ 293120 w 419204"/>
                    <a:gd name="connsiteY64" fmla="*/ 332335 h 419204"/>
                    <a:gd name="connsiteX65" fmla="*/ 294410 w 419204"/>
                    <a:gd name="connsiteY65" fmla="*/ 329755 h 419204"/>
                    <a:gd name="connsiteX66" fmla="*/ 295378 w 419204"/>
                    <a:gd name="connsiteY66" fmla="*/ 328143 h 419204"/>
                    <a:gd name="connsiteX67" fmla="*/ 300860 w 419204"/>
                    <a:gd name="connsiteY67" fmla="*/ 326531 h 419204"/>
                    <a:gd name="connsiteX68" fmla="*/ 302472 w 419204"/>
                    <a:gd name="connsiteY68" fmla="*/ 332013 h 419204"/>
                    <a:gd name="connsiteX69" fmla="*/ 301504 w 419204"/>
                    <a:gd name="connsiteY69" fmla="*/ 333625 h 419204"/>
                    <a:gd name="connsiteX70" fmla="*/ 299892 w 419204"/>
                    <a:gd name="connsiteY70" fmla="*/ 336527 h 419204"/>
                    <a:gd name="connsiteX71" fmla="*/ 285704 w 419204"/>
                    <a:gd name="connsiteY71" fmla="*/ 347168 h 419204"/>
                    <a:gd name="connsiteX72" fmla="*/ 282157 w 419204"/>
                    <a:gd name="connsiteY72" fmla="*/ 348781 h 419204"/>
                    <a:gd name="connsiteX73" fmla="*/ 279254 w 419204"/>
                    <a:gd name="connsiteY73" fmla="*/ 350071 h 419204"/>
                    <a:gd name="connsiteX74" fmla="*/ 368577 w 419204"/>
                    <a:gd name="connsiteY74" fmla="*/ 332980 h 419204"/>
                    <a:gd name="connsiteX75" fmla="*/ 366320 w 419204"/>
                    <a:gd name="connsiteY75" fmla="*/ 332335 h 419204"/>
                    <a:gd name="connsiteX76" fmla="*/ 365030 w 419204"/>
                    <a:gd name="connsiteY76" fmla="*/ 326853 h 419204"/>
                    <a:gd name="connsiteX77" fmla="*/ 388570 w 419204"/>
                    <a:gd name="connsiteY77" fmla="*/ 316534 h 419204"/>
                    <a:gd name="connsiteX78" fmla="*/ 393407 w 419204"/>
                    <a:gd name="connsiteY78" fmla="*/ 316857 h 419204"/>
                    <a:gd name="connsiteX79" fmla="*/ 396309 w 419204"/>
                    <a:gd name="connsiteY79" fmla="*/ 321694 h 419204"/>
                    <a:gd name="connsiteX80" fmla="*/ 391472 w 419204"/>
                    <a:gd name="connsiteY80" fmla="*/ 324596 h 419204"/>
                    <a:gd name="connsiteX81" fmla="*/ 388248 w 419204"/>
                    <a:gd name="connsiteY81" fmla="*/ 324273 h 419204"/>
                    <a:gd name="connsiteX82" fmla="*/ 388248 w 419204"/>
                    <a:gd name="connsiteY82" fmla="*/ 324273 h 419204"/>
                    <a:gd name="connsiteX83" fmla="*/ 371479 w 419204"/>
                    <a:gd name="connsiteY83" fmla="*/ 331045 h 419204"/>
                    <a:gd name="connsiteX84" fmla="*/ 368577 w 419204"/>
                    <a:gd name="connsiteY84" fmla="*/ 332980 h 419204"/>
                    <a:gd name="connsiteX85" fmla="*/ 241526 w 419204"/>
                    <a:gd name="connsiteY85" fmla="*/ 302023 h 419204"/>
                    <a:gd name="connsiteX86" fmla="*/ 237979 w 419204"/>
                    <a:gd name="connsiteY86" fmla="*/ 299766 h 419204"/>
                    <a:gd name="connsiteX87" fmla="*/ 232820 w 419204"/>
                    <a:gd name="connsiteY87" fmla="*/ 291382 h 419204"/>
                    <a:gd name="connsiteX88" fmla="*/ 222178 w 419204"/>
                    <a:gd name="connsiteY88" fmla="*/ 282353 h 419204"/>
                    <a:gd name="connsiteX89" fmla="*/ 220566 w 419204"/>
                    <a:gd name="connsiteY89" fmla="*/ 276871 h 419204"/>
                    <a:gd name="connsiteX90" fmla="*/ 226048 w 419204"/>
                    <a:gd name="connsiteY90" fmla="*/ 275259 h 419204"/>
                    <a:gd name="connsiteX91" fmla="*/ 239591 w 419204"/>
                    <a:gd name="connsiteY91" fmla="*/ 286545 h 419204"/>
                    <a:gd name="connsiteX92" fmla="*/ 245396 w 419204"/>
                    <a:gd name="connsiteY92" fmla="*/ 296219 h 419204"/>
                    <a:gd name="connsiteX93" fmla="*/ 243461 w 419204"/>
                    <a:gd name="connsiteY93" fmla="*/ 301701 h 419204"/>
                    <a:gd name="connsiteX94" fmla="*/ 241526 w 419204"/>
                    <a:gd name="connsiteY94" fmla="*/ 302023 h 419204"/>
                    <a:gd name="connsiteX95" fmla="*/ 194446 w 419204"/>
                    <a:gd name="connsiteY95" fmla="*/ 261070 h 419204"/>
                    <a:gd name="connsiteX96" fmla="*/ 191222 w 419204"/>
                    <a:gd name="connsiteY96" fmla="*/ 259458 h 419204"/>
                    <a:gd name="connsiteX97" fmla="*/ 175098 w 419204"/>
                    <a:gd name="connsiteY97" fmla="*/ 238820 h 419204"/>
                    <a:gd name="connsiteX98" fmla="*/ 175421 w 419204"/>
                    <a:gd name="connsiteY98" fmla="*/ 233338 h 419204"/>
                    <a:gd name="connsiteX99" fmla="*/ 181225 w 419204"/>
                    <a:gd name="connsiteY99" fmla="*/ 233661 h 419204"/>
                    <a:gd name="connsiteX100" fmla="*/ 197993 w 419204"/>
                    <a:gd name="connsiteY100" fmla="*/ 254943 h 419204"/>
                    <a:gd name="connsiteX101" fmla="*/ 197026 w 419204"/>
                    <a:gd name="connsiteY101" fmla="*/ 260425 h 419204"/>
                    <a:gd name="connsiteX102" fmla="*/ 194446 w 419204"/>
                    <a:gd name="connsiteY102" fmla="*/ 261070 h 419204"/>
                    <a:gd name="connsiteX103" fmla="*/ 163167 w 419204"/>
                    <a:gd name="connsiteY103" fmla="*/ 208831 h 419204"/>
                    <a:gd name="connsiteX104" fmla="*/ 162200 w 419204"/>
                    <a:gd name="connsiteY104" fmla="*/ 208831 h 419204"/>
                    <a:gd name="connsiteX105" fmla="*/ 158975 w 419204"/>
                    <a:gd name="connsiteY105" fmla="*/ 203994 h 419204"/>
                    <a:gd name="connsiteX106" fmla="*/ 160265 w 419204"/>
                    <a:gd name="connsiteY106" fmla="*/ 200124 h 419204"/>
                    <a:gd name="connsiteX107" fmla="*/ 160587 w 419204"/>
                    <a:gd name="connsiteY107" fmla="*/ 199157 h 419204"/>
                    <a:gd name="connsiteX108" fmla="*/ 157040 w 419204"/>
                    <a:gd name="connsiteY108" fmla="*/ 192385 h 419204"/>
                    <a:gd name="connsiteX109" fmla="*/ 151881 w 419204"/>
                    <a:gd name="connsiteY109" fmla="*/ 180777 h 419204"/>
                    <a:gd name="connsiteX110" fmla="*/ 155750 w 419204"/>
                    <a:gd name="connsiteY110" fmla="*/ 176584 h 419204"/>
                    <a:gd name="connsiteX111" fmla="*/ 159942 w 419204"/>
                    <a:gd name="connsiteY111" fmla="*/ 180454 h 419204"/>
                    <a:gd name="connsiteX112" fmla="*/ 163490 w 419204"/>
                    <a:gd name="connsiteY112" fmla="*/ 187871 h 419204"/>
                    <a:gd name="connsiteX113" fmla="*/ 168327 w 419204"/>
                    <a:gd name="connsiteY113" fmla="*/ 199157 h 419204"/>
                    <a:gd name="connsiteX114" fmla="*/ 167359 w 419204"/>
                    <a:gd name="connsiteY114" fmla="*/ 203349 h 419204"/>
                    <a:gd name="connsiteX115" fmla="*/ 166714 w 419204"/>
                    <a:gd name="connsiteY115" fmla="*/ 205606 h 419204"/>
                    <a:gd name="connsiteX116" fmla="*/ 163167 w 419204"/>
                    <a:gd name="connsiteY116" fmla="*/ 208831 h 419204"/>
                    <a:gd name="connsiteX117" fmla="*/ 155428 w 419204"/>
                    <a:gd name="connsiteY117" fmla="*/ 149820 h 419204"/>
                    <a:gd name="connsiteX118" fmla="*/ 151881 w 419204"/>
                    <a:gd name="connsiteY118" fmla="*/ 147885 h 419204"/>
                    <a:gd name="connsiteX119" fmla="*/ 147044 w 419204"/>
                    <a:gd name="connsiteY119" fmla="*/ 140146 h 419204"/>
                    <a:gd name="connsiteX120" fmla="*/ 138982 w 419204"/>
                    <a:gd name="connsiteY120" fmla="*/ 123378 h 419204"/>
                    <a:gd name="connsiteX121" fmla="*/ 142207 w 419204"/>
                    <a:gd name="connsiteY121" fmla="*/ 118863 h 419204"/>
                    <a:gd name="connsiteX122" fmla="*/ 146721 w 419204"/>
                    <a:gd name="connsiteY122" fmla="*/ 122088 h 419204"/>
                    <a:gd name="connsiteX123" fmla="*/ 153493 w 419204"/>
                    <a:gd name="connsiteY123" fmla="*/ 135631 h 419204"/>
                    <a:gd name="connsiteX124" fmla="*/ 158653 w 419204"/>
                    <a:gd name="connsiteY124" fmla="*/ 144016 h 419204"/>
                    <a:gd name="connsiteX125" fmla="*/ 157040 w 419204"/>
                    <a:gd name="connsiteY125" fmla="*/ 149497 h 419204"/>
                    <a:gd name="connsiteX126" fmla="*/ 155428 w 419204"/>
                    <a:gd name="connsiteY126" fmla="*/ 149820 h 419204"/>
                    <a:gd name="connsiteX127" fmla="*/ 107703 w 419204"/>
                    <a:gd name="connsiteY127" fmla="*/ 108544 h 419204"/>
                    <a:gd name="connsiteX128" fmla="*/ 94805 w 419204"/>
                    <a:gd name="connsiteY128" fmla="*/ 104030 h 419204"/>
                    <a:gd name="connsiteX129" fmla="*/ 94482 w 419204"/>
                    <a:gd name="connsiteY129" fmla="*/ 98225 h 419204"/>
                    <a:gd name="connsiteX130" fmla="*/ 100287 w 419204"/>
                    <a:gd name="connsiteY130" fmla="*/ 97903 h 419204"/>
                    <a:gd name="connsiteX131" fmla="*/ 120924 w 419204"/>
                    <a:gd name="connsiteY131" fmla="*/ 97258 h 419204"/>
                    <a:gd name="connsiteX132" fmla="*/ 122859 w 419204"/>
                    <a:gd name="connsiteY132" fmla="*/ 100805 h 419204"/>
                    <a:gd name="connsiteX133" fmla="*/ 124149 w 419204"/>
                    <a:gd name="connsiteY133" fmla="*/ 104675 h 419204"/>
                    <a:gd name="connsiteX134" fmla="*/ 107703 w 419204"/>
                    <a:gd name="connsiteY134" fmla="*/ 108544 h 419204"/>
                    <a:gd name="connsiteX135" fmla="*/ 11286 w 419204"/>
                    <a:gd name="connsiteY135" fmla="*/ 88552 h 419204"/>
                    <a:gd name="connsiteX136" fmla="*/ 7739 w 419204"/>
                    <a:gd name="connsiteY136" fmla="*/ 86617 h 419204"/>
                    <a:gd name="connsiteX137" fmla="*/ 0 w 419204"/>
                    <a:gd name="connsiteY137" fmla="*/ 59207 h 419204"/>
                    <a:gd name="connsiteX138" fmla="*/ 3870 w 419204"/>
                    <a:gd name="connsiteY138" fmla="*/ 55015 h 419204"/>
                    <a:gd name="connsiteX139" fmla="*/ 8062 w 419204"/>
                    <a:gd name="connsiteY139" fmla="*/ 58885 h 419204"/>
                    <a:gd name="connsiteX140" fmla="*/ 14833 w 419204"/>
                    <a:gd name="connsiteY140" fmla="*/ 82425 h 419204"/>
                    <a:gd name="connsiteX141" fmla="*/ 13221 w 419204"/>
                    <a:gd name="connsiteY141" fmla="*/ 87907 h 419204"/>
                    <a:gd name="connsiteX142" fmla="*/ 11286 w 419204"/>
                    <a:gd name="connsiteY142" fmla="*/ 88552 h 419204"/>
                    <a:gd name="connsiteX143" fmla="*/ 65138 w 419204"/>
                    <a:gd name="connsiteY143" fmla="*/ 86294 h 419204"/>
                    <a:gd name="connsiteX144" fmla="*/ 63526 w 419204"/>
                    <a:gd name="connsiteY144" fmla="*/ 85972 h 419204"/>
                    <a:gd name="connsiteX145" fmla="*/ 60301 w 419204"/>
                    <a:gd name="connsiteY145" fmla="*/ 85004 h 419204"/>
                    <a:gd name="connsiteX146" fmla="*/ 55786 w 419204"/>
                    <a:gd name="connsiteY146" fmla="*/ 79845 h 419204"/>
                    <a:gd name="connsiteX147" fmla="*/ 47725 w 419204"/>
                    <a:gd name="connsiteY147" fmla="*/ 83070 h 419204"/>
                    <a:gd name="connsiteX148" fmla="*/ 45145 w 419204"/>
                    <a:gd name="connsiteY148" fmla="*/ 84359 h 419204"/>
                    <a:gd name="connsiteX149" fmla="*/ 39663 w 419204"/>
                    <a:gd name="connsiteY149" fmla="*/ 82425 h 419204"/>
                    <a:gd name="connsiteX150" fmla="*/ 41598 w 419204"/>
                    <a:gd name="connsiteY150" fmla="*/ 76943 h 419204"/>
                    <a:gd name="connsiteX151" fmla="*/ 44178 w 419204"/>
                    <a:gd name="connsiteY151" fmla="*/ 75653 h 419204"/>
                    <a:gd name="connsiteX152" fmla="*/ 57076 w 419204"/>
                    <a:gd name="connsiteY152" fmla="*/ 71461 h 419204"/>
                    <a:gd name="connsiteX153" fmla="*/ 63526 w 419204"/>
                    <a:gd name="connsiteY153" fmla="*/ 77588 h 419204"/>
                    <a:gd name="connsiteX154" fmla="*/ 66428 w 419204"/>
                    <a:gd name="connsiteY154" fmla="*/ 78555 h 419204"/>
                    <a:gd name="connsiteX155" fmla="*/ 68685 w 419204"/>
                    <a:gd name="connsiteY155" fmla="*/ 83715 h 419204"/>
                    <a:gd name="connsiteX156" fmla="*/ 65138 w 419204"/>
                    <a:gd name="connsiteY156" fmla="*/ 86294 h 419204"/>
                    <a:gd name="connsiteX157" fmla="*/ 12254 w 419204"/>
                    <a:gd name="connsiteY157" fmla="*/ 27606 h 419204"/>
                    <a:gd name="connsiteX158" fmla="*/ 9996 w 419204"/>
                    <a:gd name="connsiteY158" fmla="*/ 26961 h 419204"/>
                    <a:gd name="connsiteX159" fmla="*/ 8707 w 419204"/>
                    <a:gd name="connsiteY159" fmla="*/ 21479 h 419204"/>
                    <a:gd name="connsiteX160" fmla="*/ 12254 w 419204"/>
                    <a:gd name="connsiteY160" fmla="*/ 11805 h 419204"/>
                    <a:gd name="connsiteX161" fmla="*/ 11286 w 419204"/>
                    <a:gd name="connsiteY161" fmla="*/ 10193 h 419204"/>
                    <a:gd name="connsiteX162" fmla="*/ 5804 w 419204"/>
                    <a:gd name="connsiteY162" fmla="*/ 8258 h 419204"/>
                    <a:gd name="connsiteX163" fmla="*/ 4837 w 419204"/>
                    <a:gd name="connsiteY163" fmla="*/ 7935 h 419204"/>
                    <a:gd name="connsiteX164" fmla="*/ 2257 w 419204"/>
                    <a:gd name="connsiteY164" fmla="*/ 2776 h 419204"/>
                    <a:gd name="connsiteX165" fmla="*/ 7417 w 419204"/>
                    <a:gd name="connsiteY165" fmla="*/ 196 h 419204"/>
                    <a:gd name="connsiteX166" fmla="*/ 8384 w 419204"/>
                    <a:gd name="connsiteY166" fmla="*/ 519 h 419204"/>
                    <a:gd name="connsiteX167" fmla="*/ 14188 w 419204"/>
                    <a:gd name="connsiteY167" fmla="*/ 2453 h 419204"/>
                    <a:gd name="connsiteX168" fmla="*/ 20638 w 419204"/>
                    <a:gd name="connsiteY168" fmla="*/ 11482 h 419204"/>
                    <a:gd name="connsiteX169" fmla="*/ 15801 w 419204"/>
                    <a:gd name="connsiteY169" fmla="*/ 25348 h 419204"/>
                    <a:gd name="connsiteX170" fmla="*/ 12254 w 419204"/>
                    <a:gd name="connsiteY170" fmla="*/ 27606 h 419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</a:cxnLst>
                  <a:rect l="l" t="t" r="r" b="b"/>
                  <a:pathLst>
                    <a:path w="419204" h="419204">
                      <a:moveTo>
                        <a:pt x="402758" y="421980"/>
                      </a:moveTo>
                      <a:cubicBezTo>
                        <a:pt x="400179" y="421980"/>
                        <a:pt x="397276" y="421335"/>
                        <a:pt x="394052" y="419723"/>
                      </a:cubicBezTo>
                      <a:cubicBezTo>
                        <a:pt x="392117" y="418756"/>
                        <a:pt x="391150" y="416498"/>
                        <a:pt x="392117" y="414241"/>
                      </a:cubicBezTo>
                      <a:cubicBezTo>
                        <a:pt x="393084" y="412306"/>
                        <a:pt x="395342" y="411339"/>
                        <a:pt x="397599" y="412306"/>
                      </a:cubicBezTo>
                      <a:cubicBezTo>
                        <a:pt x="399534" y="413274"/>
                        <a:pt x="401469" y="413919"/>
                        <a:pt x="402758" y="413919"/>
                      </a:cubicBezTo>
                      <a:cubicBezTo>
                        <a:pt x="404371" y="413919"/>
                        <a:pt x="406950" y="413274"/>
                        <a:pt x="409530" y="408437"/>
                      </a:cubicBezTo>
                      <a:cubicBezTo>
                        <a:pt x="410820" y="406179"/>
                        <a:pt x="411787" y="404567"/>
                        <a:pt x="413077" y="402955"/>
                      </a:cubicBezTo>
                      <a:cubicBezTo>
                        <a:pt x="414367" y="401343"/>
                        <a:pt x="416947" y="401020"/>
                        <a:pt x="418882" y="402632"/>
                      </a:cubicBezTo>
                      <a:cubicBezTo>
                        <a:pt x="420494" y="403922"/>
                        <a:pt x="420816" y="406502"/>
                        <a:pt x="419204" y="408437"/>
                      </a:cubicBezTo>
                      <a:cubicBezTo>
                        <a:pt x="418237" y="409404"/>
                        <a:pt x="417269" y="410694"/>
                        <a:pt x="416624" y="412629"/>
                      </a:cubicBezTo>
                      <a:cubicBezTo>
                        <a:pt x="412432" y="420368"/>
                        <a:pt x="406950" y="421980"/>
                        <a:pt x="402758" y="421980"/>
                      </a:cubicBezTo>
                      <a:close/>
                      <a:moveTo>
                        <a:pt x="250555" y="390701"/>
                      </a:moveTo>
                      <a:cubicBezTo>
                        <a:pt x="247653" y="390701"/>
                        <a:pt x="244428" y="390379"/>
                        <a:pt x="241849" y="390056"/>
                      </a:cubicBezTo>
                      <a:cubicBezTo>
                        <a:pt x="239591" y="389734"/>
                        <a:pt x="238301" y="387477"/>
                        <a:pt x="238624" y="385219"/>
                      </a:cubicBezTo>
                      <a:cubicBezTo>
                        <a:pt x="238946" y="382962"/>
                        <a:pt x="241204" y="381672"/>
                        <a:pt x="243461" y="381995"/>
                      </a:cubicBezTo>
                      <a:cubicBezTo>
                        <a:pt x="245718" y="382317"/>
                        <a:pt x="248298" y="382639"/>
                        <a:pt x="250877" y="382639"/>
                      </a:cubicBezTo>
                      <a:cubicBezTo>
                        <a:pt x="256037" y="382639"/>
                        <a:pt x="259584" y="381672"/>
                        <a:pt x="260551" y="381027"/>
                      </a:cubicBezTo>
                      <a:cubicBezTo>
                        <a:pt x="260551" y="380382"/>
                        <a:pt x="260551" y="380060"/>
                        <a:pt x="260551" y="379415"/>
                      </a:cubicBezTo>
                      <a:cubicBezTo>
                        <a:pt x="260229" y="377158"/>
                        <a:pt x="261841" y="375223"/>
                        <a:pt x="264099" y="374900"/>
                      </a:cubicBezTo>
                      <a:cubicBezTo>
                        <a:pt x="266356" y="374578"/>
                        <a:pt x="268291" y="376190"/>
                        <a:pt x="268613" y="378447"/>
                      </a:cubicBezTo>
                      <a:cubicBezTo>
                        <a:pt x="268613" y="379415"/>
                        <a:pt x="268936" y="380705"/>
                        <a:pt x="268936" y="381672"/>
                      </a:cubicBezTo>
                      <a:cubicBezTo>
                        <a:pt x="268613" y="387477"/>
                        <a:pt x="262164" y="390701"/>
                        <a:pt x="250555" y="390701"/>
                      </a:cubicBezTo>
                      <a:close/>
                      <a:moveTo>
                        <a:pt x="396954" y="385542"/>
                      </a:moveTo>
                      <a:cubicBezTo>
                        <a:pt x="395019" y="385542"/>
                        <a:pt x="393407" y="384252"/>
                        <a:pt x="393084" y="382317"/>
                      </a:cubicBezTo>
                      <a:lnTo>
                        <a:pt x="392762" y="380382"/>
                      </a:lnTo>
                      <a:cubicBezTo>
                        <a:pt x="391795" y="375868"/>
                        <a:pt x="390827" y="371031"/>
                        <a:pt x="390827" y="365871"/>
                      </a:cubicBezTo>
                      <a:cubicBezTo>
                        <a:pt x="390827" y="362002"/>
                        <a:pt x="391472" y="358777"/>
                        <a:pt x="392762" y="355875"/>
                      </a:cubicBezTo>
                      <a:lnTo>
                        <a:pt x="393729" y="353618"/>
                      </a:lnTo>
                      <a:cubicBezTo>
                        <a:pt x="394697" y="351683"/>
                        <a:pt x="396954" y="350716"/>
                        <a:pt x="398889" y="351360"/>
                      </a:cubicBezTo>
                      <a:cubicBezTo>
                        <a:pt x="400824" y="352328"/>
                        <a:pt x="401791" y="354585"/>
                        <a:pt x="401146" y="356520"/>
                      </a:cubicBezTo>
                      <a:lnTo>
                        <a:pt x="400179" y="358777"/>
                      </a:lnTo>
                      <a:cubicBezTo>
                        <a:pt x="399211" y="360712"/>
                        <a:pt x="398889" y="362969"/>
                        <a:pt x="398889" y="365549"/>
                      </a:cubicBezTo>
                      <a:cubicBezTo>
                        <a:pt x="398889" y="369741"/>
                        <a:pt x="399856" y="373933"/>
                        <a:pt x="400824" y="378125"/>
                      </a:cubicBezTo>
                      <a:lnTo>
                        <a:pt x="401146" y="380060"/>
                      </a:lnTo>
                      <a:cubicBezTo>
                        <a:pt x="401469" y="382317"/>
                        <a:pt x="400179" y="384252"/>
                        <a:pt x="397921" y="384897"/>
                      </a:cubicBezTo>
                      <a:cubicBezTo>
                        <a:pt x="397599" y="385542"/>
                        <a:pt x="397276" y="385542"/>
                        <a:pt x="396954" y="385542"/>
                      </a:cubicBezTo>
                      <a:close/>
                      <a:moveTo>
                        <a:pt x="232820" y="363614"/>
                      </a:moveTo>
                      <a:cubicBezTo>
                        <a:pt x="232175" y="363614"/>
                        <a:pt x="231530" y="363614"/>
                        <a:pt x="230885" y="363292"/>
                      </a:cubicBezTo>
                      <a:cubicBezTo>
                        <a:pt x="228950" y="362324"/>
                        <a:pt x="227983" y="359745"/>
                        <a:pt x="228950" y="357810"/>
                      </a:cubicBezTo>
                      <a:cubicBezTo>
                        <a:pt x="230885" y="353940"/>
                        <a:pt x="231530" y="350393"/>
                        <a:pt x="232175" y="346523"/>
                      </a:cubicBezTo>
                      <a:cubicBezTo>
                        <a:pt x="232820" y="343944"/>
                        <a:pt x="233142" y="341041"/>
                        <a:pt x="234109" y="338462"/>
                      </a:cubicBezTo>
                      <a:cubicBezTo>
                        <a:pt x="234754" y="336850"/>
                        <a:pt x="235399" y="334915"/>
                        <a:pt x="235722" y="333302"/>
                      </a:cubicBezTo>
                      <a:cubicBezTo>
                        <a:pt x="236367" y="331045"/>
                        <a:pt x="238301" y="329755"/>
                        <a:pt x="240559" y="330400"/>
                      </a:cubicBezTo>
                      <a:cubicBezTo>
                        <a:pt x="242816" y="331045"/>
                        <a:pt x="244106" y="332980"/>
                        <a:pt x="243461" y="335237"/>
                      </a:cubicBezTo>
                      <a:cubicBezTo>
                        <a:pt x="242816" y="337172"/>
                        <a:pt x="242171" y="339429"/>
                        <a:pt x="241526" y="341364"/>
                      </a:cubicBezTo>
                      <a:cubicBezTo>
                        <a:pt x="240881" y="343299"/>
                        <a:pt x="240236" y="345879"/>
                        <a:pt x="239914" y="348136"/>
                      </a:cubicBezTo>
                      <a:cubicBezTo>
                        <a:pt x="239269" y="352328"/>
                        <a:pt x="238301" y="356842"/>
                        <a:pt x="235722" y="361357"/>
                      </a:cubicBezTo>
                      <a:cubicBezTo>
                        <a:pt x="235722" y="362969"/>
                        <a:pt x="234432" y="363614"/>
                        <a:pt x="232820" y="363614"/>
                      </a:cubicBezTo>
                      <a:close/>
                      <a:moveTo>
                        <a:pt x="328914" y="358132"/>
                      </a:moveTo>
                      <a:cubicBezTo>
                        <a:pt x="323755" y="358132"/>
                        <a:pt x="322465" y="353940"/>
                        <a:pt x="321175" y="350716"/>
                      </a:cubicBezTo>
                      <a:cubicBezTo>
                        <a:pt x="320852" y="349103"/>
                        <a:pt x="320207" y="347491"/>
                        <a:pt x="319240" y="345234"/>
                      </a:cubicBezTo>
                      <a:cubicBezTo>
                        <a:pt x="318273" y="343299"/>
                        <a:pt x="319240" y="340719"/>
                        <a:pt x="321497" y="340074"/>
                      </a:cubicBezTo>
                      <a:cubicBezTo>
                        <a:pt x="323432" y="339107"/>
                        <a:pt x="326012" y="340074"/>
                        <a:pt x="326657" y="342331"/>
                      </a:cubicBezTo>
                      <a:cubicBezTo>
                        <a:pt x="327624" y="344911"/>
                        <a:pt x="328269" y="347168"/>
                        <a:pt x="328914" y="348781"/>
                      </a:cubicBezTo>
                      <a:cubicBezTo>
                        <a:pt x="329236" y="349426"/>
                        <a:pt x="329236" y="350071"/>
                        <a:pt x="329559" y="350716"/>
                      </a:cubicBezTo>
                      <a:cubicBezTo>
                        <a:pt x="334073" y="350716"/>
                        <a:pt x="338265" y="350393"/>
                        <a:pt x="342135" y="349748"/>
                      </a:cubicBezTo>
                      <a:cubicBezTo>
                        <a:pt x="344392" y="349426"/>
                        <a:pt x="346327" y="351038"/>
                        <a:pt x="346650" y="353295"/>
                      </a:cubicBezTo>
                      <a:cubicBezTo>
                        <a:pt x="346972" y="355552"/>
                        <a:pt x="345360" y="357487"/>
                        <a:pt x="343102" y="357810"/>
                      </a:cubicBezTo>
                      <a:cubicBezTo>
                        <a:pt x="339233" y="357810"/>
                        <a:pt x="334396" y="358132"/>
                        <a:pt x="328914" y="358132"/>
                      </a:cubicBezTo>
                      <a:close/>
                      <a:moveTo>
                        <a:pt x="279254" y="350071"/>
                      </a:moveTo>
                      <a:cubicBezTo>
                        <a:pt x="278287" y="350071"/>
                        <a:pt x="277320" y="349748"/>
                        <a:pt x="276675" y="349103"/>
                      </a:cubicBezTo>
                      <a:cubicBezTo>
                        <a:pt x="275062" y="347491"/>
                        <a:pt x="274740" y="345234"/>
                        <a:pt x="276030" y="343621"/>
                      </a:cubicBezTo>
                      <a:cubicBezTo>
                        <a:pt x="276675" y="342654"/>
                        <a:pt x="277642" y="342009"/>
                        <a:pt x="278609" y="341364"/>
                      </a:cubicBezTo>
                      <a:cubicBezTo>
                        <a:pt x="279899" y="340719"/>
                        <a:pt x="281189" y="340074"/>
                        <a:pt x="282479" y="339752"/>
                      </a:cubicBezTo>
                      <a:cubicBezTo>
                        <a:pt x="286671" y="337817"/>
                        <a:pt x="290863" y="336205"/>
                        <a:pt x="293120" y="332335"/>
                      </a:cubicBezTo>
                      <a:cubicBezTo>
                        <a:pt x="293765" y="331368"/>
                        <a:pt x="294088" y="330723"/>
                        <a:pt x="294410" y="329755"/>
                      </a:cubicBezTo>
                      <a:lnTo>
                        <a:pt x="295378" y="328143"/>
                      </a:lnTo>
                      <a:cubicBezTo>
                        <a:pt x="296345" y="326208"/>
                        <a:pt x="298925" y="325563"/>
                        <a:pt x="300860" y="326531"/>
                      </a:cubicBezTo>
                      <a:cubicBezTo>
                        <a:pt x="302794" y="327498"/>
                        <a:pt x="303439" y="330078"/>
                        <a:pt x="302472" y="332013"/>
                      </a:cubicBezTo>
                      <a:lnTo>
                        <a:pt x="301504" y="333625"/>
                      </a:lnTo>
                      <a:cubicBezTo>
                        <a:pt x="301182" y="334592"/>
                        <a:pt x="300537" y="335560"/>
                        <a:pt x="299892" y="336527"/>
                      </a:cubicBezTo>
                      <a:cubicBezTo>
                        <a:pt x="296345" y="342654"/>
                        <a:pt x="290541" y="345234"/>
                        <a:pt x="285704" y="347168"/>
                      </a:cubicBezTo>
                      <a:cubicBezTo>
                        <a:pt x="284414" y="347813"/>
                        <a:pt x="283447" y="348136"/>
                        <a:pt x="282157" y="348781"/>
                      </a:cubicBezTo>
                      <a:cubicBezTo>
                        <a:pt x="281512" y="349748"/>
                        <a:pt x="280544" y="350071"/>
                        <a:pt x="279254" y="350071"/>
                      </a:cubicBezTo>
                      <a:close/>
                      <a:moveTo>
                        <a:pt x="368577" y="332980"/>
                      </a:moveTo>
                      <a:cubicBezTo>
                        <a:pt x="367932" y="332980"/>
                        <a:pt x="366965" y="332657"/>
                        <a:pt x="366320" y="332335"/>
                      </a:cubicBezTo>
                      <a:cubicBezTo>
                        <a:pt x="364385" y="331045"/>
                        <a:pt x="364063" y="328788"/>
                        <a:pt x="365030" y="326853"/>
                      </a:cubicBezTo>
                      <a:cubicBezTo>
                        <a:pt x="371802" y="317179"/>
                        <a:pt x="384700" y="316534"/>
                        <a:pt x="388570" y="316534"/>
                      </a:cubicBezTo>
                      <a:cubicBezTo>
                        <a:pt x="390505" y="316534"/>
                        <a:pt x="392117" y="316534"/>
                        <a:pt x="393407" y="316857"/>
                      </a:cubicBezTo>
                      <a:cubicBezTo>
                        <a:pt x="395664" y="317502"/>
                        <a:pt x="396954" y="319436"/>
                        <a:pt x="396309" y="321694"/>
                      </a:cubicBezTo>
                      <a:cubicBezTo>
                        <a:pt x="395664" y="323951"/>
                        <a:pt x="393729" y="325241"/>
                        <a:pt x="391472" y="324596"/>
                      </a:cubicBezTo>
                      <a:cubicBezTo>
                        <a:pt x="390827" y="324596"/>
                        <a:pt x="389860" y="324273"/>
                        <a:pt x="388248" y="324273"/>
                      </a:cubicBezTo>
                      <a:cubicBezTo>
                        <a:pt x="388248" y="324273"/>
                        <a:pt x="388248" y="324273"/>
                        <a:pt x="388248" y="324273"/>
                      </a:cubicBezTo>
                      <a:cubicBezTo>
                        <a:pt x="382443" y="324273"/>
                        <a:pt x="375026" y="325886"/>
                        <a:pt x="371479" y="331045"/>
                      </a:cubicBezTo>
                      <a:cubicBezTo>
                        <a:pt x="370834" y="332335"/>
                        <a:pt x="369545" y="332980"/>
                        <a:pt x="368577" y="332980"/>
                      </a:cubicBezTo>
                      <a:close/>
                      <a:moveTo>
                        <a:pt x="241526" y="302023"/>
                      </a:moveTo>
                      <a:cubicBezTo>
                        <a:pt x="239914" y="302023"/>
                        <a:pt x="238624" y="301056"/>
                        <a:pt x="237979" y="299766"/>
                      </a:cubicBezTo>
                      <a:cubicBezTo>
                        <a:pt x="236689" y="296864"/>
                        <a:pt x="235077" y="294284"/>
                        <a:pt x="232820" y="291382"/>
                      </a:cubicBezTo>
                      <a:cubicBezTo>
                        <a:pt x="230240" y="287835"/>
                        <a:pt x="226693" y="284933"/>
                        <a:pt x="222178" y="282353"/>
                      </a:cubicBezTo>
                      <a:cubicBezTo>
                        <a:pt x="220243" y="281386"/>
                        <a:pt x="219598" y="278806"/>
                        <a:pt x="220566" y="276871"/>
                      </a:cubicBezTo>
                      <a:cubicBezTo>
                        <a:pt x="221533" y="274936"/>
                        <a:pt x="224113" y="274291"/>
                        <a:pt x="226048" y="275259"/>
                      </a:cubicBezTo>
                      <a:cubicBezTo>
                        <a:pt x="231852" y="278483"/>
                        <a:pt x="236367" y="282030"/>
                        <a:pt x="239591" y="286545"/>
                      </a:cubicBezTo>
                      <a:cubicBezTo>
                        <a:pt x="241849" y="289770"/>
                        <a:pt x="244106" y="292994"/>
                        <a:pt x="245396" y="296219"/>
                      </a:cubicBezTo>
                      <a:cubicBezTo>
                        <a:pt x="246363" y="298154"/>
                        <a:pt x="245396" y="300733"/>
                        <a:pt x="243461" y="301701"/>
                      </a:cubicBezTo>
                      <a:cubicBezTo>
                        <a:pt x="242493" y="301701"/>
                        <a:pt x="241849" y="302023"/>
                        <a:pt x="241526" y="302023"/>
                      </a:cubicBezTo>
                      <a:close/>
                      <a:moveTo>
                        <a:pt x="194446" y="261070"/>
                      </a:moveTo>
                      <a:cubicBezTo>
                        <a:pt x="193156" y="261070"/>
                        <a:pt x="191867" y="260425"/>
                        <a:pt x="191222" y="259458"/>
                      </a:cubicBezTo>
                      <a:cubicBezTo>
                        <a:pt x="186062" y="252364"/>
                        <a:pt x="179935" y="244302"/>
                        <a:pt x="175098" y="238820"/>
                      </a:cubicBezTo>
                      <a:cubicBezTo>
                        <a:pt x="173808" y="237208"/>
                        <a:pt x="173808" y="234628"/>
                        <a:pt x="175421" y="233338"/>
                      </a:cubicBezTo>
                      <a:cubicBezTo>
                        <a:pt x="177033" y="232048"/>
                        <a:pt x="179613" y="232048"/>
                        <a:pt x="181225" y="233661"/>
                      </a:cubicBezTo>
                      <a:cubicBezTo>
                        <a:pt x="186385" y="239465"/>
                        <a:pt x="192511" y="247527"/>
                        <a:pt x="197993" y="254943"/>
                      </a:cubicBezTo>
                      <a:cubicBezTo>
                        <a:pt x="199283" y="256878"/>
                        <a:pt x="198961" y="259136"/>
                        <a:pt x="197026" y="260425"/>
                      </a:cubicBezTo>
                      <a:cubicBezTo>
                        <a:pt x="196058" y="261070"/>
                        <a:pt x="195414" y="261070"/>
                        <a:pt x="194446" y="261070"/>
                      </a:cubicBezTo>
                      <a:close/>
                      <a:moveTo>
                        <a:pt x="163167" y="208831"/>
                      </a:moveTo>
                      <a:cubicBezTo>
                        <a:pt x="162845" y="208831"/>
                        <a:pt x="162522" y="208831"/>
                        <a:pt x="162200" y="208831"/>
                      </a:cubicBezTo>
                      <a:cubicBezTo>
                        <a:pt x="159942" y="208509"/>
                        <a:pt x="158653" y="206251"/>
                        <a:pt x="158975" y="203994"/>
                      </a:cubicBezTo>
                      <a:cubicBezTo>
                        <a:pt x="159298" y="202704"/>
                        <a:pt x="159620" y="201414"/>
                        <a:pt x="160265" y="200124"/>
                      </a:cubicBezTo>
                      <a:cubicBezTo>
                        <a:pt x="160265" y="199802"/>
                        <a:pt x="160587" y="199479"/>
                        <a:pt x="160587" y="199157"/>
                      </a:cubicBezTo>
                      <a:cubicBezTo>
                        <a:pt x="160587" y="197222"/>
                        <a:pt x="158975" y="194643"/>
                        <a:pt x="157040" y="192385"/>
                      </a:cubicBezTo>
                      <a:cubicBezTo>
                        <a:pt x="154783" y="189161"/>
                        <a:pt x="152203" y="185291"/>
                        <a:pt x="151881" y="180777"/>
                      </a:cubicBezTo>
                      <a:cubicBezTo>
                        <a:pt x="151881" y="178519"/>
                        <a:pt x="153493" y="176584"/>
                        <a:pt x="155750" y="176584"/>
                      </a:cubicBezTo>
                      <a:cubicBezTo>
                        <a:pt x="158008" y="176584"/>
                        <a:pt x="159942" y="178197"/>
                        <a:pt x="159942" y="180454"/>
                      </a:cubicBezTo>
                      <a:cubicBezTo>
                        <a:pt x="159942" y="182711"/>
                        <a:pt x="161877" y="185291"/>
                        <a:pt x="163490" y="187871"/>
                      </a:cubicBezTo>
                      <a:cubicBezTo>
                        <a:pt x="165747" y="191418"/>
                        <a:pt x="168327" y="194965"/>
                        <a:pt x="168327" y="199157"/>
                      </a:cubicBezTo>
                      <a:cubicBezTo>
                        <a:pt x="168327" y="200769"/>
                        <a:pt x="168004" y="202059"/>
                        <a:pt x="167359" y="203349"/>
                      </a:cubicBezTo>
                      <a:cubicBezTo>
                        <a:pt x="167037" y="203994"/>
                        <a:pt x="166714" y="204961"/>
                        <a:pt x="166714" y="205606"/>
                      </a:cubicBezTo>
                      <a:cubicBezTo>
                        <a:pt x="166714" y="207541"/>
                        <a:pt x="165102" y="208831"/>
                        <a:pt x="163167" y="208831"/>
                      </a:cubicBezTo>
                      <a:close/>
                      <a:moveTo>
                        <a:pt x="155428" y="149820"/>
                      </a:moveTo>
                      <a:cubicBezTo>
                        <a:pt x="154138" y="149820"/>
                        <a:pt x="152526" y="149175"/>
                        <a:pt x="151881" y="147885"/>
                      </a:cubicBezTo>
                      <a:cubicBezTo>
                        <a:pt x="150269" y="144983"/>
                        <a:pt x="148656" y="142403"/>
                        <a:pt x="147044" y="140146"/>
                      </a:cubicBezTo>
                      <a:cubicBezTo>
                        <a:pt x="143497" y="134664"/>
                        <a:pt x="139950" y="129827"/>
                        <a:pt x="138982" y="123378"/>
                      </a:cubicBezTo>
                      <a:cubicBezTo>
                        <a:pt x="138660" y="121120"/>
                        <a:pt x="139950" y="119186"/>
                        <a:pt x="142207" y="118863"/>
                      </a:cubicBezTo>
                      <a:cubicBezTo>
                        <a:pt x="144464" y="118541"/>
                        <a:pt x="146399" y="119831"/>
                        <a:pt x="146721" y="122088"/>
                      </a:cubicBezTo>
                      <a:cubicBezTo>
                        <a:pt x="147689" y="126602"/>
                        <a:pt x="150269" y="130795"/>
                        <a:pt x="153493" y="135631"/>
                      </a:cubicBezTo>
                      <a:cubicBezTo>
                        <a:pt x="155105" y="138211"/>
                        <a:pt x="157040" y="140791"/>
                        <a:pt x="158653" y="144016"/>
                      </a:cubicBezTo>
                      <a:cubicBezTo>
                        <a:pt x="159620" y="145950"/>
                        <a:pt x="158975" y="148530"/>
                        <a:pt x="157040" y="149497"/>
                      </a:cubicBezTo>
                      <a:cubicBezTo>
                        <a:pt x="156718" y="149497"/>
                        <a:pt x="156073" y="149820"/>
                        <a:pt x="155428" y="149820"/>
                      </a:cubicBezTo>
                      <a:close/>
                      <a:moveTo>
                        <a:pt x="107703" y="108544"/>
                      </a:moveTo>
                      <a:cubicBezTo>
                        <a:pt x="102544" y="108544"/>
                        <a:pt x="98352" y="106932"/>
                        <a:pt x="94805" y="104030"/>
                      </a:cubicBezTo>
                      <a:cubicBezTo>
                        <a:pt x="93192" y="102740"/>
                        <a:pt x="92870" y="100160"/>
                        <a:pt x="94482" y="98225"/>
                      </a:cubicBezTo>
                      <a:cubicBezTo>
                        <a:pt x="95772" y="96613"/>
                        <a:pt x="98352" y="96291"/>
                        <a:pt x="100287" y="97903"/>
                      </a:cubicBezTo>
                      <a:cubicBezTo>
                        <a:pt x="104801" y="101773"/>
                        <a:pt x="111250" y="101450"/>
                        <a:pt x="120924" y="97258"/>
                      </a:cubicBezTo>
                      <a:lnTo>
                        <a:pt x="122859" y="100805"/>
                      </a:lnTo>
                      <a:lnTo>
                        <a:pt x="124149" y="104675"/>
                      </a:lnTo>
                      <a:cubicBezTo>
                        <a:pt x="117377" y="106932"/>
                        <a:pt x="112218" y="108544"/>
                        <a:pt x="107703" y="108544"/>
                      </a:cubicBezTo>
                      <a:close/>
                      <a:moveTo>
                        <a:pt x="11286" y="88552"/>
                      </a:moveTo>
                      <a:cubicBezTo>
                        <a:pt x="9996" y="88552"/>
                        <a:pt x="8384" y="87907"/>
                        <a:pt x="7739" y="86617"/>
                      </a:cubicBezTo>
                      <a:cubicBezTo>
                        <a:pt x="3870" y="79845"/>
                        <a:pt x="0" y="68236"/>
                        <a:pt x="0" y="59207"/>
                      </a:cubicBezTo>
                      <a:cubicBezTo>
                        <a:pt x="0" y="56950"/>
                        <a:pt x="1612" y="55015"/>
                        <a:pt x="3870" y="55015"/>
                      </a:cubicBezTo>
                      <a:cubicBezTo>
                        <a:pt x="6127" y="55015"/>
                        <a:pt x="8062" y="56950"/>
                        <a:pt x="8062" y="58885"/>
                      </a:cubicBezTo>
                      <a:cubicBezTo>
                        <a:pt x="8062" y="65979"/>
                        <a:pt x="11609" y="76620"/>
                        <a:pt x="14833" y="82425"/>
                      </a:cubicBezTo>
                      <a:cubicBezTo>
                        <a:pt x="15801" y="84359"/>
                        <a:pt x="15156" y="86939"/>
                        <a:pt x="13221" y="87907"/>
                      </a:cubicBezTo>
                      <a:cubicBezTo>
                        <a:pt x="12899" y="88229"/>
                        <a:pt x="12254" y="88552"/>
                        <a:pt x="11286" y="88552"/>
                      </a:cubicBezTo>
                      <a:close/>
                      <a:moveTo>
                        <a:pt x="65138" y="86294"/>
                      </a:moveTo>
                      <a:cubicBezTo>
                        <a:pt x="64493" y="86294"/>
                        <a:pt x="64170" y="86294"/>
                        <a:pt x="63526" y="85972"/>
                      </a:cubicBezTo>
                      <a:cubicBezTo>
                        <a:pt x="62558" y="85649"/>
                        <a:pt x="61268" y="85327"/>
                        <a:pt x="60301" y="85004"/>
                      </a:cubicBezTo>
                      <a:cubicBezTo>
                        <a:pt x="57721" y="84359"/>
                        <a:pt x="56109" y="82747"/>
                        <a:pt x="55786" y="79845"/>
                      </a:cubicBezTo>
                      <a:cubicBezTo>
                        <a:pt x="54496" y="80167"/>
                        <a:pt x="51917" y="81135"/>
                        <a:pt x="47725" y="83070"/>
                      </a:cubicBezTo>
                      <a:lnTo>
                        <a:pt x="45145" y="84359"/>
                      </a:lnTo>
                      <a:cubicBezTo>
                        <a:pt x="43210" y="85327"/>
                        <a:pt x="40630" y="84359"/>
                        <a:pt x="39663" y="82425"/>
                      </a:cubicBezTo>
                      <a:cubicBezTo>
                        <a:pt x="38696" y="80490"/>
                        <a:pt x="39663" y="77910"/>
                        <a:pt x="41598" y="76943"/>
                      </a:cubicBezTo>
                      <a:lnTo>
                        <a:pt x="44178" y="75653"/>
                      </a:lnTo>
                      <a:cubicBezTo>
                        <a:pt x="50304" y="72751"/>
                        <a:pt x="54496" y="71461"/>
                        <a:pt x="57076" y="71461"/>
                      </a:cubicBezTo>
                      <a:cubicBezTo>
                        <a:pt x="59334" y="71461"/>
                        <a:pt x="62881" y="72106"/>
                        <a:pt x="63526" y="77588"/>
                      </a:cubicBezTo>
                      <a:cubicBezTo>
                        <a:pt x="64493" y="77910"/>
                        <a:pt x="65460" y="78233"/>
                        <a:pt x="66428" y="78555"/>
                      </a:cubicBezTo>
                      <a:cubicBezTo>
                        <a:pt x="68362" y="79523"/>
                        <a:pt x="69330" y="81780"/>
                        <a:pt x="68685" y="83715"/>
                      </a:cubicBezTo>
                      <a:cubicBezTo>
                        <a:pt x="68040" y="85327"/>
                        <a:pt x="66750" y="86294"/>
                        <a:pt x="65138" y="86294"/>
                      </a:cubicBezTo>
                      <a:close/>
                      <a:moveTo>
                        <a:pt x="12254" y="27606"/>
                      </a:moveTo>
                      <a:cubicBezTo>
                        <a:pt x="11609" y="27606"/>
                        <a:pt x="10964" y="27283"/>
                        <a:pt x="9996" y="26961"/>
                      </a:cubicBezTo>
                      <a:cubicBezTo>
                        <a:pt x="8062" y="25671"/>
                        <a:pt x="7417" y="23414"/>
                        <a:pt x="8707" y="21479"/>
                      </a:cubicBezTo>
                      <a:cubicBezTo>
                        <a:pt x="10964" y="17609"/>
                        <a:pt x="12254" y="14062"/>
                        <a:pt x="12254" y="11805"/>
                      </a:cubicBezTo>
                      <a:cubicBezTo>
                        <a:pt x="12254" y="10515"/>
                        <a:pt x="11931" y="10515"/>
                        <a:pt x="11286" y="10193"/>
                      </a:cubicBezTo>
                      <a:cubicBezTo>
                        <a:pt x="9352" y="9548"/>
                        <a:pt x="7739" y="8903"/>
                        <a:pt x="5804" y="8258"/>
                      </a:cubicBezTo>
                      <a:lnTo>
                        <a:pt x="4837" y="7935"/>
                      </a:lnTo>
                      <a:cubicBezTo>
                        <a:pt x="2580" y="7290"/>
                        <a:pt x="1612" y="5033"/>
                        <a:pt x="2257" y="2776"/>
                      </a:cubicBezTo>
                      <a:cubicBezTo>
                        <a:pt x="2902" y="519"/>
                        <a:pt x="5159" y="-449"/>
                        <a:pt x="7417" y="196"/>
                      </a:cubicBezTo>
                      <a:lnTo>
                        <a:pt x="8384" y="519"/>
                      </a:lnTo>
                      <a:cubicBezTo>
                        <a:pt x="10319" y="1164"/>
                        <a:pt x="12254" y="1809"/>
                        <a:pt x="14188" y="2453"/>
                      </a:cubicBezTo>
                      <a:cubicBezTo>
                        <a:pt x="18380" y="3743"/>
                        <a:pt x="20638" y="7290"/>
                        <a:pt x="20638" y="11482"/>
                      </a:cubicBezTo>
                      <a:cubicBezTo>
                        <a:pt x="20638" y="16319"/>
                        <a:pt x="18058" y="21801"/>
                        <a:pt x="15801" y="25348"/>
                      </a:cubicBezTo>
                      <a:cubicBezTo>
                        <a:pt x="14833" y="26961"/>
                        <a:pt x="13543" y="27606"/>
                        <a:pt x="12254" y="2760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Freeform: Shape 192">
                  <a:extLst>
                    <a:ext uri="{FF2B5EF4-FFF2-40B4-BE49-F238E27FC236}">
                      <a16:creationId xmlns:a16="http://schemas.microsoft.com/office/drawing/2014/main" id="{C6F00965-9837-51BE-936B-C1BFC6524374}"/>
                    </a:ext>
                  </a:extLst>
                </p:cNvPr>
                <p:cNvSpPr/>
                <p:nvPr/>
              </p:nvSpPr>
              <p:spPr>
                <a:xfrm>
                  <a:off x="4975963" y="2060372"/>
                  <a:ext cx="32246" cy="32246"/>
                </a:xfrm>
                <a:custGeom>
                  <a:avLst/>
                  <a:gdLst>
                    <a:gd name="connsiteX0" fmla="*/ 7458 w 0"/>
                    <a:gd name="connsiteY0" fmla="*/ 21505 h 0"/>
                    <a:gd name="connsiteX1" fmla="*/ 4556 w 0"/>
                    <a:gd name="connsiteY1" fmla="*/ 20215 h 0"/>
                    <a:gd name="connsiteX2" fmla="*/ 4878 w 0"/>
                    <a:gd name="connsiteY2" fmla="*/ 14733 h 0"/>
                    <a:gd name="connsiteX3" fmla="*/ 6168 w 0"/>
                    <a:gd name="connsiteY3" fmla="*/ 13766 h 0"/>
                    <a:gd name="connsiteX4" fmla="*/ 6490 w 0"/>
                    <a:gd name="connsiteY4" fmla="*/ 11831 h 0"/>
                    <a:gd name="connsiteX5" fmla="*/ 7458 w 0"/>
                    <a:gd name="connsiteY5" fmla="*/ 8284 h 0"/>
                    <a:gd name="connsiteX6" fmla="*/ 4556 w 0"/>
                    <a:gd name="connsiteY6" fmla="*/ 8284 h 0"/>
                    <a:gd name="connsiteX7" fmla="*/ 41 w 0"/>
                    <a:gd name="connsiteY7" fmla="*/ 4736 h 0"/>
                    <a:gd name="connsiteX8" fmla="*/ 3588 w 0"/>
                    <a:gd name="connsiteY8" fmla="*/ 222 h 0"/>
                    <a:gd name="connsiteX9" fmla="*/ 19066 w 0"/>
                    <a:gd name="connsiteY9" fmla="*/ 7316 h 0"/>
                    <a:gd name="connsiteX10" fmla="*/ 22614 w 0"/>
                    <a:gd name="connsiteY10" fmla="*/ 13443 h 0"/>
                    <a:gd name="connsiteX11" fmla="*/ 15519 w 0"/>
                    <a:gd name="connsiteY11" fmla="*/ 13443 h 0"/>
                    <a:gd name="connsiteX12" fmla="*/ 14552 w 0"/>
                    <a:gd name="connsiteY12" fmla="*/ 13443 h 0"/>
                    <a:gd name="connsiteX13" fmla="*/ 10682 w 0"/>
                    <a:gd name="connsiteY13" fmla="*/ 20537 h 0"/>
                    <a:gd name="connsiteX14" fmla="*/ 7458 w 0"/>
                    <a:gd name="connsiteY14" fmla="*/ 2150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>
                      <a:moveTo>
                        <a:pt x="7458" y="21505"/>
                      </a:moveTo>
                      <a:cubicBezTo>
                        <a:pt x="6490" y="21505"/>
                        <a:pt x="5201" y="21182"/>
                        <a:pt x="4556" y="20215"/>
                      </a:cubicBezTo>
                      <a:cubicBezTo>
                        <a:pt x="2943" y="18602"/>
                        <a:pt x="3266" y="16023"/>
                        <a:pt x="4878" y="14733"/>
                      </a:cubicBezTo>
                      <a:cubicBezTo>
                        <a:pt x="5201" y="14410"/>
                        <a:pt x="5523" y="14088"/>
                        <a:pt x="6168" y="13766"/>
                      </a:cubicBezTo>
                      <a:cubicBezTo>
                        <a:pt x="6490" y="13443"/>
                        <a:pt x="6490" y="12476"/>
                        <a:pt x="6490" y="11831"/>
                      </a:cubicBezTo>
                      <a:cubicBezTo>
                        <a:pt x="6490" y="10863"/>
                        <a:pt x="6813" y="9573"/>
                        <a:pt x="7458" y="8284"/>
                      </a:cubicBezTo>
                      <a:cubicBezTo>
                        <a:pt x="6490" y="8284"/>
                        <a:pt x="5845" y="8284"/>
                        <a:pt x="4556" y="8284"/>
                      </a:cubicBezTo>
                      <a:cubicBezTo>
                        <a:pt x="2298" y="8606"/>
                        <a:pt x="363" y="6994"/>
                        <a:pt x="41" y="4736"/>
                      </a:cubicBezTo>
                      <a:cubicBezTo>
                        <a:pt x="-281" y="2479"/>
                        <a:pt x="1331" y="544"/>
                        <a:pt x="3588" y="222"/>
                      </a:cubicBezTo>
                      <a:cubicBezTo>
                        <a:pt x="8425" y="-423"/>
                        <a:pt x="14552" y="-100"/>
                        <a:pt x="19066" y="7316"/>
                      </a:cubicBezTo>
                      <a:lnTo>
                        <a:pt x="22614" y="13443"/>
                      </a:lnTo>
                      <a:lnTo>
                        <a:pt x="15519" y="13443"/>
                      </a:lnTo>
                      <a:cubicBezTo>
                        <a:pt x="15197" y="13443"/>
                        <a:pt x="14874" y="13443"/>
                        <a:pt x="14552" y="13443"/>
                      </a:cubicBezTo>
                      <a:cubicBezTo>
                        <a:pt x="14229" y="15378"/>
                        <a:pt x="13585" y="18602"/>
                        <a:pt x="10682" y="20537"/>
                      </a:cubicBezTo>
                      <a:cubicBezTo>
                        <a:pt x="9393" y="21182"/>
                        <a:pt x="8425" y="21505"/>
                        <a:pt x="7458" y="2150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94" name="Freeform: Shape 193">
                  <a:extLst>
                    <a:ext uri="{FF2B5EF4-FFF2-40B4-BE49-F238E27FC236}">
                      <a16:creationId xmlns:a16="http://schemas.microsoft.com/office/drawing/2014/main" id="{48769854-D044-43D7-B93C-80BD13753E08}"/>
                    </a:ext>
                  </a:extLst>
                </p:cNvPr>
                <p:cNvSpPr/>
                <p:nvPr/>
              </p:nvSpPr>
              <p:spPr>
                <a:xfrm>
                  <a:off x="4897000" y="2050555"/>
                  <a:ext cx="32246" cy="32246"/>
                </a:xfrm>
                <a:custGeom>
                  <a:avLst/>
                  <a:gdLst>
                    <a:gd name="connsiteX0" fmla="*/ 37083 w 32246"/>
                    <a:gd name="connsiteY0" fmla="*/ 12296 h 0"/>
                    <a:gd name="connsiteX1" fmla="*/ 35794 w 32246"/>
                    <a:gd name="connsiteY1" fmla="*/ 11973 h 0"/>
                    <a:gd name="connsiteX2" fmla="*/ 30634 w 32246"/>
                    <a:gd name="connsiteY2" fmla="*/ 10361 h 0"/>
                    <a:gd name="connsiteX3" fmla="*/ 14189 w 32246"/>
                    <a:gd name="connsiteY3" fmla="*/ 9071 h 0"/>
                    <a:gd name="connsiteX4" fmla="*/ 4192 w 32246"/>
                    <a:gd name="connsiteY4" fmla="*/ 10038 h 0"/>
                    <a:gd name="connsiteX5" fmla="*/ 0 w 32246"/>
                    <a:gd name="connsiteY5" fmla="*/ 5846 h 0"/>
                    <a:gd name="connsiteX6" fmla="*/ 3870 w 32246"/>
                    <a:gd name="connsiteY6" fmla="*/ 1654 h 0"/>
                    <a:gd name="connsiteX7" fmla="*/ 12899 w 32246"/>
                    <a:gd name="connsiteY7" fmla="*/ 687 h 0"/>
                    <a:gd name="connsiteX8" fmla="*/ 33214 w 32246"/>
                    <a:gd name="connsiteY8" fmla="*/ 2299 h 0"/>
                    <a:gd name="connsiteX9" fmla="*/ 38373 w 32246"/>
                    <a:gd name="connsiteY9" fmla="*/ 3912 h 0"/>
                    <a:gd name="connsiteX10" fmla="*/ 40953 w 32246"/>
                    <a:gd name="connsiteY10" fmla="*/ 9071 h 0"/>
                    <a:gd name="connsiteX11" fmla="*/ 37083 w 32246"/>
                    <a:gd name="connsiteY11" fmla="*/ 12296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2246">
                      <a:moveTo>
                        <a:pt x="37083" y="12296"/>
                      </a:moveTo>
                      <a:cubicBezTo>
                        <a:pt x="36761" y="12296"/>
                        <a:pt x="36116" y="12296"/>
                        <a:pt x="35794" y="11973"/>
                      </a:cubicBezTo>
                      <a:lnTo>
                        <a:pt x="30634" y="10361"/>
                      </a:lnTo>
                      <a:cubicBezTo>
                        <a:pt x="23540" y="8103"/>
                        <a:pt x="19348" y="8103"/>
                        <a:pt x="14189" y="9071"/>
                      </a:cubicBezTo>
                      <a:cubicBezTo>
                        <a:pt x="11609" y="9393"/>
                        <a:pt x="8384" y="10038"/>
                        <a:pt x="4192" y="10038"/>
                      </a:cubicBezTo>
                      <a:cubicBezTo>
                        <a:pt x="1935" y="10038"/>
                        <a:pt x="0" y="8103"/>
                        <a:pt x="0" y="5846"/>
                      </a:cubicBezTo>
                      <a:cubicBezTo>
                        <a:pt x="0" y="3589"/>
                        <a:pt x="1612" y="1654"/>
                        <a:pt x="3870" y="1654"/>
                      </a:cubicBezTo>
                      <a:cubicBezTo>
                        <a:pt x="7739" y="1654"/>
                        <a:pt x="10319" y="1332"/>
                        <a:pt x="12899" y="687"/>
                      </a:cubicBezTo>
                      <a:cubicBezTo>
                        <a:pt x="18380" y="-281"/>
                        <a:pt x="24507" y="-603"/>
                        <a:pt x="33214" y="2299"/>
                      </a:cubicBezTo>
                      <a:lnTo>
                        <a:pt x="38373" y="3912"/>
                      </a:lnTo>
                      <a:cubicBezTo>
                        <a:pt x="40631" y="4556"/>
                        <a:pt x="41598" y="6814"/>
                        <a:pt x="40953" y="9071"/>
                      </a:cubicBezTo>
                      <a:cubicBezTo>
                        <a:pt x="40308" y="11006"/>
                        <a:pt x="38696" y="12296"/>
                        <a:pt x="37083" y="1229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Freeform: Shape 194">
                  <a:extLst>
                    <a:ext uri="{FF2B5EF4-FFF2-40B4-BE49-F238E27FC236}">
                      <a16:creationId xmlns:a16="http://schemas.microsoft.com/office/drawing/2014/main" id="{8E99B930-3186-CAAC-80D4-16187FFE3113}"/>
                    </a:ext>
                  </a:extLst>
                </p:cNvPr>
                <p:cNvSpPr/>
                <p:nvPr/>
              </p:nvSpPr>
              <p:spPr>
                <a:xfrm>
                  <a:off x="4887878" y="2008950"/>
                  <a:ext cx="32246" cy="32246"/>
                </a:xfrm>
                <a:custGeom>
                  <a:avLst/>
                  <a:gdLst>
                    <a:gd name="connsiteX0" fmla="*/ 3962 w 0"/>
                    <a:gd name="connsiteY0" fmla="*/ 20042 h 0"/>
                    <a:gd name="connsiteX1" fmla="*/ 1383 w 0"/>
                    <a:gd name="connsiteY1" fmla="*/ 19075 h 0"/>
                    <a:gd name="connsiteX2" fmla="*/ 1060 w 0"/>
                    <a:gd name="connsiteY2" fmla="*/ 13270 h 0"/>
                    <a:gd name="connsiteX3" fmla="*/ 3640 w 0"/>
                    <a:gd name="connsiteY3" fmla="*/ 10046 h 0"/>
                    <a:gd name="connsiteX4" fmla="*/ 4607 w 0"/>
                    <a:gd name="connsiteY4" fmla="*/ 4886 h 0"/>
                    <a:gd name="connsiteX5" fmla="*/ 7509 w 0"/>
                    <a:gd name="connsiteY5" fmla="*/ 49 h 0"/>
                    <a:gd name="connsiteX6" fmla="*/ 12346 w 0"/>
                    <a:gd name="connsiteY6" fmla="*/ 2952 h 0"/>
                    <a:gd name="connsiteX7" fmla="*/ 10089 w 0"/>
                    <a:gd name="connsiteY7" fmla="*/ 14560 h 0"/>
                    <a:gd name="connsiteX8" fmla="*/ 6864 w 0"/>
                    <a:gd name="connsiteY8" fmla="*/ 18752 h 0"/>
                    <a:gd name="connsiteX9" fmla="*/ 3962 w 0"/>
                    <a:gd name="connsiteY9" fmla="*/ 2004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3962" y="20042"/>
                      </a:moveTo>
                      <a:cubicBezTo>
                        <a:pt x="2995" y="20042"/>
                        <a:pt x="2027" y="19720"/>
                        <a:pt x="1383" y="19075"/>
                      </a:cubicBezTo>
                      <a:cubicBezTo>
                        <a:pt x="-230" y="17785"/>
                        <a:pt x="-552" y="15205"/>
                        <a:pt x="1060" y="13270"/>
                      </a:cubicBezTo>
                      <a:cubicBezTo>
                        <a:pt x="2027" y="12303"/>
                        <a:pt x="2672" y="11013"/>
                        <a:pt x="3640" y="10046"/>
                      </a:cubicBezTo>
                      <a:cubicBezTo>
                        <a:pt x="4930" y="8433"/>
                        <a:pt x="5252" y="6821"/>
                        <a:pt x="4607" y="4886"/>
                      </a:cubicBezTo>
                      <a:cubicBezTo>
                        <a:pt x="3962" y="2629"/>
                        <a:pt x="5575" y="694"/>
                        <a:pt x="7509" y="49"/>
                      </a:cubicBezTo>
                      <a:cubicBezTo>
                        <a:pt x="9767" y="-273"/>
                        <a:pt x="11701" y="1017"/>
                        <a:pt x="12346" y="2952"/>
                      </a:cubicBezTo>
                      <a:cubicBezTo>
                        <a:pt x="13314" y="7144"/>
                        <a:pt x="12669" y="11013"/>
                        <a:pt x="10089" y="14560"/>
                      </a:cubicBezTo>
                      <a:cubicBezTo>
                        <a:pt x="9122" y="16173"/>
                        <a:pt x="8154" y="17462"/>
                        <a:pt x="6864" y="18752"/>
                      </a:cubicBezTo>
                      <a:cubicBezTo>
                        <a:pt x="6219" y="19720"/>
                        <a:pt x="4930" y="20042"/>
                        <a:pt x="3962" y="2004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8662B648-E7F6-410E-909C-B2E8B470B85B}"/>
                  </a:ext>
                </a:extLst>
              </p:cNvPr>
              <p:cNvSpPr/>
              <p:nvPr/>
            </p:nvSpPr>
            <p:spPr>
              <a:xfrm>
                <a:off x="5369945" y="2273421"/>
                <a:ext cx="64493" cy="96739"/>
              </a:xfrm>
              <a:custGeom>
                <a:avLst/>
                <a:gdLst>
                  <a:gd name="connsiteX0" fmla="*/ 77502 w 64492"/>
                  <a:gd name="connsiteY0" fmla="*/ 8707 h 96739"/>
                  <a:gd name="connsiteX1" fmla="*/ 65249 w 64492"/>
                  <a:gd name="connsiteY1" fmla="*/ 0 h 96739"/>
                  <a:gd name="connsiteX2" fmla="*/ 43966 w 64492"/>
                  <a:gd name="connsiteY2" fmla="*/ 11931 h 96739"/>
                  <a:gd name="connsiteX3" fmla="*/ 18814 w 64492"/>
                  <a:gd name="connsiteY3" fmla="*/ 29989 h 96739"/>
                  <a:gd name="connsiteX4" fmla="*/ 8818 w 64492"/>
                  <a:gd name="connsiteY4" fmla="*/ 56754 h 96739"/>
                  <a:gd name="connsiteX5" fmla="*/ 5270 w 64492"/>
                  <a:gd name="connsiteY5" fmla="*/ 77392 h 96739"/>
                  <a:gd name="connsiteX6" fmla="*/ 47513 w 64492"/>
                  <a:gd name="connsiteY6" fmla="*/ 85453 h 96739"/>
                  <a:gd name="connsiteX7" fmla="*/ 61702 w 64492"/>
                  <a:gd name="connsiteY7" fmla="*/ 102544 h 96739"/>
                  <a:gd name="connsiteX8" fmla="*/ 75890 w 64492"/>
                  <a:gd name="connsiteY8" fmla="*/ 88355 h 96739"/>
                  <a:gd name="connsiteX9" fmla="*/ 87821 w 64492"/>
                  <a:gd name="connsiteY9" fmla="*/ 85776 h 96739"/>
                  <a:gd name="connsiteX10" fmla="*/ 83629 w 64492"/>
                  <a:gd name="connsiteY10" fmla="*/ 67718 h 96739"/>
                  <a:gd name="connsiteX11" fmla="*/ 92013 w 64492"/>
                  <a:gd name="connsiteY11" fmla="*/ 38696 h 96739"/>
                  <a:gd name="connsiteX12" fmla="*/ 77502 w 64492"/>
                  <a:gd name="connsiteY12" fmla="*/ 8707 h 96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492" h="96739">
                    <a:moveTo>
                      <a:pt x="77502" y="8707"/>
                    </a:moveTo>
                    <a:cubicBezTo>
                      <a:pt x="72666" y="6449"/>
                      <a:pt x="68796" y="3547"/>
                      <a:pt x="65249" y="0"/>
                    </a:cubicBezTo>
                    <a:cubicBezTo>
                      <a:pt x="60734" y="1935"/>
                      <a:pt x="52995" y="2257"/>
                      <a:pt x="43966" y="11931"/>
                    </a:cubicBezTo>
                    <a:cubicBezTo>
                      <a:pt x="30423" y="26120"/>
                      <a:pt x="27843" y="23540"/>
                      <a:pt x="18814" y="29989"/>
                    </a:cubicBezTo>
                    <a:cubicBezTo>
                      <a:pt x="9785" y="36116"/>
                      <a:pt x="11720" y="45145"/>
                      <a:pt x="8818" y="56754"/>
                    </a:cubicBezTo>
                    <a:cubicBezTo>
                      <a:pt x="6238" y="68363"/>
                      <a:pt x="-7306" y="73844"/>
                      <a:pt x="5270" y="77392"/>
                    </a:cubicBezTo>
                    <a:cubicBezTo>
                      <a:pt x="17847" y="80939"/>
                      <a:pt x="42031" y="78359"/>
                      <a:pt x="47513" y="85453"/>
                    </a:cubicBezTo>
                    <a:cubicBezTo>
                      <a:pt x="52995" y="92548"/>
                      <a:pt x="52995" y="101576"/>
                      <a:pt x="61702" y="102544"/>
                    </a:cubicBezTo>
                    <a:cubicBezTo>
                      <a:pt x="70731" y="103511"/>
                      <a:pt x="68796" y="92548"/>
                      <a:pt x="75890" y="88355"/>
                    </a:cubicBezTo>
                    <a:cubicBezTo>
                      <a:pt x="78147" y="86743"/>
                      <a:pt x="82662" y="85776"/>
                      <a:pt x="87821" y="85776"/>
                    </a:cubicBezTo>
                    <a:cubicBezTo>
                      <a:pt x="86532" y="81261"/>
                      <a:pt x="84919" y="75779"/>
                      <a:pt x="83629" y="67718"/>
                    </a:cubicBezTo>
                    <a:cubicBezTo>
                      <a:pt x="80405" y="49337"/>
                      <a:pt x="87821" y="51917"/>
                      <a:pt x="92013" y="38696"/>
                    </a:cubicBezTo>
                    <a:cubicBezTo>
                      <a:pt x="96850" y="24830"/>
                      <a:pt x="94593" y="16123"/>
                      <a:pt x="77502" y="870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43" name="Graphic 4">
                <a:extLst>
                  <a:ext uri="{FF2B5EF4-FFF2-40B4-BE49-F238E27FC236}">
                    <a16:creationId xmlns:a16="http://schemas.microsoft.com/office/drawing/2014/main" id="{DB9D6FF2-62D0-8EA4-52F1-A43406657F41}"/>
                  </a:ext>
                </a:extLst>
              </p:cNvPr>
              <p:cNvGrpSpPr/>
              <p:nvPr/>
            </p:nvGrpSpPr>
            <p:grpSpPr>
              <a:xfrm>
                <a:off x="5375049" y="2268584"/>
                <a:ext cx="111855" cy="104751"/>
                <a:chOff x="5375049" y="2268584"/>
                <a:chExt cx="111855" cy="104751"/>
              </a:xfrm>
              <a:grpFill/>
            </p:grpSpPr>
            <p:sp>
              <p:nvSpPr>
                <p:cNvPr id="183" name="Freeform: Shape 182">
                  <a:extLst>
                    <a:ext uri="{FF2B5EF4-FFF2-40B4-BE49-F238E27FC236}">
                      <a16:creationId xmlns:a16="http://schemas.microsoft.com/office/drawing/2014/main" id="{F870776A-31EB-326F-775D-3CD2E3C5F216}"/>
                    </a:ext>
                  </a:extLst>
                </p:cNvPr>
                <p:cNvSpPr/>
                <p:nvPr/>
              </p:nvSpPr>
              <p:spPr>
                <a:xfrm>
                  <a:off x="5418948" y="2268584"/>
                  <a:ext cx="32246" cy="32246"/>
                </a:xfrm>
                <a:custGeom>
                  <a:avLst/>
                  <a:gdLst>
                    <a:gd name="connsiteX0" fmla="*/ 27209 w 0"/>
                    <a:gd name="connsiteY0" fmla="*/ 16768 h 0"/>
                    <a:gd name="connsiteX1" fmla="*/ 25274 w 0"/>
                    <a:gd name="connsiteY1" fmla="*/ 16446 h 0"/>
                    <a:gd name="connsiteX2" fmla="*/ 15278 w 0"/>
                    <a:gd name="connsiteY2" fmla="*/ 9352 h 0"/>
                    <a:gd name="connsiteX3" fmla="*/ 13988 w 0"/>
                    <a:gd name="connsiteY3" fmla="*/ 9674 h 0"/>
                    <a:gd name="connsiteX4" fmla="*/ 5926 w 0"/>
                    <a:gd name="connsiteY4" fmla="*/ 12899 h 0"/>
                    <a:gd name="connsiteX5" fmla="*/ 444 w 0"/>
                    <a:gd name="connsiteY5" fmla="*/ 11286 h 0"/>
                    <a:gd name="connsiteX6" fmla="*/ 2057 w 0"/>
                    <a:gd name="connsiteY6" fmla="*/ 5804 h 0"/>
                    <a:gd name="connsiteX7" fmla="*/ 11731 w 0"/>
                    <a:gd name="connsiteY7" fmla="*/ 1935 h 0"/>
                    <a:gd name="connsiteX8" fmla="*/ 14955 w 0"/>
                    <a:gd name="connsiteY8" fmla="*/ 967 h 0"/>
                    <a:gd name="connsiteX9" fmla="*/ 17535 w 0"/>
                    <a:gd name="connsiteY9" fmla="*/ 0 h 0"/>
                    <a:gd name="connsiteX10" fmla="*/ 19470 w 0"/>
                    <a:gd name="connsiteY10" fmla="*/ 1935 h 0"/>
                    <a:gd name="connsiteX11" fmla="*/ 29144 w 0"/>
                    <a:gd name="connsiteY11" fmla="*/ 9352 h 0"/>
                    <a:gd name="connsiteX12" fmla="*/ 30756 w 0"/>
                    <a:gd name="connsiteY12" fmla="*/ 14833 h 0"/>
                    <a:gd name="connsiteX13" fmla="*/ 27209 w 0"/>
                    <a:gd name="connsiteY13" fmla="*/ 16768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27209" y="16768"/>
                      </a:moveTo>
                      <a:cubicBezTo>
                        <a:pt x="26564" y="16768"/>
                        <a:pt x="25919" y="16768"/>
                        <a:pt x="25274" y="16446"/>
                      </a:cubicBezTo>
                      <a:cubicBezTo>
                        <a:pt x="21727" y="14833"/>
                        <a:pt x="18502" y="12254"/>
                        <a:pt x="15278" y="9352"/>
                      </a:cubicBezTo>
                      <a:cubicBezTo>
                        <a:pt x="14955" y="9352"/>
                        <a:pt x="14310" y="9674"/>
                        <a:pt x="13988" y="9674"/>
                      </a:cubicBezTo>
                      <a:cubicBezTo>
                        <a:pt x="11731" y="10319"/>
                        <a:pt x="8828" y="11286"/>
                        <a:pt x="5926" y="12899"/>
                      </a:cubicBezTo>
                      <a:cubicBezTo>
                        <a:pt x="3992" y="13866"/>
                        <a:pt x="1412" y="13221"/>
                        <a:pt x="444" y="11286"/>
                      </a:cubicBezTo>
                      <a:cubicBezTo>
                        <a:pt x="-523" y="9352"/>
                        <a:pt x="122" y="6772"/>
                        <a:pt x="2057" y="5804"/>
                      </a:cubicBezTo>
                      <a:cubicBezTo>
                        <a:pt x="5926" y="3547"/>
                        <a:pt x="9151" y="2580"/>
                        <a:pt x="11731" y="1935"/>
                      </a:cubicBezTo>
                      <a:cubicBezTo>
                        <a:pt x="13021" y="1612"/>
                        <a:pt x="13988" y="1290"/>
                        <a:pt x="14955" y="967"/>
                      </a:cubicBezTo>
                      <a:lnTo>
                        <a:pt x="17535" y="0"/>
                      </a:lnTo>
                      <a:lnTo>
                        <a:pt x="19470" y="1935"/>
                      </a:lnTo>
                      <a:cubicBezTo>
                        <a:pt x="22372" y="5159"/>
                        <a:pt x="25597" y="7417"/>
                        <a:pt x="29144" y="9352"/>
                      </a:cubicBezTo>
                      <a:cubicBezTo>
                        <a:pt x="31079" y="10319"/>
                        <a:pt x="32046" y="12899"/>
                        <a:pt x="30756" y="14833"/>
                      </a:cubicBezTo>
                      <a:cubicBezTo>
                        <a:pt x="30111" y="16123"/>
                        <a:pt x="28499" y="16768"/>
                        <a:pt x="27209" y="1676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Freeform: Shape 183">
                  <a:extLst>
                    <a:ext uri="{FF2B5EF4-FFF2-40B4-BE49-F238E27FC236}">
                      <a16:creationId xmlns:a16="http://schemas.microsoft.com/office/drawing/2014/main" id="{0DAF4C49-B8EB-D865-1C60-1B7629622481}"/>
                    </a:ext>
                  </a:extLst>
                </p:cNvPr>
                <p:cNvSpPr/>
                <p:nvPr/>
              </p:nvSpPr>
              <p:spPr>
                <a:xfrm>
                  <a:off x="5375049" y="2299177"/>
                  <a:ext cx="32246" cy="64493"/>
                </a:xfrm>
                <a:custGeom>
                  <a:avLst/>
                  <a:gdLst>
                    <a:gd name="connsiteX0" fmla="*/ 43699 w 32246"/>
                    <a:gd name="connsiteY0" fmla="*/ 64857 h 64492"/>
                    <a:gd name="connsiteX1" fmla="*/ 40152 w 32246"/>
                    <a:gd name="connsiteY1" fmla="*/ 62922 h 64492"/>
                    <a:gd name="connsiteX2" fmla="*/ 39507 w 32246"/>
                    <a:gd name="connsiteY2" fmla="*/ 61632 h 64492"/>
                    <a:gd name="connsiteX3" fmla="*/ 18546 w 32246"/>
                    <a:gd name="connsiteY3" fmla="*/ 57440 h 64492"/>
                    <a:gd name="connsiteX4" fmla="*/ 15644 w 32246"/>
                    <a:gd name="connsiteY4" fmla="*/ 57118 h 64492"/>
                    <a:gd name="connsiteX5" fmla="*/ 11775 w 32246"/>
                    <a:gd name="connsiteY5" fmla="*/ 52925 h 64492"/>
                    <a:gd name="connsiteX6" fmla="*/ 15967 w 32246"/>
                    <a:gd name="connsiteY6" fmla="*/ 49056 h 64492"/>
                    <a:gd name="connsiteX7" fmla="*/ 18869 w 32246"/>
                    <a:gd name="connsiteY7" fmla="*/ 49378 h 64492"/>
                    <a:gd name="connsiteX8" fmla="*/ 45956 w 32246"/>
                    <a:gd name="connsiteY8" fmla="*/ 56795 h 64492"/>
                    <a:gd name="connsiteX9" fmla="*/ 47246 w 32246"/>
                    <a:gd name="connsiteY9" fmla="*/ 58407 h 64492"/>
                    <a:gd name="connsiteX10" fmla="*/ 45956 w 32246"/>
                    <a:gd name="connsiteY10" fmla="*/ 63889 h 64492"/>
                    <a:gd name="connsiteX11" fmla="*/ 43699 w 32246"/>
                    <a:gd name="connsiteY11" fmla="*/ 64857 h 64492"/>
                    <a:gd name="connsiteX12" fmla="*/ 4036 w 32246"/>
                    <a:gd name="connsiteY12" fmla="*/ 34545 h 64492"/>
                    <a:gd name="connsiteX13" fmla="*/ 3068 w 32246"/>
                    <a:gd name="connsiteY13" fmla="*/ 34545 h 64492"/>
                    <a:gd name="connsiteX14" fmla="*/ 166 w 32246"/>
                    <a:gd name="connsiteY14" fmla="*/ 29708 h 64492"/>
                    <a:gd name="connsiteX15" fmla="*/ 1456 w 32246"/>
                    <a:gd name="connsiteY15" fmla="*/ 21646 h 64492"/>
                    <a:gd name="connsiteX16" fmla="*/ 11452 w 32246"/>
                    <a:gd name="connsiteY16" fmla="*/ 1009 h 64492"/>
                    <a:gd name="connsiteX17" fmla="*/ 12097 w 32246"/>
                    <a:gd name="connsiteY17" fmla="*/ 686 h 64492"/>
                    <a:gd name="connsiteX18" fmla="*/ 17579 w 32246"/>
                    <a:gd name="connsiteY18" fmla="*/ 1654 h 64492"/>
                    <a:gd name="connsiteX19" fmla="*/ 16612 w 32246"/>
                    <a:gd name="connsiteY19" fmla="*/ 7135 h 64492"/>
                    <a:gd name="connsiteX20" fmla="*/ 16289 w 32246"/>
                    <a:gd name="connsiteY20" fmla="*/ 7458 h 64492"/>
                    <a:gd name="connsiteX21" fmla="*/ 9517 w 32246"/>
                    <a:gd name="connsiteY21" fmla="*/ 22614 h 64492"/>
                    <a:gd name="connsiteX22" fmla="*/ 7905 w 32246"/>
                    <a:gd name="connsiteY22" fmla="*/ 31320 h 64492"/>
                    <a:gd name="connsiteX23" fmla="*/ 4036 w 32246"/>
                    <a:gd name="connsiteY23" fmla="*/ 34545 h 64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2246" h="64492">
                      <a:moveTo>
                        <a:pt x="43699" y="64857"/>
                      </a:moveTo>
                      <a:cubicBezTo>
                        <a:pt x="42409" y="64857"/>
                        <a:pt x="41119" y="64212"/>
                        <a:pt x="40152" y="62922"/>
                      </a:cubicBezTo>
                      <a:cubicBezTo>
                        <a:pt x="39829" y="62599"/>
                        <a:pt x="39507" y="62277"/>
                        <a:pt x="39507" y="61632"/>
                      </a:cubicBezTo>
                      <a:cubicBezTo>
                        <a:pt x="37249" y="58730"/>
                        <a:pt x="26286" y="58085"/>
                        <a:pt x="18546" y="57440"/>
                      </a:cubicBezTo>
                      <a:lnTo>
                        <a:pt x="15644" y="57118"/>
                      </a:lnTo>
                      <a:cubicBezTo>
                        <a:pt x="13387" y="57118"/>
                        <a:pt x="11775" y="55183"/>
                        <a:pt x="11775" y="52925"/>
                      </a:cubicBezTo>
                      <a:cubicBezTo>
                        <a:pt x="11775" y="50668"/>
                        <a:pt x="14032" y="49056"/>
                        <a:pt x="15967" y="49056"/>
                      </a:cubicBezTo>
                      <a:lnTo>
                        <a:pt x="18869" y="49378"/>
                      </a:lnTo>
                      <a:cubicBezTo>
                        <a:pt x="30478" y="50023"/>
                        <a:pt x="41441" y="50991"/>
                        <a:pt x="45956" y="56795"/>
                      </a:cubicBezTo>
                      <a:cubicBezTo>
                        <a:pt x="46278" y="57440"/>
                        <a:pt x="46601" y="57762"/>
                        <a:pt x="47246" y="58407"/>
                      </a:cubicBezTo>
                      <a:cubicBezTo>
                        <a:pt x="48536" y="60342"/>
                        <a:pt x="47891" y="62922"/>
                        <a:pt x="45956" y="63889"/>
                      </a:cubicBezTo>
                      <a:cubicBezTo>
                        <a:pt x="44989" y="64534"/>
                        <a:pt x="44344" y="64857"/>
                        <a:pt x="43699" y="64857"/>
                      </a:cubicBezTo>
                      <a:close/>
                      <a:moveTo>
                        <a:pt x="4036" y="34545"/>
                      </a:moveTo>
                      <a:cubicBezTo>
                        <a:pt x="3713" y="34545"/>
                        <a:pt x="3391" y="34545"/>
                        <a:pt x="3068" y="34545"/>
                      </a:cubicBezTo>
                      <a:cubicBezTo>
                        <a:pt x="811" y="33900"/>
                        <a:pt x="-479" y="31965"/>
                        <a:pt x="166" y="29708"/>
                      </a:cubicBezTo>
                      <a:cubicBezTo>
                        <a:pt x="811" y="26806"/>
                        <a:pt x="1133" y="24226"/>
                        <a:pt x="1456" y="21646"/>
                      </a:cubicBezTo>
                      <a:cubicBezTo>
                        <a:pt x="2423" y="13907"/>
                        <a:pt x="3391" y="6490"/>
                        <a:pt x="11452" y="1009"/>
                      </a:cubicBezTo>
                      <a:lnTo>
                        <a:pt x="12097" y="686"/>
                      </a:lnTo>
                      <a:cubicBezTo>
                        <a:pt x="14032" y="-604"/>
                        <a:pt x="16289" y="41"/>
                        <a:pt x="17579" y="1654"/>
                      </a:cubicBezTo>
                      <a:cubicBezTo>
                        <a:pt x="18869" y="3588"/>
                        <a:pt x="18224" y="5846"/>
                        <a:pt x="16612" y="7135"/>
                      </a:cubicBezTo>
                      <a:lnTo>
                        <a:pt x="16289" y="7458"/>
                      </a:lnTo>
                      <a:cubicBezTo>
                        <a:pt x="11452" y="11005"/>
                        <a:pt x="10807" y="15197"/>
                        <a:pt x="9517" y="22614"/>
                      </a:cubicBezTo>
                      <a:cubicBezTo>
                        <a:pt x="9195" y="25193"/>
                        <a:pt x="8873" y="28418"/>
                        <a:pt x="7905" y="31320"/>
                      </a:cubicBezTo>
                      <a:cubicBezTo>
                        <a:pt x="7583" y="33255"/>
                        <a:pt x="5970" y="34545"/>
                        <a:pt x="4036" y="3454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Freeform: Shape 184">
                  <a:extLst>
                    <a:ext uri="{FF2B5EF4-FFF2-40B4-BE49-F238E27FC236}">
                      <a16:creationId xmlns:a16="http://schemas.microsoft.com/office/drawing/2014/main" id="{1DDFD1A6-1650-AA60-87BB-F85EDE5C609C}"/>
                    </a:ext>
                  </a:extLst>
                </p:cNvPr>
                <p:cNvSpPr/>
                <p:nvPr/>
              </p:nvSpPr>
              <p:spPr>
                <a:xfrm>
                  <a:off x="5441169" y="2341089"/>
                  <a:ext cx="32246" cy="32246"/>
                </a:xfrm>
                <a:custGeom>
                  <a:avLst/>
                  <a:gdLst>
                    <a:gd name="connsiteX0" fmla="*/ 4021 w 0"/>
                    <a:gd name="connsiteY0" fmla="*/ 24879 h 0"/>
                    <a:gd name="connsiteX1" fmla="*/ 796 w 0"/>
                    <a:gd name="connsiteY1" fmla="*/ 23267 h 0"/>
                    <a:gd name="connsiteX2" fmla="*/ 1441 w 0"/>
                    <a:gd name="connsiteY2" fmla="*/ 17462 h 0"/>
                    <a:gd name="connsiteX3" fmla="*/ 2731 w 0"/>
                    <a:gd name="connsiteY3" fmla="*/ 16495 h 0"/>
                    <a:gd name="connsiteX4" fmla="*/ 11437 w 0"/>
                    <a:gd name="connsiteY4" fmla="*/ 13593 h 0"/>
                    <a:gd name="connsiteX5" fmla="*/ 9180 w 0"/>
                    <a:gd name="connsiteY5" fmla="*/ 4886 h 0"/>
                    <a:gd name="connsiteX6" fmla="*/ 12405 w 0"/>
                    <a:gd name="connsiteY6" fmla="*/ 49 h 0"/>
                    <a:gd name="connsiteX7" fmla="*/ 17242 w 0"/>
                    <a:gd name="connsiteY7" fmla="*/ 3274 h 0"/>
                    <a:gd name="connsiteX8" fmla="*/ 19821 w 0"/>
                    <a:gd name="connsiteY8" fmla="*/ 13593 h 0"/>
                    <a:gd name="connsiteX9" fmla="*/ 21756 w 0"/>
                    <a:gd name="connsiteY9" fmla="*/ 21009 h 0"/>
                    <a:gd name="connsiteX10" fmla="*/ 16597 w 0"/>
                    <a:gd name="connsiteY10" fmla="*/ 21332 h 0"/>
                    <a:gd name="connsiteX11" fmla="*/ 6600 w 0"/>
                    <a:gd name="connsiteY11" fmla="*/ 23589 h 0"/>
                    <a:gd name="connsiteX12" fmla="*/ 5955 w 0"/>
                    <a:gd name="connsiteY12" fmla="*/ 23911 h 0"/>
                    <a:gd name="connsiteX13" fmla="*/ 4021 w 0"/>
                    <a:gd name="connsiteY13" fmla="*/ 2487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4021" y="24879"/>
                      </a:moveTo>
                      <a:cubicBezTo>
                        <a:pt x="2731" y="24879"/>
                        <a:pt x="1763" y="24234"/>
                        <a:pt x="796" y="23267"/>
                      </a:cubicBezTo>
                      <a:cubicBezTo>
                        <a:pt x="-494" y="21654"/>
                        <a:pt x="-172" y="19074"/>
                        <a:pt x="1441" y="17462"/>
                      </a:cubicBezTo>
                      <a:cubicBezTo>
                        <a:pt x="1763" y="17140"/>
                        <a:pt x="2408" y="16817"/>
                        <a:pt x="2731" y="16495"/>
                      </a:cubicBezTo>
                      <a:cubicBezTo>
                        <a:pt x="4665" y="15205"/>
                        <a:pt x="7890" y="14237"/>
                        <a:pt x="11437" y="13593"/>
                      </a:cubicBezTo>
                      <a:cubicBezTo>
                        <a:pt x="10792" y="11013"/>
                        <a:pt x="10147" y="8433"/>
                        <a:pt x="9180" y="4886"/>
                      </a:cubicBezTo>
                      <a:cubicBezTo>
                        <a:pt x="8858" y="2629"/>
                        <a:pt x="10147" y="694"/>
                        <a:pt x="12405" y="49"/>
                      </a:cubicBezTo>
                      <a:cubicBezTo>
                        <a:pt x="14662" y="-273"/>
                        <a:pt x="16597" y="1016"/>
                        <a:pt x="17242" y="3274"/>
                      </a:cubicBezTo>
                      <a:cubicBezTo>
                        <a:pt x="18209" y="7466"/>
                        <a:pt x="19176" y="10690"/>
                        <a:pt x="19821" y="13593"/>
                      </a:cubicBezTo>
                      <a:lnTo>
                        <a:pt x="21756" y="21009"/>
                      </a:lnTo>
                      <a:lnTo>
                        <a:pt x="16597" y="21332"/>
                      </a:lnTo>
                      <a:cubicBezTo>
                        <a:pt x="11437" y="21654"/>
                        <a:pt x="7890" y="22622"/>
                        <a:pt x="6600" y="23589"/>
                      </a:cubicBezTo>
                      <a:cubicBezTo>
                        <a:pt x="6278" y="23589"/>
                        <a:pt x="6278" y="23911"/>
                        <a:pt x="5955" y="23911"/>
                      </a:cubicBezTo>
                      <a:cubicBezTo>
                        <a:pt x="5955" y="24556"/>
                        <a:pt x="4988" y="24879"/>
                        <a:pt x="4021" y="24879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Freeform: Shape 185">
                  <a:extLst>
                    <a:ext uri="{FF2B5EF4-FFF2-40B4-BE49-F238E27FC236}">
                      <a16:creationId xmlns:a16="http://schemas.microsoft.com/office/drawing/2014/main" id="{2D2877B8-9B3E-B834-4D73-CAA027B512B0}"/>
                    </a:ext>
                  </a:extLst>
                </p:cNvPr>
                <p:cNvSpPr/>
                <p:nvPr/>
              </p:nvSpPr>
              <p:spPr>
                <a:xfrm>
                  <a:off x="5454658" y="2296638"/>
                  <a:ext cx="32246" cy="32246"/>
                </a:xfrm>
                <a:custGeom>
                  <a:avLst/>
                  <a:gdLst>
                    <a:gd name="connsiteX0" fmla="*/ 4075 w 0"/>
                    <a:gd name="connsiteY0" fmla="*/ 26765 h 0"/>
                    <a:gd name="connsiteX1" fmla="*/ 1818 w 0"/>
                    <a:gd name="connsiteY1" fmla="*/ 26120 h 0"/>
                    <a:gd name="connsiteX2" fmla="*/ 528 w 0"/>
                    <a:gd name="connsiteY2" fmla="*/ 20638 h 0"/>
                    <a:gd name="connsiteX3" fmla="*/ 3753 w 0"/>
                    <a:gd name="connsiteY3" fmla="*/ 13866 h 0"/>
                    <a:gd name="connsiteX4" fmla="*/ 5688 w 0"/>
                    <a:gd name="connsiteY4" fmla="*/ 4837 h 0"/>
                    <a:gd name="connsiteX5" fmla="*/ 5688 w 0"/>
                    <a:gd name="connsiteY5" fmla="*/ 4192 h 0"/>
                    <a:gd name="connsiteX6" fmla="*/ 9557 w 0"/>
                    <a:gd name="connsiteY6" fmla="*/ 0 h 0"/>
                    <a:gd name="connsiteX7" fmla="*/ 13749 w 0"/>
                    <a:gd name="connsiteY7" fmla="*/ 3870 h 0"/>
                    <a:gd name="connsiteX8" fmla="*/ 13749 w 0"/>
                    <a:gd name="connsiteY8" fmla="*/ 4837 h 0"/>
                    <a:gd name="connsiteX9" fmla="*/ 11492 w 0"/>
                    <a:gd name="connsiteY9" fmla="*/ 16446 h 0"/>
                    <a:gd name="connsiteX10" fmla="*/ 7300 w 0"/>
                    <a:gd name="connsiteY10" fmla="*/ 25152 h 0"/>
                    <a:gd name="connsiteX11" fmla="*/ 4075 w 0"/>
                    <a:gd name="connsiteY11" fmla="*/ 2676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4075" y="26765"/>
                      </a:moveTo>
                      <a:cubicBezTo>
                        <a:pt x="3430" y="26765"/>
                        <a:pt x="2463" y="26442"/>
                        <a:pt x="1818" y="26120"/>
                      </a:cubicBezTo>
                      <a:cubicBezTo>
                        <a:pt x="-117" y="24830"/>
                        <a:pt x="-439" y="22250"/>
                        <a:pt x="528" y="20638"/>
                      </a:cubicBezTo>
                      <a:cubicBezTo>
                        <a:pt x="1496" y="19348"/>
                        <a:pt x="2786" y="17091"/>
                        <a:pt x="3753" y="13866"/>
                      </a:cubicBezTo>
                      <a:cubicBezTo>
                        <a:pt x="5043" y="10319"/>
                        <a:pt x="5688" y="7417"/>
                        <a:pt x="5688" y="4837"/>
                      </a:cubicBezTo>
                      <a:lnTo>
                        <a:pt x="5688" y="4192"/>
                      </a:lnTo>
                      <a:cubicBezTo>
                        <a:pt x="5688" y="1935"/>
                        <a:pt x="7300" y="0"/>
                        <a:pt x="9557" y="0"/>
                      </a:cubicBezTo>
                      <a:cubicBezTo>
                        <a:pt x="11815" y="0"/>
                        <a:pt x="13749" y="1612"/>
                        <a:pt x="13749" y="3870"/>
                      </a:cubicBezTo>
                      <a:lnTo>
                        <a:pt x="13749" y="4837"/>
                      </a:lnTo>
                      <a:cubicBezTo>
                        <a:pt x="13749" y="8062"/>
                        <a:pt x="13104" y="11931"/>
                        <a:pt x="11492" y="16446"/>
                      </a:cubicBezTo>
                      <a:cubicBezTo>
                        <a:pt x="10202" y="20638"/>
                        <a:pt x="8590" y="23218"/>
                        <a:pt x="7300" y="25152"/>
                      </a:cubicBezTo>
                      <a:cubicBezTo>
                        <a:pt x="6655" y="26120"/>
                        <a:pt x="5365" y="26765"/>
                        <a:pt x="4075" y="2676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E5803BA-7023-A04C-8C71-2F9CCD74DFD1}"/>
                  </a:ext>
                </a:extLst>
              </p:cNvPr>
              <p:cNvSpPr/>
              <p:nvPr/>
            </p:nvSpPr>
            <p:spPr>
              <a:xfrm>
                <a:off x="4788652" y="4318326"/>
                <a:ext cx="838408" cy="1322106"/>
              </a:xfrm>
              <a:custGeom>
                <a:avLst/>
                <a:gdLst>
                  <a:gd name="connsiteX0" fmla="*/ 834861 w 838408"/>
                  <a:gd name="connsiteY0" fmla="*/ 1010449 h 1322105"/>
                  <a:gd name="connsiteX1" fmla="*/ 815513 w 838408"/>
                  <a:gd name="connsiteY1" fmla="*/ 983040 h 1322105"/>
                  <a:gd name="connsiteX2" fmla="*/ 808097 w 838408"/>
                  <a:gd name="connsiteY2" fmla="*/ 956275 h 1322105"/>
                  <a:gd name="connsiteX3" fmla="*/ 784557 w 838408"/>
                  <a:gd name="connsiteY3" fmla="*/ 948214 h 1322105"/>
                  <a:gd name="connsiteX4" fmla="*/ 761662 w 838408"/>
                  <a:gd name="connsiteY4" fmla="*/ 930800 h 1322105"/>
                  <a:gd name="connsiteX5" fmla="*/ 765854 w 838408"/>
                  <a:gd name="connsiteY5" fmla="*/ 903391 h 1322105"/>
                  <a:gd name="connsiteX6" fmla="*/ 734575 w 838408"/>
                  <a:gd name="connsiteY6" fmla="*/ 893394 h 1322105"/>
                  <a:gd name="connsiteX7" fmla="*/ 713937 w 838408"/>
                  <a:gd name="connsiteY7" fmla="*/ 885655 h 1322105"/>
                  <a:gd name="connsiteX8" fmla="*/ 690719 w 838408"/>
                  <a:gd name="connsiteY8" fmla="*/ 902101 h 1322105"/>
                  <a:gd name="connsiteX9" fmla="*/ 663310 w 838408"/>
                  <a:gd name="connsiteY9" fmla="*/ 920482 h 1322105"/>
                  <a:gd name="connsiteX10" fmla="*/ 641382 w 838408"/>
                  <a:gd name="connsiteY10" fmla="*/ 915000 h 1322105"/>
                  <a:gd name="connsiteX11" fmla="*/ 619132 w 838408"/>
                  <a:gd name="connsiteY11" fmla="*/ 893072 h 1322105"/>
                  <a:gd name="connsiteX12" fmla="*/ 586886 w 838408"/>
                  <a:gd name="connsiteY12" fmla="*/ 895007 h 1322105"/>
                  <a:gd name="connsiteX13" fmla="*/ 582049 w 838408"/>
                  <a:gd name="connsiteY13" fmla="*/ 911453 h 1322105"/>
                  <a:gd name="connsiteX14" fmla="*/ 550770 w 838408"/>
                  <a:gd name="connsiteY14" fmla="*/ 912420 h 1322105"/>
                  <a:gd name="connsiteX15" fmla="*/ 549480 w 838408"/>
                  <a:gd name="connsiteY15" fmla="*/ 886301 h 1322105"/>
                  <a:gd name="connsiteX16" fmla="*/ 543353 w 838408"/>
                  <a:gd name="connsiteY16" fmla="*/ 857923 h 1322105"/>
                  <a:gd name="connsiteX17" fmla="*/ 543353 w 838408"/>
                  <a:gd name="connsiteY17" fmla="*/ 828257 h 1322105"/>
                  <a:gd name="connsiteX18" fmla="*/ 565603 w 838408"/>
                  <a:gd name="connsiteY18" fmla="*/ 848572 h 1322105"/>
                  <a:gd name="connsiteX19" fmla="*/ 587208 w 838408"/>
                  <a:gd name="connsiteY19" fmla="*/ 858569 h 1322105"/>
                  <a:gd name="connsiteX20" fmla="*/ 618165 w 838408"/>
                  <a:gd name="connsiteY20" fmla="*/ 859858 h 1322105"/>
                  <a:gd name="connsiteX21" fmla="*/ 627194 w 838408"/>
                  <a:gd name="connsiteY21" fmla="*/ 836641 h 1322105"/>
                  <a:gd name="connsiteX22" fmla="*/ 633321 w 838408"/>
                  <a:gd name="connsiteY22" fmla="*/ 812456 h 1322105"/>
                  <a:gd name="connsiteX23" fmla="*/ 606556 w 838408"/>
                  <a:gd name="connsiteY23" fmla="*/ 809876 h 1322105"/>
                  <a:gd name="connsiteX24" fmla="*/ 579791 w 838408"/>
                  <a:gd name="connsiteY24" fmla="*/ 801814 h 1322105"/>
                  <a:gd name="connsiteX25" fmla="*/ 557541 w 838408"/>
                  <a:gd name="connsiteY25" fmla="*/ 810843 h 1322105"/>
                  <a:gd name="connsiteX26" fmla="*/ 533357 w 838408"/>
                  <a:gd name="connsiteY26" fmla="*/ 790206 h 1322105"/>
                  <a:gd name="connsiteX27" fmla="*/ 539483 w 838408"/>
                  <a:gd name="connsiteY27" fmla="*/ 777630 h 1322105"/>
                  <a:gd name="connsiteX28" fmla="*/ 526907 w 838408"/>
                  <a:gd name="connsiteY28" fmla="*/ 767633 h 1322105"/>
                  <a:gd name="connsiteX29" fmla="*/ 509817 w 838408"/>
                  <a:gd name="connsiteY29" fmla="*/ 739901 h 1322105"/>
                  <a:gd name="connsiteX30" fmla="*/ 520458 w 838408"/>
                  <a:gd name="connsiteY30" fmla="*/ 706687 h 1322105"/>
                  <a:gd name="connsiteX31" fmla="*/ 524005 w 838408"/>
                  <a:gd name="connsiteY31" fmla="*/ 679923 h 1322105"/>
                  <a:gd name="connsiteX32" fmla="*/ 515943 w 838408"/>
                  <a:gd name="connsiteY32" fmla="*/ 661220 h 1322105"/>
                  <a:gd name="connsiteX33" fmla="*/ 542708 w 838408"/>
                  <a:gd name="connsiteY33" fmla="*/ 661220 h 1322105"/>
                  <a:gd name="connsiteX34" fmla="*/ 558831 w 838408"/>
                  <a:gd name="connsiteY34" fmla="*/ 662187 h 1322105"/>
                  <a:gd name="connsiteX35" fmla="*/ 584951 w 838408"/>
                  <a:gd name="connsiteY35" fmla="*/ 646064 h 1322105"/>
                  <a:gd name="connsiteX36" fmla="*/ 574310 w 838408"/>
                  <a:gd name="connsiteY36" fmla="*/ 603821 h 1322105"/>
                  <a:gd name="connsiteX37" fmla="*/ 558186 w 838408"/>
                  <a:gd name="connsiteY37" fmla="*/ 567060 h 1322105"/>
                  <a:gd name="connsiteX38" fmla="*/ 573342 w 838408"/>
                  <a:gd name="connsiteY38" fmla="*/ 545455 h 1322105"/>
                  <a:gd name="connsiteX39" fmla="*/ 570762 w 838408"/>
                  <a:gd name="connsiteY39" fmla="*/ 516756 h 1322105"/>
                  <a:gd name="connsiteX40" fmla="*/ 584951 w 838408"/>
                  <a:gd name="connsiteY40" fmla="*/ 479027 h 1322105"/>
                  <a:gd name="connsiteX41" fmla="*/ 618165 w 838408"/>
                  <a:gd name="connsiteY41" fmla="*/ 478060 h 1322105"/>
                  <a:gd name="connsiteX42" fmla="*/ 656538 w 838408"/>
                  <a:gd name="connsiteY42" fmla="*/ 479027 h 1322105"/>
                  <a:gd name="connsiteX43" fmla="*/ 657505 w 838408"/>
                  <a:gd name="connsiteY43" fmla="*/ 438397 h 1322105"/>
                  <a:gd name="connsiteX44" fmla="*/ 673629 w 838408"/>
                  <a:gd name="connsiteY44" fmla="*/ 410020 h 1322105"/>
                  <a:gd name="connsiteX45" fmla="*/ 643962 w 838408"/>
                  <a:gd name="connsiteY45" fmla="*/ 400668 h 1322105"/>
                  <a:gd name="connsiteX46" fmla="*/ 651379 w 838408"/>
                  <a:gd name="connsiteY46" fmla="*/ 381320 h 1322105"/>
                  <a:gd name="connsiteX47" fmla="*/ 652669 w 838408"/>
                  <a:gd name="connsiteY47" fmla="*/ 352299 h 1322105"/>
                  <a:gd name="connsiteX48" fmla="*/ 647187 w 838408"/>
                  <a:gd name="connsiteY48" fmla="*/ 295222 h 1322105"/>
                  <a:gd name="connsiteX49" fmla="*/ 649121 w 838408"/>
                  <a:gd name="connsiteY49" fmla="*/ 263621 h 1322105"/>
                  <a:gd name="connsiteX50" fmla="*/ 642350 w 838408"/>
                  <a:gd name="connsiteY50" fmla="*/ 245562 h 1322105"/>
                  <a:gd name="connsiteX51" fmla="*/ 642995 w 838408"/>
                  <a:gd name="connsiteY51" fmla="*/ 223957 h 1322105"/>
                  <a:gd name="connsiteX52" fmla="*/ 661053 w 838408"/>
                  <a:gd name="connsiteY52" fmla="*/ 200418 h 1322105"/>
                  <a:gd name="connsiteX53" fmla="*/ 683303 w 838408"/>
                  <a:gd name="connsiteY53" fmla="*/ 181715 h 1322105"/>
                  <a:gd name="connsiteX54" fmla="*/ 673951 w 838408"/>
                  <a:gd name="connsiteY54" fmla="*/ 169461 h 1322105"/>
                  <a:gd name="connsiteX55" fmla="*/ 652346 w 838408"/>
                  <a:gd name="connsiteY55" fmla="*/ 154627 h 1322105"/>
                  <a:gd name="connsiteX56" fmla="*/ 659763 w 838408"/>
                  <a:gd name="connsiteY56" fmla="*/ 135925 h 1322105"/>
                  <a:gd name="connsiteX57" fmla="*/ 666535 w 838408"/>
                  <a:gd name="connsiteY57" fmla="*/ 121736 h 1322105"/>
                  <a:gd name="connsiteX58" fmla="*/ 679433 w 838408"/>
                  <a:gd name="connsiteY58" fmla="*/ 98841 h 1322105"/>
                  <a:gd name="connsiteX59" fmla="*/ 686205 w 838408"/>
                  <a:gd name="connsiteY59" fmla="*/ 83363 h 1322105"/>
                  <a:gd name="connsiteX60" fmla="*/ 670727 w 838408"/>
                  <a:gd name="connsiteY60" fmla="*/ 75946 h 1322105"/>
                  <a:gd name="connsiteX61" fmla="*/ 679433 w 838408"/>
                  <a:gd name="connsiteY61" fmla="*/ 59823 h 1322105"/>
                  <a:gd name="connsiteX62" fmla="*/ 677498 w 838408"/>
                  <a:gd name="connsiteY62" fmla="*/ 33058 h 1322105"/>
                  <a:gd name="connsiteX63" fmla="*/ 661053 w 838408"/>
                  <a:gd name="connsiteY63" fmla="*/ 18547 h 1322105"/>
                  <a:gd name="connsiteX64" fmla="*/ 651056 w 838408"/>
                  <a:gd name="connsiteY64" fmla="*/ 17580 h 1322105"/>
                  <a:gd name="connsiteX65" fmla="*/ 623324 w 838408"/>
                  <a:gd name="connsiteY65" fmla="*/ 2424 h 1322105"/>
                  <a:gd name="connsiteX66" fmla="*/ 593657 w 838408"/>
                  <a:gd name="connsiteY66" fmla="*/ 38218 h 1322105"/>
                  <a:gd name="connsiteX67" fmla="*/ 560444 w 838408"/>
                  <a:gd name="connsiteY67" fmla="*/ 76591 h 1322105"/>
                  <a:gd name="connsiteX68" fmla="*/ 517556 w 838408"/>
                  <a:gd name="connsiteY68" fmla="*/ 106258 h 1322105"/>
                  <a:gd name="connsiteX69" fmla="*/ 482730 w 838408"/>
                  <a:gd name="connsiteY69" fmla="*/ 143986 h 1322105"/>
                  <a:gd name="connsiteX70" fmla="*/ 453063 w 838408"/>
                  <a:gd name="connsiteY70" fmla="*/ 165591 h 1322105"/>
                  <a:gd name="connsiteX71" fmla="*/ 436940 w 838408"/>
                  <a:gd name="connsiteY71" fmla="*/ 189776 h 1322105"/>
                  <a:gd name="connsiteX72" fmla="*/ 385990 w 838408"/>
                  <a:gd name="connsiteY72" fmla="*/ 197838 h 1322105"/>
                  <a:gd name="connsiteX73" fmla="*/ 345682 w 838408"/>
                  <a:gd name="connsiteY73" fmla="*/ 195258 h 1322105"/>
                  <a:gd name="connsiteX74" fmla="*/ 305374 w 838408"/>
                  <a:gd name="connsiteY74" fmla="*/ 194291 h 1322105"/>
                  <a:gd name="connsiteX75" fmla="*/ 314403 w 838408"/>
                  <a:gd name="connsiteY75" fmla="*/ 238146 h 1322105"/>
                  <a:gd name="connsiteX76" fmla="*/ 308921 w 838408"/>
                  <a:gd name="connsiteY76" fmla="*/ 268458 h 1322105"/>
                  <a:gd name="connsiteX77" fmla="*/ 282157 w 838408"/>
                  <a:gd name="connsiteY77" fmla="*/ 279099 h 1322105"/>
                  <a:gd name="connsiteX78" fmla="*/ 256037 w 838408"/>
                  <a:gd name="connsiteY78" fmla="*/ 277164 h 1322105"/>
                  <a:gd name="connsiteX79" fmla="*/ 223791 w 838408"/>
                  <a:gd name="connsiteY79" fmla="*/ 291353 h 1322105"/>
                  <a:gd name="connsiteX80" fmla="*/ 197026 w 838408"/>
                  <a:gd name="connsiteY80" fmla="*/ 273294 h 1322105"/>
                  <a:gd name="connsiteX81" fmla="*/ 177356 w 838408"/>
                  <a:gd name="connsiteY81" fmla="*/ 290385 h 1322105"/>
                  <a:gd name="connsiteX82" fmla="*/ 149624 w 838408"/>
                  <a:gd name="connsiteY82" fmla="*/ 308443 h 1322105"/>
                  <a:gd name="connsiteX83" fmla="*/ 130921 w 838408"/>
                  <a:gd name="connsiteY83" fmla="*/ 322632 h 1322105"/>
                  <a:gd name="connsiteX84" fmla="*/ 112863 w 838408"/>
                  <a:gd name="connsiteY84" fmla="*/ 342302 h 1322105"/>
                  <a:gd name="connsiteX85" fmla="*/ 89645 w 838408"/>
                  <a:gd name="connsiteY85" fmla="*/ 329726 h 1322105"/>
                  <a:gd name="connsiteX86" fmla="*/ 68040 w 838408"/>
                  <a:gd name="connsiteY86" fmla="*/ 348429 h 1322105"/>
                  <a:gd name="connsiteX87" fmla="*/ 59656 w 838408"/>
                  <a:gd name="connsiteY87" fmla="*/ 373904 h 1322105"/>
                  <a:gd name="connsiteX88" fmla="*/ 57076 w 838408"/>
                  <a:gd name="connsiteY88" fmla="*/ 399056 h 1322105"/>
                  <a:gd name="connsiteX89" fmla="*/ 80294 w 838408"/>
                  <a:gd name="connsiteY89" fmla="*/ 414212 h 1322105"/>
                  <a:gd name="connsiteX90" fmla="*/ 65783 w 838408"/>
                  <a:gd name="connsiteY90" fmla="*/ 470966 h 1322105"/>
                  <a:gd name="connsiteX91" fmla="*/ 50949 w 838408"/>
                  <a:gd name="connsiteY91" fmla="*/ 499987 h 1322105"/>
                  <a:gd name="connsiteX92" fmla="*/ 19348 w 838408"/>
                  <a:gd name="connsiteY92" fmla="*/ 504825 h 1322105"/>
                  <a:gd name="connsiteX93" fmla="*/ 0 w 838408"/>
                  <a:gd name="connsiteY93" fmla="*/ 520948 h 1322105"/>
                  <a:gd name="connsiteX94" fmla="*/ 9996 w 838408"/>
                  <a:gd name="connsiteY94" fmla="*/ 521915 h 1322105"/>
                  <a:gd name="connsiteX95" fmla="*/ 37406 w 838408"/>
                  <a:gd name="connsiteY95" fmla="*/ 527397 h 1322105"/>
                  <a:gd name="connsiteX96" fmla="*/ 36761 w 838408"/>
                  <a:gd name="connsiteY96" fmla="*/ 554806 h 1322105"/>
                  <a:gd name="connsiteX97" fmla="*/ 47402 w 838408"/>
                  <a:gd name="connsiteY97" fmla="*/ 585118 h 1322105"/>
                  <a:gd name="connsiteX98" fmla="*/ 38696 w 838408"/>
                  <a:gd name="connsiteY98" fmla="*/ 595759 h 1322105"/>
                  <a:gd name="connsiteX99" fmla="*/ 36116 w 838408"/>
                  <a:gd name="connsiteY99" fmla="*/ 630586 h 1322105"/>
                  <a:gd name="connsiteX100" fmla="*/ 35471 w 838408"/>
                  <a:gd name="connsiteY100" fmla="*/ 654125 h 1322105"/>
                  <a:gd name="connsiteX101" fmla="*/ 19348 w 838408"/>
                  <a:gd name="connsiteY101" fmla="*/ 667024 h 1322105"/>
                  <a:gd name="connsiteX102" fmla="*/ 19025 w 838408"/>
                  <a:gd name="connsiteY102" fmla="*/ 672828 h 1322105"/>
                  <a:gd name="connsiteX103" fmla="*/ 22895 w 838408"/>
                  <a:gd name="connsiteY103" fmla="*/ 683148 h 1322105"/>
                  <a:gd name="connsiteX104" fmla="*/ 18058 w 838408"/>
                  <a:gd name="connsiteY104" fmla="*/ 692499 h 1322105"/>
                  <a:gd name="connsiteX105" fmla="*/ 38373 w 838408"/>
                  <a:gd name="connsiteY105" fmla="*/ 711847 h 1322105"/>
                  <a:gd name="connsiteX106" fmla="*/ 42565 w 838408"/>
                  <a:gd name="connsiteY106" fmla="*/ 733452 h 1322105"/>
                  <a:gd name="connsiteX107" fmla="*/ 56754 w 838408"/>
                  <a:gd name="connsiteY107" fmla="*/ 744093 h 1322105"/>
                  <a:gd name="connsiteX108" fmla="*/ 62881 w 838408"/>
                  <a:gd name="connsiteY108" fmla="*/ 756992 h 1322105"/>
                  <a:gd name="connsiteX109" fmla="*/ 60301 w 838408"/>
                  <a:gd name="connsiteY109" fmla="*/ 776340 h 1322105"/>
                  <a:gd name="connsiteX110" fmla="*/ 65138 w 838408"/>
                  <a:gd name="connsiteY110" fmla="*/ 798590 h 1322105"/>
                  <a:gd name="connsiteX111" fmla="*/ 67718 w 838408"/>
                  <a:gd name="connsiteY111" fmla="*/ 816648 h 1322105"/>
                  <a:gd name="connsiteX112" fmla="*/ 81261 w 838408"/>
                  <a:gd name="connsiteY112" fmla="*/ 850184 h 1322105"/>
                  <a:gd name="connsiteX113" fmla="*/ 95450 w 838408"/>
                  <a:gd name="connsiteY113" fmla="*/ 877594 h 1322105"/>
                  <a:gd name="connsiteX114" fmla="*/ 103511 w 838408"/>
                  <a:gd name="connsiteY114" fmla="*/ 910485 h 1322105"/>
                  <a:gd name="connsiteX115" fmla="*/ 109638 w 838408"/>
                  <a:gd name="connsiteY115" fmla="*/ 944022 h 1322105"/>
                  <a:gd name="connsiteX116" fmla="*/ 108348 w 838408"/>
                  <a:gd name="connsiteY116" fmla="*/ 978203 h 1322105"/>
                  <a:gd name="connsiteX117" fmla="*/ 118989 w 838408"/>
                  <a:gd name="connsiteY117" fmla="*/ 1025927 h 1322105"/>
                  <a:gd name="connsiteX118" fmla="*/ 135758 w 838408"/>
                  <a:gd name="connsiteY118" fmla="*/ 1085584 h 1322105"/>
                  <a:gd name="connsiteX119" fmla="*/ 140917 w 838408"/>
                  <a:gd name="connsiteY119" fmla="*/ 1102674 h 1322105"/>
                  <a:gd name="connsiteX120" fmla="*/ 164134 w 838408"/>
                  <a:gd name="connsiteY120" fmla="*/ 1110414 h 1322105"/>
                  <a:gd name="connsiteX121" fmla="*/ 201863 w 838408"/>
                  <a:gd name="connsiteY121" fmla="*/ 1125569 h 1322105"/>
                  <a:gd name="connsiteX122" fmla="*/ 221533 w 838408"/>
                  <a:gd name="connsiteY122" fmla="*/ 1142660 h 1322105"/>
                  <a:gd name="connsiteX123" fmla="*/ 235722 w 838408"/>
                  <a:gd name="connsiteY123" fmla="*/ 1165878 h 1322105"/>
                  <a:gd name="connsiteX124" fmla="*/ 245718 w 838408"/>
                  <a:gd name="connsiteY124" fmla="*/ 1192642 h 1322105"/>
                  <a:gd name="connsiteX125" fmla="*/ 279899 w 838408"/>
                  <a:gd name="connsiteY125" fmla="*/ 1222953 h 1322105"/>
                  <a:gd name="connsiteX126" fmla="*/ 303117 w 838408"/>
                  <a:gd name="connsiteY126" fmla="*/ 1242624 h 1322105"/>
                  <a:gd name="connsiteX127" fmla="*/ 348907 w 838408"/>
                  <a:gd name="connsiteY127" fmla="*/ 1265841 h 1322105"/>
                  <a:gd name="connsiteX128" fmla="*/ 394697 w 838408"/>
                  <a:gd name="connsiteY128" fmla="*/ 1285512 h 1322105"/>
                  <a:gd name="connsiteX129" fmla="*/ 417914 w 838408"/>
                  <a:gd name="connsiteY129" fmla="*/ 1305827 h 1322105"/>
                  <a:gd name="connsiteX130" fmla="*/ 437262 w 838408"/>
                  <a:gd name="connsiteY130" fmla="*/ 1320983 h 1322105"/>
                  <a:gd name="connsiteX131" fmla="*/ 458222 w 838408"/>
                  <a:gd name="connsiteY131" fmla="*/ 1325820 h 1322105"/>
                  <a:gd name="connsiteX132" fmla="*/ 475635 w 838408"/>
                  <a:gd name="connsiteY132" fmla="*/ 1332914 h 1322105"/>
                  <a:gd name="connsiteX133" fmla="*/ 506592 w 838408"/>
                  <a:gd name="connsiteY133" fmla="*/ 1327110 h 1322105"/>
                  <a:gd name="connsiteX134" fmla="*/ 516588 w 838408"/>
                  <a:gd name="connsiteY134" fmla="*/ 1318081 h 1322105"/>
                  <a:gd name="connsiteX135" fmla="*/ 531744 w 838408"/>
                  <a:gd name="connsiteY135" fmla="*/ 1298733 h 1322105"/>
                  <a:gd name="connsiteX136" fmla="*/ 547545 w 838408"/>
                  <a:gd name="connsiteY136" fmla="*/ 1304215 h 1322105"/>
                  <a:gd name="connsiteX137" fmla="*/ 565926 w 838408"/>
                  <a:gd name="connsiteY137" fmla="*/ 1307440 h 1322105"/>
                  <a:gd name="connsiteX138" fmla="*/ 587853 w 838408"/>
                  <a:gd name="connsiteY138" fmla="*/ 1299055 h 1322105"/>
                  <a:gd name="connsiteX139" fmla="*/ 610103 w 838408"/>
                  <a:gd name="connsiteY139" fmla="*/ 1307117 h 1322105"/>
                  <a:gd name="connsiteX140" fmla="*/ 636223 w 838408"/>
                  <a:gd name="connsiteY140" fmla="*/ 1291316 h 1322105"/>
                  <a:gd name="connsiteX141" fmla="*/ 655571 w 838408"/>
                  <a:gd name="connsiteY141" fmla="*/ 1271968 h 1322105"/>
                  <a:gd name="connsiteX142" fmla="*/ 674274 w 838408"/>
                  <a:gd name="connsiteY142" fmla="*/ 1257780 h 1322105"/>
                  <a:gd name="connsiteX143" fmla="*/ 682658 w 838408"/>
                  <a:gd name="connsiteY143" fmla="*/ 1230370 h 1322105"/>
                  <a:gd name="connsiteX144" fmla="*/ 660730 w 838408"/>
                  <a:gd name="connsiteY144" fmla="*/ 1221342 h 1322105"/>
                  <a:gd name="connsiteX145" fmla="*/ 640415 w 838408"/>
                  <a:gd name="connsiteY145" fmla="*/ 1208443 h 1322105"/>
                  <a:gd name="connsiteX146" fmla="*/ 662665 w 838408"/>
                  <a:gd name="connsiteY146" fmla="*/ 1179743 h 1322105"/>
                  <a:gd name="connsiteX147" fmla="*/ 661375 w 838408"/>
                  <a:gd name="connsiteY147" fmla="*/ 1157493 h 1322105"/>
                  <a:gd name="connsiteX148" fmla="*/ 658150 w 838408"/>
                  <a:gd name="connsiteY148" fmla="*/ 1132341 h 1322105"/>
                  <a:gd name="connsiteX149" fmla="*/ 674596 w 838408"/>
                  <a:gd name="connsiteY149" fmla="*/ 1124602 h 1322105"/>
                  <a:gd name="connsiteX150" fmla="*/ 696524 w 838408"/>
                  <a:gd name="connsiteY150" fmla="*/ 1108479 h 1322105"/>
                  <a:gd name="connsiteX151" fmla="*/ 707165 w 838408"/>
                  <a:gd name="connsiteY151" fmla="*/ 1087841 h 1322105"/>
                  <a:gd name="connsiteX152" fmla="*/ 731027 w 838408"/>
                  <a:gd name="connsiteY152" fmla="*/ 1090420 h 1322105"/>
                  <a:gd name="connsiteX153" fmla="*/ 749408 w 838408"/>
                  <a:gd name="connsiteY153" fmla="*/ 1090743 h 1322105"/>
                  <a:gd name="connsiteX154" fmla="*/ 772303 w 838408"/>
                  <a:gd name="connsiteY154" fmla="*/ 1097837 h 1322105"/>
                  <a:gd name="connsiteX155" fmla="*/ 785202 w 838408"/>
                  <a:gd name="connsiteY155" fmla="*/ 1112671 h 1322105"/>
                  <a:gd name="connsiteX156" fmla="*/ 805517 w 838408"/>
                  <a:gd name="connsiteY156" fmla="*/ 1079457 h 1322105"/>
                  <a:gd name="connsiteX157" fmla="*/ 833894 w 838408"/>
                  <a:gd name="connsiteY157" fmla="*/ 1058497 h 1322105"/>
                  <a:gd name="connsiteX158" fmla="*/ 849694 w 838408"/>
                  <a:gd name="connsiteY158" fmla="*/ 1027540 h 1322105"/>
                  <a:gd name="connsiteX159" fmla="*/ 834861 w 838408"/>
                  <a:gd name="connsiteY159" fmla="*/ 1010449 h 1322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38408" h="1322105">
                    <a:moveTo>
                      <a:pt x="834861" y="1010449"/>
                    </a:moveTo>
                    <a:cubicBezTo>
                      <a:pt x="823575" y="1008514"/>
                      <a:pt x="815513" y="987554"/>
                      <a:pt x="815513" y="983040"/>
                    </a:cubicBezTo>
                    <a:cubicBezTo>
                      <a:pt x="815513" y="978203"/>
                      <a:pt x="816158" y="961434"/>
                      <a:pt x="808097" y="956275"/>
                    </a:cubicBezTo>
                    <a:cubicBezTo>
                      <a:pt x="800035" y="950793"/>
                      <a:pt x="792618" y="951438"/>
                      <a:pt x="784557" y="948214"/>
                    </a:cubicBezTo>
                    <a:cubicBezTo>
                      <a:pt x="776495" y="944989"/>
                      <a:pt x="762951" y="936927"/>
                      <a:pt x="761662" y="930800"/>
                    </a:cubicBezTo>
                    <a:cubicBezTo>
                      <a:pt x="760372" y="924673"/>
                      <a:pt x="767788" y="907906"/>
                      <a:pt x="765854" y="903391"/>
                    </a:cubicBezTo>
                    <a:cubicBezTo>
                      <a:pt x="763919" y="898554"/>
                      <a:pt x="747151" y="897909"/>
                      <a:pt x="734575" y="893394"/>
                    </a:cubicBezTo>
                    <a:cubicBezTo>
                      <a:pt x="721998" y="888880"/>
                      <a:pt x="723933" y="877271"/>
                      <a:pt x="713937" y="885655"/>
                    </a:cubicBezTo>
                    <a:cubicBezTo>
                      <a:pt x="703940" y="894039"/>
                      <a:pt x="696524" y="892750"/>
                      <a:pt x="690719" y="902101"/>
                    </a:cubicBezTo>
                    <a:cubicBezTo>
                      <a:pt x="684915" y="911453"/>
                      <a:pt x="671049" y="918224"/>
                      <a:pt x="663310" y="920482"/>
                    </a:cubicBezTo>
                    <a:cubicBezTo>
                      <a:pt x="655571" y="922739"/>
                      <a:pt x="648154" y="920482"/>
                      <a:pt x="641382" y="915000"/>
                    </a:cubicBezTo>
                    <a:cubicBezTo>
                      <a:pt x="634610" y="909518"/>
                      <a:pt x="623324" y="893072"/>
                      <a:pt x="619132" y="893072"/>
                    </a:cubicBezTo>
                    <a:cubicBezTo>
                      <a:pt x="614940" y="893072"/>
                      <a:pt x="593013" y="888880"/>
                      <a:pt x="586886" y="895007"/>
                    </a:cubicBezTo>
                    <a:cubicBezTo>
                      <a:pt x="580759" y="900811"/>
                      <a:pt x="588821" y="908873"/>
                      <a:pt x="582049" y="911453"/>
                    </a:cubicBezTo>
                    <a:cubicBezTo>
                      <a:pt x="575277" y="914032"/>
                      <a:pt x="562378" y="914032"/>
                      <a:pt x="550770" y="912420"/>
                    </a:cubicBezTo>
                    <a:cubicBezTo>
                      <a:pt x="539483" y="911130"/>
                      <a:pt x="545933" y="894362"/>
                      <a:pt x="549480" y="886301"/>
                    </a:cubicBezTo>
                    <a:cubicBezTo>
                      <a:pt x="552704" y="878239"/>
                      <a:pt x="548835" y="869532"/>
                      <a:pt x="543353" y="857923"/>
                    </a:cubicBezTo>
                    <a:cubicBezTo>
                      <a:pt x="537871" y="846637"/>
                      <a:pt x="537226" y="829546"/>
                      <a:pt x="543353" y="828257"/>
                    </a:cubicBezTo>
                    <a:cubicBezTo>
                      <a:pt x="549480" y="826967"/>
                      <a:pt x="560121" y="843735"/>
                      <a:pt x="565603" y="848572"/>
                    </a:cubicBezTo>
                    <a:cubicBezTo>
                      <a:pt x="571085" y="853409"/>
                      <a:pt x="570440" y="857278"/>
                      <a:pt x="587208" y="858569"/>
                    </a:cubicBezTo>
                    <a:cubicBezTo>
                      <a:pt x="603976" y="859858"/>
                      <a:pt x="607523" y="857923"/>
                      <a:pt x="618165" y="859858"/>
                    </a:cubicBezTo>
                    <a:cubicBezTo>
                      <a:pt x="628806" y="861793"/>
                      <a:pt x="615585" y="840510"/>
                      <a:pt x="627194" y="836641"/>
                    </a:cubicBezTo>
                    <a:cubicBezTo>
                      <a:pt x="638803" y="832771"/>
                      <a:pt x="646864" y="812456"/>
                      <a:pt x="633321" y="812456"/>
                    </a:cubicBezTo>
                    <a:cubicBezTo>
                      <a:pt x="619777" y="812456"/>
                      <a:pt x="611716" y="813423"/>
                      <a:pt x="606556" y="809876"/>
                    </a:cubicBezTo>
                    <a:cubicBezTo>
                      <a:pt x="601074" y="806329"/>
                      <a:pt x="584951" y="796333"/>
                      <a:pt x="579791" y="801814"/>
                    </a:cubicBezTo>
                    <a:cubicBezTo>
                      <a:pt x="574310" y="807296"/>
                      <a:pt x="569795" y="810843"/>
                      <a:pt x="557541" y="810843"/>
                    </a:cubicBezTo>
                    <a:cubicBezTo>
                      <a:pt x="544965" y="810843"/>
                      <a:pt x="533357" y="797300"/>
                      <a:pt x="533357" y="790206"/>
                    </a:cubicBezTo>
                    <a:cubicBezTo>
                      <a:pt x="533357" y="783111"/>
                      <a:pt x="539483" y="777630"/>
                      <a:pt x="539483" y="777630"/>
                    </a:cubicBezTo>
                    <a:cubicBezTo>
                      <a:pt x="539483" y="777630"/>
                      <a:pt x="534002" y="770535"/>
                      <a:pt x="526907" y="767633"/>
                    </a:cubicBezTo>
                    <a:cubicBezTo>
                      <a:pt x="519813" y="765053"/>
                      <a:pt x="509817" y="749575"/>
                      <a:pt x="509817" y="739901"/>
                    </a:cubicBezTo>
                    <a:cubicBezTo>
                      <a:pt x="509817" y="729905"/>
                      <a:pt x="507882" y="710234"/>
                      <a:pt x="520458" y="706687"/>
                    </a:cubicBezTo>
                    <a:cubicBezTo>
                      <a:pt x="533034" y="703140"/>
                      <a:pt x="524973" y="685082"/>
                      <a:pt x="524005" y="679923"/>
                    </a:cubicBezTo>
                    <a:cubicBezTo>
                      <a:pt x="523038" y="674441"/>
                      <a:pt x="514009" y="667347"/>
                      <a:pt x="515943" y="661220"/>
                    </a:cubicBezTo>
                    <a:cubicBezTo>
                      <a:pt x="517878" y="655093"/>
                      <a:pt x="536581" y="657673"/>
                      <a:pt x="542708" y="661220"/>
                    </a:cubicBezTo>
                    <a:cubicBezTo>
                      <a:pt x="548835" y="664767"/>
                      <a:pt x="554317" y="656705"/>
                      <a:pt x="558831" y="662187"/>
                    </a:cubicBezTo>
                    <a:cubicBezTo>
                      <a:pt x="563346" y="667669"/>
                      <a:pt x="583016" y="656705"/>
                      <a:pt x="584951" y="646064"/>
                    </a:cubicBezTo>
                    <a:cubicBezTo>
                      <a:pt x="586886" y="635422"/>
                      <a:pt x="586886" y="620912"/>
                      <a:pt x="574310" y="603821"/>
                    </a:cubicBezTo>
                    <a:cubicBezTo>
                      <a:pt x="561734" y="586730"/>
                      <a:pt x="554639" y="575122"/>
                      <a:pt x="558186" y="567060"/>
                    </a:cubicBezTo>
                    <a:cubicBezTo>
                      <a:pt x="561734" y="558998"/>
                      <a:pt x="568183" y="546422"/>
                      <a:pt x="573342" y="545455"/>
                    </a:cubicBezTo>
                    <a:cubicBezTo>
                      <a:pt x="578824" y="544488"/>
                      <a:pt x="570762" y="530299"/>
                      <a:pt x="570762" y="516756"/>
                    </a:cubicBezTo>
                    <a:cubicBezTo>
                      <a:pt x="570762" y="503212"/>
                      <a:pt x="577857" y="482574"/>
                      <a:pt x="584951" y="479027"/>
                    </a:cubicBezTo>
                    <a:cubicBezTo>
                      <a:pt x="592045" y="475480"/>
                      <a:pt x="608168" y="477093"/>
                      <a:pt x="618165" y="478060"/>
                    </a:cubicBezTo>
                    <a:cubicBezTo>
                      <a:pt x="628161" y="479027"/>
                      <a:pt x="653958" y="481607"/>
                      <a:pt x="656538" y="479027"/>
                    </a:cubicBezTo>
                    <a:cubicBezTo>
                      <a:pt x="659118" y="476447"/>
                      <a:pt x="642672" y="452907"/>
                      <a:pt x="657505" y="438397"/>
                    </a:cubicBezTo>
                    <a:cubicBezTo>
                      <a:pt x="672339" y="423563"/>
                      <a:pt x="684270" y="416791"/>
                      <a:pt x="673629" y="410020"/>
                    </a:cubicBezTo>
                    <a:cubicBezTo>
                      <a:pt x="662987" y="403248"/>
                      <a:pt x="649444" y="403893"/>
                      <a:pt x="643962" y="400668"/>
                    </a:cubicBezTo>
                    <a:cubicBezTo>
                      <a:pt x="638480" y="397444"/>
                      <a:pt x="639125" y="389382"/>
                      <a:pt x="651379" y="381320"/>
                    </a:cubicBezTo>
                    <a:cubicBezTo>
                      <a:pt x="663632" y="373259"/>
                      <a:pt x="654603" y="373904"/>
                      <a:pt x="652669" y="352299"/>
                    </a:cubicBezTo>
                    <a:cubicBezTo>
                      <a:pt x="650734" y="330693"/>
                      <a:pt x="643962" y="310701"/>
                      <a:pt x="647187" y="295222"/>
                    </a:cubicBezTo>
                    <a:cubicBezTo>
                      <a:pt x="650411" y="279744"/>
                      <a:pt x="652024" y="274262"/>
                      <a:pt x="649121" y="263621"/>
                    </a:cubicBezTo>
                    <a:cubicBezTo>
                      <a:pt x="646542" y="252979"/>
                      <a:pt x="647832" y="250722"/>
                      <a:pt x="642350" y="245562"/>
                    </a:cubicBezTo>
                    <a:cubicBezTo>
                      <a:pt x="636868" y="240403"/>
                      <a:pt x="634933" y="225247"/>
                      <a:pt x="642995" y="223957"/>
                    </a:cubicBezTo>
                    <a:cubicBezTo>
                      <a:pt x="651056" y="222668"/>
                      <a:pt x="652346" y="204610"/>
                      <a:pt x="661053" y="200418"/>
                    </a:cubicBezTo>
                    <a:cubicBezTo>
                      <a:pt x="669759" y="196225"/>
                      <a:pt x="680401" y="181715"/>
                      <a:pt x="683303" y="181715"/>
                    </a:cubicBezTo>
                    <a:cubicBezTo>
                      <a:pt x="685882" y="181715"/>
                      <a:pt x="685237" y="168171"/>
                      <a:pt x="673951" y="169461"/>
                    </a:cubicBezTo>
                    <a:cubicBezTo>
                      <a:pt x="662665" y="170751"/>
                      <a:pt x="652346" y="164624"/>
                      <a:pt x="652346" y="154627"/>
                    </a:cubicBezTo>
                    <a:cubicBezTo>
                      <a:pt x="652346" y="144631"/>
                      <a:pt x="650411" y="137214"/>
                      <a:pt x="659763" y="135925"/>
                    </a:cubicBezTo>
                    <a:cubicBezTo>
                      <a:pt x="669114" y="134635"/>
                      <a:pt x="668469" y="127863"/>
                      <a:pt x="666535" y="121736"/>
                    </a:cubicBezTo>
                    <a:cubicBezTo>
                      <a:pt x="664600" y="115609"/>
                      <a:pt x="675241" y="103033"/>
                      <a:pt x="679433" y="98841"/>
                    </a:cubicBezTo>
                    <a:cubicBezTo>
                      <a:pt x="683625" y="94649"/>
                      <a:pt x="688785" y="87555"/>
                      <a:pt x="686205" y="83363"/>
                    </a:cubicBezTo>
                    <a:cubicBezTo>
                      <a:pt x="683625" y="79171"/>
                      <a:pt x="672661" y="80783"/>
                      <a:pt x="670727" y="75946"/>
                    </a:cubicBezTo>
                    <a:cubicBezTo>
                      <a:pt x="668792" y="71109"/>
                      <a:pt x="673951" y="67239"/>
                      <a:pt x="679433" y="59823"/>
                    </a:cubicBezTo>
                    <a:cubicBezTo>
                      <a:pt x="684915" y="52406"/>
                      <a:pt x="672661" y="41765"/>
                      <a:pt x="677498" y="33058"/>
                    </a:cubicBezTo>
                    <a:cubicBezTo>
                      <a:pt x="681368" y="25964"/>
                      <a:pt x="669437" y="27899"/>
                      <a:pt x="661053" y="18547"/>
                    </a:cubicBezTo>
                    <a:cubicBezTo>
                      <a:pt x="659118" y="19837"/>
                      <a:pt x="656538" y="19837"/>
                      <a:pt x="651056" y="17580"/>
                    </a:cubicBezTo>
                    <a:cubicBezTo>
                      <a:pt x="638480" y="12098"/>
                      <a:pt x="647509" y="-6605"/>
                      <a:pt x="623324" y="2424"/>
                    </a:cubicBezTo>
                    <a:cubicBezTo>
                      <a:pt x="599139" y="11453"/>
                      <a:pt x="596560" y="28544"/>
                      <a:pt x="593657" y="38218"/>
                    </a:cubicBezTo>
                    <a:cubicBezTo>
                      <a:pt x="591078" y="48214"/>
                      <a:pt x="579469" y="63370"/>
                      <a:pt x="560444" y="76591"/>
                    </a:cubicBezTo>
                    <a:cubicBezTo>
                      <a:pt x="541741" y="90134"/>
                      <a:pt x="533679" y="79171"/>
                      <a:pt x="517556" y="106258"/>
                    </a:cubicBezTo>
                    <a:cubicBezTo>
                      <a:pt x="501433" y="133345"/>
                      <a:pt x="485309" y="116899"/>
                      <a:pt x="482730" y="143986"/>
                    </a:cubicBezTo>
                    <a:cubicBezTo>
                      <a:pt x="480150" y="170751"/>
                      <a:pt x="469186" y="160109"/>
                      <a:pt x="453063" y="165591"/>
                    </a:cubicBezTo>
                    <a:cubicBezTo>
                      <a:pt x="436940" y="171073"/>
                      <a:pt x="447581" y="181715"/>
                      <a:pt x="436940" y="189776"/>
                    </a:cubicBezTo>
                    <a:cubicBezTo>
                      <a:pt x="426298" y="197838"/>
                      <a:pt x="399211" y="197838"/>
                      <a:pt x="385990" y="197838"/>
                    </a:cubicBezTo>
                    <a:cubicBezTo>
                      <a:pt x="372447" y="197838"/>
                      <a:pt x="356324" y="200418"/>
                      <a:pt x="345682" y="195258"/>
                    </a:cubicBezTo>
                    <a:cubicBezTo>
                      <a:pt x="335041" y="189776"/>
                      <a:pt x="316015" y="182682"/>
                      <a:pt x="305374" y="194291"/>
                    </a:cubicBezTo>
                    <a:cubicBezTo>
                      <a:pt x="294733" y="205899"/>
                      <a:pt x="314403" y="222990"/>
                      <a:pt x="314403" y="238146"/>
                    </a:cubicBezTo>
                    <a:cubicBezTo>
                      <a:pt x="314403" y="253302"/>
                      <a:pt x="309889" y="259751"/>
                      <a:pt x="308921" y="268458"/>
                    </a:cubicBezTo>
                    <a:cubicBezTo>
                      <a:pt x="307954" y="277487"/>
                      <a:pt x="294733" y="276519"/>
                      <a:pt x="282157" y="279099"/>
                    </a:cubicBezTo>
                    <a:cubicBezTo>
                      <a:pt x="269580" y="281679"/>
                      <a:pt x="262486" y="270070"/>
                      <a:pt x="256037" y="277164"/>
                    </a:cubicBezTo>
                    <a:cubicBezTo>
                      <a:pt x="249910" y="284258"/>
                      <a:pt x="237979" y="295222"/>
                      <a:pt x="223791" y="291353"/>
                    </a:cubicBezTo>
                    <a:cubicBezTo>
                      <a:pt x="209602" y="287806"/>
                      <a:pt x="203153" y="272650"/>
                      <a:pt x="197026" y="273294"/>
                    </a:cubicBezTo>
                    <a:cubicBezTo>
                      <a:pt x="190899" y="274262"/>
                      <a:pt x="181870" y="281356"/>
                      <a:pt x="177356" y="290385"/>
                    </a:cubicBezTo>
                    <a:cubicBezTo>
                      <a:pt x="172841" y="299414"/>
                      <a:pt x="160265" y="306508"/>
                      <a:pt x="149624" y="308443"/>
                    </a:cubicBezTo>
                    <a:cubicBezTo>
                      <a:pt x="138982" y="310378"/>
                      <a:pt x="135435" y="317472"/>
                      <a:pt x="130921" y="322632"/>
                    </a:cubicBezTo>
                    <a:cubicBezTo>
                      <a:pt x="126406" y="328114"/>
                      <a:pt x="112863" y="342302"/>
                      <a:pt x="112863" y="342302"/>
                    </a:cubicBezTo>
                    <a:cubicBezTo>
                      <a:pt x="112863" y="342302"/>
                      <a:pt x="106736" y="326179"/>
                      <a:pt x="89645" y="329726"/>
                    </a:cubicBezTo>
                    <a:cubicBezTo>
                      <a:pt x="72554" y="333273"/>
                      <a:pt x="70942" y="348429"/>
                      <a:pt x="68040" y="348429"/>
                    </a:cubicBezTo>
                    <a:cubicBezTo>
                      <a:pt x="65460" y="348429"/>
                      <a:pt x="59011" y="357780"/>
                      <a:pt x="59656" y="373904"/>
                    </a:cubicBezTo>
                    <a:cubicBezTo>
                      <a:pt x="59978" y="390027"/>
                      <a:pt x="49015" y="394219"/>
                      <a:pt x="57076" y="399056"/>
                    </a:cubicBezTo>
                    <a:cubicBezTo>
                      <a:pt x="65138" y="403893"/>
                      <a:pt x="76424" y="399056"/>
                      <a:pt x="80294" y="414212"/>
                    </a:cubicBezTo>
                    <a:cubicBezTo>
                      <a:pt x="84486" y="429368"/>
                      <a:pt x="68363" y="454842"/>
                      <a:pt x="65783" y="470966"/>
                    </a:cubicBezTo>
                    <a:cubicBezTo>
                      <a:pt x="63203" y="487089"/>
                      <a:pt x="63203" y="496440"/>
                      <a:pt x="50949" y="499987"/>
                    </a:cubicBezTo>
                    <a:cubicBezTo>
                      <a:pt x="38696" y="503212"/>
                      <a:pt x="24185" y="498698"/>
                      <a:pt x="19348" y="504825"/>
                    </a:cubicBezTo>
                    <a:cubicBezTo>
                      <a:pt x="14833" y="510951"/>
                      <a:pt x="4837" y="515466"/>
                      <a:pt x="0" y="520948"/>
                    </a:cubicBezTo>
                    <a:cubicBezTo>
                      <a:pt x="1612" y="521270"/>
                      <a:pt x="4192" y="521915"/>
                      <a:pt x="9996" y="521915"/>
                    </a:cubicBezTo>
                    <a:cubicBezTo>
                      <a:pt x="24830" y="521915"/>
                      <a:pt x="34181" y="512563"/>
                      <a:pt x="37406" y="527397"/>
                    </a:cubicBezTo>
                    <a:cubicBezTo>
                      <a:pt x="40631" y="542230"/>
                      <a:pt x="32569" y="537393"/>
                      <a:pt x="36761" y="554806"/>
                    </a:cubicBezTo>
                    <a:cubicBezTo>
                      <a:pt x="40953" y="572220"/>
                      <a:pt x="56109" y="574154"/>
                      <a:pt x="47402" y="585118"/>
                    </a:cubicBezTo>
                    <a:cubicBezTo>
                      <a:pt x="38696" y="595759"/>
                      <a:pt x="44823" y="589310"/>
                      <a:pt x="38696" y="595759"/>
                    </a:cubicBezTo>
                    <a:cubicBezTo>
                      <a:pt x="32569" y="602209"/>
                      <a:pt x="38696" y="621879"/>
                      <a:pt x="36116" y="630586"/>
                    </a:cubicBezTo>
                    <a:cubicBezTo>
                      <a:pt x="33536" y="639292"/>
                      <a:pt x="35471" y="646064"/>
                      <a:pt x="35471" y="654125"/>
                    </a:cubicBezTo>
                    <a:cubicBezTo>
                      <a:pt x="35471" y="662187"/>
                      <a:pt x="21283" y="664767"/>
                      <a:pt x="19348" y="667024"/>
                    </a:cubicBezTo>
                    <a:cubicBezTo>
                      <a:pt x="18703" y="667669"/>
                      <a:pt x="19025" y="669926"/>
                      <a:pt x="19025" y="672828"/>
                    </a:cubicBezTo>
                    <a:cubicBezTo>
                      <a:pt x="21605" y="676698"/>
                      <a:pt x="23862" y="680890"/>
                      <a:pt x="22895" y="683148"/>
                    </a:cubicBezTo>
                    <a:cubicBezTo>
                      <a:pt x="20960" y="687339"/>
                      <a:pt x="13544" y="688629"/>
                      <a:pt x="18058" y="692499"/>
                    </a:cubicBezTo>
                    <a:cubicBezTo>
                      <a:pt x="22572" y="696368"/>
                      <a:pt x="36761" y="706687"/>
                      <a:pt x="38373" y="711847"/>
                    </a:cubicBezTo>
                    <a:cubicBezTo>
                      <a:pt x="39663" y="717329"/>
                      <a:pt x="40308" y="727970"/>
                      <a:pt x="42565" y="733452"/>
                    </a:cubicBezTo>
                    <a:cubicBezTo>
                      <a:pt x="44500" y="738934"/>
                      <a:pt x="51917" y="740223"/>
                      <a:pt x="56754" y="744093"/>
                    </a:cubicBezTo>
                    <a:cubicBezTo>
                      <a:pt x="61591" y="748285"/>
                      <a:pt x="63526" y="754090"/>
                      <a:pt x="62881" y="756992"/>
                    </a:cubicBezTo>
                    <a:cubicBezTo>
                      <a:pt x="62236" y="759572"/>
                      <a:pt x="57399" y="769891"/>
                      <a:pt x="60301" y="776340"/>
                    </a:cubicBezTo>
                    <a:cubicBezTo>
                      <a:pt x="62881" y="783111"/>
                      <a:pt x="65783" y="791173"/>
                      <a:pt x="65138" y="798590"/>
                    </a:cubicBezTo>
                    <a:cubicBezTo>
                      <a:pt x="64493" y="806007"/>
                      <a:pt x="65138" y="807296"/>
                      <a:pt x="67718" y="816648"/>
                    </a:cubicBezTo>
                    <a:cubicBezTo>
                      <a:pt x="70297" y="825999"/>
                      <a:pt x="76424" y="837608"/>
                      <a:pt x="81261" y="850184"/>
                    </a:cubicBezTo>
                    <a:cubicBezTo>
                      <a:pt x="86098" y="863083"/>
                      <a:pt x="95450" y="871145"/>
                      <a:pt x="95450" y="877594"/>
                    </a:cubicBezTo>
                    <a:cubicBezTo>
                      <a:pt x="95450" y="884043"/>
                      <a:pt x="96094" y="895007"/>
                      <a:pt x="103511" y="910485"/>
                    </a:cubicBezTo>
                    <a:cubicBezTo>
                      <a:pt x="110928" y="925964"/>
                      <a:pt x="108348" y="929833"/>
                      <a:pt x="109638" y="944022"/>
                    </a:cubicBezTo>
                    <a:cubicBezTo>
                      <a:pt x="110928" y="958210"/>
                      <a:pt x="108348" y="965627"/>
                      <a:pt x="108348" y="978203"/>
                    </a:cubicBezTo>
                    <a:cubicBezTo>
                      <a:pt x="108348" y="990779"/>
                      <a:pt x="118345" y="1012384"/>
                      <a:pt x="118989" y="1025927"/>
                    </a:cubicBezTo>
                    <a:cubicBezTo>
                      <a:pt x="119634" y="1039471"/>
                      <a:pt x="131243" y="1068815"/>
                      <a:pt x="135758" y="1085584"/>
                    </a:cubicBezTo>
                    <a:cubicBezTo>
                      <a:pt x="137370" y="1090743"/>
                      <a:pt x="138982" y="1096547"/>
                      <a:pt x="140917" y="1102674"/>
                    </a:cubicBezTo>
                    <a:cubicBezTo>
                      <a:pt x="150268" y="1106544"/>
                      <a:pt x="158330" y="1109768"/>
                      <a:pt x="164134" y="1110414"/>
                    </a:cubicBezTo>
                    <a:cubicBezTo>
                      <a:pt x="183805" y="1112993"/>
                      <a:pt x="191866" y="1114928"/>
                      <a:pt x="201863" y="1125569"/>
                    </a:cubicBezTo>
                    <a:cubicBezTo>
                      <a:pt x="211859" y="1136211"/>
                      <a:pt x="222501" y="1133631"/>
                      <a:pt x="221533" y="1142660"/>
                    </a:cubicBezTo>
                    <a:cubicBezTo>
                      <a:pt x="220566" y="1151689"/>
                      <a:pt x="235722" y="1152656"/>
                      <a:pt x="235722" y="1165878"/>
                    </a:cubicBezTo>
                    <a:cubicBezTo>
                      <a:pt x="235722" y="1179098"/>
                      <a:pt x="236689" y="1182001"/>
                      <a:pt x="245718" y="1192642"/>
                    </a:cubicBezTo>
                    <a:cubicBezTo>
                      <a:pt x="254747" y="1203283"/>
                      <a:pt x="260874" y="1211345"/>
                      <a:pt x="279899" y="1222953"/>
                    </a:cubicBezTo>
                    <a:cubicBezTo>
                      <a:pt x="298602" y="1234562"/>
                      <a:pt x="294088" y="1231982"/>
                      <a:pt x="303117" y="1242624"/>
                    </a:cubicBezTo>
                    <a:cubicBezTo>
                      <a:pt x="312146" y="1253265"/>
                      <a:pt x="336331" y="1263262"/>
                      <a:pt x="348907" y="1265841"/>
                    </a:cubicBezTo>
                    <a:cubicBezTo>
                      <a:pt x="361483" y="1268421"/>
                      <a:pt x="379218" y="1266809"/>
                      <a:pt x="394697" y="1285512"/>
                    </a:cubicBezTo>
                    <a:cubicBezTo>
                      <a:pt x="409853" y="1304215"/>
                      <a:pt x="409530" y="1301958"/>
                      <a:pt x="417914" y="1305827"/>
                    </a:cubicBezTo>
                    <a:cubicBezTo>
                      <a:pt x="426298" y="1309697"/>
                      <a:pt x="433070" y="1322273"/>
                      <a:pt x="437262" y="1320983"/>
                    </a:cubicBezTo>
                    <a:cubicBezTo>
                      <a:pt x="441454" y="1319693"/>
                      <a:pt x="455965" y="1320983"/>
                      <a:pt x="458222" y="1325820"/>
                    </a:cubicBezTo>
                    <a:cubicBezTo>
                      <a:pt x="460480" y="1330657"/>
                      <a:pt x="457255" y="1332914"/>
                      <a:pt x="475635" y="1332914"/>
                    </a:cubicBezTo>
                    <a:cubicBezTo>
                      <a:pt x="494016" y="1332914"/>
                      <a:pt x="497563" y="1326143"/>
                      <a:pt x="506592" y="1327110"/>
                    </a:cubicBezTo>
                    <a:cubicBezTo>
                      <a:pt x="515621" y="1328077"/>
                      <a:pt x="514976" y="1322595"/>
                      <a:pt x="516588" y="1318081"/>
                    </a:cubicBezTo>
                    <a:cubicBezTo>
                      <a:pt x="517878" y="1313566"/>
                      <a:pt x="526907" y="1298733"/>
                      <a:pt x="531744" y="1298733"/>
                    </a:cubicBezTo>
                    <a:cubicBezTo>
                      <a:pt x="536581" y="1298733"/>
                      <a:pt x="540773" y="1292606"/>
                      <a:pt x="547545" y="1304215"/>
                    </a:cubicBezTo>
                    <a:cubicBezTo>
                      <a:pt x="554317" y="1315823"/>
                      <a:pt x="555284" y="1311954"/>
                      <a:pt x="565926" y="1307440"/>
                    </a:cubicBezTo>
                    <a:cubicBezTo>
                      <a:pt x="576567" y="1302925"/>
                      <a:pt x="577534" y="1298411"/>
                      <a:pt x="587853" y="1299055"/>
                    </a:cubicBezTo>
                    <a:cubicBezTo>
                      <a:pt x="598172" y="1299378"/>
                      <a:pt x="600752" y="1307117"/>
                      <a:pt x="610103" y="1307117"/>
                    </a:cubicBezTo>
                    <a:cubicBezTo>
                      <a:pt x="619455" y="1307117"/>
                      <a:pt x="630419" y="1304537"/>
                      <a:pt x="636223" y="1291316"/>
                    </a:cubicBezTo>
                    <a:cubicBezTo>
                      <a:pt x="642027" y="1278417"/>
                      <a:pt x="646864" y="1272613"/>
                      <a:pt x="655571" y="1271968"/>
                    </a:cubicBezTo>
                    <a:cubicBezTo>
                      <a:pt x="663955" y="1271646"/>
                      <a:pt x="665567" y="1264874"/>
                      <a:pt x="674274" y="1257780"/>
                    </a:cubicBezTo>
                    <a:cubicBezTo>
                      <a:pt x="683303" y="1250685"/>
                      <a:pt x="684915" y="1237142"/>
                      <a:pt x="682658" y="1230370"/>
                    </a:cubicBezTo>
                    <a:cubicBezTo>
                      <a:pt x="680401" y="1223599"/>
                      <a:pt x="672339" y="1221342"/>
                      <a:pt x="660730" y="1221342"/>
                    </a:cubicBezTo>
                    <a:cubicBezTo>
                      <a:pt x="649121" y="1221342"/>
                      <a:pt x="641060" y="1216504"/>
                      <a:pt x="640415" y="1208443"/>
                    </a:cubicBezTo>
                    <a:cubicBezTo>
                      <a:pt x="639770" y="1200381"/>
                      <a:pt x="662342" y="1185225"/>
                      <a:pt x="662665" y="1179743"/>
                    </a:cubicBezTo>
                    <a:cubicBezTo>
                      <a:pt x="662987" y="1174261"/>
                      <a:pt x="665890" y="1163620"/>
                      <a:pt x="661375" y="1157493"/>
                    </a:cubicBezTo>
                    <a:cubicBezTo>
                      <a:pt x="656861" y="1151366"/>
                      <a:pt x="655571" y="1135888"/>
                      <a:pt x="658150" y="1132341"/>
                    </a:cubicBezTo>
                    <a:cubicBezTo>
                      <a:pt x="660730" y="1128794"/>
                      <a:pt x="671049" y="1123957"/>
                      <a:pt x="674596" y="1124602"/>
                    </a:cubicBezTo>
                    <a:cubicBezTo>
                      <a:pt x="678143" y="1125569"/>
                      <a:pt x="692009" y="1118797"/>
                      <a:pt x="696524" y="1108479"/>
                    </a:cubicBezTo>
                    <a:cubicBezTo>
                      <a:pt x="701038" y="1098160"/>
                      <a:pt x="698458" y="1093645"/>
                      <a:pt x="707165" y="1087841"/>
                    </a:cubicBezTo>
                    <a:cubicBezTo>
                      <a:pt x="716194" y="1082036"/>
                      <a:pt x="721031" y="1084616"/>
                      <a:pt x="731027" y="1090420"/>
                    </a:cubicBezTo>
                    <a:cubicBezTo>
                      <a:pt x="741024" y="1096225"/>
                      <a:pt x="747151" y="1095258"/>
                      <a:pt x="749408" y="1090743"/>
                    </a:cubicBezTo>
                    <a:cubicBezTo>
                      <a:pt x="751665" y="1086229"/>
                      <a:pt x="763596" y="1087518"/>
                      <a:pt x="772303" y="1097837"/>
                    </a:cubicBezTo>
                    <a:cubicBezTo>
                      <a:pt x="780687" y="1108156"/>
                      <a:pt x="783912" y="1112671"/>
                      <a:pt x="785202" y="1112671"/>
                    </a:cubicBezTo>
                    <a:cubicBezTo>
                      <a:pt x="786491" y="1112671"/>
                      <a:pt x="788426" y="1087518"/>
                      <a:pt x="805517" y="1079457"/>
                    </a:cubicBezTo>
                    <a:cubicBezTo>
                      <a:pt x="822607" y="1071395"/>
                      <a:pt x="827444" y="1068171"/>
                      <a:pt x="833894" y="1058497"/>
                    </a:cubicBezTo>
                    <a:cubicBezTo>
                      <a:pt x="840021" y="1048500"/>
                      <a:pt x="847437" y="1035601"/>
                      <a:pt x="849694" y="1027540"/>
                    </a:cubicBezTo>
                    <a:cubicBezTo>
                      <a:pt x="850339" y="1021736"/>
                      <a:pt x="846470" y="1012384"/>
                      <a:pt x="834861" y="101044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45" name="Graphic 4">
                <a:extLst>
                  <a:ext uri="{FF2B5EF4-FFF2-40B4-BE49-F238E27FC236}">
                    <a16:creationId xmlns:a16="http://schemas.microsoft.com/office/drawing/2014/main" id="{7FC569AE-2E20-A2CD-ADA0-17453C062A29}"/>
                  </a:ext>
                </a:extLst>
              </p:cNvPr>
              <p:cNvGrpSpPr/>
              <p:nvPr/>
            </p:nvGrpSpPr>
            <p:grpSpPr>
              <a:xfrm>
                <a:off x="4781235" y="4318758"/>
                <a:ext cx="837061" cy="1311648"/>
                <a:chOff x="4781235" y="4318758"/>
                <a:chExt cx="837061" cy="1311648"/>
              </a:xfrm>
              <a:grpFill/>
            </p:grpSpPr>
            <p:sp>
              <p:nvSpPr>
                <p:cNvPr id="173" name="Freeform: Shape 172">
                  <a:extLst>
                    <a:ext uri="{FF2B5EF4-FFF2-40B4-BE49-F238E27FC236}">
                      <a16:creationId xmlns:a16="http://schemas.microsoft.com/office/drawing/2014/main" id="{19FDB3B9-92A8-4811-7574-85CD1AD9044A}"/>
                    </a:ext>
                  </a:extLst>
                </p:cNvPr>
                <p:cNvSpPr/>
                <p:nvPr/>
              </p:nvSpPr>
              <p:spPr>
                <a:xfrm>
                  <a:off x="5314147" y="5083257"/>
                  <a:ext cx="32246" cy="32246"/>
                </a:xfrm>
                <a:custGeom>
                  <a:avLst/>
                  <a:gdLst>
                    <a:gd name="connsiteX0" fmla="*/ 7539 w 0"/>
                    <a:gd name="connsiteY0" fmla="*/ 28176 h 0"/>
                    <a:gd name="connsiteX1" fmla="*/ 7539 w 0"/>
                    <a:gd name="connsiteY1" fmla="*/ 28176 h 0"/>
                    <a:gd name="connsiteX2" fmla="*/ 3669 w 0"/>
                    <a:gd name="connsiteY2" fmla="*/ 23985 h 0"/>
                    <a:gd name="connsiteX3" fmla="*/ 8506 w 0"/>
                    <a:gd name="connsiteY3" fmla="*/ 12698 h 0"/>
                    <a:gd name="connsiteX4" fmla="*/ 2057 w 0"/>
                    <a:gd name="connsiteY4" fmla="*/ 7539 h 0"/>
                    <a:gd name="connsiteX5" fmla="*/ 444 w 0"/>
                    <a:gd name="connsiteY5" fmla="*/ 2057 h 0"/>
                    <a:gd name="connsiteX6" fmla="*/ 5926 w 0"/>
                    <a:gd name="connsiteY6" fmla="*/ 445 h 0"/>
                    <a:gd name="connsiteX7" fmla="*/ 17213 w 0"/>
                    <a:gd name="connsiteY7" fmla="*/ 10441 h 0"/>
                    <a:gd name="connsiteX8" fmla="*/ 19470 w 0"/>
                    <a:gd name="connsiteY8" fmla="*/ 13343 h 0"/>
                    <a:gd name="connsiteX9" fmla="*/ 16568 w 0"/>
                    <a:gd name="connsiteY9" fmla="*/ 15923 h 0"/>
                    <a:gd name="connsiteX10" fmla="*/ 11731 w 0"/>
                    <a:gd name="connsiteY10" fmla="*/ 24630 h 0"/>
                    <a:gd name="connsiteX11" fmla="*/ 7539 w 0"/>
                    <a:gd name="connsiteY11" fmla="*/ 28176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7539" y="28176"/>
                      </a:moveTo>
                      <a:cubicBezTo>
                        <a:pt x="7539" y="28176"/>
                        <a:pt x="7216" y="28176"/>
                        <a:pt x="7539" y="28176"/>
                      </a:cubicBezTo>
                      <a:cubicBezTo>
                        <a:pt x="4959" y="27854"/>
                        <a:pt x="3347" y="25919"/>
                        <a:pt x="3669" y="23985"/>
                      </a:cubicBezTo>
                      <a:cubicBezTo>
                        <a:pt x="3992" y="19147"/>
                        <a:pt x="6571" y="15278"/>
                        <a:pt x="8506" y="12698"/>
                      </a:cubicBezTo>
                      <a:cubicBezTo>
                        <a:pt x="6894" y="11086"/>
                        <a:pt x="4636" y="9151"/>
                        <a:pt x="2057" y="7539"/>
                      </a:cubicBezTo>
                      <a:cubicBezTo>
                        <a:pt x="122" y="6571"/>
                        <a:pt x="-523" y="3991"/>
                        <a:pt x="444" y="2057"/>
                      </a:cubicBezTo>
                      <a:cubicBezTo>
                        <a:pt x="1412" y="122"/>
                        <a:pt x="3992" y="-523"/>
                        <a:pt x="5926" y="445"/>
                      </a:cubicBezTo>
                      <a:cubicBezTo>
                        <a:pt x="12698" y="3991"/>
                        <a:pt x="17213" y="10118"/>
                        <a:pt x="17213" y="10441"/>
                      </a:cubicBezTo>
                      <a:lnTo>
                        <a:pt x="19470" y="13343"/>
                      </a:lnTo>
                      <a:lnTo>
                        <a:pt x="16568" y="15923"/>
                      </a:lnTo>
                      <a:cubicBezTo>
                        <a:pt x="16568" y="15923"/>
                        <a:pt x="12053" y="19792"/>
                        <a:pt x="11731" y="24630"/>
                      </a:cubicBezTo>
                      <a:cubicBezTo>
                        <a:pt x="11408" y="26564"/>
                        <a:pt x="9796" y="28176"/>
                        <a:pt x="7539" y="2817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74" name="Freeform: Shape 173">
                  <a:extLst>
                    <a:ext uri="{FF2B5EF4-FFF2-40B4-BE49-F238E27FC236}">
                      <a16:creationId xmlns:a16="http://schemas.microsoft.com/office/drawing/2014/main" id="{6F0C0D81-C796-28EF-79EB-F5E250780204}"/>
                    </a:ext>
                  </a:extLst>
                </p:cNvPr>
                <p:cNvSpPr/>
                <p:nvPr/>
              </p:nvSpPr>
              <p:spPr>
                <a:xfrm>
                  <a:off x="5294599" y="4375504"/>
                  <a:ext cx="161232" cy="677176"/>
                </a:xfrm>
                <a:custGeom>
                  <a:avLst/>
                  <a:gdLst>
                    <a:gd name="connsiteX0" fmla="*/ 3870 w 161232"/>
                    <a:gd name="connsiteY0" fmla="*/ 684658 h 677176"/>
                    <a:gd name="connsiteX1" fmla="*/ 0 w 161232"/>
                    <a:gd name="connsiteY1" fmla="*/ 680788 h 677176"/>
                    <a:gd name="connsiteX2" fmla="*/ 0 w 161232"/>
                    <a:gd name="connsiteY2" fmla="*/ 679498 h 677176"/>
                    <a:gd name="connsiteX3" fmla="*/ 0 w 161232"/>
                    <a:gd name="connsiteY3" fmla="*/ 674984 h 677176"/>
                    <a:gd name="connsiteX4" fmla="*/ 5804 w 161232"/>
                    <a:gd name="connsiteY4" fmla="*/ 651122 h 677176"/>
                    <a:gd name="connsiteX5" fmla="*/ 11609 w 161232"/>
                    <a:gd name="connsiteY5" fmla="*/ 650477 h 677176"/>
                    <a:gd name="connsiteX6" fmla="*/ 12254 w 161232"/>
                    <a:gd name="connsiteY6" fmla="*/ 656281 h 677176"/>
                    <a:gd name="connsiteX7" fmla="*/ 8384 w 161232"/>
                    <a:gd name="connsiteY7" fmla="*/ 674984 h 677176"/>
                    <a:gd name="connsiteX8" fmla="*/ 8384 w 161232"/>
                    <a:gd name="connsiteY8" fmla="*/ 679176 h 677176"/>
                    <a:gd name="connsiteX9" fmla="*/ 8384 w 161232"/>
                    <a:gd name="connsiteY9" fmla="*/ 680466 h 677176"/>
                    <a:gd name="connsiteX10" fmla="*/ 3870 w 161232"/>
                    <a:gd name="connsiteY10" fmla="*/ 684658 h 677176"/>
                    <a:gd name="connsiteX11" fmla="*/ 3870 w 161232"/>
                    <a:gd name="connsiteY11" fmla="*/ 684658 h 677176"/>
                    <a:gd name="connsiteX12" fmla="*/ 18058 w 161232"/>
                    <a:gd name="connsiteY12" fmla="*/ 625969 h 677176"/>
                    <a:gd name="connsiteX13" fmla="*/ 14188 w 161232"/>
                    <a:gd name="connsiteY13" fmla="*/ 623067 h 677176"/>
                    <a:gd name="connsiteX14" fmla="*/ 11286 w 161232"/>
                    <a:gd name="connsiteY14" fmla="*/ 617908 h 677176"/>
                    <a:gd name="connsiteX15" fmla="*/ 6127 w 161232"/>
                    <a:gd name="connsiteY15" fmla="*/ 605654 h 677176"/>
                    <a:gd name="connsiteX16" fmla="*/ 6449 w 161232"/>
                    <a:gd name="connsiteY16" fmla="*/ 602752 h 677176"/>
                    <a:gd name="connsiteX17" fmla="*/ 16123 w 161232"/>
                    <a:gd name="connsiteY17" fmla="*/ 596303 h 677176"/>
                    <a:gd name="connsiteX18" fmla="*/ 20638 w 161232"/>
                    <a:gd name="connsiteY18" fmla="*/ 599850 h 677176"/>
                    <a:gd name="connsiteX19" fmla="*/ 17091 w 161232"/>
                    <a:gd name="connsiteY19" fmla="*/ 604364 h 677176"/>
                    <a:gd name="connsiteX20" fmla="*/ 14188 w 161232"/>
                    <a:gd name="connsiteY20" fmla="*/ 605332 h 677176"/>
                    <a:gd name="connsiteX21" fmla="*/ 14188 w 161232"/>
                    <a:gd name="connsiteY21" fmla="*/ 605654 h 677176"/>
                    <a:gd name="connsiteX22" fmla="*/ 18058 w 161232"/>
                    <a:gd name="connsiteY22" fmla="*/ 613393 h 677176"/>
                    <a:gd name="connsiteX23" fmla="*/ 22250 w 161232"/>
                    <a:gd name="connsiteY23" fmla="*/ 620810 h 677176"/>
                    <a:gd name="connsiteX24" fmla="*/ 19670 w 161232"/>
                    <a:gd name="connsiteY24" fmla="*/ 625969 h 677176"/>
                    <a:gd name="connsiteX25" fmla="*/ 18058 w 161232"/>
                    <a:gd name="connsiteY25" fmla="*/ 625969 h 677176"/>
                    <a:gd name="connsiteX26" fmla="*/ 56754 w 161232"/>
                    <a:gd name="connsiteY26" fmla="*/ 610491 h 677176"/>
                    <a:gd name="connsiteX27" fmla="*/ 50627 w 161232"/>
                    <a:gd name="connsiteY27" fmla="*/ 608556 h 677176"/>
                    <a:gd name="connsiteX28" fmla="*/ 50304 w 161232"/>
                    <a:gd name="connsiteY28" fmla="*/ 602752 h 677176"/>
                    <a:gd name="connsiteX29" fmla="*/ 55786 w 161232"/>
                    <a:gd name="connsiteY29" fmla="*/ 602429 h 677176"/>
                    <a:gd name="connsiteX30" fmla="*/ 56754 w 161232"/>
                    <a:gd name="connsiteY30" fmla="*/ 602429 h 677176"/>
                    <a:gd name="connsiteX31" fmla="*/ 73200 w 161232"/>
                    <a:gd name="connsiteY31" fmla="*/ 592111 h 677176"/>
                    <a:gd name="connsiteX32" fmla="*/ 78681 w 161232"/>
                    <a:gd name="connsiteY32" fmla="*/ 591143 h 677176"/>
                    <a:gd name="connsiteX33" fmla="*/ 79649 w 161232"/>
                    <a:gd name="connsiteY33" fmla="*/ 596625 h 677176"/>
                    <a:gd name="connsiteX34" fmla="*/ 56754 w 161232"/>
                    <a:gd name="connsiteY34" fmla="*/ 610491 h 677176"/>
                    <a:gd name="connsiteX35" fmla="*/ 74489 w 161232"/>
                    <a:gd name="connsiteY35" fmla="*/ 560831 h 677176"/>
                    <a:gd name="connsiteX36" fmla="*/ 70942 w 161232"/>
                    <a:gd name="connsiteY36" fmla="*/ 558574 h 677176"/>
                    <a:gd name="connsiteX37" fmla="*/ 65138 w 161232"/>
                    <a:gd name="connsiteY37" fmla="*/ 549223 h 677176"/>
                    <a:gd name="connsiteX38" fmla="*/ 55786 w 161232"/>
                    <a:gd name="connsiteY38" fmla="*/ 536001 h 677176"/>
                    <a:gd name="connsiteX39" fmla="*/ 57076 w 161232"/>
                    <a:gd name="connsiteY39" fmla="*/ 530520 h 677176"/>
                    <a:gd name="connsiteX40" fmla="*/ 62558 w 161232"/>
                    <a:gd name="connsiteY40" fmla="*/ 531810 h 677176"/>
                    <a:gd name="connsiteX41" fmla="*/ 71587 w 161232"/>
                    <a:gd name="connsiteY41" fmla="*/ 544708 h 677176"/>
                    <a:gd name="connsiteX42" fmla="*/ 78036 w 161232"/>
                    <a:gd name="connsiteY42" fmla="*/ 555350 h 677176"/>
                    <a:gd name="connsiteX43" fmla="*/ 76102 w 161232"/>
                    <a:gd name="connsiteY43" fmla="*/ 560831 h 677176"/>
                    <a:gd name="connsiteX44" fmla="*/ 74489 w 161232"/>
                    <a:gd name="connsiteY44" fmla="*/ 560831 h 677176"/>
                    <a:gd name="connsiteX45" fmla="*/ 58044 w 161232"/>
                    <a:gd name="connsiteY45" fmla="*/ 502143 h 677176"/>
                    <a:gd name="connsiteX46" fmla="*/ 56109 w 161232"/>
                    <a:gd name="connsiteY46" fmla="*/ 501498 h 677176"/>
                    <a:gd name="connsiteX47" fmla="*/ 54819 w 161232"/>
                    <a:gd name="connsiteY47" fmla="*/ 496016 h 677176"/>
                    <a:gd name="connsiteX48" fmla="*/ 65460 w 161232"/>
                    <a:gd name="connsiteY48" fmla="*/ 484730 h 677176"/>
                    <a:gd name="connsiteX49" fmla="*/ 63848 w 161232"/>
                    <a:gd name="connsiteY49" fmla="*/ 477635 h 677176"/>
                    <a:gd name="connsiteX50" fmla="*/ 63525 w 161232"/>
                    <a:gd name="connsiteY50" fmla="*/ 476346 h 677176"/>
                    <a:gd name="connsiteX51" fmla="*/ 66428 w 161232"/>
                    <a:gd name="connsiteY51" fmla="*/ 471509 h 677176"/>
                    <a:gd name="connsiteX52" fmla="*/ 71265 w 161232"/>
                    <a:gd name="connsiteY52" fmla="*/ 474411 h 677176"/>
                    <a:gd name="connsiteX53" fmla="*/ 71587 w 161232"/>
                    <a:gd name="connsiteY53" fmla="*/ 475701 h 677176"/>
                    <a:gd name="connsiteX54" fmla="*/ 73522 w 161232"/>
                    <a:gd name="connsiteY54" fmla="*/ 485375 h 677176"/>
                    <a:gd name="connsiteX55" fmla="*/ 68362 w 161232"/>
                    <a:gd name="connsiteY55" fmla="*/ 492469 h 677176"/>
                    <a:gd name="connsiteX56" fmla="*/ 61913 w 161232"/>
                    <a:gd name="connsiteY56" fmla="*/ 500208 h 677176"/>
                    <a:gd name="connsiteX57" fmla="*/ 58044 w 161232"/>
                    <a:gd name="connsiteY57" fmla="*/ 502143 h 677176"/>
                    <a:gd name="connsiteX58" fmla="*/ 69007 w 161232"/>
                    <a:gd name="connsiteY58" fmla="*/ 441520 h 677176"/>
                    <a:gd name="connsiteX59" fmla="*/ 67718 w 161232"/>
                    <a:gd name="connsiteY59" fmla="*/ 441197 h 677176"/>
                    <a:gd name="connsiteX60" fmla="*/ 65460 w 161232"/>
                    <a:gd name="connsiteY60" fmla="*/ 436038 h 677176"/>
                    <a:gd name="connsiteX61" fmla="*/ 77391 w 161232"/>
                    <a:gd name="connsiteY61" fmla="*/ 418302 h 677176"/>
                    <a:gd name="connsiteX62" fmla="*/ 87710 w 161232"/>
                    <a:gd name="connsiteY62" fmla="*/ 416045 h 677176"/>
                    <a:gd name="connsiteX63" fmla="*/ 91902 w 161232"/>
                    <a:gd name="connsiteY63" fmla="*/ 419914 h 677176"/>
                    <a:gd name="connsiteX64" fmla="*/ 88355 w 161232"/>
                    <a:gd name="connsiteY64" fmla="*/ 424106 h 677176"/>
                    <a:gd name="connsiteX65" fmla="*/ 81261 w 161232"/>
                    <a:gd name="connsiteY65" fmla="*/ 425719 h 677176"/>
                    <a:gd name="connsiteX66" fmla="*/ 73200 w 161232"/>
                    <a:gd name="connsiteY66" fmla="*/ 438940 h 677176"/>
                    <a:gd name="connsiteX67" fmla="*/ 69007 w 161232"/>
                    <a:gd name="connsiteY67" fmla="*/ 441520 h 677176"/>
                    <a:gd name="connsiteX68" fmla="*/ 142207 w 161232"/>
                    <a:gd name="connsiteY68" fmla="*/ 427331 h 677176"/>
                    <a:gd name="connsiteX69" fmla="*/ 126084 w 161232"/>
                    <a:gd name="connsiteY69" fmla="*/ 426686 h 677176"/>
                    <a:gd name="connsiteX70" fmla="*/ 122537 w 161232"/>
                    <a:gd name="connsiteY70" fmla="*/ 422494 h 677176"/>
                    <a:gd name="connsiteX71" fmla="*/ 126729 w 161232"/>
                    <a:gd name="connsiteY71" fmla="*/ 418947 h 677176"/>
                    <a:gd name="connsiteX72" fmla="*/ 146399 w 161232"/>
                    <a:gd name="connsiteY72" fmla="*/ 419592 h 677176"/>
                    <a:gd name="connsiteX73" fmla="*/ 149301 w 161232"/>
                    <a:gd name="connsiteY73" fmla="*/ 415400 h 677176"/>
                    <a:gd name="connsiteX74" fmla="*/ 154138 w 161232"/>
                    <a:gd name="connsiteY74" fmla="*/ 418302 h 677176"/>
                    <a:gd name="connsiteX75" fmla="*/ 154783 w 161232"/>
                    <a:gd name="connsiteY75" fmla="*/ 421526 h 677176"/>
                    <a:gd name="connsiteX76" fmla="*/ 153171 w 161232"/>
                    <a:gd name="connsiteY76" fmla="*/ 425396 h 677176"/>
                    <a:gd name="connsiteX77" fmla="*/ 142207 w 161232"/>
                    <a:gd name="connsiteY77" fmla="*/ 427331 h 677176"/>
                    <a:gd name="connsiteX78" fmla="*/ 150913 w 161232"/>
                    <a:gd name="connsiteY78" fmla="*/ 386378 h 677176"/>
                    <a:gd name="connsiteX79" fmla="*/ 148334 w 161232"/>
                    <a:gd name="connsiteY79" fmla="*/ 385410 h 677176"/>
                    <a:gd name="connsiteX80" fmla="*/ 148011 w 161232"/>
                    <a:gd name="connsiteY80" fmla="*/ 379606 h 677176"/>
                    <a:gd name="connsiteX81" fmla="*/ 148979 w 161232"/>
                    <a:gd name="connsiteY81" fmla="*/ 378639 h 677176"/>
                    <a:gd name="connsiteX82" fmla="*/ 158008 w 161232"/>
                    <a:gd name="connsiteY82" fmla="*/ 370255 h 677176"/>
                    <a:gd name="connsiteX83" fmla="*/ 167359 w 161232"/>
                    <a:gd name="connsiteY83" fmla="*/ 360581 h 677176"/>
                    <a:gd name="connsiteX84" fmla="*/ 172841 w 161232"/>
                    <a:gd name="connsiteY84" fmla="*/ 359291 h 677176"/>
                    <a:gd name="connsiteX85" fmla="*/ 174131 w 161232"/>
                    <a:gd name="connsiteY85" fmla="*/ 364773 h 677176"/>
                    <a:gd name="connsiteX86" fmla="*/ 163490 w 161232"/>
                    <a:gd name="connsiteY86" fmla="*/ 376059 h 677176"/>
                    <a:gd name="connsiteX87" fmla="*/ 154783 w 161232"/>
                    <a:gd name="connsiteY87" fmla="*/ 384121 h 677176"/>
                    <a:gd name="connsiteX88" fmla="*/ 154138 w 161232"/>
                    <a:gd name="connsiteY88" fmla="*/ 384766 h 677176"/>
                    <a:gd name="connsiteX89" fmla="*/ 150913 w 161232"/>
                    <a:gd name="connsiteY89" fmla="*/ 386378 h 677176"/>
                    <a:gd name="connsiteX90" fmla="*/ 141562 w 161232"/>
                    <a:gd name="connsiteY90" fmla="*/ 349295 h 677176"/>
                    <a:gd name="connsiteX91" fmla="*/ 140595 w 161232"/>
                    <a:gd name="connsiteY91" fmla="*/ 349295 h 677176"/>
                    <a:gd name="connsiteX92" fmla="*/ 136080 w 161232"/>
                    <a:gd name="connsiteY92" fmla="*/ 347360 h 677176"/>
                    <a:gd name="connsiteX93" fmla="*/ 130921 w 161232"/>
                    <a:gd name="connsiteY93" fmla="*/ 338331 h 677176"/>
                    <a:gd name="connsiteX94" fmla="*/ 142529 w 161232"/>
                    <a:gd name="connsiteY94" fmla="*/ 321885 h 677176"/>
                    <a:gd name="connsiteX95" fmla="*/ 148011 w 161232"/>
                    <a:gd name="connsiteY95" fmla="*/ 322852 h 677176"/>
                    <a:gd name="connsiteX96" fmla="*/ 147044 w 161232"/>
                    <a:gd name="connsiteY96" fmla="*/ 328334 h 677176"/>
                    <a:gd name="connsiteX97" fmla="*/ 138982 w 161232"/>
                    <a:gd name="connsiteY97" fmla="*/ 338331 h 677176"/>
                    <a:gd name="connsiteX98" fmla="*/ 140272 w 161232"/>
                    <a:gd name="connsiteY98" fmla="*/ 340588 h 677176"/>
                    <a:gd name="connsiteX99" fmla="*/ 142852 w 161232"/>
                    <a:gd name="connsiteY99" fmla="*/ 341555 h 677176"/>
                    <a:gd name="connsiteX100" fmla="*/ 145754 w 161232"/>
                    <a:gd name="connsiteY100" fmla="*/ 346392 h 677176"/>
                    <a:gd name="connsiteX101" fmla="*/ 141562 w 161232"/>
                    <a:gd name="connsiteY101" fmla="*/ 349295 h 677176"/>
                    <a:gd name="connsiteX102" fmla="*/ 146399 w 161232"/>
                    <a:gd name="connsiteY102" fmla="*/ 293831 h 677176"/>
                    <a:gd name="connsiteX103" fmla="*/ 142529 w 161232"/>
                    <a:gd name="connsiteY103" fmla="*/ 290283 h 677176"/>
                    <a:gd name="connsiteX104" fmla="*/ 139950 w 161232"/>
                    <a:gd name="connsiteY104" fmla="*/ 274160 h 677176"/>
                    <a:gd name="connsiteX105" fmla="*/ 138015 w 161232"/>
                    <a:gd name="connsiteY105" fmla="*/ 262874 h 677176"/>
                    <a:gd name="connsiteX106" fmla="*/ 141562 w 161232"/>
                    <a:gd name="connsiteY106" fmla="*/ 258359 h 677176"/>
                    <a:gd name="connsiteX107" fmla="*/ 146076 w 161232"/>
                    <a:gd name="connsiteY107" fmla="*/ 261907 h 677176"/>
                    <a:gd name="connsiteX108" fmla="*/ 148011 w 161232"/>
                    <a:gd name="connsiteY108" fmla="*/ 272870 h 677176"/>
                    <a:gd name="connsiteX109" fmla="*/ 150591 w 161232"/>
                    <a:gd name="connsiteY109" fmla="*/ 289316 h 677176"/>
                    <a:gd name="connsiteX110" fmla="*/ 147044 w 161232"/>
                    <a:gd name="connsiteY110" fmla="*/ 293831 h 677176"/>
                    <a:gd name="connsiteX111" fmla="*/ 146399 w 161232"/>
                    <a:gd name="connsiteY111" fmla="*/ 293831 h 677176"/>
                    <a:gd name="connsiteX112" fmla="*/ 144464 w 161232"/>
                    <a:gd name="connsiteY112" fmla="*/ 228370 h 677176"/>
                    <a:gd name="connsiteX113" fmla="*/ 143819 w 161232"/>
                    <a:gd name="connsiteY113" fmla="*/ 228370 h 677176"/>
                    <a:gd name="connsiteX114" fmla="*/ 140595 w 161232"/>
                    <a:gd name="connsiteY114" fmla="*/ 223856 h 677176"/>
                    <a:gd name="connsiteX115" fmla="*/ 141239 w 161232"/>
                    <a:gd name="connsiteY115" fmla="*/ 217406 h 677176"/>
                    <a:gd name="connsiteX116" fmla="*/ 139950 w 161232"/>
                    <a:gd name="connsiteY116" fmla="*/ 208055 h 677176"/>
                    <a:gd name="connsiteX117" fmla="*/ 138337 w 161232"/>
                    <a:gd name="connsiteY117" fmla="*/ 200638 h 677176"/>
                    <a:gd name="connsiteX118" fmla="*/ 137692 w 161232"/>
                    <a:gd name="connsiteY118" fmla="*/ 198058 h 677176"/>
                    <a:gd name="connsiteX119" fmla="*/ 140917 w 161232"/>
                    <a:gd name="connsiteY119" fmla="*/ 193221 h 677176"/>
                    <a:gd name="connsiteX120" fmla="*/ 145754 w 161232"/>
                    <a:gd name="connsiteY120" fmla="*/ 196446 h 677176"/>
                    <a:gd name="connsiteX121" fmla="*/ 146399 w 161232"/>
                    <a:gd name="connsiteY121" fmla="*/ 199026 h 677176"/>
                    <a:gd name="connsiteX122" fmla="*/ 148011 w 161232"/>
                    <a:gd name="connsiteY122" fmla="*/ 206120 h 677176"/>
                    <a:gd name="connsiteX123" fmla="*/ 149624 w 161232"/>
                    <a:gd name="connsiteY123" fmla="*/ 217406 h 677176"/>
                    <a:gd name="connsiteX124" fmla="*/ 148979 w 161232"/>
                    <a:gd name="connsiteY124" fmla="*/ 225145 h 677176"/>
                    <a:gd name="connsiteX125" fmla="*/ 144464 w 161232"/>
                    <a:gd name="connsiteY125" fmla="*/ 228370 h 677176"/>
                    <a:gd name="connsiteX126" fmla="*/ 140917 w 161232"/>
                    <a:gd name="connsiteY126" fmla="*/ 169359 h 677176"/>
                    <a:gd name="connsiteX127" fmla="*/ 138015 w 161232"/>
                    <a:gd name="connsiteY127" fmla="*/ 168069 h 677176"/>
                    <a:gd name="connsiteX128" fmla="*/ 138015 w 161232"/>
                    <a:gd name="connsiteY128" fmla="*/ 162265 h 677176"/>
                    <a:gd name="connsiteX129" fmla="*/ 142529 w 161232"/>
                    <a:gd name="connsiteY129" fmla="*/ 154203 h 677176"/>
                    <a:gd name="connsiteX130" fmla="*/ 153816 w 161232"/>
                    <a:gd name="connsiteY130" fmla="*/ 139692 h 677176"/>
                    <a:gd name="connsiteX131" fmla="*/ 154460 w 161232"/>
                    <a:gd name="connsiteY131" fmla="*/ 139370 h 677176"/>
                    <a:gd name="connsiteX132" fmla="*/ 159942 w 161232"/>
                    <a:gd name="connsiteY132" fmla="*/ 140982 h 677176"/>
                    <a:gd name="connsiteX133" fmla="*/ 158330 w 161232"/>
                    <a:gd name="connsiteY133" fmla="*/ 146464 h 677176"/>
                    <a:gd name="connsiteX134" fmla="*/ 157040 w 161232"/>
                    <a:gd name="connsiteY134" fmla="*/ 147109 h 677176"/>
                    <a:gd name="connsiteX135" fmla="*/ 149946 w 161232"/>
                    <a:gd name="connsiteY135" fmla="*/ 157750 h 677176"/>
                    <a:gd name="connsiteX136" fmla="*/ 143497 w 161232"/>
                    <a:gd name="connsiteY136" fmla="*/ 168069 h 677176"/>
                    <a:gd name="connsiteX137" fmla="*/ 140917 w 161232"/>
                    <a:gd name="connsiteY137" fmla="*/ 169359 h 677176"/>
                    <a:gd name="connsiteX138" fmla="*/ 176388 w 161232"/>
                    <a:gd name="connsiteY138" fmla="*/ 119377 h 677176"/>
                    <a:gd name="connsiteX139" fmla="*/ 173486 w 161232"/>
                    <a:gd name="connsiteY139" fmla="*/ 118087 h 677176"/>
                    <a:gd name="connsiteX140" fmla="*/ 168649 w 161232"/>
                    <a:gd name="connsiteY140" fmla="*/ 116797 h 677176"/>
                    <a:gd name="connsiteX141" fmla="*/ 148011 w 161232"/>
                    <a:gd name="connsiteY141" fmla="*/ 110670 h 677176"/>
                    <a:gd name="connsiteX142" fmla="*/ 148011 w 161232"/>
                    <a:gd name="connsiteY142" fmla="*/ 104866 h 677176"/>
                    <a:gd name="connsiteX143" fmla="*/ 153816 w 161232"/>
                    <a:gd name="connsiteY143" fmla="*/ 104866 h 677176"/>
                    <a:gd name="connsiteX144" fmla="*/ 168004 w 161232"/>
                    <a:gd name="connsiteY144" fmla="*/ 108736 h 677176"/>
                    <a:gd name="connsiteX145" fmla="*/ 179613 w 161232"/>
                    <a:gd name="connsiteY145" fmla="*/ 112605 h 677176"/>
                    <a:gd name="connsiteX146" fmla="*/ 179290 w 161232"/>
                    <a:gd name="connsiteY146" fmla="*/ 118410 h 677176"/>
                    <a:gd name="connsiteX147" fmla="*/ 176388 w 161232"/>
                    <a:gd name="connsiteY147" fmla="*/ 119377 h 677176"/>
                    <a:gd name="connsiteX148" fmla="*/ 158975 w 161232"/>
                    <a:gd name="connsiteY148" fmla="*/ 81649 h 677176"/>
                    <a:gd name="connsiteX149" fmla="*/ 155428 w 161232"/>
                    <a:gd name="connsiteY149" fmla="*/ 79714 h 677176"/>
                    <a:gd name="connsiteX150" fmla="*/ 156718 w 161232"/>
                    <a:gd name="connsiteY150" fmla="*/ 74232 h 677176"/>
                    <a:gd name="connsiteX151" fmla="*/ 158008 w 161232"/>
                    <a:gd name="connsiteY151" fmla="*/ 71330 h 677176"/>
                    <a:gd name="connsiteX152" fmla="*/ 157040 w 161232"/>
                    <a:gd name="connsiteY152" fmla="*/ 66170 h 677176"/>
                    <a:gd name="connsiteX153" fmla="*/ 156718 w 161232"/>
                    <a:gd name="connsiteY153" fmla="*/ 63268 h 677176"/>
                    <a:gd name="connsiteX154" fmla="*/ 162200 w 161232"/>
                    <a:gd name="connsiteY154" fmla="*/ 50047 h 677176"/>
                    <a:gd name="connsiteX155" fmla="*/ 167682 w 161232"/>
                    <a:gd name="connsiteY155" fmla="*/ 49080 h 677176"/>
                    <a:gd name="connsiteX156" fmla="*/ 168649 w 161232"/>
                    <a:gd name="connsiteY156" fmla="*/ 54562 h 677176"/>
                    <a:gd name="connsiteX157" fmla="*/ 164457 w 161232"/>
                    <a:gd name="connsiteY157" fmla="*/ 63268 h 677176"/>
                    <a:gd name="connsiteX158" fmla="*/ 166069 w 161232"/>
                    <a:gd name="connsiteY158" fmla="*/ 71330 h 677176"/>
                    <a:gd name="connsiteX159" fmla="*/ 160910 w 161232"/>
                    <a:gd name="connsiteY159" fmla="*/ 81004 h 677176"/>
                    <a:gd name="connsiteX160" fmla="*/ 158975 w 161232"/>
                    <a:gd name="connsiteY160" fmla="*/ 81649 h 677176"/>
                    <a:gd name="connsiteX161" fmla="*/ 172519 w 161232"/>
                    <a:gd name="connsiteY161" fmla="*/ 27474 h 677176"/>
                    <a:gd name="connsiteX162" fmla="*/ 173486 w 161232"/>
                    <a:gd name="connsiteY162" fmla="*/ 23605 h 677176"/>
                    <a:gd name="connsiteX163" fmla="*/ 172196 w 161232"/>
                    <a:gd name="connsiteY163" fmla="*/ 27474 h 677176"/>
                    <a:gd name="connsiteX164" fmla="*/ 161232 w 161232"/>
                    <a:gd name="connsiteY164" fmla="*/ 21025 h 677176"/>
                    <a:gd name="connsiteX165" fmla="*/ 160587 w 161232"/>
                    <a:gd name="connsiteY165" fmla="*/ 17478 h 677176"/>
                    <a:gd name="connsiteX166" fmla="*/ 166714 w 161232"/>
                    <a:gd name="connsiteY166" fmla="*/ 5869 h 677176"/>
                    <a:gd name="connsiteX167" fmla="*/ 169939 w 161232"/>
                    <a:gd name="connsiteY167" fmla="*/ 1677 h 677176"/>
                    <a:gd name="connsiteX168" fmla="*/ 175421 w 161232"/>
                    <a:gd name="connsiteY168" fmla="*/ 1032 h 677176"/>
                    <a:gd name="connsiteX169" fmla="*/ 176066 w 161232"/>
                    <a:gd name="connsiteY169" fmla="*/ 6837 h 677176"/>
                    <a:gd name="connsiteX170" fmla="*/ 172519 w 161232"/>
                    <a:gd name="connsiteY170" fmla="*/ 11029 h 677176"/>
                    <a:gd name="connsiteX171" fmla="*/ 168326 w 161232"/>
                    <a:gd name="connsiteY171" fmla="*/ 17478 h 677176"/>
                    <a:gd name="connsiteX172" fmla="*/ 173486 w 161232"/>
                    <a:gd name="connsiteY172" fmla="*/ 19735 h 677176"/>
                    <a:gd name="connsiteX173" fmla="*/ 173164 w 161232"/>
                    <a:gd name="connsiteY173" fmla="*/ 23927 h 677176"/>
                    <a:gd name="connsiteX174" fmla="*/ 172519 w 161232"/>
                    <a:gd name="connsiteY174" fmla="*/ 27474 h 677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</a:cxnLst>
                  <a:rect l="l" t="t" r="r" b="b"/>
                  <a:pathLst>
                    <a:path w="161232" h="677176">
                      <a:moveTo>
                        <a:pt x="3870" y="684658"/>
                      </a:moveTo>
                      <a:cubicBezTo>
                        <a:pt x="1612" y="684658"/>
                        <a:pt x="0" y="683045"/>
                        <a:pt x="0" y="680788"/>
                      </a:cubicBezTo>
                      <a:lnTo>
                        <a:pt x="0" y="679498"/>
                      </a:lnTo>
                      <a:cubicBezTo>
                        <a:pt x="0" y="678209"/>
                        <a:pt x="0" y="676596"/>
                        <a:pt x="0" y="674984"/>
                      </a:cubicBezTo>
                      <a:cubicBezTo>
                        <a:pt x="0" y="667245"/>
                        <a:pt x="645" y="657249"/>
                        <a:pt x="5804" y="651122"/>
                      </a:cubicBezTo>
                      <a:cubicBezTo>
                        <a:pt x="7094" y="649509"/>
                        <a:pt x="9674" y="649187"/>
                        <a:pt x="11609" y="650477"/>
                      </a:cubicBezTo>
                      <a:cubicBezTo>
                        <a:pt x="13221" y="651767"/>
                        <a:pt x="13543" y="654346"/>
                        <a:pt x="12254" y="656281"/>
                      </a:cubicBezTo>
                      <a:cubicBezTo>
                        <a:pt x="8707" y="660473"/>
                        <a:pt x="8384" y="669180"/>
                        <a:pt x="8384" y="674984"/>
                      </a:cubicBezTo>
                      <a:cubicBezTo>
                        <a:pt x="8384" y="676596"/>
                        <a:pt x="8384" y="677886"/>
                        <a:pt x="8384" y="679176"/>
                      </a:cubicBezTo>
                      <a:lnTo>
                        <a:pt x="8384" y="680466"/>
                      </a:lnTo>
                      <a:cubicBezTo>
                        <a:pt x="7739" y="682723"/>
                        <a:pt x="6127" y="684658"/>
                        <a:pt x="3870" y="684658"/>
                      </a:cubicBezTo>
                      <a:cubicBezTo>
                        <a:pt x="3870" y="684658"/>
                        <a:pt x="3870" y="684658"/>
                        <a:pt x="3870" y="684658"/>
                      </a:cubicBezTo>
                      <a:close/>
                      <a:moveTo>
                        <a:pt x="18058" y="625969"/>
                      </a:moveTo>
                      <a:cubicBezTo>
                        <a:pt x="16446" y="625969"/>
                        <a:pt x="14833" y="625002"/>
                        <a:pt x="14188" y="623067"/>
                      </a:cubicBezTo>
                      <a:cubicBezTo>
                        <a:pt x="13866" y="621777"/>
                        <a:pt x="12576" y="619843"/>
                        <a:pt x="11286" y="617908"/>
                      </a:cubicBezTo>
                      <a:cubicBezTo>
                        <a:pt x="8707" y="614361"/>
                        <a:pt x="6127" y="610169"/>
                        <a:pt x="6127" y="605654"/>
                      </a:cubicBezTo>
                      <a:cubicBezTo>
                        <a:pt x="6127" y="604687"/>
                        <a:pt x="6127" y="603719"/>
                        <a:pt x="6449" y="602752"/>
                      </a:cubicBezTo>
                      <a:cubicBezTo>
                        <a:pt x="7094" y="600172"/>
                        <a:pt x="9351" y="596947"/>
                        <a:pt x="16123" y="596303"/>
                      </a:cubicBezTo>
                      <a:cubicBezTo>
                        <a:pt x="18380" y="595980"/>
                        <a:pt x="20315" y="597592"/>
                        <a:pt x="20638" y="599850"/>
                      </a:cubicBezTo>
                      <a:cubicBezTo>
                        <a:pt x="20960" y="602107"/>
                        <a:pt x="19348" y="604042"/>
                        <a:pt x="17091" y="604364"/>
                      </a:cubicBezTo>
                      <a:cubicBezTo>
                        <a:pt x="14833" y="604687"/>
                        <a:pt x="14188" y="605332"/>
                        <a:pt x="14188" y="605332"/>
                      </a:cubicBezTo>
                      <a:cubicBezTo>
                        <a:pt x="14188" y="605332"/>
                        <a:pt x="14188" y="605654"/>
                        <a:pt x="14188" y="605654"/>
                      </a:cubicBezTo>
                      <a:cubicBezTo>
                        <a:pt x="14188" y="607589"/>
                        <a:pt x="16123" y="610491"/>
                        <a:pt x="18058" y="613393"/>
                      </a:cubicBezTo>
                      <a:cubicBezTo>
                        <a:pt x="19670" y="615650"/>
                        <a:pt x="21283" y="618230"/>
                        <a:pt x="22250" y="620810"/>
                      </a:cubicBezTo>
                      <a:cubicBezTo>
                        <a:pt x="22895" y="623067"/>
                        <a:pt x="21605" y="625324"/>
                        <a:pt x="19670" y="625969"/>
                      </a:cubicBezTo>
                      <a:cubicBezTo>
                        <a:pt x="18703" y="625969"/>
                        <a:pt x="18380" y="625969"/>
                        <a:pt x="18058" y="625969"/>
                      </a:cubicBezTo>
                      <a:close/>
                      <a:moveTo>
                        <a:pt x="56754" y="610491"/>
                      </a:moveTo>
                      <a:cubicBezTo>
                        <a:pt x="53529" y="610491"/>
                        <a:pt x="51594" y="609523"/>
                        <a:pt x="50627" y="608556"/>
                      </a:cubicBezTo>
                      <a:cubicBezTo>
                        <a:pt x="49015" y="606944"/>
                        <a:pt x="48692" y="604687"/>
                        <a:pt x="50304" y="602752"/>
                      </a:cubicBezTo>
                      <a:cubicBezTo>
                        <a:pt x="51594" y="601140"/>
                        <a:pt x="54174" y="600817"/>
                        <a:pt x="55786" y="602429"/>
                      </a:cubicBezTo>
                      <a:cubicBezTo>
                        <a:pt x="55786" y="602429"/>
                        <a:pt x="56109" y="602429"/>
                        <a:pt x="56754" y="602429"/>
                      </a:cubicBezTo>
                      <a:cubicBezTo>
                        <a:pt x="60946" y="602429"/>
                        <a:pt x="69652" y="597592"/>
                        <a:pt x="73200" y="592111"/>
                      </a:cubicBezTo>
                      <a:cubicBezTo>
                        <a:pt x="74489" y="590176"/>
                        <a:pt x="77069" y="589853"/>
                        <a:pt x="78681" y="591143"/>
                      </a:cubicBezTo>
                      <a:cubicBezTo>
                        <a:pt x="80616" y="592433"/>
                        <a:pt x="80939" y="595013"/>
                        <a:pt x="79649" y="596625"/>
                      </a:cubicBezTo>
                      <a:cubicBezTo>
                        <a:pt x="75134" y="603719"/>
                        <a:pt x="64170" y="610491"/>
                        <a:pt x="56754" y="610491"/>
                      </a:cubicBezTo>
                      <a:close/>
                      <a:moveTo>
                        <a:pt x="74489" y="560831"/>
                      </a:moveTo>
                      <a:cubicBezTo>
                        <a:pt x="72877" y="560831"/>
                        <a:pt x="71587" y="559864"/>
                        <a:pt x="70942" y="558574"/>
                      </a:cubicBezTo>
                      <a:cubicBezTo>
                        <a:pt x="69330" y="555350"/>
                        <a:pt x="67395" y="552125"/>
                        <a:pt x="65138" y="549223"/>
                      </a:cubicBezTo>
                      <a:cubicBezTo>
                        <a:pt x="60946" y="543741"/>
                        <a:pt x="58366" y="539549"/>
                        <a:pt x="55786" y="536001"/>
                      </a:cubicBezTo>
                      <a:cubicBezTo>
                        <a:pt x="54496" y="534067"/>
                        <a:pt x="55141" y="531487"/>
                        <a:pt x="57076" y="530520"/>
                      </a:cubicBezTo>
                      <a:cubicBezTo>
                        <a:pt x="59011" y="529230"/>
                        <a:pt x="61591" y="529875"/>
                        <a:pt x="62558" y="531810"/>
                      </a:cubicBezTo>
                      <a:cubicBezTo>
                        <a:pt x="64815" y="535357"/>
                        <a:pt x="67718" y="539226"/>
                        <a:pt x="71587" y="544708"/>
                      </a:cubicBezTo>
                      <a:cubicBezTo>
                        <a:pt x="74167" y="548255"/>
                        <a:pt x="76424" y="551802"/>
                        <a:pt x="78036" y="555350"/>
                      </a:cubicBezTo>
                      <a:cubicBezTo>
                        <a:pt x="79004" y="557284"/>
                        <a:pt x="78359" y="559864"/>
                        <a:pt x="76102" y="560831"/>
                      </a:cubicBezTo>
                      <a:cubicBezTo>
                        <a:pt x="75779" y="560509"/>
                        <a:pt x="75134" y="560831"/>
                        <a:pt x="74489" y="560831"/>
                      </a:cubicBezTo>
                      <a:close/>
                      <a:moveTo>
                        <a:pt x="58044" y="502143"/>
                      </a:moveTo>
                      <a:cubicBezTo>
                        <a:pt x="57399" y="502143"/>
                        <a:pt x="56754" y="501820"/>
                        <a:pt x="56109" y="501498"/>
                      </a:cubicBezTo>
                      <a:cubicBezTo>
                        <a:pt x="54174" y="500208"/>
                        <a:pt x="53529" y="497951"/>
                        <a:pt x="54819" y="496016"/>
                      </a:cubicBezTo>
                      <a:cubicBezTo>
                        <a:pt x="58689" y="489566"/>
                        <a:pt x="61913" y="486019"/>
                        <a:pt x="65460" y="484730"/>
                      </a:cubicBezTo>
                      <a:cubicBezTo>
                        <a:pt x="65138" y="482795"/>
                        <a:pt x="64493" y="480215"/>
                        <a:pt x="63848" y="477635"/>
                      </a:cubicBezTo>
                      <a:lnTo>
                        <a:pt x="63525" y="476346"/>
                      </a:lnTo>
                      <a:cubicBezTo>
                        <a:pt x="62881" y="474088"/>
                        <a:pt x="64170" y="472154"/>
                        <a:pt x="66428" y="471509"/>
                      </a:cubicBezTo>
                      <a:cubicBezTo>
                        <a:pt x="68685" y="470864"/>
                        <a:pt x="70942" y="472154"/>
                        <a:pt x="71265" y="474411"/>
                      </a:cubicBezTo>
                      <a:lnTo>
                        <a:pt x="71587" y="475701"/>
                      </a:lnTo>
                      <a:cubicBezTo>
                        <a:pt x="72555" y="479570"/>
                        <a:pt x="73522" y="482795"/>
                        <a:pt x="73522" y="485375"/>
                      </a:cubicBezTo>
                      <a:cubicBezTo>
                        <a:pt x="73522" y="490857"/>
                        <a:pt x="69652" y="492146"/>
                        <a:pt x="68362" y="492469"/>
                      </a:cubicBezTo>
                      <a:cubicBezTo>
                        <a:pt x="68362" y="492469"/>
                        <a:pt x="66105" y="493114"/>
                        <a:pt x="61913" y="500208"/>
                      </a:cubicBezTo>
                      <a:cubicBezTo>
                        <a:pt x="60946" y="501498"/>
                        <a:pt x="59334" y="502143"/>
                        <a:pt x="58044" y="502143"/>
                      </a:cubicBezTo>
                      <a:close/>
                      <a:moveTo>
                        <a:pt x="69007" y="441520"/>
                      </a:moveTo>
                      <a:cubicBezTo>
                        <a:pt x="68685" y="441520"/>
                        <a:pt x="68040" y="441520"/>
                        <a:pt x="67718" y="441197"/>
                      </a:cubicBezTo>
                      <a:cubicBezTo>
                        <a:pt x="65783" y="440552"/>
                        <a:pt x="64493" y="437972"/>
                        <a:pt x="65460" y="436038"/>
                      </a:cubicBezTo>
                      <a:cubicBezTo>
                        <a:pt x="67718" y="429588"/>
                        <a:pt x="71910" y="421204"/>
                        <a:pt x="77391" y="418302"/>
                      </a:cubicBezTo>
                      <a:cubicBezTo>
                        <a:pt x="79971" y="417012"/>
                        <a:pt x="83196" y="416367"/>
                        <a:pt x="87710" y="416045"/>
                      </a:cubicBezTo>
                      <a:cubicBezTo>
                        <a:pt x="89968" y="416045"/>
                        <a:pt x="91902" y="417657"/>
                        <a:pt x="91902" y="419914"/>
                      </a:cubicBezTo>
                      <a:cubicBezTo>
                        <a:pt x="92225" y="422171"/>
                        <a:pt x="90290" y="424106"/>
                        <a:pt x="88355" y="424106"/>
                      </a:cubicBezTo>
                      <a:cubicBezTo>
                        <a:pt x="84163" y="424429"/>
                        <a:pt x="82228" y="425073"/>
                        <a:pt x="81261" y="425719"/>
                      </a:cubicBezTo>
                      <a:cubicBezTo>
                        <a:pt x="79326" y="426686"/>
                        <a:pt x="76102" y="431200"/>
                        <a:pt x="73200" y="438940"/>
                      </a:cubicBezTo>
                      <a:cubicBezTo>
                        <a:pt x="72232" y="440552"/>
                        <a:pt x="70620" y="441520"/>
                        <a:pt x="69007" y="441520"/>
                      </a:cubicBezTo>
                      <a:close/>
                      <a:moveTo>
                        <a:pt x="142207" y="427331"/>
                      </a:moveTo>
                      <a:cubicBezTo>
                        <a:pt x="138015" y="427331"/>
                        <a:pt x="132855" y="427009"/>
                        <a:pt x="126084" y="426686"/>
                      </a:cubicBezTo>
                      <a:cubicBezTo>
                        <a:pt x="123826" y="426364"/>
                        <a:pt x="122214" y="424429"/>
                        <a:pt x="122537" y="422494"/>
                      </a:cubicBezTo>
                      <a:cubicBezTo>
                        <a:pt x="122859" y="420237"/>
                        <a:pt x="124794" y="418624"/>
                        <a:pt x="126729" y="418947"/>
                      </a:cubicBezTo>
                      <a:cubicBezTo>
                        <a:pt x="136725" y="419592"/>
                        <a:pt x="143819" y="419914"/>
                        <a:pt x="146399" y="419592"/>
                      </a:cubicBezTo>
                      <a:cubicBezTo>
                        <a:pt x="146399" y="417657"/>
                        <a:pt x="147366" y="416045"/>
                        <a:pt x="149301" y="415400"/>
                      </a:cubicBezTo>
                      <a:cubicBezTo>
                        <a:pt x="151558" y="414755"/>
                        <a:pt x="153816" y="416045"/>
                        <a:pt x="154138" y="418302"/>
                      </a:cubicBezTo>
                      <a:cubicBezTo>
                        <a:pt x="154460" y="419592"/>
                        <a:pt x="154783" y="420559"/>
                        <a:pt x="154783" y="421526"/>
                      </a:cubicBezTo>
                      <a:cubicBezTo>
                        <a:pt x="154783" y="423462"/>
                        <a:pt x="154138" y="424751"/>
                        <a:pt x="153171" y="425396"/>
                      </a:cubicBezTo>
                      <a:cubicBezTo>
                        <a:pt x="151881" y="426686"/>
                        <a:pt x="148979" y="427331"/>
                        <a:pt x="142207" y="427331"/>
                      </a:cubicBezTo>
                      <a:close/>
                      <a:moveTo>
                        <a:pt x="150913" y="386378"/>
                      </a:moveTo>
                      <a:cubicBezTo>
                        <a:pt x="149946" y="386378"/>
                        <a:pt x="148979" y="386056"/>
                        <a:pt x="148334" y="385410"/>
                      </a:cubicBezTo>
                      <a:cubicBezTo>
                        <a:pt x="146721" y="383798"/>
                        <a:pt x="146399" y="381218"/>
                        <a:pt x="148011" y="379606"/>
                      </a:cubicBezTo>
                      <a:cubicBezTo>
                        <a:pt x="148334" y="379284"/>
                        <a:pt x="148656" y="378961"/>
                        <a:pt x="148979" y="378639"/>
                      </a:cubicBezTo>
                      <a:cubicBezTo>
                        <a:pt x="152203" y="375414"/>
                        <a:pt x="155105" y="372834"/>
                        <a:pt x="158008" y="370255"/>
                      </a:cubicBezTo>
                      <a:cubicBezTo>
                        <a:pt x="162200" y="366385"/>
                        <a:pt x="165747" y="363161"/>
                        <a:pt x="167359" y="360581"/>
                      </a:cubicBezTo>
                      <a:cubicBezTo>
                        <a:pt x="168649" y="358646"/>
                        <a:pt x="171229" y="358324"/>
                        <a:pt x="172841" y="359291"/>
                      </a:cubicBezTo>
                      <a:cubicBezTo>
                        <a:pt x="174776" y="360581"/>
                        <a:pt x="175098" y="362838"/>
                        <a:pt x="174131" y="364773"/>
                      </a:cubicBezTo>
                      <a:cubicBezTo>
                        <a:pt x="171874" y="367997"/>
                        <a:pt x="168326" y="371544"/>
                        <a:pt x="163490" y="376059"/>
                      </a:cubicBezTo>
                      <a:cubicBezTo>
                        <a:pt x="160910" y="378639"/>
                        <a:pt x="158008" y="381218"/>
                        <a:pt x="154783" y="384121"/>
                      </a:cubicBezTo>
                      <a:lnTo>
                        <a:pt x="154138" y="384766"/>
                      </a:lnTo>
                      <a:cubicBezTo>
                        <a:pt x="152848" y="385733"/>
                        <a:pt x="151881" y="386378"/>
                        <a:pt x="150913" y="386378"/>
                      </a:cubicBezTo>
                      <a:close/>
                      <a:moveTo>
                        <a:pt x="141562" y="349295"/>
                      </a:moveTo>
                      <a:cubicBezTo>
                        <a:pt x="141239" y="349295"/>
                        <a:pt x="140917" y="349295"/>
                        <a:pt x="140595" y="349295"/>
                      </a:cubicBezTo>
                      <a:cubicBezTo>
                        <a:pt x="138660" y="348649"/>
                        <a:pt x="137370" y="348005"/>
                        <a:pt x="136080" y="347360"/>
                      </a:cubicBezTo>
                      <a:cubicBezTo>
                        <a:pt x="132855" y="345425"/>
                        <a:pt x="130921" y="342200"/>
                        <a:pt x="130921" y="338331"/>
                      </a:cubicBezTo>
                      <a:cubicBezTo>
                        <a:pt x="130921" y="332849"/>
                        <a:pt x="135113" y="327044"/>
                        <a:pt x="142529" y="321885"/>
                      </a:cubicBezTo>
                      <a:cubicBezTo>
                        <a:pt x="144464" y="320595"/>
                        <a:pt x="146721" y="320917"/>
                        <a:pt x="148011" y="322852"/>
                      </a:cubicBezTo>
                      <a:cubicBezTo>
                        <a:pt x="149301" y="324787"/>
                        <a:pt x="148979" y="327044"/>
                        <a:pt x="147044" y="328334"/>
                      </a:cubicBezTo>
                      <a:cubicBezTo>
                        <a:pt x="141239" y="332526"/>
                        <a:pt x="138982" y="336073"/>
                        <a:pt x="138982" y="338331"/>
                      </a:cubicBezTo>
                      <a:cubicBezTo>
                        <a:pt x="138982" y="338976"/>
                        <a:pt x="138982" y="339943"/>
                        <a:pt x="140272" y="340588"/>
                      </a:cubicBezTo>
                      <a:cubicBezTo>
                        <a:pt x="140917" y="340910"/>
                        <a:pt x="141562" y="341233"/>
                        <a:pt x="142852" y="341555"/>
                      </a:cubicBezTo>
                      <a:cubicBezTo>
                        <a:pt x="145109" y="342200"/>
                        <a:pt x="146076" y="344458"/>
                        <a:pt x="145754" y="346392"/>
                      </a:cubicBezTo>
                      <a:cubicBezTo>
                        <a:pt x="145109" y="348005"/>
                        <a:pt x="143497" y="349295"/>
                        <a:pt x="141562" y="349295"/>
                      </a:cubicBezTo>
                      <a:close/>
                      <a:moveTo>
                        <a:pt x="146399" y="293831"/>
                      </a:moveTo>
                      <a:cubicBezTo>
                        <a:pt x="144464" y="293831"/>
                        <a:pt x="142529" y="292218"/>
                        <a:pt x="142529" y="290283"/>
                      </a:cubicBezTo>
                      <a:cubicBezTo>
                        <a:pt x="141884" y="284802"/>
                        <a:pt x="140917" y="279319"/>
                        <a:pt x="139950" y="274160"/>
                      </a:cubicBezTo>
                      <a:cubicBezTo>
                        <a:pt x="139305" y="270290"/>
                        <a:pt x="138660" y="266743"/>
                        <a:pt x="138015" y="262874"/>
                      </a:cubicBezTo>
                      <a:cubicBezTo>
                        <a:pt x="137692" y="260617"/>
                        <a:pt x="139305" y="258682"/>
                        <a:pt x="141562" y="258359"/>
                      </a:cubicBezTo>
                      <a:cubicBezTo>
                        <a:pt x="143819" y="258037"/>
                        <a:pt x="145754" y="259649"/>
                        <a:pt x="146076" y="261907"/>
                      </a:cubicBezTo>
                      <a:cubicBezTo>
                        <a:pt x="146721" y="265453"/>
                        <a:pt x="147366" y="269001"/>
                        <a:pt x="148011" y="272870"/>
                      </a:cubicBezTo>
                      <a:cubicBezTo>
                        <a:pt x="148979" y="278030"/>
                        <a:pt x="149946" y="283512"/>
                        <a:pt x="150591" y="289316"/>
                      </a:cubicBezTo>
                      <a:cubicBezTo>
                        <a:pt x="150913" y="291573"/>
                        <a:pt x="149301" y="293508"/>
                        <a:pt x="147044" y="293831"/>
                      </a:cubicBezTo>
                      <a:cubicBezTo>
                        <a:pt x="146721" y="293831"/>
                        <a:pt x="146399" y="293831"/>
                        <a:pt x="146399" y="293831"/>
                      </a:cubicBezTo>
                      <a:close/>
                      <a:moveTo>
                        <a:pt x="144464" y="228370"/>
                      </a:moveTo>
                      <a:cubicBezTo>
                        <a:pt x="144142" y="228370"/>
                        <a:pt x="144142" y="228370"/>
                        <a:pt x="143819" y="228370"/>
                      </a:cubicBezTo>
                      <a:cubicBezTo>
                        <a:pt x="141562" y="228048"/>
                        <a:pt x="139950" y="226113"/>
                        <a:pt x="140595" y="223856"/>
                      </a:cubicBezTo>
                      <a:cubicBezTo>
                        <a:pt x="140917" y="221276"/>
                        <a:pt x="141239" y="219341"/>
                        <a:pt x="141239" y="217406"/>
                      </a:cubicBezTo>
                      <a:cubicBezTo>
                        <a:pt x="141239" y="214504"/>
                        <a:pt x="140917" y="211602"/>
                        <a:pt x="139950" y="208055"/>
                      </a:cubicBezTo>
                      <a:cubicBezTo>
                        <a:pt x="139305" y="204830"/>
                        <a:pt x="138660" y="202573"/>
                        <a:pt x="138337" y="200638"/>
                      </a:cubicBezTo>
                      <a:cubicBezTo>
                        <a:pt x="138015" y="199671"/>
                        <a:pt x="138015" y="199026"/>
                        <a:pt x="137692" y="198058"/>
                      </a:cubicBezTo>
                      <a:cubicBezTo>
                        <a:pt x="137370" y="195801"/>
                        <a:pt x="138660" y="193866"/>
                        <a:pt x="140917" y="193221"/>
                      </a:cubicBezTo>
                      <a:cubicBezTo>
                        <a:pt x="143174" y="192899"/>
                        <a:pt x="145109" y="194189"/>
                        <a:pt x="145754" y="196446"/>
                      </a:cubicBezTo>
                      <a:cubicBezTo>
                        <a:pt x="146076" y="197414"/>
                        <a:pt x="146076" y="198058"/>
                        <a:pt x="146399" y="199026"/>
                      </a:cubicBezTo>
                      <a:cubicBezTo>
                        <a:pt x="146721" y="200960"/>
                        <a:pt x="147044" y="203218"/>
                        <a:pt x="148011" y="206120"/>
                      </a:cubicBezTo>
                      <a:cubicBezTo>
                        <a:pt x="148979" y="210312"/>
                        <a:pt x="149624" y="213859"/>
                        <a:pt x="149624" y="217406"/>
                      </a:cubicBezTo>
                      <a:cubicBezTo>
                        <a:pt x="149624" y="219664"/>
                        <a:pt x="149301" y="222243"/>
                        <a:pt x="148979" y="225145"/>
                      </a:cubicBezTo>
                      <a:cubicBezTo>
                        <a:pt x="148011" y="226758"/>
                        <a:pt x="146399" y="228370"/>
                        <a:pt x="144464" y="228370"/>
                      </a:cubicBezTo>
                      <a:close/>
                      <a:moveTo>
                        <a:pt x="140917" y="169359"/>
                      </a:moveTo>
                      <a:cubicBezTo>
                        <a:pt x="139950" y="169359"/>
                        <a:pt x="138660" y="169037"/>
                        <a:pt x="138015" y="168069"/>
                      </a:cubicBezTo>
                      <a:cubicBezTo>
                        <a:pt x="136403" y="166457"/>
                        <a:pt x="136403" y="163877"/>
                        <a:pt x="138015" y="162265"/>
                      </a:cubicBezTo>
                      <a:cubicBezTo>
                        <a:pt x="139627" y="160652"/>
                        <a:pt x="141239" y="157428"/>
                        <a:pt x="142529" y="154203"/>
                      </a:cubicBezTo>
                      <a:cubicBezTo>
                        <a:pt x="145109" y="148721"/>
                        <a:pt x="148011" y="142272"/>
                        <a:pt x="153816" y="139692"/>
                      </a:cubicBezTo>
                      <a:lnTo>
                        <a:pt x="154460" y="139370"/>
                      </a:lnTo>
                      <a:cubicBezTo>
                        <a:pt x="156395" y="138402"/>
                        <a:pt x="158975" y="139047"/>
                        <a:pt x="159942" y="140982"/>
                      </a:cubicBezTo>
                      <a:cubicBezTo>
                        <a:pt x="160910" y="142917"/>
                        <a:pt x="160265" y="145497"/>
                        <a:pt x="158330" y="146464"/>
                      </a:cubicBezTo>
                      <a:cubicBezTo>
                        <a:pt x="158008" y="146787"/>
                        <a:pt x="157363" y="146787"/>
                        <a:pt x="157040" y="147109"/>
                      </a:cubicBezTo>
                      <a:cubicBezTo>
                        <a:pt x="154138" y="148399"/>
                        <a:pt x="151881" y="153236"/>
                        <a:pt x="149946" y="157750"/>
                      </a:cubicBezTo>
                      <a:cubicBezTo>
                        <a:pt x="148011" y="161942"/>
                        <a:pt x="146399" y="165489"/>
                        <a:pt x="143497" y="168069"/>
                      </a:cubicBezTo>
                      <a:cubicBezTo>
                        <a:pt x="142852" y="169037"/>
                        <a:pt x="141884" y="169359"/>
                        <a:pt x="140917" y="169359"/>
                      </a:cubicBezTo>
                      <a:close/>
                      <a:moveTo>
                        <a:pt x="176388" y="119377"/>
                      </a:moveTo>
                      <a:cubicBezTo>
                        <a:pt x="175421" y="119377"/>
                        <a:pt x="174131" y="119055"/>
                        <a:pt x="173486" y="118087"/>
                      </a:cubicBezTo>
                      <a:cubicBezTo>
                        <a:pt x="172519" y="116797"/>
                        <a:pt x="170906" y="116475"/>
                        <a:pt x="168649" y="116797"/>
                      </a:cubicBezTo>
                      <a:cubicBezTo>
                        <a:pt x="160587" y="117765"/>
                        <a:pt x="152848" y="115508"/>
                        <a:pt x="148011" y="110670"/>
                      </a:cubicBezTo>
                      <a:cubicBezTo>
                        <a:pt x="146399" y="109058"/>
                        <a:pt x="146399" y="106479"/>
                        <a:pt x="148011" y="104866"/>
                      </a:cubicBezTo>
                      <a:cubicBezTo>
                        <a:pt x="149624" y="103254"/>
                        <a:pt x="152203" y="103254"/>
                        <a:pt x="153816" y="104866"/>
                      </a:cubicBezTo>
                      <a:cubicBezTo>
                        <a:pt x="157040" y="108091"/>
                        <a:pt x="162200" y="109381"/>
                        <a:pt x="168004" y="108736"/>
                      </a:cubicBezTo>
                      <a:cubicBezTo>
                        <a:pt x="172841" y="108091"/>
                        <a:pt x="176711" y="109703"/>
                        <a:pt x="179613" y="112605"/>
                      </a:cubicBezTo>
                      <a:cubicBezTo>
                        <a:pt x="181225" y="114218"/>
                        <a:pt x="180903" y="116797"/>
                        <a:pt x="179290" y="118410"/>
                      </a:cubicBezTo>
                      <a:cubicBezTo>
                        <a:pt x="178645" y="119055"/>
                        <a:pt x="177678" y="119377"/>
                        <a:pt x="176388" y="119377"/>
                      </a:cubicBezTo>
                      <a:close/>
                      <a:moveTo>
                        <a:pt x="158975" y="81649"/>
                      </a:moveTo>
                      <a:cubicBezTo>
                        <a:pt x="157685" y="81649"/>
                        <a:pt x="156395" y="81004"/>
                        <a:pt x="155428" y="79714"/>
                      </a:cubicBezTo>
                      <a:cubicBezTo>
                        <a:pt x="154138" y="77779"/>
                        <a:pt x="154783" y="75199"/>
                        <a:pt x="156718" y="74232"/>
                      </a:cubicBezTo>
                      <a:cubicBezTo>
                        <a:pt x="157363" y="73910"/>
                        <a:pt x="158008" y="73264"/>
                        <a:pt x="158008" y="71330"/>
                      </a:cubicBezTo>
                      <a:cubicBezTo>
                        <a:pt x="158008" y="70040"/>
                        <a:pt x="157685" y="68428"/>
                        <a:pt x="157040" y="66170"/>
                      </a:cubicBezTo>
                      <a:cubicBezTo>
                        <a:pt x="156718" y="65203"/>
                        <a:pt x="156718" y="64235"/>
                        <a:pt x="156718" y="63268"/>
                      </a:cubicBezTo>
                      <a:cubicBezTo>
                        <a:pt x="156718" y="59721"/>
                        <a:pt x="158653" y="55206"/>
                        <a:pt x="162200" y="50047"/>
                      </a:cubicBezTo>
                      <a:cubicBezTo>
                        <a:pt x="163490" y="48112"/>
                        <a:pt x="166069" y="47790"/>
                        <a:pt x="167682" y="49080"/>
                      </a:cubicBezTo>
                      <a:cubicBezTo>
                        <a:pt x="169616" y="50369"/>
                        <a:pt x="169939" y="52949"/>
                        <a:pt x="168649" y="54562"/>
                      </a:cubicBezTo>
                      <a:cubicBezTo>
                        <a:pt x="164779" y="60044"/>
                        <a:pt x="164457" y="62623"/>
                        <a:pt x="164457" y="63268"/>
                      </a:cubicBezTo>
                      <a:cubicBezTo>
                        <a:pt x="165424" y="66493"/>
                        <a:pt x="166069" y="69072"/>
                        <a:pt x="166069" y="71330"/>
                      </a:cubicBezTo>
                      <a:cubicBezTo>
                        <a:pt x="166069" y="76812"/>
                        <a:pt x="163167" y="79391"/>
                        <a:pt x="160910" y="81004"/>
                      </a:cubicBezTo>
                      <a:cubicBezTo>
                        <a:pt x="160587" y="81326"/>
                        <a:pt x="159620" y="81649"/>
                        <a:pt x="158975" y="81649"/>
                      </a:cubicBezTo>
                      <a:close/>
                      <a:moveTo>
                        <a:pt x="172519" y="27474"/>
                      </a:moveTo>
                      <a:lnTo>
                        <a:pt x="173486" y="23605"/>
                      </a:lnTo>
                      <a:lnTo>
                        <a:pt x="172196" y="27474"/>
                      </a:lnTo>
                      <a:cubicBezTo>
                        <a:pt x="168326" y="26507"/>
                        <a:pt x="163167" y="25540"/>
                        <a:pt x="161232" y="21025"/>
                      </a:cubicBezTo>
                      <a:cubicBezTo>
                        <a:pt x="160587" y="19735"/>
                        <a:pt x="160587" y="18768"/>
                        <a:pt x="160587" y="17478"/>
                      </a:cubicBezTo>
                      <a:cubicBezTo>
                        <a:pt x="160587" y="13286"/>
                        <a:pt x="163490" y="10061"/>
                        <a:pt x="166714" y="5869"/>
                      </a:cubicBezTo>
                      <a:cubicBezTo>
                        <a:pt x="167682" y="4580"/>
                        <a:pt x="168971" y="3290"/>
                        <a:pt x="169939" y="1677"/>
                      </a:cubicBezTo>
                      <a:cubicBezTo>
                        <a:pt x="171229" y="-258"/>
                        <a:pt x="173808" y="-580"/>
                        <a:pt x="175421" y="1032"/>
                      </a:cubicBezTo>
                      <a:cubicBezTo>
                        <a:pt x="177356" y="2322"/>
                        <a:pt x="177678" y="4902"/>
                        <a:pt x="176066" y="6837"/>
                      </a:cubicBezTo>
                      <a:cubicBezTo>
                        <a:pt x="174776" y="8449"/>
                        <a:pt x="173808" y="9739"/>
                        <a:pt x="172519" y="11029"/>
                      </a:cubicBezTo>
                      <a:cubicBezTo>
                        <a:pt x="170584" y="13608"/>
                        <a:pt x="168326" y="16188"/>
                        <a:pt x="168326" y="17478"/>
                      </a:cubicBezTo>
                      <a:cubicBezTo>
                        <a:pt x="168971" y="18446"/>
                        <a:pt x="171874" y="19413"/>
                        <a:pt x="173486" y="19735"/>
                      </a:cubicBezTo>
                      <a:lnTo>
                        <a:pt x="173164" y="23927"/>
                      </a:lnTo>
                      <a:lnTo>
                        <a:pt x="172519" y="27474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8CF19A41-6680-8AE2-DFAF-118F88F4F6AC}"/>
                    </a:ext>
                  </a:extLst>
                </p:cNvPr>
                <p:cNvSpPr/>
                <p:nvPr/>
              </p:nvSpPr>
              <p:spPr>
                <a:xfrm>
                  <a:off x="5433430" y="4330918"/>
                  <a:ext cx="32246" cy="32246"/>
                </a:xfrm>
                <a:custGeom>
                  <a:avLst/>
                  <a:gdLst>
                    <a:gd name="connsiteX0" fmla="*/ 27561 w 32246"/>
                    <a:gd name="connsiteY0" fmla="*/ 17887 h 0"/>
                    <a:gd name="connsiteX1" fmla="*/ 25948 w 32246"/>
                    <a:gd name="connsiteY1" fmla="*/ 17564 h 0"/>
                    <a:gd name="connsiteX2" fmla="*/ 15307 w 32246"/>
                    <a:gd name="connsiteY2" fmla="*/ 11437 h 0"/>
                    <a:gd name="connsiteX3" fmla="*/ 4988 w 32246"/>
                    <a:gd name="connsiteY3" fmla="*/ 9502 h 0"/>
                    <a:gd name="connsiteX4" fmla="*/ 1441 w 32246"/>
                    <a:gd name="connsiteY4" fmla="*/ 7245 h 0"/>
                    <a:gd name="connsiteX5" fmla="*/ 796 w 32246"/>
                    <a:gd name="connsiteY5" fmla="*/ 1441 h 0"/>
                    <a:gd name="connsiteX6" fmla="*/ 6600 w 32246"/>
                    <a:gd name="connsiteY6" fmla="*/ 796 h 0"/>
                    <a:gd name="connsiteX7" fmla="*/ 8535 w 32246"/>
                    <a:gd name="connsiteY7" fmla="*/ 1763 h 0"/>
                    <a:gd name="connsiteX8" fmla="*/ 14662 w 32246"/>
                    <a:gd name="connsiteY8" fmla="*/ 3053 h 0"/>
                    <a:gd name="connsiteX9" fmla="*/ 17564 w 32246"/>
                    <a:gd name="connsiteY9" fmla="*/ 1441 h 0"/>
                    <a:gd name="connsiteX10" fmla="*/ 19821 w 32246"/>
                    <a:gd name="connsiteY10" fmla="*/ 3698 h 0"/>
                    <a:gd name="connsiteX11" fmla="*/ 29818 w 32246"/>
                    <a:gd name="connsiteY11" fmla="*/ 9825 h 0"/>
                    <a:gd name="connsiteX12" fmla="*/ 32075 w 32246"/>
                    <a:gd name="connsiteY12" fmla="*/ 14984 h 0"/>
                    <a:gd name="connsiteX13" fmla="*/ 27561 w 32246"/>
                    <a:gd name="connsiteY13" fmla="*/ 17887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2246">
                      <a:moveTo>
                        <a:pt x="27561" y="17887"/>
                      </a:moveTo>
                      <a:cubicBezTo>
                        <a:pt x="26916" y="17887"/>
                        <a:pt x="26593" y="17887"/>
                        <a:pt x="25948" y="17564"/>
                      </a:cubicBezTo>
                      <a:cubicBezTo>
                        <a:pt x="22401" y="15952"/>
                        <a:pt x="18854" y="14339"/>
                        <a:pt x="15307" y="11437"/>
                      </a:cubicBezTo>
                      <a:cubicBezTo>
                        <a:pt x="12082" y="12082"/>
                        <a:pt x="8858" y="11115"/>
                        <a:pt x="4988" y="9502"/>
                      </a:cubicBezTo>
                      <a:cubicBezTo>
                        <a:pt x="3698" y="8858"/>
                        <a:pt x="2408" y="8213"/>
                        <a:pt x="1441" y="7245"/>
                      </a:cubicBezTo>
                      <a:cubicBezTo>
                        <a:pt x="-171" y="5955"/>
                        <a:pt x="-494" y="3376"/>
                        <a:pt x="796" y="1441"/>
                      </a:cubicBezTo>
                      <a:cubicBezTo>
                        <a:pt x="2086" y="-171"/>
                        <a:pt x="4665" y="-494"/>
                        <a:pt x="6600" y="796"/>
                      </a:cubicBezTo>
                      <a:cubicBezTo>
                        <a:pt x="7245" y="1118"/>
                        <a:pt x="7890" y="1441"/>
                        <a:pt x="8535" y="1763"/>
                      </a:cubicBezTo>
                      <a:cubicBezTo>
                        <a:pt x="13372" y="3698"/>
                        <a:pt x="14339" y="3376"/>
                        <a:pt x="14662" y="3053"/>
                      </a:cubicBezTo>
                      <a:lnTo>
                        <a:pt x="17564" y="1441"/>
                      </a:lnTo>
                      <a:lnTo>
                        <a:pt x="19821" y="3698"/>
                      </a:lnTo>
                      <a:cubicBezTo>
                        <a:pt x="23046" y="6923"/>
                        <a:pt x="26916" y="8858"/>
                        <a:pt x="29818" y="9825"/>
                      </a:cubicBezTo>
                      <a:cubicBezTo>
                        <a:pt x="31752" y="10792"/>
                        <a:pt x="32720" y="13049"/>
                        <a:pt x="32075" y="14984"/>
                      </a:cubicBezTo>
                      <a:cubicBezTo>
                        <a:pt x="30785" y="16919"/>
                        <a:pt x="29173" y="17887"/>
                        <a:pt x="27561" y="17887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Freeform: Shape 175">
                  <a:extLst>
                    <a:ext uri="{FF2B5EF4-FFF2-40B4-BE49-F238E27FC236}">
                      <a16:creationId xmlns:a16="http://schemas.microsoft.com/office/drawing/2014/main" id="{70244229-8535-23E4-4459-06D44B5143AB}"/>
                    </a:ext>
                  </a:extLst>
                </p:cNvPr>
                <p:cNvSpPr/>
                <p:nvPr/>
              </p:nvSpPr>
              <p:spPr>
                <a:xfrm>
                  <a:off x="4935969" y="4318758"/>
                  <a:ext cx="451451" cy="290218"/>
                </a:xfrm>
                <a:custGeom>
                  <a:avLst/>
                  <a:gdLst>
                    <a:gd name="connsiteX0" fmla="*/ 3919 w 451450"/>
                    <a:gd name="connsiteY0" fmla="*/ 312526 h 290218"/>
                    <a:gd name="connsiteX1" fmla="*/ 49 w 451450"/>
                    <a:gd name="connsiteY1" fmla="*/ 309301 h 290218"/>
                    <a:gd name="connsiteX2" fmla="*/ 3274 w 451450"/>
                    <a:gd name="connsiteY2" fmla="*/ 304464 h 290218"/>
                    <a:gd name="connsiteX3" fmla="*/ 24234 w 451450"/>
                    <a:gd name="connsiteY3" fmla="*/ 292533 h 290218"/>
                    <a:gd name="connsiteX4" fmla="*/ 30038 w 451450"/>
                    <a:gd name="connsiteY4" fmla="*/ 291888 h 290218"/>
                    <a:gd name="connsiteX5" fmla="*/ 30683 w 451450"/>
                    <a:gd name="connsiteY5" fmla="*/ 297692 h 290218"/>
                    <a:gd name="connsiteX6" fmla="*/ 5208 w 451450"/>
                    <a:gd name="connsiteY6" fmla="*/ 312203 h 290218"/>
                    <a:gd name="connsiteX7" fmla="*/ 3919 w 451450"/>
                    <a:gd name="connsiteY7" fmla="*/ 312526 h 290218"/>
                    <a:gd name="connsiteX8" fmla="*/ 76796 w 451450"/>
                    <a:gd name="connsiteY8" fmla="*/ 295757 h 290218"/>
                    <a:gd name="connsiteX9" fmla="*/ 75828 w 451450"/>
                    <a:gd name="connsiteY9" fmla="*/ 295757 h 290218"/>
                    <a:gd name="connsiteX10" fmla="*/ 75506 w 451450"/>
                    <a:gd name="connsiteY10" fmla="*/ 295757 h 290218"/>
                    <a:gd name="connsiteX11" fmla="*/ 55836 w 451450"/>
                    <a:gd name="connsiteY11" fmla="*/ 282859 h 290218"/>
                    <a:gd name="connsiteX12" fmla="*/ 52288 w 451450"/>
                    <a:gd name="connsiteY12" fmla="*/ 279312 h 290218"/>
                    <a:gd name="connsiteX13" fmla="*/ 51966 w 451450"/>
                    <a:gd name="connsiteY13" fmla="*/ 273507 h 290218"/>
                    <a:gd name="connsiteX14" fmla="*/ 57770 w 451450"/>
                    <a:gd name="connsiteY14" fmla="*/ 273185 h 290218"/>
                    <a:gd name="connsiteX15" fmla="*/ 61962 w 451450"/>
                    <a:gd name="connsiteY15" fmla="*/ 277054 h 290218"/>
                    <a:gd name="connsiteX16" fmla="*/ 77763 w 451450"/>
                    <a:gd name="connsiteY16" fmla="*/ 288018 h 290218"/>
                    <a:gd name="connsiteX17" fmla="*/ 80665 w 451450"/>
                    <a:gd name="connsiteY17" fmla="*/ 292855 h 290218"/>
                    <a:gd name="connsiteX18" fmla="*/ 76796 w 451450"/>
                    <a:gd name="connsiteY18" fmla="*/ 295757 h 290218"/>
                    <a:gd name="connsiteX19" fmla="*/ 130970 w 451450"/>
                    <a:gd name="connsiteY19" fmla="*/ 283504 h 290218"/>
                    <a:gd name="connsiteX20" fmla="*/ 118716 w 451450"/>
                    <a:gd name="connsiteY20" fmla="*/ 280602 h 290218"/>
                    <a:gd name="connsiteX21" fmla="*/ 113557 w 451450"/>
                    <a:gd name="connsiteY21" fmla="*/ 278989 h 290218"/>
                    <a:gd name="connsiteX22" fmla="*/ 112267 w 451450"/>
                    <a:gd name="connsiteY22" fmla="*/ 279634 h 290218"/>
                    <a:gd name="connsiteX23" fmla="*/ 106462 w 451450"/>
                    <a:gd name="connsiteY23" fmla="*/ 279312 h 290218"/>
                    <a:gd name="connsiteX24" fmla="*/ 106785 w 451450"/>
                    <a:gd name="connsiteY24" fmla="*/ 273507 h 290218"/>
                    <a:gd name="connsiteX25" fmla="*/ 113557 w 451450"/>
                    <a:gd name="connsiteY25" fmla="*/ 270928 h 290218"/>
                    <a:gd name="connsiteX26" fmla="*/ 121618 w 451450"/>
                    <a:gd name="connsiteY26" fmla="*/ 273185 h 290218"/>
                    <a:gd name="connsiteX27" fmla="*/ 133872 w 451450"/>
                    <a:gd name="connsiteY27" fmla="*/ 275119 h 290218"/>
                    <a:gd name="connsiteX28" fmla="*/ 134839 w 451450"/>
                    <a:gd name="connsiteY28" fmla="*/ 274797 h 290218"/>
                    <a:gd name="connsiteX29" fmla="*/ 139676 w 451450"/>
                    <a:gd name="connsiteY29" fmla="*/ 278022 h 290218"/>
                    <a:gd name="connsiteX30" fmla="*/ 136452 w 451450"/>
                    <a:gd name="connsiteY30" fmla="*/ 282859 h 290218"/>
                    <a:gd name="connsiteX31" fmla="*/ 135807 w 451450"/>
                    <a:gd name="connsiteY31" fmla="*/ 282859 h 290218"/>
                    <a:gd name="connsiteX32" fmla="*/ 130970 w 451450"/>
                    <a:gd name="connsiteY32" fmla="*/ 283504 h 290218"/>
                    <a:gd name="connsiteX33" fmla="*/ 163539 w 451450"/>
                    <a:gd name="connsiteY33" fmla="*/ 264478 h 290218"/>
                    <a:gd name="connsiteX34" fmla="*/ 162571 w 451450"/>
                    <a:gd name="connsiteY34" fmla="*/ 264478 h 290218"/>
                    <a:gd name="connsiteX35" fmla="*/ 159669 w 451450"/>
                    <a:gd name="connsiteY35" fmla="*/ 259641 h 290218"/>
                    <a:gd name="connsiteX36" fmla="*/ 160314 w 451450"/>
                    <a:gd name="connsiteY36" fmla="*/ 257706 h 290218"/>
                    <a:gd name="connsiteX37" fmla="*/ 163539 w 451450"/>
                    <a:gd name="connsiteY37" fmla="*/ 238036 h 290218"/>
                    <a:gd name="connsiteX38" fmla="*/ 163216 w 451450"/>
                    <a:gd name="connsiteY38" fmla="*/ 234489 h 290218"/>
                    <a:gd name="connsiteX39" fmla="*/ 166441 w 451450"/>
                    <a:gd name="connsiteY39" fmla="*/ 229652 h 290218"/>
                    <a:gd name="connsiteX40" fmla="*/ 171278 w 451450"/>
                    <a:gd name="connsiteY40" fmla="*/ 232877 h 290218"/>
                    <a:gd name="connsiteX41" fmla="*/ 171923 w 451450"/>
                    <a:gd name="connsiteY41" fmla="*/ 238036 h 290218"/>
                    <a:gd name="connsiteX42" fmla="*/ 168698 w 451450"/>
                    <a:gd name="connsiteY42" fmla="*/ 259964 h 290218"/>
                    <a:gd name="connsiteX43" fmla="*/ 168053 w 451450"/>
                    <a:gd name="connsiteY43" fmla="*/ 261899 h 290218"/>
                    <a:gd name="connsiteX44" fmla="*/ 163539 w 451450"/>
                    <a:gd name="connsiteY44" fmla="*/ 264478 h 290218"/>
                    <a:gd name="connsiteX45" fmla="*/ 217713 w 451450"/>
                    <a:gd name="connsiteY45" fmla="*/ 202243 h 290218"/>
                    <a:gd name="connsiteX46" fmla="*/ 215455 w 451450"/>
                    <a:gd name="connsiteY46" fmla="*/ 202243 h 290218"/>
                    <a:gd name="connsiteX47" fmla="*/ 211586 w 451450"/>
                    <a:gd name="connsiteY47" fmla="*/ 198050 h 290218"/>
                    <a:gd name="connsiteX48" fmla="*/ 215778 w 451450"/>
                    <a:gd name="connsiteY48" fmla="*/ 194181 h 290218"/>
                    <a:gd name="connsiteX49" fmla="*/ 218035 w 451450"/>
                    <a:gd name="connsiteY49" fmla="*/ 194181 h 290218"/>
                    <a:gd name="connsiteX50" fmla="*/ 228676 w 451450"/>
                    <a:gd name="connsiteY50" fmla="*/ 193858 h 290218"/>
                    <a:gd name="connsiteX51" fmla="*/ 239318 w 451450"/>
                    <a:gd name="connsiteY51" fmla="*/ 193536 h 290218"/>
                    <a:gd name="connsiteX52" fmla="*/ 243187 w 451450"/>
                    <a:gd name="connsiteY52" fmla="*/ 193536 h 290218"/>
                    <a:gd name="connsiteX53" fmla="*/ 243187 w 451450"/>
                    <a:gd name="connsiteY53" fmla="*/ 193536 h 290218"/>
                    <a:gd name="connsiteX54" fmla="*/ 247380 w 451450"/>
                    <a:gd name="connsiteY54" fmla="*/ 197406 h 290218"/>
                    <a:gd name="connsiteX55" fmla="*/ 243510 w 451450"/>
                    <a:gd name="connsiteY55" fmla="*/ 201598 h 290218"/>
                    <a:gd name="connsiteX56" fmla="*/ 239640 w 451450"/>
                    <a:gd name="connsiteY56" fmla="*/ 201598 h 290218"/>
                    <a:gd name="connsiteX57" fmla="*/ 229644 w 451450"/>
                    <a:gd name="connsiteY57" fmla="*/ 201920 h 290218"/>
                    <a:gd name="connsiteX58" fmla="*/ 217713 w 451450"/>
                    <a:gd name="connsiteY58" fmla="*/ 202243 h 290218"/>
                    <a:gd name="connsiteX59" fmla="*/ 155800 w 451450"/>
                    <a:gd name="connsiteY59" fmla="*/ 201920 h 290218"/>
                    <a:gd name="connsiteX60" fmla="*/ 154510 w 451450"/>
                    <a:gd name="connsiteY60" fmla="*/ 201598 h 290218"/>
                    <a:gd name="connsiteX61" fmla="*/ 152252 w 451450"/>
                    <a:gd name="connsiteY61" fmla="*/ 196438 h 290218"/>
                    <a:gd name="connsiteX62" fmla="*/ 155477 w 451450"/>
                    <a:gd name="connsiteY62" fmla="*/ 191279 h 290218"/>
                    <a:gd name="connsiteX63" fmla="*/ 173858 w 451450"/>
                    <a:gd name="connsiteY63" fmla="*/ 183862 h 290218"/>
                    <a:gd name="connsiteX64" fmla="*/ 179662 w 451450"/>
                    <a:gd name="connsiteY64" fmla="*/ 184184 h 290218"/>
                    <a:gd name="connsiteX65" fmla="*/ 182887 w 451450"/>
                    <a:gd name="connsiteY65" fmla="*/ 188699 h 290218"/>
                    <a:gd name="connsiteX66" fmla="*/ 178372 w 451450"/>
                    <a:gd name="connsiteY66" fmla="*/ 191924 h 290218"/>
                    <a:gd name="connsiteX67" fmla="*/ 173858 w 451450"/>
                    <a:gd name="connsiteY67" fmla="*/ 191601 h 290218"/>
                    <a:gd name="connsiteX68" fmla="*/ 161281 w 451450"/>
                    <a:gd name="connsiteY68" fmla="*/ 196438 h 290218"/>
                    <a:gd name="connsiteX69" fmla="*/ 159669 w 451450"/>
                    <a:gd name="connsiteY69" fmla="*/ 199018 h 290218"/>
                    <a:gd name="connsiteX70" fmla="*/ 155800 w 451450"/>
                    <a:gd name="connsiteY70" fmla="*/ 201920 h 290218"/>
                    <a:gd name="connsiteX71" fmla="*/ 280593 w 451450"/>
                    <a:gd name="connsiteY71" fmla="*/ 198050 h 290218"/>
                    <a:gd name="connsiteX72" fmla="*/ 276724 w 451450"/>
                    <a:gd name="connsiteY72" fmla="*/ 195148 h 290218"/>
                    <a:gd name="connsiteX73" fmla="*/ 279303 w 451450"/>
                    <a:gd name="connsiteY73" fmla="*/ 189989 h 290218"/>
                    <a:gd name="connsiteX74" fmla="*/ 287365 w 451450"/>
                    <a:gd name="connsiteY74" fmla="*/ 186442 h 290218"/>
                    <a:gd name="connsiteX75" fmla="*/ 291557 w 451450"/>
                    <a:gd name="connsiteY75" fmla="*/ 177413 h 290218"/>
                    <a:gd name="connsiteX76" fmla="*/ 292202 w 451450"/>
                    <a:gd name="connsiteY76" fmla="*/ 173543 h 290218"/>
                    <a:gd name="connsiteX77" fmla="*/ 297039 w 451450"/>
                    <a:gd name="connsiteY77" fmla="*/ 170641 h 290218"/>
                    <a:gd name="connsiteX78" fmla="*/ 299941 w 451450"/>
                    <a:gd name="connsiteY78" fmla="*/ 175478 h 290218"/>
                    <a:gd name="connsiteX79" fmla="*/ 299296 w 451450"/>
                    <a:gd name="connsiteY79" fmla="*/ 178380 h 290218"/>
                    <a:gd name="connsiteX80" fmla="*/ 291880 w 451450"/>
                    <a:gd name="connsiteY80" fmla="*/ 192569 h 290218"/>
                    <a:gd name="connsiteX81" fmla="*/ 281238 w 451450"/>
                    <a:gd name="connsiteY81" fmla="*/ 197406 h 290218"/>
                    <a:gd name="connsiteX82" fmla="*/ 280593 w 451450"/>
                    <a:gd name="connsiteY82" fmla="*/ 198050 h 290218"/>
                    <a:gd name="connsiteX83" fmla="*/ 329286 w 451450"/>
                    <a:gd name="connsiteY83" fmla="*/ 165159 h 290218"/>
                    <a:gd name="connsiteX84" fmla="*/ 326061 w 451450"/>
                    <a:gd name="connsiteY84" fmla="*/ 163547 h 290218"/>
                    <a:gd name="connsiteX85" fmla="*/ 327028 w 451450"/>
                    <a:gd name="connsiteY85" fmla="*/ 158065 h 290218"/>
                    <a:gd name="connsiteX86" fmla="*/ 331865 w 451450"/>
                    <a:gd name="connsiteY86" fmla="*/ 143554 h 290218"/>
                    <a:gd name="connsiteX87" fmla="*/ 333478 w 451450"/>
                    <a:gd name="connsiteY87" fmla="*/ 134525 h 290218"/>
                    <a:gd name="connsiteX88" fmla="*/ 338637 w 451450"/>
                    <a:gd name="connsiteY88" fmla="*/ 131945 h 290218"/>
                    <a:gd name="connsiteX89" fmla="*/ 341217 w 451450"/>
                    <a:gd name="connsiteY89" fmla="*/ 137105 h 290218"/>
                    <a:gd name="connsiteX90" fmla="*/ 339927 w 451450"/>
                    <a:gd name="connsiteY90" fmla="*/ 144521 h 290218"/>
                    <a:gd name="connsiteX91" fmla="*/ 331865 w 451450"/>
                    <a:gd name="connsiteY91" fmla="*/ 164514 h 290218"/>
                    <a:gd name="connsiteX92" fmla="*/ 329286 w 451450"/>
                    <a:gd name="connsiteY92" fmla="*/ 165159 h 290218"/>
                    <a:gd name="connsiteX93" fmla="*/ 366047 w 451450"/>
                    <a:gd name="connsiteY93" fmla="*/ 116789 h 290218"/>
                    <a:gd name="connsiteX94" fmla="*/ 363467 w 451450"/>
                    <a:gd name="connsiteY94" fmla="*/ 115822 h 290218"/>
                    <a:gd name="connsiteX95" fmla="*/ 362822 w 451450"/>
                    <a:gd name="connsiteY95" fmla="*/ 110018 h 290218"/>
                    <a:gd name="connsiteX96" fmla="*/ 367014 w 451450"/>
                    <a:gd name="connsiteY96" fmla="*/ 104213 h 290218"/>
                    <a:gd name="connsiteX97" fmla="*/ 379913 w 451450"/>
                    <a:gd name="connsiteY97" fmla="*/ 88090 h 290218"/>
                    <a:gd name="connsiteX98" fmla="*/ 385717 w 451450"/>
                    <a:gd name="connsiteY98" fmla="*/ 88735 h 290218"/>
                    <a:gd name="connsiteX99" fmla="*/ 385072 w 451450"/>
                    <a:gd name="connsiteY99" fmla="*/ 94539 h 290218"/>
                    <a:gd name="connsiteX100" fmla="*/ 374108 w 451450"/>
                    <a:gd name="connsiteY100" fmla="*/ 108405 h 290218"/>
                    <a:gd name="connsiteX101" fmla="*/ 369271 w 451450"/>
                    <a:gd name="connsiteY101" fmla="*/ 115177 h 290218"/>
                    <a:gd name="connsiteX102" fmla="*/ 366047 w 451450"/>
                    <a:gd name="connsiteY102" fmla="*/ 116789 h 290218"/>
                    <a:gd name="connsiteX103" fmla="*/ 416351 w 451450"/>
                    <a:gd name="connsiteY103" fmla="*/ 78738 h 290218"/>
                    <a:gd name="connsiteX104" fmla="*/ 413126 w 451450"/>
                    <a:gd name="connsiteY104" fmla="*/ 77126 h 290218"/>
                    <a:gd name="connsiteX105" fmla="*/ 413771 w 451450"/>
                    <a:gd name="connsiteY105" fmla="*/ 71644 h 290218"/>
                    <a:gd name="connsiteX106" fmla="*/ 432797 w 451450"/>
                    <a:gd name="connsiteY106" fmla="*/ 53586 h 290218"/>
                    <a:gd name="connsiteX107" fmla="*/ 438601 w 451450"/>
                    <a:gd name="connsiteY107" fmla="*/ 52941 h 290218"/>
                    <a:gd name="connsiteX108" fmla="*/ 439246 w 451450"/>
                    <a:gd name="connsiteY108" fmla="*/ 58746 h 290218"/>
                    <a:gd name="connsiteX109" fmla="*/ 418608 w 451450"/>
                    <a:gd name="connsiteY109" fmla="*/ 78093 h 290218"/>
                    <a:gd name="connsiteX110" fmla="*/ 416351 w 451450"/>
                    <a:gd name="connsiteY110" fmla="*/ 78738 h 290218"/>
                    <a:gd name="connsiteX111" fmla="*/ 452145 w 451450"/>
                    <a:gd name="connsiteY111" fmla="*/ 25854 h 290218"/>
                    <a:gd name="connsiteX112" fmla="*/ 450210 w 451450"/>
                    <a:gd name="connsiteY112" fmla="*/ 25532 h 290218"/>
                    <a:gd name="connsiteX113" fmla="*/ 448597 w 451450"/>
                    <a:gd name="connsiteY113" fmla="*/ 20050 h 290218"/>
                    <a:gd name="connsiteX114" fmla="*/ 470203 w 451450"/>
                    <a:gd name="connsiteY114" fmla="*/ 379 h 290218"/>
                    <a:gd name="connsiteX115" fmla="*/ 475684 w 451450"/>
                    <a:gd name="connsiteY115" fmla="*/ 2314 h 290218"/>
                    <a:gd name="connsiteX116" fmla="*/ 473750 w 451450"/>
                    <a:gd name="connsiteY116" fmla="*/ 7796 h 290218"/>
                    <a:gd name="connsiteX117" fmla="*/ 455692 w 451450"/>
                    <a:gd name="connsiteY117" fmla="*/ 23919 h 290218"/>
                    <a:gd name="connsiteX118" fmla="*/ 452145 w 451450"/>
                    <a:gd name="connsiteY118" fmla="*/ 25854 h 290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</a:cxnLst>
                  <a:rect l="l" t="t" r="r" b="b"/>
                  <a:pathLst>
                    <a:path w="451450" h="290218">
                      <a:moveTo>
                        <a:pt x="3919" y="312526"/>
                      </a:moveTo>
                      <a:cubicBezTo>
                        <a:pt x="1984" y="312526"/>
                        <a:pt x="372" y="311236"/>
                        <a:pt x="49" y="309301"/>
                      </a:cubicBezTo>
                      <a:cubicBezTo>
                        <a:pt x="-273" y="307044"/>
                        <a:pt x="1016" y="305109"/>
                        <a:pt x="3274" y="304464"/>
                      </a:cubicBezTo>
                      <a:cubicBezTo>
                        <a:pt x="11335" y="302851"/>
                        <a:pt x="19719" y="298014"/>
                        <a:pt x="24234" y="292533"/>
                      </a:cubicBezTo>
                      <a:cubicBezTo>
                        <a:pt x="25524" y="290920"/>
                        <a:pt x="28104" y="290598"/>
                        <a:pt x="30038" y="291888"/>
                      </a:cubicBezTo>
                      <a:cubicBezTo>
                        <a:pt x="31651" y="293178"/>
                        <a:pt x="31973" y="295757"/>
                        <a:pt x="30683" y="297692"/>
                      </a:cubicBezTo>
                      <a:cubicBezTo>
                        <a:pt x="24879" y="304464"/>
                        <a:pt x="14882" y="310268"/>
                        <a:pt x="5208" y="312203"/>
                      </a:cubicBezTo>
                      <a:cubicBezTo>
                        <a:pt x="4564" y="312526"/>
                        <a:pt x="4241" y="312526"/>
                        <a:pt x="3919" y="312526"/>
                      </a:cubicBezTo>
                      <a:close/>
                      <a:moveTo>
                        <a:pt x="76796" y="295757"/>
                      </a:moveTo>
                      <a:cubicBezTo>
                        <a:pt x="76473" y="295757"/>
                        <a:pt x="76151" y="295757"/>
                        <a:pt x="75828" y="295757"/>
                      </a:cubicBezTo>
                      <a:cubicBezTo>
                        <a:pt x="75828" y="295757"/>
                        <a:pt x="75506" y="295757"/>
                        <a:pt x="75506" y="295757"/>
                      </a:cubicBezTo>
                      <a:cubicBezTo>
                        <a:pt x="66477" y="293500"/>
                        <a:pt x="60350" y="287373"/>
                        <a:pt x="55836" y="282859"/>
                      </a:cubicBezTo>
                      <a:cubicBezTo>
                        <a:pt x="54546" y="281569"/>
                        <a:pt x="53256" y="280279"/>
                        <a:pt x="52288" y="279312"/>
                      </a:cubicBezTo>
                      <a:cubicBezTo>
                        <a:pt x="50676" y="278022"/>
                        <a:pt x="50354" y="275442"/>
                        <a:pt x="51966" y="273507"/>
                      </a:cubicBezTo>
                      <a:cubicBezTo>
                        <a:pt x="53256" y="271895"/>
                        <a:pt x="55836" y="271572"/>
                        <a:pt x="57770" y="273185"/>
                      </a:cubicBezTo>
                      <a:cubicBezTo>
                        <a:pt x="59060" y="274152"/>
                        <a:pt x="60350" y="275765"/>
                        <a:pt x="61962" y="277054"/>
                      </a:cubicBezTo>
                      <a:cubicBezTo>
                        <a:pt x="66154" y="281246"/>
                        <a:pt x="70991" y="286083"/>
                        <a:pt x="77763" y="288018"/>
                      </a:cubicBezTo>
                      <a:cubicBezTo>
                        <a:pt x="80020" y="288663"/>
                        <a:pt x="81310" y="290598"/>
                        <a:pt x="80665" y="292855"/>
                      </a:cubicBezTo>
                      <a:cubicBezTo>
                        <a:pt x="80343" y="294468"/>
                        <a:pt x="78730" y="295757"/>
                        <a:pt x="76796" y="295757"/>
                      </a:cubicBezTo>
                      <a:close/>
                      <a:moveTo>
                        <a:pt x="130970" y="283504"/>
                      </a:moveTo>
                      <a:cubicBezTo>
                        <a:pt x="126133" y="283504"/>
                        <a:pt x="121941" y="281891"/>
                        <a:pt x="118716" y="280602"/>
                      </a:cubicBezTo>
                      <a:cubicBezTo>
                        <a:pt x="116781" y="279956"/>
                        <a:pt x="114846" y="278989"/>
                        <a:pt x="113557" y="278989"/>
                      </a:cubicBezTo>
                      <a:cubicBezTo>
                        <a:pt x="113234" y="278989"/>
                        <a:pt x="112912" y="278989"/>
                        <a:pt x="112267" y="279634"/>
                      </a:cubicBezTo>
                      <a:cubicBezTo>
                        <a:pt x="110654" y="281246"/>
                        <a:pt x="108075" y="280924"/>
                        <a:pt x="106462" y="279312"/>
                      </a:cubicBezTo>
                      <a:cubicBezTo>
                        <a:pt x="104850" y="277699"/>
                        <a:pt x="105173" y="275119"/>
                        <a:pt x="106785" y="273507"/>
                      </a:cubicBezTo>
                      <a:cubicBezTo>
                        <a:pt x="108720" y="271895"/>
                        <a:pt x="110977" y="270928"/>
                        <a:pt x="113557" y="270928"/>
                      </a:cubicBezTo>
                      <a:cubicBezTo>
                        <a:pt x="116459" y="270928"/>
                        <a:pt x="119039" y="271895"/>
                        <a:pt x="121618" y="273185"/>
                      </a:cubicBezTo>
                      <a:cubicBezTo>
                        <a:pt x="125488" y="274797"/>
                        <a:pt x="129680" y="276087"/>
                        <a:pt x="133872" y="275119"/>
                      </a:cubicBezTo>
                      <a:lnTo>
                        <a:pt x="134839" y="274797"/>
                      </a:lnTo>
                      <a:cubicBezTo>
                        <a:pt x="137097" y="274475"/>
                        <a:pt x="139031" y="275765"/>
                        <a:pt x="139676" y="278022"/>
                      </a:cubicBezTo>
                      <a:cubicBezTo>
                        <a:pt x="139999" y="280279"/>
                        <a:pt x="138709" y="282214"/>
                        <a:pt x="136452" y="282859"/>
                      </a:cubicBezTo>
                      <a:lnTo>
                        <a:pt x="135807" y="282859"/>
                      </a:lnTo>
                      <a:cubicBezTo>
                        <a:pt x="134194" y="283504"/>
                        <a:pt x="132582" y="283504"/>
                        <a:pt x="130970" y="283504"/>
                      </a:cubicBezTo>
                      <a:close/>
                      <a:moveTo>
                        <a:pt x="163539" y="264478"/>
                      </a:moveTo>
                      <a:cubicBezTo>
                        <a:pt x="163216" y="264478"/>
                        <a:pt x="162894" y="264478"/>
                        <a:pt x="162571" y="264478"/>
                      </a:cubicBezTo>
                      <a:cubicBezTo>
                        <a:pt x="160314" y="263833"/>
                        <a:pt x="159024" y="261576"/>
                        <a:pt x="159669" y="259641"/>
                      </a:cubicBezTo>
                      <a:lnTo>
                        <a:pt x="160314" y="257706"/>
                      </a:lnTo>
                      <a:cubicBezTo>
                        <a:pt x="161926" y="252547"/>
                        <a:pt x="163539" y="247065"/>
                        <a:pt x="163539" y="238036"/>
                      </a:cubicBezTo>
                      <a:cubicBezTo>
                        <a:pt x="163539" y="237069"/>
                        <a:pt x="163539" y="235779"/>
                        <a:pt x="163216" y="234489"/>
                      </a:cubicBezTo>
                      <a:cubicBezTo>
                        <a:pt x="162894" y="232232"/>
                        <a:pt x="164184" y="230297"/>
                        <a:pt x="166441" y="229652"/>
                      </a:cubicBezTo>
                      <a:cubicBezTo>
                        <a:pt x="168698" y="229330"/>
                        <a:pt x="170633" y="230619"/>
                        <a:pt x="171278" y="232877"/>
                      </a:cubicBezTo>
                      <a:cubicBezTo>
                        <a:pt x="171600" y="234489"/>
                        <a:pt x="171923" y="236424"/>
                        <a:pt x="171923" y="238036"/>
                      </a:cubicBezTo>
                      <a:cubicBezTo>
                        <a:pt x="171923" y="248033"/>
                        <a:pt x="169988" y="254159"/>
                        <a:pt x="168698" y="259964"/>
                      </a:cubicBezTo>
                      <a:lnTo>
                        <a:pt x="168053" y="261899"/>
                      </a:lnTo>
                      <a:cubicBezTo>
                        <a:pt x="166763" y="263511"/>
                        <a:pt x="165151" y="264478"/>
                        <a:pt x="163539" y="264478"/>
                      </a:cubicBezTo>
                      <a:close/>
                      <a:moveTo>
                        <a:pt x="217713" y="202243"/>
                      </a:moveTo>
                      <a:lnTo>
                        <a:pt x="215455" y="202243"/>
                      </a:lnTo>
                      <a:cubicBezTo>
                        <a:pt x="213198" y="202243"/>
                        <a:pt x="211586" y="200308"/>
                        <a:pt x="211586" y="198050"/>
                      </a:cubicBezTo>
                      <a:cubicBezTo>
                        <a:pt x="211586" y="195793"/>
                        <a:pt x="213521" y="193858"/>
                        <a:pt x="215778" y="194181"/>
                      </a:cubicBezTo>
                      <a:lnTo>
                        <a:pt x="218035" y="194181"/>
                      </a:lnTo>
                      <a:cubicBezTo>
                        <a:pt x="221582" y="194181"/>
                        <a:pt x="225129" y="193858"/>
                        <a:pt x="228676" y="193858"/>
                      </a:cubicBezTo>
                      <a:cubicBezTo>
                        <a:pt x="232224" y="193536"/>
                        <a:pt x="235771" y="193536"/>
                        <a:pt x="239318" y="193536"/>
                      </a:cubicBezTo>
                      <a:lnTo>
                        <a:pt x="243187" y="193536"/>
                      </a:lnTo>
                      <a:lnTo>
                        <a:pt x="243187" y="193536"/>
                      </a:lnTo>
                      <a:cubicBezTo>
                        <a:pt x="245445" y="193536"/>
                        <a:pt x="247057" y="195471"/>
                        <a:pt x="247380" y="197406"/>
                      </a:cubicBezTo>
                      <a:cubicBezTo>
                        <a:pt x="247380" y="199663"/>
                        <a:pt x="245445" y="201598"/>
                        <a:pt x="243510" y="201598"/>
                      </a:cubicBezTo>
                      <a:lnTo>
                        <a:pt x="239640" y="201598"/>
                      </a:lnTo>
                      <a:cubicBezTo>
                        <a:pt x="236416" y="201598"/>
                        <a:pt x="232869" y="201920"/>
                        <a:pt x="229644" y="201920"/>
                      </a:cubicBezTo>
                      <a:cubicBezTo>
                        <a:pt x="225129" y="202243"/>
                        <a:pt x="221260" y="202243"/>
                        <a:pt x="217713" y="202243"/>
                      </a:cubicBezTo>
                      <a:close/>
                      <a:moveTo>
                        <a:pt x="155800" y="201920"/>
                      </a:moveTo>
                      <a:cubicBezTo>
                        <a:pt x="155477" y="201920"/>
                        <a:pt x="154832" y="201920"/>
                        <a:pt x="154510" y="201598"/>
                      </a:cubicBezTo>
                      <a:cubicBezTo>
                        <a:pt x="152575" y="200953"/>
                        <a:pt x="151285" y="198373"/>
                        <a:pt x="152252" y="196438"/>
                      </a:cubicBezTo>
                      <a:cubicBezTo>
                        <a:pt x="152897" y="194503"/>
                        <a:pt x="154187" y="192891"/>
                        <a:pt x="155477" y="191279"/>
                      </a:cubicBezTo>
                      <a:cubicBezTo>
                        <a:pt x="159992" y="186119"/>
                        <a:pt x="166441" y="183862"/>
                        <a:pt x="173858" y="183862"/>
                      </a:cubicBezTo>
                      <a:cubicBezTo>
                        <a:pt x="175792" y="183862"/>
                        <a:pt x="177727" y="183862"/>
                        <a:pt x="179662" y="184184"/>
                      </a:cubicBezTo>
                      <a:cubicBezTo>
                        <a:pt x="181919" y="184507"/>
                        <a:pt x="183532" y="186442"/>
                        <a:pt x="182887" y="188699"/>
                      </a:cubicBezTo>
                      <a:cubicBezTo>
                        <a:pt x="182564" y="190956"/>
                        <a:pt x="180629" y="192569"/>
                        <a:pt x="178372" y="191924"/>
                      </a:cubicBezTo>
                      <a:cubicBezTo>
                        <a:pt x="176760" y="191601"/>
                        <a:pt x="175147" y="191601"/>
                        <a:pt x="173858" y="191601"/>
                      </a:cubicBezTo>
                      <a:cubicBezTo>
                        <a:pt x="168376" y="191601"/>
                        <a:pt x="164506" y="193213"/>
                        <a:pt x="161281" y="196438"/>
                      </a:cubicBezTo>
                      <a:cubicBezTo>
                        <a:pt x="160637" y="197406"/>
                        <a:pt x="159992" y="198050"/>
                        <a:pt x="159669" y="199018"/>
                      </a:cubicBezTo>
                      <a:cubicBezTo>
                        <a:pt x="159024" y="200953"/>
                        <a:pt x="157412" y="201920"/>
                        <a:pt x="155800" y="201920"/>
                      </a:cubicBezTo>
                      <a:close/>
                      <a:moveTo>
                        <a:pt x="280593" y="198050"/>
                      </a:moveTo>
                      <a:cubicBezTo>
                        <a:pt x="278981" y="198050"/>
                        <a:pt x="277369" y="196760"/>
                        <a:pt x="276724" y="195148"/>
                      </a:cubicBezTo>
                      <a:cubicBezTo>
                        <a:pt x="276079" y="192891"/>
                        <a:pt x="277369" y="190634"/>
                        <a:pt x="279303" y="189989"/>
                      </a:cubicBezTo>
                      <a:cubicBezTo>
                        <a:pt x="282851" y="189021"/>
                        <a:pt x="285430" y="187732"/>
                        <a:pt x="287365" y="186442"/>
                      </a:cubicBezTo>
                      <a:cubicBezTo>
                        <a:pt x="290912" y="183862"/>
                        <a:pt x="291235" y="181282"/>
                        <a:pt x="291557" y="177413"/>
                      </a:cubicBezTo>
                      <a:cubicBezTo>
                        <a:pt x="291880" y="176123"/>
                        <a:pt x="291880" y="174833"/>
                        <a:pt x="292202" y="173543"/>
                      </a:cubicBezTo>
                      <a:cubicBezTo>
                        <a:pt x="292847" y="171286"/>
                        <a:pt x="294782" y="169996"/>
                        <a:pt x="297039" y="170641"/>
                      </a:cubicBezTo>
                      <a:cubicBezTo>
                        <a:pt x="299296" y="171286"/>
                        <a:pt x="300586" y="173221"/>
                        <a:pt x="299941" y="175478"/>
                      </a:cubicBezTo>
                      <a:cubicBezTo>
                        <a:pt x="299619" y="176445"/>
                        <a:pt x="299619" y="177413"/>
                        <a:pt x="299296" y="178380"/>
                      </a:cubicBezTo>
                      <a:cubicBezTo>
                        <a:pt x="298651" y="182572"/>
                        <a:pt x="298006" y="188054"/>
                        <a:pt x="291880" y="192569"/>
                      </a:cubicBezTo>
                      <a:cubicBezTo>
                        <a:pt x="289300" y="194503"/>
                        <a:pt x="285753" y="196116"/>
                        <a:pt x="281238" y="197406"/>
                      </a:cubicBezTo>
                      <a:cubicBezTo>
                        <a:pt x="281238" y="198050"/>
                        <a:pt x="280916" y="198050"/>
                        <a:pt x="280593" y="198050"/>
                      </a:cubicBezTo>
                      <a:close/>
                      <a:moveTo>
                        <a:pt x="329286" y="165159"/>
                      </a:moveTo>
                      <a:cubicBezTo>
                        <a:pt x="327996" y="165159"/>
                        <a:pt x="326706" y="164514"/>
                        <a:pt x="326061" y="163547"/>
                      </a:cubicBezTo>
                      <a:cubicBezTo>
                        <a:pt x="324771" y="161612"/>
                        <a:pt x="325093" y="159355"/>
                        <a:pt x="327028" y="158065"/>
                      </a:cubicBezTo>
                      <a:cubicBezTo>
                        <a:pt x="329286" y="156452"/>
                        <a:pt x="330898" y="151616"/>
                        <a:pt x="331865" y="143554"/>
                      </a:cubicBezTo>
                      <a:cubicBezTo>
                        <a:pt x="332188" y="140007"/>
                        <a:pt x="332833" y="137105"/>
                        <a:pt x="333478" y="134525"/>
                      </a:cubicBezTo>
                      <a:cubicBezTo>
                        <a:pt x="334122" y="132268"/>
                        <a:pt x="336380" y="131300"/>
                        <a:pt x="338637" y="131945"/>
                      </a:cubicBezTo>
                      <a:cubicBezTo>
                        <a:pt x="340894" y="132590"/>
                        <a:pt x="341862" y="134847"/>
                        <a:pt x="341217" y="137105"/>
                      </a:cubicBezTo>
                      <a:cubicBezTo>
                        <a:pt x="340572" y="139039"/>
                        <a:pt x="340249" y="141619"/>
                        <a:pt x="339927" y="144521"/>
                      </a:cubicBezTo>
                      <a:cubicBezTo>
                        <a:pt x="338959" y="155163"/>
                        <a:pt x="336380" y="161289"/>
                        <a:pt x="331865" y="164514"/>
                      </a:cubicBezTo>
                      <a:cubicBezTo>
                        <a:pt x="330898" y="164837"/>
                        <a:pt x="329931" y="165159"/>
                        <a:pt x="329286" y="165159"/>
                      </a:cubicBezTo>
                      <a:close/>
                      <a:moveTo>
                        <a:pt x="366047" y="116789"/>
                      </a:moveTo>
                      <a:cubicBezTo>
                        <a:pt x="365079" y="116789"/>
                        <a:pt x="364112" y="116467"/>
                        <a:pt x="363467" y="115822"/>
                      </a:cubicBezTo>
                      <a:cubicBezTo>
                        <a:pt x="361854" y="114532"/>
                        <a:pt x="361532" y="111952"/>
                        <a:pt x="362822" y="110018"/>
                      </a:cubicBezTo>
                      <a:cubicBezTo>
                        <a:pt x="364112" y="108405"/>
                        <a:pt x="365724" y="106148"/>
                        <a:pt x="367014" y="104213"/>
                      </a:cubicBezTo>
                      <a:cubicBezTo>
                        <a:pt x="371528" y="96796"/>
                        <a:pt x="375398" y="91637"/>
                        <a:pt x="379913" y="88090"/>
                      </a:cubicBezTo>
                      <a:cubicBezTo>
                        <a:pt x="381525" y="86800"/>
                        <a:pt x="384104" y="86800"/>
                        <a:pt x="385717" y="88735"/>
                      </a:cubicBezTo>
                      <a:cubicBezTo>
                        <a:pt x="387007" y="90347"/>
                        <a:pt x="387007" y="92927"/>
                        <a:pt x="385072" y="94539"/>
                      </a:cubicBezTo>
                      <a:cubicBezTo>
                        <a:pt x="381525" y="97441"/>
                        <a:pt x="377978" y="101956"/>
                        <a:pt x="374108" y="108405"/>
                      </a:cubicBezTo>
                      <a:cubicBezTo>
                        <a:pt x="372496" y="110985"/>
                        <a:pt x="370883" y="113242"/>
                        <a:pt x="369271" y="115177"/>
                      </a:cubicBezTo>
                      <a:cubicBezTo>
                        <a:pt x="368304" y="116144"/>
                        <a:pt x="367336" y="116789"/>
                        <a:pt x="366047" y="116789"/>
                      </a:cubicBezTo>
                      <a:close/>
                      <a:moveTo>
                        <a:pt x="416351" y="78738"/>
                      </a:moveTo>
                      <a:cubicBezTo>
                        <a:pt x="415061" y="78738"/>
                        <a:pt x="413771" y="78093"/>
                        <a:pt x="413126" y="77126"/>
                      </a:cubicBezTo>
                      <a:cubicBezTo>
                        <a:pt x="411836" y="75191"/>
                        <a:pt x="412159" y="72934"/>
                        <a:pt x="413771" y="71644"/>
                      </a:cubicBezTo>
                      <a:cubicBezTo>
                        <a:pt x="421188" y="66162"/>
                        <a:pt x="427637" y="59713"/>
                        <a:pt x="432797" y="53586"/>
                      </a:cubicBezTo>
                      <a:cubicBezTo>
                        <a:pt x="434087" y="51974"/>
                        <a:pt x="436666" y="51651"/>
                        <a:pt x="438601" y="52941"/>
                      </a:cubicBezTo>
                      <a:cubicBezTo>
                        <a:pt x="440213" y="54231"/>
                        <a:pt x="440536" y="56811"/>
                        <a:pt x="439246" y="58746"/>
                      </a:cubicBezTo>
                      <a:cubicBezTo>
                        <a:pt x="433764" y="65517"/>
                        <a:pt x="426670" y="71967"/>
                        <a:pt x="418608" y="78093"/>
                      </a:cubicBezTo>
                      <a:cubicBezTo>
                        <a:pt x="417963" y="78416"/>
                        <a:pt x="417318" y="78738"/>
                        <a:pt x="416351" y="78738"/>
                      </a:cubicBezTo>
                      <a:close/>
                      <a:moveTo>
                        <a:pt x="452145" y="25854"/>
                      </a:moveTo>
                      <a:cubicBezTo>
                        <a:pt x="451500" y="25854"/>
                        <a:pt x="450855" y="25854"/>
                        <a:pt x="450210" y="25532"/>
                      </a:cubicBezTo>
                      <a:cubicBezTo>
                        <a:pt x="448275" y="24564"/>
                        <a:pt x="447630" y="21985"/>
                        <a:pt x="448597" y="20050"/>
                      </a:cubicBezTo>
                      <a:cubicBezTo>
                        <a:pt x="453112" y="11343"/>
                        <a:pt x="460206" y="4894"/>
                        <a:pt x="470203" y="379"/>
                      </a:cubicBezTo>
                      <a:cubicBezTo>
                        <a:pt x="472137" y="-588"/>
                        <a:pt x="474717" y="379"/>
                        <a:pt x="475684" y="2314"/>
                      </a:cubicBezTo>
                      <a:cubicBezTo>
                        <a:pt x="476652" y="4249"/>
                        <a:pt x="475684" y="6829"/>
                        <a:pt x="473750" y="7796"/>
                      </a:cubicBezTo>
                      <a:cubicBezTo>
                        <a:pt x="465366" y="11666"/>
                        <a:pt x="459561" y="16825"/>
                        <a:pt x="455692" y="23919"/>
                      </a:cubicBezTo>
                      <a:cubicBezTo>
                        <a:pt x="455047" y="25209"/>
                        <a:pt x="453757" y="25854"/>
                        <a:pt x="452145" y="25854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77" name="Freeform: Shape 176">
                  <a:extLst>
                    <a:ext uri="{FF2B5EF4-FFF2-40B4-BE49-F238E27FC236}">
                      <a16:creationId xmlns:a16="http://schemas.microsoft.com/office/drawing/2014/main" id="{05B33E6E-C728-761E-D492-63997AD3FA46}"/>
                    </a:ext>
                  </a:extLst>
                </p:cNvPr>
                <p:cNvSpPr/>
                <p:nvPr/>
              </p:nvSpPr>
              <p:spPr>
                <a:xfrm>
                  <a:off x="4889235" y="4647381"/>
                  <a:ext cx="32246" cy="32246"/>
                </a:xfrm>
                <a:custGeom>
                  <a:avLst/>
                  <a:gdLst>
                    <a:gd name="connsiteX0" fmla="*/ 10990 w 0"/>
                    <a:gd name="connsiteY0" fmla="*/ 21631 h 0"/>
                    <a:gd name="connsiteX1" fmla="*/ 8733 w 0"/>
                    <a:gd name="connsiteY1" fmla="*/ 15827 h 0"/>
                    <a:gd name="connsiteX2" fmla="*/ 1961 w 0"/>
                    <a:gd name="connsiteY2" fmla="*/ 7443 h 0"/>
                    <a:gd name="connsiteX3" fmla="*/ 671 w 0"/>
                    <a:gd name="connsiteY3" fmla="*/ 1961 h 0"/>
                    <a:gd name="connsiteX4" fmla="*/ 6153 w 0"/>
                    <a:gd name="connsiteY4" fmla="*/ 671 h 0"/>
                    <a:gd name="connsiteX5" fmla="*/ 13247 w 0"/>
                    <a:gd name="connsiteY5" fmla="*/ 7443 h 0"/>
                    <a:gd name="connsiteX6" fmla="*/ 18729 w 0"/>
                    <a:gd name="connsiteY6" fmla="*/ 1638 h 0"/>
                    <a:gd name="connsiteX7" fmla="*/ 24533 w 0"/>
                    <a:gd name="connsiteY7" fmla="*/ 1316 h 0"/>
                    <a:gd name="connsiteX8" fmla="*/ 24856 w 0"/>
                    <a:gd name="connsiteY8" fmla="*/ 7120 h 0"/>
                    <a:gd name="connsiteX9" fmla="*/ 15827 w 0"/>
                    <a:gd name="connsiteY9" fmla="*/ 17117 h 0"/>
                    <a:gd name="connsiteX10" fmla="*/ 10990 w 0"/>
                    <a:gd name="connsiteY10" fmla="*/ 21631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>
                      <a:moveTo>
                        <a:pt x="10990" y="21631"/>
                      </a:moveTo>
                      <a:lnTo>
                        <a:pt x="8733" y="15827"/>
                      </a:lnTo>
                      <a:cubicBezTo>
                        <a:pt x="8733" y="15827"/>
                        <a:pt x="6475" y="10668"/>
                        <a:pt x="1961" y="7443"/>
                      </a:cubicBezTo>
                      <a:cubicBezTo>
                        <a:pt x="26" y="6153"/>
                        <a:pt x="-619" y="3896"/>
                        <a:pt x="671" y="1961"/>
                      </a:cubicBezTo>
                      <a:cubicBezTo>
                        <a:pt x="1961" y="26"/>
                        <a:pt x="4218" y="-619"/>
                        <a:pt x="6153" y="671"/>
                      </a:cubicBezTo>
                      <a:cubicBezTo>
                        <a:pt x="9378" y="2606"/>
                        <a:pt x="11635" y="5186"/>
                        <a:pt x="13247" y="7443"/>
                      </a:cubicBezTo>
                      <a:cubicBezTo>
                        <a:pt x="14860" y="5831"/>
                        <a:pt x="16794" y="3573"/>
                        <a:pt x="18729" y="1638"/>
                      </a:cubicBezTo>
                      <a:cubicBezTo>
                        <a:pt x="20341" y="26"/>
                        <a:pt x="22921" y="26"/>
                        <a:pt x="24533" y="1316"/>
                      </a:cubicBezTo>
                      <a:cubicBezTo>
                        <a:pt x="26146" y="2928"/>
                        <a:pt x="26146" y="5508"/>
                        <a:pt x="24856" y="7120"/>
                      </a:cubicBezTo>
                      <a:cubicBezTo>
                        <a:pt x="20341" y="12280"/>
                        <a:pt x="15827" y="17117"/>
                        <a:pt x="15827" y="17117"/>
                      </a:cubicBezTo>
                      <a:lnTo>
                        <a:pt x="10990" y="21631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78" name="Freeform: Shape 177">
                  <a:extLst>
                    <a:ext uri="{FF2B5EF4-FFF2-40B4-BE49-F238E27FC236}">
                      <a16:creationId xmlns:a16="http://schemas.microsoft.com/office/drawing/2014/main" id="{3EC6D327-7AE2-55EF-4146-659A85BE3265}"/>
                    </a:ext>
                  </a:extLst>
                </p:cNvPr>
                <p:cNvSpPr/>
                <p:nvPr/>
              </p:nvSpPr>
              <p:spPr>
                <a:xfrm>
                  <a:off x="4826058" y="4654695"/>
                  <a:ext cx="32246" cy="161232"/>
                </a:xfrm>
                <a:custGeom>
                  <a:avLst/>
                  <a:gdLst>
                    <a:gd name="connsiteX0" fmla="*/ 3870 w 32246"/>
                    <a:gd name="connsiteY0" fmla="*/ 170068 h 161232"/>
                    <a:gd name="connsiteX1" fmla="*/ 0 w 32246"/>
                    <a:gd name="connsiteY1" fmla="*/ 166198 h 161232"/>
                    <a:gd name="connsiteX2" fmla="*/ 3870 w 32246"/>
                    <a:gd name="connsiteY2" fmla="*/ 162006 h 161232"/>
                    <a:gd name="connsiteX3" fmla="*/ 12576 w 32246"/>
                    <a:gd name="connsiteY3" fmla="*/ 160716 h 161232"/>
                    <a:gd name="connsiteX4" fmla="*/ 20638 w 32246"/>
                    <a:gd name="connsiteY4" fmla="*/ 153944 h 161232"/>
                    <a:gd name="connsiteX5" fmla="*/ 25797 w 32246"/>
                    <a:gd name="connsiteY5" fmla="*/ 151687 h 161232"/>
                    <a:gd name="connsiteX6" fmla="*/ 28054 w 32246"/>
                    <a:gd name="connsiteY6" fmla="*/ 156847 h 161232"/>
                    <a:gd name="connsiteX7" fmla="*/ 14833 w 32246"/>
                    <a:gd name="connsiteY7" fmla="*/ 168133 h 161232"/>
                    <a:gd name="connsiteX8" fmla="*/ 3870 w 32246"/>
                    <a:gd name="connsiteY8" fmla="*/ 170068 h 161232"/>
                    <a:gd name="connsiteX9" fmla="*/ 3870 w 32246"/>
                    <a:gd name="connsiteY9" fmla="*/ 170068 h 161232"/>
                    <a:gd name="connsiteX10" fmla="*/ 32246 w 32246"/>
                    <a:gd name="connsiteY10" fmla="*/ 126535 h 161232"/>
                    <a:gd name="connsiteX11" fmla="*/ 30957 w 32246"/>
                    <a:gd name="connsiteY11" fmla="*/ 126213 h 161232"/>
                    <a:gd name="connsiteX12" fmla="*/ 28699 w 32246"/>
                    <a:gd name="connsiteY12" fmla="*/ 121053 h 161232"/>
                    <a:gd name="connsiteX13" fmla="*/ 31601 w 32246"/>
                    <a:gd name="connsiteY13" fmla="*/ 113314 h 161232"/>
                    <a:gd name="connsiteX14" fmla="*/ 37083 w 32246"/>
                    <a:gd name="connsiteY14" fmla="*/ 98481 h 161232"/>
                    <a:gd name="connsiteX15" fmla="*/ 42243 w 32246"/>
                    <a:gd name="connsiteY15" fmla="*/ 95901 h 161232"/>
                    <a:gd name="connsiteX16" fmla="*/ 44823 w 32246"/>
                    <a:gd name="connsiteY16" fmla="*/ 101061 h 161232"/>
                    <a:gd name="connsiteX17" fmla="*/ 39341 w 32246"/>
                    <a:gd name="connsiteY17" fmla="*/ 116539 h 161232"/>
                    <a:gd name="connsiteX18" fmla="*/ 36438 w 32246"/>
                    <a:gd name="connsiteY18" fmla="*/ 124278 h 161232"/>
                    <a:gd name="connsiteX19" fmla="*/ 32246 w 32246"/>
                    <a:gd name="connsiteY19" fmla="*/ 126535 h 161232"/>
                    <a:gd name="connsiteX20" fmla="*/ 35471 w 32246"/>
                    <a:gd name="connsiteY20" fmla="*/ 72683 h 161232"/>
                    <a:gd name="connsiteX21" fmla="*/ 33536 w 32246"/>
                    <a:gd name="connsiteY21" fmla="*/ 72361 h 161232"/>
                    <a:gd name="connsiteX22" fmla="*/ 27087 w 32246"/>
                    <a:gd name="connsiteY22" fmla="*/ 70749 h 161232"/>
                    <a:gd name="connsiteX23" fmla="*/ 17091 w 32246"/>
                    <a:gd name="connsiteY23" fmla="*/ 67524 h 161232"/>
                    <a:gd name="connsiteX24" fmla="*/ 12254 w 32246"/>
                    <a:gd name="connsiteY24" fmla="*/ 60107 h 161232"/>
                    <a:gd name="connsiteX25" fmla="*/ 13221 w 32246"/>
                    <a:gd name="connsiteY25" fmla="*/ 56238 h 161232"/>
                    <a:gd name="connsiteX26" fmla="*/ 18380 w 32246"/>
                    <a:gd name="connsiteY26" fmla="*/ 53981 h 161232"/>
                    <a:gd name="connsiteX27" fmla="*/ 20638 w 32246"/>
                    <a:gd name="connsiteY27" fmla="*/ 59140 h 161232"/>
                    <a:gd name="connsiteX28" fmla="*/ 20315 w 32246"/>
                    <a:gd name="connsiteY28" fmla="*/ 60107 h 161232"/>
                    <a:gd name="connsiteX29" fmla="*/ 21283 w 32246"/>
                    <a:gd name="connsiteY29" fmla="*/ 60752 h 161232"/>
                    <a:gd name="connsiteX30" fmla="*/ 28377 w 32246"/>
                    <a:gd name="connsiteY30" fmla="*/ 63010 h 161232"/>
                    <a:gd name="connsiteX31" fmla="*/ 36761 w 32246"/>
                    <a:gd name="connsiteY31" fmla="*/ 65589 h 161232"/>
                    <a:gd name="connsiteX32" fmla="*/ 38373 w 32246"/>
                    <a:gd name="connsiteY32" fmla="*/ 71071 h 161232"/>
                    <a:gd name="connsiteX33" fmla="*/ 35471 w 32246"/>
                    <a:gd name="connsiteY33" fmla="*/ 72683 h 161232"/>
                    <a:gd name="connsiteX34" fmla="*/ 23862 w 32246"/>
                    <a:gd name="connsiteY34" fmla="*/ 28183 h 161232"/>
                    <a:gd name="connsiteX35" fmla="*/ 22895 w 32246"/>
                    <a:gd name="connsiteY35" fmla="*/ 28183 h 161232"/>
                    <a:gd name="connsiteX36" fmla="*/ 19993 w 32246"/>
                    <a:gd name="connsiteY36" fmla="*/ 23346 h 161232"/>
                    <a:gd name="connsiteX37" fmla="*/ 29022 w 32246"/>
                    <a:gd name="connsiteY37" fmla="*/ 9480 h 161232"/>
                    <a:gd name="connsiteX38" fmla="*/ 29667 w 32246"/>
                    <a:gd name="connsiteY38" fmla="*/ 7868 h 161232"/>
                    <a:gd name="connsiteX39" fmla="*/ 33214 w 32246"/>
                    <a:gd name="connsiteY39" fmla="*/ 1741 h 161232"/>
                    <a:gd name="connsiteX40" fmla="*/ 38696 w 32246"/>
                    <a:gd name="connsiteY40" fmla="*/ 774 h 161232"/>
                    <a:gd name="connsiteX41" fmla="*/ 39663 w 32246"/>
                    <a:gd name="connsiteY41" fmla="*/ 6256 h 161232"/>
                    <a:gd name="connsiteX42" fmla="*/ 36438 w 32246"/>
                    <a:gd name="connsiteY42" fmla="*/ 11415 h 161232"/>
                    <a:gd name="connsiteX43" fmla="*/ 31279 w 32246"/>
                    <a:gd name="connsiteY43" fmla="*/ 16897 h 161232"/>
                    <a:gd name="connsiteX44" fmla="*/ 27410 w 32246"/>
                    <a:gd name="connsiteY44" fmla="*/ 24959 h 161232"/>
                    <a:gd name="connsiteX45" fmla="*/ 23862 w 32246"/>
                    <a:gd name="connsiteY45" fmla="*/ 28183 h 161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</a:cxnLst>
                  <a:rect l="l" t="t" r="r" b="b"/>
                  <a:pathLst>
                    <a:path w="32246" h="161232">
                      <a:moveTo>
                        <a:pt x="3870" y="170068"/>
                      </a:moveTo>
                      <a:cubicBezTo>
                        <a:pt x="1612" y="170068"/>
                        <a:pt x="0" y="168456"/>
                        <a:pt x="0" y="166198"/>
                      </a:cubicBezTo>
                      <a:cubicBezTo>
                        <a:pt x="0" y="163941"/>
                        <a:pt x="1612" y="162006"/>
                        <a:pt x="3870" y="162006"/>
                      </a:cubicBezTo>
                      <a:cubicBezTo>
                        <a:pt x="7417" y="162006"/>
                        <a:pt x="10319" y="161362"/>
                        <a:pt x="12576" y="160716"/>
                      </a:cubicBezTo>
                      <a:cubicBezTo>
                        <a:pt x="17413" y="159427"/>
                        <a:pt x="19348" y="157169"/>
                        <a:pt x="20638" y="153944"/>
                      </a:cubicBezTo>
                      <a:cubicBezTo>
                        <a:pt x="21605" y="152010"/>
                        <a:pt x="23862" y="151042"/>
                        <a:pt x="25797" y="151687"/>
                      </a:cubicBezTo>
                      <a:cubicBezTo>
                        <a:pt x="27732" y="152655"/>
                        <a:pt x="28699" y="154912"/>
                        <a:pt x="28054" y="156847"/>
                      </a:cubicBezTo>
                      <a:cubicBezTo>
                        <a:pt x="25475" y="162651"/>
                        <a:pt x="21283" y="166521"/>
                        <a:pt x="14833" y="168133"/>
                      </a:cubicBezTo>
                      <a:cubicBezTo>
                        <a:pt x="11609" y="169423"/>
                        <a:pt x="8062" y="169745"/>
                        <a:pt x="3870" y="170068"/>
                      </a:cubicBezTo>
                      <a:cubicBezTo>
                        <a:pt x="3870" y="170068"/>
                        <a:pt x="3870" y="170068"/>
                        <a:pt x="3870" y="170068"/>
                      </a:cubicBezTo>
                      <a:close/>
                      <a:moveTo>
                        <a:pt x="32246" y="126535"/>
                      </a:moveTo>
                      <a:cubicBezTo>
                        <a:pt x="31924" y="126535"/>
                        <a:pt x="31279" y="126535"/>
                        <a:pt x="30957" y="126213"/>
                      </a:cubicBezTo>
                      <a:cubicBezTo>
                        <a:pt x="29022" y="125568"/>
                        <a:pt x="27732" y="122988"/>
                        <a:pt x="28699" y="121053"/>
                      </a:cubicBezTo>
                      <a:cubicBezTo>
                        <a:pt x="29667" y="118474"/>
                        <a:pt x="30634" y="115894"/>
                        <a:pt x="31601" y="113314"/>
                      </a:cubicBezTo>
                      <a:cubicBezTo>
                        <a:pt x="33536" y="108477"/>
                        <a:pt x="35471" y="103318"/>
                        <a:pt x="37083" y="98481"/>
                      </a:cubicBezTo>
                      <a:cubicBezTo>
                        <a:pt x="37728" y="96223"/>
                        <a:pt x="39986" y="95256"/>
                        <a:pt x="42243" y="95901"/>
                      </a:cubicBezTo>
                      <a:cubicBezTo>
                        <a:pt x="44500" y="96546"/>
                        <a:pt x="45467" y="98803"/>
                        <a:pt x="44823" y="101061"/>
                      </a:cubicBezTo>
                      <a:cubicBezTo>
                        <a:pt x="43210" y="106220"/>
                        <a:pt x="41276" y="111379"/>
                        <a:pt x="39341" y="116539"/>
                      </a:cubicBezTo>
                      <a:cubicBezTo>
                        <a:pt x="38373" y="119118"/>
                        <a:pt x="37406" y="121698"/>
                        <a:pt x="36438" y="124278"/>
                      </a:cubicBezTo>
                      <a:cubicBezTo>
                        <a:pt x="35471" y="125568"/>
                        <a:pt x="33859" y="126535"/>
                        <a:pt x="32246" y="126535"/>
                      </a:cubicBezTo>
                      <a:close/>
                      <a:moveTo>
                        <a:pt x="35471" y="72683"/>
                      </a:moveTo>
                      <a:cubicBezTo>
                        <a:pt x="34826" y="72683"/>
                        <a:pt x="34181" y="72683"/>
                        <a:pt x="33536" y="72361"/>
                      </a:cubicBezTo>
                      <a:cubicBezTo>
                        <a:pt x="31924" y="71394"/>
                        <a:pt x="29667" y="71071"/>
                        <a:pt x="27087" y="70749"/>
                      </a:cubicBezTo>
                      <a:cubicBezTo>
                        <a:pt x="23862" y="70104"/>
                        <a:pt x="20315" y="69459"/>
                        <a:pt x="17091" y="67524"/>
                      </a:cubicBezTo>
                      <a:cubicBezTo>
                        <a:pt x="15801" y="66879"/>
                        <a:pt x="12254" y="64622"/>
                        <a:pt x="12254" y="60107"/>
                      </a:cubicBezTo>
                      <a:cubicBezTo>
                        <a:pt x="12254" y="58817"/>
                        <a:pt x="12576" y="57528"/>
                        <a:pt x="13221" y="56238"/>
                      </a:cubicBezTo>
                      <a:cubicBezTo>
                        <a:pt x="13866" y="54303"/>
                        <a:pt x="16446" y="53013"/>
                        <a:pt x="18380" y="53981"/>
                      </a:cubicBezTo>
                      <a:cubicBezTo>
                        <a:pt x="20315" y="54948"/>
                        <a:pt x="21605" y="57205"/>
                        <a:pt x="20638" y="59140"/>
                      </a:cubicBezTo>
                      <a:cubicBezTo>
                        <a:pt x="20315" y="59463"/>
                        <a:pt x="20315" y="59785"/>
                        <a:pt x="20315" y="60107"/>
                      </a:cubicBezTo>
                      <a:cubicBezTo>
                        <a:pt x="20315" y="60107"/>
                        <a:pt x="20638" y="60430"/>
                        <a:pt x="21283" y="60752"/>
                      </a:cubicBezTo>
                      <a:cubicBezTo>
                        <a:pt x="23217" y="62042"/>
                        <a:pt x="25797" y="62365"/>
                        <a:pt x="28377" y="63010"/>
                      </a:cubicBezTo>
                      <a:cubicBezTo>
                        <a:pt x="31279" y="63654"/>
                        <a:pt x="34181" y="63977"/>
                        <a:pt x="36761" y="65589"/>
                      </a:cubicBezTo>
                      <a:cubicBezTo>
                        <a:pt x="38696" y="66557"/>
                        <a:pt x="39663" y="69137"/>
                        <a:pt x="38373" y="71071"/>
                      </a:cubicBezTo>
                      <a:cubicBezTo>
                        <a:pt x="38373" y="71716"/>
                        <a:pt x="37083" y="72683"/>
                        <a:pt x="35471" y="72683"/>
                      </a:cubicBezTo>
                      <a:close/>
                      <a:moveTo>
                        <a:pt x="23862" y="28183"/>
                      </a:moveTo>
                      <a:cubicBezTo>
                        <a:pt x="23540" y="28183"/>
                        <a:pt x="23217" y="28183"/>
                        <a:pt x="22895" y="28183"/>
                      </a:cubicBezTo>
                      <a:cubicBezTo>
                        <a:pt x="20638" y="27539"/>
                        <a:pt x="19348" y="25281"/>
                        <a:pt x="19993" y="23346"/>
                      </a:cubicBezTo>
                      <a:cubicBezTo>
                        <a:pt x="21605" y="17542"/>
                        <a:pt x="24830" y="11093"/>
                        <a:pt x="29022" y="9480"/>
                      </a:cubicBezTo>
                      <a:cubicBezTo>
                        <a:pt x="29344" y="9158"/>
                        <a:pt x="29667" y="8513"/>
                        <a:pt x="29667" y="7868"/>
                      </a:cubicBezTo>
                      <a:cubicBezTo>
                        <a:pt x="30634" y="6256"/>
                        <a:pt x="31601" y="3999"/>
                        <a:pt x="33214" y="1741"/>
                      </a:cubicBezTo>
                      <a:cubicBezTo>
                        <a:pt x="34504" y="-193"/>
                        <a:pt x="37083" y="-516"/>
                        <a:pt x="38696" y="774"/>
                      </a:cubicBezTo>
                      <a:cubicBezTo>
                        <a:pt x="40631" y="2064"/>
                        <a:pt x="40953" y="4644"/>
                        <a:pt x="39663" y="6256"/>
                      </a:cubicBezTo>
                      <a:cubicBezTo>
                        <a:pt x="38373" y="8190"/>
                        <a:pt x="37406" y="9803"/>
                        <a:pt x="36438" y="11415"/>
                      </a:cubicBezTo>
                      <a:cubicBezTo>
                        <a:pt x="35149" y="13673"/>
                        <a:pt x="33859" y="16252"/>
                        <a:pt x="31279" y="16897"/>
                      </a:cubicBezTo>
                      <a:cubicBezTo>
                        <a:pt x="30312" y="17542"/>
                        <a:pt x="28699" y="20444"/>
                        <a:pt x="27410" y="24959"/>
                      </a:cubicBezTo>
                      <a:cubicBezTo>
                        <a:pt x="27087" y="26893"/>
                        <a:pt x="25475" y="28183"/>
                        <a:pt x="23862" y="2818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Freeform: Shape 178">
                  <a:extLst>
                    <a:ext uri="{FF2B5EF4-FFF2-40B4-BE49-F238E27FC236}">
                      <a16:creationId xmlns:a16="http://schemas.microsoft.com/office/drawing/2014/main" id="{76980065-6B33-6921-95C0-6D389980B7B9}"/>
                    </a:ext>
                  </a:extLst>
                </p:cNvPr>
                <p:cNvSpPr/>
                <p:nvPr/>
              </p:nvSpPr>
              <p:spPr>
                <a:xfrm>
                  <a:off x="4781235" y="4827858"/>
                  <a:ext cx="32246" cy="32246"/>
                </a:xfrm>
                <a:custGeom>
                  <a:avLst/>
                  <a:gdLst>
                    <a:gd name="connsiteX0" fmla="*/ 17413 w 0"/>
                    <a:gd name="connsiteY0" fmla="*/ 17220 h 0"/>
                    <a:gd name="connsiteX1" fmla="*/ 6449 w 0"/>
                    <a:gd name="connsiteY1" fmla="*/ 16252 h 0"/>
                    <a:gd name="connsiteX2" fmla="*/ 0 w 0"/>
                    <a:gd name="connsiteY2" fmla="*/ 14640 h 0"/>
                    <a:gd name="connsiteX3" fmla="*/ 4515 w 0"/>
                    <a:gd name="connsiteY3" fmla="*/ 9803 h 0"/>
                    <a:gd name="connsiteX4" fmla="*/ 13866 w 0"/>
                    <a:gd name="connsiteY4" fmla="*/ 2064 h 0"/>
                    <a:gd name="connsiteX5" fmla="*/ 15478 w 0"/>
                    <a:gd name="connsiteY5" fmla="*/ 774 h 0"/>
                    <a:gd name="connsiteX6" fmla="*/ 20960 w 0"/>
                    <a:gd name="connsiteY6" fmla="*/ 1741 h 0"/>
                    <a:gd name="connsiteX7" fmla="*/ 19993 w 0"/>
                    <a:gd name="connsiteY7" fmla="*/ 7223 h 0"/>
                    <a:gd name="connsiteX8" fmla="*/ 18381 w 0"/>
                    <a:gd name="connsiteY8" fmla="*/ 8513 h 0"/>
                    <a:gd name="connsiteX9" fmla="*/ 17413 w 0"/>
                    <a:gd name="connsiteY9" fmla="*/ 9158 h 0"/>
                    <a:gd name="connsiteX10" fmla="*/ 19993 w 0"/>
                    <a:gd name="connsiteY10" fmla="*/ 9158 h 0"/>
                    <a:gd name="connsiteX11" fmla="*/ 24507 w 0"/>
                    <a:gd name="connsiteY11" fmla="*/ 12705 h 0"/>
                    <a:gd name="connsiteX12" fmla="*/ 20960 w 0"/>
                    <a:gd name="connsiteY12" fmla="*/ 17220 h 0"/>
                    <a:gd name="connsiteX13" fmla="*/ 17413 w 0"/>
                    <a:gd name="connsiteY13" fmla="*/ 1722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17413" y="17220"/>
                      </a:moveTo>
                      <a:cubicBezTo>
                        <a:pt x="12254" y="17220"/>
                        <a:pt x="9029" y="16897"/>
                        <a:pt x="6449" y="16252"/>
                      </a:cubicBezTo>
                      <a:lnTo>
                        <a:pt x="0" y="14640"/>
                      </a:lnTo>
                      <a:lnTo>
                        <a:pt x="4515" y="9803"/>
                      </a:lnTo>
                      <a:cubicBezTo>
                        <a:pt x="7094" y="6901"/>
                        <a:pt x="10641" y="4643"/>
                        <a:pt x="13866" y="2064"/>
                      </a:cubicBezTo>
                      <a:lnTo>
                        <a:pt x="15478" y="774"/>
                      </a:lnTo>
                      <a:cubicBezTo>
                        <a:pt x="17413" y="-516"/>
                        <a:pt x="19670" y="-193"/>
                        <a:pt x="20960" y="1741"/>
                      </a:cubicBezTo>
                      <a:cubicBezTo>
                        <a:pt x="22250" y="3676"/>
                        <a:pt x="21928" y="5934"/>
                        <a:pt x="19993" y="7223"/>
                      </a:cubicBezTo>
                      <a:lnTo>
                        <a:pt x="18381" y="8513"/>
                      </a:lnTo>
                      <a:cubicBezTo>
                        <a:pt x="18058" y="8836"/>
                        <a:pt x="17736" y="8836"/>
                        <a:pt x="17413" y="9158"/>
                      </a:cubicBezTo>
                      <a:cubicBezTo>
                        <a:pt x="18381" y="9158"/>
                        <a:pt x="19348" y="9158"/>
                        <a:pt x="19993" y="9158"/>
                      </a:cubicBezTo>
                      <a:cubicBezTo>
                        <a:pt x="22250" y="8836"/>
                        <a:pt x="24185" y="10448"/>
                        <a:pt x="24507" y="12705"/>
                      </a:cubicBezTo>
                      <a:cubicBezTo>
                        <a:pt x="24830" y="14963"/>
                        <a:pt x="23217" y="16897"/>
                        <a:pt x="20960" y="17220"/>
                      </a:cubicBezTo>
                      <a:cubicBezTo>
                        <a:pt x="19993" y="16897"/>
                        <a:pt x="18703" y="17220"/>
                        <a:pt x="17413" y="1722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Freeform: Shape 179">
                  <a:extLst>
                    <a:ext uri="{FF2B5EF4-FFF2-40B4-BE49-F238E27FC236}">
                      <a16:creationId xmlns:a16="http://schemas.microsoft.com/office/drawing/2014/main" id="{9BF7921C-20CC-B70F-C964-D3F321EBB5FA}"/>
                    </a:ext>
                  </a:extLst>
                </p:cNvPr>
                <p:cNvSpPr/>
                <p:nvPr/>
              </p:nvSpPr>
              <p:spPr>
                <a:xfrm>
                  <a:off x="4803808" y="4852328"/>
                  <a:ext cx="96739" cy="515944"/>
                </a:xfrm>
                <a:custGeom>
                  <a:avLst/>
                  <a:gdLst>
                    <a:gd name="connsiteX0" fmla="*/ 108993 w 96739"/>
                    <a:gd name="connsiteY0" fmla="*/ 523204 h 515943"/>
                    <a:gd name="connsiteX1" fmla="*/ 105123 w 96739"/>
                    <a:gd name="connsiteY1" fmla="*/ 520302 h 515943"/>
                    <a:gd name="connsiteX2" fmla="*/ 98997 w 96739"/>
                    <a:gd name="connsiteY2" fmla="*/ 493215 h 515943"/>
                    <a:gd name="connsiteX3" fmla="*/ 98997 w 96739"/>
                    <a:gd name="connsiteY3" fmla="*/ 491925 h 515943"/>
                    <a:gd name="connsiteX4" fmla="*/ 102544 w 96739"/>
                    <a:gd name="connsiteY4" fmla="*/ 487410 h 515943"/>
                    <a:gd name="connsiteX5" fmla="*/ 107058 w 96739"/>
                    <a:gd name="connsiteY5" fmla="*/ 490957 h 515943"/>
                    <a:gd name="connsiteX6" fmla="*/ 107058 w 96739"/>
                    <a:gd name="connsiteY6" fmla="*/ 492570 h 515943"/>
                    <a:gd name="connsiteX7" fmla="*/ 112863 w 96739"/>
                    <a:gd name="connsiteY7" fmla="*/ 517400 h 515943"/>
                    <a:gd name="connsiteX8" fmla="*/ 110283 w 96739"/>
                    <a:gd name="connsiteY8" fmla="*/ 522559 h 515943"/>
                    <a:gd name="connsiteX9" fmla="*/ 108993 w 96739"/>
                    <a:gd name="connsiteY9" fmla="*/ 523204 h 515943"/>
                    <a:gd name="connsiteX10" fmla="*/ 93192 w 96739"/>
                    <a:gd name="connsiteY10" fmla="*/ 457744 h 515943"/>
                    <a:gd name="connsiteX11" fmla="*/ 89323 w 96739"/>
                    <a:gd name="connsiteY11" fmla="*/ 454519 h 515943"/>
                    <a:gd name="connsiteX12" fmla="*/ 88355 w 96739"/>
                    <a:gd name="connsiteY12" fmla="*/ 445490 h 515943"/>
                    <a:gd name="connsiteX13" fmla="*/ 89323 w 96739"/>
                    <a:gd name="connsiteY13" fmla="*/ 431302 h 515943"/>
                    <a:gd name="connsiteX14" fmla="*/ 89968 w 96739"/>
                    <a:gd name="connsiteY14" fmla="*/ 425497 h 515943"/>
                    <a:gd name="connsiteX15" fmla="*/ 94160 w 96739"/>
                    <a:gd name="connsiteY15" fmla="*/ 421628 h 515943"/>
                    <a:gd name="connsiteX16" fmla="*/ 98029 w 96739"/>
                    <a:gd name="connsiteY16" fmla="*/ 425820 h 515943"/>
                    <a:gd name="connsiteX17" fmla="*/ 97384 w 96739"/>
                    <a:gd name="connsiteY17" fmla="*/ 431946 h 515943"/>
                    <a:gd name="connsiteX18" fmla="*/ 96417 w 96739"/>
                    <a:gd name="connsiteY18" fmla="*/ 445167 h 515943"/>
                    <a:gd name="connsiteX19" fmla="*/ 97384 w 96739"/>
                    <a:gd name="connsiteY19" fmla="*/ 452584 h 515943"/>
                    <a:gd name="connsiteX20" fmla="*/ 94160 w 96739"/>
                    <a:gd name="connsiteY20" fmla="*/ 457421 h 515943"/>
                    <a:gd name="connsiteX21" fmla="*/ 93192 w 96739"/>
                    <a:gd name="connsiteY21" fmla="*/ 457744 h 515943"/>
                    <a:gd name="connsiteX22" fmla="*/ 91258 w 96739"/>
                    <a:gd name="connsiteY22" fmla="*/ 390671 h 515943"/>
                    <a:gd name="connsiteX23" fmla="*/ 87388 w 96739"/>
                    <a:gd name="connsiteY23" fmla="*/ 387769 h 515943"/>
                    <a:gd name="connsiteX24" fmla="*/ 83841 w 96739"/>
                    <a:gd name="connsiteY24" fmla="*/ 379385 h 515943"/>
                    <a:gd name="connsiteX25" fmla="*/ 77392 w 96739"/>
                    <a:gd name="connsiteY25" fmla="*/ 361327 h 515943"/>
                    <a:gd name="connsiteX26" fmla="*/ 80294 w 96739"/>
                    <a:gd name="connsiteY26" fmla="*/ 356490 h 515943"/>
                    <a:gd name="connsiteX27" fmla="*/ 85131 w 96739"/>
                    <a:gd name="connsiteY27" fmla="*/ 359392 h 515943"/>
                    <a:gd name="connsiteX28" fmla="*/ 91258 w 96739"/>
                    <a:gd name="connsiteY28" fmla="*/ 375838 h 515943"/>
                    <a:gd name="connsiteX29" fmla="*/ 95127 w 96739"/>
                    <a:gd name="connsiteY29" fmla="*/ 385512 h 515943"/>
                    <a:gd name="connsiteX30" fmla="*/ 92547 w 96739"/>
                    <a:gd name="connsiteY30" fmla="*/ 390671 h 515943"/>
                    <a:gd name="connsiteX31" fmla="*/ 91258 w 96739"/>
                    <a:gd name="connsiteY31" fmla="*/ 390671 h 515943"/>
                    <a:gd name="connsiteX32" fmla="*/ 68362 w 96739"/>
                    <a:gd name="connsiteY32" fmla="*/ 328113 h 515943"/>
                    <a:gd name="connsiteX33" fmla="*/ 64815 w 96739"/>
                    <a:gd name="connsiteY33" fmla="*/ 325856 h 515943"/>
                    <a:gd name="connsiteX34" fmla="*/ 61268 w 96739"/>
                    <a:gd name="connsiteY34" fmla="*/ 318439 h 515943"/>
                    <a:gd name="connsiteX35" fmla="*/ 54819 w 96739"/>
                    <a:gd name="connsiteY35" fmla="*/ 302638 h 515943"/>
                    <a:gd name="connsiteX36" fmla="*/ 53529 w 96739"/>
                    <a:gd name="connsiteY36" fmla="*/ 299736 h 515943"/>
                    <a:gd name="connsiteX37" fmla="*/ 55786 w 96739"/>
                    <a:gd name="connsiteY37" fmla="*/ 294576 h 515943"/>
                    <a:gd name="connsiteX38" fmla="*/ 60946 w 96739"/>
                    <a:gd name="connsiteY38" fmla="*/ 296834 h 515943"/>
                    <a:gd name="connsiteX39" fmla="*/ 62236 w 96739"/>
                    <a:gd name="connsiteY39" fmla="*/ 299736 h 515943"/>
                    <a:gd name="connsiteX40" fmla="*/ 69007 w 96739"/>
                    <a:gd name="connsiteY40" fmla="*/ 315859 h 515943"/>
                    <a:gd name="connsiteX41" fmla="*/ 71910 w 96739"/>
                    <a:gd name="connsiteY41" fmla="*/ 322308 h 515943"/>
                    <a:gd name="connsiteX42" fmla="*/ 70297 w 96739"/>
                    <a:gd name="connsiteY42" fmla="*/ 327790 h 515943"/>
                    <a:gd name="connsiteX43" fmla="*/ 68362 w 96739"/>
                    <a:gd name="connsiteY43" fmla="*/ 328113 h 515943"/>
                    <a:gd name="connsiteX44" fmla="*/ 49015 w 96739"/>
                    <a:gd name="connsiteY44" fmla="*/ 264265 h 515943"/>
                    <a:gd name="connsiteX45" fmla="*/ 45145 w 96739"/>
                    <a:gd name="connsiteY45" fmla="*/ 260718 h 515943"/>
                    <a:gd name="connsiteX46" fmla="*/ 40630 w 96739"/>
                    <a:gd name="connsiteY46" fmla="*/ 244917 h 515943"/>
                    <a:gd name="connsiteX47" fmla="*/ 39663 w 96739"/>
                    <a:gd name="connsiteY47" fmla="*/ 238790 h 515943"/>
                    <a:gd name="connsiteX48" fmla="*/ 40308 w 96739"/>
                    <a:gd name="connsiteY48" fmla="*/ 232663 h 515943"/>
                    <a:gd name="connsiteX49" fmla="*/ 45145 w 96739"/>
                    <a:gd name="connsiteY49" fmla="*/ 229438 h 515943"/>
                    <a:gd name="connsiteX50" fmla="*/ 48370 w 96739"/>
                    <a:gd name="connsiteY50" fmla="*/ 234276 h 515943"/>
                    <a:gd name="connsiteX51" fmla="*/ 47725 w 96739"/>
                    <a:gd name="connsiteY51" fmla="*/ 238790 h 515943"/>
                    <a:gd name="connsiteX52" fmla="*/ 48370 w 96739"/>
                    <a:gd name="connsiteY52" fmla="*/ 242015 h 515943"/>
                    <a:gd name="connsiteX53" fmla="*/ 53207 w 96739"/>
                    <a:gd name="connsiteY53" fmla="*/ 260395 h 515943"/>
                    <a:gd name="connsiteX54" fmla="*/ 49660 w 96739"/>
                    <a:gd name="connsiteY54" fmla="*/ 264910 h 515943"/>
                    <a:gd name="connsiteX55" fmla="*/ 49015 w 96739"/>
                    <a:gd name="connsiteY55" fmla="*/ 264265 h 515943"/>
                    <a:gd name="connsiteX56" fmla="*/ 28699 w 96739"/>
                    <a:gd name="connsiteY56" fmla="*/ 206866 h 515943"/>
                    <a:gd name="connsiteX57" fmla="*/ 25797 w 96739"/>
                    <a:gd name="connsiteY57" fmla="*/ 205576 h 515943"/>
                    <a:gd name="connsiteX58" fmla="*/ 23217 w 96739"/>
                    <a:gd name="connsiteY58" fmla="*/ 201706 h 515943"/>
                    <a:gd name="connsiteX59" fmla="*/ 20315 w 96739"/>
                    <a:gd name="connsiteY59" fmla="*/ 187841 h 515943"/>
                    <a:gd name="connsiteX60" fmla="*/ 19025 w 96739"/>
                    <a:gd name="connsiteY60" fmla="*/ 179779 h 515943"/>
                    <a:gd name="connsiteX61" fmla="*/ 18380 w 96739"/>
                    <a:gd name="connsiteY61" fmla="*/ 178489 h 515943"/>
                    <a:gd name="connsiteX62" fmla="*/ 19348 w 96739"/>
                    <a:gd name="connsiteY62" fmla="*/ 173007 h 515943"/>
                    <a:gd name="connsiteX63" fmla="*/ 24830 w 96739"/>
                    <a:gd name="connsiteY63" fmla="*/ 173974 h 515943"/>
                    <a:gd name="connsiteX64" fmla="*/ 26765 w 96739"/>
                    <a:gd name="connsiteY64" fmla="*/ 178167 h 515943"/>
                    <a:gd name="connsiteX65" fmla="*/ 28377 w 96739"/>
                    <a:gd name="connsiteY65" fmla="*/ 187196 h 515943"/>
                    <a:gd name="connsiteX66" fmla="*/ 30634 w 96739"/>
                    <a:gd name="connsiteY66" fmla="*/ 199449 h 515943"/>
                    <a:gd name="connsiteX67" fmla="*/ 31602 w 96739"/>
                    <a:gd name="connsiteY67" fmla="*/ 200739 h 515943"/>
                    <a:gd name="connsiteX68" fmla="*/ 31279 w 96739"/>
                    <a:gd name="connsiteY68" fmla="*/ 206544 h 515943"/>
                    <a:gd name="connsiteX69" fmla="*/ 28699 w 96739"/>
                    <a:gd name="connsiteY69" fmla="*/ 206866 h 515943"/>
                    <a:gd name="connsiteX70" fmla="*/ 7739 w 96739"/>
                    <a:gd name="connsiteY70" fmla="*/ 152047 h 515943"/>
                    <a:gd name="connsiteX71" fmla="*/ 3870 w 96739"/>
                    <a:gd name="connsiteY71" fmla="*/ 148178 h 515943"/>
                    <a:gd name="connsiteX72" fmla="*/ 645 w 96739"/>
                    <a:gd name="connsiteY72" fmla="*/ 141406 h 515943"/>
                    <a:gd name="connsiteX73" fmla="*/ 0 w 96739"/>
                    <a:gd name="connsiteY73" fmla="*/ 140116 h 515943"/>
                    <a:gd name="connsiteX74" fmla="*/ 0 w 96739"/>
                    <a:gd name="connsiteY74" fmla="*/ 138826 h 515943"/>
                    <a:gd name="connsiteX75" fmla="*/ 0 w 96739"/>
                    <a:gd name="connsiteY75" fmla="*/ 137859 h 515943"/>
                    <a:gd name="connsiteX76" fmla="*/ 0 w 96739"/>
                    <a:gd name="connsiteY76" fmla="*/ 136246 h 515943"/>
                    <a:gd name="connsiteX77" fmla="*/ 0 w 96739"/>
                    <a:gd name="connsiteY77" fmla="*/ 134956 h 515943"/>
                    <a:gd name="connsiteX78" fmla="*/ 1612 w 96739"/>
                    <a:gd name="connsiteY78" fmla="*/ 130442 h 515943"/>
                    <a:gd name="connsiteX79" fmla="*/ 6772 w 96739"/>
                    <a:gd name="connsiteY79" fmla="*/ 127540 h 515943"/>
                    <a:gd name="connsiteX80" fmla="*/ 13544 w 96739"/>
                    <a:gd name="connsiteY80" fmla="*/ 124315 h 515943"/>
                    <a:gd name="connsiteX81" fmla="*/ 19025 w 96739"/>
                    <a:gd name="connsiteY81" fmla="*/ 125605 h 515943"/>
                    <a:gd name="connsiteX82" fmla="*/ 17736 w 96739"/>
                    <a:gd name="connsiteY82" fmla="*/ 131087 h 515943"/>
                    <a:gd name="connsiteX83" fmla="*/ 9674 w 96739"/>
                    <a:gd name="connsiteY83" fmla="*/ 134956 h 515943"/>
                    <a:gd name="connsiteX84" fmla="*/ 7739 w 96739"/>
                    <a:gd name="connsiteY84" fmla="*/ 135602 h 515943"/>
                    <a:gd name="connsiteX85" fmla="*/ 7739 w 96739"/>
                    <a:gd name="connsiteY85" fmla="*/ 135924 h 515943"/>
                    <a:gd name="connsiteX86" fmla="*/ 7739 w 96739"/>
                    <a:gd name="connsiteY86" fmla="*/ 137859 h 515943"/>
                    <a:gd name="connsiteX87" fmla="*/ 7739 w 96739"/>
                    <a:gd name="connsiteY87" fmla="*/ 138181 h 515943"/>
                    <a:gd name="connsiteX88" fmla="*/ 11609 w 96739"/>
                    <a:gd name="connsiteY88" fmla="*/ 147855 h 515943"/>
                    <a:gd name="connsiteX89" fmla="*/ 7739 w 96739"/>
                    <a:gd name="connsiteY89" fmla="*/ 152047 h 515943"/>
                    <a:gd name="connsiteX90" fmla="*/ 7739 w 96739"/>
                    <a:gd name="connsiteY90" fmla="*/ 152047 h 515943"/>
                    <a:gd name="connsiteX91" fmla="*/ 21605 w 96739"/>
                    <a:gd name="connsiteY91" fmla="*/ 94971 h 515943"/>
                    <a:gd name="connsiteX92" fmla="*/ 17413 w 96739"/>
                    <a:gd name="connsiteY92" fmla="*/ 90779 h 515943"/>
                    <a:gd name="connsiteX93" fmla="*/ 17091 w 96739"/>
                    <a:gd name="connsiteY93" fmla="*/ 82717 h 515943"/>
                    <a:gd name="connsiteX94" fmla="*/ 16768 w 96739"/>
                    <a:gd name="connsiteY94" fmla="*/ 73688 h 515943"/>
                    <a:gd name="connsiteX95" fmla="*/ 19670 w 96739"/>
                    <a:gd name="connsiteY95" fmla="*/ 60789 h 515943"/>
                    <a:gd name="connsiteX96" fmla="*/ 25152 w 96739"/>
                    <a:gd name="connsiteY96" fmla="*/ 59822 h 515943"/>
                    <a:gd name="connsiteX97" fmla="*/ 26120 w 96739"/>
                    <a:gd name="connsiteY97" fmla="*/ 65304 h 515943"/>
                    <a:gd name="connsiteX98" fmla="*/ 24507 w 96739"/>
                    <a:gd name="connsiteY98" fmla="*/ 73688 h 515943"/>
                    <a:gd name="connsiteX99" fmla="*/ 24830 w 96739"/>
                    <a:gd name="connsiteY99" fmla="*/ 82395 h 515943"/>
                    <a:gd name="connsiteX100" fmla="*/ 25152 w 96739"/>
                    <a:gd name="connsiteY100" fmla="*/ 91101 h 515943"/>
                    <a:gd name="connsiteX101" fmla="*/ 21605 w 96739"/>
                    <a:gd name="connsiteY101" fmla="*/ 94971 h 515943"/>
                    <a:gd name="connsiteX102" fmla="*/ 21605 w 96739"/>
                    <a:gd name="connsiteY102" fmla="*/ 94971 h 515943"/>
                    <a:gd name="connsiteX103" fmla="*/ 25475 w 96739"/>
                    <a:gd name="connsiteY103" fmla="*/ 34992 h 515943"/>
                    <a:gd name="connsiteX104" fmla="*/ 21928 w 96739"/>
                    <a:gd name="connsiteY104" fmla="*/ 33057 h 515943"/>
                    <a:gd name="connsiteX105" fmla="*/ 17413 w 96739"/>
                    <a:gd name="connsiteY105" fmla="*/ 22416 h 515943"/>
                    <a:gd name="connsiteX106" fmla="*/ 16123 w 96739"/>
                    <a:gd name="connsiteY106" fmla="*/ 13065 h 515943"/>
                    <a:gd name="connsiteX107" fmla="*/ 17736 w 96739"/>
                    <a:gd name="connsiteY107" fmla="*/ 5003 h 515943"/>
                    <a:gd name="connsiteX108" fmla="*/ 18380 w 96739"/>
                    <a:gd name="connsiteY108" fmla="*/ 3068 h 515943"/>
                    <a:gd name="connsiteX109" fmla="*/ 23217 w 96739"/>
                    <a:gd name="connsiteY109" fmla="*/ 166 h 515943"/>
                    <a:gd name="connsiteX110" fmla="*/ 26120 w 96739"/>
                    <a:gd name="connsiteY110" fmla="*/ 5003 h 515943"/>
                    <a:gd name="connsiteX111" fmla="*/ 25152 w 96739"/>
                    <a:gd name="connsiteY111" fmla="*/ 7583 h 515943"/>
                    <a:gd name="connsiteX112" fmla="*/ 24185 w 96739"/>
                    <a:gd name="connsiteY112" fmla="*/ 12742 h 515943"/>
                    <a:gd name="connsiteX113" fmla="*/ 25152 w 96739"/>
                    <a:gd name="connsiteY113" fmla="*/ 20159 h 515943"/>
                    <a:gd name="connsiteX114" fmla="*/ 28699 w 96739"/>
                    <a:gd name="connsiteY114" fmla="*/ 28543 h 515943"/>
                    <a:gd name="connsiteX115" fmla="*/ 27410 w 96739"/>
                    <a:gd name="connsiteY115" fmla="*/ 34025 h 515943"/>
                    <a:gd name="connsiteX116" fmla="*/ 25475 w 96739"/>
                    <a:gd name="connsiteY116" fmla="*/ 34992 h 515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96739" h="515943">
                      <a:moveTo>
                        <a:pt x="108993" y="523204"/>
                      </a:moveTo>
                      <a:cubicBezTo>
                        <a:pt x="107381" y="523204"/>
                        <a:pt x="105768" y="522237"/>
                        <a:pt x="105123" y="520302"/>
                      </a:cubicBezTo>
                      <a:cubicBezTo>
                        <a:pt x="101254" y="507403"/>
                        <a:pt x="99319" y="499019"/>
                        <a:pt x="98997" y="493215"/>
                      </a:cubicBezTo>
                      <a:cubicBezTo>
                        <a:pt x="98997" y="492892"/>
                        <a:pt x="98997" y="492570"/>
                        <a:pt x="98997" y="491925"/>
                      </a:cubicBezTo>
                      <a:cubicBezTo>
                        <a:pt x="98674" y="489668"/>
                        <a:pt x="100287" y="487733"/>
                        <a:pt x="102544" y="487410"/>
                      </a:cubicBezTo>
                      <a:cubicBezTo>
                        <a:pt x="104801" y="487088"/>
                        <a:pt x="106736" y="488700"/>
                        <a:pt x="107058" y="490957"/>
                      </a:cubicBezTo>
                      <a:cubicBezTo>
                        <a:pt x="107058" y="491603"/>
                        <a:pt x="107058" y="491925"/>
                        <a:pt x="107058" y="492570"/>
                      </a:cubicBezTo>
                      <a:cubicBezTo>
                        <a:pt x="107381" y="499019"/>
                        <a:pt x="110605" y="509983"/>
                        <a:pt x="112863" y="517400"/>
                      </a:cubicBezTo>
                      <a:cubicBezTo>
                        <a:pt x="113508" y="519657"/>
                        <a:pt x="112218" y="521914"/>
                        <a:pt x="110283" y="522559"/>
                      </a:cubicBezTo>
                      <a:cubicBezTo>
                        <a:pt x="109638" y="523204"/>
                        <a:pt x="109316" y="523204"/>
                        <a:pt x="108993" y="523204"/>
                      </a:cubicBezTo>
                      <a:close/>
                      <a:moveTo>
                        <a:pt x="93192" y="457744"/>
                      </a:moveTo>
                      <a:cubicBezTo>
                        <a:pt x="91258" y="457744"/>
                        <a:pt x="89645" y="456454"/>
                        <a:pt x="89323" y="454519"/>
                      </a:cubicBezTo>
                      <a:cubicBezTo>
                        <a:pt x="88678" y="450972"/>
                        <a:pt x="88355" y="448070"/>
                        <a:pt x="88355" y="445490"/>
                      </a:cubicBezTo>
                      <a:cubicBezTo>
                        <a:pt x="88355" y="440008"/>
                        <a:pt x="88678" y="435816"/>
                        <a:pt x="89323" y="431302"/>
                      </a:cubicBezTo>
                      <a:cubicBezTo>
                        <a:pt x="89645" y="429367"/>
                        <a:pt x="89645" y="427432"/>
                        <a:pt x="89968" y="425497"/>
                      </a:cubicBezTo>
                      <a:cubicBezTo>
                        <a:pt x="90290" y="423240"/>
                        <a:pt x="91902" y="421628"/>
                        <a:pt x="94160" y="421628"/>
                      </a:cubicBezTo>
                      <a:cubicBezTo>
                        <a:pt x="96417" y="421950"/>
                        <a:pt x="98029" y="423885"/>
                        <a:pt x="98029" y="425820"/>
                      </a:cubicBezTo>
                      <a:cubicBezTo>
                        <a:pt x="98029" y="428077"/>
                        <a:pt x="97707" y="430012"/>
                        <a:pt x="97384" y="431946"/>
                      </a:cubicBezTo>
                      <a:cubicBezTo>
                        <a:pt x="97062" y="436139"/>
                        <a:pt x="96417" y="440331"/>
                        <a:pt x="96417" y="445167"/>
                      </a:cubicBezTo>
                      <a:cubicBezTo>
                        <a:pt x="96417" y="447102"/>
                        <a:pt x="96739" y="449682"/>
                        <a:pt x="97384" y="452584"/>
                      </a:cubicBezTo>
                      <a:cubicBezTo>
                        <a:pt x="97707" y="454842"/>
                        <a:pt x="96417" y="456776"/>
                        <a:pt x="94160" y="457421"/>
                      </a:cubicBezTo>
                      <a:cubicBezTo>
                        <a:pt x="93837" y="457744"/>
                        <a:pt x="93515" y="457744"/>
                        <a:pt x="93192" y="457744"/>
                      </a:cubicBezTo>
                      <a:close/>
                      <a:moveTo>
                        <a:pt x="91258" y="390671"/>
                      </a:moveTo>
                      <a:cubicBezTo>
                        <a:pt x="89645" y="390671"/>
                        <a:pt x="88033" y="389704"/>
                        <a:pt x="87388" y="387769"/>
                      </a:cubicBezTo>
                      <a:cubicBezTo>
                        <a:pt x="86743" y="385189"/>
                        <a:pt x="85453" y="382609"/>
                        <a:pt x="83841" y="379385"/>
                      </a:cubicBezTo>
                      <a:cubicBezTo>
                        <a:pt x="80939" y="373258"/>
                        <a:pt x="78681" y="367131"/>
                        <a:pt x="77392" y="361327"/>
                      </a:cubicBezTo>
                      <a:cubicBezTo>
                        <a:pt x="76747" y="359069"/>
                        <a:pt x="78359" y="357135"/>
                        <a:pt x="80294" y="356490"/>
                      </a:cubicBezTo>
                      <a:cubicBezTo>
                        <a:pt x="82551" y="355845"/>
                        <a:pt x="84486" y="357457"/>
                        <a:pt x="85131" y="359392"/>
                      </a:cubicBezTo>
                      <a:cubicBezTo>
                        <a:pt x="86421" y="364551"/>
                        <a:pt x="88355" y="370033"/>
                        <a:pt x="91258" y="375838"/>
                      </a:cubicBezTo>
                      <a:cubicBezTo>
                        <a:pt x="92870" y="379385"/>
                        <a:pt x="94160" y="382609"/>
                        <a:pt x="95127" y="385512"/>
                      </a:cubicBezTo>
                      <a:cubicBezTo>
                        <a:pt x="95772" y="387769"/>
                        <a:pt x="94482" y="390026"/>
                        <a:pt x="92547" y="390671"/>
                      </a:cubicBezTo>
                      <a:cubicBezTo>
                        <a:pt x="91902" y="390671"/>
                        <a:pt x="91580" y="390671"/>
                        <a:pt x="91258" y="390671"/>
                      </a:cubicBezTo>
                      <a:close/>
                      <a:moveTo>
                        <a:pt x="68362" y="328113"/>
                      </a:moveTo>
                      <a:cubicBezTo>
                        <a:pt x="67073" y="328113"/>
                        <a:pt x="65460" y="327468"/>
                        <a:pt x="64815" y="325856"/>
                      </a:cubicBezTo>
                      <a:cubicBezTo>
                        <a:pt x="63526" y="323276"/>
                        <a:pt x="62236" y="320696"/>
                        <a:pt x="61268" y="318439"/>
                      </a:cubicBezTo>
                      <a:cubicBezTo>
                        <a:pt x="59334" y="312957"/>
                        <a:pt x="57076" y="307798"/>
                        <a:pt x="54819" y="302638"/>
                      </a:cubicBezTo>
                      <a:lnTo>
                        <a:pt x="53529" y="299736"/>
                      </a:lnTo>
                      <a:cubicBezTo>
                        <a:pt x="52562" y="297801"/>
                        <a:pt x="53529" y="295222"/>
                        <a:pt x="55786" y="294576"/>
                      </a:cubicBezTo>
                      <a:cubicBezTo>
                        <a:pt x="57721" y="293609"/>
                        <a:pt x="60301" y="294576"/>
                        <a:pt x="60946" y="296834"/>
                      </a:cubicBezTo>
                      <a:lnTo>
                        <a:pt x="62236" y="299736"/>
                      </a:lnTo>
                      <a:cubicBezTo>
                        <a:pt x="64493" y="304896"/>
                        <a:pt x="66750" y="310055"/>
                        <a:pt x="69007" y="315859"/>
                      </a:cubicBezTo>
                      <a:cubicBezTo>
                        <a:pt x="69652" y="317794"/>
                        <a:pt x="70620" y="320051"/>
                        <a:pt x="71910" y="322308"/>
                      </a:cubicBezTo>
                      <a:cubicBezTo>
                        <a:pt x="72877" y="324243"/>
                        <a:pt x="72232" y="326823"/>
                        <a:pt x="70297" y="327790"/>
                      </a:cubicBezTo>
                      <a:cubicBezTo>
                        <a:pt x="69652" y="327790"/>
                        <a:pt x="69007" y="328113"/>
                        <a:pt x="68362" y="328113"/>
                      </a:cubicBezTo>
                      <a:close/>
                      <a:moveTo>
                        <a:pt x="49015" y="264265"/>
                      </a:moveTo>
                      <a:cubicBezTo>
                        <a:pt x="47080" y="264265"/>
                        <a:pt x="45145" y="262652"/>
                        <a:pt x="45145" y="260718"/>
                      </a:cubicBezTo>
                      <a:cubicBezTo>
                        <a:pt x="44500" y="255236"/>
                        <a:pt x="42565" y="249109"/>
                        <a:pt x="40630" y="244917"/>
                      </a:cubicBezTo>
                      <a:cubicBezTo>
                        <a:pt x="39986" y="242982"/>
                        <a:pt x="39663" y="241047"/>
                        <a:pt x="39663" y="238790"/>
                      </a:cubicBezTo>
                      <a:cubicBezTo>
                        <a:pt x="39663" y="236855"/>
                        <a:pt x="39986" y="234920"/>
                        <a:pt x="40308" y="232663"/>
                      </a:cubicBezTo>
                      <a:cubicBezTo>
                        <a:pt x="40630" y="230406"/>
                        <a:pt x="42888" y="229116"/>
                        <a:pt x="45145" y="229438"/>
                      </a:cubicBezTo>
                      <a:cubicBezTo>
                        <a:pt x="47402" y="229761"/>
                        <a:pt x="48692" y="232018"/>
                        <a:pt x="48370" y="234276"/>
                      </a:cubicBezTo>
                      <a:cubicBezTo>
                        <a:pt x="48047" y="235888"/>
                        <a:pt x="47725" y="237500"/>
                        <a:pt x="47725" y="238790"/>
                      </a:cubicBezTo>
                      <a:cubicBezTo>
                        <a:pt x="47725" y="240080"/>
                        <a:pt x="48047" y="241047"/>
                        <a:pt x="48370" y="242015"/>
                      </a:cubicBezTo>
                      <a:cubicBezTo>
                        <a:pt x="50305" y="247174"/>
                        <a:pt x="52884" y="253623"/>
                        <a:pt x="53207" y="260395"/>
                      </a:cubicBezTo>
                      <a:cubicBezTo>
                        <a:pt x="53529" y="262652"/>
                        <a:pt x="51917" y="264587"/>
                        <a:pt x="49660" y="264910"/>
                      </a:cubicBezTo>
                      <a:cubicBezTo>
                        <a:pt x="49337" y="264265"/>
                        <a:pt x="49337" y="264265"/>
                        <a:pt x="49015" y="264265"/>
                      </a:cubicBezTo>
                      <a:close/>
                      <a:moveTo>
                        <a:pt x="28699" y="206866"/>
                      </a:moveTo>
                      <a:cubicBezTo>
                        <a:pt x="27732" y="206866"/>
                        <a:pt x="26442" y="206544"/>
                        <a:pt x="25797" y="205576"/>
                      </a:cubicBezTo>
                      <a:cubicBezTo>
                        <a:pt x="24830" y="204286"/>
                        <a:pt x="23862" y="202997"/>
                        <a:pt x="23217" y="201706"/>
                      </a:cubicBezTo>
                      <a:cubicBezTo>
                        <a:pt x="21928" y="198159"/>
                        <a:pt x="20960" y="193000"/>
                        <a:pt x="20315" y="187841"/>
                      </a:cubicBezTo>
                      <a:cubicBezTo>
                        <a:pt x="19993" y="184616"/>
                        <a:pt x="19348" y="181714"/>
                        <a:pt x="19025" y="179779"/>
                      </a:cubicBezTo>
                      <a:cubicBezTo>
                        <a:pt x="19025" y="179779"/>
                        <a:pt x="19025" y="179457"/>
                        <a:pt x="18380" y="178489"/>
                      </a:cubicBezTo>
                      <a:cubicBezTo>
                        <a:pt x="17091" y="176554"/>
                        <a:pt x="17413" y="174297"/>
                        <a:pt x="19348" y="173007"/>
                      </a:cubicBezTo>
                      <a:cubicBezTo>
                        <a:pt x="21283" y="171717"/>
                        <a:pt x="23540" y="172040"/>
                        <a:pt x="24830" y="173974"/>
                      </a:cubicBezTo>
                      <a:cubicBezTo>
                        <a:pt x="25797" y="175587"/>
                        <a:pt x="26442" y="176877"/>
                        <a:pt x="26765" y="178167"/>
                      </a:cubicBezTo>
                      <a:cubicBezTo>
                        <a:pt x="27410" y="180424"/>
                        <a:pt x="27732" y="183648"/>
                        <a:pt x="28377" y="187196"/>
                      </a:cubicBezTo>
                      <a:cubicBezTo>
                        <a:pt x="29022" y="191710"/>
                        <a:pt x="29667" y="196547"/>
                        <a:pt x="30634" y="199449"/>
                      </a:cubicBezTo>
                      <a:cubicBezTo>
                        <a:pt x="30957" y="199772"/>
                        <a:pt x="30957" y="200417"/>
                        <a:pt x="31602" y="200739"/>
                      </a:cubicBezTo>
                      <a:cubicBezTo>
                        <a:pt x="33214" y="202351"/>
                        <a:pt x="32891" y="204931"/>
                        <a:pt x="31279" y="206544"/>
                      </a:cubicBezTo>
                      <a:cubicBezTo>
                        <a:pt x="30634" y="206544"/>
                        <a:pt x="29667" y="206866"/>
                        <a:pt x="28699" y="206866"/>
                      </a:cubicBezTo>
                      <a:close/>
                      <a:moveTo>
                        <a:pt x="7739" y="152047"/>
                      </a:moveTo>
                      <a:cubicBezTo>
                        <a:pt x="5482" y="152047"/>
                        <a:pt x="3870" y="150435"/>
                        <a:pt x="3870" y="148178"/>
                      </a:cubicBezTo>
                      <a:cubicBezTo>
                        <a:pt x="3870" y="147855"/>
                        <a:pt x="3547" y="145920"/>
                        <a:pt x="645" y="141406"/>
                      </a:cubicBezTo>
                      <a:lnTo>
                        <a:pt x="0" y="140116"/>
                      </a:lnTo>
                      <a:lnTo>
                        <a:pt x="0" y="138826"/>
                      </a:lnTo>
                      <a:cubicBezTo>
                        <a:pt x="0" y="138504"/>
                        <a:pt x="0" y="138181"/>
                        <a:pt x="0" y="137859"/>
                      </a:cubicBezTo>
                      <a:cubicBezTo>
                        <a:pt x="0" y="137213"/>
                        <a:pt x="0" y="136891"/>
                        <a:pt x="0" y="136246"/>
                      </a:cubicBezTo>
                      <a:cubicBezTo>
                        <a:pt x="0" y="135602"/>
                        <a:pt x="0" y="135279"/>
                        <a:pt x="0" y="134956"/>
                      </a:cubicBezTo>
                      <a:cubicBezTo>
                        <a:pt x="0" y="133989"/>
                        <a:pt x="0" y="132054"/>
                        <a:pt x="1612" y="130442"/>
                      </a:cubicBezTo>
                      <a:cubicBezTo>
                        <a:pt x="2902" y="129152"/>
                        <a:pt x="4514" y="128507"/>
                        <a:pt x="6772" y="127540"/>
                      </a:cubicBezTo>
                      <a:cubicBezTo>
                        <a:pt x="8707" y="126573"/>
                        <a:pt x="11286" y="125605"/>
                        <a:pt x="13544" y="124315"/>
                      </a:cubicBezTo>
                      <a:cubicBezTo>
                        <a:pt x="15478" y="123025"/>
                        <a:pt x="18058" y="123670"/>
                        <a:pt x="19025" y="125605"/>
                      </a:cubicBezTo>
                      <a:cubicBezTo>
                        <a:pt x="20315" y="127540"/>
                        <a:pt x="19670" y="130119"/>
                        <a:pt x="17736" y="131087"/>
                      </a:cubicBezTo>
                      <a:cubicBezTo>
                        <a:pt x="15156" y="132699"/>
                        <a:pt x="12254" y="133989"/>
                        <a:pt x="9674" y="134956"/>
                      </a:cubicBezTo>
                      <a:cubicBezTo>
                        <a:pt x="9029" y="135279"/>
                        <a:pt x="8384" y="135602"/>
                        <a:pt x="7739" y="135602"/>
                      </a:cubicBezTo>
                      <a:lnTo>
                        <a:pt x="7739" y="135924"/>
                      </a:lnTo>
                      <a:cubicBezTo>
                        <a:pt x="7739" y="136569"/>
                        <a:pt x="7739" y="137213"/>
                        <a:pt x="7739" y="137859"/>
                      </a:cubicBezTo>
                      <a:cubicBezTo>
                        <a:pt x="7739" y="137859"/>
                        <a:pt x="7739" y="137859"/>
                        <a:pt x="7739" y="138181"/>
                      </a:cubicBezTo>
                      <a:cubicBezTo>
                        <a:pt x="10319" y="142051"/>
                        <a:pt x="11609" y="145275"/>
                        <a:pt x="11609" y="147855"/>
                      </a:cubicBezTo>
                      <a:cubicBezTo>
                        <a:pt x="11931" y="150112"/>
                        <a:pt x="10319" y="152047"/>
                        <a:pt x="7739" y="152047"/>
                      </a:cubicBezTo>
                      <a:cubicBezTo>
                        <a:pt x="8062" y="152047"/>
                        <a:pt x="7739" y="152047"/>
                        <a:pt x="7739" y="152047"/>
                      </a:cubicBezTo>
                      <a:close/>
                      <a:moveTo>
                        <a:pt x="21605" y="94971"/>
                      </a:moveTo>
                      <a:cubicBezTo>
                        <a:pt x="19348" y="94971"/>
                        <a:pt x="17413" y="93036"/>
                        <a:pt x="17413" y="90779"/>
                      </a:cubicBezTo>
                      <a:cubicBezTo>
                        <a:pt x="17413" y="88199"/>
                        <a:pt x="17091" y="85619"/>
                        <a:pt x="17091" y="82717"/>
                      </a:cubicBezTo>
                      <a:cubicBezTo>
                        <a:pt x="16768" y="79492"/>
                        <a:pt x="16768" y="76590"/>
                        <a:pt x="16768" y="73688"/>
                      </a:cubicBezTo>
                      <a:cubicBezTo>
                        <a:pt x="16768" y="67884"/>
                        <a:pt x="17736" y="63691"/>
                        <a:pt x="19670" y="60789"/>
                      </a:cubicBezTo>
                      <a:cubicBezTo>
                        <a:pt x="20960" y="58855"/>
                        <a:pt x="23540" y="58532"/>
                        <a:pt x="25152" y="59822"/>
                      </a:cubicBezTo>
                      <a:cubicBezTo>
                        <a:pt x="27087" y="61112"/>
                        <a:pt x="27410" y="63691"/>
                        <a:pt x="26120" y="65304"/>
                      </a:cubicBezTo>
                      <a:cubicBezTo>
                        <a:pt x="25152" y="66594"/>
                        <a:pt x="24507" y="69496"/>
                        <a:pt x="24507" y="73688"/>
                      </a:cubicBezTo>
                      <a:cubicBezTo>
                        <a:pt x="24507" y="76590"/>
                        <a:pt x="24830" y="79492"/>
                        <a:pt x="24830" y="82395"/>
                      </a:cubicBezTo>
                      <a:cubicBezTo>
                        <a:pt x="25152" y="85297"/>
                        <a:pt x="25152" y="88199"/>
                        <a:pt x="25152" y="91101"/>
                      </a:cubicBezTo>
                      <a:cubicBezTo>
                        <a:pt x="25797" y="93036"/>
                        <a:pt x="23862" y="94971"/>
                        <a:pt x="21605" y="94971"/>
                      </a:cubicBezTo>
                      <a:lnTo>
                        <a:pt x="21605" y="94971"/>
                      </a:lnTo>
                      <a:close/>
                      <a:moveTo>
                        <a:pt x="25475" y="34992"/>
                      </a:moveTo>
                      <a:cubicBezTo>
                        <a:pt x="24185" y="34992"/>
                        <a:pt x="22895" y="34348"/>
                        <a:pt x="21928" y="33057"/>
                      </a:cubicBezTo>
                      <a:cubicBezTo>
                        <a:pt x="19993" y="29833"/>
                        <a:pt x="18380" y="26286"/>
                        <a:pt x="17413" y="22416"/>
                      </a:cubicBezTo>
                      <a:cubicBezTo>
                        <a:pt x="16446" y="18869"/>
                        <a:pt x="16123" y="15645"/>
                        <a:pt x="16123" y="13065"/>
                      </a:cubicBezTo>
                      <a:cubicBezTo>
                        <a:pt x="16123" y="9195"/>
                        <a:pt x="17091" y="6938"/>
                        <a:pt x="17736" y="5003"/>
                      </a:cubicBezTo>
                      <a:cubicBezTo>
                        <a:pt x="18058" y="4358"/>
                        <a:pt x="18058" y="3713"/>
                        <a:pt x="18380" y="3068"/>
                      </a:cubicBezTo>
                      <a:cubicBezTo>
                        <a:pt x="19025" y="811"/>
                        <a:pt x="21283" y="-479"/>
                        <a:pt x="23217" y="166"/>
                      </a:cubicBezTo>
                      <a:cubicBezTo>
                        <a:pt x="25475" y="811"/>
                        <a:pt x="26442" y="3068"/>
                        <a:pt x="26120" y="5003"/>
                      </a:cubicBezTo>
                      <a:cubicBezTo>
                        <a:pt x="25797" y="5971"/>
                        <a:pt x="25475" y="6616"/>
                        <a:pt x="25152" y="7583"/>
                      </a:cubicBezTo>
                      <a:cubicBezTo>
                        <a:pt x="24507" y="9195"/>
                        <a:pt x="24185" y="10485"/>
                        <a:pt x="24185" y="12742"/>
                      </a:cubicBezTo>
                      <a:cubicBezTo>
                        <a:pt x="24185" y="14677"/>
                        <a:pt x="24507" y="17256"/>
                        <a:pt x="25152" y="20159"/>
                      </a:cubicBezTo>
                      <a:cubicBezTo>
                        <a:pt x="25797" y="23061"/>
                        <a:pt x="27087" y="25963"/>
                        <a:pt x="28699" y="28543"/>
                      </a:cubicBezTo>
                      <a:cubicBezTo>
                        <a:pt x="29989" y="30478"/>
                        <a:pt x="29344" y="33057"/>
                        <a:pt x="27410" y="34025"/>
                      </a:cubicBezTo>
                      <a:cubicBezTo>
                        <a:pt x="27087" y="34992"/>
                        <a:pt x="26120" y="34992"/>
                        <a:pt x="25475" y="3499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Freeform: Shape 180">
                  <a:extLst>
                    <a:ext uri="{FF2B5EF4-FFF2-40B4-BE49-F238E27FC236}">
                      <a16:creationId xmlns:a16="http://schemas.microsoft.com/office/drawing/2014/main" id="{A37B3811-DAFE-DC7C-B46D-2F1E36D09039}"/>
                    </a:ext>
                  </a:extLst>
                </p:cNvPr>
                <p:cNvSpPr/>
                <p:nvPr/>
              </p:nvSpPr>
              <p:spPr>
                <a:xfrm>
                  <a:off x="4920694" y="5405354"/>
                  <a:ext cx="32246" cy="32246"/>
                </a:xfrm>
                <a:custGeom>
                  <a:avLst/>
                  <a:gdLst>
                    <a:gd name="connsiteX0" fmla="*/ 20483 w 0"/>
                    <a:gd name="connsiteY0" fmla="*/ 25965 h 0"/>
                    <a:gd name="connsiteX1" fmla="*/ 19193 w 0"/>
                    <a:gd name="connsiteY1" fmla="*/ 25642 h 0"/>
                    <a:gd name="connsiteX2" fmla="*/ 6295 w 0"/>
                    <a:gd name="connsiteY2" fmla="*/ 20483 h 0"/>
                    <a:gd name="connsiteX3" fmla="*/ 4682 w 0"/>
                    <a:gd name="connsiteY3" fmla="*/ 19838 h 0"/>
                    <a:gd name="connsiteX4" fmla="*/ 4037 w 0"/>
                    <a:gd name="connsiteY4" fmla="*/ 18226 h 0"/>
                    <a:gd name="connsiteX5" fmla="*/ 168 w 0"/>
                    <a:gd name="connsiteY5" fmla="*/ 5327 h 0"/>
                    <a:gd name="connsiteX6" fmla="*/ 2747 w 0"/>
                    <a:gd name="connsiteY6" fmla="*/ 168 h 0"/>
                    <a:gd name="connsiteX7" fmla="*/ 7907 w 0"/>
                    <a:gd name="connsiteY7" fmla="*/ 2748 h 0"/>
                    <a:gd name="connsiteX8" fmla="*/ 11132 w 0"/>
                    <a:gd name="connsiteY8" fmla="*/ 13711 h 0"/>
                    <a:gd name="connsiteX9" fmla="*/ 21773 w 0"/>
                    <a:gd name="connsiteY9" fmla="*/ 17903 h 0"/>
                    <a:gd name="connsiteX10" fmla="*/ 24353 w 0"/>
                    <a:gd name="connsiteY10" fmla="*/ 23063 h 0"/>
                    <a:gd name="connsiteX11" fmla="*/ 20483 w 0"/>
                    <a:gd name="connsiteY11" fmla="*/ 2596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20483" y="25965"/>
                      </a:moveTo>
                      <a:cubicBezTo>
                        <a:pt x="20161" y="25965"/>
                        <a:pt x="19516" y="25965"/>
                        <a:pt x="19193" y="25642"/>
                      </a:cubicBezTo>
                      <a:cubicBezTo>
                        <a:pt x="15646" y="24353"/>
                        <a:pt x="11132" y="22740"/>
                        <a:pt x="6295" y="20483"/>
                      </a:cubicBezTo>
                      <a:lnTo>
                        <a:pt x="4682" y="19838"/>
                      </a:lnTo>
                      <a:lnTo>
                        <a:pt x="4037" y="18226"/>
                      </a:lnTo>
                      <a:cubicBezTo>
                        <a:pt x="2747" y="13711"/>
                        <a:pt x="1458" y="9519"/>
                        <a:pt x="168" y="5327"/>
                      </a:cubicBezTo>
                      <a:cubicBezTo>
                        <a:pt x="-477" y="3070"/>
                        <a:pt x="813" y="813"/>
                        <a:pt x="2747" y="168"/>
                      </a:cubicBezTo>
                      <a:cubicBezTo>
                        <a:pt x="5005" y="-477"/>
                        <a:pt x="7262" y="813"/>
                        <a:pt x="7907" y="2748"/>
                      </a:cubicBezTo>
                      <a:cubicBezTo>
                        <a:pt x="8874" y="6295"/>
                        <a:pt x="10164" y="9842"/>
                        <a:pt x="11132" y="13711"/>
                      </a:cubicBezTo>
                      <a:cubicBezTo>
                        <a:pt x="15001" y="15324"/>
                        <a:pt x="18548" y="16936"/>
                        <a:pt x="21773" y="17903"/>
                      </a:cubicBezTo>
                      <a:cubicBezTo>
                        <a:pt x="24030" y="18548"/>
                        <a:pt x="24998" y="20806"/>
                        <a:pt x="24353" y="23063"/>
                      </a:cubicBezTo>
                      <a:cubicBezTo>
                        <a:pt x="23708" y="24998"/>
                        <a:pt x="22095" y="25965"/>
                        <a:pt x="20483" y="2596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Freeform: Shape 181">
                  <a:extLst>
                    <a:ext uri="{FF2B5EF4-FFF2-40B4-BE49-F238E27FC236}">
                      <a16:creationId xmlns:a16="http://schemas.microsoft.com/office/drawing/2014/main" id="{ED8B7FF1-1AEB-6AD9-1A44-C0E30C472FD7}"/>
                    </a:ext>
                  </a:extLst>
                </p:cNvPr>
                <p:cNvSpPr/>
                <p:nvPr/>
              </p:nvSpPr>
              <p:spPr>
                <a:xfrm>
                  <a:off x="4973367" y="5114462"/>
                  <a:ext cx="644929" cy="515944"/>
                </a:xfrm>
                <a:custGeom>
                  <a:avLst/>
                  <a:gdLst>
                    <a:gd name="connsiteX0" fmla="*/ 293177 w 644929"/>
                    <a:gd name="connsiteY0" fmla="*/ 542582 h 515943"/>
                    <a:gd name="connsiteX1" fmla="*/ 289308 w 644929"/>
                    <a:gd name="connsiteY1" fmla="*/ 538712 h 515943"/>
                    <a:gd name="connsiteX2" fmla="*/ 293177 w 644929"/>
                    <a:gd name="connsiteY2" fmla="*/ 534521 h 515943"/>
                    <a:gd name="connsiteX3" fmla="*/ 308978 w 644929"/>
                    <a:gd name="connsiteY3" fmla="*/ 530974 h 515943"/>
                    <a:gd name="connsiteX4" fmla="*/ 319297 w 644929"/>
                    <a:gd name="connsiteY4" fmla="*/ 528716 h 515943"/>
                    <a:gd name="connsiteX5" fmla="*/ 323489 w 644929"/>
                    <a:gd name="connsiteY5" fmla="*/ 532908 h 515943"/>
                    <a:gd name="connsiteX6" fmla="*/ 319619 w 644929"/>
                    <a:gd name="connsiteY6" fmla="*/ 537100 h 515943"/>
                    <a:gd name="connsiteX7" fmla="*/ 312203 w 644929"/>
                    <a:gd name="connsiteY7" fmla="*/ 539035 h 515943"/>
                    <a:gd name="connsiteX8" fmla="*/ 293177 w 644929"/>
                    <a:gd name="connsiteY8" fmla="*/ 542582 h 515943"/>
                    <a:gd name="connsiteX9" fmla="*/ 293177 w 644929"/>
                    <a:gd name="connsiteY9" fmla="*/ 542582 h 515943"/>
                    <a:gd name="connsiteX10" fmla="*/ 250612 w 644929"/>
                    <a:gd name="connsiteY10" fmla="*/ 530651 h 515943"/>
                    <a:gd name="connsiteX11" fmla="*/ 240293 w 644929"/>
                    <a:gd name="connsiteY11" fmla="*/ 523557 h 515943"/>
                    <a:gd name="connsiteX12" fmla="*/ 235779 w 644929"/>
                    <a:gd name="connsiteY12" fmla="*/ 519042 h 515943"/>
                    <a:gd name="connsiteX13" fmla="*/ 235456 w 644929"/>
                    <a:gd name="connsiteY13" fmla="*/ 513238 h 515943"/>
                    <a:gd name="connsiteX14" fmla="*/ 241261 w 644929"/>
                    <a:gd name="connsiteY14" fmla="*/ 512915 h 515943"/>
                    <a:gd name="connsiteX15" fmla="*/ 246098 w 644929"/>
                    <a:gd name="connsiteY15" fmla="*/ 517752 h 515943"/>
                    <a:gd name="connsiteX16" fmla="*/ 250612 w 644929"/>
                    <a:gd name="connsiteY16" fmla="*/ 522267 h 515943"/>
                    <a:gd name="connsiteX17" fmla="*/ 261576 w 644929"/>
                    <a:gd name="connsiteY17" fmla="*/ 522267 h 515943"/>
                    <a:gd name="connsiteX18" fmla="*/ 265123 w 644929"/>
                    <a:gd name="connsiteY18" fmla="*/ 526781 h 515943"/>
                    <a:gd name="connsiteX19" fmla="*/ 260608 w 644929"/>
                    <a:gd name="connsiteY19" fmla="*/ 530329 h 515943"/>
                    <a:gd name="connsiteX20" fmla="*/ 255771 w 644929"/>
                    <a:gd name="connsiteY20" fmla="*/ 530006 h 515943"/>
                    <a:gd name="connsiteX21" fmla="*/ 252547 w 644929"/>
                    <a:gd name="connsiteY21" fmla="*/ 530329 h 515943"/>
                    <a:gd name="connsiteX22" fmla="*/ 250612 w 644929"/>
                    <a:gd name="connsiteY22" fmla="*/ 530651 h 515943"/>
                    <a:gd name="connsiteX23" fmla="*/ 362830 w 644929"/>
                    <a:gd name="connsiteY23" fmla="*/ 516462 h 515943"/>
                    <a:gd name="connsiteX24" fmla="*/ 359283 w 644929"/>
                    <a:gd name="connsiteY24" fmla="*/ 514528 h 515943"/>
                    <a:gd name="connsiteX25" fmla="*/ 357670 w 644929"/>
                    <a:gd name="connsiteY25" fmla="*/ 511948 h 515943"/>
                    <a:gd name="connsiteX26" fmla="*/ 352833 w 644929"/>
                    <a:gd name="connsiteY26" fmla="*/ 506789 h 515943"/>
                    <a:gd name="connsiteX27" fmla="*/ 350576 w 644929"/>
                    <a:gd name="connsiteY27" fmla="*/ 507433 h 515943"/>
                    <a:gd name="connsiteX28" fmla="*/ 345739 w 644929"/>
                    <a:gd name="connsiteY28" fmla="*/ 508401 h 515943"/>
                    <a:gd name="connsiteX29" fmla="*/ 344127 w 644929"/>
                    <a:gd name="connsiteY29" fmla="*/ 509691 h 515943"/>
                    <a:gd name="connsiteX30" fmla="*/ 338322 w 644929"/>
                    <a:gd name="connsiteY30" fmla="*/ 509369 h 515943"/>
                    <a:gd name="connsiteX31" fmla="*/ 338645 w 644929"/>
                    <a:gd name="connsiteY31" fmla="*/ 503564 h 515943"/>
                    <a:gd name="connsiteX32" fmla="*/ 345417 w 644929"/>
                    <a:gd name="connsiteY32" fmla="*/ 500339 h 515943"/>
                    <a:gd name="connsiteX33" fmla="*/ 347674 w 644929"/>
                    <a:gd name="connsiteY33" fmla="*/ 499694 h 515943"/>
                    <a:gd name="connsiteX34" fmla="*/ 352833 w 644929"/>
                    <a:gd name="connsiteY34" fmla="*/ 498727 h 515943"/>
                    <a:gd name="connsiteX35" fmla="*/ 364442 w 644929"/>
                    <a:gd name="connsiteY35" fmla="*/ 507756 h 515943"/>
                    <a:gd name="connsiteX36" fmla="*/ 365732 w 644929"/>
                    <a:gd name="connsiteY36" fmla="*/ 510013 h 515943"/>
                    <a:gd name="connsiteX37" fmla="*/ 364442 w 644929"/>
                    <a:gd name="connsiteY37" fmla="*/ 515495 h 515943"/>
                    <a:gd name="connsiteX38" fmla="*/ 362830 w 644929"/>
                    <a:gd name="connsiteY38" fmla="*/ 516462 h 515943"/>
                    <a:gd name="connsiteX39" fmla="*/ 419906 w 644929"/>
                    <a:gd name="connsiteY39" fmla="*/ 516140 h 515943"/>
                    <a:gd name="connsiteX40" fmla="*/ 418939 w 644929"/>
                    <a:gd name="connsiteY40" fmla="*/ 516140 h 515943"/>
                    <a:gd name="connsiteX41" fmla="*/ 410877 w 644929"/>
                    <a:gd name="connsiteY41" fmla="*/ 512271 h 515943"/>
                    <a:gd name="connsiteX42" fmla="*/ 401203 w 644929"/>
                    <a:gd name="connsiteY42" fmla="*/ 508723 h 515943"/>
                    <a:gd name="connsiteX43" fmla="*/ 399913 w 644929"/>
                    <a:gd name="connsiteY43" fmla="*/ 508723 h 515943"/>
                    <a:gd name="connsiteX44" fmla="*/ 395721 w 644929"/>
                    <a:gd name="connsiteY44" fmla="*/ 509046 h 515943"/>
                    <a:gd name="connsiteX45" fmla="*/ 390884 w 644929"/>
                    <a:gd name="connsiteY45" fmla="*/ 506144 h 515943"/>
                    <a:gd name="connsiteX46" fmla="*/ 393786 w 644929"/>
                    <a:gd name="connsiteY46" fmla="*/ 501307 h 515943"/>
                    <a:gd name="connsiteX47" fmla="*/ 401526 w 644929"/>
                    <a:gd name="connsiteY47" fmla="*/ 500662 h 515943"/>
                    <a:gd name="connsiteX48" fmla="*/ 415069 w 644929"/>
                    <a:gd name="connsiteY48" fmla="*/ 505499 h 515943"/>
                    <a:gd name="connsiteX49" fmla="*/ 420873 w 644929"/>
                    <a:gd name="connsiteY49" fmla="*/ 508401 h 515943"/>
                    <a:gd name="connsiteX50" fmla="*/ 423776 w 644929"/>
                    <a:gd name="connsiteY50" fmla="*/ 513238 h 515943"/>
                    <a:gd name="connsiteX51" fmla="*/ 419906 w 644929"/>
                    <a:gd name="connsiteY51" fmla="*/ 516140 h 515943"/>
                    <a:gd name="connsiteX52" fmla="*/ 450540 w 644929"/>
                    <a:gd name="connsiteY52" fmla="*/ 500017 h 515943"/>
                    <a:gd name="connsiteX53" fmla="*/ 448928 w 644929"/>
                    <a:gd name="connsiteY53" fmla="*/ 499694 h 515943"/>
                    <a:gd name="connsiteX54" fmla="*/ 446993 w 644929"/>
                    <a:gd name="connsiteY54" fmla="*/ 494213 h 515943"/>
                    <a:gd name="connsiteX55" fmla="*/ 467953 w 644929"/>
                    <a:gd name="connsiteY55" fmla="*/ 473575 h 515943"/>
                    <a:gd name="connsiteX56" fmla="*/ 472468 w 644929"/>
                    <a:gd name="connsiteY56" fmla="*/ 477122 h 515943"/>
                    <a:gd name="connsiteX57" fmla="*/ 468921 w 644929"/>
                    <a:gd name="connsiteY57" fmla="*/ 481637 h 515943"/>
                    <a:gd name="connsiteX58" fmla="*/ 454410 w 644929"/>
                    <a:gd name="connsiteY58" fmla="*/ 497437 h 515943"/>
                    <a:gd name="connsiteX59" fmla="*/ 450540 w 644929"/>
                    <a:gd name="connsiteY59" fmla="*/ 500017 h 515943"/>
                    <a:gd name="connsiteX60" fmla="*/ 209982 w 644929"/>
                    <a:gd name="connsiteY60" fmla="*/ 496792 h 515943"/>
                    <a:gd name="connsiteX61" fmla="*/ 206757 w 644929"/>
                    <a:gd name="connsiteY61" fmla="*/ 495180 h 515943"/>
                    <a:gd name="connsiteX62" fmla="*/ 205467 w 644929"/>
                    <a:gd name="connsiteY62" fmla="*/ 493568 h 515943"/>
                    <a:gd name="connsiteX63" fmla="*/ 187732 w 644929"/>
                    <a:gd name="connsiteY63" fmla="*/ 480346 h 515943"/>
                    <a:gd name="connsiteX64" fmla="*/ 185474 w 644929"/>
                    <a:gd name="connsiteY64" fmla="*/ 475187 h 515943"/>
                    <a:gd name="connsiteX65" fmla="*/ 190634 w 644929"/>
                    <a:gd name="connsiteY65" fmla="*/ 472930 h 515943"/>
                    <a:gd name="connsiteX66" fmla="*/ 211594 w 644929"/>
                    <a:gd name="connsiteY66" fmla="*/ 488730 h 515943"/>
                    <a:gd name="connsiteX67" fmla="*/ 212884 w 644929"/>
                    <a:gd name="connsiteY67" fmla="*/ 490343 h 515943"/>
                    <a:gd name="connsiteX68" fmla="*/ 212239 w 644929"/>
                    <a:gd name="connsiteY68" fmla="*/ 496147 h 515943"/>
                    <a:gd name="connsiteX69" fmla="*/ 209982 w 644929"/>
                    <a:gd name="connsiteY69" fmla="*/ 496792 h 515943"/>
                    <a:gd name="connsiteX70" fmla="*/ 152583 w 644929"/>
                    <a:gd name="connsiteY70" fmla="*/ 472607 h 515943"/>
                    <a:gd name="connsiteX71" fmla="*/ 151293 w 644929"/>
                    <a:gd name="connsiteY71" fmla="*/ 472285 h 515943"/>
                    <a:gd name="connsiteX72" fmla="*/ 126141 w 644929"/>
                    <a:gd name="connsiteY72" fmla="*/ 460676 h 515943"/>
                    <a:gd name="connsiteX73" fmla="*/ 124851 w 644929"/>
                    <a:gd name="connsiteY73" fmla="*/ 455194 h 515943"/>
                    <a:gd name="connsiteX74" fmla="*/ 130333 w 644929"/>
                    <a:gd name="connsiteY74" fmla="*/ 453905 h 515943"/>
                    <a:gd name="connsiteX75" fmla="*/ 153873 w 644929"/>
                    <a:gd name="connsiteY75" fmla="*/ 464868 h 515943"/>
                    <a:gd name="connsiteX76" fmla="*/ 156452 w 644929"/>
                    <a:gd name="connsiteY76" fmla="*/ 470028 h 515943"/>
                    <a:gd name="connsiteX77" fmla="*/ 152583 w 644929"/>
                    <a:gd name="connsiteY77" fmla="*/ 472607 h 515943"/>
                    <a:gd name="connsiteX78" fmla="*/ 495040 w 644929"/>
                    <a:gd name="connsiteY78" fmla="*/ 457774 h 515943"/>
                    <a:gd name="connsiteX79" fmla="*/ 493428 w 644929"/>
                    <a:gd name="connsiteY79" fmla="*/ 457452 h 515943"/>
                    <a:gd name="connsiteX80" fmla="*/ 491171 w 644929"/>
                    <a:gd name="connsiteY80" fmla="*/ 452292 h 515943"/>
                    <a:gd name="connsiteX81" fmla="*/ 493106 w 644929"/>
                    <a:gd name="connsiteY81" fmla="*/ 442296 h 515943"/>
                    <a:gd name="connsiteX82" fmla="*/ 492461 w 644929"/>
                    <a:gd name="connsiteY82" fmla="*/ 437458 h 515943"/>
                    <a:gd name="connsiteX83" fmla="*/ 488913 w 644929"/>
                    <a:gd name="connsiteY83" fmla="*/ 433589 h 515943"/>
                    <a:gd name="connsiteX84" fmla="*/ 487301 w 644929"/>
                    <a:gd name="connsiteY84" fmla="*/ 428107 h 515943"/>
                    <a:gd name="connsiteX85" fmla="*/ 492783 w 644929"/>
                    <a:gd name="connsiteY85" fmla="*/ 426495 h 515943"/>
                    <a:gd name="connsiteX86" fmla="*/ 500522 w 644929"/>
                    <a:gd name="connsiteY86" fmla="*/ 434879 h 515943"/>
                    <a:gd name="connsiteX87" fmla="*/ 501490 w 644929"/>
                    <a:gd name="connsiteY87" fmla="*/ 442296 h 515943"/>
                    <a:gd name="connsiteX88" fmla="*/ 498910 w 644929"/>
                    <a:gd name="connsiteY88" fmla="*/ 455516 h 515943"/>
                    <a:gd name="connsiteX89" fmla="*/ 495040 w 644929"/>
                    <a:gd name="connsiteY89" fmla="*/ 457774 h 515943"/>
                    <a:gd name="connsiteX90" fmla="*/ 100666 w 644929"/>
                    <a:gd name="connsiteY90" fmla="*/ 436814 h 515943"/>
                    <a:gd name="connsiteX91" fmla="*/ 98409 w 644929"/>
                    <a:gd name="connsiteY91" fmla="*/ 436169 h 515943"/>
                    <a:gd name="connsiteX92" fmla="*/ 91637 w 644929"/>
                    <a:gd name="connsiteY92" fmla="*/ 431977 h 515943"/>
                    <a:gd name="connsiteX93" fmla="*/ 75836 w 644929"/>
                    <a:gd name="connsiteY93" fmla="*/ 421013 h 515943"/>
                    <a:gd name="connsiteX94" fmla="*/ 75191 w 644929"/>
                    <a:gd name="connsiteY94" fmla="*/ 415208 h 515943"/>
                    <a:gd name="connsiteX95" fmla="*/ 80996 w 644929"/>
                    <a:gd name="connsiteY95" fmla="*/ 414564 h 515943"/>
                    <a:gd name="connsiteX96" fmla="*/ 95829 w 644929"/>
                    <a:gd name="connsiteY96" fmla="*/ 424882 h 515943"/>
                    <a:gd name="connsiteX97" fmla="*/ 102601 w 644929"/>
                    <a:gd name="connsiteY97" fmla="*/ 429075 h 515943"/>
                    <a:gd name="connsiteX98" fmla="*/ 103891 w 644929"/>
                    <a:gd name="connsiteY98" fmla="*/ 434556 h 515943"/>
                    <a:gd name="connsiteX99" fmla="*/ 100666 w 644929"/>
                    <a:gd name="connsiteY99" fmla="*/ 436814 h 515943"/>
                    <a:gd name="connsiteX100" fmla="*/ 456345 w 644929"/>
                    <a:gd name="connsiteY100" fmla="*/ 423593 h 515943"/>
                    <a:gd name="connsiteX101" fmla="*/ 452797 w 644929"/>
                    <a:gd name="connsiteY101" fmla="*/ 421658 h 515943"/>
                    <a:gd name="connsiteX102" fmla="*/ 450540 w 644929"/>
                    <a:gd name="connsiteY102" fmla="*/ 414241 h 515943"/>
                    <a:gd name="connsiteX103" fmla="*/ 463761 w 644929"/>
                    <a:gd name="connsiteY103" fmla="*/ 394571 h 515943"/>
                    <a:gd name="connsiteX104" fmla="*/ 469566 w 644929"/>
                    <a:gd name="connsiteY104" fmla="*/ 394571 h 515943"/>
                    <a:gd name="connsiteX105" fmla="*/ 469566 w 644929"/>
                    <a:gd name="connsiteY105" fmla="*/ 400375 h 515943"/>
                    <a:gd name="connsiteX106" fmla="*/ 458602 w 644929"/>
                    <a:gd name="connsiteY106" fmla="*/ 413919 h 515943"/>
                    <a:gd name="connsiteX107" fmla="*/ 459569 w 644929"/>
                    <a:gd name="connsiteY107" fmla="*/ 417466 h 515943"/>
                    <a:gd name="connsiteX108" fmla="*/ 458279 w 644929"/>
                    <a:gd name="connsiteY108" fmla="*/ 422948 h 515943"/>
                    <a:gd name="connsiteX109" fmla="*/ 456345 w 644929"/>
                    <a:gd name="connsiteY109" fmla="*/ 423593 h 515943"/>
                    <a:gd name="connsiteX110" fmla="*/ 53909 w 644929"/>
                    <a:gd name="connsiteY110" fmla="*/ 393926 h 515943"/>
                    <a:gd name="connsiteX111" fmla="*/ 50361 w 644929"/>
                    <a:gd name="connsiteY111" fmla="*/ 391991 h 515943"/>
                    <a:gd name="connsiteX112" fmla="*/ 45847 w 644929"/>
                    <a:gd name="connsiteY112" fmla="*/ 371031 h 515943"/>
                    <a:gd name="connsiteX113" fmla="*/ 44557 w 644929"/>
                    <a:gd name="connsiteY113" fmla="*/ 366194 h 515943"/>
                    <a:gd name="connsiteX114" fmla="*/ 46169 w 644929"/>
                    <a:gd name="connsiteY114" fmla="*/ 360712 h 515943"/>
                    <a:gd name="connsiteX115" fmla="*/ 51651 w 644929"/>
                    <a:gd name="connsiteY115" fmla="*/ 362324 h 515943"/>
                    <a:gd name="connsiteX116" fmla="*/ 53909 w 644929"/>
                    <a:gd name="connsiteY116" fmla="*/ 371031 h 515943"/>
                    <a:gd name="connsiteX117" fmla="*/ 57133 w 644929"/>
                    <a:gd name="connsiteY117" fmla="*/ 387799 h 515943"/>
                    <a:gd name="connsiteX118" fmla="*/ 55843 w 644929"/>
                    <a:gd name="connsiteY118" fmla="*/ 393281 h 515943"/>
                    <a:gd name="connsiteX119" fmla="*/ 53909 w 644929"/>
                    <a:gd name="connsiteY119" fmla="*/ 393926 h 515943"/>
                    <a:gd name="connsiteX120" fmla="*/ 476337 w 644929"/>
                    <a:gd name="connsiteY120" fmla="*/ 368451 h 515943"/>
                    <a:gd name="connsiteX121" fmla="*/ 472790 w 644929"/>
                    <a:gd name="connsiteY121" fmla="*/ 366194 h 515943"/>
                    <a:gd name="connsiteX122" fmla="*/ 472145 w 644929"/>
                    <a:gd name="connsiteY122" fmla="*/ 365227 h 515943"/>
                    <a:gd name="connsiteX123" fmla="*/ 466986 w 644929"/>
                    <a:gd name="connsiteY123" fmla="*/ 344911 h 515943"/>
                    <a:gd name="connsiteX124" fmla="*/ 468276 w 644929"/>
                    <a:gd name="connsiteY124" fmla="*/ 337172 h 515943"/>
                    <a:gd name="connsiteX125" fmla="*/ 473435 w 644929"/>
                    <a:gd name="connsiteY125" fmla="*/ 335237 h 515943"/>
                    <a:gd name="connsiteX126" fmla="*/ 475370 w 644929"/>
                    <a:gd name="connsiteY126" fmla="*/ 340397 h 515943"/>
                    <a:gd name="connsiteX127" fmla="*/ 474725 w 644929"/>
                    <a:gd name="connsiteY127" fmla="*/ 344911 h 515943"/>
                    <a:gd name="connsiteX128" fmla="*/ 478595 w 644929"/>
                    <a:gd name="connsiteY128" fmla="*/ 360712 h 515943"/>
                    <a:gd name="connsiteX129" fmla="*/ 479562 w 644929"/>
                    <a:gd name="connsiteY129" fmla="*/ 362647 h 515943"/>
                    <a:gd name="connsiteX130" fmla="*/ 477950 w 644929"/>
                    <a:gd name="connsiteY130" fmla="*/ 368129 h 515943"/>
                    <a:gd name="connsiteX131" fmla="*/ 476337 w 644929"/>
                    <a:gd name="connsiteY131" fmla="*/ 368451 h 515943"/>
                    <a:gd name="connsiteX132" fmla="*/ 25209 w 644929"/>
                    <a:gd name="connsiteY132" fmla="*/ 341686 h 515943"/>
                    <a:gd name="connsiteX133" fmla="*/ 23274 w 644929"/>
                    <a:gd name="connsiteY133" fmla="*/ 341364 h 515943"/>
                    <a:gd name="connsiteX134" fmla="*/ 12956 w 644929"/>
                    <a:gd name="connsiteY134" fmla="*/ 333625 h 515943"/>
                    <a:gd name="connsiteX135" fmla="*/ 2314 w 644929"/>
                    <a:gd name="connsiteY135" fmla="*/ 325241 h 515943"/>
                    <a:gd name="connsiteX136" fmla="*/ 379 w 644929"/>
                    <a:gd name="connsiteY136" fmla="*/ 319759 h 515943"/>
                    <a:gd name="connsiteX137" fmla="*/ 5861 w 644929"/>
                    <a:gd name="connsiteY137" fmla="*/ 317824 h 515943"/>
                    <a:gd name="connsiteX138" fmla="*/ 19082 w 644929"/>
                    <a:gd name="connsiteY138" fmla="*/ 328143 h 515943"/>
                    <a:gd name="connsiteX139" fmla="*/ 27144 w 644929"/>
                    <a:gd name="connsiteY139" fmla="*/ 334270 h 515943"/>
                    <a:gd name="connsiteX140" fmla="*/ 28756 w 644929"/>
                    <a:gd name="connsiteY140" fmla="*/ 339752 h 515943"/>
                    <a:gd name="connsiteX141" fmla="*/ 25209 w 644929"/>
                    <a:gd name="connsiteY141" fmla="*/ 341686 h 515943"/>
                    <a:gd name="connsiteX142" fmla="*/ 504714 w 644929"/>
                    <a:gd name="connsiteY142" fmla="*/ 326853 h 515943"/>
                    <a:gd name="connsiteX143" fmla="*/ 501812 w 644929"/>
                    <a:gd name="connsiteY143" fmla="*/ 325563 h 515943"/>
                    <a:gd name="connsiteX144" fmla="*/ 502135 w 644929"/>
                    <a:gd name="connsiteY144" fmla="*/ 319759 h 515943"/>
                    <a:gd name="connsiteX145" fmla="*/ 507616 w 644929"/>
                    <a:gd name="connsiteY145" fmla="*/ 312665 h 515943"/>
                    <a:gd name="connsiteX146" fmla="*/ 510196 w 644929"/>
                    <a:gd name="connsiteY146" fmla="*/ 304603 h 515943"/>
                    <a:gd name="connsiteX147" fmla="*/ 513098 w 644929"/>
                    <a:gd name="connsiteY147" fmla="*/ 296864 h 515943"/>
                    <a:gd name="connsiteX148" fmla="*/ 518580 w 644929"/>
                    <a:gd name="connsiteY148" fmla="*/ 295574 h 515943"/>
                    <a:gd name="connsiteX149" fmla="*/ 519870 w 644929"/>
                    <a:gd name="connsiteY149" fmla="*/ 301056 h 515943"/>
                    <a:gd name="connsiteX150" fmla="*/ 517935 w 644929"/>
                    <a:gd name="connsiteY150" fmla="*/ 306538 h 515943"/>
                    <a:gd name="connsiteX151" fmla="*/ 515033 w 644929"/>
                    <a:gd name="connsiteY151" fmla="*/ 315890 h 515943"/>
                    <a:gd name="connsiteX152" fmla="*/ 507616 w 644929"/>
                    <a:gd name="connsiteY152" fmla="*/ 325563 h 515943"/>
                    <a:gd name="connsiteX153" fmla="*/ 504714 w 644929"/>
                    <a:gd name="connsiteY153" fmla="*/ 326853 h 515943"/>
                    <a:gd name="connsiteX154" fmla="*/ 599841 w 644929"/>
                    <a:gd name="connsiteY154" fmla="*/ 322016 h 515943"/>
                    <a:gd name="connsiteX155" fmla="*/ 598551 w 644929"/>
                    <a:gd name="connsiteY155" fmla="*/ 321694 h 515943"/>
                    <a:gd name="connsiteX156" fmla="*/ 595972 w 644929"/>
                    <a:gd name="connsiteY156" fmla="*/ 316534 h 515943"/>
                    <a:gd name="connsiteX157" fmla="*/ 596617 w 644929"/>
                    <a:gd name="connsiteY157" fmla="*/ 313954 h 515943"/>
                    <a:gd name="connsiteX158" fmla="*/ 606613 w 644929"/>
                    <a:gd name="connsiteY158" fmla="*/ 290737 h 515943"/>
                    <a:gd name="connsiteX159" fmla="*/ 612417 w 644929"/>
                    <a:gd name="connsiteY159" fmla="*/ 290092 h 515943"/>
                    <a:gd name="connsiteX160" fmla="*/ 613062 w 644929"/>
                    <a:gd name="connsiteY160" fmla="*/ 295896 h 515943"/>
                    <a:gd name="connsiteX161" fmla="*/ 604356 w 644929"/>
                    <a:gd name="connsiteY161" fmla="*/ 316212 h 515943"/>
                    <a:gd name="connsiteX162" fmla="*/ 603389 w 644929"/>
                    <a:gd name="connsiteY162" fmla="*/ 319436 h 515943"/>
                    <a:gd name="connsiteX163" fmla="*/ 599841 w 644929"/>
                    <a:gd name="connsiteY163" fmla="*/ 322016 h 515943"/>
                    <a:gd name="connsiteX164" fmla="*/ 557276 w 644929"/>
                    <a:gd name="connsiteY164" fmla="*/ 304603 h 515943"/>
                    <a:gd name="connsiteX165" fmla="*/ 546957 w 644929"/>
                    <a:gd name="connsiteY165" fmla="*/ 302023 h 515943"/>
                    <a:gd name="connsiteX166" fmla="*/ 545022 w 644929"/>
                    <a:gd name="connsiteY166" fmla="*/ 296542 h 515943"/>
                    <a:gd name="connsiteX167" fmla="*/ 550504 w 644929"/>
                    <a:gd name="connsiteY167" fmla="*/ 294607 h 515943"/>
                    <a:gd name="connsiteX168" fmla="*/ 557276 w 644929"/>
                    <a:gd name="connsiteY168" fmla="*/ 296542 h 515943"/>
                    <a:gd name="connsiteX169" fmla="*/ 560178 w 644929"/>
                    <a:gd name="connsiteY169" fmla="*/ 295251 h 515943"/>
                    <a:gd name="connsiteX170" fmla="*/ 573722 w 644929"/>
                    <a:gd name="connsiteY170" fmla="*/ 291060 h 515943"/>
                    <a:gd name="connsiteX171" fmla="*/ 576624 w 644929"/>
                    <a:gd name="connsiteY171" fmla="*/ 295896 h 515943"/>
                    <a:gd name="connsiteX172" fmla="*/ 571787 w 644929"/>
                    <a:gd name="connsiteY172" fmla="*/ 298799 h 515943"/>
                    <a:gd name="connsiteX173" fmla="*/ 567272 w 644929"/>
                    <a:gd name="connsiteY173" fmla="*/ 298799 h 515943"/>
                    <a:gd name="connsiteX174" fmla="*/ 557276 w 644929"/>
                    <a:gd name="connsiteY174" fmla="*/ 304603 h 515943"/>
                    <a:gd name="connsiteX175" fmla="*/ 641117 w 644929"/>
                    <a:gd name="connsiteY175" fmla="*/ 277193 h 515943"/>
                    <a:gd name="connsiteX176" fmla="*/ 638215 w 644929"/>
                    <a:gd name="connsiteY176" fmla="*/ 275904 h 515943"/>
                    <a:gd name="connsiteX177" fmla="*/ 638537 w 644929"/>
                    <a:gd name="connsiteY177" fmla="*/ 270099 h 515943"/>
                    <a:gd name="connsiteX178" fmla="*/ 644664 w 644929"/>
                    <a:gd name="connsiteY178" fmla="*/ 262360 h 515943"/>
                    <a:gd name="connsiteX179" fmla="*/ 652403 w 644929"/>
                    <a:gd name="connsiteY179" fmla="*/ 249139 h 515943"/>
                    <a:gd name="connsiteX180" fmla="*/ 657885 w 644929"/>
                    <a:gd name="connsiteY180" fmla="*/ 247527 h 515943"/>
                    <a:gd name="connsiteX181" fmla="*/ 659497 w 644929"/>
                    <a:gd name="connsiteY181" fmla="*/ 253009 h 515943"/>
                    <a:gd name="connsiteX182" fmla="*/ 651436 w 644929"/>
                    <a:gd name="connsiteY182" fmla="*/ 266875 h 515943"/>
                    <a:gd name="connsiteX183" fmla="*/ 644019 w 644929"/>
                    <a:gd name="connsiteY183" fmla="*/ 276226 h 515943"/>
                    <a:gd name="connsiteX184" fmla="*/ 641117 w 644929"/>
                    <a:gd name="connsiteY184" fmla="*/ 277193 h 515943"/>
                    <a:gd name="connsiteX185" fmla="*/ 657885 w 644929"/>
                    <a:gd name="connsiteY185" fmla="*/ 221407 h 515943"/>
                    <a:gd name="connsiteX186" fmla="*/ 655628 w 644929"/>
                    <a:gd name="connsiteY186" fmla="*/ 220762 h 515943"/>
                    <a:gd name="connsiteX187" fmla="*/ 649501 w 644929"/>
                    <a:gd name="connsiteY187" fmla="*/ 218182 h 515943"/>
                    <a:gd name="connsiteX188" fmla="*/ 633378 w 644929"/>
                    <a:gd name="connsiteY188" fmla="*/ 204639 h 515943"/>
                    <a:gd name="connsiteX189" fmla="*/ 634668 w 644929"/>
                    <a:gd name="connsiteY189" fmla="*/ 199157 h 515943"/>
                    <a:gd name="connsiteX190" fmla="*/ 640149 w 644929"/>
                    <a:gd name="connsiteY190" fmla="*/ 200447 h 515943"/>
                    <a:gd name="connsiteX191" fmla="*/ 650791 w 644929"/>
                    <a:gd name="connsiteY191" fmla="*/ 210121 h 515943"/>
                    <a:gd name="connsiteX192" fmla="*/ 660142 w 644929"/>
                    <a:gd name="connsiteY192" fmla="*/ 213991 h 515943"/>
                    <a:gd name="connsiteX193" fmla="*/ 661110 w 644929"/>
                    <a:gd name="connsiteY193" fmla="*/ 219472 h 515943"/>
                    <a:gd name="connsiteX194" fmla="*/ 657885 w 644929"/>
                    <a:gd name="connsiteY194" fmla="*/ 221407 h 515943"/>
                    <a:gd name="connsiteX195" fmla="*/ 628218 w 644929"/>
                    <a:gd name="connsiteY195" fmla="*/ 170458 h 515943"/>
                    <a:gd name="connsiteX196" fmla="*/ 624349 w 644929"/>
                    <a:gd name="connsiteY196" fmla="*/ 167878 h 515943"/>
                    <a:gd name="connsiteX197" fmla="*/ 620802 w 644929"/>
                    <a:gd name="connsiteY197" fmla="*/ 163041 h 515943"/>
                    <a:gd name="connsiteX198" fmla="*/ 607903 w 644929"/>
                    <a:gd name="connsiteY198" fmla="*/ 158204 h 515943"/>
                    <a:gd name="connsiteX199" fmla="*/ 605001 w 644929"/>
                    <a:gd name="connsiteY199" fmla="*/ 157559 h 515943"/>
                    <a:gd name="connsiteX200" fmla="*/ 602099 w 644929"/>
                    <a:gd name="connsiteY200" fmla="*/ 152722 h 515943"/>
                    <a:gd name="connsiteX201" fmla="*/ 606936 w 644929"/>
                    <a:gd name="connsiteY201" fmla="*/ 149820 h 515943"/>
                    <a:gd name="connsiteX202" fmla="*/ 609838 w 644929"/>
                    <a:gd name="connsiteY202" fmla="*/ 150465 h 515943"/>
                    <a:gd name="connsiteX203" fmla="*/ 625316 w 644929"/>
                    <a:gd name="connsiteY203" fmla="*/ 156269 h 515943"/>
                    <a:gd name="connsiteX204" fmla="*/ 631765 w 644929"/>
                    <a:gd name="connsiteY204" fmla="*/ 164976 h 515943"/>
                    <a:gd name="connsiteX205" fmla="*/ 629508 w 644929"/>
                    <a:gd name="connsiteY205" fmla="*/ 170135 h 515943"/>
                    <a:gd name="connsiteX206" fmla="*/ 628218 w 644929"/>
                    <a:gd name="connsiteY206" fmla="*/ 170458 h 515943"/>
                    <a:gd name="connsiteX207" fmla="*/ 576624 w 644929"/>
                    <a:gd name="connsiteY207" fmla="*/ 136921 h 515943"/>
                    <a:gd name="connsiteX208" fmla="*/ 572754 w 644929"/>
                    <a:gd name="connsiteY208" fmla="*/ 133374 h 515943"/>
                    <a:gd name="connsiteX209" fmla="*/ 572754 w 644929"/>
                    <a:gd name="connsiteY209" fmla="*/ 132729 h 515943"/>
                    <a:gd name="connsiteX210" fmla="*/ 575334 w 644929"/>
                    <a:gd name="connsiteY210" fmla="*/ 119508 h 515943"/>
                    <a:gd name="connsiteX211" fmla="*/ 577591 w 644929"/>
                    <a:gd name="connsiteY211" fmla="*/ 108867 h 515943"/>
                    <a:gd name="connsiteX212" fmla="*/ 577591 w 644929"/>
                    <a:gd name="connsiteY212" fmla="*/ 108222 h 515943"/>
                    <a:gd name="connsiteX213" fmla="*/ 579849 w 644929"/>
                    <a:gd name="connsiteY213" fmla="*/ 103063 h 515943"/>
                    <a:gd name="connsiteX214" fmla="*/ 585008 w 644929"/>
                    <a:gd name="connsiteY214" fmla="*/ 105320 h 515943"/>
                    <a:gd name="connsiteX215" fmla="*/ 585653 w 644929"/>
                    <a:gd name="connsiteY215" fmla="*/ 108867 h 515943"/>
                    <a:gd name="connsiteX216" fmla="*/ 583396 w 644929"/>
                    <a:gd name="connsiteY216" fmla="*/ 121443 h 515943"/>
                    <a:gd name="connsiteX217" fmla="*/ 581138 w 644929"/>
                    <a:gd name="connsiteY217" fmla="*/ 132407 h 515943"/>
                    <a:gd name="connsiteX218" fmla="*/ 576624 w 644929"/>
                    <a:gd name="connsiteY218" fmla="*/ 136921 h 515943"/>
                    <a:gd name="connsiteX219" fmla="*/ 576624 w 644929"/>
                    <a:gd name="connsiteY219" fmla="*/ 136921 h 515943"/>
                    <a:gd name="connsiteX220" fmla="*/ 472790 w 644929"/>
                    <a:gd name="connsiteY220" fmla="*/ 128860 h 515943"/>
                    <a:gd name="connsiteX221" fmla="*/ 471178 w 644929"/>
                    <a:gd name="connsiteY221" fmla="*/ 128860 h 515943"/>
                    <a:gd name="connsiteX222" fmla="*/ 467308 w 644929"/>
                    <a:gd name="connsiteY222" fmla="*/ 124668 h 515943"/>
                    <a:gd name="connsiteX223" fmla="*/ 471500 w 644929"/>
                    <a:gd name="connsiteY223" fmla="*/ 120798 h 515943"/>
                    <a:gd name="connsiteX224" fmla="*/ 477305 w 644929"/>
                    <a:gd name="connsiteY224" fmla="*/ 120153 h 515943"/>
                    <a:gd name="connsiteX225" fmla="*/ 493428 w 644929"/>
                    <a:gd name="connsiteY225" fmla="*/ 112092 h 515943"/>
                    <a:gd name="connsiteX226" fmla="*/ 498910 w 644929"/>
                    <a:gd name="connsiteY226" fmla="*/ 113059 h 515943"/>
                    <a:gd name="connsiteX227" fmla="*/ 497943 w 644929"/>
                    <a:gd name="connsiteY227" fmla="*/ 118541 h 515943"/>
                    <a:gd name="connsiteX228" fmla="*/ 479240 w 644929"/>
                    <a:gd name="connsiteY228" fmla="*/ 127570 h 515943"/>
                    <a:gd name="connsiteX229" fmla="*/ 472790 w 644929"/>
                    <a:gd name="connsiteY229" fmla="*/ 128860 h 515943"/>
                    <a:gd name="connsiteX230" fmla="*/ 381533 w 644929"/>
                    <a:gd name="connsiteY230" fmla="*/ 121121 h 515943"/>
                    <a:gd name="connsiteX231" fmla="*/ 367989 w 644929"/>
                    <a:gd name="connsiteY231" fmla="*/ 120475 h 515943"/>
                    <a:gd name="connsiteX232" fmla="*/ 364442 w 644929"/>
                    <a:gd name="connsiteY232" fmla="*/ 115961 h 515943"/>
                    <a:gd name="connsiteX233" fmla="*/ 368957 w 644929"/>
                    <a:gd name="connsiteY233" fmla="*/ 112414 h 515943"/>
                    <a:gd name="connsiteX234" fmla="*/ 394109 w 644929"/>
                    <a:gd name="connsiteY234" fmla="*/ 111769 h 515943"/>
                    <a:gd name="connsiteX235" fmla="*/ 398946 w 644929"/>
                    <a:gd name="connsiteY235" fmla="*/ 114671 h 515943"/>
                    <a:gd name="connsiteX236" fmla="*/ 396044 w 644929"/>
                    <a:gd name="connsiteY236" fmla="*/ 119508 h 515943"/>
                    <a:gd name="connsiteX237" fmla="*/ 381533 w 644929"/>
                    <a:gd name="connsiteY237" fmla="*/ 121121 h 515943"/>
                    <a:gd name="connsiteX238" fmla="*/ 442479 w 644929"/>
                    <a:gd name="connsiteY238" fmla="*/ 106932 h 515943"/>
                    <a:gd name="connsiteX239" fmla="*/ 439576 w 644929"/>
                    <a:gd name="connsiteY239" fmla="*/ 105642 h 515943"/>
                    <a:gd name="connsiteX240" fmla="*/ 434095 w 644929"/>
                    <a:gd name="connsiteY240" fmla="*/ 100483 h 515943"/>
                    <a:gd name="connsiteX241" fmla="*/ 429258 w 644929"/>
                    <a:gd name="connsiteY241" fmla="*/ 100161 h 515943"/>
                    <a:gd name="connsiteX242" fmla="*/ 417971 w 644929"/>
                    <a:gd name="connsiteY242" fmla="*/ 99193 h 515943"/>
                    <a:gd name="connsiteX243" fmla="*/ 414102 w 644929"/>
                    <a:gd name="connsiteY243" fmla="*/ 95001 h 515943"/>
                    <a:gd name="connsiteX244" fmla="*/ 418294 w 644929"/>
                    <a:gd name="connsiteY244" fmla="*/ 91132 h 515943"/>
                    <a:gd name="connsiteX245" fmla="*/ 429902 w 644929"/>
                    <a:gd name="connsiteY245" fmla="*/ 92099 h 515943"/>
                    <a:gd name="connsiteX246" fmla="*/ 434417 w 644929"/>
                    <a:gd name="connsiteY246" fmla="*/ 92421 h 515943"/>
                    <a:gd name="connsiteX247" fmla="*/ 445381 w 644929"/>
                    <a:gd name="connsiteY247" fmla="*/ 100161 h 515943"/>
                    <a:gd name="connsiteX248" fmla="*/ 445058 w 644929"/>
                    <a:gd name="connsiteY248" fmla="*/ 105965 h 515943"/>
                    <a:gd name="connsiteX249" fmla="*/ 442479 w 644929"/>
                    <a:gd name="connsiteY249" fmla="*/ 106932 h 515943"/>
                    <a:gd name="connsiteX250" fmla="*/ 545990 w 644929"/>
                    <a:gd name="connsiteY250" fmla="*/ 98870 h 515943"/>
                    <a:gd name="connsiteX251" fmla="*/ 544055 w 644929"/>
                    <a:gd name="connsiteY251" fmla="*/ 98226 h 515943"/>
                    <a:gd name="connsiteX252" fmla="*/ 536961 w 644929"/>
                    <a:gd name="connsiteY252" fmla="*/ 92099 h 515943"/>
                    <a:gd name="connsiteX253" fmla="*/ 535026 w 644929"/>
                    <a:gd name="connsiteY253" fmla="*/ 90164 h 515943"/>
                    <a:gd name="connsiteX254" fmla="*/ 532124 w 644929"/>
                    <a:gd name="connsiteY254" fmla="*/ 92099 h 515943"/>
                    <a:gd name="connsiteX255" fmla="*/ 527287 w 644929"/>
                    <a:gd name="connsiteY255" fmla="*/ 95968 h 515943"/>
                    <a:gd name="connsiteX256" fmla="*/ 521805 w 644929"/>
                    <a:gd name="connsiteY256" fmla="*/ 94679 h 515943"/>
                    <a:gd name="connsiteX257" fmla="*/ 523095 w 644929"/>
                    <a:gd name="connsiteY257" fmla="*/ 89196 h 515943"/>
                    <a:gd name="connsiteX258" fmla="*/ 527287 w 644929"/>
                    <a:gd name="connsiteY258" fmla="*/ 86294 h 515943"/>
                    <a:gd name="connsiteX259" fmla="*/ 535671 w 644929"/>
                    <a:gd name="connsiteY259" fmla="*/ 82425 h 515943"/>
                    <a:gd name="connsiteX260" fmla="*/ 543410 w 644929"/>
                    <a:gd name="connsiteY260" fmla="*/ 87262 h 515943"/>
                    <a:gd name="connsiteX261" fmla="*/ 548569 w 644929"/>
                    <a:gd name="connsiteY261" fmla="*/ 92099 h 515943"/>
                    <a:gd name="connsiteX262" fmla="*/ 549859 w 644929"/>
                    <a:gd name="connsiteY262" fmla="*/ 97581 h 515943"/>
                    <a:gd name="connsiteX263" fmla="*/ 545990 w 644929"/>
                    <a:gd name="connsiteY263" fmla="*/ 98870 h 515943"/>
                    <a:gd name="connsiteX264" fmla="*/ 365732 w 644929"/>
                    <a:gd name="connsiteY264" fmla="*/ 89519 h 515943"/>
                    <a:gd name="connsiteX265" fmla="*/ 365410 w 644929"/>
                    <a:gd name="connsiteY265" fmla="*/ 89519 h 515943"/>
                    <a:gd name="connsiteX266" fmla="*/ 361862 w 644929"/>
                    <a:gd name="connsiteY266" fmla="*/ 85005 h 515943"/>
                    <a:gd name="connsiteX267" fmla="*/ 361862 w 644929"/>
                    <a:gd name="connsiteY267" fmla="*/ 83714 h 515943"/>
                    <a:gd name="connsiteX268" fmla="*/ 355091 w 644929"/>
                    <a:gd name="connsiteY268" fmla="*/ 63400 h 515943"/>
                    <a:gd name="connsiteX269" fmla="*/ 354446 w 644929"/>
                    <a:gd name="connsiteY269" fmla="*/ 61787 h 515943"/>
                    <a:gd name="connsiteX270" fmla="*/ 356703 w 644929"/>
                    <a:gd name="connsiteY270" fmla="*/ 56628 h 515943"/>
                    <a:gd name="connsiteX271" fmla="*/ 361862 w 644929"/>
                    <a:gd name="connsiteY271" fmla="*/ 58885 h 515943"/>
                    <a:gd name="connsiteX272" fmla="*/ 362507 w 644929"/>
                    <a:gd name="connsiteY272" fmla="*/ 60175 h 515943"/>
                    <a:gd name="connsiteX273" fmla="*/ 370247 w 644929"/>
                    <a:gd name="connsiteY273" fmla="*/ 83714 h 515943"/>
                    <a:gd name="connsiteX274" fmla="*/ 370247 w 644929"/>
                    <a:gd name="connsiteY274" fmla="*/ 85972 h 515943"/>
                    <a:gd name="connsiteX275" fmla="*/ 365732 w 644929"/>
                    <a:gd name="connsiteY275" fmla="*/ 89519 h 515943"/>
                    <a:gd name="connsiteX276" fmla="*/ 434417 w 644929"/>
                    <a:gd name="connsiteY276" fmla="*/ 67914 h 515943"/>
                    <a:gd name="connsiteX277" fmla="*/ 432482 w 644929"/>
                    <a:gd name="connsiteY277" fmla="*/ 67591 h 515943"/>
                    <a:gd name="connsiteX278" fmla="*/ 419261 w 644929"/>
                    <a:gd name="connsiteY278" fmla="*/ 66624 h 515943"/>
                    <a:gd name="connsiteX279" fmla="*/ 418294 w 644929"/>
                    <a:gd name="connsiteY279" fmla="*/ 66624 h 515943"/>
                    <a:gd name="connsiteX280" fmla="*/ 414102 w 644929"/>
                    <a:gd name="connsiteY280" fmla="*/ 62754 h 515943"/>
                    <a:gd name="connsiteX281" fmla="*/ 417971 w 644929"/>
                    <a:gd name="connsiteY281" fmla="*/ 58562 h 515943"/>
                    <a:gd name="connsiteX282" fmla="*/ 418939 w 644929"/>
                    <a:gd name="connsiteY282" fmla="*/ 58562 h 515943"/>
                    <a:gd name="connsiteX283" fmla="*/ 433450 w 644929"/>
                    <a:gd name="connsiteY283" fmla="*/ 59530 h 515943"/>
                    <a:gd name="connsiteX284" fmla="*/ 433450 w 644929"/>
                    <a:gd name="connsiteY284" fmla="*/ 58885 h 515943"/>
                    <a:gd name="connsiteX285" fmla="*/ 433127 w 644929"/>
                    <a:gd name="connsiteY285" fmla="*/ 55338 h 515943"/>
                    <a:gd name="connsiteX286" fmla="*/ 436674 w 644929"/>
                    <a:gd name="connsiteY286" fmla="*/ 50823 h 515943"/>
                    <a:gd name="connsiteX287" fmla="*/ 441189 w 644929"/>
                    <a:gd name="connsiteY287" fmla="*/ 54371 h 515943"/>
                    <a:gd name="connsiteX288" fmla="*/ 441511 w 644929"/>
                    <a:gd name="connsiteY288" fmla="*/ 58562 h 515943"/>
                    <a:gd name="connsiteX289" fmla="*/ 434417 w 644929"/>
                    <a:gd name="connsiteY289" fmla="*/ 67914 h 515943"/>
                    <a:gd name="connsiteX290" fmla="*/ 383145 w 644929"/>
                    <a:gd name="connsiteY290" fmla="*/ 58562 h 515943"/>
                    <a:gd name="connsiteX291" fmla="*/ 380243 w 644929"/>
                    <a:gd name="connsiteY291" fmla="*/ 57273 h 515943"/>
                    <a:gd name="connsiteX292" fmla="*/ 378308 w 644929"/>
                    <a:gd name="connsiteY292" fmla="*/ 55338 h 515943"/>
                    <a:gd name="connsiteX293" fmla="*/ 371536 w 644929"/>
                    <a:gd name="connsiteY293" fmla="*/ 47921 h 515943"/>
                    <a:gd name="connsiteX294" fmla="*/ 362507 w 644929"/>
                    <a:gd name="connsiteY294" fmla="*/ 37925 h 515943"/>
                    <a:gd name="connsiteX295" fmla="*/ 362185 w 644929"/>
                    <a:gd name="connsiteY295" fmla="*/ 32120 h 515943"/>
                    <a:gd name="connsiteX296" fmla="*/ 367989 w 644929"/>
                    <a:gd name="connsiteY296" fmla="*/ 31798 h 515943"/>
                    <a:gd name="connsiteX297" fmla="*/ 377986 w 644929"/>
                    <a:gd name="connsiteY297" fmla="*/ 42762 h 515943"/>
                    <a:gd name="connsiteX298" fmla="*/ 383790 w 644929"/>
                    <a:gd name="connsiteY298" fmla="*/ 49211 h 515943"/>
                    <a:gd name="connsiteX299" fmla="*/ 386370 w 644929"/>
                    <a:gd name="connsiteY299" fmla="*/ 51791 h 515943"/>
                    <a:gd name="connsiteX300" fmla="*/ 386047 w 644929"/>
                    <a:gd name="connsiteY300" fmla="*/ 57595 h 515943"/>
                    <a:gd name="connsiteX301" fmla="*/ 383145 w 644929"/>
                    <a:gd name="connsiteY301" fmla="*/ 58562 h 515943"/>
                    <a:gd name="connsiteX302" fmla="*/ 455377 w 644929"/>
                    <a:gd name="connsiteY302" fmla="*/ 29863 h 515943"/>
                    <a:gd name="connsiteX303" fmla="*/ 454410 w 644929"/>
                    <a:gd name="connsiteY303" fmla="*/ 29863 h 515943"/>
                    <a:gd name="connsiteX304" fmla="*/ 451508 w 644929"/>
                    <a:gd name="connsiteY304" fmla="*/ 25026 h 515943"/>
                    <a:gd name="connsiteX305" fmla="*/ 451830 w 644929"/>
                    <a:gd name="connsiteY305" fmla="*/ 23091 h 515943"/>
                    <a:gd name="connsiteX306" fmla="*/ 448928 w 644929"/>
                    <a:gd name="connsiteY306" fmla="*/ 20512 h 515943"/>
                    <a:gd name="connsiteX307" fmla="*/ 442156 w 644929"/>
                    <a:gd name="connsiteY307" fmla="*/ 20512 h 515943"/>
                    <a:gd name="connsiteX308" fmla="*/ 436997 w 644929"/>
                    <a:gd name="connsiteY308" fmla="*/ 20512 h 515943"/>
                    <a:gd name="connsiteX309" fmla="*/ 435707 w 644929"/>
                    <a:gd name="connsiteY309" fmla="*/ 20512 h 515943"/>
                    <a:gd name="connsiteX310" fmla="*/ 431837 w 644929"/>
                    <a:gd name="connsiteY310" fmla="*/ 16319 h 515943"/>
                    <a:gd name="connsiteX311" fmla="*/ 436029 w 644929"/>
                    <a:gd name="connsiteY311" fmla="*/ 12450 h 515943"/>
                    <a:gd name="connsiteX312" fmla="*/ 436029 w 644929"/>
                    <a:gd name="connsiteY312" fmla="*/ 12450 h 515943"/>
                    <a:gd name="connsiteX313" fmla="*/ 437319 w 644929"/>
                    <a:gd name="connsiteY313" fmla="*/ 12450 h 515943"/>
                    <a:gd name="connsiteX314" fmla="*/ 442479 w 644929"/>
                    <a:gd name="connsiteY314" fmla="*/ 12450 h 515943"/>
                    <a:gd name="connsiteX315" fmla="*/ 449250 w 644929"/>
                    <a:gd name="connsiteY315" fmla="*/ 12450 h 515943"/>
                    <a:gd name="connsiteX316" fmla="*/ 460214 w 644929"/>
                    <a:gd name="connsiteY316" fmla="*/ 23091 h 515943"/>
                    <a:gd name="connsiteX317" fmla="*/ 459892 w 644929"/>
                    <a:gd name="connsiteY317" fmla="*/ 26639 h 515943"/>
                    <a:gd name="connsiteX318" fmla="*/ 455377 w 644929"/>
                    <a:gd name="connsiteY318" fmla="*/ 29863 h 515943"/>
                    <a:gd name="connsiteX319" fmla="*/ 377018 w 644929"/>
                    <a:gd name="connsiteY319" fmla="*/ 18577 h 515943"/>
                    <a:gd name="connsiteX320" fmla="*/ 373149 w 644929"/>
                    <a:gd name="connsiteY320" fmla="*/ 15030 h 515943"/>
                    <a:gd name="connsiteX321" fmla="*/ 376696 w 644929"/>
                    <a:gd name="connsiteY321" fmla="*/ 10515 h 515943"/>
                    <a:gd name="connsiteX322" fmla="*/ 391852 w 644929"/>
                    <a:gd name="connsiteY322" fmla="*/ 2776 h 515943"/>
                    <a:gd name="connsiteX323" fmla="*/ 401203 w 644929"/>
                    <a:gd name="connsiteY323" fmla="*/ 196 h 515943"/>
                    <a:gd name="connsiteX324" fmla="*/ 404750 w 644929"/>
                    <a:gd name="connsiteY324" fmla="*/ 4711 h 515943"/>
                    <a:gd name="connsiteX325" fmla="*/ 400236 w 644929"/>
                    <a:gd name="connsiteY325" fmla="*/ 8258 h 515943"/>
                    <a:gd name="connsiteX326" fmla="*/ 397656 w 644929"/>
                    <a:gd name="connsiteY326" fmla="*/ 8580 h 515943"/>
                    <a:gd name="connsiteX327" fmla="*/ 377341 w 644929"/>
                    <a:gd name="connsiteY327" fmla="*/ 18577 h 515943"/>
                    <a:gd name="connsiteX328" fmla="*/ 377018 w 644929"/>
                    <a:gd name="connsiteY328" fmla="*/ 18577 h 515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</a:cxnLst>
                  <a:rect l="l" t="t" r="r" b="b"/>
                  <a:pathLst>
                    <a:path w="644929" h="515943">
                      <a:moveTo>
                        <a:pt x="293177" y="542582"/>
                      </a:moveTo>
                      <a:cubicBezTo>
                        <a:pt x="290920" y="542582"/>
                        <a:pt x="289308" y="540970"/>
                        <a:pt x="289308" y="538712"/>
                      </a:cubicBezTo>
                      <a:cubicBezTo>
                        <a:pt x="289308" y="536455"/>
                        <a:pt x="290920" y="534521"/>
                        <a:pt x="293177" y="534521"/>
                      </a:cubicBezTo>
                      <a:cubicBezTo>
                        <a:pt x="300594" y="534198"/>
                        <a:pt x="305109" y="532586"/>
                        <a:pt x="308978" y="530974"/>
                      </a:cubicBezTo>
                      <a:cubicBezTo>
                        <a:pt x="312203" y="529683"/>
                        <a:pt x="315428" y="528716"/>
                        <a:pt x="319297" y="528716"/>
                      </a:cubicBezTo>
                      <a:cubicBezTo>
                        <a:pt x="321554" y="528716"/>
                        <a:pt x="323489" y="530651"/>
                        <a:pt x="323489" y="532908"/>
                      </a:cubicBezTo>
                      <a:cubicBezTo>
                        <a:pt x="323489" y="535165"/>
                        <a:pt x="321877" y="537100"/>
                        <a:pt x="319619" y="537100"/>
                      </a:cubicBezTo>
                      <a:cubicBezTo>
                        <a:pt x="317040" y="537100"/>
                        <a:pt x="315105" y="537745"/>
                        <a:pt x="312203" y="539035"/>
                      </a:cubicBezTo>
                      <a:cubicBezTo>
                        <a:pt x="307366" y="540325"/>
                        <a:pt x="302206" y="542260"/>
                        <a:pt x="293177" y="542582"/>
                      </a:cubicBezTo>
                      <a:cubicBezTo>
                        <a:pt x="293177" y="542582"/>
                        <a:pt x="293177" y="542582"/>
                        <a:pt x="293177" y="542582"/>
                      </a:cubicBezTo>
                      <a:close/>
                      <a:moveTo>
                        <a:pt x="250612" y="530651"/>
                      </a:moveTo>
                      <a:cubicBezTo>
                        <a:pt x="247065" y="530651"/>
                        <a:pt x="243840" y="527426"/>
                        <a:pt x="240293" y="523557"/>
                      </a:cubicBezTo>
                      <a:cubicBezTo>
                        <a:pt x="239003" y="521945"/>
                        <a:pt x="237391" y="520332"/>
                        <a:pt x="235779" y="519042"/>
                      </a:cubicBezTo>
                      <a:cubicBezTo>
                        <a:pt x="234166" y="517430"/>
                        <a:pt x="234166" y="514850"/>
                        <a:pt x="235456" y="513238"/>
                      </a:cubicBezTo>
                      <a:cubicBezTo>
                        <a:pt x="237069" y="511626"/>
                        <a:pt x="239648" y="511626"/>
                        <a:pt x="241261" y="512915"/>
                      </a:cubicBezTo>
                      <a:cubicBezTo>
                        <a:pt x="242873" y="514528"/>
                        <a:pt x="244485" y="516140"/>
                        <a:pt x="246098" y="517752"/>
                      </a:cubicBezTo>
                      <a:cubicBezTo>
                        <a:pt x="247710" y="519365"/>
                        <a:pt x="249645" y="521622"/>
                        <a:pt x="250612" y="522267"/>
                      </a:cubicBezTo>
                      <a:cubicBezTo>
                        <a:pt x="253192" y="521622"/>
                        <a:pt x="257384" y="521622"/>
                        <a:pt x="261576" y="522267"/>
                      </a:cubicBezTo>
                      <a:cubicBezTo>
                        <a:pt x="263833" y="522589"/>
                        <a:pt x="265446" y="524524"/>
                        <a:pt x="265123" y="526781"/>
                      </a:cubicBezTo>
                      <a:cubicBezTo>
                        <a:pt x="264801" y="529038"/>
                        <a:pt x="262866" y="530651"/>
                        <a:pt x="260608" y="530329"/>
                      </a:cubicBezTo>
                      <a:cubicBezTo>
                        <a:pt x="258996" y="530006"/>
                        <a:pt x="257384" y="530006"/>
                        <a:pt x="255771" y="530006"/>
                      </a:cubicBezTo>
                      <a:cubicBezTo>
                        <a:pt x="253514" y="530006"/>
                        <a:pt x="252547" y="530329"/>
                        <a:pt x="252547" y="530329"/>
                      </a:cubicBezTo>
                      <a:cubicBezTo>
                        <a:pt x="251902" y="530651"/>
                        <a:pt x="251257" y="530651"/>
                        <a:pt x="250612" y="530651"/>
                      </a:cubicBezTo>
                      <a:close/>
                      <a:moveTo>
                        <a:pt x="362830" y="516462"/>
                      </a:moveTo>
                      <a:cubicBezTo>
                        <a:pt x="361540" y="516462"/>
                        <a:pt x="360250" y="515818"/>
                        <a:pt x="359283" y="514528"/>
                      </a:cubicBezTo>
                      <a:cubicBezTo>
                        <a:pt x="358638" y="513883"/>
                        <a:pt x="358315" y="512915"/>
                        <a:pt x="357670" y="511948"/>
                      </a:cubicBezTo>
                      <a:cubicBezTo>
                        <a:pt x="355736" y="508723"/>
                        <a:pt x="354123" y="506789"/>
                        <a:pt x="352833" y="506789"/>
                      </a:cubicBezTo>
                      <a:cubicBezTo>
                        <a:pt x="352188" y="506789"/>
                        <a:pt x="351221" y="507111"/>
                        <a:pt x="350576" y="507433"/>
                      </a:cubicBezTo>
                      <a:cubicBezTo>
                        <a:pt x="349286" y="507756"/>
                        <a:pt x="347674" y="508401"/>
                        <a:pt x="345739" y="508401"/>
                      </a:cubicBezTo>
                      <a:cubicBezTo>
                        <a:pt x="345739" y="508401"/>
                        <a:pt x="345417" y="508723"/>
                        <a:pt x="344127" y="509691"/>
                      </a:cubicBezTo>
                      <a:cubicBezTo>
                        <a:pt x="342515" y="511303"/>
                        <a:pt x="339935" y="510980"/>
                        <a:pt x="338322" y="509369"/>
                      </a:cubicBezTo>
                      <a:cubicBezTo>
                        <a:pt x="336710" y="507756"/>
                        <a:pt x="337033" y="505176"/>
                        <a:pt x="338645" y="503564"/>
                      </a:cubicBezTo>
                      <a:cubicBezTo>
                        <a:pt x="341225" y="501307"/>
                        <a:pt x="343160" y="500339"/>
                        <a:pt x="345417" y="500339"/>
                      </a:cubicBezTo>
                      <a:cubicBezTo>
                        <a:pt x="346062" y="500339"/>
                        <a:pt x="347029" y="500017"/>
                        <a:pt x="347674" y="499694"/>
                      </a:cubicBezTo>
                      <a:cubicBezTo>
                        <a:pt x="348964" y="499372"/>
                        <a:pt x="350899" y="498727"/>
                        <a:pt x="352833" y="498727"/>
                      </a:cubicBezTo>
                      <a:cubicBezTo>
                        <a:pt x="358638" y="498727"/>
                        <a:pt x="362185" y="503886"/>
                        <a:pt x="364442" y="507756"/>
                      </a:cubicBezTo>
                      <a:cubicBezTo>
                        <a:pt x="365087" y="508723"/>
                        <a:pt x="365410" y="509369"/>
                        <a:pt x="365732" y="510013"/>
                      </a:cubicBezTo>
                      <a:cubicBezTo>
                        <a:pt x="367022" y="511948"/>
                        <a:pt x="366377" y="514528"/>
                        <a:pt x="364442" y="515495"/>
                      </a:cubicBezTo>
                      <a:cubicBezTo>
                        <a:pt x="364442" y="516462"/>
                        <a:pt x="363475" y="516462"/>
                        <a:pt x="362830" y="516462"/>
                      </a:cubicBezTo>
                      <a:close/>
                      <a:moveTo>
                        <a:pt x="419906" y="516140"/>
                      </a:moveTo>
                      <a:cubicBezTo>
                        <a:pt x="419584" y="516140"/>
                        <a:pt x="419261" y="516140"/>
                        <a:pt x="418939" y="516140"/>
                      </a:cubicBezTo>
                      <a:cubicBezTo>
                        <a:pt x="415714" y="515173"/>
                        <a:pt x="413134" y="513883"/>
                        <a:pt x="410877" y="512271"/>
                      </a:cubicBezTo>
                      <a:cubicBezTo>
                        <a:pt x="407975" y="510336"/>
                        <a:pt x="405395" y="508723"/>
                        <a:pt x="401203" y="508723"/>
                      </a:cubicBezTo>
                      <a:lnTo>
                        <a:pt x="399913" y="508723"/>
                      </a:lnTo>
                      <a:cubicBezTo>
                        <a:pt x="398301" y="508723"/>
                        <a:pt x="397011" y="508723"/>
                        <a:pt x="395721" y="509046"/>
                      </a:cubicBezTo>
                      <a:cubicBezTo>
                        <a:pt x="393464" y="509691"/>
                        <a:pt x="391207" y="508401"/>
                        <a:pt x="390884" y="506144"/>
                      </a:cubicBezTo>
                      <a:cubicBezTo>
                        <a:pt x="390239" y="503886"/>
                        <a:pt x="391529" y="501629"/>
                        <a:pt x="393786" y="501307"/>
                      </a:cubicBezTo>
                      <a:cubicBezTo>
                        <a:pt x="396044" y="500662"/>
                        <a:pt x="398623" y="500339"/>
                        <a:pt x="401526" y="500662"/>
                      </a:cubicBezTo>
                      <a:cubicBezTo>
                        <a:pt x="407652" y="500984"/>
                        <a:pt x="411844" y="503564"/>
                        <a:pt x="415069" y="505499"/>
                      </a:cubicBezTo>
                      <a:cubicBezTo>
                        <a:pt x="417004" y="506789"/>
                        <a:pt x="418616" y="507756"/>
                        <a:pt x="420873" y="508401"/>
                      </a:cubicBezTo>
                      <a:cubicBezTo>
                        <a:pt x="423131" y="509046"/>
                        <a:pt x="424420" y="511303"/>
                        <a:pt x="423776" y="513238"/>
                      </a:cubicBezTo>
                      <a:cubicBezTo>
                        <a:pt x="423453" y="514850"/>
                        <a:pt x="421841" y="516140"/>
                        <a:pt x="419906" y="516140"/>
                      </a:cubicBezTo>
                      <a:close/>
                      <a:moveTo>
                        <a:pt x="450540" y="500017"/>
                      </a:moveTo>
                      <a:cubicBezTo>
                        <a:pt x="449895" y="500017"/>
                        <a:pt x="449573" y="500017"/>
                        <a:pt x="448928" y="499694"/>
                      </a:cubicBezTo>
                      <a:cubicBezTo>
                        <a:pt x="446993" y="498727"/>
                        <a:pt x="446026" y="496470"/>
                        <a:pt x="446993" y="494213"/>
                      </a:cubicBezTo>
                      <a:cubicBezTo>
                        <a:pt x="452152" y="482604"/>
                        <a:pt x="457957" y="474865"/>
                        <a:pt x="467953" y="473575"/>
                      </a:cubicBezTo>
                      <a:cubicBezTo>
                        <a:pt x="470211" y="473252"/>
                        <a:pt x="472145" y="474865"/>
                        <a:pt x="472468" y="477122"/>
                      </a:cubicBezTo>
                      <a:cubicBezTo>
                        <a:pt x="472790" y="479379"/>
                        <a:pt x="471178" y="481314"/>
                        <a:pt x="468921" y="481637"/>
                      </a:cubicBezTo>
                      <a:cubicBezTo>
                        <a:pt x="464084" y="482281"/>
                        <a:pt x="460214" y="484861"/>
                        <a:pt x="454410" y="497437"/>
                      </a:cubicBezTo>
                      <a:cubicBezTo>
                        <a:pt x="453442" y="499372"/>
                        <a:pt x="451830" y="500017"/>
                        <a:pt x="450540" y="500017"/>
                      </a:cubicBezTo>
                      <a:close/>
                      <a:moveTo>
                        <a:pt x="209982" y="496792"/>
                      </a:moveTo>
                      <a:cubicBezTo>
                        <a:pt x="208692" y="496792"/>
                        <a:pt x="207724" y="496147"/>
                        <a:pt x="206757" y="495180"/>
                      </a:cubicBezTo>
                      <a:lnTo>
                        <a:pt x="205467" y="493568"/>
                      </a:lnTo>
                      <a:cubicBezTo>
                        <a:pt x="200308" y="487441"/>
                        <a:pt x="194503" y="482926"/>
                        <a:pt x="187732" y="480346"/>
                      </a:cubicBezTo>
                      <a:cubicBezTo>
                        <a:pt x="185797" y="479701"/>
                        <a:pt x="184507" y="477122"/>
                        <a:pt x="185474" y="475187"/>
                      </a:cubicBezTo>
                      <a:cubicBezTo>
                        <a:pt x="186119" y="473252"/>
                        <a:pt x="188699" y="471962"/>
                        <a:pt x="190634" y="472930"/>
                      </a:cubicBezTo>
                      <a:cubicBezTo>
                        <a:pt x="199018" y="476154"/>
                        <a:pt x="205789" y="481314"/>
                        <a:pt x="211594" y="488730"/>
                      </a:cubicBezTo>
                      <a:lnTo>
                        <a:pt x="212884" y="490343"/>
                      </a:lnTo>
                      <a:cubicBezTo>
                        <a:pt x="214174" y="491955"/>
                        <a:pt x="214174" y="494535"/>
                        <a:pt x="212239" y="496147"/>
                      </a:cubicBezTo>
                      <a:cubicBezTo>
                        <a:pt x="211916" y="496792"/>
                        <a:pt x="210949" y="496792"/>
                        <a:pt x="209982" y="496792"/>
                      </a:cubicBezTo>
                      <a:close/>
                      <a:moveTo>
                        <a:pt x="152583" y="472607"/>
                      </a:moveTo>
                      <a:cubicBezTo>
                        <a:pt x="152260" y="472607"/>
                        <a:pt x="151615" y="472607"/>
                        <a:pt x="151293" y="472285"/>
                      </a:cubicBezTo>
                      <a:cubicBezTo>
                        <a:pt x="142264" y="469060"/>
                        <a:pt x="133235" y="464868"/>
                        <a:pt x="126141" y="460676"/>
                      </a:cubicBezTo>
                      <a:cubicBezTo>
                        <a:pt x="124206" y="459386"/>
                        <a:pt x="123561" y="457129"/>
                        <a:pt x="124851" y="455194"/>
                      </a:cubicBezTo>
                      <a:cubicBezTo>
                        <a:pt x="126141" y="453259"/>
                        <a:pt x="128398" y="452614"/>
                        <a:pt x="130333" y="453905"/>
                      </a:cubicBezTo>
                      <a:cubicBezTo>
                        <a:pt x="136782" y="457774"/>
                        <a:pt x="145489" y="461966"/>
                        <a:pt x="153873" y="464868"/>
                      </a:cubicBezTo>
                      <a:cubicBezTo>
                        <a:pt x="156130" y="465513"/>
                        <a:pt x="157097" y="467770"/>
                        <a:pt x="156452" y="470028"/>
                      </a:cubicBezTo>
                      <a:cubicBezTo>
                        <a:pt x="155807" y="471640"/>
                        <a:pt x="154518" y="472607"/>
                        <a:pt x="152583" y="472607"/>
                      </a:cubicBezTo>
                      <a:close/>
                      <a:moveTo>
                        <a:pt x="495040" y="457774"/>
                      </a:moveTo>
                      <a:cubicBezTo>
                        <a:pt x="494395" y="457774"/>
                        <a:pt x="494073" y="457774"/>
                        <a:pt x="493428" y="457452"/>
                      </a:cubicBezTo>
                      <a:cubicBezTo>
                        <a:pt x="491493" y="456484"/>
                        <a:pt x="490526" y="454227"/>
                        <a:pt x="491171" y="452292"/>
                      </a:cubicBezTo>
                      <a:cubicBezTo>
                        <a:pt x="492461" y="449067"/>
                        <a:pt x="493106" y="445520"/>
                        <a:pt x="493106" y="442296"/>
                      </a:cubicBezTo>
                      <a:cubicBezTo>
                        <a:pt x="493106" y="440361"/>
                        <a:pt x="492783" y="438749"/>
                        <a:pt x="492461" y="437458"/>
                      </a:cubicBezTo>
                      <a:cubicBezTo>
                        <a:pt x="491816" y="435846"/>
                        <a:pt x="490848" y="434556"/>
                        <a:pt x="488913" y="433589"/>
                      </a:cubicBezTo>
                      <a:cubicBezTo>
                        <a:pt x="486979" y="432622"/>
                        <a:pt x="486011" y="430042"/>
                        <a:pt x="487301" y="428107"/>
                      </a:cubicBezTo>
                      <a:cubicBezTo>
                        <a:pt x="488269" y="426173"/>
                        <a:pt x="490848" y="425205"/>
                        <a:pt x="492783" y="426495"/>
                      </a:cubicBezTo>
                      <a:cubicBezTo>
                        <a:pt x="496653" y="428430"/>
                        <a:pt x="499232" y="431332"/>
                        <a:pt x="500522" y="434879"/>
                      </a:cubicBezTo>
                      <a:cubicBezTo>
                        <a:pt x="501167" y="437136"/>
                        <a:pt x="501490" y="439716"/>
                        <a:pt x="501490" y="442296"/>
                      </a:cubicBezTo>
                      <a:cubicBezTo>
                        <a:pt x="501490" y="446810"/>
                        <a:pt x="500522" y="451325"/>
                        <a:pt x="498910" y="455516"/>
                      </a:cubicBezTo>
                      <a:cubicBezTo>
                        <a:pt x="498265" y="456807"/>
                        <a:pt x="496653" y="457774"/>
                        <a:pt x="495040" y="457774"/>
                      </a:cubicBezTo>
                      <a:close/>
                      <a:moveTo>
                        <a:pt x="100666" y="436814"/>
                      </a:moveTo>
                      <a:cubicBezTo>
                        <a:pt x="100021" y="436814"/>
                        <a:pt x="99054" y="436491"/>
                        <a:pt x="98409" y="436169"/>
                      </a:cubicBezTo>
                      <a:cubicBezTo>
                        <a:pt x="96474" y="434879"/>
                        <a:pt x="94217" y="433589"/>
                        <a:pt x="91637" y="431977"/>
                      </a:cubicBezTo>
                      <a:cubicBezTo>
                        <a:pt x="85510" y="428107"/>
                        <a:pt x="80351" y="424560"/>
                        <a:pt x="75836" y="421013"/>
                      </a:cubicBezTo>
                      <a:cubicBezTo>
                        <a:pt x="74224" y="419723"/>
                        <a:pt x="73901" y="417144"/>
                        <a:pt x="75191" y="415208"/>
                      </a:cubicBezTo>
                      <a:cubicBezTo>
                        <a:pt x="76481" y="413596"/>
                        <a:pt x="79061" y="413274"/>
                        <a:pt x="80996" y="414564"/>
                      </a:cubicBezTo>
                      <a:cubicBezTo>
                        <a:pt x="85188" y="418111"/>
                        <a:pt x="90025" y="421335"/>
                        <a:pt x="95829" y="424882"/>
                      </a:cubicBezTo>
                      <a:cubicBezTo>
                        <a:pt x="98731" y="426495"/>
                        <a:pt x="100988" y="428107"/>
                        <a:pt x="102601" y="429075"/>
                      </a:cubicBezTo>
                      <a:cubicBezTo>
                        <a:pt x="104536" y="430364"/>
                        <a:pt x="105181" y="432622"/>
                        <a:pt x="103891" y="434556"/>
                      </a:cubicBezTo>
                      <a:cubicBezTo>
                        <a:pt x="103568" y="436169"/>
                        <a:pt x="101956" y="436814"/>
                        <a:pt x="100666" y="436814"/>
                      </a:cubicBezTo>
                      <a:close/>
                      <a:moveTo>
                        <a:pt x="456345" y="423593"/>
                      </a:moveTo>
                      <a:cubicBezTo>
                        <a:pt x="455055" y="423593"/>
                        <a:pt x="453765" y="422948"/>
                        <a:pt x="452797" y="421658"/>
                      </a:cubicBezTo>
                      <a:cubicBezTo>
                        <a:pt x="451508" y="419401"/>
                        <a:pt x="450540" y="416821"/>
                        <a:pt x="450540" y="414241"/>
                      </a:cubicBezTo>
                      <a:cubicBezTo>
                        <a:pt x="450540" y="408114"/>
                        <a:pt x="456345" y="401988"/>
                        <a:pt x="463761" y="394571"/>
                      </a:cubicBezTo>
                      <a:cubicBezTo>
                        <a:pt x="465374" y="392959"/>
                        <a:pt x="467953" y="392959"/>
                        <a:pt x="469566" y="394571"/>
                      </a:cubicBezTo>
                      <a:cubicBezTo>
                        <a:pt x="471178" y="396183"/>
                        <a:pt x="471178" y="398763"/>
                        <a:pt x="469566" y="400375"/>
                      </a:cubicBezTo>
                      <a:cubicBezTo>
                        <a:pt x="466663" y="403277"/>
                        <a:pt x="458602" y="411017"/>
                        <a:pt x="458602" y="413919"/>
                      </a:cubicBezTo>
                      <a:cubicBezTo>
                        <a:pt x="458602" y="415208"/>
                        <a:pt x="458924" y="416498"/>
                        <a:pt x="459569" y="417466"/>
                      </a:cubicBezTo>
                      <a:cubicBezTo>
                        <a:pt x="460859" y="419401"/>
                        <a:pt x="460214" y="421980"/>
                        <a:pt x="458279" y="422948"/>
                      </a:cubicBezTo>
                      <a:cubicBezTo>
                        <a:pt x="457634" y="423593"/>
                        <a:pt x="456989" y="423593"/>
                        <a:pt x="456345" y="423593"/>
                      </a:cubicBezTo>
                      <a:close/>
                      <a:moveTo>
                        <a:pt x="53909" y="393926"/>
                      </a:moveTo>
                      <a:cubicBezTo>
                        <a:pt x="52619" y="393926"/>
                        <a:pt x="51329" y="393281"/>
                        <a:pt x="50361" y="391991"/>
                      </a:cubicBezTo>
                      <a:cubicBezTo>
                        <a:pt x="46492" y="385542"/>
                        <a:pt x="45847" y="380383"/>
                        <a:pt x="45847" y="371031"/>
                      </a:cubicBezTo>
                      <a:cubicBezTo>
                        <a:pt x="45847" y="369096"/>
                        <a:pt x="45524" y="367484"/>
                        <a:pt x="44557" y="366194"/>
                      </a:cubicBezTo>
                      <a:cubicBezTo>
                        <a:pt x="43590" y="364259"/>
                        <a:pt x="44235" y="361680"/>
                        <a:pt x="46169" y="360712"/>
                      </a:cubicBezTo>
                      <a:cubicBezTo>
                        <a:pt x="48104" y="359744"/>
                        <a:pt x="50684" y="360389"/>
                        <a:pt x="51651" y="362324"/>
                      </a:cubicBezTo>
                      <a:cubicBezTo>
                        <a:pt x="52941" y="364904"/>
                        <a:pt x="53909" y="367806"/>
                        <a:pt x="53909" y="371031"/>
                      </a:cubicBezTo>
                      <a:cubicBezTo>
                        <a:pt x="53909" y="380060"/>
                        <a:pt x="54231" y="383285"/>
                        <a:pt x="57133" y="387799"/>
                      </a:cubicBezTo>
                      <a:cubicBezTo>
                        <a:pt x="58423" y="389734"/>
                        <a:pt x="57778" y="392314"/>
                        <a:pt x="55843" y="393281"/>
                      </a:cubicBezTo>
                      <a:cubicBezTo>
                        <a:pt x="55199" y="393926"/>
                        <a:pt x="54554" y="393926"/>
                        <a:pt x="53909" y="393926"/>
                      </a:cubicBezTo>
                      <a:close/>
                      <a:moveTo>
                        <a:pt x="476337" y="368451"/>
                      </a:moveTo>
                      <a:cubicBezTo>
                        <a:pt x="474725" y="368451"/>
                        <a:pt x="473435" y="367806"/>
                        <a:pt x="472790" y="366194"/>
                      </a:cubicBezTo>
                      <a:cubicBezTo>
                        <a:pt x="472790" y="365871"/>
                        <a:pt x="472468" y="365549"/>
                        <a:pt x="472145" y="365227"/>
                      </a:cubicBezTo>
                      <a:cubicBezTo>
                        <a:pt x="468598" y="360067"/>
                        <a:pt x="466986" y="351360"/>
                        <a:pt x="466986" y="344911"/>
                      </a:cubicBezTo>
                      <a:cubicBezTo>
                        <a:pt x="466986" y="341686"/>
                        <a:pt x="467308" y="338784"/>
                        <a:pt x="468276" y="337172"/>
                      </a:cubicBezTo>
                      <a:cubicBezTo>
                        <a:pt x="469243" y="335237"/>
                        <a:pt x="471500" y="334270"/>
                        <a:pt x="473435" y="335237"/>
                      </a:cubicBezTo>
                      <a:cubicBezTo>
                        <a:pt x="475370" y="336205"/>
                        <a:pt x="476337" y="338462"/>
                        <a:pt x="475370" y="340397"/>
                      </a:cubicBezTo>
                      <a:cubicBezTo>
                        <a:pt x="475370" y="340719"/>
                        <a:pt x="474725" y="342009"/>
                        <a:pt x="474725" y="344911"/>
                      </a:cubicBezTo>
                      <a:cubicBezTo>
                        <a:pt x="474725" y="350715"/>
                        <a:pt x="476337" y="357487"/>
                        <a:pt x="478595" y="360712"/>
                      </a:cubicBezTo>
                      <a:cubicBezTo>
                        <a:pt x="478917" y="361357"/>
                        <a:pt x="479240" y="362002"/>
                        <a:pt x="479562" y="362647"/>
                      </a:cubicBezTo>
                      <a:cubicBezTo>
                        <a:pt x="480529" y="364582"/>
                        <a:pt x="479884" y="367161"/>
                        <a:pt x="477950" y="368129"/>
                      </a:cubicBezTo>
                      <a:cubicBezTo>
                        <a:pt x="477627" y="368451"/>
                        <a:pt x="476982" y="368451"/>
                        <a:pt x="476337" y="368451"/>
                      </a:cubicBezTo>
                      <a:close/>
                      <a:moveTo>
                        <a:pt x="25209" y="341686"/>
                      </a:moveTo>
                      <a:cubicBezTo>
                        <a:pt x="24564" y="341686"/>
                        <a:pt x="23919" y="341686"/>
                        <a:pt x="23274" y="341364"/>
                      </a:cubicBezTo>
                      <a:cubicBezTo>
                        <a:pt x="20695" y="340074"/>
                        <a:pt x="16825" y="337817"/>
                        <a:pt x="12956" y="333625"/>
                      </a:cubicBezTo>
                      <a:cubicBezTo>
                        <a:pt x="9408" y="329755"/>
                        <a:pt x="5861" y="327176"/>
                        <a:pt x="2314" y="325241"/>
                      </a:cubicBezTo>
                      <a:cubicBezTo>
                        <a:pt x="379" y="324274"/>
                        <a:pt x="-588" y="322016"/>
                        <a:pt x="379" y="319759"/>
                      </a:cubicBezTo>
                      <a:cubicBezTo>
                        <a:pt x="1347" y="317824"/>
                        <a:pt x="3604" y="316857"/>
                        <a:pt x="5861" y="317824"/>
                      </a:cubicBezTo>
                      <a:cubicBezTo>
                        <a:pt x="10698" y="320081"/>
                        <a:pt x="14568" y="323306"/>
                        <a:pt x="19082" y="328143"/>
                      </a:cubicBezTo>
                      <a:cubicBezTo>
                        <a:pt x="21985" y="331368"/>
                        <a:pt x="24887" y="332980"/>
                        <a:pt x="27144" y="334270"/>
                      </a:cubicBezTo>
                      <a:cubicBezTo>
                        <a:pt x="29079" y="335237"/>
                        <a:pt x="29724" y="337817"/>
                        <a:pt x="28756" y="339752"/>
                      </a:cubicBezTo>
                      <a:cubicBezTo>
                        <a:pt x="28111" y="341042"/>
                        <a:pt x="26499" y="341686"/>
                        <a:pt x="25209" y="341686"/>
                      </a:cubicBezTo>
                      <a:close/>
                      <a:moveTo>
                        <a:pt x="504714" y="326853"/>
                      </a:moveTo>
                      <a:cubicBezTo>
                        <a:pt x="503747" y="326853"/>
                        <a:pt x="502457" y="326531"/>
                        <a:pt x="501812" y="325563"/>
                      </a:cubicBezTo>
                      <a:cubicBezTo>
                        <a:pt x="500200" y="323951"/>
                        <a:pt x="500522" y="321371"/>
                        <a:pt x="502135" y="319759"/>
                      </a:cubicBezTo>
                      <a:cubicBezTo>
                        <a:pt x="504714" y="317502"/>
                        <a:pt x="506327" y="314922"/>
                        <a:pt x="507616" y="312665"/>
                      </a:cubicBezTo>
                      <a:cubicBezTo>
                        <a:pt x="508906" y="309440"/>
                        <a:pt x="509551" y="306860"/>
                        <a:pt x="510196" y="304603"/>
                      </a:cubicBezTo>
                      <a:cubicBezTo>
                        <a:pt x="510841" y="302023"/>
                        <a:pt x="511486" y="299444"/>
                        <a:pt x="513098" y="296864"/>
                      </a:cubicBezTo>
                      <a:cubicBezTo>
                        <a:pt x="514388" y="294929"/>
                        <a:pt x="516645" y="294284"/>
                        <a:pt x="518580" y="295574"/>
                      </a:cubicBezTo>
                      <a:cubicBezTo>
                        <a:pt x="520515" y="296864"/>
                        <a:pt x="521160" y="299121"/>
                        <a:pt x="519870" y="301056"/>
                      </a:cubicBezTo>
                      <a:cubicBezTo>
                        <a:pt x="518903" y="302346"/>
                        <a:pt x="518580" y="304281"/>
                        <a:pt x="517935" y="306538"/>
                      </a:cubicBezTo>
                      <a:cubicBezTo>
                        <a:pt x="517290" y="309118"/>
                        <a:pt x="516645" y="312020"/>
                        <a:pt x="515033" y="315890"/>
                      </a:cubicBezTo>
                      <a:cubicBezTo>
                        <a:pt x="513421" y="319436"/>
                        <a:pt x="511164" y="322661"/>
                        <a:pt x="507616" y="325563"/>
                      </a:cubicBezTo>
                      <a:cubicBezTo>
                        <a:pt x="506649" y="326531"/>
                        <a:pt x="505682" y="326853"/>
                        <a:pt x="504714" y="326853"/>
                      </a:cubicBezTo>
                      <a:close/>
                      <a:moveTo>
                        <a:pt x="599841" y="322016"/>
                      </a:moveTo>
                      <a:cubicBezTo>
                        <a:pt x="599519" y="322016"/>
                        <a:pt x="598874" y="322016"/>
                        <a:pt x="598551" y="321694"/>
                      </a:cubicBezTo>
                      <a:cubicBezTo>
                        <a:pt x="596617" y="321049"/>
                        <a:pt x="595327" y="318792"/>
                        <a:pt x="595972" y="316534"/>
                      </a:cubicBezTo>
                      <a:cubicBezTo>
                        <a:pt x="596294" y="315890"/>
                        <a:pt x="596294" y="315245"/>
                        <a:pt x="596617" y="313954"/>
                      </a:cubicBezTo>
                      <a:cubicBezTo>
                        <a:pt x="597907" y="308795"/>
                        <a:pt x="600486" y="298799"/>
                        <a:pt x="606613" y="290737"/>
                      </a:cubicBezTo>
                      <a:cubicBezTo>
                        <a:pt x="607903" y="289125"/>
                        <a:pt x="610483" y="288802"/>
                        <a:pt x="612417" y="290092"/>
                      </a:cubicBezTo>
                      <a:cubicBezTo>
                        <a:pt x="614030" y="291382"/>
                        <a:pt x="614352" y="293962"/>
                        <a:pt x="613062" y="295896"/>
                      </a:cubicBezTo>
                      <a:cubicBezTo>
                        <a:pt x="607903" y="302668"/>
                        <a:pt x="605646" y="311375"/>
                        <a:pt x="604356" y="316212"/>
                      </a:cubicBezTo>
                      <a:cubicBezTo>
                        <a:pt x="604033" y="317502"/>
                        <a:pt x="603711" y="318792"/>
                        <a:pt x="603389" y="319436"/>
                      </a:cubicBezTo>
                      <a:cubicBezTo>
                        <a:pt x="603066" y="321049"/>
                        <a:pt x="601776" y="322016"/>
                        <a:pt x="599841" y="322016"/>
                      </a:cubicBezTo>
                      <a:close/>
                      <a:moveTo>
                        <a:pt x="557276" y="304603"/>
                      </a:moveTo>
                      <a:cubicBezTo>
                        <a:pt x="554374" y="304603"/>
                        <a:pt x="550827" y="303636"/>
                        <a:pt x="546957" y="302023"/>
                      </a:cubicBezTo>
                      <a:cubicBezTo>
                        <a:pt x="545022" y="301056"/>
                        <a:pt x="544055" y="298799"/>
                        <a:pt x="545022" y="296542"/>
                      </a:cubicBezTo>
                      <a:cubicBezTo>
                        <a:pt x="545990" y="294607"/>
                        <a:pt x="548247" y="293639"/>
                        <a:pt x="550504" y="294607"/>
                      </a:cubicBezTo>
                      <a:cubicBezTo>
                        <a:pt x="553729" y="296219"/>
                        <a:pt x="555986" y="296542"/>
                        <a:pt x="557276" y="296542"/>
                      </a:cubicBezTo>
                      <a:cubicBezTo>
                        <a:pt x="559533" y="296542"/>
                        <a:pt x="559856" y="295574"/>
                        <a:pt x="560178" y="295251"/>
                      </a:cubicBezTo>
                      <a:cubicBezTo>
                        <a:pt x="562113" y="291382"/>
                        <a:pt x="567595" y="289770"/>
                        <a:pt x="573722" y="291060"/>
                      </a:cubicBezTo>
                      <a:cubicBezTo>
                        <a:pt x="575979" y="291705"/>
                        <a:pt x="577269" y="293639"/>
                        <a:pt x="576624" y="295896"/>
                      </a:cubicBezTo>
                      <a:cubicBezTo>
                        <a:pt x="575979" y="298154"/>
                        <a:pt x="574044" y="299444"/>
                        <a:pt x="571787" y="298799"/>
                      </a:cubicBezTo>
                      <a:cubicBezTo>
                        <a:pt x="569530" y="298154"/>
                        <a:pt x="567272" y="298799"/>
                        <a:pt x="567272" y="298799"/>
                      </a:cubicBezTo>
                      <a:cubicBezTo>
                        <a:pt x="565338" y="302346"/>
                        <a:pt x="561791" y="304603"/>
                        <a:pt x="557276" y="304603"/>
                      </a:cubicBezTo>
                      <a:close/>
                      <a:moveTo>
                        <a:pt x="641117" y="277193"/>
                      </a:moveTo>
                      <a:cubicBezTo>
                        <a:pt x="640149" y="277193"/>
                        <a:pt x="638860" y="276871"/>
                        <a:pt x="638215" y="275904"/>
                      </a:cubicBezTo>
                      <a:cubicBezTo>
                        <a:pt x="636602" y="274291"/>
                        <a:pt x="636925" y="271712"/>
                        <a:pt x="638537" y="270099"/>
                      </a:cubicBezTo>
                      <a:cubicBezTo>
                        <a:pt x="640794" y="268164"/>
                        <a:pt x="642407" y="265907"/>
                        <a:pt x="644664" y="262360"/>
                      </a:cubicBezTo>
                      <a:cubicBezTo>
                        <a:pt x="647566" y="257846"/>
                        <a:pt x="650146" y="253331"/>
                        <a:pt x="652403" y="249139"/>
                      </a:cubicBezTo>
                      <a:cubicBezTo>
                        <a:pt x="653371" y="247204"/>
                        <a:pt x="655950" y="246559"/>
                        <a:pt x="657885" y="247527"/>
                      </a:cubicBezTo>
                      <a:cubicBezTo>
                        <a:pt x="659820" y="248494"/>
                        <a:pt x="660465" y="251074"/>
                        <a:pt x="659497" y="253009"/>
                      </a:cubicBezTo>
                      <a:cubicBezTo>
                        <a:pt x="657240" y="257201"/>
                        <a:pt x="654338" y="262038"/>
                        <a:pt x="651436" y="266875"/>
                      </a:cubicBezTo>
                      <a:cubicBezTo>
                        <a:pt x="648856" y="270744"/>
                        <a:pt x="646599" y="273646"/>
                        <a:pt x="644019" y="276226"/>
                      </a:cubicBezTo>
                      <a:cubicBezTo>
                        <a:pt x="643052" y="276871"/>
                        <a:pt x="642084" y="277193"/>
                        <a:pt x="641117" y="277193"/>
                      </a:cubicBezTo>
                      <a:close/>
                      <a:moveTo>
                        <a:pt x="657885" y="221407"/>
                      </a:moveTo>
                      <a:cubicBezTo>
                        <a:pt x="656918" y="221407"/>
                        <a:pt x="656273" y="221085"/>
                        <a:pt x="655628" y="220762"/>
                      </a:cubicBezTo>
                      <a:cubicBezTo>
                        <a:pt x="654015" y="219472"/>
                        <a:pt x="651758" y="218827"/>
                        <a:pt x="649501" y="218182"/>
                      </a:cubicBezTo>
                      <a:cubicBezTo>
                        <a:pt x="642084" y="216893"/>
                        <a:pt x="636602" y="210121"/>
                        <a:pt x="633378" y="204639"/>
                      </a:cubicBezTo>
                      <a:cubicBezTo>
                        <a:pt x="632088" y="202704"/>
                        <a:pt x="632733" y="200124"/>
                        <a:pt x="634668" y="199157"/>
                      </a:cubicBezTo>
                      <a:cubicBezTo>
                        <a:pt x="636602" y="197867"/>
                        <a:pt x="639182" y="198512"/>
                        <a:pt x="640149" y="200447"/>
                      </a:cubicBezTo>
                      <a:cubicBezTo>
                        <a:pt x="643697" y="206251"/>
                        <a:pt x="647244" y="209476"/>
                        <a:pt x="650791" y="210121"/>
                      </a:cubicBezTo>
                      <a:cubicBezTo>
                        <a:pt x="654338" y="210766"/>
                        <a:pt x="657563" y="212056"/>
                        <a:pt x="660142" y="213991"/>
                      </a:cubicBezTo>
                      <a:cubicBezTo>
                        <a:pt x="662077" y="215280"/>
                        <a:pt x="662399" y="217860"/>
                        <a:pt x="661110" y="219472"/>
                      </a:cubicBezTo>
                      <a:cubicBezTo>
                        <a:pt x="660465" y="220762"/>
                        <a:pt x="659175" y="221407"/>
                        <a:pt x="657885" y="221407"/>
                      </a:cubicBezTo>
                      <a:close/>
                      <a:moveTo>
                        <a:pt x="628218" y="170458"/>
                      </a:moveTo>
                      <a:cubicBezTo>
                        <a:pt x="626606" y="170458"/>
                        <a:pt x="624994" y="169490"/>
                        <a:pt x="624349" y="167878"/>
                      </a:cubicBezTo>
                      <a:cubicBezTo>
                        <a:pt x="623381" y="165621"/>
                        <a:pt x="622414" y="164008"/>
                        <a:pt x="620802" y="163041"/>
                      </a:cubicBezTo>
                      <a:cubicBezTo>
                        <a:pt x="616610" y="160139"/>
                        <a:pt x="612417" y="159172"/>
                        <a:pt x="607903" y="158204"/>
                      </a:cubicBezTo>
                      <a:cubicBezTo>
                        <a:pt x="606936" y="157882"/>
                        <a:pt x="605968" y="157882"/>
                        <a:pt x="605001" y="157559"/>
                      </a:cubicBezTo>
                      <a:cubicBezTo>
                        <a:pt x="602744" y="156914"/>
                        <a:pt x="601454" y="154979"/>
                        <a:pt x="602099" y="152722"/>
                      </a:cubicBezTo>
                      <a:cubicBezTo>
                        <a:pt x="602744" y="150465"/>
                        <a:pt x="604678" y="149175"/>
                        <a:pt x="606936" y="149820"/>
                      </a:cubicBezTo>
                      <a:lnTo>
                        <a:pt x="609838" y="150465"/>
                      </a:lnTo>
                      <a:cubicBezTo>
                        <a:pt x="614675" y="151432"/>
                        <a:pt x="619834" y="152722"/>
                        <a:pt x="625316" y="156269"/>
                      </a:cubicBezTo>
                      <a:cubicBezTo>
                        <a:pt x="628218" y="158204"/>
                        <a:pt x="630153" y="161106"/>
                        <a:pt x="631765" y="164976"/>
                      </a:cubicBezTo>
                      <a:cubicBezTo>
                        <a:pt x="632410" y="166910"/>
                        <a:pt x="631443" y="169490"/>
                        <a:pt x="629508" y="170135"/>
                      </a:cubicBezTo>
                      <a:cubicBezTo>
                        <a:pt x="629186" y="170458"/>
                        <a:pt x="628863" y="170458"/>
                        <a:pt x="628218" y="170458"/>
                      </a:cubicBezTo>
                      <a:close/>
                      <a:moveTo>
                        <a:pt x="576624" y="136921"/>
                      </a:moveTo>
                      <a:cubicBezTo>
                        <a:pt x="574367" y="136921"/>
                        <a:pt x="572754" y="135631"/>
                        <a:pt x="572754" y="133374"/>
                      </a:cubicBezTo>
                      <a:cubicBezTo>
                        <a:pt x="572754" y="133374"/>
                        <a:pt x="572754" y="132729"/>
                        <a:pt x="572754" y="132729"/>
                      </a:cubicBezTo>
                      <a:cubicBezTo>
                        <a:pt x="572754" y="129182"/>
                        <a:pt x="574044" y="124668"/>
                        <a:pt x="575334" y="119508"/>
                      </a:cubicBezTo>
                      <a:cubicBezTo>
                        <a:pt x="576301" y="115639"/>
                        <a:pt x="577591" y="111446"/>
                        <a:pt x="577591" y="108867"/>
                      </a:cubicBezTo>
                      <a:cubicBezTo>
                        <a:pt x="577591" y="108222"/>
                        <a:pt x="577591" y="108222"/>
                        <a:pt x="577591" y="108222"/>
                      </a:cubicBezTo>
                      <a:cubicBezTo>
                        <a:pt x="576624" y="106287"/>
                        <a:pt x="577914" y="103708"/>
                        <a:pt x="579849" y="103063"/>
                      </a:cubicBezTo>
                      <a:cubicBezTo>
                        <a:pt x="581783" y="102418"/>
                        <a:pt x="584363" y="103385"/>
                        <a:pt x="585008" y="105320"/>
                      </a:cubicBezTo>
                      <a:cubicBezTo>
                        <a:pt x="585330" y="106287"/>
                        <a:pt x="585653" y="107577"/>
                        <a:pt x="585653" y="108867"/>
                      </a:cubicBezTo>
                      <a:cubicBezTo>
                        <a:pt x="585653" y="112092"/>
                        <a:pt x="584363" y="116606"/>
                        <a:pt x="583396" y="121443"/>
                      </a:cubicBezTo>
                      <a:cubicBezTo>
                        <a:pt x="582428" y="125635"/>
                        <a:pt x="581138" y="129827"/>
                        <a:pt x="581138" y="132407"/>
                      </a:cubicBezTo>
                      <a:cubicBezTo>
                        <a:pt x="580816" y="134664"/>
                        <a:pt x="579204" y="136599"/>
                        <a:pt x="576624" y="136921"/>
                      </a:cubicBezTo>
                      <a:cubicBezTo>
                        <a:pt x="576946" y="136921"/>
                        <a:pt x="576946" y="136921"/>
                        <a:pt x="576624" y="136921"/>
                      </a:cubicBezTo>
                      <a:close/>
                      <a:moveTo>
                        <a:pt x="472790" y="128860"/>
                      </a:moveTo>
                      <a:cubicBezTo>
                        <a:pt x="472145" y="128860"/>
                        <a:pt x="471823" y="128860"/>
                        <a:pt x="471178" y="128860"/>
                      </a:cubicBezTo>
                      <a:cubicBezTo>
                        <a:pt x="468921" y="128860"/>
                        <a:pt x="467308" y="126925"/>
                        <a:pt x="467308" y="124668"/>
                      </a:cubicBezTo>
                      <a:cubicBezTo>
                        <a:pt x="467308" y="122411"/>
                        <a:pt x="469243" y="120798"/>
                        <a:pt x="471500" y="120798"/>
                      </a:cubicBezTo>
                      <a:cubicBezTo>
                        <a:pt x="473435" y="120798"/>
                        <a:pt x="475370" y="120798"/>
                        <a:pt x="477305" y="120153"/>
                      </a:cubicBezTo>
                      <a:cubicBezTo>
                        <a:pt x="481497" y="118864"/>
                        <a:pt x="487946" y="116284"/>
                        <a:pt x="493428" y="112092"/>
                      </a:cubicBezTo>
                      <a:cubicBezTo>
                        <a:pt x="495363" y="110802"/>
                        <a:pt x="497620" y="111124"/>
                        <a:pt x="498910" y="113059"/>
                      </a:cubicBezTo>
                      <a:cubicBezTo>
                        <a:pt x="500200" y="114994"/>
                        <a:pt x="499877" y="117251"/>
                        <a:pt x="497943" y="118541"/>
                      </a:cubicBezTo>
                      <a:cubicBezTo>
                        <a:pt x="491493" y="123055"/>
                        <a:pt x="484077" y="126280"/>
                        <a:pt x="479240" y="127570"/>
                      </a:cubicBezTo>
                      <a:cubicBezTo>
                        <a:pt x="477305" y="128537"/>
                        <a:pt x="475048" y="128860"/>
                        <a:pt x="472790" y="128860"/>
                      </a:cubicBezTo>
                      <a:close/>
                      <a:moveTo>
                        <a:pt x="381533" y="121121"/>
                      </a:moveTo>
                      <a:cubicBezTo>
                        <a:pt x="377341" y="121121"/>
                        <a:pt x="372826" y="120798"/>
                        <a:pt x="367989" y="120475"/>
                      </a:cubicBezTo>
                      <a:cubicBezTo>
                        <a:pt x="365732" y="120153"/>
                        <a:pt x="364120" y="118218"/>
                        <a:pt x="364442" y="115961"/>
                      </a:cubicBezTo>
                      <a:cubicBezTo>
                        <a:pt x="364765" y="113704"/>
                        <a:pt x="366699" y="112092"/>
                        <a:pt x="368957" y="112414"/>
                      </a:cubicBezTo>
                      <a:cubicBezTo>
                        <a:pt x="379276" y="113381"/>
                        <a:pt x="388949" y="113381"/>
                        <a:pt x="394109" y="111769"/>
                      </a:cubicBezTo>
                      <a:cubicBezTo>
                        <a:pt x="396366" y="111124"/>
                        <a:pt x="398623" y="112414"/>
                        <a:pt x="398946" y="114671"/>
                      </a:cubicBezTo>
                      <a:cubicBezTo>
                        <a:pt x="399591" y="116928"/>
                        <a:pt x="398301" y="119186"/>
                        <a:pt x="396044" y="119508"/>
                      </a:cubicBezTo>
                      <a:cubicBezTo>
                        <a:pt x="392174" y="120475"/>
                        <a:pt x="387337" y="121121"/>
                        <a:pt x="381533" y="121121"/>
                      </a:cubicBezTo>
                      <a:close/>
                      <a:moveTo>
                        <a:pt x="442479" y="106932"/>
                      </a:moveTo>
                      <a:cubicBezTo>
                        <a:pt x="441511" y="106932"/>
                        <a:pt x="440221" y="106610"/>
                        <a:pt x="439576" y="105642"/>
                      </a:cubicBezTo>
                      <a:cubicBezTo>
                        <a:pt x="435707" y="101450"/>
                        <a:pt x="434417" y="100805"/>
                        <a:pt x="434095" y="100483"/>
                      </a:cubicBezTo>
                      <a:cubicBezTo>
                        <a:pt x="433450" y="100483"/>
                        <a:pt x="431515" y="100483"/>
                        <a:pt x="429258" y="100161"/>
                      </a:cubicBezTo>
                      <a:cubicBezTo>
                        <a:pt x="426033" y="99838"/>
                        <a:pt x="422163" y="99515"/>
                        <a:pt x="417971" y="99193"/>
                      </a:cubicBezTo>
                      <a:cubicBezTo>
                        <a:pt x="415714" y="99193"/>
                        <a:pt x="414102" y="97258"/>
                        <a:pt x="414102" y="95001"/>
                      </a:cubicBezTo>
                      <a:cubicBezTo>
                        <a:pt x="414102" y="92743"/>
                        <a:pt x="416359" y="91132"/>
                        <a:pt x="418294" y="91132"/>
                      </a:cubicBezTo>
                      <a:cubicBezTo>
                        <a:pt x="422486" y="91132"/>
                        <a:pt x="427000" y="91776"/>
                        <a:pt x="429902" y="92099"/>
                      </a:cubicBezTo>
                      <a:cubicBezTo>
                        <a:pt x="431837" y="92421"/>
                        <a:pt x="433450" y="92421"/>
                        <a:pt x="434417" y="92421"/>
                      </a:cubicBezTo>
                      <a:cubicBezTo>
                        <a:pt x="437642" y="92421"/>
                        <a:pt x="441189" y="95323"/>
                        <a:pt x="445381" y="100161"/>
                      </a:cubicBezTo>
                      <a:cubicBezTo>
                        <a:pt x="446993" y="101772"/>
                        <a:pt x="446671" y="104352"/>
                        <a:pt x="445058" y="105965"/>
                      </a:cubicBezTo>
                      <a:cubicBezTo>
                        <a:pt x="444413" y="106610"/>
                        <a:pt x="443446" y="106932"/>
                        <a:pt x="442479" y="106932"/>
                      </a:cubicBezTo>
                      <a:close/>
                      <a:moveTo>
                        <a:pt x="545990" y="98870"/>
                      </a:moveTo>
                      <a:cubicBezTo>
                        <a:pt x="545345" y="98870"/>
                        <a:pt x="544700" y="98548"/>
                        <a:pt x="544055" y="98226"/>
                      </a:cubicBezTo>
                      <a:cubicBezTo>
                        <a:pt x="540508" y="96291"/>
                        <a:pt x="538573" y="93711"/>
                        <a:pt x="536961" y="92099"/>
                      </a:cubicBezTo>
                      <a:cubicBezTo>
                        <a:pt x="536316" y="91454"/>
                        <a:pt x="535348" y="90164"/>
                        <a:pt x="535026" y="90164"/>
                      </a:cubicBezTo>
                      <a:cubicBezTo>
                        <a:pt x="535026" y="90164"/>
                        <a:pt x="534059" y="90486"/>
                        <a:pt x="532124" y="92099"/>
                      </a:cubicBezTo>
                      <a:cubicBezTo>
                        <a:pt x="530511" y="93389"/>
                        <a:pt x="528899" y="94679"/>
                        <a:pt x="527287" y="95968"/>
                      </a:cubicBezTo>
                      <a:cubicBezTo>
                        <a:pt x="525352" y="97258"/>
                        <a:pt x="522772" y="96613"/>
                        <a:pt x="521805" y="94679"/>
                      </a:cubicBezTo>
                      <a:cubicBezTo>
                        <a:pt x="520515" y="92743"/>
                        <a:pt x="521160" y="90164"/>
                        <a:pt x="523095" y="89196"/>
                      </a:cubicBezTo>
                      <a:cubicBezTo>
                        <a:pt x="524385" y="88229"/>
                        <a:pt x="525997" y="87262"/>
                        <a:pt x="527287" y="86294"/>
                      </a:cubicBezTo>
                      <a:cubicBezTo>
                        <a:pt x="530511" y="83392"/>
                        <a:pt x="533091" y="82425"/>
                        <a:pt x="535671" y="82425"/>
                      </a:cubicBezTo>
                      <a:cubicBezTo>
                        <a:pt x="539218" y="82425"/>
                        <a:pt x="541475" y="85005"/>
                        <a:pt x="543410" y="87262"/>
                      </a:cubicBezTo>
                      <a:cubicBezTo>
                        <a:pt x="545022" y="88874"/>
                        <a:pt x="546312" y="90486"/>
                        <a:pt x="548569" y="92099"/>
                      </a:cubicBezTo>
                      <a:cubicBezTo>
                        <a:pt x="550504" y="93389"/>
                        <a:pt x="551149" y="95646"/>
                        <a:pt x="549859" y="97581"/>
                      </a:cubicBezTo>
                      <a:cubicBezTo>
                        <a:pt x="548892" y="98226"/>
                        <a:pt x="547602" y="98870"/>
                        <a:pt x="545990" y="98870"/>
                      </a:cubicBezTo>
                      <a:close/>
                      <a:moveTo>
                        <a:pt x="365732" y="89519"/>
                      </a:moveTo>
                      <a:cubicBezTo>
                        <a:pt x="365732" y="89519"/>
                        <a:pt x="365410" y="89519"/>
                        <a:pt x="365410" y="89519"/>
                      </a:cubicBezTo>
                      <a:cubicBezTo>
                        <a:pt x="363152" y="89196"/>
                        <a:pt x="361540" y="87262"/>
                        <a:pt x="361862" y="85005"/>
                      </a:cubicBezTo>
                      <a:cubicBezTo>
                        <a:pt x="361862" y="84682"/>
                        <a:pt x="361862" y="84037"/>
                        <a:pt x="361862" y="83714"/>
                      </a:cubicBezTo>
                      <a:cubicBezTo>
                        <a:pt x="361862" y="78233"/>
                        <a:pt x="358638" y="71461"/>
                        <a:pt x="355091" y="63400"/>
                      </a:cubicBezTo>
                      <a:cubicBezTo>
                        <a:pt x="354768" y="62754"/>
                        <a:pt x="354768" y="62432"/>
                        <a:pt x="354446" y="61787"/>
                      </a:cubicBezTo>
                      <a:cubicBezTo>
                        <a:pt x="353478" y="59852"/>
                        <a:pt x="354446" y="57273"/>
                        <a:pt x="356703" y="56628"/>
                      </a:cubicBezTo>
                      <a:cubicBezTo>
                        <a:pt x="358638" y="55660"/>
                        <a:pt x="361217" y="56628"/>
                        <a:pt x="361862" y="58885"/>
                      </a:cubicBezTo>
                      <a:cubicBezTo>
                        <a:pt x="362185" y="59207"/>
                        <a:pt x="362185" y="59852"/>
                        <a:pt x="362507" y="60175"/>
                      </a:cubicBezTo>
                      <a:cubicBezTo>
                        <a:pt x="366699" y="68881"/>
                        <a:pt x="370247" y="76298"/>
                        <a:pt x="370247" y="83714"/>
                      </a:cubicBezTo>
                      <a:cubicBezTo>
                        <a:pt x="370247" y="84360"/>
                        <a:pt x="370247" y="85327"/>
                        <a:pt x="370247" y="85972"/>
                      </a:cubicBezTo>
                      <a:cubicBezTo>
                        <a:pt x="369602" y="87907"/>
                        <a:pt x="367989" y="89519"/>
                        <a:pt x="365732" y="89519"/>
                      </a:cubicBezTo>
                      <a:close/>
                      <a:moveTo>
                        <a:pt x="434417" y="67914"/>
                      </a:moveTo>
                      <a:cubicBezTo>
                        <a:pt x="433772" y="67914"/>
                        <a:pt x="433127" y="67914"/>
                        <a:pt x="432482" y="67591"/>
                      </a:cubicBezTo>
                      <a:cubicBezTo>
                        <a:pt x="427000" y="66624"/>
                        <a:pt x="423776" y="66624"/>
                        <a:pt x="419261" y="66624"/>
                      </a:cubicBezTo>
                      <a:lnTo>
                        <a:pt x="418294" y="66624"/>
                      </a:lnTo>
                      <a:cubicBezTo>
                        <a:pt x="416359" y="66624"/>
                        <a:pt x="414102" y="65011"/>
                        <a:pt x="414102" y="62754"/>
                      </a:cubicBezTo>
                      <a:cubicBezTo>
                        <a:pt x="414102" y="60497"/>
                        <a:pt x="415714" y="58562"/>
                        <a:pt x="417971" y="58562"/>
                      </a:cubicBezTo>
                      <a:lnTo>
                        <a:pt x="418939" y="58562"/>
                      </a:lnTo>
                      <a:cubicBezTo>
                        <a:pt x="423453" y="58562"/>
                        <a:pt x="427000" y="58240"/>
                        <a:pt x="433450" y="59530"/>
                      </a:cubicBezTo>
                      <a:cubicBezTo>
                        <a:pt x="433450" y="59207"/>
                        <a:pt x="433450" y="59207"/>
                        <a:pt x="433450" y="58885"/>
                      </a:cubicBezTo>
                      <a:cubicBezTo>
                        <a:pt x="433450" y="57918"/>
                        <a:pt x="433450" y="56628"/>
                        <a:pt x="433127" y="55338"/>
                      </a:cubicBezTo>
                      <a:cubicBezTo>
                        <a:pt x="432805" y="53080"/>
                        <a:pt x="434417" y="51146"/>
                        <a:pt x="436674" y="50823"/>
                      </a:cubicBezTo>
                      <a:cubicBezTo>
                        <a:pt x="438931" y="50501"/>
                        <a:pt x="440866" y="52113"/>
                        <a:pt x="441189" y="54371"/>
                      </a:cubicBezTo>
                      <a:cubicBezTo>
                        <a:pt x="441189" y="55982"/>
                        <a:pt x="441511" y="57273"/>
                        <a:pt x="441511" y="58562"/>
                      </a:cubicBezTo>
                      <a:cubicBezTo>
                        <a:pt x="441834" y="66947"/>
                        <a:pt x="436674" y="67914"/>
                        <a:pt x="434417" y="67914"/>
                      </a:cubicBezTo>
                      <a:close/>
                      <a:moveTo>
                        <a:pt x="383145" y="58562"/>
                      </a:moveTo>
                      <a:cubicBezTo>
                        <a:pt x="382178" y="58562"/>
                        <a:pt x="380888" y="58240"/>
                        <a:pt x="380243" y="57273"/>
                      </a:cubicBezTo>
                      <a:cubicBezTo>
                        <a:pt x="379598" y="56628"/>
                        <a:pt x="378953" y="55982"/>
                        <a:pt x="378308" y="55338"/>
                      </a:cubicBezTo>
                      <a:cubicBezTo>
                        <a:pt x="376373" y="53725"/>
                        <a:pt x="374116" y="51146"/>
                        <a:pt x="371536" y="47921"/>
                      </a:cubicBezTo>
                      <a:cubicBezTo>
                        <a:pt x="368634" y="44374"/>
                        <a:pt x="365410" y="40504"/>
                        <a:pt x="362507" y="37925"/>
                      </a:cubicBezTo>
                      <a:cubicBezTo>
                        <a:pt x="360895" y="36635"/>
                        <a:pt x="360573" y="34055"/>
                        <a:pt x="362185" y="32120"/>
                      </a:cubicBezTo>
                      <a:cubicBezTo>
                        <a:pt x="363475" y="30508"/>
                        <a:pt x="366054" y="30186"/>
                        <a:pt x="367989" y="31798"/>
                      </a:cubicBezTo>
                      <a:cubicBezTo>
                        <a:pt x="371214" y="34700"/>
                        <a:pt x="374761" y="38892"/>
                        <a:pt x="377986" y="42762"/>
                      </a:cubicBezTo>
                      <a:cubicBezTo>
                        <a:pt x="380243" y="45341"/>
                        <a:pt x="382500" y="47921"/>
                        <a:pt x="383790" y="49211"/>
                      </a:cubicBezTo>
                      <a:cubicBezTo>
                        <a:pt x="384757" y="50178"/>
                        <a:pt x="385725" y="51146"/>
                        <a:pt x="386370" y="51791"/>
                      </a:cubicBezTo>
                      <a:cubicBezTo>
                        <a:pt x="387982" y="53403"/>
                        <a:pt x="387660" y="55982"/>
                        <a:pt x="386047" y="57595"/>
                      </a:cubicBezTo>
                      <a:cubicBezTo>
                        <a:pt x="385080" y="58240"/>
                        <a:pt x="384112" y="58562"/>
                        <a:pt x="383145" y="58562"/>
                      </a:cubicBezTo>
                      <a:close/>
                      <a:moveTo>
                        <a:pt x="455377" y="29863"/>
                      </a:moveTo>
                      <a:cubicBezTo>
                        <a:pt x="455055" y="29863"/>
                        <a:pt x="454732" y="29863"/>
                        <a:pt x="454410" y="29863"/>
                      </a:cubicBezTo>
                      <a:cubicBezTo>
                        <a:pt x="452152" y="29541"/>
                        <a:pt x="450863" y="27283"/>
                        <a:pt x="451508" y="25026"/>
                      </a:cubicBezTo>
                      <a:cubicBezTo>
                        <a:pt x="451508" y="24381"/>
                        <a:pt x="451830" y="23736"/>
                        <a:pt x="451830" y="23091"/>
                      </a:cubicBezTo>
                      <a:cubicBezTo>
                        <a:pt x="451830" y="21479"/>
                        <a:pt x="451508" y="20512"/>
                        <a:pt x="448928" y="20512"/>
                      </a:cubicBezTo>
                      <a:cubicBezTo>
                        <a:pt x="446671" y="20512"/>
                        <a:pt x="444413" y="20512"/>
                        <a:pt x="442156" y="20512"/>
                      </a:cubicBezTo>
                      <a:cubicBezTo>
                        <a:pt x="440221" y="20512"/>
                        <a:pt x="438609" y="20512"/>
                        <a:pt x="436997" y="20512"/>
                      </a:cubicBezTo>
                      <a:lnTo>
                        <a:pt x="435707" y="20512"/>
                      </a:lnTo>
                      <a:cubicBezTo>
                        <a:pt x="433450" y="20512"/>
                        <a:pt x="431837" y="18577"/>
                        <a:pt x="431837" y="16319"/>
                      </a:cubicBezTo>
                      <a:cubicBezTo>
                        <a:pt x="431837" y="14062"/>
                        <a:pt x="433772" y="12450"/>
                        <a:pt x="436029" y="12450"/>
                      </a:cubicBezTo>
                      <a:cubicBezTo>
                        <a:pt x="436029" y="12450"/>
                        <a:pt x="436029" y="12450"/>
                        <a:pt x="436029" y="12450"/>
                      </a:cubicBezTo>
                      <a:lnTo>
                        <a:pt x="437319" y="12450"/>
                      </a:lnTo>
                      <a:cubicBezTo>
                        <a:pt x="438931" y="12450"/>
                        <a:pt x="440544" y="12450"/>
                        <a:pt x="442479" y="12450"/>
                      </a:cubicBezTo>
                      <a:cubicBezTo>
                        <a:pt x="444413" y="12450"/>
                        <a:pt x="446671" y="12450"/>
                        <a:pt x="449250" y="12450"/>
                      </a:cubicBezTo>
                      <a:cubicBezTo>
                        <a:pt x="456022" y="12450"/>
                        <a:pt x="460214" y="16642"/>
                        <a:pt x="460214" y="23091"/>
                      </a:cubicBezTo>
                      <a:cubicBezTo>
                        <a:pt x="460214" y="24381"/>
                        <a:pt x="460214" y="25348"/>
                        <a:pt x="459892" y="26639"/>
                      </a:cubicBezTo>
                      <a:cubicBezTo>
                        <a:pt x="458924" y="28573"/>
                        <a:pt x="456989" y="29863"/>
                        <a:pt x="455377" y="29863"/>
                      </a:cubicBezTo>
                      <a:close/>
                      <a:moveTo>
                        <a:pt x="377018" y="18577"/>
                      </a:moveTo>
                      <a:cubicBezTo>
                        <a:pt x="375083" y="18577"/>
                        <a:pt x="373149" y="16965"/>
                        <a:pt x="373149" y="15030"/>
                      </a:cubicBezTo>
                      <a:cubicBezTo>
                        <a:pt x="372826" y="12772"/>
                        <a:pt x="374438" y="10838"/>
                        <a:pt x="376696" y="10515"/>
                      </a:cubicBezTo>
                      <a:cubicBezTo>
                        <a:pt x="384435" y="9870"/>
                        <a:pt x="387660" y="7290"/>
                        <a:pt x="391852" y="2776"/>
                      </a:cubicBezTo>
                      <a:cubicBezTo>
                        <a:pt x="394109" y="518"/>
                        <a:pt x="397334" y="-449"/>
                        <a:pt x="401203" y="196"/>
                      </a:cubicBezTo>
                      <a:cubicBezTo>
                        <a:pt x="403460" y="518"/>
                        <a:pt x="405073" y="2454"/>
                        <a:pt x="404750" y="4711"/>
                      </a:cubicBezTo>
                      <a:cubicBezTo>
                        <a:pt x="404428" y="6968"/>
                        <a:pt x="402493" y="8580"/>
                        <a:pt x="400236" y="8258"/>
                      </a:cubicBezTo>
                      <a:cubicBezTo>
                        <a:pt x="398946" y="8258"/>
                        <a:pt x="397978" y="8258"/>
                        <a:pt x="397656" y="8580"/>
                      </a:cubicBezTo>
                      <a:cubicBezTo>
                        <a:pt x="392819" y="13417"/>
                        <a:pt x="387982" y="17610"/>
                        <a:pt x="377341" y="18577"/>
                      </a:cubicBezTo>
                      <a:cubicBezTo>
                        <a:pt x="377341" y="18577"/>
                        <a:pt x="377341" y="18577"/>
                        <a:pt x="377018" y="18577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214FDCBE-AE45-49D1-8B22-F30C0C5CF0F5}"/>
                  </a:ext>
                </a:extLst>
              </p:cNvPr>
              <p:cNvSpPr/>
              <p:nvPr/>
            </p:nvSpPr>
            <p:spPr>
              <a:xfrm>
                <a:off x="4926989" y="5422935"/>
                <a:ext cx="451451" cy="870655"/>
              </a:xfrm>
              <a:custGeom>
                <a:avLst/>
                <a:gdLst>
                  <a:gd name="connsiteX0" fmla="*/ 463059 w 451450"/>
                  <a:gd name="connsiteY0" fmla="*/ 640093 h 870655"/>
                  <a:gd name="connsiteX1" fmla="*/ 444679 w 451450"/>
                  <a:gd name="connsiteY1" fmla="*/ 634288 h 870655"/>
                  <a:gd name="connsiteX2" fmla="*/ 434682 w 451450"/>
                  <a:gd name="connsiteY2" fmla="*/ 605912 h 870655"/>
                  <a:gd name="connsiteX3" fmla="*/ 438230 w 451450"/>
                  <a:gd name="connsiteY3" fmla="*/ 575600 h 870655"/>
                  <a:gd name="connsiteX4" fmla="*/ 444356 w 451450"/>
                  <a:gd name="connsiteY4" fmla="*/ 546578 h 870655"/>
                  <a:gd name="connsiteX5" fmla="*/ 438874 w 451450"/>
                  <a:gd name="connsiteY5" fmla="*/ 530455 h 870655"/>
                  <a:gd name="connsiteX6" fmla="*/ 448226 w 451450"/>
                  <a:gd name="connsiteY6" fmla="*/ 506270 h 870655"/>
                  <a:gd name="connsiteX7" fmla="*/ 425331 w 451450"/>
                  <a:gd name="connsiteY7" fmla="*/ 487567 h 870655"/>
                  <a:gd name="connsiteX8" fmla="*/ 400179 w 451450"/>
                  <a:gd name="connsiteY8" fmla="*/ 501111 h 870655"/>
                  <a:gd name="connsiteX9" fmla="*/ 370189 w 451450"/>
                  <a:gd name="connsiteY9" fmla="*/ 494016 h 870655"/>
                  <a:gd name="connsiteX10" fmla="*/ 357291 w 451450"/>
                  <a:gd name="connsiteY10" fmla="*/ 440165 h 870655"/>
                  <a:gd name="connsiteX11" fmla="*/ 367932 w 451450"/>
                  <a:gd name="connsiteY11" fmla="*/ 416947 h 870655"/>
                  <a:gd name="connsiteX12" fmla="*/ 357936 w 451450"/>
                  <a:gd name="connsiteY12" fmla="*/ 378574 h 870655"/>
                  <a:gd name="connsiteX13" fmla="*/ 342780 w 451450"/>
                  <a:gd name="connsiteY13" fmla="*/ 345360 h 870655"/>
                  <a:gd name="connsiteX14" fmla="*/ 337298 w 451450"/>
                  <a:gd name="connsiteY14" fmla="*/ 312146 h 870655"/>
                  <a:gd name="connsiteX15" fmla="*/ 304084 w 451450"/>
                  <a:gd name="connsiteY15" fmla="*/ 306019 h 870655"/>
                  <a:gd name="connsiteX16" fmla="*/ 308599 w 451450"/>
                  <a:gd name="connsiteY16" fmla="*/ 287961 h 870655"/>
                  <a:gd name="connsiteX17" fmla="*/ 272805 w 451450"/>
                  <a:gd name="connsiteY17" fmla="*/ 262809 h 870655"/>
                  <a:gd name="connsiteX18" fmla="*/ 252167 w 451450"/>
                  <a:gd name="connsiteY18" fmla="*/ 245719 h 870655"/>
                  <a:gd name="connsiteX19" fmla="*/ 284414 w 451450"/>
                  <a:gd name="connsiteY19" fmla="*/ 225081 h 870655"/>
                  <a:gd name="connsiteX20" fmla="*/ 290863 w 451450"/>
                  <a:gd name="connsiteY20" fmla="*/ 215084 h 870655"/>
                  <a:gd name="connsiteX21" fmla="*/ 276997 w 451450"/>
                  <a:gd name="connsiteY21" fmla="*/ 203153 h 870655"/>
                  <a:gd name="connsiteX22" fmla="*/ 253780 w 451450"/>
                  <a:gd name="connsiteY22" fmla="*/ 182838 h 870655"/>
                  <a:gd name="connsiteX23" fmla="*/ 207990 w 451450"/>
                  <a:gd name="connsiteY23" fmla="*/ 163167 h 870655"/>
                  <a:gd name="connsiteX24" fmla="*/ 162200 w 451450"/>
                  <a:gd name="connsiteY24" fmla="*/ 139950 h 870655"/>
                  <a:gd name="connsiteX25" fmla="*/ 138982 w 451450"/>
                  <a:gd name="connsiteY25" fmla="*/ 120280 h 870655"/>
                  <a:gd name="connsiteX26" fmla="*/ 104801 w 451450"/>
                  <a:gd name="connsiteY26" fmla="*/ 89968 h 870655"/>
                  <a:gd name="connsiteX27" fmla="*/ 94805 w 451450"/>
                  <a:gd name="connsiteY27" fmla="*/ 63203 h 870655"/>
                  <a:gd name="connsiteX28" fmla="*/ 80616 w 451450"/>
                  <a:gd name="connsiteY28" fmla="*/ 39986 h 870655"/>
                  <a:gd name="connsiteX29" fmla="*/ 60946 w 451450"/>
                  <a:gd name="connsiteY29" fmla="*/ 22895 h 870655"/>
                  <a:gd name="connsiteX30" fmla="*/ 23217 w 451450"/>
                  <a:gd name="connsiteY30" fmla="*/ 7739 h 870655"/>
                  <a:gd name="connsiteX31" fmla="*/ 0 w 451450"/>
                  <a:gd name="connsiteY31" fmla="*/ 0 h 870655"/>
                  <a:gd name="connsiteX32" fmla="*/ 10964 w 451450"/>
                  <a:gd name="connsiteY32" fmla="*/ 39986 h 870655"/>
                  <a:gd name="connsiteX33" fmla="*/ 35794 w 451450"/>
                  <a:gd name="connsiteY33" fmla="*/ 90935 h 870655"/>
                  <a:gd name="connsiteX34" fmla="*/ 86098 w 451450"/>
                  <a:gd name="connsiteY34" fmla="*/ 171552 h 870655"/>
                  <a:gd name="connsiteX35" fmla="*/ 111573 w 451450"/>
                  <a:gd name="connsiteY35" fmla="*/ 203798 h 870655"/>
                  <a:gd name="connsiteX36" fmla="*/ 122214 w 451450"/>
                  <a:gd name="connsiteY36" fmla="*/ 222501 h 870655"/>
                  <a:gd name="connsiteX37" fmla="*/ 139627 w 451450"/>
                  <a:gd name="connsiteY37" fmla="*/ 252812 h 870655"/>
                  <a:gd name="connsiteX38" fmla="*/ 154461 w 451450"/>
                  <a:gd name="connsiteY38" fmla="*/ 279577 h 870655"/>
                  <a:gd name="connsiteX39" fmla="*/ 177356 w 451450"/>
                  <a:gd name="connsiteY39" fmla="*/ 342780 h 870655"/>
                  <a:gd name="connsiteX40" fmla="*/ 186707 w 451450"/>
                  <a:gd name="connsiteY40" fmla="*/ 386313 h 870655"/>
                  <a:gd name="connsiteX41" fmla="*/ 215084 w 451450"/>
                  <a:gd name="connsiteY41" fmla="*/ 460803 h 870655"/>
                  <a:gd name="connsiteX42" fmla="*/ 247330 w 451450"/>
                  <a:gd name="connsiteY42" fmla="*/ 544643 h 870655"/>
                  <a:gd name="connsiteX43" fmla="*/ 254102 w 451450"/>
                  <a:gd name="connsiteY43" fmla="*/ 625259 h 870655"/>
                  <a:gd name="connsiteX44" fmla="*/ 277642 w 451450"/>
                  <a:gd name="connsiteY44" fmla="*/ 701039 h 870655"/>
                  <a:gd name="connsiteX45" fmla="*/ 301827 w 451450"/>
                  <a:gd name="connsiteY45" fmla="*/ 763597 h 870655"/>
                  <a:gd name="connsiteX46" fmla="*/ 320530 w 451450"/>
                  <a:gd name="connsiteY46" fmla="*/ 789717 h 870655"/>
                  <a:gd name="connsiteX47" fmla="*/ 366320 w 451450"/>
                  <a:gd name="connsiteY47" fmla="*/ 854855 h 870655"/>
                  <a:gd name="connsiteX48" fmla="*/ 409208 w 451450"/>
                  <a:gd name="connsiteY48" fmla="*/ 893873 h 870655"/>
                  <a:gd name="connsiteX49" fmla="*/ 412755 w 451450"/>
                  <a:gd name="connsiteY49" fmla="*/ 896130 h 870655"/>
                  <a:gd name="connsiteX50" fmla="*/ 434037 w 451450"/>
                  <a:gd name="connsiteY50" fmla="*/ 851630 h 870655"/>
                  <a:gd name="connsiteX51" fmla="*/ 433070 w 451450"/>
                  <a:gd name="connsiteY51" fmla="*/ 829702 h 870655"/>
                  <a:gd name="connsiteX52" fmla="*/ 432103 w 451450"/>
                  <a:gd name="connsiteY52" fmla="*/ 804550 h 870655"/>
                  <a:gd name="connsiteX53" fmla="*/ 432425 w 451450"/>
                  <a:gd name="connsiteY53" fmla="*/ 763274 h 870655"/>
                  <a:gd name="connsiteX54" fmla="*/ 428878 w 451450"/>
                  <a:gd name="connsiteY54" fmla="*/ 737800 h 870655"/>
                  <a:gd name="connsiteX55" fmla="*/ 444034 w 451450"/>
                  <a:gd name="connsiteY55" fmla="*/ 711357 h 870655"/>
                  <a:gd name="connsiteX56" fmla="*/ 463382 w 451450"/>
                  <a:gd name="connsiteY56" fmla="*/ 673307 h 870655"/>
                  <a:gd name="connsiteX57" fmla="*/ 463059 w 451450"/>
                  <a:gd name="connsiteY57" fmla="*/ 640093 h 870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451450" h="870655">
                    <a:moveTo>
                      <a:pt x="463059" y="640093"/>
                    </a:moveTo>
                    <a:cubicBezTo>
                      <a:pt x="452740" y="628484"/>
                      <a:pt x="452418" y="636868"/>
                      <a:pt x="444679" y="634288"/>
                    </a:cubicBezTo>
                    <a:cubicBezTo>
                      <a:pt x="436940" y="631709"/>
                      <a:pt x="430813" y="613651"/>
                      <a:pt x="434682" y="605912"/>
                    </a:cubicBezTo>
                    <a:cubicBezTo>
                      <a:pt x="438552" y="598172"/>
                      <a:pt x="438874" y="587209"/>
                      <a:pt x="438230" y="575600"/>
                    </a:cubicBezTo>
                    <a:cubicBezTo>
                      <a:pt x="437907" y="563991"/>
                      <a:pt x="447581" y="553995"/>
                      <a:pt x="444356" y="546578"/>
                    </a:cubicBezTo>
                    <a:cubicBezTo>
                      <a:pt x="441132" y="538839"/>
                      <a:pt x="435327" y="537549"/>
                      <a:pt x="438874" y="530455"/>
                    </a:cubicBezTo>
                    <a:cubicBezTo>
                      <a:pt x="442422" y="523361"/>
                      <a:pt x="449516" y="520458"/>
                      <a:pt x="448226" y="506270"/>
                    </a:cubicBezTo>
                    <a:cubicBezTo>
                      <a:pt x="446936" y="492082"/>
                      <a:pt x="434360" y="487567"/>
                      <a:pt x="425331" y="487567"/>
                    </a:cubicBezTo>
                    <a:cubicBezTo>
                      <a:pt x="416302" y="487567"/>
                      <a:pt x="406950" y="496918"/>
                      <a:pt x="400179" y="501111"/>
                    </a:cubicBezTo>
                    <a:cubicBezTo>
                      <a:pt x="393407" y="505302"/>
                      <a:pt x="376316" y="505302"/>
                      <a:pt x="370189" y="494016"/>
                    </a:cubicBezTo>
                    <a:cubicBezTo>
                      <a:pt x="364063" y="482730"/>
                      <a:pt x="357936" y="457255"/>
                      <a:pt x="357291" y="440165"/>
                    </a:cubicBezTo>
                    <a:cubicBezTo>
                      <a:pt x="356323" y="423074"/>
                      <a:pt x="363418" y="425976"/>
                      <a:pt x="367932" y="416947"/>
                    </a:cubicBezTo>
                    <a:cubicBezTo>
                      <a:pt x="372447" y="407918"/>
                      <a:pt x="377929" y="390828"/>
                      <a:pt x="357936" y="378574"/>
                    </a:cubicBezTo>
                    <a:cubicBezTo>
                      <a:pt x="337943" y="366320"/>
                      <a:pt x="319563" y="362451"/>
                      <a:pt x="342780" y="345360"/>
                    </a:cubicBezTo>
                    <a:cubicBezTo>
                      <a:pt x="365997" y="328269"/>
                      <a:pt x="348907" y="320208"/>
                      <a:pt x="337298" y="312146"/>
                    </a:cubicBezTo>
                    <a:cubicBezTo>
                      <a:pt x="325689" y="304085"/>
                      <a:pt x="315693" y="314726"/>
                      <a:pt x="304084" y="306019"/>
                    </a:cubicBezTo>
                    <a:cubicBezTo>
                      <a:pt x="292475" y="296990"/>
                      <a:pt x="309566" y="295378"/>
                      <a:pt x="308599" y="287961"/>
                    </a:cubicBezTo>
                    <a:cubicBezTo>
                      <a:pt x="307631" y="280867"/>
                      <a:pt x="286349" y="270871"/>
                      <a:pt x="272805" y="262809"/>
                    </a:cubicBezTo>
                    <a:cubicBezTo>
                      <a:pt x="259262" y="254748"/>
                      <a:pt x="252167" y="252812"/>
                      <a:pt x="252167" y="245719"/>
                    </a:cubicBezTo>
                    <a:cubicBezTo>
                      <a:pt x="252167" y="238624"/>
                      <a:pt x="269258" y="236689"/>
                      <a:pt x="284414" y="225081"/>
                    </a:cubicBezTo>
                    <a:cubicBezTo>
                      <a:pt x="287639" y="222501"/>
                      <a:pt x="289896" y="218954"/>
                      <a:pt x="290863" y="215084"/>
                    </a:cubicBezTo>
                    <a:cubicBezTo>
                      <a:pt x="286994" y="211215"/>
                      <a:pt x="282479" y="205410"/>
                      <a:pt x="276997" y="203153"/>
                    </a:cubicBezTo>
                    <a:cubicBezTo>
                      <a:pt x="268613" y="199606"/>
                      <a:pt x="268936" y="201863"/>
                      <a:pt x="253780" y="182838"/>
                    </a:cubicBezTo>
                    <a:cubicBezTo>
                      <a:pt x="238624" y="164135"/>
                      <a:pt x="220566" y="165747"/>
                      <a:pt x="207990" y="163167"/>
                    </a:cubicBezTo>
                    <a:cubicBezTo>
                      <a:pt x="195414" y="160588"/>
                      <a:pt x="171229" y="150591"/>
                      <a:pt x="162200" y="139950"/>
                    </a:cubicBezTo>
                    <a:cubicBezTo>
                      <a:pt x="153171" y="129309"/>
                      <a:pt x="157685" y="131888"/>
                      <a:pt x="138982" y="120280"/>
                    </a:cubicBezTo>
                    <a:cubicBezTo>
                      <a:pt x="120279" y="108671"/>
                      <a:pt x="113830" y="100609"/>
                      <a:pt x="104801" y="89968"/>
                    </a:cubicBezTo>
                    <a:cubicBezTo>
                      <a:pt x="95772" y="79327"/>
                      <a:pt x="94805" y="76425"/>
                      <a:pt x="94805" y="63203"/>
                    </a:cubicBezTo>
                    <a:cubicBezTo>
                      <a:pt x="94805" y="49982"/>
                      <a:pt x="79649" y="49015"/>
                      <a:pt x="80616" y="39986"/>
                    </a:cubicBezTo>
                    <a:cubicBezTo>
                      <a:pt x="81584" y="30957"/>
                      <a:pt x="70620" y="33859"/>
                      <a:pt x="60946" y="22895"/>
                    </a:cubicBezTo>
                    <a:cubicBezTo>
                      <a:pt x="50949" y="12254"/>
                      <a:pt x="42888" y="10319"/>
                      <a:pt x="23217" y="7739"/>
                    </a:cubicBezTo>
                    <a:cubicBezTo>
                      <a:pt x="17736" y="7094"/>
                      <a:pt x="9352" y="3870"/>
                      <a:pt x="0" y="0"/>
                    </a:cubicBezTo>
                    <a:cubicBezTo>
                      <a:pt x="4192" y="13543"/>
                      <a:pt x="8707" y="28055"/>
                      <a:pt x="10964" y="39986"/>
                    </a:cubicBezTo>
                    <a:cubicBezTo>
                      <a:pt x="14188" y="57399"/>
                      <a:pt x="29022" y="74812"/>
                      <a:pt x="35794" y="90935"/>
                    </a:cubicBezTo>
                    <a:cubicBezTo>
                      <a:pt x="42565" y="107059"/>
                      <a:pt x="78681" y="161555"/>
                      <a:pt x="86098" y="171552"/>
                    </a:cubicBezTo>
                    <a:cubicBezTo>
                      <a:pt x="93515" y="181548"/>
                      <a:pt x="106413" y="198316"/>
                      <a:pt x="111573" y="203798"/>
                    </a:cubicBezTo>
                    <a:cubicBezTo>
                      <a:pt x="116732" y="209280"/>
                      <a:pt x="120279" y="211215"/>
                      <a:pt x="122214" y="222501"/>
                    </a:cubicBezTo>
                    <a:cubicBezTo>
                      <a:pt x="124149" y="233787"/>
                      <a:pt x="132210" y="247976"/>
                      <a:pt x="139627" y="252812"/>
                    </a:cubicBezTo>
                    <a:cubicBezTo>
                      <a:pt x="147044" y="257650"/>
                      <a:pt x="149624" y="270871"/>
                      <a:pt x="154461" y="279577"/>
                    </a:cubicBezTo>
                    <a:cubicBezTo>
                      <a:pt x="159298" y="288284"/>
                      <a:pt x="169939" y="315048"/>
                      <a:pt x="177356" y="342780"/>
                    </a:cubicBezTo>
                    <a:cubicBezTo>
                      <a:pt x="184772" y="370190"/>
                      <a:pt x="182193" y="366965"/>
                      <a:pt x="186707" y="386313"/>
                    </a:cubicBezTo>
                    <a:cubicBezTo>
                      <a:pt x="191544" y="405661"/>
                      <a:pt x="194769" y="414690"/>
                      <a:pt x="215084" y="460803"/>
                    </a:cubicBezTo>
                    <a:cubicBezTo>
                      <a:pt x="235399" y="506915"/>
                      <a:pt x="241849" y="521426"/>
                      <a:pt x="247330" y="544643"/>
                    </a:cubicBezTo>
                    <a:cubicBezTo>
                      <a:pt x="252812" y="568183"/>
                      <a:pt x="249265" y="596238"/>
                      <a:pt x="254102" y="625259"/>
                    </a:cubicBezTo>
                    <a:cubicBezTo>
                      <a:pt x="258939" y="654282"/>
                      <a:pt x="265388" y="681691"/>
                      <a:pt x="277642" y="701039"/>
                    </a:cubicBezTo>
                    <a:cubicBezTo>
                      <a:pt x="289896" y="720386"/>
                      <a:pt x="297957" y="753601"/>
                      <a:pt x="301827" y="763597"/>
                    </a:cubicBezTo>
                    <a:cubicBezTo>
                      <a:pt x="305697" y="773593"/>
                      <a:pt x="318595" y="781655"/>
                      <a:pt x="320530" y="789717"/>
                    </a:cubicBezTo>
                    <a:cubicBezTo>
                      <a:pt x="322465" y="797778"/>
                      <a:pt x="346650" y="838086"/>
                      <a:pt x="366320" y="854855"/>
                    </a:cubicBezTo>
                    <a:cubicBezTo>
                      <a:pt x="385668" y="871623"/>
                      <a:pt x="381153" y="875815"/>
                      <a:pt x="409208" y="893873"/>
                    </a:cubicBezTo>
                    <a:cubicBezTo>
                      <a:pt x="410498" y="894518"/>
                      <a:pt x="411465" y="895485"/>
                      <a:pt x="412755" y="896130"/>
                    </a:cubicBezTo>
                    <a:cubicBezTo>
                      <a:pt x="428233" y="882587"/>
                      <a:pt x="427588" y="859369"/>
                      <a:pt x="434037" y="851630"/>
                    </a:cubicBezTo>
                    <a:cubicBezTo>
                      <a:pt x="443389" y="840343"/>
                      <a:pt x="439519" y="840343"/>
                      <a:pt x="433070" y="829702"/>
                    </a:cubicBezTo>
                    <a:cubicBezTo>
                      <a:pt x="426943" y="819061"/>
                      <a:pt x="425976" y="815514"/>
                      <a:pt x="432103" y="804550"/>
                    </a:cubicBezTo>
                    <a:cubicBezTo>
                      <a:pt x="438230" y="793909"/>
                      <a:pt x="438874" y="771981"/>
                      <a:pt x="432425" y="763274"/>
                    </a:cubicBezTo>
                    <a:cubicBezTo>
                      <a:pt x="426298" y="754890"/>
                      <a:pt x="421784" y="747151"/>
                      <a:pt x="428878" y="737800"/>
                    </a:cubicBezTo>
                    <a:cubicBezTo>
                      <a:pt x="435972" y="728448"/>
                      <a:pt x="443711" y="728448"/>
                      <a:pt x="444034" y="711357"/>
                    </a:cubicBezTo>
                    <a:cubicBezTo>
                      <a:pt x="444356" y="694267"/>
                      <a:pt x="455643" y="683625"/>
                      <a:pt x="463382" y="673307"/>
                    </a:cubicBezTo>
                    <a:cubicBezTo>
                      <a:pt x="473056" y="663310"/>
                      <a:pt x="473378" y="651702"/>
                      <a:pt x="463059" y="64009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47" name="Graphic 4">
                <a:extLst>
                  <a:ext uri="{FF2B5EF4-FFF2-40B4-BE49-F238E27FC236}">
                    <a16:creationId xmlns:a16="http://schemas.microsoft.com/office/drawing/2014/main" id="{C6468D75-84D2-2AA8-A0FE-3AC81017D3CC}"/>
                  </a:ext>
                </a:extLst>
              </p:cNvPr>
              <p:cNvGrpSpPr/>
              <p:nvPr/>
            </p:nvGrpSpPr>
            <p:grpSpPr>
              <a:xfrm>
                <a:off x="4922152" y="5414873"/>
                <a:ext cx="479505" cy="922450"/>
                <a:chOff x="4922152" y="5414873"/>
                <a:chExt cx="479505" cy="922450"/>
              </a:xfrm>
              <a:grpFill/>
            </p:grpSpPr>
            <p:sp>
              <p:nvSpPr>
                <p:cNvPr id="167" name="Freeform: Shape 166">
                  <a:extLst>
                    <a:ext uri="{FF2B5EF4-FFF2-40B4-BE49-F238E27FC236}">
                      <a16:creationId xmlns:a16="http://schemas.microsoft.com/office/drawing/2014/main" id="{DF4A345C-E21A-A38A-D9EB-1D8D66F31E0A}"/>
                    </a:ext>
                  </a:extLst>
                </p:cNvPr>
                <p:cNvSpPr/>
                <p:nvPr/>
              </p:nvSpPr>
              <p:spPr>
                <a:xfrm>
                  <a:off x="5205770" y="5624325"/>
                  <a:ext cx="32246" cy="32246"/>
                </a:xfrm>
                <a:custGeom>
                  <a:avLst/>
                  <a:gdLst>
                    <a:gd name="connsiteX0" fmla="*/ 5633 w 0"/>
                    <a:gd name="connsiteY0" fmla="*/ 28205 h 0"/>
                    <a:gd name="connsiteX1" fmla="*/ 2408 w 0"/>
                    <a:gd name="connsiteY1" fmla="*/ 26593 h 0"/>
                    <a:gd name="connsiteX2" fmla="*/ 3376 w 0"/>
                    <a:gd name="connsiteY2" fmla="*/ 21111 h 0"/>
                    <a:gd name="connsiteX3" fmla="*/ 4343 w 0"/>
                    <a:gd name="connsiteY3" fmla="*/ 20466 h 0"/>
                    <a:gd name="connsiteX4" fmla="*/ 8858 w 0"/>
                    <a:gd name="connsiteY4" fmla="*/ 14662 h 0"/>
                    <a:gd name="connsiteX5" fmla="*/ 7890 w 0"/>
                    <a:gd name="connsiteY5" fmla="*/ 13694 h 0"/>
                    <a:gd name="connsiteX6" fmla="*/ 1441 w 0"/>
                    <a:gd name="connsiteY6" fmla="*/ 7245 h 0"/>
                    <a:gd name="connsiteX7" fmla="*/ 796 w 0"/>
                    <a:gd name="connsiteY7" fmla="*/ 1441 h 0"/>
                    <a:gd name="connsiteX8" fmla="*/ 6600 w 0"/>
                    <a:gd name="connsiteY8" fmla="*/ 796 h 0"/>
                    <a:gd name="connsiteX9" fmla="*/ 14017 w 0"/>
                    <a:gd name="connsiteY9" fmla="*/ 8212 h 0"/>
                    <a:gd name="connsiteX10" fmla="*/ 16274 w 0"/>
                    <a:gd name="connsiteY10" fmla="*/ 10792 h 0"/>
                    <a:gd name="connsiteX11" fmla="*/ 17887 w 0"/>
                    <a:gd name="connsiteY11" fmla="*/ 12405 h 0"/>
                    <a:gd name="connsiteX12" fmla="*/ 17242 w 0"/>
                    <a:gd name="connsiteY12" fmla="*/ 14662 h 0"/>
                    <a:gd name="connsiteX13" fmla="*/ 9180 w 0"/>
                    <a:gd name="connsiteY13" fmla="*/ 26593 h 0"/>
                    <a:gd name="connsiteX14" fmla="*/ 7890 w 0"/>
                    <a:gd name="connsiteY14" fmla="*/ 27560 h 0"/>
                    <a:gd name="connsiteX15" fmla="*/ 5633 w 0"/>
                    <a:gd name="connsiteY15" fmla="*/ 2820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>
                      <a:moveTo>
                        <a:pt x="5633" y="28205"/>
                      </a:moveTo>
                      <a:cubicBezTo>
                        <a:pt x="4343" y="28205"/>
                        <a:pt x="3053" y="27560"/>
                        <a:pt x="2408" y="26593"/>
                      </a:cubicBezTo>
                      <a:cubicBezTo>
                        <a:pt x="1118" y="24658"/>
                        <a:pt x="1441" y="22401"/>
                        <a:pt x="3376" y="21111"/>
                      </a:cubicBezTo>
                      <a:lnTo>
                        <a:pt x="4343" y="20466"/>
                      </a:lnTo>
                      <a:cubicBezTo>
                        <a:pt x="6278" y="19176"/>
                        <a:pt x="7568" y="17241"/>
                        <a:pt x="8858" y="14662"/>
                      </a:cubicBezTo>
                      <a:cubicBezTo>
                        <a:pt x="8535" y="14339"/>
                        <a:pt x="8213" y="14017"/>
                        <a:pt x="7890" y="13694"/>
                      </a:cubicBezTo>
                      <a:cubicBezTo>
                        <a:pt x="5955" y="11437"/>
                        <a:pt x="3698" y="9180"/>
                        <a:pt x="1441" y="7245"/>
                      </a:cubicBezTo>
                      <a:cubicBezTo>
                        <a:pt x="-172" y="5955"/>
                        <a:pt x="-494" y="3376"/>
                        <a:pt x="796" y="1441"/>
                      </a:cubicBezTo>
                      <a:cubicBezTo>
                        <a:pt x="2086" y="-172"/>
                        <a:pt x="4665" y="-494"/>
                        <a:pt x="6600" y="796"/>
                      </a:cubicBezTo>
                      <a:cubicBezTo>
                        <a:pt x="9502" y="3053"/>
                        <a:pt x="11760" y="5633"/>
                        <a:pt x="14017" y="8212"/>
                      </a:cubicBezTo>
                      <a:cubicBezTo>
                        <a:pt x="14984" y="9180"/>
                        <a:pt x="15629" y="10147"/>
                        <a:pt x="16274" y="10792"/>
                      </a:cubicBezTo>
                      <a:lnTo>
                        <a:pt x="17887" y="12405"/>
                      </a:lnTo>
                      <a:lnTo>
                        <a:pt x="17242" y="14662"/>
                      </a:lnTo>
                      <a:cubicBezTo>
                        <a:pt x="15629" y="19821"/>
                        <a:pt x="13050" y="23691"/>
                        <a:pt x="9180" y="26593"/>
                      </a:cubicBezTo>
                      <a:lnTo>
                        <a:pt x="7890" y="27560"/>
                      </a:lnTo>
                      <a:cubicBezTo>
                        <a:pt x="7245" y="27883"/>
                        <a:pt x="6278" y="28205"/>
                        <a:pt x="5633" y="2820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Freeform: Shape 167">
                  <a:extLst>
                    <a:ext uri="{FF2B5EF4-FFF2-40B4-BE49-F238E27FC236}">
                      <a16:creationId xmlns:a16="http://schemas.microsoft.com/office/drawing/2014/main" id="{AFB93207-BF56-1DB5-B0D2-27AACE173598}"/>
                    </a:ext>
                  </a:extLst>
                </p:cNvPr>
                <p:cNvSpPr/>
                <p:nvPr/>
              </p:nvSpPr>
              <p:spPr>
                <a:xfrm>
                  <a:off x="4973367" y="5431907"/>
                  <a:ext cx="193479" cy="161232"/>
                </a:xfrm>
                <a:custGeom>
                  <a:avLst/>
                  <a:gdLst>
                    <a:gd name="connsiteX0" fmla="*/ 208047 w 193478"/>
                    <a:gd name="connsiteY0" fmla="*/ 177090 h 161232"/>
                    <a:gd name="connsiteX1" fmla="*/ 204822 w 193478"/>
                    <a:gd name="connsiteY1" fmla="*/ 175478 h 161232"/>
                    <a:gd name="connsiteX2" fmla="*/ 185152 w 193478"/>
                    <a:gd name="connsiteY2" fmla="*/ 161934 h 161232"/>
                    <a:gd name="connsiteX3" fmla="*/ 182572 w 193478"/>
                    <a:gd name="connsiteY3" fmla="*/ 156775 h 161232"/>
                    <a:gd name="connsiteX4" fmla="*/ 187732 w 193478"/>
                    <a:gd name="connsiteY4" fmla="*/ 154195 h 161232"/>
                    <a:gd name="connsiteX5" fmla="*/ 210949 w 193478"/>
                    <a:gd name="connsiteY5" fmla="*/ 170318 h 161232"/>
                    <a:gd name="connsiteX6" fmla="*/ 210304 w 193478"/>
                    <a:gd name="connsiteY6" fmla="*/ 176123 h 161232"/>
                    <a:gd name="connsiteX7" fmla="*/ 208047 w 193478"/>
                    <a:gd name="connsiteY7" fmla="*/ 177090 h 161232"/>
                    <a:gd name="connsiteX8" fmla="*/ 150648 w 193478"/>
                    <a:gd name="connsiteY8" fmla="*/ 154518 h 161232"/>
                    <a:gd name="connsiteX9" fmla="*/ 149358 w 193478"/>
                    <a:gd name="connsiteY9" fmla="*/ 154195 h 161232"/>
                    <a:gd name="connsiteX10" fmla="*/ 124851 w 193478"/>
                    <a:gd name="connsiteY10" fmla="*/ 142264 h 161232"/>
                    <a:gd name="connsiteX11" fmla="*/ 123561 w 193478"/>
                    <a:gd name="connsiteY11" fmla="*/ 136782 h 161232"/>
                    <a:gd name="connsiteX12" fmla="*/ 129043 w 193478"/>
                    <a:gd name="connsiteY12" fmla="*/ 135492 h 161232"/>
                    <a:gd name="connsiteX13" fmla="*/ 151938 w 193478"/>
                    <a:gd name="connsiteY13" fmla="*/ 146456 h 161232"/>
                    <a:gd name="connsiteX14" fmla="*/ 154195 w 193478"/>
                    <a:gd name="connsiteY14" fmla="*/ 151616 h 161232"/>
                    <a:gd name="connsiteX15" fmla="*/ 150648 w 193478"/>
                    <a:gd name="connsiteY15" fmla="*/ 154518 h 161232"/>
                    <a:gd name="connsiteX16" fmla="*/ 99376 w 193478"/>
                    <a:gd name="connsiteY16" fmla="*/ 118401 h 161232"/>
                    <a:gd name="connsiteX17" fmla="*/ 97119 w 193478"/>
                    <a:gd name="connsiteY17" fmla="*/ 117757 h 161232"/>
                    <a:gd name="connsiteX18" fmla="*/ 91637 w 193478"/>
                    <a:gd name="connsiteY18" fmla="*/ 114210 h 161232"/>
                    <a:gd name="connsiteX19" fmla="*/ 74869 w 193478"/>
                    <a:gd name="connsiteY19" fmla="*/ 102278 h 161232"/>
                    <a:gd name="connsiteX20" fmla="*/ 74546 w 193478"/>
                    <a:gd name="connsiteY20" fmla="*/ 96474 h 161232"/>
                    <a:gd name="connsiteX21" fmla="*/ 80351 w 193478"/>
                    <a:gd name="connsiteY21" fmla="*/ 96152 h 161232"/>
                    <a:gd name="connsiteX22" fmla="*/ 96152 w 193478"/>
                    <a:gd name="connsiteY22" fmla="*/ 107438 h 161232"/>
                    <a:gd name="connsiteX23" fmla="*/ 101633 w 193478"/>
                    <a:gd name="connsiteY23" fmla="*/ 110985 h 161232"/>
                    <a:gd name="connsiteX24" fmla="*/ 102923 w 193478"/>
                    <a:gd name="connsiteY24" fmla="*/ 116467 h 161232"/>
                    <a:gd name="connsiteX25" fmla="*/ 99376 w 193478"/>
                    <a:gd name="connsiteY25" fmla="*/ 118401 h 161232"/>
                    <a:gd name="connsiteX26" fmla="*/ 53264 w 193478"/>
                    <a:gd name="connsiteY26" fmla="*/ 75836 h 161232"/>
                    <a:gd name="connsiteX27" fmla="*/ 49717 w 193478"/>
                    <a:gd name="connsiteY27" fmla="*/ 73901 h 161232"/>
                    <a:gd name="connsiteX28" fmla="*/ 45847 w 193478"/>
                    <a:gd name="connsiteY28" fmla="*/ 53908 h 161232"/>
                    <a:gd name="connsiteX29" fmla="*/ 44557 w 193478"/>
                    <a:gd name="connsiteY29" fmla="*/ 48426 h 161232"/>
                    <a:gd name="connsiteX30" fmla="*/ 45847 w 193478"/>
                    <a:gd name="connsiteY30" fmla="*/ 42945 h 161232"/>
                    <a:gd name="connsiteX31" fmla="*/ 51329 w 193478"/>
                    <a:gd name="connsiteY31" fmla="*/ 44235 h 161232"/>
                    <a:gd name="connsiteX32" fmla="*/ 53909 w 193478"/>
                    <a:gd name="connsiteY32" fmla="*/ 53586 h 161232"/>
                    <a:gd name="connsiteX33" fmla="*/ 56811 w 193478"/>
                    <a:gd name="connsiteY33" fmla="*/ 69709 h 161232"/>
                    <a:gd name="connsiteX34" fmla="*/ 55199 w 193478"/>
                    <a:gd name="connsiteY34" fmla="*/ 75191 h 161232"/>
                    <a:gd name="connsiteX35" fmla="*/ 53264 w 193478"/>
                    <a:gd name="connsiteY35" fmla="*/ 75836 h 161232"/>
                    <a:gd name="connsiteX36" fmla="*/ 24887 w 193478"/>
                    <a:gd name="connsiteY36" fmla="*/ 24242 h 161232"/>
                    <a:gd name="connsiteX37" fmla="*/ 22952 w 193478"/>
                    <a:gd name="connsiteY37" fmla="*/ 23919 h 161232"/>
                    <a:gd name="connsiteX38" fmla="*/ 12956 w 193478"/>
                    <a:gd name="connsiteY38" fmla="*/ 16180 h 161232"/>
                    <a:gd name="connsiteX39" fmla="*/ 2314 w 193478"/>
                    <a:gd name="connsiteY39" fmla="*/ 7796 h 161232"/>
                    <a:gd name="connsiteX40" fmla="*/ 379 w 193478"/>
                    <a:gd name="connsiteY40" fmla="*/ 2314 h 161232"/>
                    <a:gd name="connsiteX41" fmla="*/ 5861 w 193478"/>
                    <a:gd name="connsiteY41" fmla="*/ 379 h 161232"/>
                    <a:gd name="connsiteX42" fmla="*/ 19082 w 193478"/>
                    <a:gd name="connsiteY42" fmla="*/ 10698 h 161232"/>
                    <a:gd name="connsiteX43" fmla="*/ 26822 w 193478"/>
                    <a:gd name="connsiteY43" fmla="*/ 16503 h 161232"/>
                    <a:gd name="connsiteX44" fmla="*/ 28434 w 193478"/>
                    <a:gd name="connsiteY44" fmla="*/ 21985 h 161232"/>
                    <a:gd name="connsiteX45" fmla="*/ 24887 w 193478"/>
                    <a:gd name="connsiteY45" fmla="*/ 24242 h 161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</a:cxnLst>
                  <a:rect l="l" t="t" r="r" b="b"/>
                  <a:pathLst>
                    <a:path w="193478" h="161232">
                      <a:moveTo>
                        <a:pt x="208047" y="177090"/>
                      </a:moveTo>
                      <a:cubicBezTo>
                        <a:pt x="206757" y="177090"/>
                        <a:pt x="205789" y="176445"/>
                        <a:pt x="204822" y="175478"/>
                      </a:cubicBezTo>
                      <a:cubicBezTo>
                        <a:pt x="199340" y="168706"/>
                        <a:pt x="192891" y="164514"/>
                        <a:pt x="185152" y="161934"/>
                      </a:cubicBezTo>
                      <a:cubicBezTo>
                        <a:pt x="182895" y="161289"/>
                        <a:pt x="181927" y="159032"/>
                        <a:pt x="182572" y="156775"/>
                      </a:cubicBezTo>
                      <a:cubicBezTo>
                        <a:pt x="183217" y="154518"/>
                        <a:pt x="185474" y="153550"/>
                        <a:pt x="187732" y="154195"/>
                      </a:cubicBezTo>
                      <a:cubicBezTo>
                        <a:pt x="197083" y="157097"/>
                        <a:pt x="204500" y="162579"/>
                        <a:pt x="210949" y="170318"/>
                      </a:cubicBezTo>
                      <a:cubicBezTo>
                        <a:pt x="212239" y="171931"/>
                        <a:pt x="212239" y="174510"/>
                        <a:pt x="210304" y="176123"/>
                      </a:cubicBezTo>
                      <a:cubicBezTo>
                        <a:pt x="209982" y="177090"/>
                        <a:pt x="209014" y="177090"/>
                        <a:pt x="208047" y="177090"/>
                      </a:cubicBezTo>
                      <a:close/>
                      <a:moveTo>
                        <a:pt x="150648" y="154518"/>
                      </a:moveTo>
                      <a:cubicBezTo>
                        <a:pt x="150326" y="154518"/>
                        <a:pt x="149681" y="154518"/>
                        <a:pt x="149358" y="154195"/>
                      </a:cubicBezTo>
                      <a:cubicBezTo>
                        <a:pt x="143876" y="152260"/>
                        <a:pt x="133880" y="148068"/>
                        <a:pt x="124851" y="142264"/>
                      </a:cubicBezTo>
                      <a:cubicBezTo>
                        <a:pt x="122916" y="140974"/>
                        <a:pt x="122594" y="138394"/>
                        <a:pt x="123561" y="136782"/>
                      </a:cubicBezTo>
                      <a:cubicBezTo>
                        <a:pt x="124851" y="134847"/>
                        <a:pt x="127431" y="134525"/>
                        <a:pt x="129043" y="135492"/>
                      </a:cubicBezTo>
                      <a:cubicBezTo>
                        <a:pt x="135170" y="139362"/>
                        <a:pt x="143554" y="143554"/>
                        <a:pt x="151938" y="146456"/>
                      </a:cubicBezTo>
                      <a:cubicBezTo>
                        <a:pt x="153873" y="147101"/>
                        <a:pt x="155163" y="149680"/>
                        <a:pt x="154195" y="151616"/>
                      </a:cubicBezTo>
                      <a:cubicBezTo>
                        <a:pt x="153873" y="153228"/>
                        <a:pt x="152260" y="154518"/>
                        <a:pt x="150648" y="154518"/>
                      </a:cubicBezTo>
                      <a:close/>
                      <a:moveTo>
                        <a:pt x="99376" y="118401"/>
                      </a:moveTo>
                      <a:cubicBezTo>
                        <a:pt x="98731" y="118401"/>
                        <a:pt x="97764" y="118079"/>
                        <a:pt x="97119" y="117757"/>
                      </a:cubicBezTo>
                      <a:lnTo>
                        <a:pt x="91637" y="114210"/>
                      </a:lnTo>
                      <a:cubicBezTo>
                        <a:pt x="85188" y="110017"/>
                        <a:pt x="79706" y="106148"/>
                        <a:pt x="74869" y="102278"/>
                      </a:cubicBezTo>
                      <a:cubicBezTo>
                        <a:pt x="73256" y="100988"/>
                        <a:pt x="72934" y="98409"/>
                        <a:pt x="74546" y="96474"/>
                      </a:cubicBezTo>
                      <a:cubicBezTo>
                        <a:pt x="75836" y="94861"/>
                        <a:pt x="78416" y="94539"/>
                        <a:pt x="80351" y="96152"/>
                      </a:cubicBezTo>
                      <a:cubicBezTo>
                        <a:pt x="84543" y="99699"/>
                        <a:pt x="89702" y="103568"/>
                        <a:pt x="96152" y="107438"/>
                      </a:cubicBezTo>
                      <a:lnTo>
                        <a:pt x="101633" y="110985"/>
                      </a:lnTo>
                      <a:cubicBezTo>
                        <a:pt x="103568" y="112275"/>
                        <a:pt x="104213" y="114532"/>
                        <a:pt x="102923" y="116467"/>
                      </a:cubicBezTo>
                      <a:cubicBezTo>
                        <a:pt x="101956" y="117757"/>
                        <a:pt x="100666" y="118401"/>
                        <a:pt x="99376" y="118401"/>
                      </a:cubicBezTo>
                      <a:close/>
                      <a:moveTo>
                        <a:pt x="53264" y="75836"/>
                      </a:moveTo>
                      <a:cubicBezTo>
                        <a:pt x="51974" y="75836"/>
                        <a:pt x="50684" y="75191"/>
                        <a:pt x="49717" y="73901"/>
                      </a:cubicBezTo>
                      <a:cubicBezTo>
                        <a:pt x="46169" y="68097"/>
                        <a:pt x="45847" y="62938"/>
                        <a:pt x="45847" y="53908"/>
                      </a:cubicBezTo>
                      <a:cubicBezTo>
                        <a:pt x="45847" y="51974"/>
                        <a:pt x="45524" y="50039"/>
                        <a:pt x="44557" y="48426"/>
                      </a:cubicBezTo>
                      <a:cubicBezTo>
                        <a:pt x="43267" y="46492"/>
                        <a:pt x="43912" y="43912"/>
                        <a:pt x="45847" y="42945"/>
                      </a:cubicBezTo>
                      <a:cubicBezTo>
                        <a:pt x="47782" y="41655"/>
                        <a:pt x="50361" y="42300"/>
                        <a:pt x="51329" y="44235"/>
                      </a:cubicBezTo>
                      <a:cubicBezTo>
                        <a:pt x="52941" y="47137"/>
                        <a:pt x="53909" y="50361"/>
                        <a:pt x="53909" y="53586"/>
                      </a:cubicBezTo>
                      <a:cubicBezTo>
                        <a:pt x="53909" y="62293"/>
                        <a:pt x="54231" y="65517"/>
                        <a:pt x="56811" y="69709"/>
                      </a:cubicBezTo>
                      <a:cubicBezTo>
                        <a:pt x="57778" y="71644"/>
                        <a:pt x="57133" y="74224"/>
                        <a:pt x="55199" y="75191"/>
                      </a:cubicBezTo>
                      <a:cubicBezTo>
                        <a:pt x="54554" y="75514"/>
                        <a:pt x="53909" y="75836"/>
                        <a:pt x="53264" y="75836"/>
                      </a:cubicBezTo>
                      <a:close/>
                      <a:moveTo>
                        <a:pt x="24887" y="24242"/>
                      </a:moveTo>
                      <a:cubicBezTo>
                        <a:pt x="24242" y="24242"/>
                        <a:pt x="23597" y="24242"/>
                        <a:pt x="22952" y="23919"/>
                      </a:cubicBezTo>
                      <a:cubicBezTo>
                        <a:pt x="19082" y="21662"/>
                        <a:pt x="15858" y="19405"/>
                        <a:pt x="12956" y="16180"/>
                      </a:cubicBezTo>
                      <a:cubicBezTo>
                        <a:pt x="9408" y="12311"/>
                        <a:pt x="5861" y="9731"/>
                        <a:pt x="2314" y="7796"/>
                      </a:cubicBezTo>
                      <a:cubicBezTo>
                        <a:pt x="379" y="6829"/>
                        <a:pt x="-588" y="4571"/>
                        <a:pt x="379" y="2314"/>
                      </a:cubicBezTo>
                      <a:cubicBezTo>
                        <a:pt x="1347" y="379"/>
                        <a:pt x="3604" y="-588"/>
                        <a:pt x="5861" y="379"/>
                      </a:cubicBezTo>
                      <a:cubicBezTo>
                        <a:pt x="10698" y="2636"/>
                        <a:pt x="14568" y="5861"/>
                        <a:pt x="19082" y="10698"/>
                      </a:cubicBezTo>
                      <a:cubicBezTo>
                        <a:pt x="21985" y="13923"/>
                        <a:pt x="24887" y="15535"/>
                        <a:pt x="26822" y="16503"/>
                      </a:cubicBezTo>
                      <a:cubicBezTo>
                        <a:pt x="28756" y="17470"/>
                        <a:pt x="29401" y="20050"/>
                        <a:pt x="28434" y="21985"/>
                      </a:cubicBezTo>
                      <a:cubicBezTo>
                        <a:pt x="27789" y="23274"/>
                        <a:pt x="26177" y="24242"/>
                        <a:pt x="24887" y="2424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Freeform: Shape 168">
                  <a:extLst>
                    <a:ext uri="{FF2B5EF4-FFF2-40B4-BE49-F238E27FC236}">
                      <a16:creationId xmlns:a16="http://schemas.microsoft.com/office/drawing/2014/main" id="{CE99D759-4928-9874-290F-E27505BBD246}"/>
                    </a:ext>
                  </a:extLst>
                </p:cNvPr>
                <p:cNvSpPr/>
                <p:nvPr/>
              </p:nvSpPr>
              <p:spPr>
                <a:xfrm>
                  <a:off x="4922152" y="5414873"/>
                  <a:ext cx="32246" cy="32246"/>
                </a:xfrm>
                <a:custGeom>
                  <a:avLst/>
                  <a:gdLst>
                    <a:gd name="connsiteX0" fmla="*/ 10319 w 0"/>
                    <a:gd name="connsiteY0" fmla="*/ 24185 h 0"/>
                    <a:gd name="connsiteX1" fmla="*/ 6449 w 0"/>
                    <a:gd name="connsiteY1" fmla="*/ 21283 h 0"/>
                    <a:gd name="connsiteX2" fmla="*/ 2580 w 0"/>
                    <a:gd name="connsiteY2" fmla="*/ 8384 h 0"/>
                    <a:gd name="connsiteX3" fmla="*/ 0 w 0"/>
                    <a:gd name="connsiteY3" fmla="*/ 0 h 0"/>
                    <a:gd name="connsiteX4" fmla="*/ 8062 w 0"/>
                    <a:gd name="connsiteY4" fmla="*/ 3547 h 0"/>
                    <a:gd name="connsiteX5" fmla="*/ 20315 w 0"/>
                    <a:gd name="connsiteY5" fmla="*/ 8384 h 0"/>
                    <a:gd name="connsiteX6" fmla="*/ 22895 w 0"/>
                    <a:gd name="connsiteY6" fmla="*/ 13543 h 0"/>
                    <a:gd name="connsiteX7" fmla="*/ 17736 w 0"/>
                    <a:gd name="connsiteY7" fmla="*/ 16123 h 0"/>
                    <a:gd name="connsiteX8" fmla="*/ 12899 w 0"/>
                    <a:gd name="connsiteY8" fmla="*/ 14511 h 0"/>
                    <a:gd name="connsiteX9" fmla="*/ 14189 w 0"/>
                    <a:gd name="connsiteY9" fmla="*/ 19348 h 0"/>
                    <a:gd name="connsiteX10" fmla="*/ 11609 w 0"/>
                    <a:gd name="connsiteY10" fmla="*/ 24508 h 0"/>
                    <a:gd name="connsiteX11" fmla="*/ 10319 w 0"/>
                    <a:gd name="connsiteY11" fmla="*/ 2418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10319" y="24185"/>
                      </a:moveTo>
                      <a:cubicBezTo>
                        <a:pt x="8707" y="24185"/>
                        <a:pt x="7094" y="23218"/>
                        <a:pt x="6449" y="21283"/>
                      </a:cubicBezTo>
                      <a:cubicBezTo>
                        <a:pt x="5160" y="17091"/>
                        <a:pt x="3870" y="12576"/>
                        <a:pt x="2580" y="8384"/>
                      </a:cubicBezTo>
                      <a:lnTo>
                        <a:pt x="0" y="0"/>
                      </a:lnTo>
                      <a:lnTo>
                        <a:pt x="8062" y="3547"/>
                      </a:lnTo>
                      <a:cubicBezTo>
                        <a:pt x="12576" y="5482"/>
                        <a:pt x="16768" y="7094"/>
                        <a:pt x="20315" y="8384"/>
                      </a:cubicBezTo>
                      <a:cubicBezTo>
                        <a:pt x="22573" y="9029"/>
                        <a:pt x="23540" y="11286"/>
                        <a:pt x="22895" y="13543"/>
                      </a:cubicBezTo>
                      <a:cubicBezTo>
                        <a:pt x="22250" y="15801"/>
                        <a:pt x="19993" y="16768"/>
                        <a:pt x="17736" y="16123"/>
                      </a:cubicBezTo>
                      <a:cubicBezTo>
                        <a:pt x="16123" y="15479"/>
                        <a:pt x="14511" y="15156"/>
                        <a:pt x="12899" y="14511"/>
                      </a:cubicBezTo>
                      <a:cubicBezTo>
                        <a:pt x="13221" y="16123"/>
                        <a:pt x="13866" y="17736"/>
                        <a:pt x="14189" y="19348"/>
                      </a:cubicBezTo>
                      <a:cubicBezTo>
                        <a:pt x="14833" y="21605"/>
                        <a:pt x="13544" y="23863"/>
                        <a:pt x="11609" y="24508"/>
                      </a:cubicBezTo>
                      <a:cubicBezTo>
                        <a:pt x="11286" y="24185"/>
                        <a:pt x="10964" y="24185"/>
                        <a:pt x="10319" y="2418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Freeform: Shape 169">
                  <a:extLst>
                    <a:ext uri="{FF2B5EF4-FFF2-40B4-BE49-F238E27FC236}">
                      <a16:creationId xmlns:a16="http://schemas.microsoft.com/office/drawing/2014/main" id="{339C9756-8897-B076-9130-BE4E571E6217}"/>
                    </a:ext>
                  </a:extLst>
                </p:cNvPr>
                <p:cNvSpPr/>
                <p:nvPr/>
              </p:nvSpPr>
              <p:spPr>
                <a:xfrm>
                  <a:off x="4938076" y="5466914"/>
                  <a:ext cx="354711" cy="806162"/>
                </a:xfrm>
                <a:custGeom>
                  <a:avLst/>
                  <a:gdLst>
                    <a:gd name="connsiteX0" fmla="*/ 365874 w 354711"/>
                    <a:gd name="connsiteY0" fmla="*/ 823452 h 806162"/>
                    <a:gd name="connsiteX1" fmla="*/ 362972 w 354711"/>
                    <a:gd name="connsiteY1" fmla="*/ 822162 h 806162"/>
                    <a:gd name="connsiteX2" fmla="*/ 354588 w 354711"/>
                    <a:gd name="connsiteY2" fmla="*/ 814100 h 806162"/>
                    <a:gd name="connsiteX3" fmla="*/ 344269 w 354711"/>
                    <a:gd name="connsiteY3" fmla="*/ 803781 h 806162"/>
                    <a:gd name="connsiteX4" fmla="*/ 344591 w 354711"/>
                    <a:gd name="connsiteY4" fmla="*/ 797977 h 806162"/>
                    <a:gd name="connsiteX5" fmla="*/ 350396 w 354711"/>
                    <a:gd name="connsiteY5" fmla="*/ 798300 h 806162"/>
                    <a:gd name="connsiteX6" fmla="*/ 360070 w 354711"/>
                    <a:gd name="connsiteY6" fmla="*/ 807973 h 806162"/>
                    <a:gd name="connsiteX7" fmla="*/ 369099 w 354711"/>
                    <a:gd name="connsiteY7" fmla="*/ 816680 h 806162"/>
                    <a:gd name="connsiteX8" fmla="*/ 369099 w 354711"/>
                    <a:gd name="connsiteY8" fmla="*/ 822484 h 806162"/>
                    <a:gd name="connsiteX9" fmla="*/ 365874 w 354711"/>
                    <a:gd name="connsiteY9" fmla="*/ 823452 h 806162"/>
                    <a:gd name="connsiteX10" fmla="*/ 325243 w 354711"/>
                    <a:gd name="connsiteY10" fmla="*/ 775404 h 806162"/>
                    <a:gd name="connsiteX11" fmla="*/ 321696 w 354711"/>
                    <a:gd name="connsiteY11" fmla="*/ 773470 h 806162"/>
                    <a:gd name="connsiteX12" fmla="*/ 308475 w 354711"/>
                    <a:gd name="connsiteY12" fmla="*/ 749930 h 806162"/>
                    <a:gd name="connsiteX13" fmla="*/ 310732 w 354711"/>
                    <a:gd name="connsiteY13" fmla="*/ 744770 h 806162"/>
                    <a:gd name="connsiteX14" fmla="*/ 315892 w 354711"/>
                    <a:gd name="connsiteY14" fmla="*/ 747027 h 806162"/>
                    <a:gd name="connsiteX15" fmla="*/ 328468 w 354711"/>
                    <a:gd name="connsiteY15" fmla="*/ 769277 h 806162"/>
                    <a:gd name="connsiteX16" fmla="*/ 327178 w 354711"/>
                    <a:gd name="connsiteY16" fmla="*/ 774759 h 806162"/>
                    <a:gd name="connsiteX17" fmla="*/ 325243 w 354711"/>
                    <a:gd name="connsiteY17" fmla="*/ 775404 h 806162"/>
                    <a:gd name="connsiteX18" fmla="*/ 292030 w 354711"/>
                    <a:gd name="connsiteY18" fmla="*/ 722198 h 806162"/>
                    <a:gd name="connsiteX19" fmla="*/ 288160 w 354711"/>
                    <a:gd name="connsiteY19" fmla="*/ 719618 h 806162"/>
                    <a:gd name="connsiteX20" fmla="*/ 284290 w 354711"/>
                    <a:gd name="connsiteY20" fmla="*/ 708009 h 806162"/>
                    <a:gd name="connsiteX21" fmla="*/ 280098 w 354711"/>
                    <a:gd name="connsiteY21" fmla="*/ 694466 h 806162"/>
                    <a:gd name="connsiteX22" fmla="*/ 282678 w 354711"/>
                    <a:gd name="connsiteY22" fmla="*/ 689306 h 806162"/>
                    <a:gd name="connsiteX23" fmla="*/ 287838 w 354711"/>
                    <a:gd name="connsiteY23" fmla="*/ 691886 h 806162"/>
                    <a:gd name="connsiteX24" fmla="*/ 292030 w 354711"/>
                    <a:gd name="connsiteY24" fmla="*/ 705430 h 806162"/>
                    <a:gd name="connsiteX25" fmla="*/ 295899 w 354711"/>
                    <a:gd name="connsiteY25" fmla="*/ 716716 h 806162"/>
                    <a:gd name="connsiteX26" fmla="*/ 293642 w 354711"/>
                    <a:gd name="connsiteY26" fmla="*/ 721875 h 806162"/>
                    <a:gd name="connsiteX27" fmla="*/ 292030 w 354711"/>
                    <a:gd name="connsiteY27" fmla="*/ 722198 h 806162"/>
                    <a:gd name="connsiteX28" fmla="*/ 269779 w 354711"/>
                    <a:gd name="connsiteY28" fmla="*/ 663509 h 806162"/>
                    <a:gd name="connsiteX29" fmla="*/ 266232 w 354711"/>
                    <a:gd name="connsiteY29" fmla="*/ 661574 h 806162"/>
                    <a:gd name="connsiteX30" fmla="*/ 264943 w 354711"/>
                    <a:gd name="connsiteY30" fmla="*/ 659317 h 806162"/>
                    <a:gd name="connsiteX31" fmla="*/ 254301 w 354711"/>
                    <a:gd name="connsiteY31" fmla="*/ 637389 h 806162"/>
                    <a:gd name="connsiteX32" fmla="*/ 256558 w 354711"/>
                    <a:gd name="connsiteY32" fmla="*/ 632230 h 806162"/>
                    <a:gd name="connsiteX33" fmla="*/ 261718 w 354711"/>
                    <a:gd name="connsiteY33" fmla="*/ 634487 h 806162"/>
                    <a:gd name="connsiteX34" fmla="*/ 271392 w 354711"/>
                    <a:gd name="connsiteY34" fmla="*/ 654802 h 806162"/>
                    <a:gd name="connsiteX35" fmla="*/ 273004 w 354711"/>
                    <a:gd name="connsiteY35" fmla="*/ 657382 h 806162"/>
                    <a:gd name="connsiteX36" fmla="*/ 271392 w 354711"/>
                    <a:gd name="connsiteY36" fmla="*/ 662864 h 806162"/>
                    <a:gd name="connsiteX37" fmla="*/ 269779 w 354711"/>
                    <a:gd name="connsiteY37" fmla="*/ 663509 h 806162"/>
                    <a:gd name="connsiteX38" fmla="*/ 248174 w 354711"/>
                    <a:gd name="connsiteY38" fmla="*/ 604498 h 806162"/>
                    <a:gd name="connsiteX39" fmla="*/ 244305 w 354711"/>
                    <a:gd name="connsiteY39" fmla="*/ 601274 h 806162"/>
                    <a:gd name="connsiteX40" fmla="*/ 240758 w 354711"/>
                    <a:gd name="connsiteY40" fmla="*/ 581603 h 806162"/>
                    <a:gd name="connsiteX41" fmla="*/ 239790 w 354711"/>
                    <a:gd name="connsiteY41" fmla="*/ 574831 h 806162"/>
                    <a:gd name="connsiteX42" fmla="*/ 243337 w 354711"/>
                    <a:gd name="connsiteY42" fmla="*/ 570317 h 806162"/>
                    <a:gd name="connsiteX43" fmla="*/ 247852 w 354711"/>
                    <a:gd name="connsiteY43" fmla="*/ 573864 h 806162"/>
                    <a:gd name="connsiteX44" fmla="*/ 248819 w 354711"/>
                    <a:gd name="connsiteY44" fmla="*/ 580313 h 806162"/>
                    <a:gd name="connsiteX45" fmla="*/ 252366 w 354711"/>
                    <a:gd name="connsiteY45" fmla="*/ 599661 h 806162"/>
                    <a:gd name="connsiteX46" fmla="*/ 249142 w 354711"/>
                    <a:gd name="connsiteY46" fmla="*/ 604498 h 806162"/>
                    <a:gd name="connsiteX47" fmla="*/ 248174 w 354711"/>
                    <a:gd name="connsiteY47" fmla="*/ 604498 h 806162"/>
                    <a:gd name="connsiteX48" fmla="*/ 241725 w 354711"/>
                    <a:gd name="connsiteY48" fmla="*/ 541940 h 806162"/>
                    <a:gd name="connsiteX49" fmla="*/ 237855 w 354711"/>
                    <a:gd name="connsiteY49" fmla="*/ 538070 h 806162"/>
                    <a:gd name="connsiteX50" fmla="*/ 236243 w 354711"/>
                    <a:gd name="connsiteY50" fmla="*/ 512273 h 806162"/>
                    <a:gd name="connsiteX51" fmla="*/ 239790 w 354711"/>
                    <a:gd name="connsiteY51" fmla="*/ 507758 h 806162"/>
                    <a:gd name="connsiteX52" fmla="*/ 244305 w 354711"/>
                    <a:gd name="connsiteY52" fmla="*/ 511306 h 806162"/>
                    <a:gd name="connsiteX53" fmla="*/ 245917 w 354711"/>
                    <a:gd name="connsiteY53" fmla="*/ 537748 h 806162"/>
                    <a:gd name="connsiteX54" fmla="*/ 241725 w 354711"/>
                    <a:gd name="connsiteY54" fmla="*/ 541940 h 806162"/>
                    <a:gd name="connsiteX55" fmla="*/ 241725 w 354711"/>
                    <a:gd name="connsiteY55" fmla="*/ 541940 h 806162"/>
                    <a:gd name="connsiteX56" fmla="*/ 231084 w 354711"/>
                    <a:gd name="connsiteY56" fmla="*/ 480349 h 806162"/>
                    <a:gd name="connsiteX57" fmla="*/ 227214 w 354711"/>
                    <a:gd name="connsiteY57" fmla="*/ 477769 h 806162"/>
                    <a:gd name="connsiteX58" fmla="*/ 217540 w 354711"/>
                    <a:gd name="connsiteY58" fmla="*/ 453585 h 806162"/>
                    <a:gd name="connsiteX59" fmla="*/ 219797 w 354711"/>
                    <a:gd name="connsiteY59" fmla="*/ 448425 h 806162"/>
                    <a:gd name="connsiteX60" fmla="*/ 224957 w 354711"/>
                    <a:gd name="connsiteY60" fmla="*/ 450682 h 806162"/>
                    <a:gd name="connsiteX61" fmla="*/ 234953 w 354711"/>
                    <a:gd name="connsiteY61" fmla="*/ 475190 h 806162"/>
                    <a:gd name="connsiteX62" fmla="*/ 232374 w 354711"/>
                    <a:gd name="connsiteY62" fmla="*/ 480349 h 806162"/>
                    <a:gd name="connsiteX63" fmla="*/ 231084 w 354711"/>
                    <a:gd name="connsiteY63" fmla="*/ 480349 h 806162"/>
                    <a:gd name="connsiteX64" fmla="*/ 206576 w 354711"/>
                    <a:gd name="connsiteY64" fmla="*/ 422305 h 806162"/>
                    <a:gd name="connsiteX65" fmla="*/ 203029 w 354711"/>
                    <a:gd name="connsiteY65" fmla="*/ 420048 h 806162"/>
                    <a:gd name="connsiteX66" fmla="*/ 202384 w 354711"/>
                    <a:gd name="connsiteY66" fmla="*/ 418436 h 806162"/>
                    <a:gd name="connsiteX67" fmla="*/ 192710 w 354711"/>
                    <a:gd name="connsiteY67" fmla="*/ 396186 h 806162"/>
                    <a:gd name="connsiteX68" fmla="*/ 194968 w 354711"/>
                    <a:gd name="connsiteY68" fmla="*/ 391026 h 806162"/>
                    <a:gd name="connsiteX69" fmla="*/ 200127 w 354711"/>
                    <a:gd name="connsiteY69" fmla="*/ 393283 h 806162"/>
                    <a:gd name="connsiteX70" fmla="*/ 209801 w 354711"/>
                    <a:gd name="connsiteY70" fmla="*/ 415533 h 806162"/>
                    <a:gd name="connsiteX71" fmla="*/ 210446 w 354711"/>
                    <a:gd name="connsiteY71" fmla="*/ 417146 h 806162"/>
                    <a:gd name="connsiteX72" fmla="*/ 208511 w 354711"/>
                    <a:gd name="connsiteY72" fmla="*/ 422305 h 806162"/>
                    <a:gd name="connsiteX73" fmla="*/ 206576 w 354711"/>
                    <a:gd name="connsiteY73" fmla="*/ 422305 h 806162"/>
                    <a:gd name="connsiteX74" fmla="*/ 182714 w 354711"/>
                    <a:gd name="connsiteY74" fmla="*/ 364262 h 806162"/>
                    <a:gd name="connsiteX75" fmla="*/ 178844 w 354711"/>
                    <a:gd name="connsiteY75" fmla="*/ 361360 h 806162"/>
                    <a:gd name="connsiteX76" fmla="*/ 173685 w 354711"/>
                    <a:gd name="connsiteY76" fmla="*/ 342979 h 806162"/>
                    <a:gd name="connsiteX77" fmla="*/ 172073 w 354711"/>
                    <a:gd name="connsiteY77" fmla="*/ 335562 h 806162"/>
                    <a:gd name="connsiteX78" fmla="*/ 175297 w 354711"/>
                    <a:gd name="connsiteY78" fmla="*/ 330726 h 806162"/>
                    <a:gd name="connsiteX79" fmla="*/ 180134 w 354711"/>
                    <a:gd name="connsiteY79" fmla="*/ 333950 h 806162"/>
                    <a:gd name="connsiteX80" fmla="*/ 181747 w 354711"/>
                    <a:gd name="connsiteY80" fmla="*/ 341044 h 806162"/>
                    <a:gd name="connsiteX81" fmla="*/ 186584 w 354711"/>
                    <a:gd name="connsiteY81" fmla="*/ 358780 h 806162"/>
                    <a:gd name="connsiteX82" fmla="*/ 184004 w 354711"/>
                    <a:gd name="connsiteY82" fmla="*/ 363939 h 806162"/>
                    <a:gd name="connsiteX83" fmla="*/ 182714 w 354711"/>
                    <a:gd name="connsiteY83" fmla="*/ 364262 h 806162"/>
                    <a:gd name="connsiteX84" fmla="*/ 168203 w 354711"/>
                    <a:gd name="connsiteY84" fmla="*/ 302994 h 806162"/>
                    <a:gd name="connsiteX85" fmla="*/ 164333 w 354711"/>
                    <a:gd name="connsiteY85" fmla="*/ 300091 h 806162"/>
                    <a:gd name="connsiteX86" fmla="*/ 164333 w 354711"/>
                    <a:gd name="connsiteY86" fmla="*/ 299446 h 806162"/>
                    <a:gd name="connsiteX87" fmla="*/ 156917 w 354711"/>
                    <a:gd name="connsiteY87" fmla="*/ 275262 h 806162"/>
                    <a:gd name="connsiteX88" fmla="*/ 159497 w 354711"/>
                    <a:gd name="connsiteY88" fmla="*/ 270102 h 806162"/>
                    <a:gd name="connsiteX89" fmla="*/ 164656 w 354711"/>
                    <a:gd name="connsiteY89" fmla="*/ 272682 h 806162"/>
                    <a:gd name="connsiteX90" fmla="*/ 172073 w 354711"/>
                    <a:gd name="connsiteY90" fmla="*/ 297511 h 806162"/>
                    <a:gd name="connsiteX91" fmla="*/ 172395 w 354711"/>
                    <a:gd name="connsiteY91" fmla="*/ 298156 h 806162"/>
                    <a:gd name="connsiteX92" fmla="*/ 169493 w 354711"/>
                    <a:gd name="connsiteY92" fmla="*/ 302994 h 806162"/>
                    <a:gd name="connsiteX93" fmla="*/ 168203 w 354711"/>
                    <a:gd name="connsiteY93" fmla="*/ 302994 h 806162"/>
                    <a:gd name="connsiteX94" fmla="*/ 147565 w 354711"/>
                    <a:gd name="connsiteY94" fmla="*/ 243660 h 806162"/>
                    <a:gd name="connsiteX95" fmla="*/ 144018 w 354711"/>
                    <a:gd name="connsiteY95" fmla="*/ 241403 h 806162"/>
                    <a:gd name="connsiteX96" fmla="*/ 142083 w 354711"/>
                    <a:gd name="connsiteY96" fmla="*/ 237210 h 806162"/>
                    <a:gd name="connsiteX97" fmla="*/ 137891 w 354711"/>
                    <a:gd name="connsiteY97" fmla="*/ 227214 h 806162"/>
                    <a:gd name="connsiteX98" fmla="*/ 133699 w 354711"/>
                    <a:gd name="connsiteY98" fmla="*/ 217540 h 806162"/>
                    <a:gd name="connsiteX99" fmla="*/ 135312 w 354711"/>
                    <a:gd name="connsiteY99" fmla="*/ 212058 h 806162"/>
                    <a:gd name="connsiteX100" fmla="*/ 140794 w 354711"/>
                    <a:gd name="connsiteY100" fmla="*/ 213671 h 806162"/>
                    <a:gd name="connsiteX101" fmla="*/ 145631 w 354711"/>
                    <a:gd name="connsiteY101" fmla="*/ 224312 h 806162"/>
                    <a:gd name="connsiteX102" fmla="*/ 149500 w 354711"/>
                    <a:gd name="connsiteY102" fmla="*/ 233341 h 806162"/>
                    <a:gd name="connsiteX103" fmla="*/ 151757 w 354711"/>
                    <a:gd name="connsiteY103" fmla="*/ 237856 h 806162"/>
                    <a:gd name="connsiteX104" fmla="*/ 149823 w 354711"/>
                    <a:gd name="connsiteY104" fmla="*/ 243337 h 806162"/>
                    <a:gd name="connsiteX105" fmla="*/ 147565 w 354711"/>
                    <a:gd name="connsiteY105" fmla="*/ 243660 h 806162"/>
                    <a:gd name="connsiteX106" fmla="*/ 115319 w 354711"/>
                    <a:gd name="connsiteY106" fmla="*/ 190453 h 806162"/>
                    <a:gd name="connsiteX107" fmla="*/ 111449 w 354711"/>
                    <a:gd name="connsiteY107" fmla="*/ 187873 h 806162"/>
                    <a:gd name="connsiteX108" fmla="*/ 108870 w 354711"/>
                    <a:gd name="connsiteY108" fmla="*/ 178844 h 806162"/>
                    <a:gd name="connsiteX109" fmla="*/ 102420 w 354711"/>
                    <a:gd name="connsiteY109" fmla="*/ 165301 h 806162"/>
                    <a:gd name="connsiteX110" fmla="*/ 102420 w 354711"/>
                    <a:gd name="connsiteY110" fmla="*/ 159496 h 806162"/>
                    <a:gd name="connsiteX111" fmla="*/ 108225 w 354711"/>
                    <a:gd name="connsiteY111" fmla="*/ 159496 h 806162"/>
                    <a:gd name="connsiteX112" fmla="*/ 116931 w 354711"/>
                    <a:gd name="connsiteY112" fmla="*/ 177232 h 806162"/>
                    <a:gd name="connsiteX113" fmla="*/ 119188 w 354711"/>
                    <a:gd name="connsiteY113" fmla="*/ 184649 h 806162"/>
                    <a:gd name="connsiteX114" fmla="*/ 116931 w 354711"/>
                    <a:gd name="connsiteY114" fmla="*/ 189808 h 806162"/>
                    <a:gd name="connsiteX115" fmla="*/ 115319 w 354711"/>
                    <a:gd name="connsiteY115" fmla="*/ 190453 h 806162"/>
                    <a:gd name="connsiteX116" fmla="*/ 82105 w 354711"/>
                    <a:gd name="connsiteY116" fmla="*/ 138214 h 806162"/>
                    <a:gd name="connsiteX117" fmla="*/ 78880 w 354711"/>
                    <a:gd name="connsiteY117" fmla="*/ 136602 h 806162"/>
                    <a:gd name="connsiteX118" fmla="*/ 73398 w 354711"/>
                    <a:gd name="connsiteY118" fmla="*/ 129507 h 806162"/>
                    <a:gd name="connsiteX119" fmla="*/ 63402 w 354711"/>
                    <a:gd name="connsiteY119" fmla="*/ 114996 h 806162"/>
                    <a:gd name="connsiteX120" fmla="*/ 64369 w 354711"/>
                    <a:gd name="connsiteY120" fmla="*/ 109515 h 806162"/>
                    <a:gd name="connsiteX121" fmla="*/ 69851 w 354711"/>
                    <a:gd name="connsiteY121" fmla="*/ 110482 h 806162"/>
                    <a:gd name="connsiteX122" fmla="*/ 79525 w 354711"/>
                    <a:gd name="connsiteY122" fmla="*/ 124671 h 806162"/>
                    <a:gd name="connsiteX123" fmla="*/ 84685 w 354711"/>
                    <a:gd name="connsiteY123" fmla="*/ 131764 h 806162"/>
                    <a:gd name="connsiteX124" fmla="*/ 84040 w 354711"/>
                    <a:gd name="connsiteY124" fmla="*/ 137247 h 806162"/>
                    <a:gd name="connsiteX125" fmla="*/ 82105 w 354711"/>
                    <a:gd name="connsiteY125" fmla="*/ 138214 h 806162"/>
                    <a:gd name="connsiteX126" fmla="*/ 46956 w 354711"/>
                    <a:gd name="connsiteY126" fmla="*/ 85974 h 806162"/>
                    <a:gd name="connsiteX127" fmla="*/ 43409 w 354711"/>
                    <a:gd name="connsiteY127" fmla="*/ 84040 h 806162"/>
                    <a:gd name="connsiteX128" fmla="*/ 29543 w 354711"/>
                    <a:gd name="connsiteY128" fmla="*/ 61467 h 806162"/>
                    <a:gd name="connsiteX129" fmla="*/ 31156 w 354711"/>
                    <a:gd name="connsiteY129" fmla="*/ 55985 h 806162"/>
                    <a:gd name="connsiteX130" fmla="*/ 36637 w 354711"/>
                    <a:gd name="connsiteY130" fmla="*/ 57598 h 806162"/>
                    <a:gd name="connsiteX131" fmla="*/ 50181 w 354711"/>
                    <a:gd name="connsiteY131" fmla="*/ 79847 h 806162"/>
                    <a:gd name="connsiteX132" fmla="*/ 48891 w 354711"/>
                    <a:gd name="connsiteY132" fmla="*/ 85330 h 806162"/>
                    <a:gd name="connsiteX133" fmla="*/ 46956 w 354711"/>
                    <a:gd name="connsiteY133" fmla="*/ 85974 h 806162"/>
                    <a:gd name="connsiteX134" fmla="*/ 16000 w 354711"/>
                    <a:gd name="connsiteY134" fmla="*/ 31155 h 806162"/>
                    <a:gd name="connsiteX135" fmla="*/ 12453 w 354711"/>
                    <a:gd name="connsiteY135" fmla="*/ 29221 h 806162"/>
                    <a:gd name="connsiteX136" fmla="*/ 199 w 354711"/>
                    <a:gd name="connsiteY136" fmla="*/ 5358 h 806162"/>
                    <a:gd name="connsiteX137" fmla="*/ 2456 w 354711"/>
                    <a:gd name="connsiteY137" fmla="*/ 199 h 806162"/>
                    <a:gd name="connsiteX138" fmla="*/ 7616 w 354711"/>
                    <a:gd name="connsiteY138" fmla="*/ 2456 h 806162"/>
                    <a:gd name="connsiteX139" fmla="*/ 19224 w 354711"/>
                    <a:gd name="connsiteY139" fmla="*/ 25028 h 806162"/>
                    <a:gd name="connsiteX140" fmla="*/ 17935 w 354711"/>
                    <a:gd name="connsiteY140" fmla="*/ 30510 h 806162"/>
                    <a:gd name="connsiteX141" fmla="*/ 16000 w 354711"/>
                    <a:gd name="connsiteY141" fmla="*/ 31155 h 806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</a:cxnLst>
                  <a:rect l="l" t="t" r="r" b="b"/>
                  <a:pathLst>
                    <a:path w="354711" h="806162">
                      <a:moveTo>
                        <a:pt x="365874" y="823452"/>
                      </a:moveTo>
                      <a:cubicBezTo>
                        <a:pt x="364907" y="823452"/>
                        <a:pt x="363617" y="823129"/>
                        <a:pt x="362972" y="822162"/>
                      </a:cubicBezTo>
                      <a:cubicBezTo>
                        <a:pt x="360392" y="819582"/>
                        <a:pt x="357490" y="817002"/>
                        <a:pt x="354588" y="814100"/>
                      </a:cubicBezTo>
                      <a:cubicBezTo>
                        <a:pt x="351363" y="811198"/>
                        <a:pt x="347816" y="807973"/>
                        <a:pt x="344269" y="803781"/>
                      </a:cubicBezTo>
                      <a:cubicBezTo>
                        <a:pt x="342657" y="802169"/>
                        <a:pt x="342979" y="799589"/>
                        <a:pt x="344591" y="797977"/>
                      </a:cubicBezTo>
                      <a:cubicBezTo>
                        <a:pt x="346204" y="796364"/>
                        <a:pt x="348783" y="796687"/>
                        <a:pt x="350396" y="798300"/>
                      </a:cubicBezTo>
                      <a:cubicBezTo>
                        <a:pt x="353943" y="802169"/>
                        <a:pt x="357167" y="805393"/>
                        <a:pt x="360070" y="807973"/>
                      </a:cubicBezTo>
                      <a:cubicBezTo>
                        <a:pt x="363617" y="810876"/>
                        <a:pt x="366519" y="813778"/>
                        <a:pt x="369099" y="816680"/>
                      </a:cubicBezTo>
                      <a:cubicBezTo>
                        <a:pt x="370711" y="818292"/>
                        <a:pt x="370711" y="820872"/>
                        <a:pt x="369099" y="822484"/>
                      </a:cubicBezTo>
                      <a:cubicBezTo>
                        <a:pt x="367809" y="822807"/>
                        <a:pt x="366841" y="823452"/>
                        <a:pt x="365874" y="823452"/>
                      </a:cubicBezTo>
                      <a:close/>
                      <a:moveTo>
                        <a:pt x="325243" y="775404"/>
                      </a:moveTo>
                      <a:cubicBezTo>
                        <a:pt x="323954" y="775404"/>
                        <a:pt x="322664" y="774759"/>
                        <a:pt x="321696" y="773470"/>
                      </a:cubicBezTo>
                      <a:cubicBezTo>
                        <a:pt x="315892" y="764118"/>
                        <a:pt x="310732" y="755412"/>
                        <a:pt x="308475" y="749930"/>
                      </a:cubicBezTo>
                      <a:cubicBezTo>
                        <a:pt x="307508" y="747995"/>
                        <a:pt x="308475" y="745415"/>
                        <a:pt x="310732" y="744770"/>
                      </a:cubicBezTo>
                      <a:cubicBezTo>
                        <a:pt x="312667" y="743803"/>
                        <a:pt x="315247" y="744770"/>
                        <a:pt x="315892" y="747027"/>
                      </a:cubicBezTo>
                      <a:cubicBezTo>
                        <a:pt x="317827" y="751865"/>
                        <a:pt x="322664" y="760571"/>
                        <a:pt x="328468" y="769277"/>
                      </a:cubicBezTo>
                      <a:cubicBezTo>
                        <a:pt x="329758" y="771212"/>
                        <a:pt x="329113" y="773792"/>
                        <a:pt x="327178" y="774759"/>
                      </a:cubicBezTo>
                      <a:cubicBezTo>
                        <a:pt x="326533" y="775082"/>
                        <a:pt x="325888" y="775404"/>
                        <a:pt x="325243" y="775404"/>
                      </a:cubicBezTo>
                      <a:close/>
                      <a:moveTo>
                        <a:pt x="292030" y="722198"/>
                      </a:moveTo>
                      <a:cubicBezTo>
                        <a:pt x="290417" y="722198"/>
                        <a:pt x="288805" y="721231"/>
                        <a:pt x="288160" y="719618"/>
                      </a:cubicBezTo>
                      <a:cubicBezTo>
                        <a:pt x="287193" y="716716"/>
                        <a:pt x="285903" y="712846"/>
                        <a:pt x="284290" y="708009"/>
                      </a:cubicBezTo>
                      <a:cubicBezTo>
                        <a:pt x="283000" y="703817"/>
                        <a:pt x="281711" y="699303"/>
                        <a:pt x="280098" y="694466"/>
                      </a:cubicBezTo>
                      <a:cubicBezTo>
                        <a:pt x="279453" y="692208"/>
                        <a:pt x="280421" y="689951"/>
                        <a:pt x="282678" y="689306"/>
                      </a:cubicBezTo>
                      <a:cubicBezTo>
                        <a:pt x="284935" y="688661"/>
                        <a:pt x="287193" y="689629"/>
                        <a:pt x="287838" y="691886"/>
                      </a:cubicBezTo>
                      <a:cubicBezTo>
                        <a:pt x="289450" y="696723"/>
                        <a:pt x="291062" y="701237"/>
                        <a:pt x="292030" y="705430"/>
                      </a:cubicBezTo>
                      <a:cubicBezTo>
                        <a:pt x="293642" y="709944"/>
                        <a:pt x="294609" y="714136"/>
                        <a:pt x="295899" y="716716"/>
                      </a:cubicBezTo>
                      <a:cubicBezTo>
                        <a:pt x="296544" y="718651"/>
                        <a:pt x="295577" y="721231"/>
                        <a:pt x="293642" y="721875"/>
                      </a:cubicBezTo>
                      <a:cubicBezTo>
                        <a:pt x="292997" y="722198"/>
                        <a:pt x="292352" y="722198"/>
                        <a:pt x="292030" y="722198"/>
                      </a:cubicBezTo>
                      <a:close/>
                      <a:moveTo>
                        <a:pt x="269779" y="663509"/>
                      </a:moveTo>
                      <a:cubicBezTo>
                        <a:pt x="268490" y="663509"/>
                        <a:pt x="266877" y="662864"/>
                        <a:pt x="266232" y="661574"/>
                      </a:cubicBezTo>
                      <a:cubicBezTo>
                        <a:pt x="265910" y="660929"/>
                        <a:pt x="265265" y="659962"/>
                        <a:pt x="264943" y="659317"/>
                      </a:cubicBezTo>
                      <a:cubicBezTo>
                        <a:pt x="261073" y="653190"/>
                        <a:pt x="257526" y="645773"/>
                        <a:pt x="254301" y="637389"/>
                      </a:cubicBezTo>
                      <a:cubicBezTo>
                        <a:pt x="253656" y="635455"/>
                        <a:pt x="254624" y="632875"/>
                        <a:pt x="256558" y="632230"/>
                      </a:cubicBezTo>
                      <a:cubicBezTo>
                        <a:pt x="258493" y="631585"/>
                        <a:pt x="261073" y="632553"/>
                        <a:pt x="261718" y="634487"/>
                      </a:cubicBezTo>
                      <a:cubicBezTo>
                        <a:pt x="264620" y="642226"/>
                        <a:pt x="267845" y="649321"/>
                        <a:pt x="271392" y="654802"/>
                      </a:cubicBezTo>
                      <a:cubicBezTo>
                        <a:pt x="272037" y="655447"/>
                        <a:pt x="272359" y="656415"/>
                        <a:pt x="273004" y="657382"/>
                      </a:cubicBezTo>
                      <a:cubicBezTo>
                        <a:pt x="273972" y="659317"/>
                        <a:pt x="273327" y="661897"/>
                        <a:pt x="271392" y="662864"/>
                      </a:cubicBezTo>
                      <a:cubicBezTo>
                        <a:pt x="271069" y="663187"/>
                        <a:pt x="270424" y="663509"/>
                        <a:pt x="269779" y="663509"/>
                      </a:cubicBezTo>
                      <a:close/>
                      <a:moveTo>
                        <a:pt x="248174" y="604498"/>
                      </a:moveTo>
                      <a:cubicBezTo>
                        <a:pt x="246240" y="604498"/>
                        <a:pt x="244627" y="603208"/>
                        <a:pt x="244305" y="601274"/>
                      </a:cubicBezTo>
                      <a:cubicBezTo>
                        <a:pt x="243015" y="595147"/>
                        <a:pt x="241725" y="588697"/>
                        <a:pt x="240758" y="581603"/>
                      </a:cubicBezTo>
                      <a:cubicBezTo>
                        <a:pt x="240435" y="579346"/>
                        <a:pt x="240113" y="577089"/>
                        <a:pt x="239790" y="574831"/>
                      </a:cubicBezTo>
                      <a:cubicBezTo>
                        <a:pt x="239468" y="572574"/>
                        <a:pt x="241080" y="570639"/>
                        <a:pt x="243337" y="570317"/>
                      </a:cubicBezTo>
                      <a:cubicBezTo>
                        <a:pt x="245595" y="569994"/>
                        <a:pt x="247529" y="571606"/>
                        <a:pt x="247852" y="573864"/>
                      </a:cubicBezTo>
                      <a:cubicBezTo>
                        <a:pt x="248174" y="576121"/>
                        <a:pt x="248497" y="578056"/>
                        <a:pt x="248819" y="580313"/>
                      </a:cubicBezTo>
                      <a:cubicBezTo>
                        <a:pt x="249787" y="587085"/>
                        <a:pt x="251077" y="593534"/>
                        <a:pt x="252366" y="599661"/>
                      </a:cubicBezTo>
                      <a:cubicBezTo>
                        <a:pt x="252689" y="601918"/>
                        <a:pt x="251399" y="603853"/>
                        <a:pt x="249142" y="604498"/>
                      </a:cubicBezTo>
                      <a:cubicBezTo>
                        <a:pt x="248819" y="604498"/>
                        <a:pt x="248497" y="604498"/>
                        <a:pt x="248174" y="604498"/>
                      </a:cubicBezTo>
                      <a:close/>
                      <a:moveTo>
                        <a:pt x="241725" y="541940"/>
                      </a:moveTo>
                      <a:cubicBezTo>
                        <a:pt x="239468" y="541940"/>
                        <a:pt x="237855" y="540328"/>
                        <a:pt x="237855" y="538070"/>
                      </a:cubicBezTo>
                      <a:cubicBezTo>
                        <a:pt x="237533" y="529041"/>
                        <a:pt x="237211" y="520335"/>
                        <a:pt x="236243" y="512273"/>
                      </a:cubicBezTo>
                      <a:cubicBezTo>
                        <a:pt x="235921" y="510016"/>
                        <a:pt x="237533" y="508081"/>
                        <a:pt x="239790" y="507758"/>
                      </a:cubicBezTo>
                      <a:cubicBezTo>
                        <a:pt x="242047" y="507436"/>
                        <a:pt x="243982" y="509049"/>
                        <a:pt x="244305" y="511306"/>
                      </a:cubicBezTo>
                      <a:cubicBezTo>
                        <a:pt x="245272" y="519690"/>
                        <a:pt x="245595" y="528719"/>
                        <a:pt x="245917" y="537748"/>
                      </a:cubicBezTo>
                      <a:cubicBezTo>
                        <a:pt x="245595" y="540005"/>
                        <a:pt x="243982" y="541940"/>
                        <a:pt x="241725" y="541940"/>
                      </a:cubicBezTo>
                      <a:cubicBezTo>
                        <a:pt x="241725" y="541940"/>
                        <a:pt x="241725" y="541940"/>
                        <a:pt x="241725" y="541940"/>
                      </a:cubicBezTo>
                      <a:close/>
                      <a:moveTo>
                        <a:pt x="231084" y="480349"/>
                      </a:moveTo>
                      <a:cubicBezTo>
                        <a:pt x="229471" y="480349"/>
                        <a:pt x="227859" y="479382"/>
                        <a:pt x="227214" y="477769"/>
                      </a:cubicBezTo>
                      <a:cubicBezTo>
                        <a:pt x="224957" y="471320"/>
                        <a:pt x="222055" y="464226"/>
                        <a:pt x="217540" y="453585"/>
                      </a:cubicBezTo>
                      <a:cubicBezTo>
                        <a:pt x="216573" y="451650"/>
                        <a:pt x="217540" y="449070"/>
                        <a:pt x="219797" y="448425"/>
                      </a:cubicBezTo>
                      <a:cubicBezTo>
                        <a:pt x="221732" y="447458"/>
                        <a:pt x="224312" y="448425"/>
                        <a:pt x="224957" y="450682"/>
                      </a:cubicBezTo>
                      <a:cubicBezTo>
                        <a:pt x="229471" y="461323"/>
                        <a:pt x="232374" y="468740"/>
                        <a:pt x="234953" y="475190"/>
                      </a:cubicBezTo>
                      <a:cubicBezTo>
                        <a:pt x="235598" y="477124"/>
                        <a:pt x="234631" y="479704"/>
                        <a:pt x="232374" y="480349"/>
                      </a:cubicBezTo>
                      <a:cubicBezTo>
                        <a:pt x="231729" y="480349"/>
                        <a:pt x="231406" y="480349"/>
                        <a:pt x="231084" y="480349"/>
                      </a:cubicBezTo>
                      <a:close/>
                      <a:moveTo>
                        <a:pt x="206576" y="422305"/>
                      </a:moveTo>
                      <a:cubicBezTo>
                        <a:pt x="204964" y="422305"/>
                        <a:pt x="203674" y="421338"/>
                        <a:pt x="203029" y="420048"/>
                      </a:cubicBezTo>
                      <a:lnTo>
                        <a:pt x="202384" y="418436"/>
                      </a:lnTo>
                      <a:cubicBezTo>
                        <a:pt x="198515" y="409729"/>
                        <a:pt x="195290" y="402312"/>
                        <a:pt x="192710" y="396186"/>
                      </a:cubicBezTo>
                      <a:cubicBezTo>
                        <a:pt x="191743" y="394251"/>
                        <a:pt x="192710" y="391671"/>
                        <a:pt x="194968" y="391026"/>
                      </a:cubicBezTo>
                      <a:cubicBezTo>
                        <a:pt x="196902" y="390059"/>
                        <a:pt x="199482" y="391026"/>
                        <a:pt x="200127" y="393283"/>
                      </a:cubicBezTo>
                      <a:cubicBezTo>
                        <a:pt x="202707" y="399733"/>
                        <a:pt x="205931" y="406827"/>
                        <a:pt x="209801" y="415533"/>
                      </a:cubicBezTo>
                      <a:lnTo>
                        <a:pt x="210446" y="417146"/>
                      </a:lnTo>
                      <a:cubicBezTo>
                        <a:pt x="211413" y="419081"/>
                        <a:pt x="210446" y="421660"/>
                        <a:pt x="208511" y="422305"/>
                      </a:cubicBezTo>
                      <a:cubicBezTo>
                        <a:pt x="207544" y="422305"/>
                        <a:pt x="207221" y="422305"/>
                        <a:pt x="206576" y="422305"/>
                      </a:cubicBezTo>
                      <a:close/>
                      <a:moveTo>
                        <a:pt x="182714" y="364262"/>
                      </a:moveTo>
                      <a:cubicBezTo>
                        <a:pt x="181102" y="364262"/>
                        <a:pt x="179489" y="363294"/>
                        <a:pt x="178844" y="361360"/>
                      </a:cubicBezTo>
                      <a:cubicBezTo>
                        <a:pt x="176587" y="354910"/>
                        <a:pt x="175297" y="349428"/>
                        <a:pt x="173685" y="342979"/>
                      </a:cubicBezTo>
                      <a:cubicBezTo>
                        <a:pt x="173040" y="340077"/>
                        <a:pt x="172395" y="337819"/>
                        <a:pt x="172073" y="335562"/>
                      </a:cubicBezTo>
                      <a:cubicBezTo>
                        <a:pt x="171750" y="333305"/>
                        <a:pt x="173040" y="331370"/>
                        <a:pt x="175297" y="330726"/>
                      </a:cubicBezTo>
                      <a:cubicBezTo>
                        <a:pt x="177555" y="330403"/>
                        <a:pt x="179489" y="331693"/>
                        <a:pt x="180134" y="333950"/>
                      </a:cubicBezTo>
                      <a:cubicBezTo>
                        <a:pt x="180457" y="335885"/>
                        <a:pt x="181102" y="338142"/>
                        <a:pt x="181747" y="341044"/>
                      </a:cubicBezTo>
                      <a:cubicBezTo>
                        <a:pt x="183359" y="347171"/>
                        <a:pt x="184649" y="352653"/>
                        <a:pt x="186584" y="358780"/>
                      </a:cubicBezTo>
                      <a:cubicBezTo>
                        <a:pt x="187229" y="361037"/>
                        <a:pt x="186261" y="363294"/>
                        <a:pt x="184004" y="363939"/>
                      </a:cubicBezTo>
                      <a:cubicBezTo>
                        <a:pt x="183359" y="364262"/>
                        <a:pt x="183036" y="364262"/>
                        <a:pt x="182714" y="364262"/>
                      </a:cubicBezTo>
                      <a:close/>
                      <a:moveTo>
                        <a:pt x="168203" y="302994"/>
                      </a:moveTo>
                      <a:cubicBezTo>
                        <a:pt x="166268" y="302994"/>
                        <a:pt x="164656" y="301703"/>
                        <a:pt x="164333" y="300091"/>
                      </a:cubicBezTo>
                      <a:lnTo>
                        <a:pt x="164333" y="299446"/>
                      </a:lnTo>
                      <a:cubicBezTo>
                        <a:pt x="162399" y="291707"/>
                        <a:pt x="159819" y="283323"/>
                        <a:pt x="156917" y="275262"/>
                      </a:cubicBezTo>
                      <a:cubicBezTo>
                        <a:pt x="156272" y="273004"/>
                        <a:pt x="157239" y="270747"/>
                        <a:pt x="159497" y="270102"/>
                      </a:cubicBezTo>
                      <a:cubicBezTo>
                        <a:pt x="161754" y="269457"/>
                        <a:pt x="164011" y="270424"/>
                        <a:pt x="164656" y="272682"/>
                      </a:cubicBezTo>
                      <a:cubicBezTo>
                        <a:pt x="167558" y="281066"/>
                        <a:pt x="170138" y="289450"/>
                        <a:pt x="172073" y="297511"/>
                      </a:cubicBezTo>
                      <a:lnTo>
                        <a:pt x="172395" y="298156"/>
                      </a:lnTo>
                      <a:cubicBezTo>
                        <a:pt x="173040" y="300414"/>
                        <a:pt x="171750" y="302348"/>
                        <a:pt x="169493" y="302994"/>
                      </a:cubicBezTo>
                      <a:cubicBezTo>
                        <a:pt x="168848" y="302994"/>
                        <a:pt x="168526" y="302994"/>
                        <a:pt x="168203" y="302994"/>
                      </a:cubicBezTo>
                      <a:close/>
                      <a:moveTo>
                        <a:pt x="147565" y="243660"/>
                      </a:moveTo>
                      <a:cubicBezTo>
                        <a:pt x="145953" y="243660"/>
                        <a:pt x="144663" y="242692"/>
                        <a:pt x="144018" y="241403"/>
                      </a:cubicBezTo>
                      <a:cubicBezTo>
                        <a:pt x="143373" y="239790"/>
                        <a:pt x="142406" y="238501"/>
                        <a:pt x="142083" y="237210"/>
                      </a:cubicBezTo>
                      <a:cubicBezTo>
                        <a:pt x="140471" y="234308"/>
                        <a:pt x="139181" y="230761"/>
                        <a:pt x="137891" y="227214"/>
                      </a:cubicBezTo>
                      <a:cubicBezTo>
                        <a:pt x="136602" y="223989"/>
                        <a:pt x="135312" y="220442"/>
                        <a:pt x="133699" y="217540"/>
                      </a:cubicBezTo>
                      <a:cubicBezTo>
                        <a:pt x="132732" y="215605"/>
                        <a:pt x="133377" y="213026"/>
                        <a:pt x="135312" y="212058"/>
                      </a:cubicBezTo>
                      <a:cubicBezTo>
                        <a:pt x="137246" y="211091"/>
                        <a:pt x="139826" y="211736"/>
                        <a:pt x="140794" y="213671"/>
                      </a:cubicBezTo>
                      <a:cubicBezTo>
                        <a:pt x="142728" y="216895"/>
                        <a:pt x="144018" y="220765"/>
                        <a:pt x="145631" y="224312"/>
                      </a:cubicBezTo>
                      <a:cubicBezTo>
                        <a:pt x="146920" y="227536"/>
                        <a:pt x="148210" y="230761"/>
                        <a:pt x="149500" y="233341"/>
                      </a:cubicBezTo>
                      <a:cubicBezTo>
                        <a:pt x="150145" y="234631"/>
                        <a:pt x="150790" y="235921"/>
                        <a:pt x="151757" y="237856"/>
                      </a:cubicBezTo>
                      <a:cubicBezTo>
                        <a:pt x="152725" y="239790"/>
                        <a:pt x="151757" y="242370"/>
                        <a:pt x="149823" y="243337"/>
                      </a:cubicBezTo>
                      <a:cubicBezTo>
                        <a:pt x="148533" y="243660"/>
                        <a:pt x="148210" y="243660"/>
                        <a:pt x="147565" y="243660"/>
                      </a:cubicBezTo>
                      <a:close/>
                      <a:moveTo>
                        <a:pt x="115319" y="190453"/>
                      </a:moveTo>
                      <a:cubicBezTo>
                        <a:pt x="113707" y="190453"/>
                        <a:pt x="112094" y="189486"/>
                        <a:pt x="111449" y="187873"/>
                      </a:cubicBezTo>
                      <a:cubicBezTo>
                        <a:pt x="110160" y="184649"/>
                        <a:pt x="109515" y="181746"/>
                        <a:pt x="108870" y="178844"/>
                      </a:cubicBezTo>
                      <a:cubicBezTo>
                        <a:pt x="107580" y="170783"/>
                        <a:pt x="105645" y="168525"/>
                        <a:pt x="102420" y="165301"/>
                      </a:cubicBezTo>
                      <a:cubicBezTo>
                        <a:pt x="100808" y="163688"/>
                        <a:pt x="100808" y="161109"/>
                        <a:pt x="102420" y="159496"/>
                      </a:cubicBezTo>
                      <a:cubicBezTo>
                        <a:pt x="104033" y="157884"/>
                        <a:pt x="106612" y="157884"/>
                        <a:pt x="108225" y="159496"/>
                      </a:cubicBezTo>
                      <a:cubicBezTo>
                        <a:pt x="112417" y="163688"/>
                        <a:pt x="115319" y="167881"/>
                        <a:pt x="116931" y="177232"/>
                      </a:cubicBezTo>
                      <a:cubicBezTo>
                        <a:pt x="117254" y="179489"/>
                        <a:pt x="117899" y="182069"/>
                        <a:pt x="119188" y="184649"/>
                      </a:cubicBezTo>
                      <a:cubicBezTo>
                        <a:pt x="119833" y="186584"/>
                        <a:pt x="118866" y="189163"/>
                        <a:pt x="116931" y="189808"/>
                      </a:cubicBezTo>
                      <a:cubicBezTo>
                        <a:pt x="116286" y="190453"/>
                        <a:pt x="115964" y="190453"/>
                        <a:pt x="115319" y="190453"/>
                      </a:cubicBezTo>
                      <a:close/>
                      <a:moveTo>
                        <a:pt x="82105" y="138214"/>
                      </a:moveTo>
                      <a:cubicBezTo>
                        <a:pt x="80815" y="138214"/>
                        <a:pt x="79525" y="137569"/>
                        <a:pt x="78880" y="136602"/>
                      </a:cubicBezTo>
                      <a:cubicBezTo>
                        <a:pt x="76946" y="134022"/>
                        <a:pt x="75011" y="131442"/>
                        <a:pt x="73398" y="129507"/>
                      </a:cubicBezTo>
                      <a:cubicBezTo>
                        <a:pt x="71464" y="126928"/>
                        <a:pt x="67917" y="121768"/>
                        <a:pt x="63402" y="114996"/>
                      </a:cubicBezTo>
                      <a:cubicBezTo>
                        <a:pt x="62112" y="113062"/>
                        <a:pt x="62757" y="110804"/>
                        <a:pt x="64369" y="109515"/>
                      </a:cubicBezTo>
                      <a:cubicBezTo>
                        <a:pt x="66304" y="108224"/>
                        <a:pt x="68562" y="108870"/>
                        <a:pt x="69851" y="110482"/>
                      </a:cubicBezTo>
                      <a:cubicBezTo>
                        <a:pt x="74043" y="116931"/>
                        <a:pt x="77913" y="122091"/>
                        <a:pt x="79525" y="124671"/>
                      </a:cubicBezTo>
                      <a:cubicBezTo>
                        <a:pt x="81138" y="126928"/>
                        <a:pt x="82750" y="129185"/>
                        <a:pt x="84685" y="131764"/>
                      </a:cubicBezTo>
                      <a:cubicBezTo>
                        <a:pt x="85975" y="133699"/>
                        <a:pt x="85652" y="135956"/>
                        <a:pt x="84040" y="137247"/>
                      </a:cubicBezTo>
                      <a:cubicBezTo>
                        <a:pt x="83717" y="137891"/>
                        <a:pt x="83072" y="138214"/>
                        <a:pt x="82105" y="138214"/>
                      </a:cubicBezTo>
                      <a:close/>
                      <a:moveTo>
                        <a:pt x="46956" y="85974"/>
                      </a:moveTo>
                      <a:cubicBezTo>
                        <a:pt x="45667" y="85974"/>
                        <a:pt x="44377" y="85330"/>
                        <a:pt x="43409" y="84040"/>
                      </a:cubicBezTo>
                      <a:cubicBezTo>
                        <a:pt x="37927" y="75011"/>
                        <a:pt x="33090" y="67594"/>
                        <a:pt x="29543" y="61467"/>
                      </a:cubicBezTo>
                      <a:cubicBezTo>
                        <a:pt x="28576" y="59532"/>
                        <a:pt x="29221" y="56953"/>
                        <a:pt x="31156" y="55985"/>
                      </a:cubicBezTo>
                      <a:cubicBezTo>
                        <a:pt x="33090" y="55018"/>
                        <a:pt x="35670" y="55663"/>
                        <a:pt x="36637" y="57598"/>
                      </a:cubicBezTo>
                      <a:cubicBezTo>
                        <a:pt x="40185" y="63724"/>
                        <a:pt x="44699" y="71141"/>
                        <a:pt x="50181" y="79847"/>
                      </a:cubicBezTo>
                      <a:cubicBezTo>
                        <a:pt x="51471" y="81783"/>
                        <a:pt x="50826" y="84362"/>
                        <a:pt x="48891" y="85330"/>
                      </a:cubicBezTo>
                      <a:cubicBezTo>
                        <a:pt x="48246" y="85652"/>
                        <a:pt x="47601" y="85974"/>
                        <a:pt x="46956" y="85974"/>
                      </a:cubicBezTo>
                      <a:close/>
                      <a:moveTo>
                        <a:pt x="16000" y="31155"/>
                      </a:moveTo>
                      <a:cubicBezTo>
                        <a:pt x="14710" y="31155"/>
                        <a:pt x="13420" y="30510"/>
                        <a:pt x="12453" y="29221"/>
                      </a:cubicBezTo>
                      <a:cubicBezTo>
                        <a:pt x="7938" y="21481"/>
                        <a:pt x="3101" y="13420"/>
                        <a:pt x="199" y="5358"/>
                      </a:cubicBezTo>
                      <a:cubicBezTo>
                        <a:pt x="-446" y="3423"/>
                        <a:pt x="521" y="844"/>
                        <a:pt x="2456" y="199"/>
                      </a:cubicBezTo>
                      <a:cubicBezTo>
                        <a:pt x="4391" y="-446"/>
                        <a:pt x="6971" y="521"/>
                        <a:pt x="7616" y="2456"/>
                      </a:cubicBezTo>
                      <a:cubicBezTo>
                        <a:pt x="10518" y="9873"/>
                        <a:pt x="15032" y="17612"/>
                        <a:pt x="19224" y="25028"/>
                      </a:cubicBezTo>
                      <a:cubicBezTo>
                        <a:pt x="20514" y="26963"/>
                        <a:pt x="19869" y="29543"/>
                        <a:pt x="17935" y="30510"/>
                      </a:cubicBezTo>
                      <a:cubicBezTo>
                        <a:pt x="17290" y="30833"/>
                        <a:pt x="16645" y="31155"/>
                        <a:pt x="16000" y="3115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Freeform: Shape 170">
                  <a:extLst>
                    <a:ext uri="{FF2B5EF4-FFF2-40B4-BE49-F238E27FC236}">
                      <a16:creationId xmlns:a16="http://schemas.microsoft.com/office/drawing/2014/main" id="{D59628DD-A009-0DEC-4D0A-3B5017D97EC5}"/>
                    </a:ext>
                  </a:extLst>
                </p:cNvPr>
                <p:cNvSpPr/>
                <p:nvPr/>
              </p:nvSpPr>
              <p:spPr>
                <a:xfrm>
                  <a:off x="5326394" y="6305077"/>
                  <a:ext cx="32246" cy="32246"/>
                </a:xfrm>
                <a:custGeom>
                  <a:avLst/>
                  <a:gdLst>
                    <a:gd name="connsiteX0" fmla="*/ 15285 w 0"/>
                    <a:gd name="connsiteY0" fmla="*/ 19147 h 0"/>
                    <a:gd name="connsiteX1" fmla="*/ 12705 w 0"/>
                    <a:gd name="connsiteY1" fmla="*/ 17535 h 0"/>
                    <a:gd name="connsiteX2" fmla="*/ 9480 w 0"/>
                    <a:gd name="connsiteY2" fmla="*/ 15278 h 0"/>
                    <a:gd name="connsiteX3" fmla="*/ 1741 w 0"/>
                    <a:gd name="connsiteY3" fmla="*/ 10118 h 0"/>
                    <a:gd name="connsiteX4" fmla="*/ 774 w 0"/>
                    <a:gd name="connsiteY4" fmla="*/ 4636 h 0"/>
                    <a:gd name="connsiteX5" fmla="*/ 6256 w 0"/>
                    <a:gd name="connsiteY5" fmla="*/ 3669 h 0"/>
                    <a:gd name="connsiteX6" fmla="*/ 13673 w 0"/>
                    <a:gd name="connsiteY6" fmla="*/ 8829 h 0"/>
                    <a:gd name="connsiteX7" fmla="*/ 14640 w 0"/>
                    <a:gd name="connsiteY7" fmla="*/ 9474 h 0"/>
                    <a:gd name="connsiteX8" fmla="*/ 19799 w 0"/>
                    <a:gd name="connsiteY8" fmla="*/ 2057 h 0"/>
                    <a:gd name="connsiteX9" fmla="*/ 25281 w 0"/>
                    <a:gd name="connsiteY9" fmla="*/ 445 h 0"/>
                    <a:gd name="connsiteX10" fmla="*/ 26894 w 0"/>
                    <a:gd name="connsiteY10" fmla="*/ 5927 h 0"/>
                    <a:gd name="connsiteX11" fmla="*/ 17542 w 0"/>
                    <a:gd name="connsiteY11" fmla="*/ 17535 h 0"/>
                    <a:gd name="connsiteX12" fmla="*/ 15285 w 0"/>
                    <a:gd name="connsiteY12" fmla="*/ 19147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>
                      <a:moveTo>
                        <a:pt x="15285" y="19147"/>
                      </a:moveTo>
                      <a:lnTo>
                        <a:pt x="12705" y="17535"/>
                      </a:lnTo>
                      <a:cubicBezTo>
                        <a:pt x="11415" y="16568"/>
                        <a:pt x="10448" y="15923"/>
                        <a:pt x="9480" y="15278"/>
                      </a:cubicBezTo>
                      <a:cubicBezTo>
                        <a:pt x="6578" y="13343"/>
                        <a:pt x="3999" y="11731"/>
                        <a:pt x="1741" y="10118"/>
                      </a:cubicBezTo>
                      <a:cubicBezTo>
                        <a:pt x="-193" y="8829"/>
                        <a:pt x="-516" y="6249"/>
                        <a:pt x="774" y="4636"/>
                      </a:cubicBezTo>
                      <a:cubicBezTo>
                        <a:pt x="2064" y="2702"/>
                        <a:pt x="4643" y="2379"/>
                        <a:pt x="6256" y="3669"/>
                      </a:cubicBezTo>
                      <a:cubicBezTo>
                        <a:pt x="8513" y="5282"/>
                        <a:pt x="11093" y="6894"/>
                        <a:pt x="13673" y="8829"/>
                      </a:cubicBezTo>
                      <a:cubicBezTo>
                        <a:pt x="13995" y="9151"/>
                        <a:pt x="14318" y="9151"/>
                        <a:pt x="14640" y="9474"/>
                      </a:cubicBezTo>
                      <a:cubicBezTo>
                        <a:pt x="16575" y="7539"/>
                        <a:pt x="18509" y="4959"/>
                        <a:pt x="19799" y="2057"/>
                      </a:cubicBezTo>
                      <a:cubicBezTo>
                        <a:pt x="20767" y="122"/>
                        <a:pt x="23346" y="-523"/>
                        <a:pt x="25281" y="445"/>
                      </a:cubicBezTo>
                      <a:cubicBezTo>
                        <a:pt x="27216" y="1412"/>
                        <a:pt x="27861" y="3992"/>
                        <a:pt x="26894" y="5927"/>
                      </a:cubicBezTo>
                      <a:cubicBezTo>
                        <a:pt x="24314" y="10441"/>
                        <a:pt x="21412" y="14310"/>
                        <a:pt x="17542" y="17535"/>
                      </a:cubicBezTo>
                      <a:lnTo>
                        <a:pt x="15285" y="19147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Freeform: Shape 171">
                  <a:extLst>
                    <a:ext uri="{FF2B5EF4-FFF2-40B4-BE49-F238E27FC236}">
                      <a16:creationId xmlns:a16="http://schemas.microsoft.com/office/drawing/2014/main" id="{56D6E895-CA5D-81A1-2112-FDC903F741FF}"/>
                    </a:ext>
                  </a:extLst>
                </p:cNvPr>
                <p:cNvSpPr/>
                <p:nvPr/>
              </p:nvSpPr>
              <p:spPr>
                <a:xfrm>
                  <a:off x="5175932" y="5664139"/>
                  <a:ext cx="225725" cy="612683"/>
                </a:xfrm>
                <a:custGeom>
                  <a:avLst/>
                  <a:gdLst>
                    <a:gd name="connsiteX0" fmla="*/ 187029 w 225725"/>
                    <a:gd name="connsiteY0" fmla="*/ 614618 h 612683"/>
                    <a:gd name="connsiteX1" fmla="*/ 184450 w 225725"/>
                    <a:gd name="connsiteY1" fmla="*/ 613651 h 612683"/>
                    <a:gd name="connsiteX2" fmla="*/ 183805 w 225725"/>
                    <a:gd name="connsiteY2" fmla="*/ 607846 h 612683"/>
                    <a:gd name="connsiteX3" fmla="*/ 188319 w 225725"/>
                    <a:gd name="connsiteY3" fmla="*/ 600752 h 612683"/>
                    <a:gd name="connsiteX4" fmla="*/ 185740 w 225725"/>
                    <a:gd name="connsiteY4" fmla="*/ 596237 h 612683"/>
                    <a:gd name="connsiteX5" fmla="*/ 182192 w 225725"/>
                    <a:gd name="connsiteY5" fmla="*/ 590755 h 612683"/>
                    <a:gd name="connsiteX6" fmla="*/ 181548 w 225725"/>
                    <a:gd name="connsiteY6" fmla="*/ 589788 h 612683"/>
                    <a:gd name="connsiteX7" fmla="*/ 183160 w 225725"/>
                    <a:gd name="connsiteY7" fmla="*/ 584306 h 612683"/>
                    <a:gd name="connsiteX8" fmla="*/ 188642 w 225725"/>
                    <a:gd name="connsiteY8" fmla="*/ 585919 h 612683"/>
                    <a:gd name="connsiteX9" fmla="*/ 188964 w 225725"/>
                    <a:gd name="connsiteY9" fmla="*/ 586563 h 612683"/>
                    <a:gd name="connsiteX10" fmla="*/ 192189 w 225725"/>
                    <a:gd name="connsiteY10" fmla="*/ 591400 h 612683"/>
                    <a:gd name="connsiteX11" fmla="*/ 196058 w 225725"/>
                    <a:gd name="connsiteY11" fmla="*/ 600429 h 612683"/>
                    <a:gd name="connsiteX12" fmla="*/ 189609 w 225725"/>
                    <a:gd name="connsiteY12" fmla="*/ 612683 h 612683"/>
                    <a:gd name="connsiteX13" fmla="*/ 187029 w 225725"/>
                    <a:gd name="connsiteY13" fmla="*/ 614618 h 612683"/>
                    <a:gd name="connsiteX14" fmla="*/ 188642 w 225725"/>
                    <a:gd name="connsiteY14" fmla="*/ 557864 h 612683"/>
                    <a:gd name="connsiteX15" fmla="*/ 187674 w 225725"/>
                    <a:gd name="connsiteY15" fmla="*/ 557864 h 612683"/>
                    <a:gd name="connsiteX16" fmla="*/ 184450 w 225725"/>
                    <a:gd name="connsiteY16" fmla="*/ 553027 h 612683"/>
                    <a:gd name="connsiteX17" fmla="*/ 185740 w 225725"/>
                    <a:gd name="connsiteY17" fmla="*/ 541418 h 612683"/>
                    <a:gd name="connsiteX18" fmla="*/ 184127 w 225725"/>
                    <a:gd name="connsiteY18" fmla="*/ 529164 h 612683"/>
                    <a:gd name="connsiteX19" fmla="*/ 186707 w 225725"/>
                    <a:gd name="connsiteY19" fmla="*/ 524005 h 612683"/>
                    <a:gd name="connsiteX20" fmla="*/ 191867 w 225725"/>
                    <a:gd name="connsiteY20" fmla="*/ 526585 h 612683"/>
                    <a:gd name="connsiteX21" fmla="*/ 193801 w 225725"/>
                    <a:gd name="connsiteY21" fmla="*/ 541418 h 612683"/>
                    <a:gd name="connsiteX22" fmla="*/ 192511 w 225725"/>
                    <a:gd name="connsiteY22" fmla="*/ 554639 h 612683"/>
                    <a:gd name="connsiteX23" fmla="*/ 188642 w 225725"/>
                    <a:gd name="connsiteY23" fmla="*/ 557864 h 612683"/>
                    <a:gd name="connsiteX24" fmla="*/ 183482 w 225725"/>
                    <a:gd name="connsiteY24" fmla="*/ 499175 h 612683"/>
                    <a:gd name="connsiteX25" fmla="*/ 180903 w 225725"/>
                    <a:gd name="connsiteY25" fmla="*/ 498208 h 612683"/>
                    <a:gd name="connsiteX26" fmla="*/ 180580 w 225725"/>
                    <a:gd name="connsiteY26" fmla="*/ 492404 h 612683"/>
                    <a:gd name="connsiteX27" fmla="*/ 185740 w 225725"/>
                    <a:gd name="connsiteY27" fmla="*/ 487244 h 612683"/>
                    <a:gd name="connsiteX28" fmla="*/ 193156 w 225725"/>
                    <a:gd name="connsiteY28" fmla="*/ 473056 h 612683"/>
                    <a:gd name="connsiteX29" fmla="*/ 197671 w 225725"/>
                    <a:gd name="connsiteY29" fmla="*/ 469509 h 612683"/>
                    <a:gd name="connsiteX30" fmla="*/ 201218 w 225725"/>
                    <a:gd name="connsiteY30" fmla="*/ 474023 h 612683"/>
                    <a:gd name="connsiteX31" fmla="*/ 191222 w 225725"/>
                    <a:gd name="connsiteY31" fmla="*/ 493371 h 612683"/>
                    <a:gd name="connsiteX32" fmla="*/ 186707 w 225725"/>
                    <a:gd name="connsiteY32" fmla="*/ 497885 h 612683"/>
                    <a:gd name="connsiteX33" fmla="*/ 183482 w 225725"/>
                    <a:gd name="connsiteY33" fmla="*/ 499175 h 612683"/>
                    <a:gd name="connsiteX34" fmla="*/ 210247 w 225725"/>
                    <a:gd name="connsiteY34" fmla="*/ 444357 h 612683"/>
                    <a:gd name="connsiteX35" fmla="*/ 207667 w 225725"/>
                    <a:gd name="connsiteY35" fmla="*/ 443389 h 612683"/>
                    <a:gd name="connsiteX36" fmla="*/ 207022 w 225725"/>
                    <a:gd name="connsiteY36" fmla="*/ 437585 h 612683"/>
                    <a:gd name="connsiteX37" fmla="*/ 208957 w 225725"/>
                    <a:gd name="connsiteY37" fmla="*/ 435005 h 612683"/>
                    <a:gd name="connsiteX38" fmla="*/ 213149 w 225725"/>
                    <a:gd name="connsiteY38" fmla="*/ 429845 h 612683"/>
                    <a:gd name="connsiteX39" fmla="*/ 217986 w 225725"/>
                    <a:gd name="connsiteY39" fmla="*/ 417269 h 612683"/>
                    <a:gd name="connsiteX40" fmla="*/ 222178 w 225725"/>
                    <a:gd name="connsiteY40" fmla="*/ 413400 h 612683"/>
                    <a:gd name="connsiteX41" fmla="*/ 226048 w 225725"/>
                    <a:gd name="connsiteY41" fmla="*/ 417592 h 612683"/>
                    <a:gd name="connsiteX42" fmla="*/ 219598 w 225725"/>
                    <a:gd name="connsiteY42" fmla="*/ 434683 h 612683"/>
                    <a:gd name="connsiteX43" fmla="*/ 215406 w 225725"/>
                    <a:gd name="connsiteY43" fmla="*/ 440164 h 612683"/>
                    <a:gd name="connsiteX44" fmla="*/ 213472 w 225725"/>
                    <a:gd name="connsiteY44" fmla="*/ 442744 h 612683"/>
                    <a:gd name="connsiteX45" fmla="*/ 210247 w 225725"/>
                    <a:gd name="connsiteY45" fmla="*/ 444357 h 612683"/>
                    <a:gd name="connsiteX46" fmla="*/ 198961 w 225725"/>
                    <a:gd name="connsiteY46" fmla="*/ 397599 h 612683"/>
                    <a:gd name="connsiteX47" fmla="*/ 194446 w 225725"/>
                    <a:gd name="connsiteY47" fmla="*/ 396954 h 612683"/>
                    <a:gd name="connsiteX48" fmla="*/ 181225 w 225725"/>
                    <a:gd name="connsiteY48" fmla="*/ 376316 h 612683"/>
                    <a:gd name="connsiteX49" fmla="*/ 184450 w 225725"/>
                    <a:gd name="connsiteY49" fmla="*/ 371802 h 612683"/>
                    <a:gd name="connsiteX50" fmla="*/ 188964 w 225725"/>
                    <a:gd name="connsiteY50" fmla="*/ 375026 h 612683"/>
                    <a:gd name="connsiteX51" fmla="*/ 197026 w 225725"/>
                    <a:gd name="connsiteY51" fmla="*/ 389537 h 612683"/>
                    <a:gd name="connsiteX52" fmla="*/ 199606 w 225725"/>
                    <a:gd name="connsiteY52" fmla="*/ 389860 h 612683"/>
                    <a:gd name="connsiteX53" fmla="*/ 204443 w 225725"/>
                    <a:gd name="connsiteY53" fmla="*/ 393084 h 612683"/>
                    <a:gd name="connsiteX54" fmla="*/ 201218 w 225725"/>
                    <a:gd name="connsiteY54" fmla="*/ 397922 h 612683"/>
                    <a:gd name="connsiteX55" fmla="*/ 198961 w 225725"/>
                    <a:gd name="connsiteY55" fmla="*/ 397599 h 612683"/>
                    <a:gd name="connsiteX56" fmla="*/ 189932 w 225725"/>
                    <a:gd name="connsiteY56" fmla="*/ 343425 h 612683"/>
                    <a:gd name="connsiteX57" fmla="*/ 185740 w 225725"/>
                    <a:gd name="connsiteY57" fmla="*/ 339555 h 612683"/>
                    <a:gd name="connsiteX58" fmla="*/ 185740 w 225725"/>
                    <a:gd name="connsiteY58" fmla="*/ 334396 h 612683"/>
                    <a:gd name="connsiteX59" fmla="*/ 185740 w 225725"/>
                    <a:gd name="connsiteY59" fmla="*/ 333429 h 612683"/>
                    <a:gd name="connsiteX60" fmla="*/ 189932 w 225725"/>
                    <a:gd name="connsiteY60" fmla="*/ 317305 h 612683"/>
                    <a:gd name="connsiteX61" fmla="*/ 191544 w 225725"/>
                    <a:gd name="connsiteY61" fmla="*/ 312791 h 612683"/>
                    <a:gd name="connsiteX62" fmla="*/ 196703 w 225725"/>
                    <a:gd name="connsiteY62" fmla="*/ 310211 h 612683"/>
                    <a:gd name="connsiteX63" fmla="*/ 199283 w 225725"/>
                    <a:gd name="connsiteY63" fmla="*/ 315371 h 612683"/>
                    <a:gd name="connsiteX64" fmla="*/ 197348 w 225725"/>
                    <a:gd name="connsiteY64" fmla="*/ 320207 h 612683"/>
                    <a:gd name="connsiteX65" fmla="*/ 193801 w 225725"/>
                    <a:gd name="connsiteY65" fmla="*/ 333429 h 612683"/>
                    <a:gd name="connsiteX66" fmla="*/ 193801 w 225725"/>
                    <a:gd name="connsiteY66" fmla="*/ 334073 h 612683"/>
                    <a:gd name="connsiteX67" fmla="*/ 193801 w 225725"/>
                    <a:gd name="connsiteY67" fmla="*/ 339233 h 612683"/>
                    <a:gd name="connsiteX68" fmla="*/ 189932 w 225725"/>
                    <a:gd name="connsiteY68" fmla="*/ 343425 h 612683"/>
                    <a:gd name="connsiteX69" fmla="*/ 189932 w 225725"/>
                    <a:gd name="connsiteY69" fmla="*/ 343425 h 612683"/>
                    <a:gd name="connsiteX70" fmla="*/ 195736 w 225725"/>
                    <a:gd name="connsiteY70" fmla="*/ 285381 h 612683"/>
                    <a:gd name="connsiteX71" fmla="*/ 193479 w 225725"/>
                    <a:gd name="connsiteY71" fmla="*/ 284736 h 612683"/>
                    <a:gd name="connsiteX72" fmla="*/ 192511 w 225725"/>
                    <a:gd name="connsiteY72" fmla="*/ 279254 h 612683"/>
                    <a:gd name="connsiteX73" fmla="*/ 196058 w 225725"/>
                    <a:gd name="connsiteY73" fmla="*/ 268291 h 612683"/>
                    <a:gd name="connsiteX74" fmla="*/ 196058 w 225725"/>
                    <a:gd name="connsiteY74" fmla="*/ 265388 h 612683"/>
                    <a:gd name="connsiteX75" fmla="*/ 194124 w 225725"/>
                    <a:gd name="connsiteY75" fmla="*/ 258616 h 612683"/>
                    <a:gd name="connsiteX76" fmla="*/ 195736 w 225725"/>
                    <a:gd name="connsiteY76" fmla="*/ 253135 h 612683"/>
                    <a:gd name="connsiteX77" fmla="*/ 201218 w 225725"/>
                    <a:gd name="connsiteY77" fmla="*/ 254747 h 612683"/>
                    <a:gd name="connsiteX78" fmla="*/ 204120 w 225725"/>
                    <a:gd name="connsiteY78" fmla="*/ 264421 h 612683"/>
                    <a:gd name="connsiteX79" fmla="*/ 204443 w 225725"/>
                    <a:gd name="connsiteY79" fmla="*/ 268291 h 612683"/>
                    <a:gd name="connsiteX80" fmla="*/ 199283 w 225725"/>
                    <a:gd name="connsiteY80" fmla="*/ 283769 h 612683"/>
                    <a:gd name="connsiteX81" fmla="*/ 195736 w 225725"/>
                    <a:gd name="connsiteY81" fmla="*/ 285381 h 612683"/>
                    <a:gd name="connsiteX82" fmla="*/ 142529 w 225725"/>
                    <a:gd name="connsiteY82" fmla="*/ 266034 h 612683"/>
                    <a:gd name="connsiteX83" fmla="*/ 138660 w 225725"/>
                    <a:gd name="connsiteY83" fmla="*/ 262164 h 612683"/>
                    <a:gd name="connsiteX84" fmla="*/ 142529 w 225725"/>
                    <a:gd name="connsiteY84" fmla="*/ 257972 h 612683"/>
                    <a:gd name="connsiteX85" fmla="*/ 150269 w 225725"/>
                    <a:gd name="connsiteY85" fmla="*/ 256037 h 612683"/>
                    <a:gd name="connsiteX86" fmla="*/ 156073 w 225725"/>
                    <a:gd name="connsiteY86" fmla="*/ 252167 h 612683"/>
                    <a:gd name="connsiteX87" fmla="*/ 163812 w 225725"/>
                    <a:gd name="connsiteY87" fmla="*/ 247008 h 612683"/>
                    <a:gd name="connsiteX88" fmla="*/ 169294 w 225725"/>
                    <a:gd name="connsiteY88" fmla="*/ 248298 h 612683"/>
                    <a:gd name="connsiteX89" fmla="*/ 168004 w 225725"/>
                    <a:gd name="connsiteY89" fmla="*/ 253780 h 612683"/>
                    <a:gd name="connsiteX90" fmla="*/ 160910 w 225725"/>
                    <a:gd name="connsiteY90" fmla="*/ 258616 h 612683"/>
                    <a:gd name="connsiteX91" fmla="*/ 154461 w 225725"/>
                    <a:gd name="connsiteY91" fmla="*/ 263131 h 612683"/>
                    <a:gd name="connsiteX92" fmla="*/ 142529 w 225725"/>
                    <a:gd name="connsiteY92" fmla="*/ 266034 h 612683"/>
                    <a:gd name="connsiteX93" fmla="*/ 142529 w 225725"/>
                    <a:gd name="connsiteY93" fmla="*/ 266034 h 612683"/>
                    <a:gd name="connsiteX94" fmla="*/ 117055 w 225725"/>
                    <a:gd name="connsiteY94" fmla="*/ 244428 h 612683"/>
                    <a:gd name="connsiteX95" fmla="*/ 113185 w 225725"/>
                    <a:gd name="connsiteY95" fmla="*/ 241526 h 612683"/>
                    <a:gd name="connsiteX96" fmla="*/ 107058 w 225725"/>
                    <a:gd name="connsiteY96" fmla="*/ 215406 h 612683"/>
                    <a:gd name="connsiteX97" fmla="*/ 110283 w 225725"/>
                    <a:gd name="connsiteY97" fmla="*/ 210892 h 612683"/>
                    <a:gd name="connsiteX98" fmla="*/ 114797 w 225725"/>
                    <a:gd name="connsiteY98" fmla="*/ 214117 h 612683"/>
                    <a:gd name="connsiteX99" fmla="*/ 120924 w 225725"/>
                    <a:gd name="connsiteY99" fmla="*/ 238946 h 612683"/>
                    <a:gd name="connsiteX100" fmla="*/ 118344 w 225725"/>
                    <a:gd name="connsiteY100" fmla="*/ 244106 h 612683"/>
                    <a:gd name="connsiteX101" fmla="*/ 117055 w 225725"/>
                    <a:gd name="connsiteY101" fmla="*/ 244428 h 612683"/>
                    <a:gd name="connsiteX102" fmla="*/ 115765 w 225725"/>
                    <a:gd name="connsiteY102" fmla="*/ 184772 h 612683"/>
                    <a:gd name="connsiteX103" fmla="*/ 112863 w 225725"/>
                    <a:gd name="connsiteY103" fmla="*/ 183482 h 612683"/>
                    <a:gd name="connsiteX104" fmla="*/ 112863 w 225725"/>
                    <a:gd name="connsiteY104" fmla="*/ 177678 h 612683"/>
                    <a:gd name="connsiteX105" fmla="*/ 116087 w 225725"/>
                    <a:gd name="connsiteY105" fmla="*/ 173486 h 612683"/>
                    <a:gd name="connsiteX106" fmla="*/ 119957 w 225725"/>
                    <a:gd name="connsiteY106" fmla="*/ 159297 h 612683"/>
                    <a:gd name="connsiteX107" fmla="*/ 119957 w 225725"/>
                    <a:gd name="connsiteY107" fmla="*/ 156717 h 612683"/>
                    <a:gd name="connsiteX108" fmla="*/ 123504 w 225725"/>
                    <a:gd name="connsiteY108" fmla="*/ 152203 h 612683"/>
                    <a:gd name="connsiteX109" fmla="*/ 128018 w 225725"/>
                    <a:gd name="connsiteY109" fmla="*/ 155750 h 612683"/>
                    <a:gd name="connsiteX110" fmla="*/ 128341 w 225725"/>
                    <a:gd name="connsiteY110" fmla="*/ 158975 h 612683"/>
                    <a:gd name="connsiteX111" fmla="*/ 123826 w 225725"/>
                    <a:gd name="connsiteY111" fmla="*/ 176711 h 612683"/>
                    <a:gd name="connsiteX112" fmla="*/ 118989 w 225725"/>
                    <a:gd name="connsiteY112" fmla="*/ 183160 h 612683"/>
                    <a:gd name="connsiteX113" fmla="*/ 115765 w 225725"/>
                    <a:gd name="connsiteY113" fmla="*/ 184772 h 612683"/>
                    <a:gd name="connsiteX114" fmla="*/ 99964 w 225725"/>
                    <a:gd name="connsiteY114" fmla="*/ 134790 h 612683"/>
                    <a:gd name="connsiteX115" fmla="*/ 98029 w 225725"/>
                    <a:gd name="connsiteY115" fmla="*/ 134145 h 612683"/>
                    <a:gd name="connsiteX116" fmla="*/ 97384 w 225725"/>
                    <a:gd name="connsiteY116" fmla="*/ 133823 h 612683"/>
                    <a:gd name="connsiteX117" fmla="*/ 79971 w 225725"/>
                    <a:gd name="connsiteY117" fmla="*/ 116732 h 612683"/>
                    <a:gd name="connsiteX118" fmla="*/ 81584 w 225725"/>
                    <a:gd name="connsiteY118" fmla="*/ 110605 h 612683"/>
                    <a:gd name="connsiteX119" fmla="*/ 87065 w 225725"/>
                    <a:gd name="connsiteY119" fmla="*/ 108993 h 612683"/>
                    <a:gd name="connsiteX120" fmla="*/ 88678 w 225725"/>
                    <a:gd name="connsiteY120" fmla="*/ 114475 h 612683"/>
                    <a:gd name="connsiteX121" fmla="*/ 88033 w 225725"/>
                    <a:gd name="connsiteY121" fmla="*/ 116409 h 612683"/>
                    <a:gd name="connsiteX122" fmla="*/ 101254 w 225725"/>
                    <a:gd name="connsiteY122" fmla="*/ 126406 h 612683"/>
                    <a:gd name="connsiteX123" fmla="*/ 101899 w 225725"/>
                    <a:gd name="connsiteY123" fmla="*/ 126728 h 612683"/>
                    <a:gd name="connsiteX124" fmla="*/ 103511 w 225725"/>
                    <a:gd name="connsiteY124" fmla="*/ 132210 h 612683"/>
                    <a:gd name="connsiteX125" fmla="*/ 99964 w 225725"/>
                    <a:gd name="connsiteY125" fmla="*/ 134790 h 612683"/>
                    <a:gd name="connsiteX126" fmla="*/ 105768 w 225725"/>
                    <a:gd name="connsiteY126" fmla="*/ 89000 h 612683"/>
                    <a:gd name="connsiteX127" fmla="*/ 101899 w 225725"/>
                    <a:gd name="connsiteY127" fmla="*/ 86420 h 612683"/>
                    <a:gd name="connsiteX128" fmla="*/ 90290 w 225725"/>
                    <a:gd name="connsiteY128" fmla="*/ 76101 h 612683"/>
                    <a:gd name="connsiteX129" fmla="*/ 87065 w 225725"/>
                    <a:gd name="connsiteY129" fmla="*/ 73844 h 612683"/>
                    <a:gd name="connsiteX130" fmla="*/ 84163 w 225725"/>
                    <a:gd name="connsiteY130" fmla="*/ 72232 h 612683"/>
                    <a:gd name="connsiteX131" fmla="*/ 81906 w 225725"/>
                    <a:gd name="connsiteY131" fmla="*/ 67072 h 612683"/>
                    <a:gd name="connsiteX132" fmla="*/ 87065 w 225725"/>
                    <a:gd name="connsiteY132" fmla="*/ 64815 h 612683"/>
                    <a:gd name="connsiteX133" fmla="*/ 91257 w 225725"/>
                    <a:gd name="connsiteY133" fmla="*/ 67072 h 612683"/>
                    <a:gd name="connsiteX134" fmla="*/ 94482 w 225725"/>
                    <a:gd name="connsiteY134" fmla="*/ 69330 h 612683"/>
                    <a:gd name="connsiteX135" fmla="*/ 108993 w 225725"/>
                    <a:gd name="connsiteY135" fmla="*/ 83518 h 612683"/>
                    <a:gd name="connsiteX136" fmla="*/ 106736 w 225725"/>
                    <a:gd name="connsiteY136" fmla="*/ 88678 h 612683"/>
                    <a:gd name="connsiteX137" fmla="*/ 105768 w 225725"/>
                    <a:gd name="connsiteY137" fmla="*/ 89000 h 612683"/>
                    <a:gd name="connsiteX138" fmla="*/ 52239 w 225725"/>
                    <a:gd name="connsiteY138" fmla="*/ 63848 h 612683"/>
                    <a:gd name="connsiteX139" fmla="*/ 48370 w 225725"/>
                    <a:gd name="connsiteY139" fmla="*/ 60946 h 612683"/>
                    <a:gd name="connsiteX140" fmla="*/ 48047 w 225725"/>
                    <a:gd name="connsiteY140" fmla="*/ 58366 h 612683"/>
                    <a:gd name="connsiteX141" fmla="*/ 53529 w 225725"/>
                    <a:gd name="connsiteY141" fmla="*/ 49659 h 612683"/>
                    <a:gd name="connsiteX142" fmla="*/ 56431 w 225725"/>
                    <a:gd name="connsiteY142" fmla="*/ 46435 h 612683"/>
                    <a:gd name="connsiteX143" fmla="*/ 52239 w 225725"/>
                    <a:gd name="connsiteY143" fmla="*/ 41920 h 612683"/>
                    <a:gd name="connsiteX144" fmla="*/ 51594 w 225725"/>
                    <a:gd name="connsiteY144" fmla="*/ 36116 h 612683"/>
                    <a:gd name="connsiteX145" fmla="*/ 57399 w 225725"/>
                    <a:gd name="connsiteY145" fmla="*/ 35471 h 612683"/>
                    <a:gd name="connsiteX146" fmla="*/ 64815 w 225725"/>
                    <a:gd name="connsiteY146" fmla="*/ 45467 h 612683"/>
                    <a:gd name="connsiteX147" fmla="*/ 64815 w 225725"/>
                    <a:gd name="connsiteY147" fmla="*/ 46435 h 612683"/>
                    <a:gd name="connsiteX148" fmla="*/ 58689 w 225725"/>
                    <a:gd name="connsiteY148" fmla="*/ 55786 h 612683"/>
                    <a:gd name="connsiteX149" fmla="*/ 56109 w 225725"/>
                    <a:gd name="connsiteY149" fmla="*/ 58366 h 612683"/>
                    <a:gd name="connsiteX150" fmla="*/ 53529 w 225725"/>
                    <a:gd name="connsiteY150" fmla="*/ 63203 h 612683"/>
                    <a:gd name="connsiteX151" fmla="*/ 52239 w 225725"/>
                    <a:gd name="connsiteY151" fmla="*/ 63848 h 612683"/>
                    <a:gd name="connsiteX152" fmla="*/ 23217 w 225725"/>
                    <a:gd name="connsiteY152" fmla="*/ 24507 h 612683"/>
                    <a:gd name="connsiteX153" fmla="*/ 21283 w 225725"/>
                    <a:gd name="connsiteY153" fmla="*/ 23862 h 612683"/>
                    <a:gd name="connsiteX154" fmla="*/ 14511 w 225725"/>
                    <a:gd name="connsiteY154" fmla="*/ 19993 h 612683"/>
                    <a:gd name="connsiteX155" fmla="*/ 0 w 225725"/>
                    <a:gd name="connsiteY155" fmla="*/ 4192 h 612683"/>
                    <a:gd name="connsiteX156" fmla="*/ 3870 w 225725"/>
                    <a:gd name="connsiteY156" fmla="*/ 0 h 612683"/>
                    <a:gd name="connsiteX157" fmla="*/ 3870 w 225725"/>
                    <a:gd name="connsiteY157" fmla="*/ 0 h 612683"/>
                    <a:gd name="connsiteX158" fmla="*/ 8062 w 225725"/>
                    <a:gd name="connsiteY158" fmla="*/ 3869 h 612683"/>
                    <a:gd name="connsiteX159" fmla="*/ 18380 w 225725"/>
                    <a:gd name="connsiteY159" fmla="*/ 12576 h 612683"/>
                    <a:gd name="connsiteX160" fmla="*/ 25475 w 225725"/>
                    <a:gd name="connsiteY160" fmla="*/ 16446 h 612683"/>
                    <a:gd name="connsiteX161" fmla="*/ 26765 w 225725"/>
                    <a:gd name="connsiteY161" fmla="*/ 21927 h 612683"/>
                    <a:gd name="connsiteX162" fmla="*/ 23217 w 225725"/>
                    <a:gd name="connsiteY162" fmla="*/ 24507 h 6126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</a:cxnLst>
                  <a:rect l="l" t="t" r="r" b="b"/>
                  <a:pathLst>
                    <a:path w="225725" h="612683">
                      <a:moveTo>
                        <a:pt x="187029" y="614618"/>
                      </a:moveTo>
                      <a:cubicBezTo>
                        <a:pt x="186062" y="614618"/>
                        <a:pt x="185095" y="614295"/>
                        <a:pt x="184450" y="613651"/>
                      </a:cubicBezTo>
                      <a:cubicBezTo>
                        <a:pt x="182837" y="612360"/>
                        <a:pt x="182515" y="609781"/>
                        <a:pt x="183805" y="607846"/>
                      </a:cubicBezTo>
                      <a:cubicBezTo>
                        <a:pt x="184772" y="606556"/>
                        <a:pt x="188319" y="602364"/>
                        <a:pt x="188319" y="600752"/>
                      </a:cubicBezTo>
                      <a:cubicBezTo>
                        <a:pt x="188319" y="599784"/>
                        <a:pt x="187352" y="598172"/>
                        <a:pt x="185740" y="596237"/>
                      </a:cubicBezTo>
                      <a:cubicBezTo>
                        <a:pt x="184772" y="594625"/>
                        <a:pt x="183482" y="593013"/>
                        <a:pt x="182192" y="590755"/>
                      </a:cubicBezTo>
                      <a:lnTo>
                        <a:pt x="181548" y="589788"/>
                      </a:lnTo>
                      <a:cubicBezTo>
                        <a:pt x="180580" y="587853"/>
                        <a:pt x="181225" y="585274"/>
                        <a:pt x="183160" y="584306"/>
                      </a:cubicBezTo>
                      <a:cubicBezTo>
                        <a:pt x="185095" y="583339"/>
                        <a:pt x="187674" y="583983"/>
                        <a:pt x="188642" y="585919"/>
                      </a:cubicBezTo>
                      <a:lnTo>
                        <a:pt x="188964" y="586563"/>
                      </a:lnTo>
                      <a:cubicBezTo>
                        <a:pt x="190254" y="588498"/>
                        <a:pt x="191222" y="590110"/>
                        <a:pt x="192189" y="591400"/>
                      </a:cubicBezTo>
                      <a:cubicBezTo>
                        <a:pt x="194446" y="594625"/>
                        <a:pt x="196058" y="597205"/>
                        <a:pt x="196058" y="600429"/>
                      </a:cubicBezTo>
                      <a:cubicBezTo>
                        <a:pt x="196058" y="604299"/>
                        <a:pt x="193479" y="608168"/>
                        <a:pt x="189609" y="612683"/>
                      </a:cubicBezTo>
                      <a:cubicBezTo>
                        <a:pt x="189287" y="613973"/>
                        <a:pt x="188319" y="614618"/>
                        <a:pt x="187029" y="614618"/>
                      </a:cubicBezTo>
                      <a:close/>
                      <a:moveTo>
                        <a:pt x="188642" y="557864"/>
                      </a:moveTo>
                      <a:cubicBezTo>
                        <a:pt x="188319" y="557864"/>
                        <a:pt x="187997" y="557864"/>
                        <a:pt x="187674" y="557864"/>
                      </a:cubicBezTo>
                      <a:cubicBezTo>
                        <a:pt x="185417" y="557542"/>
                        <a:pt x="184127" y="555284"/>
                        <a:pt x="184450" y="553027"/>
                      </a:cubicBezTo>
                      <a:cubicBezTo>
                        <a:pt x="185095" y="549480"/>
                        <a:pt x="185740" y="545288"/>
                        <a:pt x="185740" y="541418"/>
                      </a:cubicBezTo>
                      <a:cubicBezTo>
                        <a:pt x="185740" y="536904"/>
                        <a:pt x="185095" y="532389"/>
                        <a:pt x="184127" y="529164"/>
                      </a:cubicBezTo>
                      <a:cubicBezTo>
                        <a:pt x="183482" y="526907"/>
                        <a:pt x="184450" y="524650"/>
                        <a:pt x="186707" y="524005"/>
                      </a:cubicBezTo>
                      <a:cubicBezTo>
                        <a:pt x="188964" y="523360"/>
                        <a:pt x="191222" y="524328"/>
                        <a:pt x="191867" y="526585"/>
                      </a:cubicBezTo>
                      <a:cubicBezTo>
                        <a:pt x="193156" y="530777"/>
                        <a:pt x="193801" y="535936"/>
                        <a:pt x="193801" y="541418"/>
                      </a:cubicBezTo>
                      <a:cubicBezTo>
                        <a:pt x="193801" y="545933"/>
                        <a:pt x="193479" y="550447"/>
                        <a:pt x="192511" y="554639"/>
                      </a:cubicBezTo>
                      <a:cubicBezTo>
                        <a:pt x="192189" y="556574"/>
                        <a:pt x="190577" y="557864"/>
                        <a:pt x="188642" y="557864"/>
                      </a:cubicBezTo>
                      <a:close/>
                      <a:moveTo>
                        <a:pt x="183482" y="499175"/>
                      </a:moveTo>
                      <a:cubicBezTo>
                        <a:pt x="182515" y="499175"/>
                        <a:pt x="181548" y="498853"/>
                        <a:pt x="180903" y="498208"/>
                      </a:cubicBezTo>
                      <a:cubicBezTo>
                        <a:pt x="179290" y="496596"/>
                        <a:pt x="178968" y="494338"/>
                        <a:pt x="180580" y="492404"/>
                      </a:cubicBezTo>
                      <a:cubicBezTo>
                        <a:pt x="182192" y="490469"/>
                        <a:pt x="184127" y="488856"/>
                        <a:pt x="185740" y="487244"/>
                      </a:cubicBezTo>
                      <a:cubicBezTo>
                        <a:pt x="189932" y="483697"/>
                        <a:pt x="192511" y="481118"/>
                        <a:pt x="193156" y="473056"/>
                      </a:cubicBezTo>
                      <a:cubicBezTo>
                        <a:pt x="193479" y="470798"/>
                        <a:pt x="195414" y="469186"/>
                        <a:pt x="197671" y="469509"/>
                      </a:cubicBezTo>
                      <a:cubicBezTo>
                        <a:pt x="199928" y="469831"/>
                        <a:pt x="201540" y="471766"/>
                        <a:pt x="201218" y="474023"/>
                      </a:cubicBezTo>
                      <a:cubicBezTo>
                        <a:pt x="200251" y="484987"/>
                        <a:pt x="195736" y="489179"/>
                        <a:pt x="191222" y="493371"/>
                      </a:cubicBezTo>
                      <a:cubicBezTo>
                        <a:pt x="189932" y="494661"/>
                        <a:pt x="188319" y="495951"/>
                        <a:pt x="186707" y="497885"/>
                      </a:cubicBezTo>
                      <a:cubicBezTo>
                        <a:pt x="185740" y="498530"/>
                        <a:pt x="184772" y="499175"/>
                        <a:pt x="183482" y="499175"/>
                      </a:cubicBezTo>
                      <a:close/>
                      <a:moveTo>
                        <a:pt x="210247" y="444357"/>
                      </a:moveTo>
                      <a:cubicBezTo>
                        <a:pt x="209280" y="444357"/>
                        <a:pt x="208635" y="444034"/>
                        <a:pt x="207667" y="443389"/>
                      </a:cubicBezTo>
                      <a:cubicBezTo>
                        <a:pt x="206055" y="442099"/>
                        <a:pt x="205732" y="439519"/>
                        <a:pt x="207022" y="437585"/>
                      </a:cubicBezTo>
                      <a:lnTo>
                        <a:pt x="208957" y="435005"/>
                      </a:lnTo>
                      <a:cubicBezTo>
                        <a:pt x="210247" y="433070"/>
                        <a:pt x="211859" y="431458"/>
                        <a:pt x="213149" y="429845"/>
                      </a:cubicBezTo>
                      <a:cubicBezTo>
                        <a:pt x="216374" y="425654"/>
                        <a:pt x="217986" y="421461"/>
                        <a:pt x="217986" y="417269"/>
                      </a:cubicBezTo>
                      <a:cubicBezTo>
                        <a:pt x="217986" y="415012"/>
                        <a:pt x="219921" y="413400"/>
                        <a:pt x="222178" y="413400"/>
                      </a:cubicBezTo>
                      <a:cubicBezTo>
                        <a:pt x="224435" y="413400"/>
                        <a:pt x="226048" y="415334"/>
                        <a:pt x="226048" y="417592"/>
                      </a:cubicBezTo>
                      <a:cubicBezTo>
                        <a:pt x="226048" y="423396"/>
                        <a:pt x="223790" y="429201"/>
                        <a:pt x="219598" y="434683"/>
                      </a:cubicBezTo>
                      <a:cubicBezTo>
                        <a:pt x="218309" y="436617"/>
                        <a:pt x="216696" y="438230"/>
                        <a:pt x="215406" y="440164"/>
                      </a:cubicBezTo>
                      <a:lnTo>
                        <a:pt x="213472" y="442744"/>
                      </a:lnTo>
                      <a:cubicBezTo>
                        <a:pt x="212827" y="443711"/>
                        <a:pt x="211537" y="444357"/>
                        <a:pt x="210247" y="444357"/>
                      </a:cubicBezTo>
                      <a:close/>
                      <a:moveTo>
                        <a:pt x="198961" y="397599"/>
                      </a:moveTo>
                      <a:cubicBezTo>
                        <a:pt x="197671" y="397599"/>
                        <a:pt x="196058" y="397276"/>
                        <a:pt x="194446" y="396954"/>
                      </a:cubicBezTo>
                      <a:cubicBezTo>
                        <a:pt x="187352" y="394374"/>
                        <a:pt x="182515" y="384378"/>
                        <a:pt x="181225" y="376316"/>
                      </a:cubicBezTo>
                      <a:cubicBezTo>
                        <a:pt x="180903" y="374059"/>
                        <a:pt x="182192" y="372124"/>
                        <a:pt x="184450" y="371802"/>
                      </a:cubicBezTo>
                      <a:cubicBezTo>
                        <a:pt x="186707" y="371479"/>
                        <a:pt x="188642" y="372769"/>
                        <a:pt x="188964" y="375026"/>
                      </a:cubicBezTo>
                      <a:cubicBezTo>
                        <a:pt x="190254" y="382443"/>
                        <a:pt x="194124" y="388570"/>
                        <a:pt x="197026" y="389537"/>
                      </a:cubicBezTo>
                      <a:cubicBezTo>
                        <a:pt x="197993" y="389860"/>
                        <a:pt x="198961" y="389860"/>
                        <a:pt x="199606" y="389860"/>
                      </a:cubicBezTo>
                      <a:cubicBezTo>
                        <a:pt x="201863" y="389537"/>
                        <a:pt x="203798" y="390827"/>
                        <a:pt x="204443" y="393084"/>
                      </a:cubicBezTo>
                      <a:cubicBezTo>
                        <a:pt x="204765" y="395342"/>
                        <a:pt x="203475" y="397276"/>
                        <a:pt x="201218" y="397922"/>
                      </a:cubicBezTo>
                      <a:cubicBezTo>
                        <a:pt x="200573" y="397276"/>
                        <a:pt x="199928" y="397599"/>
                        <a:pt x="198961" y="397599"/>
                      </a:cubicBezTo>
                      <a:close/>
                      <a:moveTo>
                        <a:pt x="189932" y="343425"/>
                      </a:moveTo>
                      <a:cubicBezTo>
                        <a:pt x="187674" y="343425"/>
                        <a:pt x="186062" y="341812"/>
                        <a:pt x="185740" y="339555"/>
                      </a:cubicBezTo>
                      <a:cubicBezTo>
                        <a:pt x="185740" y="337943"/>
                        <a:pt x="185740" y="336008"/>
                        <a:pt x="185740" y="334396"/>
                      </a:cubicBezTo>
                      <a:lnTo>
                        <a:pt x="185740" y="333429"/>
                      </a:lnTo>
                      <a:cubicBezTo>
                        <a:pt x="185740" y="327302"/>
                        <a:pt x="187997" y="322142"/>
                        <a:pt x="189932" y="317305"/>
                      </a:cubicBezTo>
                      <a:cubicBezTo>
                        <a:pt x="190577" y="315693"/>
                        <a:pt x="191222" y="314403"/>
                        <a:pt x="191544" y="312791"/>
                      </a:cubicBezTo>
                      <a:cubicBezTo>
                        <a:pt x="192189" y="310533"/>
                        <a:pt x="194446" y="309566"/>
                        <a:pt x="196703" y="310211"/>
                      </a:cubicBezTo>
                      <a:cubicBezTo>
                        <a:pt x="198961" y="310856"/>
                        <a:pt x="199928" y="313113"/>
                        <a:pt x="199283" y="315371"/>
                      </a:cubicBezTo>
                      <a:cubicBezTo>
                        <a:pt x="198638" y="316983"/>
                        <a:pt x="197993" y="318595"/>
                        <a:pt x="197348" y="320207"/>
                      </a:cubicBezTo>
                      <a:cubicBezTo>
                        <a:pt x="195736" y="324400"/>
                        <a:pt x="193801" y="328914"/>
                        <a:pt x="193801" y="333429"/>
                      </a:cubicBezTo>
                      <a:lnTo>
                        <a:pt x="193801" y="334073"/>
                      </a:lnTo>
                      <a:cubicBezTo>
                        <a:pt x="193801" y="335686"/>
                        <a:pt x="193801" y="337620"/>
                        <a:pt x="193801" y="339233"/>
                      </a:cubicBezTo>
                      <a:cubicBezTo>
                        <a:pt x="193801" y="341490"/>
                        <a:pt x="192189" y="343425"/>
                        <a:pt x="189932" y="343425"/>
                      </a:cubicBezTo>
                      <a:cubicBezTo>
                        <a:pt x="189932" y="343425"/>
                        <a:pt x="189932" y="343425"/>
                        <a:pt x="189932" y="343425"/>
                      </a:cubicBezTo>
                      <a:close/>
                      <a:moveTo>
                        <a:pt x="195736" y="285381"/>
                      </a:moveTo>
                      <a:cubicBezTo>
                        <a:pt x="194769" y="285381"/>
                        <a:pt x="194124" y="285059"/>
                        <a:pt x="193479" y="284736"/>
                      </a:cubicBezTo>
                      <a:cubicBezTo>
                        <a:pt x="191544" y="283446"/>
                        <a:pt x="191222" y="280867"/>
                        <a:pt x="192511" y="279254"/>
                      </a:cubicBezTo>
                      <a:cubicBezTo>
                        <a:pt x="194124" y="276997"/>
                        <a:pt x="196058" y="274095"/>
                        <a:pt x="196058" y="268291"/>
                      </a:cubicBezTo>
                      <a:cubicBezTo>
                        <a:pt x="196058" y="267323"/>
                        <a:pt x="196058" y="266356"/>
                        <a:pt x="196058" y="265388"/>
                      </a:cubicBezTo>
                      <a:cubicBezTo>
                        <a:pt x="195736" y="262809"/>
                        <a:pt x="195091" y="260551"/>
                        <a:pt x="194124" y="258616"/>
                      </a:cubicBezTo>
                      <a:cubicBezTo>
                        <a:pt x="193156" y="256682"/>
                        <a:pt x="193801" y="254102"/>
                        <a:pt x="195736" y="253135"/>
                      </a:cubicBezTo>
                      <a:cubicBezTo>
                        <a:pt x="197671" y="252167"/>
                        <a:pt x="200251" y="252812"/>
                        <a:pt x="201218" y="254747"/>
                      </a:cubicBezTo>
                      <a:cubicBezTo>
                        <a:pt x="202830" y="257649"/>
                        <a:pt x="203798" y="260874"/>
                        <a:pt x="204120" y="264421"/>
                      </a:cubicBezTo>
                      <a:cubicBezTo>
                        <a:pt x="204120" y="265711"/>
                        <a:pt x="204443" y="267001"/>
                        <a:pt x="204443" y="268291"/>
                      </a:cubicBezTo>
                      <a:cubicBezTo>
                        <a:pt x="204443" y="276030"/>
                        <a:pt x="201863" y="280544"/>
                        <a:pt x="199283" y="283769"/>
                      </a:cubicBezTo>
                      <a:cubicBezTo>
                        <a:pt x="198316" y="285059"/>
                        <a:pt x="197026" y="285381"/>
                        <a:pt x="195736" y="285381"/>
                      </a:cubicBezTo>
                      <a:close/>
                      <a:moveTo>
                        <a:pt x="142529" y="266034"/>
                      </a:moveTo>
                      <a:cubicBezTo>
                        <a:pt x="140272" y="266034"/>
                        <a:pt x="138660" y="264421"/>
                        <a:pt x="138660" y="262164"/>
                      </a:cubicBezTo>
                      <a:cubicBezTo>
                        <a:pt x="138660" y="259907"/>
                        <a:pt x="140272" y="257972"/>
                        <a:pt x="142529" y="257972"/>
                      </a:cubicBezTo>
                      <a:cubicBezTo>
                        <a:pt x="145754" y="257972"/>
                        <a:pt x="148334" y="257004"/>
                        <a:pt x="150269" y="256037"/>
                      </a:cubicBezTo>
                      <a:cubicBezTo>
                        <a:pt x="151881" y="255069"/>
                        <a:pt x="153816" y="253457"/>
                        <a:pt x="156073" y="252167"/>
                      </a:cubicBezTo>
                      <a:cubicBezTo>
                        <a:pt x="158330" y="250555"/>
                        <a:pt x="160910" y="248620"/>
                        <a:pt x="163812" y="247008"/>
                      </a:cubicBezTo>
                      <a:cubicBezTo>
                        <a:pt x="165747" y="245718"/>
                        <a:pt x="168326" y="246363"/>
                        <a:pt x="169294" y="248298"/>
                      </a:cubicBezTo>
                      <a:cubicBezTo>
                        <a:pt x="170584" y="250233"/>
                        <a:pt x="169939" y="252812"/>
                        <a:pt x="168004" y="253780"/>
                      </a:cubicBezTo>
                      <a:cubicBezTo>
                        <a:pt x="165747" y="255392"/>
                        <a:pt x="163167" y="257004"/>
                        <a:pt x="160910" y="258616"/>
                      </a:cubicBezTo>
                      <a:cubicBezTo>
                        <a:pt x="158653" y="260229"/>
                        <a:pt x="156718" y="261841"/>
                        <a:pt x="154461" y="263131"/>
                      </a:cubicBezTo>
                      <a:cubicBezTo>
                        <a:pt x="151236" y="264743"/>
                        <a:pt x="147044" y="265711"/>
                        <a:pt x="142529" y="266034"/>
                      </a:cubicBezTo>
                      <a:cubicBezTo>
                        <a:pt x="142529" y="266034"/>
                        <a:pt x="142529" y="266034"/>
                        <a:pt x="142529" y="266034"/>
                      </a:cubicBezTo>
                      <a:close/>
                      <a:moveTo>
                        <a:pt x="117055" y="244428"/>
                      </a:moveTo>
                      <a:cubicBezTo>
                        <a:pt x="115442" y="244428"/>
                        <a:pt x="113830" y="243461"/>
                        <a:pt x="113185" y="241526"/>
                      </a:cubicBezTo>
                      <a:cubicBezTo>
                        <a:pt x="110605" y="233787"/>
                        <a:pt x="108348" y="224758"/>
                        <a:pt x="107058" y="215406"/>
                      </a:cubicBezTo>
                      <a:cubicBezTo>
                        <a:pt x="106736" y="213149"/>
                        <a:pt x="108026" y="211214"/>
                        <a:pt x="110283" y="210892"/>
                      </a:cubicBezTo>
                      <a:cubicBezTo>
                        <a:pt x="112540" y="210570"/>
                        <a:pt x="114475" y="211859"/>
                        <a:pt x="114797" y="214117"/>
                      </a:cubicBezTo>
                      <a:cubicBezTo>
                        <a:pt x="116410" y="222823"/>
                        <a:pt x="118344" y="231852"/>
                        <a:pt x="120924" y="238946"/>
                      </a:cubicBezTo>
                      <a:cubicBezTo>
                        <a:pt x="121569" y="241204"/>
                        <a:pt x="120602" y="243461"/>
                        <a:pt x="118344" y="244106"/>
                      </a:cubicBezTo>
                      <a:cubicBezTo>
                        <a:pt x="118022" y="244428"/>
                        <a:pt x="117377" y="244428"/>
                        <a:pt x="117055" y="244428"/>
                      </a:cubicBezTo>
                      <a:close/>
                      <a:moveTo>
                        <a:pt x="115765" y="184772"/>
                      </a:moveTo>
                      <a:cubicBezTo>
                        <a:pt x="114797" y="184772"/>
                        <a:pt x="113508" y="184449"/>
                        <a:pt x="112863" y="183482"/>
                      </a:cubicBezTo>
                      <a:cubicBezTo>
                        <a:pt x="111250" y="181870"/>
                        <a:pt x="111250" y="179290"/>
                        <a:pt x="112863" y="177678"/>
                      </a:cubicBezTo>
                      <a:cubicBezTo>
                        <a:pt x="113830" y="176711"/>
                        <a:pt x="115120" y="175420"/>
                        <a:pt x="116087" y="173486"/>
                      </a:cubicBezTo>
                      <a:cubicBezTo>
                        <a:pt x="118667" y="168326"/>
                        <a:pt x="119957" y="163812"/>
                        <a:pt x="119957" y="159297"/>
                      </a:cubicBezTo>
                      <a:cubicBezTo>
                        <a:pt x="119957" y="158653"/>
                        <a:pt x="119957" y="157685"/>
                        <a:pt x="119957" y="156717"/>
                      </a:cubicBezTo>
                      <a:cubicBezTo>
                        <a:pt x="119634" y="154460"/>
                        <a:pt x="121247" y="152526"/>
                        <a:pt x="123504" y="152203"/>
                      </a:cubicBezTo>
                      <a:cubicBezTo>
                        <a:pt x="125761" y="151881"/>
                        <a:pt x="127696" y="153493"/>
                        <a:pt x="128018" y="155750"/>
                      </a:cubicBezTo>
                      <a:cubicBezTo>
                        <a:pt x="128018" y="157040"/>
                        <a:pt x="128341" y="158008"/>
                        <a:pt x="128341" y="158975"/>
                      </a:cubicBezTo>
                      <a:cubicBezTo>
                        <a:pt x="128341" y="164457"/>
                        <a:pt x="126729" y="170584"/>
                        <a:pt x="123826" y="176711"/>
                      </a:cubicBezTo>
                      <a:cubicBezTo>
                        <a:pt x="122214" y="179935"/>
                        <a:pt x="120602" y="181870"/>
                        <a:pt x="118989" y="183160"/>
                      </a:cubicBezTo>
                      <a:cubicBezTo>
                        <a:pt x="117700" y="184127"/>
                        <a:pt x="116732" y="184772"/>
                        <a:pt x="115765" y="184772"/>
                      </a:cubicBezTo>
                      <a:close/>
                      <a:moveTo>
                        <a:pt x="99964" y="134790"/>
                      </a:moveTo>
                      <a:cubicBezTo>
                        <a:pt x="99319" y="134790"/>
                        <a:pt x="98674" y="134468"/>
                        <a:pt x="98029" y="134145"/>
                      </a:cubicBezTo>
                      <a:lnTo>
                        <a:pt x="97384" y="133823"/>
                      </a:lnTo>
                      <a:cubicBezTo>
                        <a:pt x="87710" y="128341"/>
                        <a:pt x="79971" y="124149"/>
                        <a:pt x="79971" y="116732"/>
                      </a:cubicBezTo>
                      <a:cubicBezTo>
                        <a:pt x="79971" y="114797"/>
                        <a:pt x="80616" y="112863"/>
                        <a:pt x="81584" y="110605"/>
                      </a:cubicBezTo>
                      <a:cubicBezTo>
                        <a:pt x="82551" y="108671"/>
                        <a:pt x="85131" y="108025"/>
                        <a:pt x="87065" y="108993"/>
                      </a:cubicBezTo>
                      <a:cubicBezTo>
                        <a:pt x="89000" y="109960"/>
                        <a:pt x="89645" y="112540"/>
                        <a:pt x="88678" y="114475"/>
                      </a:cubicBezTo>
                      <a:cubicBezTo>
                        <a:pt x="88355" y="115120"/>
                        <a:pt x="88033" y="115765"/>
                        <a:pt x="88033" y="116409"/>
                      </a:cubicBezTo>
                      <a:cubicBezTo>
                        <a:pt x="88033" y="119312"/>
                        <a:pt x="94805" y="122859"/>
                        <a:pt x="101254" y="126406"/>
                      </a:cubicBezTo>
                      <a:lnTo>
                        <a:pt x="101899" y="126728"/>
                      </a:lnTo>
                      <a:cubicBezTo>
                        <a:pt x="103834" y="127696"/>
                        <a:pt x="104478" y="130276"/>
                        <a:pt x="103511" y="132210"/>
                      </a:cubicBezTo>
                      <a:cubicBezTo>
                        <a:pt x="102544" y="134145"/>
                        <a:pt x="101254" y="134790"/>
                        <a:pt x="99964" y="134790"/>
                      </a:cubicBezTo>
                      <a:close/>
                      <a:moveTo>
                        <a:pt x="105768" y="89000"/>
                      </a:moveTo>
                      <a:cubicBezTo>
                        <a:pt x="104156" y="89000"/>
                        <a:pt x="102544" y="88033"/>
                        <a:pt x="101899" y="86420"/>
                      </a:cubicBezTo>
                      <a:cubicBezTo>
                        <a:pt x="100609" y="82873"/>
                        <a:pt x="95127" y="79326"/>
                        <a:pt x="90290" y="76101"/>
                      </a:cubicBezTo>
                      <a:cubicBezTo>
                        <a:pt x="89000" y="75457"/>
                        <a:pt x="88033" y="74489"/>
                        <a:pt x="87065" y="73844"/>
                      </a:cubicBezTo>
                      <a:cubicBezTo>
                        <a:pt x="86098" y="73199"/>
                        <a:pt x="85131" y="72877"/>
                        <a:pt x="84163" y="72232"/>
                      </a:cubicBezTo>
                      <a:cubicBezTo>
                        <a:pt x="82228" y="71264"/>
                        <a:pt x="81261" y="69007"/>
                        <a:pt x="81906" y="67072"/>
                      </a:cubicBezTo>
                      <a:cubicBezTo>
                        <a:pt x="82873" y="65138"/>
                        <a:pt x="85131" y="64170"/>
                        <a:pt x="87065" y="64815"/>
                      </a:cubicBezTo>
                      <a:cubicBezTo>
                        <a:pt x="88678" y="65460"/>
                        <a:pt x="89968" y="66105"/>
                        <a:pt x="91257" y="67072"/>
                      </a:cubicBezTo>
                      <a:cubicBezTo>
                        <a:pt x="92225" y="67717"/>
                        <a:pt x="93515" y="68362"/>
                        <a:pt x="94482" y="69330"/>
                      </a:cubicBezTo>
                      <a:cubicBezTo>
                        <a:pt x="100609" y="73522"/>
                        <a:pt x="106736" y="77391"/>
                        <a:pt x="108993" y="83518"/>
                      </a:cubicBezTo>
                      <a:cubicBezTo>
                        <a:pt x="109638" y="85453"/>
                        <a:pt x="108671" y="88033"/>
                        <a:pt x="106736" y="88678"/>
                      </a:cubicBezTo>
                      <a:cubicBezTo>
                        <a:pt x="106736" y="89000"/>
                        <a:pt x="106091" y="89000"/>
                        <a:pt x="105768" y="89000"/>
                      </a:cubicBezTo>
                      <a:close/>
                      <a:moveTo>
                        <a:pt x="52239" y="63848"/>
                      </a:moveTo>
                      <a:cubicBezTo>
                        <a:pt x="50627" y="63848"/>
                        <a:pt x="49015" y="62558"/>
                        <a:pt x="48370" y="60946"/>
                      </a:cubicBezTo>
                      <a:cubicBezTo>
                        <a:pt x="48047" y="59978"/>
                        <a:pt x="48047" y="59333"/>
                        <a:pt x="48047" y="58366"/>
                      </a:cubicBezTo>
                      <a:cubicBezTo>
                        <a:pt x="48047" y="54174"/>
                        <a:pt x="51272" y="51916"/>
                        <a:pt x="53529" y="49659"/>
                      </a:cubicBezTo>
                      <a:cubicBezTo>
                        <a:pt x="54496" y="49014"/>
                        <a:pt x="56431" y="47080"/>
                        <a:pt x="56431" y="46435"/>
                      </a:cubicBezTo>
                      <a:cubicBezTo>
                        <a:pt x="56431" y="46435"/>
                        <a:pt x="56109" y="44823"/>
                        <a:pt x="52239" y="41920"/>
                      </a:cubicBezTo>
                      <a:cubicBezTo>
                        <a:pt x="50627" y="40630"/>
                        <a:pt x="50304" y="38051"/>
                        <a:pt x="51594" y="36116"/>
                      </a:cubicBezTo>
                      <a:cubicBezTo>
                        <a:pt x="52884" y="34503"/>
                        <a:pt x="55464" y="34181"/>
                        <a:pt x="57399" y="35471"/>
                      </a:cubicBezTo>
                      <a:cubicBezTo>
                        <a:pt x="61913" y="39018"/>
                        <a:pt x="64170" y="42243"/>
                        <a:pt x="64815" y="45467"/>
                      </a:cubicBezTo>
                      <a:cubicBezTo>
                        <a:pt x="64815" y="45790"/>
                        <a:pt x="64815" y="46112"/>
                        <a:pt x="64815" y="46435"/>
                      </a:cubicBezTo>
                      <a:cubicBezTo>
                        <a:pt x="64815" y="50949"/>
                        <a:pt x="61268" y="53852"/>
                        <a:pt x="58689" y="55786"/>
                      </a:cubicBezTo>
                      <a:cubicBezTo>
                        <a:pt x="57721" y="56431"/>
                        <a:pt x="56109" y="57721"/>
                        <a:pt x="56109" y="58366"/>
                      </a:cubicBezTo>
                      <a:cubicBezTo>
                        <a:pt x="56754" y="60623"/>
                        <a:pt x="55786" y="62558"/>
                        <a:pt x="53529" y="63203"/>
                      </a:cubicBezTo>
                      <a:cubicBezTo>
                        <a:pt x="53207" y="63848"/>
                        <a:pt x="52884" y="63848"/>
                        <a:pt x="52239" y="63848"/>
                      </a:cubicBezTo>
                      <a:close/>
                      <a:moveTo>
                        <a:pt x="23217" y="24507"/>
                      </a:moveTo>
                      <a:cubicBezTo>
                        <a:pt x="22573" y="24507"/>
                        <a:pt x="21928" y="24185"/>
                        <a:pt x="21283" y="23862"/>
                      </a:cubicBezTo>
                      <a:cubicBezTo>
                        <a:pt x="18703" y="22250"/>
                        <a:pt x="16446" y="21282"/>
                        <a:pt x="14511" y="19993"/>
                      </a:cubicBezTo>
                      <a:cubicBezTo>
                        <a:pt x="6127" y="15478"/>
                        <a:pt x="322" y="11931"/>
                        <a:pt x="0" y="4192"/>
                      </a:cubicBezTo>
                      <a:cubicBezTo>
                        <a:pt x="0" y="1935"/>
                        <a:pt x="1935" y="0"/>
                        <a:pt x="3870" y="0"/>
                      </a:cubicBezTo>
                      <a:cubicBezTo>
                        <a:pt x="3870" y="0"/>
                        <a:pt x="3870" y="0"/>
                        <a:pt x="3870" y="0"/>
                      </a:cubicBezTo>
                      <a:cubicBezTo>
                        <a:pt x="6127" y="0"/>
                        <a:pt x="7739" y="1935"/>
                        <a:pt x="8062" y="3869"/>
                      </a:cubicBezTo>
                      <a:cubicBezTo>
                        <a:pt x="8062" y="6771"/>
                        <a:pt x="9996" y="8062"/>
                        <a:pt x="18380" y="12576"/>
                      </a:cubicBezTo>
                      <a:cubicBezTo>
                        <a:pt x="20315" y="13866"/>
                        <a:pt x="22895" y="15155"/>
                        <a:pt x="25475" y="16446"/>
                      </a:cubicBezTo>
                      <a:cubicBezTo>
                        <a:pt x="27409" y="17413"/>
                        <a:pt x="28054" y="19993"/>
                        <a:pt x="26765" y="21927"/>
                      </a:cubicBezTo>
                      <a:cubicBezTo>
                        <a:pt x="26120" y="23540"/>
                        <a:pt x="24830" y="24507"/>
                        <a:pt x="23217" y="24507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27630112-FEF8-9FDC-ED4E-FC177D59591B}"/>
                  </a:ext>
                </a:extLst>
              </p:cNvPr>
              <p:cNvSpPr/>
              <p:nvPr/>
            </p:nvSpPr>
            <p:spPr>
              <a:xfrm>
                <a:off x="5179801" y="5282969"/>
                <a:ext cx="773915" cy="1064134"/>
              </a:xfrm>
              <a:custGeom>
                <a:avLst/>
                <a:gdLst>
                  <a:gd name="connsiteX0" fmla="*/ 791651 w 773915"/>
                  <a:gd name="connsiteY0" fmla="*/ 22266 h 1064134"/>
                  <a:gd name="connsiteX1" fmla="*/ 790039 w 773915"/>
                  <a:gd name="connsiteY1" fmla="*/ 19041 h 1064134"/>
                  <a:gd name="connsiteX2" fmla="*/ 751988 w 773915"/>
                  <a:gd name="connsiteY2" fmla="*/ 16 h 1064134"/>
                  <a:gd name="connsiteX3" fmla="*/ 741991 w 773915"/>
                  <a:gd name="connsiteY3" fmla="*/ 10657 h 1064134"/>
                  <a:gd name="connsiteX4" fmla="*/ 709745 w 773915"/>
                  <a:gd name="connsiteY4" fmla="*/ 38067 h 1064134"/>
                  <a:gd name="connsiteX5" fmla="*/ 671371 w 773915"/>
                  <a:gd name="connsiteY5" fmla="*/ 46128 h 1064134"/>
                  <a:gd name="connsiteX6" fmla="*/ 649121 w 773915"/>
                  <a:gd name="connsiteY6" fmla="*/ 40002 h 1064134"/>
                  <a:gd name="connsiteX7" fmla="*/ 624937 w 773915"/>
                  <a:gd name="connsiteY7" fmla="*/ 44839 h 1064134"/>
                  <a:gd name="connsiteX8" fmla="*/ 623647 w 773915"/>
                  <a:gd name="connsiteY8" fmla="*/ 62897 h 1064134"/>
                  <a:gd name="connsiteX9" fmla="*/ 594625 w 773915"/>
                  <a:gd name="connsiteY9" fmla="*/ 75150 h 1064134"/>
                  <a:gd name="connsiteX10" fmla="*/ 564958 w 773915"/>
                  <a:gd name="connsiteY10" fmla="*/ 92563 h 1064134"/>
                  <a:gd name="connsiteX11" fmla="*/ 536581 w 773915"/>
                  <a:gd name="connsiteY11" fmla="*/ 85792 h 1064134"/>
                  <a:gd name="connsiteX12" fmla="*/ 516266 w 773915"/>
                  <a:gd name="connsiteY12" fmla="*/ 81600 h 1064134"/>
                  <a:gd name="connsiteX13" fmla="*/ 475958 w 773915"/>
                  <a:gd name="connsiteY13" fmla="*/ 93853 h 1064134"/>
                  <a:gd name="connsiteX14" fmla="*/ 463704 w 773915"/>
                  <a:gd name="connsiteY14" fmla="*/ 119973 h 1064134"/>
                  <a:gd name="connsiteX15" fmla="*/ 450161 w 773915"/>
                  <a:gd name="connsiteY15" fmla="*/ 149640 h 1064134"/>
                  <a:gd name="connsiteX16" fmla="*/ 429845 w 773915"/>
                  <a:gd name="connsiteY16" fmla="*/ 173825 h 1064134"/>
                  <a:gd name="connsiteX17" fmla="*/ 406950 w 773915"/>
                  <a:gd name="connsiteY17" fmla="*/ 163828 h 1064134"/>
                  <a:gd name="connsiteX18" fmla="*/ 393407 w 773915"/>
                  <a:gd name="connsiteY18" fmla="*/ 145770 h 1064134"/>
                  <a:gd name="connsiteX19" fmla="*/ 392117 w 773915"/>
                  <a:gd name="connsiteY19" fmla="*/ 150285 h 1064134"/>
                  <a:gd name="connsiteX20" fmla="*/ 379218 w 773915"/>
                  <a:gd name="connsiteY20" fmla="*/ 135451 h 1064134"/>
                  <a:gd name="connsiteX21" fmla="*/ 356323 w 773915"/>
                  <a:gd name="connsiteY21" fmla="*/ 128357 h 1064134"/>
                  <a:gd name="connsiteX22" fmla="*/ 337943 w 773915"/>
                  <a:gd name="connsiteY22" fmla="*/ 128035 h 1064134"/>
                  <a:gd name="connsiteX23" fmla="*/ 314081 w 773915"/>
                  <a:gd name="connsiteY23" fmla="*/ 125455 h 1064134"/>
                  <a:gd name="connsiteX24" fmla="*/ 303439 w 773915"/>
                  <a:gd name="connsiteY24" fmla="*/ 146093 h 1064134"/>
                  <a:gd name="connsiteX25" fmla="*/ 281512 w 773915"/>
                  <a:gd name="connsiteY25" fmla="*/ 162216 h 1064134"/>
                  <a:gd name="connsiteX26" fmla="*/ 265066 w 773915"/>
                  <a:gd name="connsiteY26" fmla="*/ 169955 h 1064134"/>
                  <a:gd name="connsiteX27" fmla="*/ 268291 w 773915"/>
                  <a:gd name="connsiteY27" fmla="*/ 195107 h 1064134"/>
                  <a:gd name="connsiteX28" fmla="*/ 269581 w 773915"/>
                  <a:gd name="connsiteY28" fmla="*/ 217358 h 1064134"/>
                  <a:gd name="connsiteX29" fmla="*/ 247330 w 773915"/>
                  <a:gd name="connsiteY29" fmla="*/ 246057 h 1064134"/>
                  <a:gd name="connsiteX30" fmla="*/ 267646 w 773915"/>
                  <a:gd name="connsiteY30" fmla="*/ 258955 h 1064134"/>
                  <a:gd name="connsiteX31" fmla="*/ 289573 w 773915"/>
                  <a:gd name="connsiteY31" fmla="*/ 267984 h 1064134"/>
                  <a:gd name="connsiteX32" fmla="*/ 281189 w 773915"/>
                  <a:gd name="connsiteY32" fmla="*/ 295394 h 1064134"/>
                  <a:gd name="connsiteX33" fmla="*/ 262486 w 773915"/>
                  <a:gd name="connsiteY33" fmla="*/ 309583 h 1064134"/>
                  <a:gd name="connsiteX34" fmla="*/ 243138 w 773915"/>
                  <a:gd name="connsiteY34" fmla="*/ 328930 h 1064134"/>
                  <a:gd name="connsiteX35" fmla="*/ 217019 w 773915"/>
                  <a:gd name="connsiteY35" fmla="*/ 344731 h 1064134"/>
                  <a:gd name="connsiteX36" fmla="*/ 194769 w 773915"/>
                  <a:gd name="connsiteY36" fmla="*/ 336669 h 1064134"/>
                  <a:gd name="connsiteX37" fmla="*/ 172841 w 773915"/>
                  <a:gd name="connsiteY37" fmla="*/ 345053 h 1064134"/>
                  <a:gd name="connsiteX38" fmla="*/ 154461 w 773915"/>
                  <a:gd name="connsiteY38" fmla="*/ 341829 h 1064134"/>
                  <a:gd name="connsiteX39" fmla="*/ 138660 w 773915"/>
                  <a:gd name="connsiteY39" fmla="*/ 336347 h 1064134"/>
                  <a:gd name="connsiteX40" fmla="*/ 123504 w 773915"/>
                  <a:gd name="connsiteY40" fmla="*/ 355695 h 1064134"/>
                  <a:gd name="connsiteX41" fmla="*/ 113508 w 773915"/>
                  <a:gd name="connsiteY41" fmla="*/ 364724 h 1064134"/>
                  <a:gd name="connsiteX42" fmla="*/ 82551 w 773915"/>
                  <a:gd name="connsiteY42" fmla="*/ 370528 h 1064134"/>
                  <a:gd name="connsiteX43" fmla="*/ 65138 w 773915"/>
                  <a:gd name="connsiteY43" fmla="*/ 363434 h 1064134"/>
                  <a:gd name="connsiteX44" fmla="*/ 44178 w 773915"/>
                  <a:gd name="connsiteY44" fmla="*/ 358597 h 1064134"/>
                  <a:gd name="connsiteX45" fmla="*/ 38696 w 773915"/>
                  <a:gd name="connsiteY45" fmla="*/ 355372 h 1064134"/>
                  <a:gd name="connsiteX46" fmla="*/ 38696 w 773915"/>
                  <a:gd name="connsiteY46" fmla="*/ 355372 h 1064134"/>
                  <a:gd name="connsiteX47" fmla="*/ 32246 w 773915"/>
                  <a:gd name="connsiteY47" fmla="*/ 365369 h 1064134"/>
                  <a:gd name="connsiteX48" fmla="*/ 0 w 773915"/>
                  <a:gd name="connsiteY48" fmla="*/ 386007 h 1064134"/>
                  <a:gd name="connsiteX49" fmla="*/ 20638 w 773915"/>
                  <a:gd name="connsiteY49" fmla="*/ 403097 h 1064134"/>
                  <a:gd name="connsiteX50" fmla="*/ 56431 w 773915"/>
                  <a:gd name="connsiteY50" fmla="*/ 428249 h 1064134"/>
                  <a:gd name="connsiteX51" fmla="*/ 51917 w 773915"/>
                  <a:gd name="connsiteY51" fmla="*/ 446307 h 1064134"/>
                  <a:gd name="connsiteX52" fmla="*/ 85131 w 773915"/>
                  <a:gd name="connsiteY52" fmla="*/ 452434 h 1064134"/>
                  <a:gd name="connsiteX53" fmla="*/ 90613 w 773915"/>
                  <a:gd name="connsiteY53" fmla="*/ 485648 h 1064134"/>
                  <a:gd name="connsiteX54" fmla="*/ 105768 w 773915"/>
                  <a:gd name="connsiteY54" fmla="*/ 518862 h 1064134"/>
                  <a:gd name="connsiteX55" fmla="*/ 115765 w 773915"/>
                  <a:gd name="connsiteY55" fmla="*/ 557235 h 1064134"/>
                  <a:gd name="connsiteX56" fmla="*/ 105123 w 773915"/>
                  <a:gd name="connsiteY56" fmla="*/ 580453 h 1064134"/>
                  <a:gd name="connsiteX57" fmla="*/ 118022 w 773915"/>
                  <a:gd name="connsiteY57" fmla="*/ 634304 h 1064134"/>
                  <a:gd name="connsiteX58" fmla="*/ 148011 w 773915"/>
                  <a:gd name="connsiteY58" fmla="*/ 641399 h 1064134"/>
                  <a:gd name="connsiteX59" fmla="*/ 173164 w 773915"/>
                  <a:gd name="connsiteY59" fmla="*/ 627855 h 1064134"/>
                  <a:gd name="connsiteX60" fmla="*/ 196059 w 773915"/>
                  <a:gd name="connsiteY60" fmla="*/ 646558 h 1064134"/>
                  <a:gd name="connsiteX61" fmla="*/ 186707 w 773915"/>
                  <a:gd name="connsiteY61" fmla="*/ 670743 h 1064134"/>
                  <a:gd name="connsiteX62" fmla="*/ 192189 w 773915"/>
                  <a:gd name="connsiteY62" fmla="*/ 686866 h 1064134"/>
                  <a:gd name="connsiteX63" fmla="*/ 186062 w 773915"/>
                  <a:gd name="connsiteY63" fmla="*/ 715888 h 1064134"/>
                  <a:gd name="connsiteX64" fmla="*/ 182515 w 773915"/>
                  <a:gd name="connsiteY64" fmla="*/ 746200 h 1064134"/>
                  <a:gd name="connsiteX65" fmla="*/ 192511 w 773915"/>
                  <a:gd name="connsiteY65" fmla="*/ 774577 h 1064134"/>
                  <a:gd name="connsiteX66" fmla="*/ 210892 w 773915"/>
                  <a:gd name="connsiteY66" fmla="*/ 780381 h 1064134"/>
                  <a:gd name="connsiteX67" fmla="*/ 213149 w 773915"/>
                  <a:gd name="connsiteY67" fmla="*/ 813918 h 1064134"/>
                  <a:gd name="connsiteX68" fmla="*/ 193801 w 773915"/>
                  <a:gd name="connsiteY68" fmla="*/ 851968 h 1064134"/>
                  <a:gd name="connsiteX69" fmla="*/ 178645 w 773915"/>
                  <a:gd name="connsiteY69" fmla="*/ 878411 h 1064134"/>
                  <a:gd name="connsiteX70" fmla="*/ 182193 w 773915"/>
                  <a:gd name="connsiteY70" fmla="*/ 903885 h 1064134"/>
                  <a:gd name="connsiteX71" fmla="*/ 181870 w 773915"/>
                  <a:gd name="connsiteY71" fmla="*/ 945160 h 1064134"/>
                  <a:gd name="connsiteX72" fmla="*/ 182838 w 773915"/>
                  <a:gd name="connsiteY72" fmla="*/ 970313 h 1064134"/>
                  <a:gd name="connsiteX73" fmla="*/ 183805 w 773915"/>
                  <a:gd name="connsiteY73" fmla="*/ 992241 h 1064134"/>
                  <a:gd name="connsiteX74" fmla="*/ 162522 w 773915"/>
                  <a:gd name="connsiteY74" fmla="*/ 1036740 h 1064134"/>
                  <a:gd name="connsiteX75" fmla="*/ 158975 w 773915"/>
                  <a:gd name="connsiteY75" fmla="*/ 1034483 h 1064134"/>
                  <a:gd name="connsiteX76" fmla="*/ 202508 w 773915"/>
                  <a:gd name="connsiteY76" fmla="*/ 1071567 h 1064134"/>
                  <a:gd name="connsiteX77" fmla="*/ 221211 w 773915"/>
                  <a:gd name="connsiteY77" fmla="*/ 1078339 h 1064134"/>
                  <a:gd name="connsiteX78" fmla="*/ 256037 w 773915"/>
                  <a:gd name="connsiteY78" fmla="*/ 1083821 h 1064134"/>
                  <a:gd name="connsiteX79" fmla="*/ 268291 w 773915"/>
                  <a:gd name="connsiteY79" fmla="*/ 1066408 h 1064134"/>
                  <a:gd name="connsiteX80" fmla="*/ 334718 w 773915"/>
                  <a:gd name="connsiteY80" fmla="*/ 1027389 h 1064134"/>
                  <a:gd name="connsiteX81" fmla="*/ 351487 w 773915"/>
                  <a:gd name="connsiteY81" fmla="*/ 1009976 h 1064134"/>
                  <a:gd name="connsiteX82" fmla="*/ 361483 w 773915"/>
                  <a:gd name="connsiteY82" fmla="*/ 980309 h 1064134"/>
                  <a:gd name="connsiteX83" fmla="*/ 362128 w 773915"/>
                  <a:gd name="connsiteY83" fmla="*/ 941936 h 1064134"/>
                  <a:gd name="connsiteX84" fmla="*/ 375671 w 773915"/>
                  <a:gd name="connsiteY84" fmla="*/ 903563 h 1064134"/>
                  <a:gd name="connsiteX85" fmla="*/ 425976 w 773915"/>
                  <a:gd name="connsiteY85" fmla="*/ 876153 h 1064134"/>
                  <a:gd name="connsiteX86" fmla="*/ 457577 w 773915"/>
                  <a:gd name="connsiteY86" fmla="*/ 866802 h 1064134"/>
                  <a:gd name="connsiteX87" fmla="*/ 499175 w 773915"/>
                  <a:gd name="connsiteY87" fmla="*/ 850033 h 1064134"/>
                  <a:gd name="connsiteX88" fmla="*/ 537549 w 773915"/>
                  <a:gd name="connsiteY88" fmla="*/ 851323 h 1064134"/>
                  <a:gd name="connsiteX89" fmla="*/ 559799 w 773915"/>
                  <a:gd name="connsiteY89" fmla="*/ 843261 h 1064134"/>
                  <a:gd name="connsiteX90" fmla="*/ 538194 w 773915"/>
                  <a:gd name="connsiteY90" fmla="*/ 833910 h 1064134"/>
                  <a:gd name="connsiteX91" fmla="*/ 522070 w 773915"/>
                  <a:gd name="connsiteY91" fmla="*/ 788765 h 1064134"/>
                  <a:gd name="connsiteX92" fmla="*/ 564313 w 773915"/>
                  <a:gd name="connsiteY92" fmla="*/ 721693 h 1064134"/>
                  <a:gd name="connsiteX93" fmla="*/ 584629 w 773915"/>
                  <a:gd name="connsiteY93" fmla="*/ 678160 h 1064134"/>
                  <a:gd name="connsiteX94" fmla="*/ 600107 w 773915"/>
                  <a:gd name="connsiteY94" fmla="*/ 645913 h 1064134"/>
                  <a:gd name="connsiteX95" fmla="*/ 653313 w 773915"/>
                  <a:gd name="connsiteY95" fmla="*/ 637852 h 1064134"/>
                  <a:gd name="connsiteX96" fmla="*/ 692654 w 773915"/>
                  <a:gd name="connsiteY96" fmla="*/ 647848 h 1064134"/>
                  <a:gd name="connsiteX97" fmla="*/ 705230 w 773915"/>
                  <a:gd name="connsiteY97" fmla="*/ 632692 h 1064134"/>
                  <a:gd name="connsiteX98" fmla="*/ 704263 w 773915"/>
                  <a:gd name="connsiteY98" fmla="*/ 570134 h 1064134"/>
                  <a:gd name="connsiteX99" fmla="*/ 706198 w 773915"/>
                  <a:gd name="connsiteY99" fmla="*/ 495000 h 1064134"/>
                  <a:gd name="connsiteX100" fmla="*/ 694589 w 773915"/>
                  <a:gd name="connsiteY100" fmla="*/ 425025 h 1064134"/>
                  <a:gd name="connsiteX101" fmla="*/ 693622 w 773915"/>
                  <a:gd name="connsiteY101" fmla="*/ 395358 h 1064134"/>
                  <a:gd name="connsiteX102" fmla="*/ 682013 w 773915"/>
                  <a:gd name="connsiteY102" fmla="*/ 325383 h 1064134"/>
                  <a:gd name="connsiteX103" fmla="*/ 712325 w 773915"/>
                  <a:gd name="connsiteY103" fmla="*/ 284108 h 1064134"/>
                  <a:gd name="connsiteX104" fmla="*/ 755212 w 773915"/>
                  <a:gd name="connsiteY104" fmla="*/ 224129 h 1064134"/>
                  <a:gd name="connsiteX105" fmla="*/ 775850 w 773915"/>
                  <a:gd name="connsiteY105" fmla="*/ 172212 h 1064134"/>
                  <a:gd name="connsiteX106" fmla="*/ 777785 w 773915"/>
                  <a:gd name="connsiteY106" fmla="*/ 127712 h 1064134"/>
                  <a:gd name="connsiteX107" fmla="*/ 800680 w 773915"/>
                  <a:gd name="connsiteY107" fmla="*/ 76763 h 1064134"/>
                  <a:gd name="connsiteX108" fmla="*/ 791651 w 773915"/>
                  <a:gd name="connsiteY108" fmla="*/ 22266 h 1064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</a:cxnLst>
                <a:rect l="l" t="t" r="r" b="b"/>
                <a:pathLst>
                  <a:path w="773915" h="1064134">
                    <a:moveTo>
                      <a:pt x="791651" y="22266"/>
                    </a:moveTo>
                    <a:cubicBezTo>
                      <a:pt x="791006" y="21299"/>
                      <a:pt x="790683" y="20331"/>
                      <a:pt x="790039" y="19041"/>
                    </a:cubicBezTo>
                    <a:cubicBezTo>
                      <a:pt x="769723" y="18397"/>
                      <a:pt x="761662" y="-629"/>
                      <a:pt x="751988" y="16"/>
                    </a:cubicBezTo>
                    <a:cubicBezTo>
                      <a:pt x="739734" y="661"/>
                      <a:pt x="749408" y="4208"/>
                      <a:pt x="741991" y="10657"/>
                    </a:cubicBezTo>
                    <a:cubicBezTo>
                      <a:pt x="734575" y="17429"/>
                      <a:pt x="725868" y="35487"/>
                      <a:pt x="709745" y="38067"/>
                    </a:cubicBezTo>
                    <a:cubicBezTo>
                      <a:pt x="693622" y="40646"/>
                      <a:pt x="679433" y="46773"/>
                      <a:pt x="671371" y="46128"/>
                    </a:cubicBezTo>
                    <a:cubicBezTo>
                      <a:pt x="663310" y="45484"/>
                      <a:pt x="654603" y="48708"/>
                      <a:pt x="649121" y="40002"/>
                    </a:cubicBezTo>
                    <a:cubicBezTo>
                      <a:pt x="643640" y="31295"/>
                      <a:pt x="626227" y="36777"/>
                      <a:pt x="624937" y="44839"/>
                    </a:cubicBezTo>
                    <a:cubicBezTo>
                      <a:pt x="623647" y="52900"/>
                      <a:pt x="628161" y="57092"/>
                      <a:pt x="623647" y="62897"/>
                    </a:cubicBezTo>
                    <a:cubicBezTo>
                      <a:pt x="618810" y="69024"/>
                      <a:pt x="608813" y="75150"/>
                      <a:pt x="594625" y="75150"/>
                    </a:cubicBezTo>
                    <a:cubicBezTo>
                      <a:pt x="580436" y="75150"/>
                      <a:pt x="581081" y="89984"/>
                      <a:pt x="564958" y="92563"/>
                    </a:cubicBezTo>
                    <a:cubicBezTo>
                      <a:pt x="548835" y="95143"/>
                      <a:pt x="546900" y="81277"/>
                      <a:pt x="536581" y="85792"/>
                    </a:cubicBezTo>
                    <a:cubicBezTo>
                      <a:pt x="526585" y="90629"/>
                      <a:pt x="523038" y="87727"/>
                      <a:pt x="516266" y="81600"/>
                    </a:cubicBezTo>
                    <a:cubicBezTo>
                      <a:pt x="509494" y="75473"/>
                      <a:pt x="484019" y="90306"/>
                      <a:pt x="475958" y="93853"/>
                    </a:cubicBezTo>
                    <a:cubicBezTo>
                      <a:pt x="467896" y="97078"/>
                      <a:pt x="471121" y="114168"/>
                      <a:pt x="463704" y="119973"/>
                    </a:cubicBezTo>
                    <a:cubicBezTo>
                      <a:pt x="456288" y="126100"/>
                      <a:pt x="460480" y="138031"/>
                      <a:pt x="450161" y="149640"/>
                    </a:cubicBezTo>
                    <a:cubicBezTo>
                      <a:pt x="440164" y="160926"/>
                      <a:pt x="437907" y="173825"/>
                      <a:pt x="429845" y="173825"/>
                    </a:cubicBezTo>
                    <a:cubicBezTo>
                      <a:pt x="421784" y="173825"/>
                      <a:pt x="411142" y="167053"/>
                      <a:pt x="406950" y="163828"/>
                    </a:cubicBezTo>
                    <a:cubicBezTo>
                      <a:pt x="404371" y="161571"/>
                      <a:pt x="397599" y="155122"/>
                      <a:pt x="393407" y="145770"/>
                    </a:cubicBezTo>
                    <a:cubicBezTo>
                      <a:pt x="392762" y="148350"/>
                      <a:pt x="392440" y="150285"/>
                      <a:pt x="392117" y="150285"/>
                    </a:cubicBezTo>
                    <a:cubicBezTo>
                      <a:pt x="390827" y="150285"/>
                      <a:pt x="387603" y="145770"/>
                      <a:pt x="379218" y="135451"/>
                    </a:cubicBezTo>
                    <a:cubicBezTo>
                      <a:pt x="370834" y="125133"/>
                      <a:pt x="358581" y="123842"/>
                      <a:pt x="356323" y="128357"/>
                    </a:cubicBezTo>
                    <a:cubicBezTo>
                      <a:pt x="354066" y="132871"/>
                      <a:pt x="347939" y="133839"/>
                      <a:pt x="337943" y="128035"/>
                    </a:cubicBezTo>
                    <a:cubicBezTo>
                      <a:pt x="327947" y="122230"/>
                      <a:pt x="323110" y="119651"/>
                      <a:pt x="314081" y="125455"/>
                    </a:cubicBezTo>
                    <a:cubicBezTo>
                      <a:pt x="305052" y="131259"/>
                      <a:pt x="307954" y="135774"/>
                      <a:pt x="303439" y="146093"/>
                    </a:cubicBezTo>
                    <a:cubicBezTo>
                      <a:pt x="298925" y="156412"/>
                      <a:pt x="285059" y="163183"/>
                      <a:pt x="281512" y="162216"/>
                    </a:cubicBezTo>
                    <a:cubicBezTo>
                      <a:pt x="277965" y="161248"/>
                      <a:pt x="267646" y="166408"/>
                      <a:pt x="265066" y="169955"/>
                    </a:cubicBezTo>
                    <a:cubicBezTo>
                      <a:pt x="262486" y="173502"/>
                      <a:pt x="263776" y="188658"/>
                      <a:pt x="268291" y="195107"/>
                    </a:cubicBezTo>
                    <a:cubicBezTo>
                      <a:pt x="272805" y="201234"/>
                      <a:pt x="270225" y="212198"/>
                      <a:pt x="269581" y="217358"/>
                    </a:cubicBezTo>
                    <a:cubicBezTo>
                      <a:pt x="269258" y="222839"/>
                      <a:pt x="246686" y="237995"/>
                      <a:pt x="247330" y="246057"/>
                    </a:cubicBezTo>
                    <a:cubicBezTo>
                      <a:pt x="247975" y="254119"/>
                      <a:pt x="255715" y="258955"/>
                      <a:pt x="267646" y="258955"/>
                    </a:cubicBezTo>
                    <a:cubicBezTo>
                      <a:pt x="279577" y="258955"/>
                      <a:pt x="287316" y="261213"/>
                      <a:pt x="289573" y="267984"/>
                    </a:cubicBezTo>
                    <a:cubicBezTo>
                      <a:pt x="291831" y="274756"/>
                      <a:pt x="289896" y="288300"/>
                      <a:pt x="281189" y="295394"/>
                    </a:cubicBezTo>
                    <a:cubicBezTo>
                      <a:pt x="272160" y="302488"/>
                      <a:pt x="270870" y="309260"/>
                      <a:pt x="262486" y="309583"/>
                    </a:cubicBezTo>
                    <a:cubicBezTo>
                      <a:pt x="254102" y="309905"/>
                      <a:pt x="248943" y="315709"/>
                      <a:pt x="243138" y="328930"/>
                    </a:cubicBezTo>
                    <a:cubicBezTo>
                      <a:pt x="237334" y="341829"/>
                      <a:pt x="226693" y="344731"/>
                      <a:pt x="217019" y="344731"/>
                    </a:cubicBezTo>
                    <a:cubicBezTo>
                      <a:pt x="207667" y="344731"/>
                      <a:pt x="204765" y="336992"/>
                      <a:pt x="194769" y="336669"/>
                    </a:cubicBezTo>
                    <a:cubicBezTo>
                      <a:pt x="184450" y="336347"/>
                      <a:pt x="183482" y="340862"/>
                      <a:pt x="172841" y="345053"/>
                    </a:cubicBezTo>
                    <a:cubicBezTo>
                      <a:pt x="162200" y="349568"/>
                      <a:pt x="161232" y="353438"/>
                      <a:pt x="154461" y="341829"/>
                    </a:cubicBezTo>
                    <a:cubicBezTo>
                      <a:pt x="147689" y="330220"/>
                      <a:pt x="143819" y="336347"/>
                      <a:pt x="138660" y="336347"/>
                    </a:cubicBezTo>
                    <a:cubicBezTo>
                      <a:pt x="133823" y="336347"/>
                      <a:pt x="124794" y="351180"/>
                      <a:pt x="123504" y="355695"/>
                    </a:cubicBezTo>
                    <a:cubicBezTo>
                      <a:pt x="122214" y="360209"/>
                      <a:pt x="122537" y="365691"/>
                      <a:pt x="113508" y="364724"/>
                    </a:cubicBezTo>
                    <a:cubicBezTo>
                      <a:pt x="104479" y="363756"/>
                      <a:pt x="100931" y="370528"/>
                      <a:pt x="82551" y="370528"/>
                    </a:cubicBezTo>
                    <a:cubicBezTo>
                      <a:pt x="64171" y="370528"/>
                      <a:pt x="67395" y="368271"/>
                      <a:pt x="65138" y="363434"/>
                    </a:cubicBezTo>
                    <a:cubicBezTo>
                      <a:pt x="62881" y="358597"/>
                      <a:pt x="48047" y="357307"/>
                      <a:pt x="44178" y="358597"/>
                    </a:cubicBezTo>
                    <a:cubicBezTo>
                      <a:pt x="42565" y="359242"/>
                      <a:pt x="40953" y="357629"/>
                      <a:pt x="38696" y="355372"/>
                    </a:cubicBezTo>
                    <a:lnTo>
                      <a:pt x="38696" y="355372"/>
                    </a:lnTo>
                    <a:cubicBezTo>
                      <a:pt x="37406" y="359242"/>
                      <a:pt x="35471" y="362789"/>
                      <a:pt x="32246" y="365369"/>
                    </a:cubicBezTo>
                    <a:cubicBezTo>
                      <a:pt x="17091" y="376978"/>
                      <a:pt x="0" y="378912"/>
                      <a:pt x="0" y="386007"/>
                    </a:cubicBezTo>
                    <a:cubicBezTo>
                      <a:pt x="0" y="393101"/>
                      <a:pt x="7094" y="395036"/>
                      <a:pt x="20638" y="403097"/>
                    </a:cubicBezTo>
                    <a:cubicBezTo>
                      <a:pt x="34181" y="411159"/>
                      <a:pt x="55464" y="421155"/>
                      <a:pt x="56431" y="428249"/>
                    </a:cubicBezTo>
                    <a:cubicBezTo>
                      <a:pt x="57399" y="435344"/>
                      <a:pt x="40308" y="437278"/>
                      <a:pt x="51917" y="446307"/>
                    </a:cubicBezTo>
                    <a:cubicBezTo>
                      <a:pt x="63526" y="455336"/>
                      <a:pt x="73522" y="444373"/>
                      <a:pt x="85131" y="452434"/>
                    </a:cubicBezTo>
                    <a:cubicBezTo>
                      <a:pt x="96739" y="460496"/>
                      <a:pt x="113830" y="468557"/>
                      <a:pt x="90613" y="485648"/>
                    </a:cubicBezTo>
                    <a:cubicBezTo>
                      <a:pt x="67395" y="502739"/>
                      <a:pt x="86098" y="506286"/>
                      <a:pt x="105768" y="518862"/>
                    </a:cubicBezTo>
                    <a:cubicBezTo>
                      <a:pt x="125439" y="531438"/>
                      <a:pt x="119957" y="548529"/>
                      <a:pt x="115765" y="557235"/>
                    </a:cubicBezTo>
                    <a:cubicBezTo>
                      <a:pt x="111250" y="566264"/>
                      <a:pt x="104156" y="563362"/>
                      <a:pt x="105123" y="580453"/>
                    </a:cubicBezTo>
                    <a:cubicBezTo>
                      <a:pt x="106091" y="597543"/>
                      <a:pt x="111895" y="623018"/>
                      <a:pt x="118022" y="634304"/>
                    </a:cubicBezTo>
                    <a:cubicBezTo>
                      <a:pt x="124149" y="645591"/>
                      <a:pt x="141240" y="645591"/>
                      <a:pt x="148011" y="641399"/>
                    </a:cubicBezTo>
                    <a:cubicBezTo>
                      <a:pt x="154783" y="637206"/>
                      <a:pt x="164135" y="627855"/>
                      <a:pt x="173164" y="627855"/>
                    </a:cubicBezTo>
                    <a:cubicBezTo>
                      <a:pt x="182193" y="627855"/>
                      <a:pt x="194769" y="632370"/>
                      <a:pt x="196059" y="646558"/>
                    </a:cubicBezTo>
                    <a:cubicBezTo>
                      <a:pt x="197348" y="660747"/>
                      <a:pt x="190254" y="663649"/>
                      <a:pt x="186707" y="670743"/>
                    </a:cubicBezTo>
                    <a:cubicBezTo>
                      <a:pt x="183160" y="677837"/>
                      <a:pt x="188964" y="679127"/>
                      <a:pt x="192189" y="686866"/>
                    </a:cubicBezTo>
                    <a:cubicBezTo>
                      <a:pt x="195414" y="694605"/>
                      <a:pt x="185417" y="704279"/>
                      <a:pt x="186062" y="715888"/>
                    </a:cubicBezTo>
                    <a:cubicBezTo>
                      <a:pt x="186385" y="727497"/>
                      <a:pt x="186385" y="738783"/>
                      <a:pt x="182515" y="746200"/>
                    </a:cubicBezTo>
                    <a:cubicBezTo>
                      <a:pt x="178645" y="753616"/>
                      <a:pt x="184772" y="771674"/>
                      <a:pt x="192511" y="774577"/>
                    </a:cubicBezTo>
                    <a:cubicBezTo>
                      <a:pt x="200251" y="777157"/>
                      <a:pt x="200573" y="768772"/>
                      <a:pt x="210892" y="780381"/>
                    </a:cubicBezTo>
                    <a:cubicBezTo>
                      <a:pt x="221211" y="791990"/>
                      <a:pt x="220888" y="803598"/>
                      <a:pt x="213149" y="813918"/>
                    </a:cubicBezTo>
                    <a:cubicBezTo>
                      <a:pt x="205410" y="824236"/>
                      <a:pt x="194446" y="834878"/>
                      <a:pt x="193801" y="851968"/>
                    </a:cubicBezTo>
                    <a:cubicBezTo>
                      <a:pt x="193479" y="869059"/>
                      <a:pt x="185740" y="869059"/>
                      <a:pt x="178645" y="878411"/>
                    </a:cubicBezTo>
                    <a:cubicBezTo>
                      <a:pt x="171551" y="887762"/>
                      <a:pt x="176066" y="895501"/>
                      <a:pt x="182193" y="903885"/>
                    </a:cubicBezTo>
                    <a:cubicBezTo>
                      <a:pt x="188319" y="912269"/>
                      <a:pt x="187997" y="934197"/>
                      <a:pt x="181870" y="945160"/>
                    </a:cubicBezTo>
                    <a:cubicBezTo>
                      <a:pt x="175743" y="955802"/>
                      <a:pt x="176388" y="959349"/>
                      <a:pt x="182838" y="970313"/>
                    </a:cubicBezTo>
                    <a:cubicBezTo>
                      <a:pt x="188964" y="980954"/>
                      <a:pt x="193156" y="980954"/>
                      <a:pt x="183805" y="992241"/>
                    </a:cubicBezTo>
                    <a:cubicBezTo>
                      <a:pt x="177356" y="999979"/>
                      <a:pt x="177678" y="1023197"/>
                      <a:pt x="162522" y="1036740"/>
                    </a:cubicBezTo>
                    <a:cubicBezTo>
                      <a:pt x="161232" y="1036096"/>
                      <a:pt x="160265" y="1035128"/>
                      <a:pt x="158975" y="1034483"/>
                    </a:cubicBezTo>
                    <a:cubicBezTo>
                      <a:pt x="187352" y="1052541"/>
                      <a:pt x="193156" y="1066730"/>
                      <a:pt x="202508" y="1071567"/>
                    </a:cubicBezTo>
                    <a:cubicBezTo>
                      <a:pt x="211859" y="1076404"/>
                      <a:pt x="211214" y="1077049"/>
                      <a:pt x="221211" y="1078339"/>
                    </a:cubicBezTo>
                    <a:cubicBezTo>
                      <a:pt x="231207" y="1079628"/>
                      <a:pt x="255392" y="1088335"/>
                      <a:pt x="256037" y="1083821"/>
                    </a:cubicBezTo>
                    <a:cubicBezTo>
                      <a:pt x="256682" y="1079306"/>
                      <a:pt x="260229" y="1073179"/>
                      <a:pt x="268291" y="1066408"/>
                    </a:cubicBezTo>
                    <a:cubicBezTo>
                      <a:pt x="276352" y="1059636"/>
                      <a:pt x="330849" y="1028679"/>
                      <a:pt x="334718" y="1027389"/>
                    </a:cubicBezTo>
                    <a:cubicBezTo>
                      <a:pt x="338588" y="1026099"/>
                      <a:pt x="344070" y="1019328"/>
                      <a:pt x="351487" y="1009976"/>
                    </a:cubicBezTo>
                    <a:cubicBezTo>
                      <a:pt x="358903" y="1000624"/>
                      <a:pt x="362773" y="993208"/>
                      <a:pt x="361483" y="980309"/>
                    </a:cubicBezTo>
                    <a:cubicBezTo>
                      <a:pt x="360193" y="967411"/>
                      <a:pt x="362773" y="955480"/>
                      <a:pt x="362128" y="941936"/>
                    </a:cubicBezTo>
                    <a:cubicBezTo>
                      <a:pt x="361483" y="928392"/>
                      <a:pt x="372769" y="918396"/>
                      <a:pt x="375671" y="903563"/>
                    </a:cubicBezTo>
                    <a:cubicBezTo>
                      <a:pt x="378251" y="888729"/>
                      <a:pt x="412755" y="878733"/>
                      <a:pt x="425976" y="876153"/>
                    </a:cubicBezTo>
                    <a:cubicBezTo>
                      <a:pt x="439519" y="873573"/>
                      <a:pt x="442744" y="874863"/>
                      <a:pt x="457577" y="866802"/>
                    </a:cubicBezTo>
                    <a:cubicBezTo>
                      <a:pt x="472411" y="858740"/>
                      <a:pt x="489179" y="854548"/>
                      <a:pt x="499175" y="850033"/>
                    </a:cubicBezTo>
                    <a:cubicBezTo>
                      <a:pt x="509172" y="845519"/>
                      <a:pt x="513364" y="847454"/>
                      <a:pt x="537549" y="851323"/>
                    </a:cubicBezTo>
                    <a:cubicBezTo>
                      <a:pt x="561734" y="855193"/>
                      <a:pt x="570440" y="844552"/>
                      <a:pt x="559799" y="843261"/>
                    </a:cubicBezTo>
                    <a:cubicBezTo>
                      <a:pt x="549157" y="841972"/>
                      <a:pt x="547545" y="840037"/>
                      <a:pt x="538194" y="833910"/>
                    </a:cubicBezTo>
                    <a:cubicBezTo>
                      <a:pt x="528842" y="827783"/>
                      <a:pt x="517233" y="804889"/>
                      <a:pt x="522070" y="788765"/>
                    </a:cubicBezTo>
                    <a:cubicBezTo>
                      <a:pt x="526907" y="772642"/>
                      <a:pt x="550447" y="735558"/>
                      <a:pt x="564313" y="721693"/>
                    </a:cubicBezTo>
                    <a:cubicBezTo>
                      <a:pt x="578502" y="707504"/>
                      <a:pt x="580436" y="695573"/>
                      <a:pt x="584629" y="678160"/>
                    </a:cubicBezTo>
                    <a:cubicBezTo>
                      <a:pt x="588820" y="660747"/>
                      <a:pt x="590110" y="656555"/>
                      <a:pt x="600107" y="645913"/>
                    </a:cubicBezTo>
                    <a:cubicBezTo>
                      <a:pt x="610103" y="635272"/>
                      <a:pt x="631708" y="637852"/>
                      <a:pt x="653313" y="637852"/>
                    </a:cubicBezTo>
                    <a:cubicBezTo>
                      <a:pt x="674919" y="637852"/>
                      <a:pt x="685237" y="645268"/>
                      <a:pt x="692654" y="647848"/>
                    </a:cubicBezTo>
                    <a:cubicBezTo>
                      <a:pt x="699748" y="650428"/>
                      <a:pt x="701683" y="644301"/>
                      <a:pt x="705230" y="632692"/>
                    </a:cubicBezTo>
                    <a:cubicBezTo>
                      <a:pt x="708777" y="621083"/>
                      <a:pt x="706198" y="590449"/>
                      <a:pt x="704263" y="570134"/>
                    </a:cubicBezTo>
                    <a:cubicBezTo>
                      <a:pt x="702328" y="549496"/>
                      <a:pt x="706198" y="530793"/>
                      <a:pt x="706198" y="495000"/>
                    </a:cubicBezTo>
                    <a:cubicBezTo>
                      <a:pt x="706198" y="459206"/>
                      <a:pt x="700716" y="435989"/>
                      <a:pt x="694589" y="425025"/>
                    </a:cubicBezTo>
                    <a:cubicBezTo>
                      <a:pt x="688462" y="414384"/>
                      <a:pt x="691042" y="405355"/>
                      <a:pt x="693622" y="395358"/>
                    </a:cubicBezTo>
                    <a:cubicBezTo>
                      <a:pt x="696201" y="385361"/>
                      <a:pt x="684593" y="349568"/>
                      <a:pt x="682013" y="325383"/>
                    </a:cubicBezTo>
                    <a:cubicBezTo>
                      <a:pt x="679433" y="301198"/>
                      <a:pt x="697169" y="301198"/>
                      <a:pt x="712325" y="284108"/>
                    </a:cubicBezTo>
                    <a:cubicBezTo>
                      <a:pt x="727480" y="267017"/>
                      <a:pt x="745538" y="243799"/>
                      <a:pt x="755212" y="224129"/>
                    </a:cubicBezTo>
                    <a:cubicBezTo>
                      <a:pt x="765209" y="204459"/>
                      <a:pt x="767788" y="198009"/>
                      <a:pt x="775850" y="172212"/>
                    </a:cubicBezTo>
                    <a:cubicBezTo>
                      <a:pt x="783912" y="146093"/>
                      <a:pt x="777785" y="153509"/>
                      <a:pt x="777785" y="127712"/>
                    </a:cubicBezTo>
                    <a:cubicBezTo>
                      <a:pt x="777785" y="102237"/>
                      <a:pt x="793908" y="98045"/>
                      <a:pt x="800680" y="76763"/>
                    </a:cubicBezTo>
                    <a:cubicBezTo>
                      <a:pt x="806484" y="54513"/>
                      <a:pt x="802615" y="40969"/>
                      <a:pt x="791651" y="2226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49" name="Graphic 4">
                <a:extLst>
                  <a:ext uri="{FF2B5EF4-FFF2-40B4-BE49-F238E27FC236}">
                    <a16:creationId xmlns:a16="http://schemas.microsoft.com/office/drawing/2014/main" id="{992DB7E0-E5E0-10A2-6ACF-6667BBCCF764}"/>
                  </a:ext>
                </a:extLst>
              </p:cNvPr>
              <p:cNvGrpSpPr/>
              <p:nvPr/>
            </p:nvGrpSpPr>
            <p:grpSpPr>
              <a:xfrm>
                <a:off x="5176254" y="5281373"/>
                <a:ext cx="809007" cy="1066019"/>
                <a:chOff x="5176254" y="5281373"/>
                <a:chExt cx="809007" cy="1066019"/>
              </a:xfrm>
              <a:grpFill/>
            </p:grpSpPr>
            <p:sp>
              <p:nvSpPr>
                <p:cNvPr id="159" name="Freeform: Shape 158">
                  <a:extLst>
                    <a:ext uri="{FF2B5EF4-FFF2-40B4-BE49-F238E27FC236}">
                      <a16:creationId xmlns:a16="http://schemas.microsoft.com/office/drawing/2014/main" id="{BA354530-92D7-6F73-4237-1513DBFA0D53}"/>
                    </a:ext>
                  </a:extLst>
                </p:cNvPr>
                <p:cNvSpPr/>
                <p:nvPr/>
              </p:nvSpPr>
              <p:spPr>
                <a:xfrm>
                  <a:off x="5953015" y="5294537"/>
                  <a:ext cx="32246" cy="32246"/>
                </a:xfrm>
                <a:custGeom>
                  <a:avLst/>
                  <a:gdLst>
                    <a:gd name="connsiteX0" fmla="*/ 23274 w 0"/>
                    <a:gd name="connsiteY0" fmla="*/ 23275 h 0"/>
                    <a:gd name="connsiteX1" fmla="*/ 19727 w 0"/>
                    <a:gd name="connsiteY1" fmla="*/ 21017 h 0"/>
                    <a:gd name="connsiteX2" fmla="*/ 15213 w 0"/>
                    <a:gd name="connsiteY2" fmla="*/ 12633 h 0"/>
                    <a:gd name="connsiteX3" fmla="*/ 14568 w 0"/>
                    <a:gd name="connsiteY3" fmla="*/ 11344 h 0"/>
                    <a:gd name="connsiteX4" fmla="*/ 2314 w 0"/>
                    <a:gd name="connsiteY4" fmla="*/ 7797 h 0"/>
                    <a:gd name="connsiteX5" fmla="*/ 379 w 0"/>
                    <a:gd name="connsiteY5" fmla="*/ 2314 h 0"/>
                    <a:gd name="connsiteX6" fmla="*/ 5861 w 0"/>
                    <a:gd name="connsiteY6" fmla="*/ 379 h 0"/>
                    <a:gd name="connsiteX7" fmla="*/ 17148 w 0"/>
                    <a:gd name="connsiteY7" fmla="*/ 3282 h 0"/>
                    <a:gd name="connsiteX8" fmla="*/ 19727 w 0"/>
                    <a:gd name="connsiteY8" fmla="*/ 3282 h 0"/>
                    <a:gd name="connsiteX9" fmla="*/ 20695 w 0"/>
                    <a:gd name="connsiteY9" fmla="*/ 5539 h 0"/>
                    <a:gd name="connsiteX10" fmla="*/ 22307 w 0"/>
                    <a:gd name="connsiteY10" fmla="*/ 8441 h 0"/>
                    <a:gd name="connsiteX11" fmla="*/ 27144 w 0"/>
                    <a:gd name="connsiteY11" fmla="*/ 17470 h 0"/>
                    <a:gd name="connsiteX12" fmla="*/ 25209 w 0"/>
                    <a:gd name="connsiteY12" fmla="*/ 22952 h 0"/>
                    <a:gd name="connsiteX13" fmla="*/ 23274 w 0"/>
                    <a:gd name="connsiteY13" fmla="*/ 2327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23274" y="23275"/>
                      </a:moveTo>
                      <a:cubicBezTo>
                        <a:pt x="21662" y="23275"/>
                        <a:pt x="20372" y="22307"/>
                        <a:pt x="19727" y="21017"/>
                      </a:cubicBezTo>
                      <a:cubicBezTo>
                        <a:pt x="18437" y="18437"/>
                        <a:pt x="16825" y="15535"/>
                        <a:pt x="15213" y="12633"/>
                      </a:cubicBezTo>
                      <a:cubicBezTo>
                        <a:pt x="14890" y="12311"/>
                        <a:pt x="14890" y="11666"/>
                        <a:pt x="14568" y="11344"/>
                      </a:cubicBezTo>
                      <a:cubicBezTo>
                        <a:pt x="10376" y="11021"/>
                        <a:pt x="6506" y="9731"/>
                        <a:pt x="2314" y="7797"/>
                      </a:cubicBezTo>
                      <a:cubicBezTo>
                        <a:pt x="379" y="6829"/>
                        <a:pt x="-588" y="4249"/>
                        <a:pt x="379" y="2314"/>
                      </a:cubicBezTo>
                      <a:cubicBezTo>
                        <a:pt x="1347" y="379"/>
                        <a:pt x="3927" y="-588"/>
                        <a:pt x="5861" y="379"/>
                      </a:cubicBezTo>
                      <a:cubicBezTo>
                        <a:pt x="9408" y="2314"/>
                        <a:pt x="13278" y="3282"/>
                        <a:pt x="17148" y="3282"/>
                      </a:cubicBezTo>
                      <a:lnTo>
                        <a:pt x="19727" y="3282"/>
                      </a:lnTo>
                      <a:lnTo>
                        <a:pt x="20695" y="5539"/>
                      </a:lnTo>
                      <a:cubicBezTo>
                        <a:pt x="21017" y="6506"/>
                        <a:pt x="21662" y="7474"/>
                        <a:pt x="22307" y="8441"/>
                      </a:cubicBezTo>
                      <a:cubicBezTo>
                        <a:pt x="24242" y="11666"/>
                        <a:pt x="25854" y="14568"/>
                        <a:pt x="27144" y="17470"/>
                      </a:cubicBezTo>
                      <a:cubicBezTo>
                        <a:pt x="28111" y="19405"/>
                        <a:pt x="27144" y="21985"/>
                        <a:pt x="25209" y="22952"/>
                      </a:cubicBezTo>
                      <a:cubicBezTo>
                        <a:pt x="24242" y="23275"/>
                        <a:pt x="23919" y="23275"/>
                        <a:pt x="23274" y="2327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Freeform: Shape 159">
                  <a:extLst>
                    <a:ext uri="{FF2B5EF4-FFF2-40B4-BE49-F238E27FC236}">
                      <a16:creationId xmlns:a16="http://schemas.microsoft.com/office/drawing/2014/main" id="{915C3B61-5E91-7882-50CB-B4AD84477FE4}"/>
                    </a:ext>
                  </a:extLst>
                </p:cNvPr>
                <p:cNvSpPr/>
                <p:nvPr/>
              </p:nvSpPr>
              <p:spPr>
                <a:xfrm>
                  <a:off x="5610266" y="5281373"/>
                  <a:ext cx="290218" cy="161232"/>
                </a:xfrm>
                <a:custGeom>
                  <a:avLst/>
                  <a:gdLst>
                    <a:gd name="connsiteX0" fmla="*/ 4218 w 290218"/>
                    <a:gd name="connsiteY0" fmla="*/ 178323 h 161232"/>
                    <a:gd name="connsiteX1" fmla="*/ 671 w 290218"/>
                    <a:gd name="connsiteY1" fmla="*/ 176388 h 161232"/>
                    <a:gd name="connsiteX2" fmla="*/ 1961 w 290218"/>
                    <a:gd name="connsiteY2" fmla="*/ 170906 h 161232"/>
                    <a:gd name="connsiteX3" fmla="*/ 7765 w 290218"/>
                    <a:gd name="connsiteY3" fmla="*/ 162523 h 161232"/>
                    <a:gd name="connsiteX4" fmla="*/ 16472 w 290218"/>
                    <a:gd name="connsiteY4" fmla="*/ 149624 h 161232"/>
                    <a:gd name="connsiteX5" fmla="*/ 22276 w 290218"/>
                    <a:gd name="connsiteY5" fmla="*/ 148979 h 161232"/>
                    <a:gd name="connsiteX6" fmla="*/ 22921 w 290218"/>
                    <a:gd name="connsiteY6" fmla="*/ 154783 h 161232"/>
                    <a:gd name="connsiteX7" fmla="*/ 15182 w 290218"/>
                    <a:gd name="connsiteY7" fmla="*/ 166714 h 161232"/>
                    <a:gd name="connsiteX8" fmla="*/ 6475 w 290218"/>
                    <a:gd name="connsiteY8" fmla="*/ 177678 h 161232"/>
                    <a:gd name="connsiteX9" fmla="*/ 4218 w 290218"/>
                    <a:gd name="connsiteY9" fmla="*/ 178323 h 161232"/>
                    <a:gd name="connsiteX10" fmla="*/ 36465 w 290218"/>
                    <a:gd name="connsiteY10" fmla="*/ 122859 h 161232"/>
                    <a:gd name="connsiteX11" fmla="*/ 34530 w 290218"/>
                    <a:gd name="connsiteY11" fmla="*/ 122214 h 161232"/>
                    <a:gd name="connsiteX12" fmla="*/ 32917 w 290218"/>
                    <a:gd name="connsiteY12" fmla="*/ 116733 h 161232"/>
                    <a:gd name="connsiteX13" fmla="*/ 35497 w 290218"/>
                    <a:gd name="connsiteY13" fmla="*/ 107381 h 161232"/>
                    <a:gd name="connsiteX14" fmla="*/ 44204 w 290218"/>
                    <a:gd name="connsiteY14" fmla="*/ 91580 h 161232"/>
                    <a:gd name="connsiteX15" fmla="*/ 45494 w 290218"/>
                    <a:gd name="connsiteY15" fmla="*/ 90935 h 161232"/>
                    <a:gd name="connsiteX16" fmla="*/ 50976 w 290218"/>
                    <a:gd name="connsiteY16" fmla="*/ 92870 h 161232"/>
                    <a:gd name="connsiteX17" fmla="*/ 49041 w 290218"/>
                    <a:gd name="connsiteY17" fmla="*/ 98352 h 161232"/>
                    <a:gd name="connsiteX18" fmla="*/ 47751 w 290218"/>
                    <a:gd name="connsiteY18" fmla="*/ 98997 h 161232"/>
                    <a:gd name="connsiteX19" fmla="*/ 43559 w 290218"/>
                    <a:gd name="connsiteY19" fmla="*/ 108993 h 161232"/>
                    <a:gd name="connsiteX20" fmla="*/ 40012 w 290218"/>
                    <a:gd name="connsiteY20" fmla="*/ 120602 h 161232"/>
                    <a:gd name="connsiteX21" fmla="*/ 36465 w 290218"/>
                    <a:gd name="connsiteY21" fmla="*/ 122859 h 161232"/>
                    <a:gd name="connsiteX22" fmla="*/ 142878 w 290218"/>
                    <a:gd name="connsiteY22" fmla="*/ 95450 h 161232"/>
                    <a:gd name="connsiteX23" fmla="*/ 139331 w 290218"/>
                    <a:gd name="connsiteY23" fmla="*/ 93515 h 161232"/>
                    <a:gd name="connsiteX24" fmla="*/ 140621 w 290218"/>
                    <a:gd name="connsiteY24" fmla="*/ 88033 h 161232"/>
                    <a:gd name="connsiteX25" fmla="*/ 147070 w 290218"/>
                    <a:gd name="connsiteY25" fmla="*/ 81906 h 161232"/>
                    <a:gd name="connsiteX26" fmla="*/ 164161 w 290218"/>
                    <a:gd name="connsiteY26" fmla="*/ 72877 h 161232"/>
                    <a:gd name="connsiteX27" fmla="*/ 168353 w 290218"/>
                    <a:gd name="connsiteY27" fmla="*/ 77069 h 161232"/>
                    <a:gd name="connsiteX28" fmla="*/ 164483 w 290218"/>
                    <a:gd name="connsiteY28" fmla="*/ 81261 h 161232"/>
                    <a:gd name="connsiteX29" fmla="*/ 164161 w 290218"/>
                    <a:gd name="connsiteY29" fmla="*/ 81261 h 161232"/>
                    <a:gd name="connsiteX30" fmla="*/ 153197 w 290218"/>
                    <a:gd name="connsiteY30" fmla="*/ 87710 h 161232"/>
                    <a:gd name="connsiteX31" fmla="*/ 144813 w 290218"/>
                    <a:gd name="connsiteY31" fmla="*/ 95127 h 161232"/>
                    <a:gd name="connsiteX32" fmla="*/ 142878 w 290218"/>
                    <a:gd name="connsiteY32" fmla="*/ 95450 h 161232"/>
                    <a:gd name="connsiteX33" fmla="*/ 98055 w 290218"/>
                    <a:gd name="connsiteY33" fmla="*/ 93837 h 161232"/>
                    <a:gd name="connsiteX34" fmla="*/ 83867 w 290218"/>
                    <a:gd name="connsiteY34" fmla="*/ 86421 h 161232"/>
                    <a:gd name="connsiteX35" fmla="*/ 82577 w 290218"/>
                    <a:gd name="connsiteY35" fmla="*/ 86098 h 161232"/>
                    <a:gd name="connsiteX36" fmla="*/ 79030 w 290218"/>
                    <a:gd name="connsiteY36" fmla="*/ 81584 h 161232"/>
                    <a:gd name="connsiteX37" fmla="*/ 83544 w 290218"/>
                    <a:gd name="connsiteY37" fmla="*/ 78036 h 161232"/>
                    <a:gd name="connsiteX38" fmla="*/ 89349 w 290218"/>
                    <a:gd name="connsiteY38" fmla="*/ 80294 h 161232"/>
                    <a:gd name="connsiteX39" fmla="*/ 98378 w 290218"/>
                    <a:gd name="connsiteY39" fmla="*/ 85776 h 161232"/>
                    <a:gd name="connsiteX40" fmla="*/ 105150 w 290218"/>
                    <a:gd name="connsiteY40" fmla="*/ 83841 h 161232"/>
                    <a:gd name="connsiteX41" fmla="*/ 106117 w 290218"/>
                    <a:gd name="connsiteY41" fmla="*/ 83518 h 161232"/>
                    <a:gd name="connsiteX42" fmla="*/ 111276 w 290218"/>
                    <a:gd name="connsiteY42" fmla="*/ 85776 h 161232"/>
                    <a:gd name="connsiteX43" fmla="*/ 109019 w 290218"/>
                    <a:gd name="connsiteY43" fmla="*/ 90935 h 161232"/>
                    <a:gd name="connsiteX44" fmla="*/ 108374 w 290218"/>
                    <a:gd name="connsiteY44" fmla="*/ 91258 h 161232"/>
                    <a:gd name="connsiteX45" fmla="*/ 98055 w 290218"/>
                    <a:gd name="connsiteY45" fmla="*/ 93837 h 161232"/>
                    <a:gd name="connsiteX46" fmla="*/ 195440 w 290218"/>
                    <a:gd name="connsiteY46" fmla="*/ 59011 h 161232"/>
                    <a:gd name="connsiteX47" fmla="*/ 191570 w 290218"/>
                    <a:gd name="connsiteY47" fmla="*/ 59011 h 161232"/>
                    <a:gd name="connsiteX48" fmla="*/ 191248 w 290218"/>
                    <a:gd name="connsiteY48" fmla="*/ 55464 h 161232"/>
                    <a:gd name="connsiteX49" fmla="*/ 190603 w 290218"/>
                    <a:gd name="connsiteY49" fmla="*/ 49660 h 161232"/>
                    <a:gd name="connsiteX50" fmla="*/ 190925 w 290218"/>
                    <a:gd name="connsiteY50" fmla="*/ 45790 h 161232"/>
                    <a:gd name="connsiteX51" fmla="*/ 204791 w 290218"/>
                    <a:gd name="connsiteY51" fmla="*/ 33859 h 161232"/>
                    <a:gd name="connsiteX52" fmla="*/ 209628 w 290218"/>
                    <a:gd name="connsiteY52" fmla="*/ 36761 h 161232"/>
                    <a:gd name="connsiteX53" fmla="*/ 206726 w 290218"/>
                    <a:gd name="connsiteY53" fmla="*/ 41598 h 161232"/>
                    <a:gd name="connsiteX54" fmla="*/ 198987 w 290218"/>
                    <a:gd name="connsiteY54" fmla="*/ 47080 h 161232"/>
                    <a:gd name="connsiteX55" fmla="*/ 198664 w 290218"/>
                    <a:gd name="connsiteY55" fmla="*/ 49337 h 161232"/>
                    <a:gd name="connsiteX56" fmla="*/ 199309 w 290218"/>
                    <a:gd name="connsiteY56" fmla="*/ 53852 h 161232"/>
                    <a:gd name="connsiteX57" fmla="*/ 199954 w 290218"/>
                    <a:gd name="connsiteY57" fmla="*/ 58366 h 161232"/>
                    <a:gd name="connsiteX58" fmla="*/ 195440 w 290218"/>
                    <a:gd name="connsiteY58" fmla="*/ 59011 h 161232"/>
                    <a:gd name="connsiteX59" fmla="*/ 242197 w 290218"/>
                    <a:gd name="connsiteY59" fmla="*/ 51917 h 161232"/>
                    <a:gd name="connsiteX60" fmla="*/ 240585 w 290218"/>
                    <a:gd name="connsiteY60" fmla="*/ 51917 h 161232"/>
                    <a:gd name="connsiteX61" fmla="*/ 239617 w 290218"/>
                    <a:gd name="connsiteY61" fmla="*/ 51917 h 161232"/>
                    <a:gd name="connsiteX62" fmla="*/ 235748 w 290218"/>
                    <a:gd name="connsiteY62" fmla="*/ 47725 h 161232"/>
                    <a:gd name="connsiteX63" fmla="*/ 239940 w 290218"/>
                    <a:gd name="connsiteY63" fmla="*/ 43855 h 161232"/>
                    <a:gd name="connsiteX64" fmla="*/ 241230 w 290218"/>
                    <a:gd name="connsiteY64" fmla="*/ 43855 h 161232"/>
                    <a:gd name="connsiteX65" fmla="*/ 258643 w 290218"/>
                    <a:gd name="connsiteY65" fmla="*/ 40631 h 161232"/>
                    <a:gd name="connsiteX66" fmla="*/ 265415 w 290218"/>
                    <a:gd name="connsiteY66" fmla="*/ 38696 h 161232"/>
                    <a:gd name="connsiteX67" fmla="*/ 270252 w 290218"/>
                    <a:gd name="connsiteY67" fmla="*/ 41598 h 161232"/>
                    <a:gd name="connsiteX68" fmla="*/ 267349 w 290218"/>
                    <a:gd name="connsiteY68" fmla="*/ 46435 h 161232"/>
                    <a:gd name="connsiteX69" fmla="*/ 260577 w 290218"/>
                    <a:gd name="connsiteY69" fmla="*/ 48370 h 161232"/>
                    <a:gd name="connsiteX70" fmla="*/ 242197 w 290218"/>
                    <a:gd name="connsiteY70" fmla="*/ 51917 h 161232"/>
                    <a:gd name="connsiteX71" fmla="*/ 299596 w 290218"/>
                    <a:gd name="connsiteY71" fmla="*/ 30312 h 161232"/>
                    <a:gd name="connsiteX72" fmla="*/ 297016 w 290218"/>
                    <a:gd name="connsiteY72" fmla="*/ 29344 h 161232"/>
                    <a:gd name="connsiteX73" fmla="*/ 296694 w 290218"/>
                    <a:gd name="connsiteY73" fmla="*/ 23540 h 161232"/>
                    <a:gd name="connsiteX74" fmla="*/ 301853 w 290218"/>
                    <a:gd name="connsiteY74" fmla="*/ 17413 h 161232"/>
                    <a:gd name="connsiteX75" fmla="*/ 308947 w 290218"/>
                    <a:gd name="connsiteY75" fmla="*/ 9029 h 161232"/>
                    <a:gd name="connsiteX76" fmla="*/ 310882 w 290218"/>
                    <a:gd name="connsiteY76" fmla="*/ 5160 h 161232"/>
                    <a:gd name="connsiteX77" fmla="*/ 310882 w 290218"/>
                    <a:gd name="connsiteY77" fmla="*/ 3870 h 161232"/>
                    <a:gd name="connsiteX78" fmla="*/ 315074 w 290218"/>
                    <a:gd name="connsiteY78" fmla="*/ 0 h 161232"/>
                    <a:gd name="connsiteX79" fmla="*/ 318944 w 290218"/>
                    <a:gd name="connsiteY79" fmla="*/ 4192 h 161232"/>
                    <a:gd name="connsiteX80" fmla="*/ 318944 w 290218"/>
                    <a:gd name="connsiteY80" fmla="*/ 4837 h 161232"/>
                    <a:gd name="connsiteX81" fmla="*/ 314429 w 290218"/>
                    <a:gd name="connsiteY81" fmla="*/ 14834 h 161232"/>
                    <a:gd name="connsiteX82" fmla="*/ 308302 w 290218"/>
                    <a:gd name="connsiteY82" fmla="*/ 22250 h 161232"/>
                    <a:gd name="connsiteX83" fmla="*/ 303143 w 290218"/>
                    <a:gd name="connsiteY83" fmla="*/ 28699 h 161232"/>
                    <a:gd name="connsiteX84" fmla="*/ 299596 w 290218"/>
                    <a:gd name="connsiteY84" fmla="*/ 30312 h 161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</a:cxnLst>
                  <a:rect l="l" t="t" r="r" b="b"/>
                  <a:pathLst>
                    <a:path w="290218" h="161232">
                      <a:moveTo>
                        <a:pt x="4218" y="178323"/>
                      </a:moveTo>
                      <a:cubicBezTo>
                        <a:pt x="2928" y="178323"/>
                        <a:pt x="1638" y="177678"/>
                        <a:pt x="671" y="176388"/>
                      </a:cubicBezTo>
                      <a:cubicBezTo>
                        <a:pt x="-619" y="174454"/>
                        <a:pt x="26" y="171874"/>
                        <a:pt x="1961" y="170906"/>
                      </a:cubicBezTo>
                      <a:cubicBezTo>
                        <a:pt x="3896" y="169617"/>
                        <a:pt x="5830" y="166392"/>
                        <a:pt x="7765" y="162523"/>
                      </a:cubicBezTo>
                      <a:cubicBezTo>
                        <a:pt x="10023" y="158653"/>
                        <a:pt x="12602" y="154138"/>
                        <a:pt x="16472" y="149624"/>
                      </a:cubicBezTo>
                      <a:cubicBezTo>
                        <a:pt x="17762" y="148011"/>
                        <a:pt x="20341" y="147689"/>
                        <a:pt x="22276" y="148979"/>
                      </a:cubicBezTo>
                      <a:cubicBezTo>
                        <a:pt x="23889" y="150269"/>
                        <a:pt x="24211" y="152849"/>
                        <a:pt x="22921" y="154783"/>
                      </a:cubicBezTo>
                      <a:cubicBezTo>
                        <a:pt x="19696" y="158653"/>
                        <a:pt x="17117" y="162845"/>
                        <a:pt x="15182" y="166714"/>
                      </a:cubicBezTo>
                      <a:cubicBezTo>
                        <a:pt x="12602" y="171552"/>
                        <a:pt x="10023" y="175421"/>
                        <a:pt x="6475" y="177678"/>
                      </a:cubicBezTo>
                      <a:cubicBezTo>
                        <a:pt x="5830" y="178323"/>
                        <a:pt x="5186" y="178323"/>
                        <a:pt x="4218" y="178323"/>
                      </a:cubicBezTo>
                      <a:close/>
                      <a:moveTo>
                        <a:pt x="36465" y="122859"/>
                      </a:moveTo>
                      <a:cubicBezTo>
                        <a:pt x="35820" y="122859"/>
                        <a:pt x="35175" y="122537"/>
                        <a:pt x="34530" y="122214"/>
                      </a:cubicBezTo>
                      <a:cubicBezTo>
                        <a:pt x="32595" y="121247"/>
                        <a:pt x="31950" y="118667"/>
                        <a:pt x="32917" y="116733"/>
                      </a:cubicBezTo>
                      <a:cubicBezTo>
                        <a:pt x="34207" y="114475"/>
                        <a:pt x="34852" y="110928"/>
                        <a:pt x="35497" y="107381"/>
                      </a:cubicBezTo>
                      <a:cubicBezTo>
                        <a:pt x="36787" y="101254"/>
                        <a:pt x="38077" y="94160"/>
                        <a:pt x="44204" y="91580"/>
                      </a:cubicBezTo>
                      <a:lnTo>
                        <a:pt x="45494" y="90935"/>
                      </a:lnTo>
                      <a:cubicBezTo>
                        <a:pt x="47428" y="89968"/>
                        <a:pt x="50008" y="90935"/>
                        <a:pt x="50976" y="92870"/>
                      </a:cubicBezTo>
                      <a:cubicBezTo>
                        <a:pt x="51943" y="94805"/>
                        <a:pt x="50976" y="97385"/>
                        <a:pt x="49041" y="98352"/>
                      </a:cubicBezTo>
                      <a:lnTo>
                        <a:pt x="47751" y="98997"/>
                      </a:lnTo>
                      <a:cubicBezTo>
                        <a:pt x="45494" y="99964"/>
                        <a:pt x="44526" y="104479"/>
                        <a:pt x="43559" y="108993"/>
                      </a:cubicBezTo>
                      <a:cubicBezTo>
                        <a:pt x="42592" y="112863"/>
                        <a:pt x="41947" y="117055"/>
                        <a:pt x="40012" y="120602"/>
                      </a:cubicBezTo>
                      <a:cubicBezTo>
                        <a:pt x="39367" y="122214"/>
                        <a:pt x="38077" y="122859"/>
                        <a:pt x="36465" y="122859"/>
                      </a:cubicBezTo>
                      <a:close/>
                      <a:moveTo>
                        <a:pt x="142878" y="95450"/>
                      </a:moveTo>
                      <a:cubicBezTo>
                        <a:pt x="141588" y="95450"/>
                        <a:pt x="140298" y="94805"/>
                        <a:pt x="139331" y="93515"/>
                      </a:cubicBezTo>
                      <a:cubicBezTo>
                        <a:pt x="138041" y="91580"/>
                        <a:pt x="138686" y="89001"/>
                        <a:pt x="140621" y="88033"/>
                      </a:cubicBezTo>
                      <a:cubicBezTo>
                        <a:pt x="143200" y="86421"/>
                        <a:pt x="145135" y="84163"/>
                        <a:pt x="147070" y="81906"/>
                      </a:cubicBezTo>
                      <a:cubicBezTo>
                        <a:pt x="150940" y="77714"/>
                        <a:pt x="155132" y="72877"/>
                        <a:pt x="164161" y="72877"/>
                      </a:cubicBezTo>
                      <a:cubicBezTo>
                        <a:pt x="166418" y="72877"/>
                        <a:pt x="168353" y="74812"/>
                        <a:pt x="168353" y="77069"/>
                      </a:cubicBezTo>
                      <a:cubicBezTo>
                        <a:pt x="168353" y="79327"/>
                        <a:pt x="166740" y="81261"/>
                        <a:pt x="164483" y="81261"/>
                      </a:cubicBezTo>
                      <a:lnTo>
                        <a:pt x="164161" y="81261"/>
                      </a:lnTo>
                      <a:cubicBezTo>
                        <a:pt x="159001" y="81261"/>
                        <a:pt x="156422" y="83841"/>
                        <a:pt x="153197" y="87710"/>
                      </a:cubicBezTo>
                      <a:cubicBezTo>
                        <a:pt x="150940" y="90290"/>
                        <a:pt x="148360" y="92870"/>
                        <a:pt x="144813" y="95127"/>
                      </a:cubicBezTo>
                      <a:cubicBezTo>
                        <a:pt x="144490" y="95127"/>
                        <a:pt x="143523" y="95450"/>
                        <a:pt x="142878" y="95450"/>
                      </a:cubicBezTo>
                      <a:close/>
                      <a:moveTo>
                        <a:pt x="98055" y="93837"/>
                      </a:moveTo>
                      <a:cubicBezTo>
                        <a:pt x="91929" y="93837"/>
                        <a:pt x="88059" y="90290"/>
                        <a:pt x="83867" y="86421"/>
                      </a:cubicBezTo>
                      <a:cubicBezTo>
                        <a:pt x="83867" y="86421"/>
                        <a:pt x="83222" y="86098"/>
                        <a:pt x="82577" y="86098"/>
                      </a:cubicBezTo>
                      <a:cubicBezTo>
                        <a:pt x="80320" y="85776"/>
                        <a:pt x="78708" y="83841"/>
                        <a:pt x="79030" y="81584"/>
                      </a:cubicBezTo>
                      <a:cubicBezTo>
                        <a:pt x="79352" y="79327"/>
                        <a:pt x="81287" y="77714"/>
                        <a:pt x="83544" y="78036"/>
                      </a:cubicBezTo>
                      <a:cubicBezTo>
                        <a:pt x="85802" y="78359"/>
                        <a:pt x="87737" y="79004"/>
                        <a:pt x="89349" y="80294"/>
                      </a:cubicBezTo>
                      <a:cubicBezTo>
                        <a:pt x="93541" y="84163"/>
                        <a:pt x="95476" y="85776"/>
                        <a:pt x="98378" y="85776"/>
                      </a:cubicBezTo>
                      <a:cubicBezTo>
                        <a:pt x="99990" y="85776"/>
                        <a:pt x="102247" y="85131"/>
                        <a:pt x="105150" y="83841"/>
                      </a:cubicBezTo>
                      <a:cubicBezTo>
                        <a:pt x="105472" y="83841"/>
                        <a:pt x="105795" y="83518"/>
                        <a:pt x="106117" y="83518"/>
                      </a:cubicBezTo>
                      <a:cubicBezTo>
                        <a:pt x="108052" y="82551"/>
                        <a:pt x="110631" y="83841"/>
                        <a:pt x="111276" y="85776"/>
                      </a:cubicBezTo>
                      <a:cubicBezTo>
                        <a:pt x="112244" y="87710"/>
                        <a:pt x="110954" y="90290"/>
                        <a:pt x="109019" y="90935"/>
                      </a:cubicBezTo>
                      <a:lnTo>
                        <a:pt x="108374" y="91258"/>
                      </a:lnTo>
                      <a:cubicBezTo>
                        <a:pt x="104182" y="93192"/>
                        <a:pt x="100958" y="93837"/>
                        <a:pt x="98055" y="93837"/>
                      </a:cubicBezTo>
                      <a:close/>
                      <a:moveTo>
                        <a:pt x="195440" y="59011"/>
                      </a:moveTo>
                      <a:lnTo>
                        <a:pt x="191570" y="59011"/>
                      </a:lnTo>
                      <a:cubicBezTo>
                        <a:pt x="191570" y="57721"/>
                        <a:pt x="191248" y="56754"/>
                        <a:pt x="191248" y="55464"/>
                      </a:cubicBezTo>
                      <a:cubicBezTo>
                        <a:pt x="190925" y="53852"/>
                        <a:pt x="190603" y="51917"/>
                        <a:pt x="190603" y="49660"/>
                      </a:cubicBezTo>
                      <a:cubicBezTo>
                        <a:pt x="190603" y="48370"/>
                        <a:pt x="190603" y="47402"/>
                        <a:pt x="190925" y="45790"/>
                      </a:cubicBezTo>
                      <a:cubicBezTo>
                        <a:pt x="191893" y="39341"/>
                        <a:pt x="198664" y="35149"/>
                        <a:pt x="204791" y="33859"/>
                      </a:cubicBezTo>
                      <a:cubicBezTo>
                        <a:pt x="207048" y="33214"/>
                        <a:pt x="208983" y="34826"/>
                        <a:pt x="209628" y="36761"/>
                      </a:cubicBezTo>
                      <a:cubicBezTo>
                        <a:pt x="210273" y="39018"/>
                        <a:pt x="208661" y="40953"/>
                        <a:pt x="206726" y="41598"/>
                      </a:cubicBezTo>
                      <a:cubicBezTo>
                        <a:pt x="202211" y="42566"/>
                        <a:pt x="199309" y="45145"/>
                        <a:pt x="198987" y="47080"/>
                      </a:cubicBezTo>
                      <a:cubicBezTo>
                        <a:pt x="198987" y="48047"/>
                        <a:pt x="198664" y="48693"/>
                        <a:pt x="198664" y="49337"/>
                      </a:cubicBezTo>
                      <a:cubicBezTo>
                        <a:pt x="198664" y="50950"/>
                        <a:pt x="198987" y="52240"/>
                        <a:pt x="199309" y="53852"/>
                      </a:cubicBezTo>
                      <a:cubicBezTo>
                        <a:pt x="199632" y="55464"/>
                        <a:pt x="199954" y="56754"/>
                        <a:pt x="199954" y="58366"/>
                      </a:cubicBezTo>
                      <a:lnTo>
                        <a:pt x="195440" y="59011"/>
                      </a:lnTo>
                      <a:close/>
                      <a:moveTo>
                        <a:pt x="242197" y="51917"/>
                      </a:moveTo>
                      <a:cubicBezTo>
                        <a:pt x="241552" y="51917"/>
                        <a:pt x="241230" y="51917"/>
                        <a:pt x="240585" y="51917"/>
                      </a:cubicBezTo>
                      <a:lnTo>
                        <a:pt x="239617" y="51917"/>
                      </a:lnTo>
                      <a:cubicBezTo>
                        <a:pt x="237360" y="51917"/>
                        <a:pt x="235748" y="49982"/>
                        <a:pt x="235748" y="47725"/>
                      </a:cubicBezTo>
                      <a:cubicBezTo>
                        <a:pt x="235748" y="45468"/>
                        <a:pt x="237683" y="43855"/>
                        <a:pt x="239940" y="43855"/>
                      </a:cubicBezTo>
                      <a:lnTo>
                        <a:pt x="241230" y="43855"/>
                      </a:lnTo>
                      <a:cubicBezTo>
                        <a:pt x="244777" y="44178"/>
                        <a:pt x="251226" y="42566"/>
                        <a:pt x="258643" y="40631"/>
                      </a:cubicBezTo>
                      <a:cubicBezTo>
                        <a:pt x="260900" y="39986"/>
                        <a:pt x="263157" y="39341"/>
                        <a:pt x="265415" y="38696"/>
                      </a:cubicBezTo>
                      <a:cubicBezTo>
                        <a:pt x="267672" y="38051"/>
                        <a:pt x="269929" y="39341"/>
                        <a:pt x="270252" y="41598"/>
                      </a:cubicBezTo>
                      <a:cubicBezTo>
                        <a:pt x="270897" y="43855"/>
                        <a:pt x="269607" y="46113"/>
                        <a:pt x="267349" y="46435"/>
                      </a:cubicBezTo>
                      <a:cubicBezTo>
                        <a:pt x="265092" y="47080"/>
                        <a:pt x="262835" y="47725"/>
                        <a:pt x="260577" y="48370"/>
                      </a:cubicBezTo>
                      <a:cubicBezTo>
                        <a:pt x="253483" y="50304"/>
                        <a:pt x="247357" y="51917"/>
                        <a:pt x="242197" y="51917"/>
                      </a:cubicBezTo>
                      <a:close/>
                      <a:moveTo>
                        <a:pt x="299596" y="30312"/>
                      </a:moveTo>
                      <a:cubicBezTo>
                        <a:pt x="298628" y="30312"/>
                        <a:pt x="297661" y="29989"/>
                        <a:pt x="297016" y="29344"/>
                      </a:cubicBezTo>
                      <a:cubicBezTo>
                        <a:pt x="295404" y="27732"/>
                        <a:pt x="295081" y="25475"/>
                        <a:pt x="296694" y="23540"/>
                      </a:cubicBezTo>
                      <a:cubicBezTo>
                        <a:pt x="298628" y="21605"/>
                        <a:pt x="300241" y="19348"/>
                        <a:pt x="301853" y="17413"/>
                      </a:cubicBezTo>
                      <a:cubicBezTo>
                        <a:pt x="304433" y="14189"/>
                        <a:pt x="306690" y="11286"/>
                        <a:pt x="308947" y="9029"/>
                      </a:cubicBezTo>
                      <a:cubicBezTo>
                        <a:pt x="310882" y="7417"/>
                        <a:pt x="310882" y="6449"/>
                        <a:pt x="310882" y="5160"/>
                      </a:cubicBezTo>
                      <a:cubicBezTo>
                        <a:pt x="310882" y="4837"/>
                        <a:pt x="310882" y="4514"/>
                        <a:pt x="310882" y="3870"/>
                      </a:cubicBezTo>
                      <a:cubicBezTo>
                        <a:pt x="311205" y="1612"/>
                        <a:pt x="313139" y="0"/>
                        <a:pt x="315074" y="0"/>
                      </a:cubicBezTo>
                      <a:cubicBezTo>
                        <a:pt x="317331" y="323"/>
                        <a:pt x="318944" y="2257"/>
                        <a:pt x="318944" y="4192"/>
                      </a:cubicBezTo>
                      <a:lnTo>
                        <a:pt x="318944" y="4837"/>
                      </a:lnTo>
                      <a:cubicBezTo>
                        <a:pt x="318944" y="6772"/>
                        <a:pt x="318944" y="10641"/>
                        <a:pt x="314429" y="14834"/>
                      </a:cubicBezTo>
                      <a:cubicBezTo>
                        <a:pt x="312494" y="16446"/>
                        <a:pt x="310560" y="19348"/>
                        <a:pt x="308302" y="22250"/>
                      </a:cubicBezTo>
                      <a:cubicBezTo>
                        <a:pt x="306690" y="24185"/>
                        <a:pt x="305078" y="26442"/>
                        <a:pt x="303143" y="28699"/>
                      </a:cubicBezTo>
                      <a:cubicBezTo>
                        <a:pt x="301853" y="29989"/>
                        <a:pt x="300886" y="30312"/>
                        <a:pt x="299596" y="3031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: Shape 160">
                  <a:extLst>
                    <a:ext uri="{FF2B5EF4-FFF2-40B4-BE49-F238E27FC236}">
                      <a16:creationId xmlns:a16="http://schemas.microsoft.com/office/drawing/2014/main" id="{96C7382C-7297-9A40-E57E-59CE5477AD02}"/>
                    </a:ext>
                  </a:extLst>
                </p:cNvPr>
                <p:cNvSpPr/>
                <p:nvPr/>
              </p:nvSpPr>
              <p:spPr>
                <a:xfrm>
                  <a:off x="5562958" y="5416486"/>
                  <a:ext cx="32246" cy="32246"/>
                </a:xfrm>
                <a:custGeom>
                  <a:avLst/>
                  <a:gdLst>
                    <a:gd name="connsiteX0" fmla="*/ 18635 w 0"/>
                    <a:gd name="connsiteY0" fmla="*/ 27732 h 0"/>
                    <a:gd name="connsiteX1" fmla="*/ 15410 w 0"/>
                    <a:gd name="connsiteY1" fmla="*/ 26120 h 0"/>
                    <a:gd name="connsiteX2" fmla="*/ 11218 w 0"/>
                    <a:gd name="connsiteY2" fmla="*/ 20315 h 0"/>
                    <a:gd name="connsiteX3" fmla="*/ 9928 w 0"/>
                    <a:gd name="connsiteY3" fmla="*/ 20638 h 0"/>
                    <a:gd name="connsiteX4" fmla="*/ 899 w 0"/>
                    <a:gd name="connsiteY4" fmla="*/ 12898 h 0"/>
                    <a:gd name="connsiteX5" fmla="*/ 1544 w 0"/>
                    <a:gd name="connsiteY5" fmla="*/ 7094 h 0"/>
                    <a:gd name="connsiteX6" fmla="*/ 7348 w 0"/>
                    <a:gd name="connsiteY6" fmla="*/ 7739 h 0"/>
                    <a:gd name="connsiteX7" fmla="*/ 8316 w 0"/>
                    <a:gd name="connsiteY7" fmla="*/ 9029 h 0"/>
                    <a:gd name="connsiteX8" fmla="*/ 10573 w 0"/>
                    <a:gd name="connsiteY8" fmla="*/ 0 h 0"/>
                    <a:gd name="connsiteX9" fmla="*/ 15410 w 0"/>
                    <a:gd name="connsiteY9" fmla="*/ 10319 h 0"/>
                    <a:gd name="connsiteX10" fmla="*/ 21859 w 0"/>
                    <a:gd name="connsiteY10" fmla="*/ 20960 h 0"/>
                    <a:gd name="connsiteX11" fmla="*/ 21214 w 0"/>
                    <a:gd name="connsiteY11" fmla="*/ 26765 h 0"/>
                    <a:gd name="connsiteX12" fmla="*/ 18635 w 0"/>
                    <a:gd name="connsiteY12" fmla="*/ 2773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>
                      <a:moveTo>
                        <a:pt x="18635" y="27732"/>
                      </a:moveTo>
                      <a:cubicBezTo>
                        <a:pt x="17345" y="27732"/>
                        <a:pt x="16377" y="27087"/>
                        <a:pt x="15410" y="26120"/>
                      </a:cubicBezTo>
                      <a:cubicBezTo>
                        <a:pt x="13798" y="24185"/>
                        <a:pt x="12508" y="22250"/>
                        <a:pt x="11218" y="20315"/>
                      </a:cubicBezTo>
                      <a:cubicBezTo>
                        <a:pt x="10895" y="20315"/>
                        <a:pt x="10250" y="20638"/>
                        <a:pt x="9928" y="20638"/>
                      </a:cubicBezTo>
                      <a:cubicBezTo>
                        <a:pt x="7026" y="20638"/>
                        <a:pt x="5091" y="18381"/>
                        <a:pt x="899" y="12898"/>
                      </a:cubicBezTo>
                      <a:cubicBezTo>
                        <a:pt x="-391" y="11286"/>
                        <a:pt x="-391" y="8707"/>
                        <a:pt x="1544" y="7094"/>
                      </a:cubicBezTo>
                      <a:cubicBezTo>
                        <a:pt x="3156" y="5805"/>
                        <a:pt x="5736" y="5805"/>
                        <a:pt x="7348" y="7739"/>
                      </a:cubicBezTo>
                      <a:cubicBezTo>
                        <a:pt x="7671" y="8062"/>
                        <a:pt x="7993" y="8384"/>
                        <a:pt x="8316" y="9029"/>
                      </a:cubicBezTo>
                      <a:lnTo>
                        <a:pt x="10573" y="0"/>
                      </a:lnTo>
                      <a:lnTo>
                        <a:pt x="15410" y="10319"/>
                      </a:lnTo>
                      <a:cubicBezTo>
                        <a:pt x="17022" y="13866"/>
                        <a:pt x="19279" y="17413"/>
                        <a:pt x="21859" y="20960"/>
                      </a:cubicBezTo>
                      <a:cubicBezTo>
                        <a:pt x="23149" y="22572"/>
                        <a:pt x="23149" y="25152"/>
                        <a:pt x="21214" y="26765"/>
                      </a:cubicBezTo>
                      <a:cubicBezTo>
                        <a:pt x="20247" y="27410"/>
                        <a:pt x="19279" y="27732"/>
                        <a:pt x="18635" y="2773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: Shape 161">
                  <a:extLst>
                    <a:ext uri="{FF2B5EF4-FFF2-40B4-BE49-F238E27FC236}">
                      <a16:creationId xmlns:a16="http://schemas.microsoft.com/office/drawing/2014/main" id="{81B4A53E-61C0-F084-C6E3-604216237F65}"/>
                    </a:ext>
                  </a:extLst>
                </p:cNvPr>
                <p:cNvSpPr/>
                <p:nvPr/>
              </p:nvSpPr>
              <p:spPr>
                <a:xfrm>
                  <a:off x="5259773" y="5404432"/>
                  <a:ext cx="257972" cy="225725"/>
                </a:xfrm>
                <a:custGeom>
                  <a:avLst/>
                  <a:gdLst>
                    <a:gd name="connsiteX0" fmla="*/ 4192 w 257971"/>
                    <a:gd name="connsiteY0" fmla="*/ 252612 h 225725"/>
                    <a:gd name="connsiteX1" fmla="*/ 0 w 257971"/>
                    <a:gd name="connsiteY1" fmla="*/ 248742 h 225725"/>
                    <a:gd name="connsiteX2" fmla="*/ 3870 w 257971"/>
                    <a:gd name="connsiteY2" fmla="*/ 244551 h 225725"/>
                    <a:gd name="connsiteX3" fmla="*/ 22250 w 257971"/>
                    <a:gd name="connsiteY3" fmla="*/ 241003 h 225725"/>
                    <a:gd name="connsiteX4" fmla="*/ 29022 w 257971"/>
                    <a:gd name="connsiteY4" fmla="*/ 239068 h 225725"/>
                    <a:gd name="connsiteX5" fmla="*/ 33859 w 257971"/>
                    <a:gd name="connsiteY5" fmla="*/ 242293 h 225725"/>
                    <a:gd name="connsiteX6" fmla="*/ 30634 w 257971"/>
                    <a:gd name="connsiteY6" fmla="*/ 247130 h 225725"/>
                    <a:gd name="connsiteX7" fmla="*/ 25475 w 257971"/>
                    <a:gd name="connsiteY7" fmla="*/ 248742 h 225725"/>
                    <a:gd name="connsiteX8" fmla="*/ 4192 w 257971"/>
                    <a:gd name="connsiteY8" fmla="*/ 252612 h 225725"/>
                    <a:gd name="connsiteX9" fmla="*/ 4192 w 257971"/>
                    <a:gd name="connsiteY9" fmla="*/ 252612 h 225725"/>
                    <a:gd name="connsiteX10" fmla="*/ 129308 w 257971"/>
                    <a:gd name="connsiteY10" fmla="*/ 224557 h 225725"/>
                    <a:gd name="connsiteX11" fmla="*/ 127374 w 257971"/>
                    <a:gd name="connsiteY11" fmla="*/ 223913 h 225725"/>
                    <a:gd name="connsiteX12" fmla="*/ 124471 w 257971"/>
                    <a:gd name="connsiteY12" fmla="*/ 222300 h 225725"/>
                    <a:gd name="connsiteX13" fmla="*/ 114797 w 257971"/>
                    <a:gd name="connsiteY13" fmla="*/ 218753 h 225725"/>
                    <a:gd name="connsiteX14" fmla="*/ 113508 w 257971"/>
                    <a:gd name="connsiteY14" fmla="*/ 218753 h 225725"/>
                    <a:gd name="connsiteX15" fmla="*/ 106413 w 257971"/>
                    <a:gd name="connsiteY15" fmla="*/ 220366 h 225725"/>
                    <a:gd name="connsiteX16" fmla="*/ 100931 w 257971"/>
                    <a:gd name="connsiteY16" fmla="*/ 218753 h 225725"/>
                    <a:gd name="connsiteX17" fmla="*/ 102544 w 257971"/>
                    <a:gd name="connsiteY17" fmla="*/ 213271 h 225725"/>
                    <a:gd name="connsiteX18" fmla="*/ 115120 w 257971"/>
                    <a:gd name="connsiteY18" fmla="*/ 210692 h 225725"/>
                    <a:gd name="connsiteX19" fmla="*/ 128663 w 257971"/>
                    <a:gd name="connsiteY19" fmla="*/ 215528 h 225725"/>
                    <a:gd name="connsiteX20" fmla="*/ 131243 w 257971"/>
                    <a:gd name="connsiteY20" fmla="*/ 217141 h 225725"/>
                    <a:gd name="connsiteX21" fmla="*/ 132855 w 257971"/>
                    <a:gd name="connsiteY21" fmla="*/ 222623 h 225725"/>
                    <a:gd name="connsiteX22" fmla="*/ 129308 w 257971"/>
                    <a:gd name="connsiteY22" fmla="*/ 224557 h 225725"/>
                    <a:gd name="connsiteX23" fmla="*/ 74489 w 257971"/>
                    <a:gd name="connsiteY23" fmla="*/ 223268 h 225725"/>
                    <a:gd name="connsiteX24" fmla="*/ 70942 w 257971"/>
                    <a:gd name="connsiteY24" fmla="*/ 221333 h 225725"/>
                    <a:gd name="connsiteX25" fmla="*/ 66428 w 257971"/>
                    <a:gd name="connsiteY25" fmla="*/ 216819 h 225725"/>
                    <a:gd name="connsiteX26" fmla="*/ 66428 w 257971"/>
                    <a:gd name="connsiteY26" fmla="*/ 216819 h 225725"/>
                    <a:gd name="connsiteX27" fmla="*/ 63848 w 257971"/>
                    <a:gd name="connsiteY27" fmla="*/ 217463 h 225725"/>
                    <a:gd name="connsiteX28" fmla="*/ 59011 w 257971"/>
                    <a:gd name="connsiteY28" fmla="*/ 218430 h 225725"/>
                    <a:gd name="connsiteX29" fmla="*/ 55464 w 257971"/>
                    <a:gd name="connsiteY29" fmla="*/ 221655 h 225725"/>
                    <a:gd name="connsiteX30" fmla="*/ 49660 w 257971"/>
                    <a:gd name="connsiteY30" fmla="*/ 221978 h 225725"/>
                    <a:gd name="connsiteX31" fmla="*/ 49337 w 257971"/>
                    <a:gd name="connsiteY31" fmla="*/ 216173 h 225725"/>
                    <a:gd name="connsiteX32" fmla="*/ 59011 w 257971"/>
                    <a:gd name="connsiteY32" fmla="*/ 210047 h 225725"/>
                    <a:gd name="connsiteX33" fmla="*/ 61268 w 257971"/>
                    <a:gd name="connsiteY33" fmla="*/ 209401 h 225725"/>
                    <a:gd name="connsiteX34" fmla="*/ 66428 w 257971"/>
                    <a:gd name="connsiteY34" fmla="*/ 208434 h 225725"/>
                    <a:gd name="connsiteX35" fmla="*/ 66428 w 257971"/>
                    <a:gd name="connsiteY35" fmla="*/ 208434 h 225725"/>
                    <a:gd name="connsiteX36" fmla="*/ 77714 w 257971"/>
                    <a:gd name="connsiteY36" fmla="*/ 216819 h 225725"/>
                    <a:gd name="connsiteX37" fmla="*/ 76424 w 257971"/>
                    <a:gd name="connsiteY37" fmla="*/ 222300 h 225725"/>
                    <a:gd name="connsiteX38" fmla="*/ 74489 w 257971"/>
                    <a:gd name="connsiteY38" fmla="*/ 223268 h 225725"/>
                    <a:gd name="connsiteX39" fmla="*/ 161877 w 257971"/>
                    <a:gd name="connsiteY39" fmla="*/ 214561 h 225725"/>
                    <a:gd name="connsiteX40" fmla="*/ 159942 w 257971"/>
                    <a:gd name="connsiteY40" fmla="*/ 213916 h 225725"/>
                    <a:gd name="connsiteX41" fmla="*/ 158653 w 257971"/>
                    <a:gd name="connsiteY41" fmla="*/ 208434 h 225725"/>
                    <a:gd name="connsiteX42" fmla="*/ 160265 w 257971"/>
                    <a:gd name="connsiteY42" fmla="*/ 205532 h 225725"/>
                    <a:gd name="connsiteX43" fmla="*/ 175098 w 257971"/>
                    <a:gd name="connsiteY43" fmla="*/ 185862 h 225725"/>
                    <a:gd name="connsiteX44" fmla="*/ 180580 w 257971"/>
                    <a:gd name="connsiteY44" fmla="*/ 187796 h 225725"/>
                    <a:gd name="connsiteX45" fmla="*/ 178645 w 257971"/>
                    <a:gd name="connsiteY45" fmla="*/ 193278 h 225725"/>
                    <a:gd name="connsiteX46" fmla="*/ 167359 w 257971"/>
                    <a:gd name="connsiteY46" fmla="*/ 209079 h 225725"/>
                    <a:gd name="connsiteX47" fmla="*/ 165424 w 257971"/>
                    <a:gd name="connsiteY47" fmla="*/ 212949 h 225725"/>
                    <a:gd name="connsiteX48" fmla="*/ 161877 w 257971"/>
                    <a:gd name="connsiteY48" fmla="*/ 214561 h 225725"/>
                    <a:gd name="connsiteX49" fmla="*/ 206055 w 257971"/>
                    <a:gd name="connsiteY49" fmla="*/ 172963 h 225725"/>
                    <a:gd name="connsiteX50" fmla="*/ 203798 w 257971"/>
                    <a:gd name="connsiteY50" fmla="*/ 172318 h 225725"/>
                    <a:gd name="connsiteX51" fmla="*/ 202830 w 257971"/>
                    <a:gd name="connsiteY51" fmla="*/ 166836 h 225725"/>
                    <a:gd name="connsiteX52" fmla="*/ 207345 w 257971"/>
                    <a:gd name="connsiteY52" fmla="*/ 152648 h 225725"/>
                    <a:gd name="connsiteX53" fmla="*/ 206700 w 257971"/>
                    <a:gd name="connsiteY53" fmla="*/ 147811 h 225725"/>
                    <a:gd name="connsiteX54" fmla="*/ 206055 w 257971"/>
                    <a:gd name="connsiteY54" fmla="*/ 146521 h 225725"/>
                    <a:gd name="connsiteX55" fmla="*/ 207345 w 257971"/>
                    <a:gd name="connsiteY55" fmla="*/ 141039 h 225725"/>
                    <a:gd name="connsiteX56" fmla="*/ 212827 w 257971"/>
                    <a:gd name="connsiteY56" fmla="*/ 142329 h 225725"/>
                    <a:gd name="connsiteX57" fmla="*/ 214439 w 257971"/>
                    <a:gd name="connsiteY57" fmla="*/ 145554 h 225725"/>
                    <a:gd name="connsiteX58" fmla="*/ 215406 w 257971"/>
                    <a:gd name="connsiteY58" fmla="*/ 152970 h 225725"/>
                    <a:gd name="connsiteX59" fmla="*/ 209602 w 257971"/>
                    <a:gd name="connsiteY59" fmla="*/ 171996 h 225725"/>
                    <a:gd name="connsiteX60" fmla="*/ 206055 w 257971"/>
                    <a:gd name="connsiteY60" fmla="*/ 172963 h 225725"/>
                    <a:gd name="connsiteX61" fmla="*/ 174453 w 257971"/>
                    <a:gd name="connsiteY61" fmla="*/ 138137 h 225725"/>
                    <a:gd name="connsiteX62" fmla="*/ 172519 w 257971"/>
                    <a:gd name="connsiteY62" fmla="*/ 137492 h 225725"/>
                    <a:gd name="connsiteX63" fmla="*/ 164135 w 257971"/>
                    <a:gd name="connsiteY63" fmla="*/ 124271 h 225725"/>
                    <a:gd name="connsiteX64" fmla="*/ 172519 w 257971"/>
                    <a:gd name="connsiteY64" fmla="*/ 109438 h 225725"/>
                    <a:gd name="connsiteX65" fmla="*/ 178323 w 257971"/>
                    <a:gd name="connsiteY65" fmla="*/ 109438 h 225725"/>
                    <a:gd name="connsiteX66" fmla="*/ 178323 w 257971"/>
                    <a:gd name="connsiteY66" fmla="*/ 115242 h 225725"/>
                    <a:gd name="connsiteX67" fmla="*/ 172196 w 257971"/>
                    <a:gd name="connsiteY67" fmla="*/ 123948 h 225725"/>
                    <a:gd name="connsiteX68" fmla="*/ 176711 w 257971"/>
                    <a:gd name="connsiteY68" fmla="*/ 130720 h 225725"/>
                    <a:gd name="connsiteX69" fmla="*/ 178323 w 257971"/>
                    <a:gd name="connsiteY69" fmla="*/ 136202 h 225725"/>
                    <a:gd name="connsiteX70" fmla="*/ 174453 w 257971"/>
                    <a:gd name="connsiteY70" fmla="*/ 138137 h 225725"/>
                    <a:gd name="connsiteX71" fmla="*/ 191544 w 257971"/>
                    <a:gd name="connsiteY71" fmla="*/ 85575 h 225725"/>
                    <a:gd name="connsiteX72" fmla="*/ 187674 w 257971"/>
                    <a:gd name="connsiteY72" fmla="*/ 81706 h 225725"/>
                    <a:gd name="connsiteX73" fmla="*/ 186062 w 257971"/>
                    <a:gd name="connsiteY73" fmla="*/ 75579 h 225725"/>
                    <a:gd name="connsiteX74" fmla="*/ 180903 w 257971"/>
                    <a:gd name="connsiteY74" fmla="*/ 56553 h 225725"/>
                    <a:gd name="connsiteX75" fmla="*/ 184772 w 257971"/>
                    <a:gd name="connsiteY75" fmla="*/ 52361 h 225725"/>
                    <a:gd name="connsiteX76" fmla="*/ 188964 w 257971"/>
                    <a:gd name="connsiteY76" fmla="*/ 56231 h 225725"/>
                    <a:gd name="connsiteX77" fmla="*/ 192834 w 257971"/>
                    <a:gd name="connsiteY77" fmla="*/ 70742 h 225725"/>
                    <a:gd name="connsiteX78" fmla="*/ 196059 w 257971"/>
                    <a:gd name="connsiteY78" fmla="*/ 81383 h 225725"/>
                    <a:gd name="connsiteX79" fmla="*/ 191544 w 257971"/>
                    <a:gd name="connsiteY79" fmla="*/ 85575 h 225725"/>
                    <a:gd name="connsiteX80" fmla="*/ 191544 w 257971"/>
                    <a:gd name="connsiteY80" fmla="*/ 85575 h 225725"/>
                    <a:gd name="connsiteX81" fmla="*/ 211537 w 257971"/>
                    <a:gd name="connsiteY81" fmla="*/ 41398 h 225725"/>
                    <a:gd name="connsiteX82" fmla="*/ 207990 w 257971"/>
                    <a:gd name="connsiteY82" fmla="*/ 39463 h 225725"/>
                    <a:gd name="connsiteX83" fmla="*/ 209602 w 257971"/>
                    <a:gd name="connsiteY83" fmla="*/ 33981 h 225725"/>
                    <a:gd name="connsiteX84" fmla="*/ 220888 w 257971"/>
                    <a:gd name="connsiteY84" fmla="*/ 22695 h 225725"/>
                    <a:gd name="connsiteX85" fmla="*/ 223146 w 257971"/>
                    <a:gd name="connsiteY85" fmla="*/ 15923 h 225725"/>
                    <a:gd name="connsiteX86" fmla="*/ 227983 w 257971"/>
                    <a:gd name="connsiteY86" fmla="*/ 13021 h 225725"/>
                    <a:gd name="connsiteX87" fmla="*/ 230885 w 257971"/>
                    <a:gd name="connsiteY87" fmla="*/ 17858 h 225725"/>
                    <a:gd name="connsiteX88" fmla="*/ 228305 w 257971"/>
                    <a:gd name="connsiteY88" fmla="*/ 25919 h 225725"/>
                    <a:gd name="connsiteX89" fmla="*/ 213794 w 257971"/>
                    <a:gd name="connsiteY89" fmla="*/ 41075 h 225725"/>
                    <a:gd name="connsiteX90" fmla="*/ 211537 w 257971"/>
                    <a:gd name="connsiteY90" fmla="*/ 41398 h 225725"/>
                    <a:gd name="connsiteX91" fmla="*/ 270870 w 257971"/>
                    <a:gd name="connsiteY91" fmla="*/ 14633 h 225725"/>
                    <a:gd name="connsiteX92" fmla="*/ 257004 w 257971"/>
                    <a:gd name="connsiteY92" fmla="*/ 10118 h 225725"/>
                    <a:gd name="connsiteX93" fmla="*/ 252812 w 257971"/>
                    <a:gd name="connsiteY93" fmla="*/ 7539 h 225725"/>
                    <a:gd name="connsiteX94" fmla="*/ 251200 w 257971"/>
                    <a:gd name="connsiteY94" fmla="*/ 2057 h 225725"/>
                    <a:gd name="connsiteX95" fmla="*/ 256682 w 257971"/>
                    <a:gd name="connsiteY95" fmla="*/ 444 h 225725"/>
                    <a:gd name="connsiteX96" fmla="*/ 261196 w 257971"/>
                    <a:gd name="connsiteY96" fmla="*/ 3024 h 225725"/>
                    <a:gd name="connsiteX97" fmla="*/ 270870 w 257971"/>
                    <a:gd name="connsiteY97" fmla="*/ 6571 h 225725"/>
                    <a:gd name="connsiteX98" fmla="*/ 273773 w 257971"/>
                    <a:gd name="connsiteY98" fmla="*/ 5281 h 225725"/>
                    <a:gd name="connsiteX99" fmla="*/ 274740 w 257971"/>
                    <a:gd name="connsiteY99" fmla="*/ 3992 h 225725"/>
                    <a:gd name="connsiteX100" fmla="*/ 280544 w 257971"/>
                    <a:gd name="connsiteY100" fmla="*/ 3346 h 225725"/>
                    <a:gd name="connsiteX101" fmla="*/ 281189 w 257971"/>
                    <a:gd name="connsiteY101" fmla="*/ 8828 h 225725"/>
                    <a:gd name="connsiteX102" fmla="*/ 270870 w 257971"/>
                    <a:gd name="connsiteY102" fmla="*/ 14633 h 22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</a:cxnLst>
                  <a:rect l="l" t="t" r="r" b="b"/>
                  <a:pathLst>
                    <a:path w="257971" h="225725">
                      <a:moveTo>
                        <a:pt x="4192" y="252612"/>
                      </a:moveTo>
                      <a:cubicBezTo>
                        <a:pt x="1935" y="252612"/>
                        <a:pt x="323" y="251000"/>
                        <a:pt x="0" y="248742"/>
                      </a:cubicBezTo>
                      <a:cubicBezTo>
                        <a:pt x="0" y="246485"/>
                        <a:pt x="1612" y="244551"/>
                        <a:pt x="3870" y="244551"/>
                      </a:cubicBezTo>
                      <a:cubicBezTo>
                        <a:pt x="12899" y="244551"/>
                        <a:pt x="17736" y="242615"/>
                        <a:pt x="22250" y="241003"/>
                      </a:cubicBezTo>
                      <a:cubicBezTo>
                        <a:pt x="24507" y="240036"/>
                        <a:pt x="26442" y="239391"/>
                        <a:pt x="29022" y="239068"/>
                      </a:cubicBezTo>
                      <a:cubicBezTo>
                        <a:pt x="31279" y="238746"/>
                        <a:pt x="33214" y="240036"/>
                        <a:pt x="33859" y="242293"/>
                      </a:cubicBezTo>
                      <a:cubicBezTo>
                        <a:pt x="34181" y="244551"/>
                        <a:pt x="32891" y="246485"/>
                        <a:pt x="30634" y="247130"/>
                      </a:cubicBezTo>
                      <a:cubicBezTo>
                        <a:pt x="29022" y="247453"/>
                        <a:pt x="27410" y="248098"/>
                        <a:pt x="25475" y="248742"/>
                      </a:cubicBezTo>
                      <a:cubicBezTo>
                        <a:pt x="20638" y="250355"/>
                        <a:pt x="14511" y="252612"/>
                        <a:pt x="4192" y="252612"/>
                      </a:cubicBezTo>
                      <a:cubicBezTo>
                        <a:pt x="4192" y="252612"/>
                        <a:pt x="4192" y="252612"/>
                        <a:pt x="4192" y="252612"/>
                      </a:cubicBezTo>
                      <a:close/>
                      <a:moveTo>
                        <a:pt x="129308" y="224557"/>
                      </a:moveTo>
                      <a:cubicBezTo>
                        <a:pt x="128663" y="224557"/>
                        <a:pt x="128019" y="224235"/>
                        <a:pt x="127374" y="223913"/>
                      </a:cubicBezTo>
                      <a:cubicBezTo>
                        <a:pt x="126406" y="223268"/>
                        <a:pt x="125439" y="222623"/>
                        <a:pt x="124471" y="222300"/>
                      </a:cubicBezTo>
                      <a:cubicBezTo>
                        <a:pt x="121569" y="220366"/>
                        <a:pt x="118990" y="218753"/>
                        <a:pt x="114797" y="218753"/>
                      </a:cubicBezTo>
                      <a:lnTo>
                        <a:pt x="113508" y="218753"/>
                      </a:lnTo>
                      <a:cubicBezTo>
                        <a:pt x="110283" y="218753"/>
                        <a:pt x="108348" y="219398"/>
                        <a:pt x="106413" y="220366"/>
                      </a:cubicBezTo>
                      <a:cubicBezTo>
                        <a:pt x="104479" y="221333"/>
                        <a:pt x="101899" y="220688"/>
                        <a:pt x="100931" y="218753"/>
                      </a:cubicBezTo>
                      <a:cubicBezTo>
                        <a:pt x="99964" y="216819"/>
                        <a:pt x="100609" y="214239"/>
                        <a:pt x="102544" y="213271"/>
                      </a:cubicBezTo>
                      <a:cubicBezTo>
                        <a:pt x="105124" y="211659"/>
                        <a:pt x="108671" y="210369"/>
                        <a:pt x="115120" y="210692"/>
                      </a:cubicBezTo>
                      <a:cubicBezTo>
                        <a:pt x="121247" y="211014"/>
                        <a:pt x="125439" y="213594"/>
                        <a:pt x="128663" y="215528"/>
                      </a:cubicBezTo>
                      <a:cubicBezTo>
                        <a:pt x="129631" y="216173"/>
                        <a:pt x="130276" y="216496"/>
                        <a:pt x="131243" y="217141"/>
                      </a:cubicBezTo>
                      <a:cubicBezTo>
                        <a:pt x="133178" y="218108"/>
                        <a:pt x="133823" y="220688"/>
                        <a:pt x="132855" y="222623"/>
                      </a:cubicBezTo>
                      <a:cubicBezTo>
                        <a:pt x="132211" y="223913"/>
                        <a:pt x="130921" y="224557"/>
                        <a:pt x="129308" y="224557"/>
                      </a:cubicBezTo>
                      <a:close/>
                      <a:moveTo>
                        <a:pt x="74489" y="223268"/>
                      </a:moveTo>
                      <a:cubicBezTo>
                        <a:pt x="73200" y="223268"/>
                        <a:pt x="71910" y="222623"/>
                        <a:pt x="70942" y="221333"/>
                      </a:cubicBezTo>
                      <a:cubicBezTo>
                        <a:pt x="69975" y="219721"/>
                        <a:pt x="68040" y="216819"/>
                        <a:pt x="66428" y="216819"/>
                      </a:cubicBezTo>
                      <a:lnTo>
                        <a:pt x="66428" y="216819"/>
                      </a:lnTo>
                      <a:cubicBezTo>
                        <a:pt x="65783" y="216819"/>
                        <a:pt x="64815" y="217141"/>
                        <a:pt x="63848" y="217463"/>
                      </a:cubicBezTo>
                      <a:cubicBezTo>
                        <a:pt x="62558" y="217786"/>
                        <a:pt x="60946" y="218430"/>
                        <a:pt x="59011" y="218430"/>
                      </a:cubicBezTo>
                      <a:cubicBezTo>
                        <a:pt x="59011" y="218430"/>
                        <a:pt x="58044" y="219076"/>
                        <a:pt x="55464" y="221655"/>
                      </a:cubicBezTo>
                      <a:cubicBezTo>
                        <a:pt x="54174" y="223268"/>
                        <a:pt x="51594" y="223590"/>
                        <a:pt x="49660" y="221978"/>
                      </a:cubicBezTo>
                      <a:cubicBezTo>
                        <a:pt x="48047" y="220688"/>
                        <a:pt x="47725" y="218108"/>
                        <a:pt x="49337" y="216173"/>
                      </a:cubicBezTo>
                      <a:cubicBezTo>
                        <a:pt x="52884" y="211981"/>
                        <a:pt x="55786" y="210047"/>
                        <a:pt x="59011" y="210047"/>
                      </a:cubicBezTo>
                      <a:cubicBezTo>
                        <a:pt x="59656" y="210047"/>
                        <a:pt x="60623" y="209724"/>
                        <a:pt x="61268" y="209401"/>
                      </a:cubicBezTo>
                      <a:cubicBezTo>
                        <a:pt x="62558" y="209079"/>
                        <a:pt x="64493" y="208434"/>
                        <a:pt x="66428" y="208434"/>
                      </a:cubicBezTo>
                      <a:lnTo>
                        <a:pt x="66428" y="208434"/>
                      </a:lnTo>
                      <a:cubicBezTo>
                        <a:pt x="71910" y="208434"/>
                        <a:pt x="75457" y="213271"/>
                        <a:pt x="77714" y="216819"/>
                      </a:cubicBezTo>
                      <a:cubicBezTo>
                        <a:pt x="79004" y="218753"/>
                        <a:pt x="78359" y="221333"/>
                        <a:pt x="76424" y="222300"/>
                      </a:cubicBezTo>
                      <a:cubicBezTo>
                        <a:pt x="75779" y="223268"/>
                        <a:pt x="75134" y="223268"/>
                        <a:pt x="74489" y="223268"/>
                      </a:cubicBezTo>
                      <a:close/>
                      <a:moveTo>
                        <a:pt x="161877" y="214561"/>
                      </a:moveTo>
                      <a:cubicBezTo>
                        <a:pt x="161232" y="214561"/>
                        <a:pt x="160587" y="214239"/>
                        <a:pt x="159942" y="213916"/>
                      </a:cubicBezTo>
                      <a:cubicBezTo>
                        <a:pt x="158008" y="212626"/>
                        <a:pt x="157363" y="210369"/>
                        <a:pt x="158653" y="208434"/>
                      </a:cubicBezTo>
                      <a:cubicBezTo>
                        <a:pt x="159298" y="207467"/>
                        <a:pt x="159620" y="206499"/>
                        <a:pt x="160265" y="205532"/>
                      </a:cubicBezTo>
                      <a:cubicBezTo>
                        <a:pt x="165102" y="194246"/>
                        <a:pt x="169617" y="188764"/>
                        <a:pt x="175098" y="185862"/>
                      </a:cubicBezTo>
                      <a:cubicBezTo>
                        <a:pt x="177033" y="184894"/>
                        <a:pt x="179613" y="185539"/>
                        <a:pt x="180580" y="187796"/>
                      </a:cubicBezTo>
                      <a:cubicBezTo>
                        <a:pt x="181548" y="189731"/>
                        <a:pt x="180903" y="192311"/>
                        <a:pt x="178645" y="193278"/>
                      </a:cubicBezTo>
                      <a:cubicBezTo>
                        <a:pt x="174776" y="195213"/>
                        <a:pt x="171551" y="199728"/>
                        <a:pt x="167359" y="209079"/>
                      </a:cubicBezTo>
                      <a:cubicBezTo>
                        <a:pt x="166714" y="210369"/>
                        <a:pt x="166069" y="211659"/>
                        <a:pt x="165424" y="212949"/>
                      </a:cubicBezTo>
                      <a:cubicBezTo>
                        <a:pt x="164457" y="213916"/>
                        <a:pt x="163167" y="214561"/>
                        <a:pt x="161877" y="214561"/>
                      </a:cubicBezTo>
                      <a:close/>
                      <a:moveTo>
                        <a:pt x="206055" y="172963"/>
                      </a:moveTo>
                      <a:cubicBezTo>
                        <a:pt x="205088" y="172963"/>
                        <a:pt x="204443" y="172641"/>
                        <a:pt x="203798" y="172318"/>
                      </a:cubicBezTo>
                      <a:cubicBezTo>
                        <a:pt x="201863" y="171029"/>
                        <a:pt x="201540" y="168449"/>
                        <a:pt x="202830" y="166836"/>
                      </a:cubicBezTo>
                      <a:cubicBezTo>
                        <a:pt x="205410" y="162967"/>
                        <a:pt x="207345" y="157807"/>
                        <a:pt x="207345" y="152648"/>
                      </a:cubicBezTo>
                      <a:cubicBezTo>
                        <a:pt x="207345" y="150713"/>
                        <a:pt x="207022" y="149101"/>
                        <a:pt x="206700" y="147811"/>
                      </a:cubicBezTo>
                      <a:cubicBezTo>
                        <a:pt x="206377" y="147166"/>
                        <a:pt x="206377" y="146844"/>
                        <a:pt x="206055" y="146521"/>
                      </a:cubicBezTo>
                      <a:cubicBezTo>
                        <a:pt x="204765" y="144586"/>
                        <a:pt x="205410" y="142006"/>
                        <a:pt x="207345" y="141039"/>
                      </a:cubicBezTo>
                      <a:cubicBezTo>
                        <a:pt x="209280" y="139749"/>
                        <a:pt x="211859" y="140394"/>
                        <a:pt x="212827" y="142329"/>
                      </a:cubicBezTo>
                      <a:cubicBezTo>
                        <a:pt x="213472" y="143297"/>
                        <a:pt x="214117" y="144264"/>
                        <a:pt x="214439" y="145554"/>
                      </a:cubicBezTo>
                      <a:cubicBezTo>
                        <a:pt x="215084" y="147811"/>
                        <a:pt x="215406" y="150390"/>
                        <a:pt x="215406" y="152970"/>
                      </a:cubicBezTo>
                      <a:cubicBezTo>
                        <a:pt x="215406" y="159742"/>
                        <a:pt x="213149" y="166514"/>
                        <a:pt x="209602" y="171996"/>
                      </a:cubicBezTo>
                      <a:cubicBezTo>
                        <a:pt x="208312" y="172318"/>
                        <a:pt x="207022" y="172963"/>
                        <a:pt x="206055" y="172963"/>
                      </a:cubicBezTo>
                      <a:close/>
                      <a:moveTo>
                        <a:pt x="174453" y="138137"/>
                      </a:moveTo>
                      <a:cubicBezTo>
                        <a:pt x="173808" y="138137"/>
                        <a:pt x="173164" y="137814"/>
                        <a:pt x="172519" y="137492"/>
                      </a:cubicBezTo>
                      <a:cubicBezTo>
                        <a:pt x="167359" y="134590"/>
                        <a:pt x="164457" y="129753"/>
                        <a:pt x="164135" y="124271"/>
                      </a:cubicBezTo>
                      <a:cubicBezTo>
                        <a:pt x="164135" y="120079"/>
                        <a:pt x="166714" y="115565"/>
                        <a:pt x="172519" y="109438"/>
                      </a:cubicBezTo>
                      <a:cubicBezTo>
                        <a:pt x="174131" y="107825"/>
                        <a:pt x="176711" y="107825"/>
                        <a:pt x="178323" y="109438"/>
                      </a:cubicBezTo>
                      <a:cubicBezTo>
                        <a:pt x="179935" y="111050"/>
                        <a:pt x="179935" y="113629"/>
                        <a:pt x="178323" y="115242"/>
                      </a:cubicBezTo>
                      <a:cubicBezTo>
                        <a:pt x="172519" y="121369"/>
                        <a:pt x="172196" y="123303"/>
                        <a:pt x="172196" y="123948"/>
                      </a:cubicBezTo>
                      <a:cubicBezTo>
                        <a:pt x="172196" y="126851"/>
                        <a:pt x="173808" y="129108"/>
                        <a:pt x="176711" y="130720"/>
                      </a:cubicBezTo>
                      <a:cubicBezTo>
                        <a:pt x="178645" y="131688"/>
                        <a:pt x="179290" y="134267"/>
                        <a:pt x="178323" y="136202"/>
                      </a:cubicBezTo>
                      <a:cubicBezTo>
                        <a:pt x="177356" y="137492"/>
                        <a:pt x="175743" y="138137"/>
                        <a:pt x="174453" y="138137"/>
                      </a:cubicBezTo>
                      <a:close/>
                      <a:moveTo>
                        <a:pt x="191544" y="85575"/>
                      </a:moveTo>
                      <a:cubicBezTo>
                        <a:pt x="189287" y="85575"/>
                        <a:pt x="187674" y="83963"/>
                        <a:pt x="187674" y="81706"/>
                      </a:cubicBezTo>
                      <a:cubicBezTo>
                        <a:pt x="187674" y="79126"/>
                        <a:pt x="187029" y="76868"/>
                        <a:pt x="186062" y="75579"/>
                      </a:cubicBezTo>
                      <a:cubicBezTo>
                        <a:pt x="182515" y="70742"/>
                        <a:pt x="180903" y="62358"/>
                        <a:pt x="180903" y="56553"/>
                      </a:cubicBezTo>
                      <a:cubicBezTo>
                        <a:pt x="180903" y="54296"/>
                        <a:pt x="182515" y="52361"/>
                        <a:pt x="184772" y="52361"/>
                      </a:cubicBezTo>
                      <a:cubicBezTo>
                        <a:pt x="187029" y="52361"/>
                        <a:pt x="188964" y="53974"/>
                        <a:pt x="188964" y="56231"/>
                      </a:cubicBezTo>
                      <a:cubicBezTo>
                        <a:pt x="189287" y="62035"/>
                        <a:pt x="190577" y="68162"/>
                        <a:pt x="192834" y="70742"/>
                      </a:cubicBezTo>
                      <a:cubicBezTo>
                        <a:pt x="194769" y="73321"/>
                        <a:pt x="195736" y="76868"/>
                        <a:pt x="196059" y="81383"/>
                      </a:cubicBezTo>
                      <a:cubicBezTo>
                        <a:pt x="195736" y="83640"/>
                        <a:pt x="194124" y="85253"/>
                        <a:pt x="191544" y="85575"/>
                      </a:cubicBezTo>
                      <a:cubicBezTo>
                        <a:pt x="191867" y="85575"/>
                        <a:pt x="191544" y="85575"/>
                        <a:pt x="191544" y="85575"/>
                      </a:cubicBezTo>
                      <a:close/>
                      <a:moveTo>
                        <a:pt x="211537" y="41398"/>
                      </a:moveTo>
                      <a:cubicBezTo>
                        <a:pt x="210247" y="41398"/>
                        <a:pt x="208635" y="40753"/>
                        <a:pt x="207990" y="39463"/>
                      </a:cubicBezTo>
                      <a:cubicBezTo>
                        <a:pt x="207022" y="37528"/>
                        <a:pt x="207667" y="34948"/>
                        <a:pt x="209602" y="33981"/>
                      </a:cubicBezTo>
                      <a:cubicBezTo>
                        <a:pt x="214761" y="31078"/>
                        <a:pt x="218954" y="26887"/>
                        <a:pt x="220888" y="22695"/>
                      </a:cubicBezTo>
                      <a:cubicBezTo>
                        <a:pt x="222178" y="20115"/>
                        <a:pt x="222501" y="17858"/>
                        <a:pt x="223146" y="15923"/>
                      </a:cubicBezTo>
                      <a:cubicBezTo>
                        <a:pt x="223791" y="13666"/>
                        <a:pt x="226048" y="12375"/>
                        <a:pt x="227983" y="13021"/>
                      </a:cubicBezTo>
                      <a:cubicBezTo>
                        <a:pt x="230240" y="13666"/>
                        <a:pt x="231530" y="15923"/>
                        <a:pt x="230885" y="17858"/>
                      </a:cubicBezTo>
                      <a:cubicBezTo>
                        <a:pt x="230240" y="20115"/>
                        <a:pt x="229595" y="22695"/>
                        <a:pt x="228305" y="25919"/>
                      </a:cubicBezTo>
                      <a:cubicBezTo>
                        <a:pt x="224758" y="33981"/>
                        <a:pt x="217019" y="39140"/>
                        <a:pt x="213794" y="41075"/>
                      </a:cubicBezTo>
                      <a:cubicBezTo>
                        <a:pt x="213149" y="41398"/>
                        <a:pt x="212182" y="41398"/>
                        <a:pt x="211537" y="41398"/>
                      </a:cubicBezTo>
                      <a:close/>
                      <a:moveTo>
                        <a:pt x="270870" y="14633"/>
                      </a:moveTo>
                      <a:cubicBezTo>
                        <a:pt x="267001" y="14633"/>
                        <a:pt x="262164" y="13021"/>
                        <a:pt x="257004" y="10118"/>
                      </a:cubicBezTo>
                      <a:cubicBezTo>
                        <a:pt x="255392" y="9151"/>
                        <a:pt x="254102" y="8506"/>
                        <a:pt x="252812" y="7539"/>
                      </a:cubicBezTo>
                      <a:cubicBezTo>
                        <a:pt x="250877" y="6571"/>
                        <a:pt x="250233" y="3992"/>
                        <a:pt x="251200" y="2057"/>
                      </a:cubicBezTo>
                      <a:cubicBezTo>
                        <a:pt x="252167" y="122"/>
                        <a:pt x="254747" y="-523"/>
                        <a:pt x="256682" y="444"/>
                      </a:cubicBezTo>
                      <a:cubicBezTo>
                        <a:pt x="257972" y="1089"/>
                        <a:pt x="259584" y="2057"/>
                        <a:pt x="261196" y="3024"/>
                      </a:cubicBezTo>
                      <a:cubicBezTo>
                        <a:pt x="266033" y="5926"/>
                        <a:pt x="269258" y="6571"/>
                        <a:pt x="270870" y="6571"/>
                      </a:cubicBezTo>
                      <a:cubicBezTo>
                        <a:pt x="273128" y="6571"/>
                        <a:pt x="273450" y="5604"/>
                        <a:pt x="273773" y="5281"/>
                      </a:cubicBezTo>
                      <a:cubicBezTo>
                        <a:pt x="274095" y="4637"/>
                        <a:pt x="274418" y="4314"/>
                        <a:pt x="274740" y="3992"/>
                      </a:cubicBezTo>
                      <a:cubicBezTo>
                        <a:pt x="276030" y="2379"/>
                        <a:pt x="278609" y="2057"/>
                        <a:pt x="280544" y="3346"/>
                      </a:cubicBezTo>
                      <a:cubicBezTo>
                        <a:pt x="282157" y="4637"/>
                        <a:pt x="282479" y="7216"/>
                        <a:pt x="281189" y="8828"/>
                      </a:cubicBezTo>
                      <a:cubicBezTo>
                        <a:pt x="278932" y="12375"/>
                        <a:pt x="275385" y="14633"/>
                        <a:pt x="270870" y="1463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: Shape 162">
                  <a:extLst>
                    <a:ext uri="{FF2B5EF4-FFF2-40B4-BE49-F238E27FC236}">
                      <a16:creationId xmlns:a16="http://schemas.microsoft.com/office/drawing/2014/main" id="{8CFDD146-3271-708E-5429-4C45754160C0}"/>
                    </a:ext>
                  </a:extLst>
                </p:cNvPr>
                <p:cNvSpPr/>
                <p:nvPr/>
              </p:nvSpPr>
              <p:spPr>
                <a:xfrm>
                  <a:off x="5207404" y="5630602"/>
                  <a:ext cx="32246" cy="32246"/>
                </a:xfrm>
                <a:custGeom>
                  <a:avLst/>
                  <a:gdLst>
                    <a:gd name="connsiteX0" fmla="*/ 3999 w 0"/>
                    <a:gd name="connsiteY0" fmla="*/ 21928 h 0"/>
                    <a:gd name="connsiteX1" fmla="*/ 774 w 0"/>
                    <a:gd name="connsiteY1" fmla="*/ 20315 h 0"/>
                    <a:gd name="connsiteX2" fmla="*/ 1741 w 0"/>
                    <a:gd name="connsiteY2" fmla="*/ 14834 h 0"/>
                    <a:gd name="connsiteX3" fmla="*/ 2709 w 0"/>
                    <a:gd name="connsiteY3" fmla="*/ 14189 h 0"/>
                    <a:gd name="connsiteX4" fmla="*/ 7868 w 0"/>
                    <a:gd name="connsiteY4" fmla="*/ 6449 h 0"/>
                    <a:gd name="connsiteX5" fmla="*/ 9803 w 0"/>
                    <a:gd name="connsiteY5" fmla="*/ 0 h 0"/>
                    <a:gd name="connsiteX6" fmla="*/ 14640 w 0"/>
                    <a:gd name="connsiteY6" fmla="*/ 4837 h 0"/>
                    <a:gd name="connsiteX7" fmla="*/ 16897 w 0"/>
                    <a:gd name="connsiteY7" fmla="*/ 6772 h 0"/>
                    <a:gd name="connsiteX8" fmla="*/ 24314 w 0"/>
                    <a:gd name="connsiteY8" fmla="*/ 6449 h 0"/>
                    <a:gd name="connsiteX9" fmla="*/ 28183 w 0"/>
                    <a:gd name="connsiteY9" fmla="*/ 10641 h 0"/>
                    <a:gd name="connsiteX10" fmla="*/ 23991 w 0"/>
                    <a:gd name="connsiteY10" fmla="*/ 14511 h 0"/>
                    <a:gd name="connsiteX11" fmla="*/ 18832 w 0"/>
                    <a:gd name="connsiteY11" fmla="*/ 14834 h 0"/>
                    <a:gd name="connsiteX12" fmla="*/ 13672 w 0"/>
                    <a:gd name="connsiteY12" fmla="*/ 14189 h 0"/>
                    <a:gd name="connsiteX13" fmla="*/ 7868 w 0"/>
                    <a:gd name="connsiteY13" fmla="*/ 20960 h 0"/>
                    <a:gd name="connsiteX14" fmla="*/ 6578 w 0"/>
                    <a:gd name="connsiteY14" fmla="*/ 21928 h 0"/>
                    <a:gd name="connsiteX15" fmla="*/ 3999 w 0"/>
                    <a:gd name="connsiteY15" fmla="*/ 21928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>
                      <a:moveTo>
                        <a:pt x="3999" y="21928"/>
                      </a:moveTo>
                      <a:cubicBezTo>
                        <a:pt x="2709" y="21928"/>
                        <a:pt x="1419" y="21283"/>
                        <a:pt x="774" y="20315"/>
                      </a:cubicBezTo>
                      <a:cubicBezTo>
                        <a:pt x="-516" y="18381"/>
                        <a:pt x="-194" y="16123"/>
                        <a:pt x="1741" y="14834"/>
                      </a:cubicBezTo>
                      <a:lnTo>
                        <a:pt x="2709" y="14189"/>
                      </a:lnTo>
                      <a:cubicBezTo>
                        <a:pt x="4966" y="12254"/>
                        <a:pt x="6901" y="9674"/>
                        <a:pt x="7868" y="6449"/>
                      </a:cubicBezTo>
                      <a:lnTo>
                        <a:pt x="9803" y="0"/>
                      </a:lnTo>
                      <a:lnTo>
                        <a:pt x="14640" y="4837"/>
                      </a:lnTo>
                      <a:cubicBezTo>
                        <a:pt x="15930" y="6127"/>
                        <a:pt x="16575" y="6449"/>
                        <a:pt x="16897" y="6772"/>
                      </a:cubicBezTo>
                      <a:cubicBezTo>
                        <a:pt x="19477" y="6127"/>
                        <a:pt x="22702" y="6127"/>
                        <a:pt x="24314" y="6449"/>
                      </a:cubicBezTo>
                      <a:cubicBezTo>
                        <a:pt x="26571" y="6449"/>
                        <a:pt x="28183" y="8384"/>
                        <a:pt x="28183" y="10641"/>
                      </a:cubicBezTo>
                      <a:cubicBezTo>
                        <a:pt x="28183" y="12898"/>
                        <a:pt x="26249" y="14511"/>
                        <a:pt x="23991" y="14511"/>
                      </a:cubicBezTo>
                      <a:cubicBezTo>
                        <a:pt x="20767" y="14189"/>
                        <a:pt x="19154" y="14511"/>
                        <a:pt x="18832" y="14834"/>
                      </a:cubicBezTo>
                      <a:cubicBezTo>
                        <a:pt x="16897" y="15478"/>
                        <a:pt x="15285" y="15156"/>
                        <a:pt x="13672" y="14189"/>
                      </a:cubicBezTo>
                      <a:cubicBezTo>
                        <a:pt x="12060" y="16768"/>
                        <a:pt x="10125" y="19025"/>
                        <a:pt x="7868" y="20960"/>
                      </a:cubicBezTo>
                      <a:lnTo>
                        <a:pt x="6578" y="21928"/>
                      </a:lnTo>
                      <a:cubicBezTo>
                        <a:pt x="5611" y="21605"/>
                        <a:pt x="4643" y="21928"/>
                        <a:pt x="3999" y="2192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Freeform: Shape 163">
                  <a:extLst>
                    <a:ext uri="{FF2B5EF4-FFF2-40B4-BE49-F238E27FC236}">
                      <a16:creationId xmlns:a16="http://schemas.microsoft.com/office/drawing/2014/main" id="{FC5C9F00-4996-E86A-C38C-BBE05A98FBDC}"/>
                    </a:ext>
                  </a:extLst>
                </p:cNvPr>
                <p:cNvSpPr/>
                <p:nvPr/>
              </p:nvSpPr>
              <p:spPr>
                <a:xfrm>
                  <a:off x="5176254" y="5663328"/>
                  <a:ext cx="225725" cy="612683"/>
                </a:xfrm>
                <a:custGeom>
                  <a:avLst/>
                  <a:gdLst>
                    <a:gd name="connsiteX0" fmla="*/ 187352 w 225725"/>
                    <a:gd name="connsiteY0" fmla="*/ 614462 h 612683"/>
                    <a:gd name="connsiteX1" fmla="*/ 184772 w 225725"/>
                    <a:gd name="connsiteY1" fmla="*/ 613494 h 612683"/>
                    <a:gd name="connsiteX2" fmla="*/ 184127 w 225725"/>
                    <a:gd name="connsiteY2" fmla="*/ 607690 h 612683"/>
                    <a:gd name="connsiteX3" fmla="*/ 187997 w 225725"/>
                    <a:gd name="connsiteY3" fmla="*/ 601241 h 612683"/>
                    <a:gd name="connsiteX4" fmla="*/ 185417 w 225725"/>
                    <a:gd name="connsiteY4" fmla="*/ 596726 h 612683"/>
                    <a:gd name="connsiteX5" fmla="*/ 181870 w 225725"/>
                    <a:gd name="connsiteY5" fmla="*/ 591244 h 612683"/>
                    <a:gd name="connsiteX6" fmla="*/ 180903 w 225725"/>
                    <a:gd name="connsiteY6" fmla="*/ 589310 h 612683"/>
                    <a:gd name="connsiteX7" fmla="*/ 182515 w 225725"/>
                    <a:gd name="connsiteY7" fmla="*/ 583827 h 612683"/>
                    <a:gd name="connsiteX8" fmla="*/ 187997 w 225725"/>
                    <a:gd name="connsiteY8" fmla="*/ 585440 h 612683"/>
                    <a:gd name="connsiteX9" fmla="*/ 188964 w 225725"/>
                    <a:gd name="connsiteY9" fmla="*/ 587052 h 612683"/>
                    <a:gd name="connsiteX10" fmla="*/ 192189 w 225725"/>
                    <a:gd name="connsiteY10" fmla="*/ 591889 h 612683"/>
                    <a:gd name="connsiteX11" fmla="*/ 196059 w 225725"/>
                    <a:gd name="connsiteY11" fmla="*/ 600918 h 612683"/>
                    <a:gd name="connsiteX12" fmla="*/ 190254 w 225725"/>
                    <a:gd name="connsiteY12" fmla="*/ 612527 h 612683"/>
                    <a:gd name="connsiteX13" fmla="*/ 187352 w 225725"/>
                    <a:gd name="connsiteY13" fmla="*/ 614462 h 612683"/>
                    <a:gd name="connsiteX14" fmla="*/ 188642 w 225725"/>
                    <a:gd name="connsiteY14" fmla="*/ 557385 h 612683"/>
                    <a:gd name="connsiteX15" fmla="*/ 187997 w 225725"/>
                    <a:gd name="connsiteY15" fmla="*/ 557385 h 612683"/>
                    <a:gd name="connsiteX16" fmla="*/ 184772 w 225725"/>
                    <a:gd name="connsiteY16" fmla="*/ 552548 h 612683"/>
                    <a:gd name="connsiteX17" fmla="*/ 185740 w 225725"/>
                    <a:gd name="connsiteY17" fmla="*/ 541907 h 612683"/>
                    <a:gd name="connsiteX18" fmla="*/ 183805 w 225725"/>
                    <a:gd name="connsiteY18" fmla="*/ 528686 h 612683"/>
                    <a:gd name="connsiteX19" fmla="*/ 186062 w 225725"/>
                    <a:gd name="connsiteY19" fmla="*/ 523526 h 612683"/>
                    <a:gd name="connsiteX20" fmla="*/ 191222 w 225725"/>
                    <a:gd name="connsiteY20" fmla="*/ 525784 h 612683"/>
                    <a:gd name="connsiteX21" fmla="*/ 193801 w 225725"/>
                    <a:gd name="connsiteY21" fmla="*/ 541584 h 612683"/>
                    <a:gd name="connsiteX22" fmla="*/ 192511 w 225725"/>
                    <a:gd name="connsiteY22" fmla="*/ 553838 h 612683"/>
                    <a:gd name="connsiteX23" fmla="*/ 188642 w 225725"/>
                    <a:gd name="connsiteY23" fmla="*/ 557385 h 612683"/>
                    <a:gd name="connsiteX24" fmla="*/ 183805 w 225725"/>
                    <a:gd name="connsiteY24" fmla="*/ 499019 h 612683"/>
                    <a:gd name="connsiteX25" fmla="*/ 181225 w 225725"/>
                    <a:gd name="connsiteY25" fmla="*/ 498052 h 612683"/>
                    <a:gd name="connsiteX26" fmla="*/ 180903 w 225725"/>
                    <a:gd name="connsiteY26" fmla="*/ 492247 h 612683"/>
                    <a:gd name="connsiteX27" fmla="*/ 185095 w 225725"/>
                    <a:gd name="connsiteY27" fmla="*/ 488055 h 612683"/>
                    <a:gd name="connsiteX28" fmla="*/ 192834 w 225725"/>
                    <a:gd name="connsiteY28" fmla="*/ 472900 h 612683"/>
                    <a:gd name="connsiteX29" fmla="*/ 197026 w 225725"/>
                    <a:gd name="connsiteY29" fmla="*/ 469030 h 612683"/>
                    <a:gd name="connsiteX30" fmla="*/ 200895 w 225725"/>
                    <a:gd name="connsiteY30" fmla="*/ 473222 h 612683"/>
                    <a:gd name="connsiteX31" fmla="*/ 190577 w 225725"/>
                    <a:gd name="connsiteY31" fmla="*/ 493860 h 612683"/>
                    <a:gd name="connsiteX32" fmla="*/ 186707 w 225725"/>
                    <a:gd name="connsiteY32" fmla="*/ 497407 h 612683"/>
                    <a:gd name="connsiteX33" fmla="*/ 183805 w 225725"/>
                    <a:gd name="connsiteY33" fmla="*/ 499019 h 612683"/>
                    <a:gd name="connsiteX34" fmla="*/ 210570 w 225725"/>
                    <a:gd name="connsiteY34" fmla="*/ 444200 h 612683"/>
                    <a:gd name="connsiteX35" fmla="*/ 207990 w 225725"/>
                    <a:gd name="connsiteY35" fmla="*/ 443232 h 612683"/>
                    <a:gd name="connsiteX36" fmla="*/ 207345 w 225725"/>
                    <a:gd name="connsiteY36" fmla="*/ 437428 h 612683"/>
                    <a:gd name="connsiteX37" fmla="*/ 208635 w 225725"/>
                    <a:gd name="connsiteY37" fmla="*/ 435816 h 612683"/>
                    <a:gd name="connsiteX38" fmla="*/ 212827 w 225725"/>
                    <a:gd name="connsiteY38" fmla="*/ 430656 h 612683"/>
                    <a:gd name="connsiteX39" fmla="*/ 217664 w 225725"/>
                    <a:gd name="connsiteY39" fmla="*/ 417758 h 612683"/>
                    <a:gd name="connsiteX40" fmla="*/ 221533 w 225725"/>
                    <a:gd name="connsiteY40" fmla="*/ 413566 h 612683"/>
                    <a:gd name="connsiteX41" fmla="*/ 225725 w 225725"/>
                    <a:gd name="connsiteY41" fmla="*/ 417113 h 612683"/>
                    <a:gd name="connsiteX42" fmla="*/ 225725 w 225725"/>
                    <a:gd name="connsiteY42" fmla="*/ 417758 h 612683"/>
                    <a:gd name="connsiteX43" fmla="*/ 219276 w 225725"/>
                    <a:gd name="connsiteY43" fmla="*/ 435494 h 612683"/>
                    <a:gd name="connsiteX44" fmla="*/ 215084 w 225725"/>
                    <a:gd name="connsiteY44" fmla="*/ 440975 h 612683"/>
                    <a:gd name="connsiteX45" fmla="*/ 213794 w 225725"/>
                    <a:gd name="connsiteY45" fmla="*/ 442588 h 612683"/>
                    <a:gd name="connsiteX46" fmla="*/ 210570 w 225725"/>
                    <a:gd name="connsiteY46" fmla="*/ 444200 h 612683"/>
                    <a:gd name="connsiteX47" fmla="*/ 198638 w 225725"/>
                    <a:gd name="connsiteY47" fmla="*/ 398410 h 612683"/>
                    <a:gd name="connsiteX48" fmla="*/ 194124 w 225725"/>
                    <a:gd name="connsiteY48" fmla="*/ 397765 h 612683"/>
                    <a:gd name="connsiteX49" fmla="*/ 180580 w 225725"/>
                    <a:gd name="connsiteY49" fmla="*/ 375837 h 612683"/>
                    <a:gd name="connsiteX50" fmla="*/ 184127 w 225725"/>
                    <a:gd name="connsiteY50" fmla="*/ 371323 h 612683"/>
                    <a:gd name="connsiteX51" fmla="*/ 188642 w 225725"/>
                    <a:gd name="connsiteY51" fmla="*/ 374870 h 612683"/>
                    <a:gd name="connsiteX52" fmla="*/ 196704 w 225725"/>
                    <a:gd name="connsiteY52" fmla="*/ 390348 h 612683"/>
                    <a:gd name="connsiteX53" fmla="*/ 198316 w 225725"/>
                    <a:gd name="connsiteY53" fmla="*/ 390671 h 612683"/>
                    <a:gd name="connsiteX54" fmla="*/ 202830 w 225725"/>
                    <a:gd name="connsiteY54" fmla="*/ 394218 h 612683"/>
                    <a:gd name="connsiteX55" fmla="*/ 199283 w 225725"/>
                    <a:gd name="connsiteY55" fmla="*/ 398733 h 612683"/>
                    <a:gd name="connsiteX56" fmla="*/ 198638 w 225725"/>
                    <a:gd name="connsiteY56" fmla="*/ 398410 h 612683"/>
                    <a:gd name="connsiteX57" fmla="*/ 189287 w 225725"/>
                    <a:gd name="connsiteY57" fmla="*/ 343269 h 612683"/>
                    <a:gd name="connsiteX58" fmla="*/ 185417 w 225725"/>
                    <a:gd name="connsiteY58" fmla="*/ 339399 h 612683"/>
                    <a:gd name="connsiteX59" fmla="*/ 185417 w 225725"/>
                    <a:gd name="connsiteY59" fmla="*/ 335207 h 612683"/>
                    <a:gd name="connsiteX60" fmla="*/ 185417 w 225725"/>
                    <a:gd name="connsiteY60" fmla="*/ 334240 h 612683"/>
                    <a:gd name="connsiteX61" fmla="*/ 189609 w 225725"/>
                    <a:gd name="connsiteY61" fmla="*/ 318116 h 612683"/>
                    <a:gd name="connsiteX62" fmla="*/ 191544 w 225725"/>
                    <a:gd name="connsiteY62" fmla="*/ 312635 h 612683"/>
                    <a:gd name="connsiteX63" fmla="*/ 196704 w 225725"/>
                    <a:gd name="connsiteY63" fmla="*/ 310055 h 612683"/>
                    <a:gd name="connsiteX64" fmla="*/ 199283 w 225725"/>
                    <a:gd name="connsiteY64" fmla="*/ 315214 h 612683"/>
                    <a:gd name="connsiteX65" fmla="*/ 197026 w 225725"/>
                    <a:gd name="connsiteY65" fmla="*/ 321341 h 612683"/>
                    <a:gd name="connsiteX66" fmla="*/ 193479 w 225725"/>
                    <a:gd name="connsiteY66" fmla="*/ 334562 h 612683"/>
                    <a:gd name="connsiteX67" fmla="*/ 193479 w 225725"/>
                    <a:gd name="connsiteY67" fmla="*/ 335207 h 612683"/>
                    <a:gd name="connsiteX68" fmla="*/ 193479 w 225725"/>
                    <a:gd name="connsiteY68" fmla="*/ 339399 h 612683"/>
                    <a:gd name="connsiteX69" fmla="*/ 189287 w 225725"/>
                    <a:gd name="connsiteY69" fmla="*/ 343269 h 612683"/>
                    <a:gd name="connsiteX70" fmla="*/ 189287 w 225725"/>
                    <a:gd name="connsiteY70" fmla="*/ 343269 h 612683"/>
                    <a:gd name="connsiteX71" fmla="*/ 196059 w 225725"/>
                    <a:gd name="connsiteY71" fmla="*/ 285547 h 612683"/>
                    <a:gd name="connsiteX72" fmla="*/ 193801 w 225725"/>
                    <a:gd name="connsiteY72" fmla="*/ 284903 h 612683"/>
                    <a:gd name="connsiteX73" fmla="*/ 192834 w 225725"/>
                    <a:gd name="connsiteY73" fmla="*/ 279421 h 612683"/>
                    <a:gd name="connsiteX74" fmla="*/ 195736 w 225725"/>
                    <a:gd name="connsiteY74" fmla="*/ 269424 h 612683"/>
                    <a:gd name="connsiteX75" fmla="*/ 195736 w 225725"/>
                    <a:gd name="connsiteY75" fmla="*/ 266522 h 612683"/>
                    <a:gd name="connsiteX76" fmla="*/ 193479 w 225725"/>
                    <a:gd name="connsiteY76" fmla="*/ 259105 h 612683"/>
                    <a:gd name="connsiteX77" fmla="*/ 194769 w 225725"/>
                    <a:gd name="connsiteY77" fmla="*/ 253623 h 612683"/>
                    <a:gd name="connsiteX78" fmla="*/ 200251 w 225725"/>
                    <a:gd name="connsiteY78" fmla="*/ 254913 h 612683"/>
                    <a:gd name="connsiteX79" fmla="*/ 203798 w 225725"/>
                    <a:gd name="connsiteY79" fmla="*/ 265877 h 612683"/>
                    <a:gd name="connsiteX80" fmla="*/ 204120 w 225725"/>
                    <a:gd name="connsiteY80" fmla="*/ 269747 h 612683"/>
                    <a:gd name="connsiteX81" fmla="*/ 199928 w 225725"/>
                    <a:gd name="connsiteY81" fmla="*/ 284258 h 612683"/>
                    <a:gd name="connsiteX82" fmla="*/ 196059 w 225725"/>
                    <a:gd name="connsiteY82" fmla="*/ 285547 h 612683"/>
                    <a:gd name="connsiteX83" fmla="*/ 140917 w 225725"/>
                    <a:gd name="connsiteY83" fmla="*/ 266845 h 612683"/>
                    <a:gd name="connsiteX84" fmla="*/ 136725 w 225725"/>
                    <a:gd name="connsiteY84" fmla="*/ 262975 h 612683"/>
                    <a:gd name="connsiteX85" fmla="*/ 140595 w 225725"/>
                    <a:gd name="connsiteY85" fmla="*/ 258783 h 612683"/>
                    <a:gd name="connsiteX86" fmla="*/ 149301 w 225725"/>
                    <a:gd name="connsiteY86" fmla="*/ 256848 h 612683"/>
                    <a:gd name="connsiteX87" fmla="*/ 155106 w 225725"/>
                    <a:gd name="connsiteY87" fmla="*/ 252978 h 612683"/>
                    <a:gd name="connsiteX88" fmla="*/ 161877 w 225725"/>
                    <a:gd name="connsiteY88" fmla="*/ 248142 h 612683"/>
                    <a:gd name="connsiteX89" fmla="*/ 167359 w 225725"/>
                    <a:gd name="connsiteY89" fmla="*/ 249431 h 612683"/>
                    <a:gd name="connsiteX90" fmla="*/ 166069 w 225725"/>
                    <a:gd name="connsiteY90" fmla="*/ 254913 h 612683"/>
                    <a:gd name="connsiteX91" fmla="*/ 159942 w 225725"/>
                    <a:gd name="connsiteY91" fmla="*/ 259428 h 612683"/>
                    <a:gd name="connsiteX92" fmla="*/ 153493 w 225725"/>
                    <a:gd name="connsiteY92" fmla="*/ 263942 h 612683"/>
                    <a:gd name="connsiteX93" fmla="*/ 140917 w 225725"/>
                    <a:gd name="connsiteY93" fmla="*/ 266845 h 612683"/>
                    <a:gd name="connsiteX94" fmla="*/ 140917 w 225725"/>
                    <a:gd name="connsiteY94" fmla="*/ 266845 h 612683"/>
                    <a:gd name="connsiteX95" fmla="*/ 116410 w 225725"/>
                    <a:gd name="connsiteY95" fmla="*/ 244272 h 612683"/>
                    <a:gd name="connsiteX96" fmla="*/ 112540 w 225725"/>
                    <a:gd name="connsiteY96" fmla="*/ 241370 h 612683"/>
                    <a:gd name="connsiteX97" fmla="*/ 106413 w 225725"/>
                    <a:gd name="connsiteY97" fmla="*/ 215250 h 612683"/>
                    <a:gd name="connsiteX98" fmla="*/ 109638 w 225725"/>
                    <a:gd name="connsiteY98" fmla="*/ 210736 h 612683"/>
                    <a:gd name="connsiteX99" fmla="*/ 114153 w 225725"/>
                    <a:gd name="connsiteY99" fmla="*/ 213960 h 612683"/>
                    <a:gd name="connsiteX100" fmla="*/ 119957 w 225725"/>
                    <a:gd name="connsiteY100" fmla="*/ 238790 h 612683"/>
                    <a:gd name="connsiteX101" fmla="*/ 117377 w 225725"/>
                    <a:gd name="connsiteY101" fmla="*/ 243949 h 612683"/>
                    <a:gd name="connsiteX102" fmla="*/ 116410 w 225725"/>
                    <a:gd name="connsiteY102" fmla="*/ 244272 h 612683"/>
                    <a:gd name="connsiteX103" fmla="*/ 116087 w 225725"/>
                    <a:gd name="connsiteY103" fmla="*/ 184616 h 612683"/>
                    <a:gd name="connsiteX104" fmla="*/ 113185 w 225725"/>
                    <a:gd name="connsiteY104" fmla="*/ 183649 h 612683"/>
                    <a:gd name="connsiteX105" fmla="*/ 113185 w 225725"/>
                    <a:gd name="connsiteY105" fmla="*/ 177844 h 612683"/>
                    <a:gd name="connsiteX106" fmla="*/ 115765 w 225725"/>
                    <a:gd name="connsiteY106" fmla="*/ 174297 h 612683"/>
                    <a:gd name="connsiteX107" fmla="*/ 119634 w 225725"/>
                    <a:gd name="connsiteY107" fmla="*/ 160108 h 612683"/>
                    <a:gd name="connsiteX108" fmla="*/ 119312 w 225725"/>
                    <a:gd name="connsiteY108" fmla="*/ 156884 h 612683"/>
                    <a:gd name="connsiteX109" fmla="*/ 122537 w 225725"/>
                    <a:gd name="connsiteY109" fmla="*/ 152370 h 612683"/>
                    <a:gd name="connsiteX110" fmla="*/ 127051 w 225725"/>
                    <a:gd name="connsiteY110" fmla="*/ 155594 h 612683"/>
                    <a:gd name="connsiteX111" fmla="*/ 127374 w 225725"/>
                    <a:gd name="connsiteY111" fmla="*/ 160108 h 612683"/>
                    <a:gd name="connsiteX112" fmla="*/ 122859 w 225725"/>
                    <a:gd name="connsiteY112" fmla="*/ 177844 h 612683"/>
                    <a:gd name="connsiteX113" fmla="*/ 118990 w 225725"/>
                    <a:gd name="connsiteY113" fmla="*/ 183326 h 612683"/>
                    <a:gd name="connsiteX114" fmla="*/ 116087 w 225725"/>
                    <a:gd name="connsiteY114" fmla="*/ 184616 h 612683"/>
                    <a:gd name="connsiteX115" fmla="*/ 98674 w 225725"/>
                    <a:gd name="connsiteY115" fmla="*/ 135279 h 612683"/>
                    <a:gd name="connsiteX116" fmla="*/ 96739 w 225725"/>
                    <a:gd name="connsiteY116" fmla="*/ 134634 h 612683"/>
                    <a:gd name="connsiteX117" fmla="*/ 79649 w 225725"/>
                    <a:gd name="connsiteY117" fmla="*/ 117543 h 612683"/>
                    <a:gd name="connsiteX118" fmla="*/ 82228 w 225725"/>
                    <a:gd name="connsiteY118" fmla="*/ 110449 h 612683"/>
                    <a:gd name="connsiteX119" fmla="*/ 87710 w 225725"/>
                    <a:gd name="connsiteY119" fmla="*/ 109482 h 612683"/>
                    <a:gd name="connsiteX120" fmla="*/ 88678 w 225725"/>
                    <a:gd name="connsiteY120" fmla="*/ 114963 h 612683"/>
                    <a:gd name="connsiteX121" fmla="*/ 87710 w 225725"/>
                    <a:gd name="connsiteY121" fmla="*/ 117543 h 612683"/>
                    <a:gd name="connsiteX122" fmla="*/ 100609 w 225725"/>
                    <a:gd name="connsiteY122" fmla="*/ 127540 h 612683"/>
                    <a:gd name="connsiteX123" fmla="*/ 102221 w 225725"/>
                    <a:gd name="connsiteY123" fmla="*/ 133021 h 612683"/>
                    <a:gd name="connsiteX124" fmla="*/ 98674 w 225725"/>
                    <a:gd name="connsiteY124" fmla="*/ 135279 h 612683"/>
                    <a:gd name="connsiteX125" fmla="*/ 104801 w 225725"/>
                    <a:gd name="connsiteY125" fmla="*/ 88844 h 612683"/>
                    <a:gd name="connsiteX126" fmla="*/ 101254 w 225725"/>
                    <a:gd name="connsiteY126" fmla="*/ 86586 h 612683"/>
                    <a:gd name="connsiteX127" fmla="*/ 89968 w 225725"/>
                    <a:gd name="connsiteY127" fmla="*/ 76912 h 612683"/>
                    <a:gd name="connsiteX128" fmla="*/ 86743 w 225725"/>
                    <a:gd name="connsiteY128" fmla="*/ 74655 h 612683"/>
                    <a:gd name="connsiteX129" fmla="*/ 83196 w 225725"/>
                    <a:gd name="connsiteY129" fmla="*/ 72721 h 612683"/>
                    <a:gd name="connsiteX130" fmla="*/ 80616 w 225725"/>
                    <a:gd name="connsiteY130" fmla="*/ 67561 h 612683"/>
                    <a:gd name="connsiteX131" fmla="*/ 85776 w 225725"/>
                    <a:gd name="connsiteY131" fmla="*/ 64981 h 612683"/>
                    <a:gd name="connsiteX132" fmla="*/ 91258 w 225725"/>
                    <a:gd name="connsiteY132" fmla="*/ 67883 h 612683"/>
                    <a:gd name="connsiteX133" fmla="*/ 94482 w 225725"/>
                    <a:gd name="connsiteY133" fmla="*/ 70141 h 612683"/>
                    <a:gd name="connsiteX134" fmla="*/ 108671 w 225725"/>
                    <a:gd name="connsiteY134" fmla="*/ 83039 h 612683"/>
                    <a:gd name="connsiteX135" fmla="*/ 106736 w 225725"/>
                    <a:gd name="connsiteY135" fmla="*/ 88521 h 612683"/>
                    <a:gd name="connsiteX136" fmla="*/ 104801 w 225725"/>
                    <a:gd name="connsiteY136" fmla="*/ 88844 h 612683"/>
                    <a:gd name="connsiteX137" fmla="*/ 51917 w 225725"/>
                    <a:gd name="connsiteY137" fmla="*/ 63692 h 612683"/>
                    <a:gd name="connsiteX138" fmla="*/ 48047 w 225725"/>
                    <a:gd name="connsiteY138" fmla="*/ 59822 h 612683"/>
                    <a:gd name="connsiteX139" fmla="*/ 53529 w 225725"/>
                    <a:gd name="connsiteY139" fmla="*/ 50793 h 612683"/>
                    <a:gd name="connsiteX140" fmla="*/ 56431 w 225725"/>
                    <a:gd name="connsiteY140" fmla="*/ 47568 h 612683"/>
                    <a:gd name="connsiteX141" fmla="*/ 51272 w 225725"/>
                    <a:gd name="connsiteY141" fmla="*/ 42409 h 612683"/>
                    <a:gd name="connsiteX142" fmla="*/ 50305 w 225725"/>
                    <a:gd name="connsiteY142" fmla="*/ 36927 h 612683"/>
                    <a:gd name="connsiteX143" fmla="*/ 55786 w 225725"/>
                    <a:gd name="connsiteY143" fmla="*/ 35960 h 612683"/>
                    <a:gd name="connsiteX144" fmla="*/ 63848 w 225725"/>
                    <a:gd name="connsiteY144" fmla="*/ 46601 h 612683"/>
                    <a:gd name="connsiteX145" fmla="*/ 63848 w 225725"/>
                    <a:gd name="connsiteY145" fmla="*/ 47568 h 612683"/>
                    <a:gd name="connsiteX146" fmla="*/ 57721 w 225725"/>
                    <a:gd name="connsiteY146" fmla="*/ 56920 h 612683"/>
                    <a:gd name="connsiteX147" fmla="*/ 55141 w 225725"/>
                    <a:gd name="connsiteY147" fmla="*/ 59499 h 612683"/>
                    <a:gd name="connsiteX148" fmla="*/ 51917 w 225725"/>
                    <a:gd name="connsiteY148" fmla="*/ 63692 h 612683"/>
                    <a:gd name="connsiteX149" fmla="*/ 51917 w 225725"/>
                    <a:gd name="connsiteY149" fmla="*/ 63692 h 612683"/>
                    <a:gd name="connsiteX150" fmla="*/ 22250 w 225725"/>
                    <a:gd name="connsiteY150" fmla="*/ 24673 h 612683"/>
                    <a:gd name="connsiteX151" fmla="*/ 20315 w 225725"/>
                    <a:gd name="connsiteY151" fmla="*/ 24028 h 612683"/>
                    <a:gd name="connsiteX152" fmla="*/ 14511 w 225725"/>
                    <a:gd name="connsiteY152" fmla="*/ 20804 h 612683"/>
                    <a:gd name="connsiteX153" fmla="*/ 0 w 225725"/>
                    <a:gd name="connsiteY153" fmla="*/ 5003 h 612683"/>
                    <a:gd name="connsiteX154" fmla="*/ 323 w 225725"/>
                    <a:gd name="connsiteY154" fmla="*/ 3068 h 612683"/>
                    <a:gd name="connsiteX155" fmla="*/ 5159 w 225725"/>
                    <a:gd name="connsiteY155" fmla="*/ 166 h 612683"/>
                    <a:gd name="connsiteX156" fmla="*/ 8062 w 225725"/>
                    <a:gd name="connsiteY156" fmla="*/ 5003 h 612683"/>
                    <a:gd name="connsiteX157" fmla="*/ 8062 w 225725"/>
                    <a:gd name="connsiteY157" fmla="*/ 5003 h 612683"/>
                    <a:gd name="connsiteX158" fmla="*/ 18380 w 225725"/>
                    <a:gd name="connsiteY158" fmla="*/ 13710 h 612683"/>
                    <a:gd name="connsiteX159" fmla="*/ 24507 w 225725"/>
                    <a:gd name="connsiteY159" fmla="*/ 16934 h 612683"/>
                    <a:gd name="connsiteX160" fmla="*/ 26120 w 225725"/>
                    <a:gd name="connsiteY160" fmla="*/ 22416 h 612683"/>
                    <a:gd name="connsiteX161" fmla="*/ 22250 w 225725"/>
                    <a:gd name="connsiteY161" fmla="*/ 24673 h 6126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</a:cxnLst>
                  <a:rect l="l" t="t" r="r" b="b"/>
                  <a:pathLst>
                    <a:path w="225725" h="612683">
                      <a:moveTo>
                        <a:pt x="187352" y="614462"/>
                      </a:moveTo>
                      <a:cubicBezTo>
                        <a:pt x="186385" y="614462"/>
                        <a:pt x="185417" y="614139"/>
                        <a:pt x="184772" y="613494"/>
                      </a:cubicBezTo>
                      <a:cubicBezTo>
                        <a:pt x="183160" y="612204"/>
                        <a:pt x="182838" y="609624"/>
                        <a:pt x="184127" y="607690"/>
                      </a:cubicBezTo>
                      <a:cubicBezTo>
                        <a:pt x="185095" y="606400"/>
                        <a:pt x="187997" y="602853"/>
                        <a:pt x="187997" y="601241"/>
                      </a:cubicBezTo>
                      <a:cubicBezTo>
                        <a:pt x="187997" y="600273"/>
                        <a:pt x="187029" y="598661"/>
                        <a:pt x="185417" y="596726"/>
                      </a:cubicBezTo>
                      <a:cubicBezTo>
                        <a:pt x="184450" y="595114"/>
                        <a:pt x="183160" y="593501"/>
                        <a:pt x="181870" y="591244"/>
                      </a:cubicBezTo>
                      <a:lnTo>
                        <a:pt x="180903" y="589310"/>
                      </a:lnTo>
                      <a:cubicBezTo>
                        <a:pt x="179935" y="587374"/>
                        <a:pt x="180580" y="584795"/>
                        <a:pt x="182515" y="583827"/>
                      </a:cubicBezTo>
                      <a:cubicBezTo>
                        <a:pt x="184450" y="582860"/>
                        <a:pt x="187029" y="583505"/>
                        <a:pt x="187997" y="585440"/>
                      </a:cubicBezTo>
                      <a:lnTo>
                        <a:pt x="188964" y="587052"/>
                      </a:lnTo>
                      <a:cubicBezTo>
                        <a:pt x="190254" y="588987"/>
                        <a:pt x="191222" y="590599"/>
                        <a:pt x="192189" y="591889"/>
                      </a:cubicBezTo>
                      <a:cubicBezTo>
                        <a:pt x="194446" y="595114"/>
                        <a:pt x="196059" y="597693"/>
                        <a:pt x="196059" y="600918"/>
                      </a:cubicBezTo>
                      <a:cubicBezTo>
                        <a:pt x="196059" y="604788"/>
                        <a:pt x="193801" y="608012"/>
                        <a:pt x="190254" y="612527"/>
                      </a:cubicBezTo>
                      <a:cubicBezTo>
                        <a:pt x="189609" y="613817"/>
                        <a:pt x="188642" y="614462"/>
                        <a:pt x="187352" y="614462"/>
                      </a:cubicBezTo>
                      <a:close/>
                      <a:moveTo>
                        <a:pt x="188642" y="557385"/>
                      </a:moveTo>
                      <a:cubicBezTo>
                        <a:pt x="188319" y="557385"/>
                        <a:pt x="187997" y="557385"/>
                        <a:pt x="187997" y="557385"/>
                      </a:cubicBezTo>
                      <a:cubicBezTo>
                        <a:pt x="185740" y="557063"/>
                        <a:pt x="184450" y="554806"/>
                        <a:pt x="184772" y="552548"/>
                      </a:cubicBezTo>
                      <a:cubicBezTo>
                        <a:pt x="185417" y="549324"/>
                        <a:pt x="185740" y="545454"/>
                        <a:pt x="185740" y="541907"/>
                      </a:cubicBezTo>
                      <a:cubicBezTo>
                        <a:pt x="185740" y="536748"/>
                        <a:pt x="185095" y="532233"/>
                        <a:pt x="183805" y="528686"/>
                      </a:cubicBezTo>
                      <a:cubicBezTo>
                        <a:pt x="183160" y="526751"/>
                        <a:pt x="184127" y="524171"/>
                        <a:pt x="186062" y="523526"/>
                      </a:cubicBezTo>
                      <a:cubicBezTo>
                        <a:pt x="187997" y="522881"/>
                        <a:pt x="190577" y="523849"/>
                        <a:pt x="191222" y="525784"/>
                      </a:cubicBezTo>
                      <a:cubicBezTo>
                        <a:pt x="192834" y="530298"/>
                        <a:pt x="193801" y="535780"/>
                        <a:pt x="193801" y="541584"/>
                      </a:cubicBezTo>
                      <a:cubicBezTo>
                        <a:pt x="193801" y="545777"/>
                        <a:pt x="193479" y="549969"/>
                        <a:pt x="192511" y="553838"/>
                      </a:cubicBezTo>
                      <a:cubicBezTo>
                        <a:pt x="192189" y="556095"/>
                        <a:pt x="190577" y="557385"/>
                        <a:pt x="188642" y="557385"/>
                      </a:cubicBezTo>
                      <a:close/>
                      <a:moveTo>
                        <a:pt x="183805" y="499019"/>
                      </a:moveTo>
                      <a:cubicBezTo>
                        <a:pt x="182838" y="499019"/>
                        <a:pt x="181870" y="498696"/>
                        <a:pt x="181225" y="498052"/>
                      </a:cubicBezTo>
                      <a:cubicBezTo>
                        <a:pt x="179613" y="496439"/>
                        <a:pt x="179613" y="493860"/>
                        <a:pt x="180903" y="492247"/>
                      </a:cubicBezTo>
                      <a:cubicBezTo>
                        <a:pt x="182193" y="490635"/>
                        <a:pt x="183805" y="489345"/>
                        <a:pt x="185095" y="488055"/>
                      </a:cubicBezTo>
                      <a:cubicBezTo>
                        <a:pt x="189287" y="484186"/>
                        <a:pt x="192189" y="481606"/>
                        <a:pt x="192834" y="472900"/>
                      </a:cubicBezTo>
                      <a:cubicBezTo>
                        <a:pt x="192834" y="470642"/>
                        <a:pt x="194769" y="469030"/>
                        <a:pt x="197026" y="469030"/>
                      </a:cubicBezTo>
                      <a:cubicBezTo>
                        <a:pt x="199283" y="469030"/>
                        <a:pt x="200895" y="470964"/>
                        <a:pt x="200895" y="473222"/>
                      </a:cubicBezTo>
                      <a:cubicBezTo>
                        <a:pt x="199928" y="485153"/>
                        <a:pt x="195414" y="489667"/>
                        <a:pt x="190577" y="493860"/>
                      </a:cubicBezTo>
                      <a:cubicBezTo>
                        <a:pt x="189287" y="494827"/>
                        <a:pt x="187997" y="496117"/>
                        <a:pt x="186707" y="497407"/>
                      </a:cubicBezTo>
                      <a:cubicBezTo>
                        <a:pt x="186062" y="498696"/>
                        <a:pt x="185095" y="499019"/>
                        <a:pt x="183805" y="499019"/>
                      </a:cubicBezTo>
                      <a:close/>
                      <a:moveTo>
                        <a:pt x="210570" y="444200"/>
                      </a:moveTo>
                      <a:cubicBezTo>
                        <a:pt x="209602" y="444200"/>
                        <a:pt x="208957" y="443878"/>
                        <a:pt x="207990" y="443232"/>
                      </a:cubicBezTo>
                      <a:cubicBezTo>
                        <a:pt x="206377" y="441943"/>
                        <a:pt x="206055" y="439363"/>
                        <a:pt x="207345" y="437428"/>
                      </a:cubicBezTo>
                      <a:lnTo>
                        <a:pt x="208635" y="435816"/>
                      </a:lnTo>
                      <a:cubicBezTo>
                        <a:pt x="209925" y="433881"/>
                        <a:pt x="211537" y="432269"/>
                        <a:pt x="212827" y="430656"/>
                      </a:cubicBezTo>
                      <a:cubicBezTo>
                        <a:pt x="216051" y="426465"/>
                        <a:pt x="217664" y="421950"/>
                        <a:pt x="217664" y="417758"/>
                      </a:cubicBezTo>
                      <a:cubicBezTo>
                        <a:pt x="217664" y="415500"/>
                        <a:pt x="219276" y="413566"/>
                        <a:pt x="221533" y="413566"/>
                      </a:cubicBezTo>
                      <a:cubicBezTo>
                        <a:pt x="223791" y="413566"/>
                        <a:pt x="225403" y="414856"/>
                        <a:pt x="225725" y="417113"/>
                      </a:cubicBezTo>
                      <a:cubicBezTo>
                        <a:pt x="225725" y="417113"/>
                        <a:pt x="225725" y="417758"/>
                        <a:pt x="225725" y="417758"/>
                      </a:cubicBezTo>
                      <a:cubicBezTo>
                        <a:pt x="225725" y="423885"/>
                        <a:pt x="223468" y="429689"/>
                        <a:pt x="219276" y="435494"/>
                      </a:cubicBezTo>
                      <a:cubicBezTo>
                        <a:pt x="217986" y="437428"/>
                        <a:pt x="216374" y="439041"/>
                        <a:pt x="215084" y="440975"/>
                      </a:cubicBezTo>
                      <a:lnTo>
                        <a:pt x="213794" y="442588"/>
                      </a:lnTo>
                      <a:cubicBezTo>
                        <a:pt x="213149" y="443878"/>
                        <a:pt x="211859" y="444200"/>
                        <a:pt x="210570" y="444200"/>
                      </a:cubicBezTo>
                      <a:close/>
                      <a:moveTo>
                        <a:pt x="198638" y="398410"/>
                      </a:moveTo>
                      <a:cubicBezTo>
                        <a:pt x="197348" y="398410"/>
                        <a:pt x="195736" y="398088"/>
                        <a:pt x="194124" y="397765"/>
                      </a:cubicBezTo>
                      <a:cubicBezTo>
                        <a:pt x="187029" y="395186"/>
                        <a:pt x="181870" y="384544"/>
                        <a:pt x="180580" y="375837"/>
                      </a:cubicBezTo>
                      <a:cubicBezTo>
                        <a:pt x="180258" y="373580"/>
                        <a:pt x="181870" y="371646"/>
                        <a:pt x="184127" y="371323"/>
                      </a:cubicBezTo>
                      <a:cubicBezTo>
                        <a:pt x="186385" y="371001"/>
                        <a:pt x="188319" y="372613"/>
                        <a:pt x="188642" y="374870"/>
                      </a:cubicBezTo>
                      <a:cubicBezTo>
                        <a:pt x="189609" y="382287"/>
                        <a:pt x="193801" y="389059"/>
                        <a:pt x="196704" y="390348"/>
                      </a:cubicBezTo>
                      <a:cubicBezTo>
                        <a:pt x="197348" y="390671"/>
                        <a:pt x="197993" y="390671"/>
                        <a:pt x="198316" y="390671"/>
                      </a:cubicBezTo>
                      <a:cubicBezTo>
                        <a:pt x="200573" y="390348"/>
                        <a:pt x="202508" y="391961"/>
                        <a:pt x="202830" y="394218"/>
                      </a:cubicBezTo>
                      <a:cubicBezTo>
                        <a:pt x="203153" y="396475"/>
                        <a:pt x="201540" y="398410"/>
                        <a:pt x="199283" y="398733"/>
                      </a:cubicBezTo>
                      <a:cubicBezTo>
                        <a:pt x="199283" y="398410"/>
                        <a:pt x="198961" y="398410"/>
                        <a:pt x="198638" y="398410"/>
                      </a:cubicBezTo>
                      <a:close/>
                      <a:moveTo>
                        <a:pt x="189287" y="343269"/>
                      </a:moveTo>
                      <a:cubicBezTo>
                        <a:pt x="187029" y="343269"/>
                        <a:pt x="185417" y="341656"/>
                        <a:pt x="185417" y="339399"/>
                      </a:cubicBezTo>
                      <a:cubicBezTo>
                        <a:pt x="185417" y="338109"/>
                        <a:pt x="185417" y="336819"/>
                        <a:pt x="185417" y="335207"/>
                      </a:cubicBezTo>
                      <a:lnTo>
                        <a:pt x="185417" y="334240"/>
                      </a:lnTo>
                      <a:cubicBezTo>
                        <a:pt x="185417" y="328113"/>
                        <a:pt x="187674" y="322953"/>
                        <a:pt x="189609" y="318116"/>
                      </a:cubicBezTo>
                      <a:cubicBezTo>
                        <a:pt x="190254" y="316182"/>
                        <a:pt x="191222" y="314569"/>
                        <a:pt x="191544" y="312635"/>
                      </a:cubicBezTo>
                      <a:cubicBezTo>
                        <a:pt x="192189" y="310377"/>
                        <a:pt x="194446" y="309410"/>
                        <a:pt x="196704" y="310055"/>
                      </a:cubicBezTo>
                      <a:cubicBezTo>
                        <a:pt x="198961" y="310699"/>
                        <a:pt x="199928" y="312957"/>
                        <a:pt x="199283" y="315214"/>
                      </a:cubicBezTo>
                      <a:cubicBezTo>
                        <a:pt x="198638" y="317149"/>
                        <a:pt x="197993" y="319084"/>
                        <a:pt x="197026" y="321341"/>
                      </a:cubicBezTo>
                      <a:cubicBezTo>
                        <a:pt x="195414" y="325533"/>
                        <a:pt x="193479" y="330047"/>
                        <a:pt x="193479" y="334562"/>
                      </a:cubicBezTo>
                      <a:lnTo>
                        <a:pt x="193479" y="335207"/>
                      </a:lnTo>
                      <a:cubicBezTo>
                        <a:pt x="193479" y="336497"/>
                        <a:pt x="193479" y="338109"/>
                        <a:pt x="193479" y="339399"/>
                      </a:cubicBezTo>
                      <a:cubicBezTo>
                        <a:pt x="193479" y="341334"/>
                        <a:pt x="191867" y="343269"/>
                        <a:pt x="189287" y="343269"/>
                      </a:cubicBezTo>
                      <a:cubicBezTo>
                        <a:pt x="189609" y="343269"/>
                        <a:pt x="189609" y="343269"/>
                        <a:pt x="189287" y="343269"/>
                      </a:cubicBezTo>
                      <a:close/>
                      <a:moveTo>
                        <a:pt x="196059" y="285547"/>
                      </a:moveTo>
                      <a:cubicBezTo>
                        <a:pt x="195414" y="285547"/>
                        <a:pt x="194446" y="285225"/>
                        <a:pt x="193801" y="284903"/>
                      </a:cubicBezTo>
                      <a:cubicBezTo>
                        <a:pt x="191867" y="283612"/>
                        <a:pt x="191544" y="281033"/>
                        <a:pt x="192834" y="279421"/>
                      </a:cubicBezTo>
                      <a:cubicBezTo>
                        <a:pt x="194446" y="277163"/>
                        <a:pt x="195736" y="274261"/>
                        <a:pt x="195736" y="269424"/>
                      </a:cubicBezTo>
                      <a:cubicBezTo>
                        <a:pt x="195736" y="268457"/>
                        <a:pt x="195736" y="267489"/>
                        <a:pt x="195736" y="266522"/>
                      </a:cubicBezTo>
                      <a:cubicBezTo>
                        <a:pt x="195414" y="263620"/>
                        <a:pt x="194769" y="261362"/>
                        <a:pt x="193479" y="259105"/>
                      </a:cubicBezTo>
                      <a:cubicBezTo>
                        <a:pt x="192189" y="257171"/>
                        <a:pt x="192834" y="254591"/>
                        <a:pt x="194769" y="253623"/>
                      </a:cubicBezTo>
                      <a:cubicBezTo>
                        <a:pt x="196704" y="252333"/>
                        <a:pt x="199283" y="252978"/>
                        <a:pt x="200251" y="254913"/>
                      </a:cubicBezTo>
                      <a:cubicBezTo>
                        <a:pt x="202185" y="258138"/>
                        <a:pt x="203475" y="261685"/>
                        <a:pt x="203798" y="265877"/>
                      </a:cubicBezTo>
                      <a:cubicBezTo>
                        <a:pt x="203798" y="267167"/>
                        <a:pt x="204120" y="268457"/>
                        <a:pt x="204120" y="269747"/>
                      </a:cubicBezTo>
                      <a:cubicBezTo>
                        <a:pt x="204120" y="277163"/>
                        <a:pt x="201863" y="281355"/>
                        <a:pt x="199928" y="284258"/>
                      </a:cubicBezTo>
                      <a:cubicBezTo>
                        <a:pt x="198638" y="284903"/>
                        <a:pt x="197348" y="285547"/>
                        <a:pt x="196059" y="285547"/>
                      </a:cubicBezTo>
                      <a:close/>
                      <a:moveTo>
                        <a:pt x="140917" y="266845"/>
                      </a:moveTo>
                      <a:cubicBezTo>
                        <a:pt x="138660" y="266845"/>
                        <a:pt x="137047" y="264909"/>
                        <a:pt x="136725" y="262975"/>
                      </a:cubicBezTo>
                      <a:cubicBezTo>
                        <a:pt x="136725" y="260718"/>
                        <a:pt x="138660" y="258783"/>
                        <a:pt x="140595" y="258783"/>
                      </a:cubicBezTo>
                      <a:cubicBezTo>
                        <a:pt x="144787" y="258783"/>
                        <a:pt x="147689" y="257815"/>
                        <a:pt x="149301" y="256848"/>
                      </a:cubicBezTo>
                      <a:cubicBezTo>
                        <a:pt x="150913" y="255880"/>
                        <a:pt x="152848" y="254268"/>
                        <a:pt x="155106" y="252978"/>
                      </a:cubicBezTo>
                      <a:cubicBezTo>
                        <a:pt x="157363" y="251366"/>
                        <a:pt x="159298" y="249754"/>
                        <a:pt x="161877" y="248142"/>
                      </a:cubicBezTo>
                      <a:cubicBezTo>
                        <a:pt x="163812" y="246851"/>
                        <a:pt x="166392" y="247497"/>
                        <a:pt x="167359" y="249431"/>
                      </a:cubicBezTo>
                      <a:cubicBezTo>
                        <a:pt x="168649" y="251366"/>
                        <a:pt x="168004" y="253946"/>
                        <a:pt x="166069" y="254913"/>
                      </a:cubicBezTo>
                      <a:cubicBezTo>
                        <a:pt x="163812" y="256203"/>
                        <a:pt x="161877" y="257815"/>
                        <a:pt x="159942" y="259428"/>
                      </a:cubicBezTo>
                      <a:cubicBezTo>
                        <a:pt x="157685" y="261040"/>
                        <a:pt x="155751" y="262652"/>
                        <a:pt x="153493" y="263942"/>
                      </a:cubicBezTo>
                      <a:cubicBezTo>
                        <a:pt x="150591" y="265555"/>
                        <a:pt x="146077" y="266845"/>
                        <a:pt x="140917" y="266845"/>
                      </a:cubicBezTo>
                      <a:lnTo>
                        <a:pt x="140917" y="266845"/>
                      </a:lnTo>
                      <a:close/>
                      <a:moveTo>
                        <a:pt x="116410" y="244272"/>
                      </a:moveTo>
                      <a:cubicBezTo>
                        <a:pt x="114797" y="244272"/>
                        <a:pt x="113185" y="243304"/>
                        <a:pt x="112540" y="241370"/>
                      </a:cubicBezTo>
                      <a:cubicBezTo>
                        <a:pt x="109960" y="233630"/>
                        <a:pt x="108026" y="224279"/>
                        <a:pt x="106413" y="215250"/>
                      </a:cubicBezTo>
                      <a:cubicBezTo>
                        <a:pt x="106091" y="212993"/>
                        <a:pt x="107703" y="211058"/>
                        <a:pt x="109638" y="210736"/>
                      </a:cubicBezTo>
                      <a:cubicBezTo>
                        <a:pt x="111895" y="210413"/>
                        <a:pt x="113830" y="212025"/>
                        <a:pt x="114153" y="213960"/>
                      </a:cubicBezTo>
                      <a:cubicBezTo>
                        <a:pt x="115442" y="222667"/>
                        <a:pt x="117700" y="231373"/>
                        <a:pt x="119957" y="238790"/>
                      </a:cubicBezTo>
                      <a:cubicBezTo>
                        <a:pt x="120602" y="241047"/>
                        <a:pt x="119312" y="243304"/>
                        <a:pt x="117377" y="243949"/>
                      </a:cubicBezTo>
                      <a:cubicBezTo>
                        <a:pt x="117377" y="244272"/>
                        <a:pt x="116732" y="244272"/>
                        <a:pt x="116410" y="244272"/>
                      </a:cubicBezTo>
                      <a:close/>
                      <a:moveTo>
                        <a:pt x="116087" y="184616"/>
                      </a:moveTo>
                      <a:cubicBezTo>
                        <a:pt x="115120" y="184616"/>
                        <a:pt x="114153" y="184293"/>
                        <a:pt x="113185" y="183649"/>
                      </a:cubicBezTo>
                      <a:cubicBezTo>
                        <a:pt x="111573" y="182036"/>
                        <a:pt x="111573" y="179456"/>
                        <a:pt x="113185" y="177844"/>
                      </a:cubicBezTo>
                      <a:cubicBezTo>
                        <a:pt x="114153" y="176554"/>
                        <a:pt x="115120" y="175587"/>
                        <a:pt x="115765" y="174297"/>
                      </a:cubicBezTo>
                      <a:cubicBezTo>
                        <a:pt x="118345" y="169137"/>
                        <a:pt x="119634" y="164623"/>
                        <a:pt x="119634" y="160108"/>
                      </a:cubicBezTo>
                      <a:cubicBezTo>
                        <a:pt x="119634" y="159141"/>
                        <a:pt x="119634" y="157851"/>
                        <a:pt x="119312" y="156884"/>
                      </a:cubicBezTo>
                      <a:cubicBezTo>
                        <a:pt x="118990" y="154627"/>
                        <a:pt x="120279" y="152692"/>
                        <a:pt x="122537" y="152370"/>
                      </a:cubicBezTo>
                      <a:cubicBezTo>
                        <a:pt x="124794" y="152047"/>
                        <a:pt x="126729" y="153659"/>
                        <a:pt x="127051" y="155594"/>
                      </a:cubicBezTo>
                      <a:cubicBezTo>
                        <a:pt x="127374" y="157206"/>
                        <a:pt x="127374" y="158819"/>
                        <a:pt x="127374" y="160108"/>
                      </a:cubicBezTo>
                      <a:cubicBezTo>
                        <a:pt x="127374" y="165590"/>
                        <a:pt x="125761" y="171717"/>
                        <a:pt x="122859" y="177844"/>
                      </a:cubicBezTo>
                      <a:cubicBezTo>
                        <a:pt x="121892" y="179779"/>
                        <a:pt x="120602" y="181713"/>
                        <a:pt x="118990" y="183326"/>
                      </a:cubicBezTo>
                      <a:cubicBezTo>
                        <a:pt x="118345" y="184293"/>
                        <a:pt x="117377" y="184616"/>
                        <a:pt x="116087" y="184616"/>
                      </a:cubicBezTo>
                      <a:close/>
                      <a:moveTo>
                        <a:pt x="98674" y="135279"/>
                      </a:moveTo>
                      <a:cubicBezTo>
                        <a:pt x="98029" y="135279"/>
                        <a:pt x="97384" y="134956"/>
                        <a:pt x="96739" y="134634"/>
                      </a:cubicBezTo>
                      <a:cubicBezTo>
                        <a:pt x="87710" y="129474"/>
                        <a:pt x="79649" y="125282"/>
                        <a:pt x="79649" y="117543"/>
                      </a:cubicBezTo>
                      <a:cubicBezTo>
                        <a:pt x="79649" y="115286"/>
                        <a:pt x="80616" y="112706"/>
                        <a:pt x="82228" y="110449"/>
                      </a:cubicBezTo>
                      <a:cubicBezTo>
                        <a:pt x="83518" y="108514"/>
                        <a:pt x="86098" y="108191"/>
                        <a:pt x="87710" y="109482"/>
                      </a:cubicBezTo>
                      <a:cubicBezTo>
                        <a:pt x="89645" y="110771"/>
                        <a:pt x="89968" y="113351"/>
                        <a:pt x="88678" y="114963"/>
                      </a:cubicBezTo>
                      <a:cubicBezTo>
                        <a:pt x="88033" y="115931"/>
                        <a:pt x="87710" y="116898"/>
                        <a:pt x="87710" y="117543"/>
                      </a:cubicBezTo>
                      <a:cubicBezTo>
                        <a:pt x="87710" y="120445"/>
                        <a:pt x="94482" y="123992"/>
                        <a:pt x="100609" y="127540"/>
                      </a:cubicBezTo>
                      <a:cubicBezTo>
                        <a:pt x="102544" y="128507"/>
                        <a:pt x="103189" y="131087"/>
                        <a:pt x="102221" y="133021"/>
                      </a:cubicBezTo>
                      <a:cubicBezTo>
                        <a:pt x="101254" y="134312"/>
                        <a:pt x="99964" y="135279"/>
                        <a:pt x="98674" y="135279"/>
                      </a:cubicBezTo>
                      <a:close/>
                      <a:moveTo>
                        <a:pt x="104801" y="88844"/>
                      </a:moveTo>
                      <a:cubicBezTo>
                        <a:pt x="103189" y="88844"/>
                        <a:pt x="101899" y="87877"/>
                        <a:pt x="101254" y="86586"/>
                      </a:cubicBezTo>
                      <a:cubicBezTo>
                        <a:pt x="99642" y="83039"/>
                        <a:pt x="94805" y="79815"/>
                        <a:pt x="89968" y="76912"/>
                      </a:cubicBezTo>
                      <a:cubicBezTo>
                        <a:pt x="88678" y="76268"/>
                        <a:pt x="87710" y="75300"/>
                        <a:pt x="86743" y="74655"/>
                      </a:cubicBezTo>
                      <a:cubicBezTo>
                        <a:pt x="85453" y="74010"/>
                        <a:pt x="84486" y="73366"/>
                        <a:pt x="83196" y="72721"/>
                      </a:cubicBezTo>
                      <a:cubicBezTo>
                        <a:pt x="80939" y="72076"/>
                        <a:pt x="79971" y="69819"/>
                        <a:pt x="80616" y="67561"/>
                      </a:cubicBezTo>
                      <a:cubicBezTo>
                        <a:pt x="81261" y="65304"/>
                        <a:pt x="83518" y="64336"/>
                        <a:pt x="85776" y="64981"/>
                      </a:cubicBezTo>
                      <a:cubicBezTo>
                        <a:pt x="87710" y="65626"/>
                        <a:pt x="89645" y="66594"/>
                        <a:pt x="91258" y="67883"/>
                      </a:cubicBezTo>
                      <a:cubicBezTo>
                        <a:pt x="92225" y="68528"/>
                        <a:pt x="93515" y="69174"/>
                        <a:pt x="94482" y="70141"/>
                      </a:cubicBezTo>
                      <a:cubicBezTo>
                        <a:pt x="99964" y="74010"/>
                        <a:pt x="105769" y="77557"/>
                        <a:pt x="108671" y="83039"/>
                      </a:cubicBezTo>
                      <a:cubicBezTo>
                        <a:pt x="109638" y="84974"/>
                        <a:pt x="108993" y="87554"/>
                        <a:pt x="106736" y="88521"/>
                      </a:cubicBezTo>
                      <a:cubicBezTo>
                        <a:pt x="106091" y="88844"/>
                        <a:pt x="105446" y="88844"/>
                        <a:pt x="104801" y="88844"/>
                      </a:cubicBezTo>
                      <a:close/>
                      <a:moveTo>
                        <a:pt x="51917" y="63692"/>
                      </a:moveTo>
                      <a:cubicBezTo>
                        <a:pt x="49660" y="63692"/>
                        <a:pt x="48047" y="61757"/>
                        <a:pt x="48047" y="59822"/>
                      </a:cubicBezTo>
                      <a:cubicBezTo>
                        <a:pt x="48047" y="55307"/>
                        <a:pt x="51272" y="53050"/>
                        <a:pt x="53529" y="50793"/>
                      </a:cubicBezTo>
                      <a:cubicBezTo>
                        <a:pt x="54497" y="50148"/>
                        <a:pt x="56431" y="48213"/>
                        <a:pt x="56431" y="47568"/>
                      </a:cubicBezTo>
                      <a:cubicBezTo>
                        <a:pt x="56431" y="47568"/>
                        <a:pt x="56109" y="45956"/>
                        <a:pt x="51272" y="42409"/>
                      </a:cubicBezTo>
                      <a:cubicBezTo>
                        <a:pt x="49337" y="41119"/>
                        <a:pt x="49015" y="38539"/>
                        <a:pt x="50305" y="36927"/>
                      </a:cubicBezTo>
                      <a:cubicBezTo>
                        <a:pt x="51594" y="34992"/>
                        <a:pt x="54174" y="34670"/>
                        <a:pt x="55786" y="35960"/>
                      </a:cubicBezTo>
                      <a:cubicBezTo>
                        <a:pt x="60946" y="39829"/>
                        <a:pt x="63526" y="43054"/>
                        <a:pt x="63848" y="46601"/>
                      </a:cubicBezTo>
                      <a:cubicBezTo>
                        <a:pt x="63848" y="46923"/>
                        <a:pt x="63848" y="47246"/>
                        <a:pt x="63848" y="47568"/>
                      </a:cubicBezTo>
                      <a:cubicBezTo>
                        <a:pt x="63848" y="52083"/>
                        <a:pt x="60301" y="54985"/>
                        <a:pt x="57721" y="56920"/>
                      </a:cubicBezTo>
                      <a:cubicBezTo>
                        <a:pt x="56754" y="57565"/>
                        <a:pt x="55141" y="58854"/>
                        <a:pt x="55141" y="59499"/>
                      </a:cubicBezTo>
                      <a:cubicBezTo>
                        <a:pt x="55786" y="61757"/>
                        <a:pt x="54174" y="63692"/>
                        <a:pt x="51917" y="63692"/>
                      </a:cubicBezTo>
                      <a:cubicBezTo>
                        <a:pt x="51917" y="63692"/>
                        <a:pt x="51917" y="63692"/>
                        <a:pt x="51917" y="63692"/>
                      </a:cubicBezTo>
                      <a:close/>
                      <a:moveTo>
                        <a:pt x="22250" y="24673"/>
                      </a:moveTo>
                      <a:cubicBezTo>
                        <a:pt x="21605" y="24673"/>
                        <a:pt x="20960" y="24351"/>
                        <a:pt x="20315" y="24028"/>
                      </a:cubicBezTo>
                      <a:cubicBezTo>
                        <a:pt x="18058" y="22738"/>
                        <a:pt x="16123" y="21771"/>
                        <a:pt x="14511" y="20804"/>
                      </a:cubicBezTo>
                      <a:cubicBezTo>
                        <a:pt x="6127" y="16289"/>
                        <a:pt x="0" y="12742"/>
                        <a:pt x="0" y="5003"/>
                      </a:cubicBezTo>
                      <a:cubicBezTo>
                        <a:pt x="0" y="4358"/>
                        <a:pt x="0" y="3713"/>
                        <a:pt x="323" y="3068"/>
                      </a:cubicBezTo>
                      <a:cubicBezTo>
                        <a:pt x="967" y="811"/>
                        <a:pt x="2902" y="-479"/>
                        <a:pt x="5159" y="166"/>
                      </a:cubicBezTo>
                      <a:cubicBezTo>
                        <a:pt x="7417" y="811"/>
                        <a:pt x="8707" y="2746"/>
                        <a:pt x="8062" y="5003"/>
                      </a:cubicBezTo>
                      <a:cubicBezTo>
                        <a:pt x="8062" y="5003"/>
                        <a:pt x="8062" y="5003"/>
                        <a:pt x="8062" y="5003"/>
                      </a:cubicBezTo>
                      <a:cubicBezTo>
                        <a:pt x="8062" y="7905"/>
                        <a:pt x="9996" y="9195"/>
                        <a:pt x="18380" y="13710"/>
                      </a:cubicBezTo>
                      <a:cubicBezTo>
                        <a:pt x="20315" y="14677"/>
                        <a:pt x="22250" y="15967"/>
                        <a:pt x="24507" y="16934"/>
                      </a:cubicBezTo>
                      <a:cubicBezTo>
                        <a:pt x="26442" y="17902"/>
                        <a:pt x="27087" y="20481"/>
                        <a:pt x="26120" y="22416"/>
                      </a:cubicBezTo>
                      <a:cubicBezTo>
                        <a:pt x="24830" y="24028"/>
                        <a:pt x="23540" y="24673"/>
                        <a:pt x="22250" y="2467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Freeform: Shape 164">
                  <a:extLst>
                    <a:ext uri="{FF2B5EF4-FFF2-40B4-BE49-F238E27FC236}">
                      <a16:creationId xmlns:a16="http://schemas.microsoft.com/office/drawing/2014/main" id="{E840BB3B-E83D-D311-82CB-78A3AD16918D}"/>
                    </a:ext>
                  </a:extLst>
                </p:cNvPr>
                <p:cNvSpPr/>
                <p:nvPr/>
              </p:nvSpPr>
              <p:spPr>
                <a:xfrm>
                  <a:off x="5335874" y="6304432"/>
                  <a:ext cx="32246" cy="32246"/>
                </a:xfrm>
                <a:custGeom>
                  <a:avLst/>
                  <a:gdLst>
                    <a:gd name="connsiteX0" fmla="*/ 13221 w 0"/>
                    <a:gd name="connsiteY0" fmla="*/ 23984 h 0"/>
                    <a:gd name="connsiteX1" fmla="*/ 10641 w 0"/>
                    <a:gd name="connsiteY1" fmla="*/ 23017 h 0"/>
                    <a:gd name="connsiteX2" fmla="*/ 5804 w 0"/>
                    <a:gd name="connsiteY2" fmla="*/ 19470 h 0"/>
                    <a:gd name="connsiteX3" fmla="*/ 5804 w 0"/>
                    <a:gd name="connsiteY3" fmla="*/ 19470 h 0"/>
                    <a:gd name="connsiteX4" fmla="*/ 3225 w 0"/>
                    <a:gd name="connsiteY4" fmla="*/ 17857 h 0"/>
                    <a:gd name="connsiteX5" fmla="*/ 0 w 0"/>
                    <a:gd name="connsiteY5" fmla="*/ 15600 h 0"/>
                    <a:gd name="connsiteX6" fmla="*/ 0 w 0"/>
                    <a:gd name="connsiteY6" fmla="*/ 15600 h 0"/>
                    <a:gd name="connsiteX7" fmla="*/ 0 w 0"/>
                    <a:gd name="connsiteY7" fmla="*/ 15600 h 0"/>
                    <a:gd name="connsiteX8" fmla="*/ 0 w 0"/>
                    <a:gd name="connsiteY8" fmla="*/ 15600 h 0"/>
                    <a:gd name="connsiteX9" fmla="*/ 4514 w 0"/>
                    <a:gd name="connsiteY9" fmla="*/ 8828 h 0"/>
                    <a:gd name="connsiteX10" fmla="*/ 4514 w 0"/>
                    <a:gd name="connsiteY10" fmla="*/ 8828 h 0"/>
                    <a:gd name="connsiteX11" fmla="*/ 4514 w 0"/>
                    <a:gd name="connsiteY11" fmla="*/ 8828 h 0"/>
                    <a:gd name="connsiteX12" fmla="*/ 5482 w 0"/>
                    <a:gd name="connsiteY12" fmla="*/ 9473 h 0"/>
                    <a:gd name="connsiteX13" fmla="*/ 10641 w 0"/>
                    <a:gd name="connsiteY13" fmla="*/ 2057 h 0"/>
                    <a:gd name="connsiteX14" fmla="*/ 16123 w 0"/>
                    <a:gd name="connsiteY14" fmla="*/ 444 h 0"/>
                    <a:gd name="connsiteX15" fmla="*/ 17736 w 0"/>
                    <a:gd name="connsiteY15" fmla="*/ 5926 h 0"/>
                    <a:gd name="connsiteX16" fmla="*/ 12254 w 0"/>
                    <a:gd name="connsiteY16" fmla="*/ 13988 h 0"/>
                    <a:gd name="connsiteX17" fmla="*/ 16123 w 0"/>
                    <a:gd name="connsiteY17" fmla="*/ 16568 h 0"/>
                    <a:gd name="connsiteX18" fmla="*/ 16768 w 0"/>
                    <a:gd name="connsiteY18" fmla="*/ 22372 h 0"/>
                    <a:gd name="connsiteX19" fmla="*/ 13221 w 0"/>
                    <a:gd name="connsiteY19" fmla="*/ 2398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>
                      <a:moveTo>
                        <a:pt x="13221" y="23984"/>
                      </a:moveTo>
                      <a:cubicBezTo>
                        <a:pt x="12254" y="23984"/>
                        <a:pt x="11609" y="23662"/>
                        <a:pt x="10641" y="23017"/>
                      </a:cubicBezTo>
                      <a:cubicBezTo>
                        <a:pt x="9029" y="21727"/>
                        <a:pt x="7417" y="20760"/>
                        <a:pt x="5804" y="19470"/>
                      </a:cubicBezTo>
                      <a:lnTo>
                        <a:pt x="5804" y="19470"/>
                      </a:lnTo>
                      <a:lnTo>
                        <a:pt x="3225" y="17857"/>
                      </a:lnTo>
                      <a:cubicBezTo>
                        <a:pt x="1935" y="16890"/>
                        <a:pt x="967" y="16245"/>
                        <a:pt x="0" y="15600"/>
                      </a:cubicBezTo>
                      <a:cubicBezTo>
                        <a:pt x="0" y="15600"/>
                        <a:pt x="0" y="15600"/>
                        <a:pt x="0" y="15600"/>
                      </a:cubicBezTo>
                      <a:cubicBezTo>
                        <a:pt x="0" y="15600"/>
                        <a:pt x="0" y="15600"/>
                        <a:pt x="0" y="15600"/>
                      </a:cubicBezTo>
                      <a:lnTo>
                        <a:pt x="0" y="15600"/>
                      </a:lnTo>
                      <a:lnTo>
                        <a:pt x="4514" y="8828"/>
                      </a:lnTo>
                      <a:lnTo>
                        <a:pt x="4514" y="8828"/>
                      </a:lnTo>
                      <a:lnTo>
                        <a:pt x="4514" y="8828"/>
                      </a:lnTo>
                      <a:cubicBezTo>
                        <a:pt x="4837" y="9151"/>
                        <a:pt x="5159" y="9151"/>
                        <a:pt x="5482" y="9473"/>
                      </a:cubicBezTo>
                      <a:cubicBezTo>
                        <a:pt x="7417" y="7216"/>
                        <a:pt x="9352" y="4959"/>
                        <a:pt x="10641" y="2057"/>
                      </a:cubicBezTo>
                      <a:cubicBezTo>
                        <a:pt x="11609" y="122"/>
                        <a:pt x="14188" y="-523"/>
                        <a:pt x="16123" y="444"/>
                      </a:cubicBezTo>
                      <a:cubicBezTo>
                        <a:pt x="18058" y="1412"/>
                        <a:pt x="18703" y="3992"/>
                        <a:pt x="17736" y="5926"/>
                      </a:cubicBezTo>
                      <a:cubicBezTo>
                        <a:pt x="16123" y="8828"/>
                        <a:pt x="14188" y="11408"/>
                        <a:pt x="12254" y="13988"/>
                      </a:cubicBezTo>
                      <a:cubicBezTo>
                        <a:pt x="13543" y="14955"/>
                        <a:pt x="14833" y="15923"/>
                        <a:pt x="16123" y="16568"/>
                      </a:cubicBezTo>
                      <a:cubicBezTo>
                        <a:pt x="18058" y="17857"/>
                        <a:pt x="18380" y="20437"/>
                        <a:pt x="16768" y="22372"/>
                      </a:cubicBezTo>
                      <a:cubicBezTo>
                        <a:pt x="15478" y="23662"/>
                        <a:pt x="14511" y="23984"/>
                        <a:pt x="13221" y="23984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Freeform: Shape 165">
                  <a:extLst>
                    <a:ext uri="{FF2B5EF4-FFF2-40B4-BE49-F238E27FC236}">
                      <a16:creationId xmlns:a16="http://schemas.microsoft.com/office/drawing/2014/main" id="{270CD5E0-827E-BAB2-5FA9-963500E52E29}"/>
                    </a:ext>
                  </a:extLst>
                </p:cNvPr>
                <p:cNvSpPr/>
                <p:nvPr/>
              </p:nvSpPr>
              <p:spPr>
                <a:xfrm>
                  <a:off x="5373188" y="5347751"/>
                  <a:ext cx="580436" cy="999641"/>
                </a:xfrm>
                <a:custGeom>
                  <a:avLst/>
                  <a:gdLst>
                    <a:gd name="connsiteX0" fmla="*/ 63296 w 580436"/>
                    <a:gd name="connsiteY0" fmla="*/ 1018716 h 999641"/>
                    <a:gd name="connsiteX1" fmla="*/ 62006 w 580436"/>
                    <a:gd name="connsiteY1" fmla="*/ 1018393 h 999641"/>
                    <a:gd name="connsiteX2" fmla="*/ 59749 w 580436"/>
                    <a:gd name="connsiteY2" fmla="*/ 1013234 h 999641"/>
                    <a:gd name="connsiteX3" fmla="*/ 72002 w 580436"/>
                    <a:gd name="connsiteY3" fmla="*/ 997433 h 999641"/>
                    <a:gd name="connsiteX4" fmla="*/ 80064 w 580436"/>
                    <a:gd name="connsiteY4" fmla="*/ 991951 h 999641"/>
                    <a:gd name="connsiteX5" fmla="*/ 85546 w 580436"/>
                    <a:gd name="connsiteY5" fmla="*/ 993241 h 999641"/>
                    <a:gd name="connsiteX6" fmla="*/ 84256 w 580436"/>
                    <a:gd name="connsiteY6" fmla="*/ 998723 h 999641"/>
                    <a:gd name="connsiteX7" fmla="*/ 77162 w 580436"/>
                    <a:gd name="connsiteY7" fmla="*/ 1003560 h 999641"/>
                    <a:gd name="connsiteX8" fmla="*/ 67165 w 580436"/>
                    <a:gd name="connsiteY8" fmla="*/ 1015813 h 999641"/>
                    <a:gd name="connsiteX9" fmla="*/ 63296 w 580436"/>
                    <a:gd name="connsiteY9" fmla="*/ 1018716 h 999641"/>
                    <a:gd name="connsiteX10" fmla="*/ 28792 w 580436"/>
                    <a:gd name="connsiteY10" fmla="*/ 1017103 h 999641"/>
                    <a:gd name="connsiteX11" fmla="*/ 28147 w 580436"/>
                    <a:gd name="connsiteY11" fmla="*/ 1017103 h 999641"/>
                    <a:gd name="connsiteX12" fmla="*/ 26857 w 580436"/>
                    <a:gd name="connsiteY12" fmla="*/ 1016781 h 999641"/>
                    <a:gd name="connsiteX13" fmla="*/ 11379 w 580436"/>
                    <a:gd name="connsiteY13" fmla="*/ 1011944 h 999641"/>
                    <a:gd name="connsiteX14" fmla="*/ 6864 w 580436"/>
                    <a:gd name="connsiteY14" fmla="*/ 1009687 h 999641"/>
                    <a:gd name="connsiteX15" fmla="*/ 1383 w 580436"/>
                    <a:gd name="connsiteY15" fmla="*/ 1005817 h 999641"/>
                    <a:gd name="connsiteX16" fmla="*/ 1060 w 580436"/>
                    <a:gd name="connsiteY16" fmla="*/ 1000013 h 999641"/>
                    <a:gd name="connsiteX17" fmla="*/ 6864 w 580436"/>
                    <a:gd name="connsiteY17" fmla="*/ 999690 h 999641"/>
                    <a:gd name="connsiteX18" fmla="*/ 10734 w 580436"/>
                    <a:gd name="connsiteY18" fmla="*/ 1002270 h 999641"/>
                    <a:gd name="connsiteX19" fmla="*/ 15571 w 580436"/>
                    <a:gd name="connsiteY19" fmla="*/ 1004850 h 999641"/>
                    <a:gd name="connsiteX20" fmla="*/ 28470 w 580436"/>
                    <a:gd name="connsiteY20" fmla="*/ 1008719 h 999641"/>
                    <a:gd name="connsiteX21" fmla="*/ 30082 w 580436"/>
                    <a:gd name="connsiteY21" fmla="*/ 1009042 h 999641"/>
                    <a:gd name="connsiteX22" fmla="*/ 33306 w 580436"/>
                    <a:gd name="connsiteY22" fmla="*/ 1013879 h 999641"/>
                    <a:gd name="connsiteX23" fmla="*/ 28792 w 580436"/>
                    <a:gd name="connsiteY23" fmla="*/ 1017103 h 999641"/>
                    <a:gd name="connsiteX24" fmla="*/ 114890 w 580436"/>
                    <a:gd name="connsiteY24" fmla="*/ 979697 h 999641"/>
                    <a:gd name="connsiteX25" fmla="*/ 111343 w 580436"/>
                    <a:gd name="connsiteY25" fmla="*/ 977763 h 999641"/>
                    <a:gd name="connsiteX26" fmla="*/ 112955 w 580436"/>
                    <a:gd name="connsiteY26" fmla="*/ 972281 h 999641"/>
                    <a:gd name="connsiteX27" fmla="*/ 137140 w 580436"/>
                    <a:gd name="connsiteY27" fmla="*/ 959060 h 999641"/>
                    <a:gd name="connsiteX28" fmla="*/ 142622 w 580436"/>
                    <a:gd name="connsiteY28" fmla="*/ 960994 h 999641"/>
                    <a:gd name="connsiteX29" fmla="*/ 140687 w 580436"/>
                    <a:gd name="connsiteY29" fmla="*/ 966476 h 999641"/>
                    <a:gd name="connsiteX30" fmla="*/ 116825 w 580436"/>
                    <a:gd name="connsiteY30" fmla="*/ 979697 h 999641"/>
                    <a:gd name="connsiteX31" fmla="*/ 114890 w 580436"/>
                    <a:gd name="connsiteY31" fmla="*/ 979697 h 999641"/>
                    <a:gd name="connsiteX32" fmla="*/ 164227 w 580436"/>
                    <a:gd name="connsiteY32" fmla="*/ 938422 h 999641"/>
                    <a:gd name="connsiteX33" fmla="*/ 162292 w 580436"/>
                    <a:gd name="connsiteY33" fmla="*/ 938100 h 999641"/>
                    <a:gd name="connsiteX34" fmla="*/ 160680 w 580436"/>
                    <a:gd name="connsiteY34" fmla="*/ 932617 h 999641"/>
                    <a:gd name="connsiteX35" fmla="*/ 163905 w 580436"/>
                    <a:gd name="connsiteY35" fmla="*/ 919397 h 999641"/>
                    <a:gd name="connsiteX36" fmla="*/ 163582 w 580436"/>
                    <a:gd name="connsiteY36" fmla="*/ 915204 h 999641"/>
                    <a:gd name="connsiteX37" fmla="*/ 163260 w 580436"/>
                    <a:gd name="connsiteY37" fmla="*/ 908110 h 999641"/>
                    <a:gd name="connsiteX38" fmla="*/ 167129 w 580436"/>
                    <a:gd name="connsiteY38" fmla="*/ 903918 h 999641"/>
                    <a:gd name="connsiteX39" fmla="*/ 167129 w 580436"/>
                    <a:gd name="connsiteY39" fmla="*/ 903918 h 999641"/>
                    <a:gd name="connsiteX40" fmla="*/ 171321 w 580436"/>
                    <a:gd name="connsiteY40" fmla="*/ 907788 h 999641"/>
                    <a:gd name="connsiteX41" fmla="*/ 171644 w 580436"/>
                    <a:gd name="connsiteY41" fmla="*/ 914237 h 999641"/>
                    <a:gd name="connsiteX42" fmla="*/ 171966 w 580436"/>
                    <a:gd name="connsiteY42" fmla="*/ 919397 h 999641"/>
                    <a:gd name="connsiteX43" fmla="*/ 167774 w 580436"/>
                    <a:gd name="connsiteY43" fmla="*/ 936487 h 999641"/>
                    <a:gd name="connsiteX44" fmla="*/ 164227 w 580436"/>
                    <a:gd name="connsiteY44" fmla="*/ 938422 h 999641"/>
                    <a:gd name="connsiteX45" fmla="*/ 169064 w 580436"/>
                    <a:gd name="connsiteY45" fmla="*/ 873607 h 999641"/>
                    <a:gd name="connsiteX46" fmla="*/ 168097 w 580436"/>
                    <a:gd name="connsiteY46" fmla="*/ 873607 h 999641"/>
                    <a:gd name="connsiteX47" fmla="*/ 165195 w 580436"/>
                    <a:gd name="connsiteY47" fmla="*/ 868769 h 999641"/>
                    <a:gd name="connsiteX48" fmla="*/ 171321 w 580436"/>
                    <a:gd name="connsiteY48" fmla="*/ 853936 h 999641"/>
                    <a:gd name="connsiteX49" fmla="*/ 176158 w 580436"/>
                    <a:gd name="connsiteY49" fmla="*/ 843295 h 999641"/>
                    <a:gd name="connsiteX50" fmla="*/ 181318 w 580436"/>
                    <a:gd name="connsiteY50" fmla="*/ 840715 h 999641"/>
                    <a:gd name="connsiteX51" fmla="*/ 183575 w 580436"/>
                    <a:gd name="connsiteY51" fmla="*/ 845875 h 999641"/>
                    <a:gd name="connsiteX52" fmla="*/ 178093 w 580436"/>
                    <a:gd name="connsiteY52" fmla="*/ 857483 h 999641"/>
                    <a:gd name="connsiteX53" fmla="*/ 172611 w 580436"/>
                    <a:gd name="connsiteY53" fmla="*/ 870382 h 999641"/>
                    <a:gd name="connsiteX54" fmla="*/ 169064 w 580436"/>
                    <a:gd name="connsiteY54" fmla="*/ 873607 h 999641"/>
                    <a:gd name="connsiteX55" fmla="*/ 205180 w 580436"/>
                    <a:gd name="connsiteY55" fmla="*/ 822979 h 999641"/>
                    <a:gd name="connsiteX56" fmla="*/ 201311 w 580436"/>
                    <a:gd name="connsiteY56" fmla="*/ 820400 h 999641"/>
                    <a:gd name="connsiteX57" fmla="*/ 203568 w 580436"/>
                    <a:gd name="connsiteY57" fmla="*/ 815240 h 999641"/>
                    <a:gd name="connsiteX58" fmla="*/ 230332 w 580436"/>
                    <a:gd name="connsiteY58" fmla="*/ 806856 h 999641"/>
                    <a:gd name="connsiteX59" fmla="*/ 235169 w 580436"/>
                    <a:gd name="connsiteY59" fmla="*/ 810081 h 999641"/>
                    <a:gd name="connsiteX60" fmla="*/ 231945 w 580436"/>
                    <a:gd name="connsiteY60" fmla="*/ 814918 h 999641"/>
                    <a:gd name="connsiteX61" fmla="*/ 206470 w 580436"/>
                    <a:gd name="connsiteY61" fmla="*/ 822657 h 999641"/>
                    <a:gd name="connsiteX62" fmla="*/ 205180 w 580436"/>
                    <a:gd name="connsiteY62" fmla="*/ 822979 h 999641"/>
                    <a:gd name="connsiteX63" fmla="*/ 267416 w 580436"/>
                    <a:gd name="connsiteY63" fmla="*/ 803309 h 999641"/>
                    <a:gd name="connsiteX64" fmla="*/ 263869 w 580436"/>
                    <a:gd name="connsiteY64" fmla="*/ 801052 h 999641"/>
                    <a:gd name="connsiteX65" fmla="*/ 265804 w 580436"/>
                    <a:gd name="connsiteY65" fmla="*/ 795570 h 999641"/>
                    <a:gd name="connsiteX66" fmla="*/ 289666 w 580436"/>
                    <a:gd name="connsiteY66" fmla="*/ 785896 h 999641"/>
                    <a:gd name="connsiteX67" fmla="*/ 291601 w 580436"/>
                    <a:gd name="connsiteY67" fmla="*/ 785251 h 999641"/>
                    <a:gd name="connsiteX68" fmla="*/ 296760 w 580436"/>
                    <a:gd name="connsiteY68" fmla="*/ 787831 h 999641"/>
                    <a:gd name="connsiteX69" fmla="*/ 294180 w 580436"/>
                    <a:gd name="connsiteY69" fmla="*/ 792990 h 999641"/>
                    <a:gd name="connsiteX70" fmla="*/ 292246 w 580436"/>
                    <a:gd name="connsiteY70" fmla="*/ 793635 h 999641"/>
                    <a:gd name="connsiteX71" fmla="*/ 269351 w 580436"/>
                    <a:gd name="connsiteY71" fmla="*/ 802664 h 999641"/>
                    <a:gd name="connsiteX72" fmla="*/ 267416 w 580436"/>
                    <a:gd name="connsiteY72" fmla="*/ 803309 h 999641"/>
                    <a:gd name="connsiteX73" fmla="*/ 353836 w 580436"/>
                    <a:gd name="connsiteY73" fmla="*/ 790733 h 999641"/>
                    <a:gd name="connsiteX74" fmla="*/ 342873 w 580436"/>
                    <a:gd name="connsiteY74" fmla="*/ 789766 h 999641"/>
                    <a:gd name="connsiteX75" fmla="*/ 332231 w 580436"/>
                    <a:gd name="connsiteY75" fmla="*/ 787831 h 999641"/>
                    <a:gd name="connsiteX76" fmla="*/ 329007 w 580436"/>
                    <a:gd name="connsiteY76" fmla="*/ 787186 h 999641"/>
                    <a:gd name="connsiteX77" fmla="*/ 325782 w 580436"/>
                    <a:gd name="connsiteY77" fmla="*/ 782671 h 999641"/>
                    <a:gd name="connsiteX78" fmla="*/ 330297 w 580436"/>
                    <a:gd name="connsiteY78" fmla="*/ 779447 h 999641"/>
                    <a:gd name="connsiteX79" fmla="*/ 333521 w 580436"/>
                    <a:gd name="connsiteY79" fmla="*/ 780092 h 999641"/>
                    <a:gd name="connsiteX80" fmla="*/ 344163 w 580436"/>
                    <a:gd name="connsiteY80" fmla="*/ 782026 h 999641"/>
                    <a:gd name="connsiteX81" fmla="*/ 356416 w 580436"/>
                    <a:gd name="connsiteY81" fmla="*/ 782671 h 999641"/>
                    <a:gd name="connsiteX82" fmla="*/ 360608 w 580436"/>
                    <a:gd name="connsiteY82" fmla="*/ 786541 h 999641"/>
                    <a:gd name="connsiteX83" fmla="*/ 356739 w 580436"/>
                    <a:gd name="connsiteY83" fmla="*/ 790733 h 999641"/>
                    <a:gd name="connsiteX84" fmla="*/ 353836 w 580436"/>
                    <a:gd name="connsiteY84" fmla="*/ 790733 h 999641"/>
                    <a:gd name="connsiteX85" fmla="*/ 350289 w 580436"/>
                    <a:gd name="connsiteY85" fmla="*/ 776222 h 999641"/>
                    <a:gd name="connsiteX86" fmla="*/ 348032 w 580436"/>
                    <a:gd name="connsiteY86" fmla="*/ 775577 h 999641"/>
                    <a:gd name="connsiteX87" fmla="*/ 346097 w 580436"/>
                    <a:gd name="connsiteY87" fmla="*/ 774287 h 999641"/>
                    <a:gd name="connsiteX88" fmla="*/ 342228 w 580436"/>
                    <a:gd name="connsiteY88" fmla="*/ 771708 h 999641"/>
                    <a:gd name="connsiteX89" fmla="*/ 328684 w 580436"/>
                    <a:gd name="connsiteY89" fmla="*/ 753972 h 999641"/>
                    <a:gd name="connsiteX90" fmla="*/ 330619 w 580436"/>
                    <a:gd name="connsiteY90" fmla="*/ 748490 h 999641"/>
                    <a:gd name="connsiteX91" fmla="*/ 336101 w 580436"/>
                    <a:gd name="connsiteY91" fmla="*/ 750425 h 999641"/>
                    <a:gd name="connsiteX92" fmla="*/ 346742 w 580436"/>
                    <a:gd name="connsiteY92" fmla="*/ 764613 h 999641"/>
                    <a:gd name="connsiteX93" fmla="*/ 350934 w 580436"/>
                    <a:gd name="connsiteY93" fmla="*/ 767193 h 999641"/>
                    <a:gd name="connsiteX94" fmla="*/ 352869 w 580436"/>
                    <a:gd name="connsiteY94" fmla="*/ 768483 h 999641"/>
                    <a:gd name="connsiteX95" fmla="*/ 354159 w 580436"/>
                    <a:gd name="connsiteY95" fmla="*/ 773965 h 999641"/>
                    <a:gd name="connsiteX96" fmla="*/ 350289 w 580436"/>
                    <a:gd name="connsiteY96" fmla="*/ 776222 h 999641"/>
                    <a:gd name="connsiteX97" fmla="*/ 331264 w 580436"/>
                    <a:gd name="connsiteY97" fmla="*/ 719469 h 999641"/>
                    <a:gd name="connsiteX98" fmla="*/ 329652 w 580436"/>
                    <a:gd name="connsiteY98" fmla="*/ 719146 h 999641"/>
                    <a:gd name="connsiteX99" fmla="*/ 327717 w 580436"/>
                    <a:gd name="connsiteY99" fmla="*/ 713664 h 999641"/>
                    <a:gd name="connsiteX100" fmla="*/ 340938 w 580436"/>
                    <a:gd name="connsiteY100" fmla="*/ 689157 h 999641"/>
                    <a:gd name="connsiteX101" fmla="*/ 346420 w 580436"/>
                    <a:gd name="connsiteY101" fmla="*/ 687867 h 999641"/>
                    <a:gd name="connsiteX102" fmla="*/ 347710 w 580436"/>
                    <a:gd name="connsiteY102" fmla="*/ 693348 h 999641"/>
                    <a:gd name="connsiteX103" fmla="*/ 334811 w 580436"/>
                    <a:gd name="connsiteY103" fmla="*/ 716889 h 999641"/>
                    <a:gd name="connsiteX104" fmla="*/ 331264 w 580436"/>
                    <a:gd name="connsiteY104" fmla="*/ 719469 h 999641"/>
                    <a:gd name="connsiteX105" fmla="*/ 366735 w 580436"/>
                    <a:gd name="connsiteY105" fmla="*/ 664327 h 999641"/>
                    <a:gd name="connsiteX106" fmla="*/ 364155 w 580436"/>
                    <a:gd name="connsiteY106" fmla="*/ 663359 h 999641"/>
                    <a:gd name="connsiteX107" fmla="*/ 363833 w 580436"/>
                    <a:gd name="connsiteY107" fmla="*/ 657555 h 999641"/>
                    <a:gd name="connsiteX108" fmla="*/ 368025 w 580436"/>
                    <a:gd name="connsiteY108" fmla="*/ 653040 h 999641"/>
                    <a:gd name="connsiteX109" fmla="*/ 379634 w 580436"/>
                    <a:gd name="connsiteY109" fmla="*/ 636595 h 999641"/>
                    <a:gd name="connsiteX110" fmla="*/ 385115 w 580436"/>
                    <a:gd name="connsiteY110" fmla="*/ 634660 h 999641"/>
                    <a:gd name="connsiteX111" fmla="*/ 387050 w 580436"/>
                    <a:gd name="connsiteY111" fmla="*/ 640142 h 999641"/>
                    <a:gd name="connsiteX112" fmla="*/ 373829 w 580436"/>
                    <a:gd name="connsiteY112" fmla="*/ 658845 h 999641"/>
                    <a:gd name="connsiteX113" fmla="*/ 369960 w 580436"/>
                    <a:gd name="connsiteY113" fmla="*/ 662714 h 999641"/>
                    <a:gd name="connsiteX114" fmla="*/ 366735 w 580436"/>
                    <a:gd name="connsiteY114" fmla="*/ 664327 h 999641"/>
                    <a:gd name="connsiteX115" fmla="*/ 393500 w 580436"/>
                    <a:gd name="connsiteY115" fmla="*/ 605961 h 999641"/>
                    <a:gd name="connsiteX116" fmla="*/ 392532 w 580436"/>
                    <a:gd name="connsiteY116" fmla="*/ 605961 h 999641"/>
                    <a:gd name="connsiteX117" fmla="*/ 389630 w 580436"/>
                    <a:gd name="connsiteY117" fmla="*/ 601124 h 999641"/>
                    <a:gd name="connsiteX118" fmla="*/ 403496 w 580436"/>
                    <a:gd name="connsiteY118" fmla="*/ 577906 h 999641"/>
                    <a:gd name="connsiteX119" fmla="*/ 405108 w 580436"/>
                    <a:gd name="connsiteY119" fmla="*/ 576294 h 999641"/>
                    <a:gd name="connsiteX120" fmla="*/ 410913 w 580436"/>
                    <a:gd name="connsiteY120" fmla="*/ 576616 h 999641"/>
                    <a:gd name="connsiteX121" fmla="*/ 410590 w 580436"/>
                    <a:gd name="connsiteY121" fmla="*/ 582421 h 999641"/>
                    <a:gd name="connsiteX122" fmla="*/ 409623 w 580436"/>
                    <a:gd name="connsiteY122" fmla="*/ 583388 h 999641"/>
                    <a:gd name="connsiteX123" fmla="*/ 397692 w 580436"/>
                    <a:gd name="connsiteY123" fmla="*/ 603381 h 999641"/>
                    <a:gd name="connsiteX124" fmla="*/ 393500 w 580436"/>
                    <a:gd name="connsiteY124" fmla="*/ 605961 h 999641"/>
                    <a:gd name="connsiteX125" fmla="*/ 506685 w 580436"/>
                    <a:gd name="connsiteY125" fmla="*/ 583066 h 999641"/>
                    <a:gd name="connsiteX126" fmla="*/ 504750 w 580436"/>
                    <a:gd name="connsiteY126" fmla="*/ 582421 h 999641"/>
                    <a:gd name="connsiteX127" fmla="*/ 503138 w 580436"/>
                    <a:gd name="connsiteY127" fmla="*/ 576939 h 999641"/>
                    <a:gd name="connsiteX128" fmla="*/ 507007 w 580436"/>
                    <a:gd name="connsiteY128" fmla="*/ 566298 h 999641"/>
                    <a:gd name="connsiteX129" fmla="*/ 507330 w 580436"/>
                    <a:gd name="connsiteY129" fmla="*/ 565653 h 999641"/>
                    <a:gd name="connsiteX130" fmla="*/ 508942 w 580436"/>
                    <a:gd name="connsiteY130" fmla="*/ 552431 h 999641"/>
                    <a:gd name="connsiteX131" fmla="*/ 513134 w 580436"/>
                    <a:gd name="connsiteY131" fmla="*/ 548562 h 999641"/>
                    <a:gd name="connsiteX132" fmla="*/ 517004 w 580436"/>
                    <a:gd name="connsiteY132" fmla="*/ 552754 h 999641"/>
                    <a:gd name="connsiteX133" fmla="*/ 515069 w 580436"/>
                    <a:gd name="connsiteY133" fmla="*/ 568232 h 999641"/>
                    <a:gd name="connsiteX134" fmla="*/ 514746 w 580436"/>
                    <a:gd name="connsiteY134" fmla="*/ 568877 h 999641"/>
                    <a:gd name="connsiteX135" fmla="*/ 510232 w 580436"/>
                    <a:gd name="connsiteY135" fmla="*/ 581131 h 999641"/>
                    <a:gd name="connsiteX136" fmla="*/ 506685 w 580436"/>
                    <a:gd name="connsiteY136" fmla="*/ 583066 h 999641"/>
                    <a:gd name="connsiteX137" fmla="*/ 471536 w 580436"/>
                    <a:gd name="connsiteY137" fmla="*/ 576939 h 999641"/>
                    <a:gd name="connsiteX138" fmla="*/ 470891 w 580436"/>
                    <a:gd name="connsiteY138" fmla="*/ 576939 h 999641"/>
                    <a:gd name="connsiteX139" fmla="*/ 447996 w 580436"/>
                    <a:gd name="connsiteY139" fmla="*/ 575971 h 999641"/>
                    <a:gd name="connsiteX140" fmla="*/ 444127 w 580436"/>
                    <a:gd name="connsiteY140" fmla="*/ 575971 h 999641"/>
                    <a:gd name="connsiteX141" fmla="*/ 440257 w 580436"/>
                    <a:gd name="connsiteY141" fmla="*/ 571780 h 999641"/>
                    <a:gd name="connsiteX142" fmla="*/ 444449 w 580436"/>
                    <a:gd name="connsiteY142" fmla="*/ 567910 h 999641"/>
                    <a:gd name="connsiteX143" fmla="*/ 448319 w 580436"/>
                    <a:gd name="connsiteY143" fmla="*/ 567910 h 999641"/>
                    <a:gd name="connsiteX144" fmla="*/ 472181 w 580436"/>
                    <a:gd name="connsiteY144" fmla="*/ 568877 h 999641"/>
                    <a:gd name="connsiteX145" fmla="*/ 475406 w 580436"/>
                    <a:gd name="connsiteY145" fmla="*/ 573392 h 999641"/>
                    <a:gd name="connsiteX146" fmla="*/ 471536 w 580436"/>
                    <a:gd name="connsiteY146" fmla="*/ 576939 h 999641"/>
                    <a:gd name="connsiteX147" fmla="*/ 510877 w 580436"/>
                    <a:gd name="connsiteY147" fmla="*/ 518573 h 999641"/>
                    <a:gd name="connsiteX148" fmla="*/ 507007 w 580436"/>
                    <a:gd name="connsiteY148" fmla="*/ 515025 h 999641"/>
                    <a:gd name="connsiteX149" fmla="*/ 506040 w 580436"/>
                    <a:gd name="connsiteY149" fmla="*/ 504707 h 999641"/>
                    <a:gd name="connsiteX150" fmla="*/ 505395 w 580436"/>
                    <a:gd name="connsiteY150" fmla="*/ 492131 h 999641"/>
                    <a:gd name="connsiteX151" fmla="*/ 505395 w 580436"/>
                    <a:gd name="connsiteY151" fmla="*/ 487293 h 999641"/>
                    <a:gd name="connsiteX152" fmla="*/ 509587 w 580436"/>
                    <a:gd name="connsiteY152" fmla="*/ 483424 h 999641"/>
                    <a:gd name="connsiteX153" fmla="*/ 513456 w 580436"/>
                    <a:gd name="connsiteY153" fmla="*/ 487616 h 999641"/>
                    <a:gd name="connsiteX154" fmla="*/ 513456 w 580436"/>
                    <a:gd name="connsiteY154" fmla="*/ 492453 h 999641"/>
                    <a:gd name="connsiteX155" fmla="*/ 514101 w 580436"/>
                    <a:gd name="connsiteY155" fmla="*/ 504384 h 999641"/>
                    <a:gd name="connsiteX156" fmla="*/ 515069 w 580436"/>
                    <a:gd name="connsiteY156" fmla="*/ 514703 h 999641"/>
                    <a:gd name="connsiteX157" fmla="*/ 511522 w 580436"/>
                    <a:gd name="connsiteY157" fmla="*/ 518895 h 999641"/>
                    <a:gd name="connsiteX158" fmla="*/ 510877 w 580436"/>
                    <a:gd name="connsiteY158" fmla="*/ 518573 h 999641"/>
                    <a:gd name="connsiteX159" fmla="*/ 511522 w 580436"/>
                    <a:gd name="connsiteY159" fmla="*/ 452790 h 999641"/>
                    <a:gd name="connsiteX160" fmla="*/ 511522 w 580436"/>
                    <a:gd name="connsiteY160" fmla="*/ 452790 h 999641"/>
                    <a:gd name="connsiteX161" fmla="*/ 507330 w 580436"/>
                    <a:gd name="connsiteY161" fmla="*/ 448598 h 999641"/>
                    <a:gd name="connsiteX162" fmla="*/ 507652 w 580436"/>
                    <a:gd name="connsiteY162" fmla="*/ 428927 h 999641"/>
                    <a:gd name="connsiteX163" fmla="*/ 507652 w 580436"/>
                    <a:gd name="connsiteY163" fmla="*/ 421511 h 999641"/>
                    <a:gd name="connsiteX164" fmla="*/ 511522 w 580436"/>
                    <a:gd name="connsiteY164" fmla="*/ 417319 h 999641"/>
                    <a:gd name="connsiteX165" fmla="*/ 511522 w 580436"/>
                    <a:gd name="connsiteY165" fmla="*/ 417319 h 999641"/>
                    <a:gd name="connsiteX166" fmla="*/ 515391 w 580436"/>
                    <a:gd name="connsiteY166" fmla="*/ 421189 h 999641"/>
                    <a:gd name="connsiteX167" fmla="*/ 515391 w 580436"/>
                    <a:gd name="connsiteY167" fmla="*/ 428605 h 999641"/>
                    <a:gd name="connsiteX168" fmla="*/ 515069 w 580436"/>
                    <a:gd name="connsiteY168" fmla="*/ 448598 h 999641"/>
                    <a:gd name="connsiteX169" fmla="*/ 511522 w 580436"/>
                    <a:gd name="connsiteY169" fmla="*/ 452790 h 999641"/>
                    <a:gd name="connsiteX170" fmla="*/ 508297 w 580436"/>
                    <a:gd name="connsiteY170" fmla="*/ 387330 h 999641"/>
                    <a:gd name="connsiteX171" fmla="*/ 504428 w 580436"/>
                    <a:gd name="connsiteY171" fmla="*/ 384105 h 999641"/>
                    <a:gd name="connsiteX172" fmla="*/ 497011 w 580436"/>
                    <a:gd name="connsiteY172" fmla="*/ 360887 h 999641"/>
                    <a:gd name="connsiteX173" fmla="*/ 496043 w 580436"/>
                    <a:gd name="connsiteY173" fmla="*/ 359275 h 999641"/>
                    <a:gd name="connsiteX174" fmla="*/ 497656 w 580436"/>
                    <a:gd name="connsiteY174" fmla="*/ 353793 h 999641"/>
                    <a:gd name="connsiteX175" fmla="*/ 503138 w 580436"/>
                    <a:gd name="connsiteY175" fmla="*/ 355405 h 999641"/>
                    <a:gd name="connsiteX176" fmla="*/ 503782 w 580436"/>
                    <a:gd name="connsiteY176" fmla="*/ 356696 h 999641"/>
                    <a:gd name="connsiteX177" fmla="*/ 512167 w 580436"/>
                    <a:gd name="connsiteY177" fmla="*/ 382170 h 999641"/>
                    <a:gd name="connsiteX178" fmla="*/ 508942 w 580436"/>
                    <a:gd name="connsiteY178" fmla="*/ 387007 h 999641"/>
                    <a:gd name="connsiteX179" fmla="*/ 508297 w 580436"/>
                    <a:gd name="connsiteY179" fmla="*/ 387330 h 999641"/>
                    <a:gd name="connsiteX180" fmla="*/ 499268 w 580436"/>
                    <a:gd name="connsiteY180" fmla="*/ 324449 h 999641"/>
                    <a:gd name="connsiteX181" fmla="*/ 495398 w 580436"/>
                    <a:gd name="connsiteY181" fmla="*/ 320902 h 999641"/>
                    <a:gd name="connsiteX182" fmla="*/ 490239 w 580436"/>
                    <a:gd name="connsiteY182" fmla="*/ 295105 h 999641"/>
                    <a:gd name="connsiteX183" fmla="*/ 490239 w 580436"/>
                    <a:gd name="connsiteY183" fmla="*/ 294460 h 999641"/>
                    <a:gd name="connsiteX184" fmla="*/ 493141 w 580436"/>
                    <a:gd name="connsiteY184" fmla="*/ 289623 h 999641"/>
                    <a:gd name="connsiteX185" fmla="*/ 497978 w 580436"/>
                    <a:gd name="connsiteY185" fmla="*/ 292525 h 999641"/>
                    <a:gd name="connsiteX186" fmla="*/ 497978 w 580436"/>
                    <a:gd name="connsiteY186" fmla="*/ 293170 h 999641"/>
                    <a:gd name="connsiteX187" fmla="*/ 503138 w 580436"/>
                    <a:gd name="connsiteY187" fmla="*/ 319612 h 999641"/>
                    <a:gd name="connsiteX188" fmla="*/ 499590 w 580436"/>
                    <a:gd name="connsiteY188" fmla="*/ 324126 h 999641"/>
                    <a:gd name="connsiteX189" fmla="*/ 499268 w 580436"/>
                    <a:gd name="connsiteY189" fmla="*/ 324449 h 999641"/>
                    <a:gd name="connsiteX190" fmla="*/ 487337 w 580436"/>
                    <a:gd name="connsiteY190" fmla="*/ 259633 h 999641"/>
                    <a:gd name="connsiteX191" fmla="*/ 483467 w 580436"/>
                    <a:gd name="connsiteY191" fmla="*/ 256086 h 999641"/>
                    <a:gd name="connsiteX192" fmla="*/ 483467 w 580436"/>
                    <a:gd name="connsiteY192" fmla="*/ 255441 h 999641"/>
                    <a:gd name="connsiteX193" fmla="*/ 497978 w 580436"/>
                    <a:gd name="connsiteY193" fmla="*/ 230289 h 999641"/>
                    <a:gd name="connsiteX194" fmla="*/ 503460 w 580436"/>
                    <a:gd name="connsiteY194" fmla="*/ 231256 h 999641"/>
                    <a:gd name="connsiteX195" fmla="*/ 502493 w 580436"/>
                    <a:gd name="connsiteY195" fmla="*/ 236739 h 999641"/>
                    <a:gd name="connsiteX196" fmla="*/ 491206 w 580436"/>
                    <a:gd name="connsiteY196" fmla="*/ 255441 h 999641"/>
                    <a:gd name="connsiteX197" fmla="*/ 487337 w 580436"/>
                    <a:gd name="connsiteY197" fmla="*/ 259633 h 999641"/>
                    <a:gd name="connsiteX198" fmla="*/ 487337 w 580436"/>
                    <a:gd name="connsiteY198" fmla="*/ 259633 h 999641"/>
                    <a:gd name="connsiteX199" fmla="*/ 527967 w 580436"/>
                    <a:gd name="connsiteY199" fmla="*/ 210941 h 999641"/>
                    <a:gd name="connsiteX200" fmla="*/ 525388 w 580436"/>
                    <a:gd name="connsiteY200" fmla="*/ 209974 h 999641"/>
                    <a:gd name="connsiteX201" fmla="*/ 524743 w 580436"/>
                    <a:gd name="connsiteY201" fmla="*/ 204169 h 999641"/>
                    <a:gd name="connsiteX202" fmla="*/ 541188 w 580436"/>
                    <a:gd name="connsiteY202" fmla="*/ 182564 h 999641"/>
                    <a:gd name="connsiteX203" fmla="*/ 546670 w 580436"/>
                    <a:gd name="connsiteY203" fmla="*/ 181597 h 999641"/>
                    <a:gd name="connsiteX204" fmla="*/ 547638 w 580436"/>
                    <a:gd name="connsiteY204" fmla="*/ 187079 h 999641"/>
                    <a:gd name="connsiteX205" fmla="*/ 530870 w 580436"/>
                    <a:gd name="connsiteY205" fmla="*/ 209007 h 999641"/>
                    <a:gd name="connsiteX206" fmla="*/ 527967 w 580436"/>
                    <a:gd name="connsiteY206" fmla="*/ 210941 h 999641"/>
                    <a:gd name="connsiteX207" fmla="*/ 564083 w 580436"/>
                    <a:gd name="connsiteY207" fmla="*/ 156445 h 999641"/>
                    <a:gd name="connsiteX208" fmla="*/ 562148 w 580436"/>
                    <a:gd name="connsiteY208" fmla="*/ 156122 h 999641"/>
                    <a:gd name="connsiteX209" fmla="*/ 560214 w 580436"/>
                    <a:gd name="connsiteY209" fmla="*/ 150640 h 999641"/>
                    <a:gd name="connsiteX210" fmla="*/ 570855 w 580436"/>
                    <a:gd name="connsiteY210" fmla="*/ 126133 h 999641"/>
                    <a:gd name="connsiteX211" fmla="*/ 576014 w 580436"/>
                    <a:gd name="connsiteY211" fmla="*/ 123553 h 999641"/>
                    <a:gd name="connsiteX212" fmla="*/ 578594 w 580436"/>
                    <a:gd name="connsiteY212" fmla="*/ 128713 h 999641"/>
                    <a:gd name="connsiteX213" fmla="*/ 567631 w 580436"/>
                    <a:gd name="connsiteY213" fmla="*/ 154187 h 999641"/>
                    <a:gd name="connsiteX214" fmla="*/ 564083 w 580436"/>
                    <a:gd name="connsiteY214" fmla="*/ 156445 h 999641"/>
                    <a:gd name="connsiteX215" fmla="*/ 585689 w 580436"/>
                    <a:gd name="connsiteY215" fmla="*/ 94531 h 999641"/>
                    <a:gd name="connsiteX216" fmla="*/ 585044 w 580436"/>
                    <a:gd name="connsiteY216" fmla="*/ 94531 h 999641"/>
                    <a:gd name="connsiteX217" fmla="*/ 581497 w 580436"/>
                    <a:gd name="connsiteY217" fmla="*/ 90017 h 999641"/>
                    <a:gd name="connsiteX218" fmla="*/ 581819 w 580436"/>
                    <a:gd name="connsiteY218" fmla="*/ 87115 h 999641"/>
                    <a:gd name="connsiteX219" fmla="*/ 581174 w 580436"/>
                    <a:gd name="connsiteY219" fmla="*/ 80988 h 999641"/>
                    <a:gd name="connsiteX220" fmla="*/ 579562 w 580436"/>
                    <a:gd name="connsiteY220" fmla="*/ 63252 h 999641"/>
                    <a:gd name="connsiteX221" fmla="*/ 583431 w 580436"/>
                    <a:gd name="connsiteY221" fmla="*/ 59060 h 999641"/>
                    <a:gd name="connsiteX222" fmla="*/ 583431 w 580436"/>
                    <a:gd name="connsiteY222" fmla="*/ 59060 h 999641"/>
                    <a:gd name="connsiteX223" fmla="*/ 587623 w 580436"/>
                    <a:gd name="connsiteY223" fmla="*/ 62930 h 999641"/>
                    <a:gd name="connsiteX224" fmla="*/ 589236 w 580436"/>
                    <a:gd name="connsiteY224" fmla="*/ 79376 h 999641"/>
                    <a:gd name="connsiteX225" fmla="*/ 590203 w 580436"/>
                    <a:gd name="connsiteY225" fmla="*/ 86792 h 999641"/>
                    <a:gd name="connsiteX226" fmla="*/ 589880 w 580436"/>
                    <a:gd name="connsiteY226" fmla="*/ 90662 h 999641"/>
                    <a:gd name="connsiteX227" fmla="*/ 585689 w 580436"/>
                    <a:gd name="connsiteY227" fmla="*/ 94531 h 999641"/>
                    <a:gd name="connsiteX228" fmla="*/ 596975 w 580436"/>
                    <a:gd name="connsiteY228" fmla="*/ 32618 h 999641"/>
                    <a:gd name="connsiteX229" fmla="*/ 594717 w 580436"/>
                    <a:gd name="connsiteY229" fmla="*/ 31973 h 999641"/>
                    <a:gd name="connsiteX230" fmla="*/ 593750 w 580436"/>
                    <a:gd name="connsiteY230" fmla="*/ 26491 h 999641"/>
                    <a:gd name="connsiteX231" fmla="*/ 602457 w 580436"/>
                    <a:gd name="connsiteY231" fmla="*/ 10046 h 999641"/>
                    <a:gd name="connsiteX232" fmla="*/ 604392 w 580436"/>
                    <a:gd name="connsiteY232" fmla="*/ 3274 h 999641"/>
                    <a:gd name="connsiteX233" fmla="*/ 609229 w 580436"/>
                    <a:gd name="connsiteY233" fmla="*/ 49 h 999641"/>
                    <a:gd name="connsiteX234" fmla="*/ 612453 w 580436"/>
                    <a:gd name="connsiteY234" fmla="*/ 4886 h 999641"/>
                    <a:gd name="connsiteX235" fmla="*/ 610518 w 580436"/>
                    <a:gd name="connsiteY235" fmla="*/ 12303 h 999641"/>
                    <a:gd name="connsiteX236" fmla="*/ 600522 w 580436"/>
                    <a:gd name="connsiteY236" fmla="*/ 31006 h 999641"/>
                    <a:gd name="connsiteX237" fmla="*/ 596975 w 580436"/>
                    <a:gd name="connsiteY237" fmla="*/ 32618 h 9996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</a:cxnLst>
                  <a:rect l="l" t="t" r="r" b="b"/>
                  <a:pathLst>
                    <a:path w="580436" h="999641">
                      <a:moveTo>
                        <a:pt x="63296" y="1018716"/>
                      </a:moveTo>
                      <a:cubicBezTo>
                        <a:pt x="62973" y="1018716"/>
                        <a:pt x="62328" y="1018716"/>
                        <a:pt x="62006" y="1018393"/>
                      </a:cubicBezTo>
                      <a:cubicBezTo>
                        <a:pt x="60071" y="1017749"/>
                        <a:pt x="58781" y="1015169"/>
                        <a:pt x="59749" y="1013234"/>
                      </a:cubicBezTo>
                      <a:cubicBezTo>
                        <a:pt x="61683" y="1008074"/>
                        <a:pt x="65875" y="1002593"/>
                        <a:pt x="72002" y="997433"/>
                      </a:cubicBezTo>
                      <a:cubicBezTo>
                        <a:pt x="73615" y="996143"/>
                        <a:pt x="76194" y="994531"/>
                        <a:pt x="80064" y="991951"/>
                      </a:cubicBezTo>
                      <a:cubicBezTo>
                        <a:pt x="81999" y="990661"/>
                        <a:pt x="84578" y="991306"/>
                        <a:pt x="85546" y="993241"/>
                      </a:cubicBezTo>
                      <a:cubicBezTo>
                        <a:pt x="86836" y="995176"/>
                        <a:pt x="86191" y="997755"/>
                        <a:pt x="84256" y="998723"/>
                      </a:cubicBezTo>
                      <a:cubicBezTo>
                        <a:pt x="79741" y="1001625"/>
                        <a:pt x="77807" y="1002915"/>
                        <a:pt x="77162" y="1003560"/>
                      </a:cubicBezTo>
                      <a:cubicBezTo>
                        <a:pt x="70712" y="1009042"/>
                        <a:pt x="68133" y="1013234"/>
                        <a:pt x="67165" y="1015813"/>
                      </a:cubicBezTo>
                      <a:cubicBezTo>
                        <a:pt x="66198" y="1017749"/>
                        <a:pt x="64908" y="1018716"/>
                        <a:pt x="63296" y="1018716"/>
                      </a:cubicBezTo>
                      <a:close/>
                      <a:moveTo>
                        <a:pt x="28792" y="1017103"/>
                      </a:moveTo>
                      <a:cubicBezTo>
                        <a:pt x="28470" y="1017103"/>
                        <a:pt x="28470" y="1017103"/>
                        <a:pt x="28147" y="1017103"/>
                      </a:cubicBezTo>
                      <a:cubicBezTo>
                        <a:pt x="27825" y="1017103"/>
                        <a:pt x="27180" y="1017103"/>
                        <a:pt x="26857" y="1016781"/>
                      </a:cubicBezTo>
                      <a:cubicBezTo>
                        <a:pt x="18473" y="1015813"/>
                        <a:pt x="16861" y="1014846"/>
                        <a:pt x="11379" y="1011944"/>
                      </a:cubicBezTo>
                      <a:cubicBezTo>
                        <a:pt x="10089" y="1011299"/>
                        <a:pt x="8799" y="1010654"/>
                        <a:pt x="6864" y="1009687"/>
                      </a:cubicBezTo>
                      <a:cubicBezTo>
                        <a:pt x="4930" y="1008719"/>
                        <a:pt x="3317" y="1007752"/>
                        <a:pt x="1383" y="1005817"/>
                      </a:cubicBezTo>
                      <a:cubicBezTo>
                        <a:pt x="-230" y="1004527"/>
                        <a:pt x="-552" y="1001948"/>
                        <a:pt x="1060" y="1000013"/>
                      </a:cubicBezTo>
                      <a:cubicBezTo>
                        <a:pt x="2672" y="998400"/>
                        <a:pt x="4930" y="998078"/>
                        <a:pt x="6864" y="999690"/>
                      </a:cubicBezTo>
                      <a:cubicBezTo>
                        <a:pt x="8154" y="1000980"/>
                        <a:pt x="9444" y="1001625"/>
                        <a:pt x="10734" y="1002270"/>
                      </a:cubicBezTo>
                      <a:cubicBezTo>
                        <a:pt x="12669" y="1003237"/>
                        <a:pt x="14281" y="1004205"/>
                        <a:pt x="15571" y="1004850"/>
                      </a:cubicBezTo>
                      <a:cubicBezTo>
                        <a:pt x="20085" y="1007429"/>
                        <a:pt x="21053" y="1007752"/>
                        <a:pt x="28470" y="1008719"/>
                      </a:cubicBezTo>
                      <a:cubicBezTo>
                        <a:pt x="29114" y="1008719"/>
                        <a:pt x="29437" y="1008719"/>
                        <a:pt x="30082" y="1009042"/>
                      </a:cubicBezTo>
                      <a:cubicBezTo>
                        <a:pt x="32339" y="1009364"/>
                        <a:pt x="33629" y="1011622"/>
                        <a:pt x="33306" y="1013879"/>
                      </a:cubicBezTo>
                      <a:cubicBezTo>
                        <a:pt x="32339" y="1015813"/>
                        <a:pt x="30727" y="1017103"/>
                        <a:pt x="28792" y="1017103"/>
                      </a:cubicBezTo>
                      <a:close/>
                      <a:moveTo>
                        <a:pt x="114890" y="979697"/>
                      </a:moveTo>
                      <a:cubicBezTo>
                        <a:pt x="113600" y="979697"/>
                        <a:pt x="111988" y="979052"/>
                        <a:pt x="111343" y="977763"/>
                      </a:cubicBezTo>
                      <a:cubicBezTo>
                        <a:pt x="110376" y="975828"/>
                        <a:pt x="111020" y="973248"/>
                        <a:pt x="112955" y="972281"/>
                      </a:cubicBezTo>
                      <a:cubicBezTo>
                        <a:pt x="123597" y="966154"/>
                        <a:pt x="132948" y="960994"/>
                        <a:pt x="137140" y="959060"/>
                      </a:cubicBezTo>
                      <a:cubicBezTo>
                        <a:pt x="139075" y="958092"/>
                        <a:pt x="141655" y="958737"/>
                        <a:pt x="142622" y="960994"/>
                      </a:cubicBezTo>
                      <a:cubicBezTo>
                        <a:pt x="143589" y="962929"/>
                        <a:pt x="142944" y="965509"/>
                        <a:pt x="140687" y="966476"/>
                      </a:cubicBezTo>
                      <a:cubicBezTo>
                        <a:pt x="136818" y="968411"/>
                        <a:pt x="127466" y="973571"/>
                        <a:pt x="116825" y="979697"/>
                      </a:cubicBezTo>
                      <a:cubicBezTo>
                        <a:pt x="116180" y="979697"/>
                        <a:pt x="115535" y="979697"/>
                        <a:pt x="114890" y="979697"/>
                      </a:cubicBezTo>
                      <a:close/>
                      <a:moveTo>
                        <a:pt x="164227" y="938422"/>
                      </a:moveTo>
                      <a:cubicBezTo>
                        <a:pt x="163582" y="938422"/>
                        <a:pt x="162937" y="938422"/>
                        <a:pt x="162292" y="938100"/>
                      </a:cubicBezTo>
                      <a:cubicBezTo>
                        <a:pt x="160358" y="937132"/>
                        <a:pt x="159713" y="934553"/>
                        <a:pt x="160680" y="932617"/>
                      </a:cubicBezTo>
                      <a:cubicBezTo>
                        <a:pt x="162937" y="928426"/>
                        <a:pt x="163905" y="924233"/>
                        <a:pt x="163905" y="919397"/>
                      </a:cubicBezTo>
                      <a:cubicBezTo>
                        <a:pt x="163905" y="918107"/>
                        <a:pt x="163905" y="916494"/>
                        <a:pt x="163582" y="915204"/>
                      </a:cubicBezTo>
                      <a:cubicBezTo>
                        <a:pt x="163260" y="912625"/>
                        <a:pt x="163260" y="910368"/>
                        <a:pt x="163260" y="908110"/>
                      </a:cubicBezTo>
                      <a:cubicBezTo>
                        <a:pt x="163260" y="905853"/>
                        <a:pt x="164872" y="903918"/>
                        <a:pt x="167129" y="903918"/>
                      </a:cubicBezTo>
                      <a:cubicBezTo>
                        <a:pt x="167129" y="903918"/>
                        <a:pt x="167129" y="903918"/>
                        <a:pt x="167129" y="903918"/>
                      </a:cubicBezTo>
                      <a:cubicBezTo>
                        <a:pt x="169387" y="903918"/>
                        <a:pt x="170999" y="905853"/>
                        <a:pt x="171321" y="907788"/>
                      </a:cubicBezTo>
                      <a:cubicBezTo>
                        <a:pt x="171321" y="910045"/>
                        <a:pt x="171321" y="911980"/>
                        <a:pt x="171644" y="914237"/>
                      </a:cubicBezTo>
                      <a:cubicBezTo>
                        <a:pt x="171966" y="916172"/>
                        <a:pt x="171966" y="917784"/>
                        <a:pt x="171966" y="919397"/>
                      </a:cubicBezTo>
                      <a:cubicBezTo>
                        <a:pt x="171966" y="925524"/>
                        <a:pt x="170676" y="931005"/>
                        <a:pt x="167774" y="936487"/>
                      </a:cubicBezTo>
                      <a:cubicBezTo>
                        <a:pt x="167129" y="937777"/>
                        <a:pt x="165517" y="938422"/>
                        <a:pt x="164227" y="938422"/>
                      </a:cubicBezTo>
                      <a:close/>
                      <a:moveTo>
                        <a:pt x="169064" y="873607"/>
                      </a:moveTo>
                      <a:cubicBezTo>
                        <a:pt x="168742" y="873607"/>
                        <a:pt x="168419" y="873607"/>
                        <a:pt x="168097" y="873607"/>
                      </a:cubicBezTo>
                      <a:cubicBezTo>
                        <a:pt x="165839" y="872962"/>
                        <a:pt x="164550" y="871027"/>
                        <a:pt x="165195" y="868769"/>
                      </a:cubicBezTo>
                      <a:cubicBezTo>
                        <a:pt x="166484" y="863610"/>
                        <a:pt x="169064" y="858773"/>
                        <a:pt x="171321" y="853936"/>
                      </a:cubicBezTo>
                      <a:cubicBezTo>
                        <a:pt x="173256" y="850389"/>
                        <a:pt x="174869" y="846842"/>
                        <a:pt x="176158" y="843295"/>
                      </a:cubicBezTo>
                      <a:cubicBezTo>
                        <a:pt x="176803" y="841037"/>
                        <a:pt x="179383" y="840070"/>
                        <a:pt x="181318" y="840715"/>
                      </a:cubicBezTo>
                      <a:cubicBezTo>
                        <a:pt x="183253" y="841360"/>
                        <a:pt x="184542" y="843939"/>
                        <a:pt x="183575" y="845875"/>
                      </a:cubicBezTo>
                      <a:cubicBezTo>
                        <a:pt x="181963" y="850066"/>
                        <a:pt x="180028" y="853936"/>
                        <a:pt x="178093" y="857483"/>
                      </a:cubicBezTo>
                      <a:cubicBezTo>
                        <a:pt x="175836" y="861998"/>
                        <a:pt x="173579" y="866190"/>
                        <a:pt x="172611" y="870382"/>
                      </a:cubicBezTo>
                      <a:cubicBezTo>
                        <a:pt x="172611" y="872317"/>
                        <a:pt x="170999" y="873607"/>
                        <a:pt x="169064" y="873607"/>
                      </a:cubicBezTo>
                      <a:close/>
                      <a:moveTo>
                        <a:pt x="205180" y="822979"/>
                      </a:moveTo>
                      <a:cubicBezTo>
                        <a:pt x="203568" y="822979"/>
                        <a:pt x="201955" y="822012"/>
                        <a:pt x="201311" y="820400"/>
                      </a:cubicBezTo>
                      <a:cubicBezTo>
                        <a:pt x="200343" y="818465"/>
                        <a:pt x="201311" y="815885"/>
                        <a:pt x="203568" y="815240"/>
                      </a:cubicBezTo>
                      <a:cubicBezTo>
                        <a:pt x="215499" y="810081"/>
                        <a:pt x="227108" y="807501"/>
                        <a:pt x="230332" y="806856"/>
                      </a:cubicBezTo>
                      <a:cubicBezTo>
                        <a:pt x="232590" y="806534"/>
                        <a:pt x="234524" y="807824"/>
                        <a:pt x="235169" y="810081"/>
                      </a:cubicBezTo>
                      <a:cubicBezTo>
                        <a:pt x="235492" y="812338"/>
                        <a:pt x="234202" y="814273"/>
                        <a:pt x="231945" y="814918"/>
                      </a:cubicBezTo>
                      <a:cubicBezTo>
                        <a:pt x="225495" y="816208"/>
                        <a:pt x="215499" y="819110"/>
                        <a:pt x="206470" y="822657"/>
                      </a:cubicBezTo>
                      <a:cubicBezTo>
                        <a:pt x="206470" y="822657"/>
                        <a:pt x="205825" y="822979"/>
                        <a:pt x="205180" y="822979"/>
                      </a:cubicBezTo>
                      <a:close/>
                      <a:moveTo>
                        <a:pt x="267416" y="803309"/>
                      </a:moveTo>
                      <a:cubicBezTo>
                        <a:pt x="265804" y="803309"/>
                        <a:pt x="264514" y="802342"/>
                        <a:pt x="263869" y="801052"/>
                      </a:cubicBezTo>
                      <a:cubicBezTo>
                        <a:pt x="262901" y="799117"/>
                        <a:pt x="263546" y="796538"/>
                        <a:pt x="265804" y="795570"/>
                      </a:cubicBezTo>
                      <a:cubicBezTo>
                        <a:pt x="273865" y="791700"/>
                        <a:pt x="282249" y="788476"/>
                        <a:pt x="289666" y="785896"/>
                      </a:cubicBezTo>
                      <a:lnTo>
                        <a:pt x="291601" y="785251"/>
                      </a:lnTo>
                      <a:cubicBezTo>
                        <a:pt x="293535" y="784606"/>
                        <a:pt x="296115" y="785573"/>
                        <a:pt x="296760" y="787831"/>
                      </a:cubicBezTo>
                      <a:cubicBezTo>
                        <a:pt x="297405" y="790088"/>
                        <a:pt x="296438" y="792345"/>
                        <a:pt x="294180" y="792990"/>
                      </a:cubicBezTo>
                      <a:lnTo>
                        <a:pt x="292246" y="793635"/>
                      </a:lnTo>
                      <a:cubicBezTo>
                        <a:pt x="285151" y="796215"/>
                        <a:pt x="276767" y="799117"/>
                        <a:pt x="269351" y="802664"/>
                      </a:cubicBezTo>
                      <a:cubicBezTo>
                        <a:pt x="268706" y="802987"/>
                        <a:pt x="268061" y="803309"/>
                        <a:pt x="267416" y="803309"/>
                      </a:cubicBezTo>
                      <a:close/>
                      <a:moveTo>
                        <a:pt x="353836" y="790733"/>
                      </a:moveTo>
                      <a:cubicBezTo>
                        <a:pt x="350289" y="790733"/>
                        <a:pt x="346742" y="790411"/>
                        <a:pt x="342873" y="789766"/>
                      </a:cubicBezTo>
                      <a:cubicBezTo>
                        <a:pt x="338681" y="789121"/>
                        <a:pt x="335133" y="788476"/>
                        <a:pt x="332231" y="787831"/>
                      </a:cubicBezTo>
                      <a:lnTo>
                        <a:pt x="329007" y="787186"/>
                      </a:lnTo>
                      <a:cubicBezTo>
                        <a:pt x="326749" y="786864"/>
                        <a:pt x="325460" y="784606"/>
                        <a:pt x="325782" y="782671"/>
                      </a:cubicBezTo>
                      <a:cubicBezTo>
                        <a:pt x="326104" y="780414"/>
                        <a:pt x="328362" y="779124"/>
                        <a:pt x="330297" y="779447"/>
                      </a:cubicBezTo>
                      <a:lnTo>
                        <a:pt x="333521" y="780092"/>
                      </a:lnTo>
                      <a:cubicBezTo>
                        <a:pt x="336423" y="780737"/>
                        <a:pt x="339970" y="781382"/>
                        <a:pt x="344163" y="782026"/>
                      </a:cubicBezTo>
                      <a:cubicBezTo>
                        <a:pt x="348677" y="782671"/>
                        <a:pt x="352869" y="782994"/>
                        <a:pt x="356416" y="782671"/>
                      </a:cubicBezTo>
                      <a:cubicBezTo>
                        <a:pt x="358673" y="782671"/>
                        <a:pt x="360608" y="784284"/>
                        <a:pt x="360608" y="786541"/>
                      </a:cubicBezTo>
                      <a:cubicBezTo>
                        <a:pt x="360608" y="788798"/>
                        <a:pt x="358996" y="790733"/>
                        <a:pt x="356739" y="790733"/>
                      </a:cubicBezTo>
                      <a:cubicBezTo>
                        <a:pt x="356094" y="790733"/>
                        <a:pt x="355126" y="790733"/>
                        <a:pt x="353836" y="790733"/>
                      </a:cubicBezTo>
                      <a:close/>
                      <a:moveTo>
                        <a:pt x="350289" y="776222"/>
                      </a:moveTo>
                      <a:cubicBezTo>
                        <a:pt x="349644" y="776222"/>
                        <a:pt x="348677" y="775900"/>
                        <a:pt x="348032" y="775577"/>
                      </a:cubicBezTo>
                      <a:lnTo>
                        <a:pt x="346097" y="774287"/>
                      </a:lnTo>
                      <a:cubicBezTo>
                        <a:pt x="344807" y="773642"/>
                        <a:pt x="343518" y="772675"/>
                        <a:pt x="342228" y="771708"/>
                      </a:cubicBezTo>
                      <a:cubicBezTo>
                        <a:pt x="337391" y="768483"/>
                        <a:pt x="332231" y="762034"/>
                        <a:pt x="328684" y="753972"/>
                      </a:cubicBezTo>
                      <a:cubicBezTo>
                        <a:pt x="327717" y="752037"/>
                        <a:pt x="328684" y="749458"/>
                        <a:pt x="330619" y="748490"/>
                      </a:cubicBezTo>
                      <a:cubicBezTo>
                        <a:pt x="332554" y="747523"/>
                        <a:pt x="335133" y="748490"/>
                        <a:pt x="336101" y="750425"/>
                      </a:cubicBezTo>
                      <a:cubicBezTo>
                        <a:pt x="339003" y="756874"/>
                        <a:pt x="343195" y="762356"/>
                        <a:pt x="346742" y="764613"/>
                      </a:cubicBezTo>
                      <a:cubicBezTo>
                        <a:pt x="348354" y="765581"/>
                        <a:pt x="349644" y="766548"/>
                        <a:pt x="350934" y="767193"/>
                      </a:cubicBezTo>
                      <a:lnTo>
                        <a:pt x="352869" y="768483"/>
                      </a:lnTo>
                      <a:cubicBezTo>
                        <a:pt x="354804" y="769773"/>
                        <a:pt x="355126" y="772353"/>
                        <a:pt x="354159" y="773965"/>
                      </a:cubicBezTo>
                      <a:cubicBezTo>
                        <a:pt x="352869" y="775577"/>
                        <a:pt x="351579" y="776222"/>
                        <a:pt x="350289" y="776222"/>
                      </a:cubicBezTo>
                      <a:close/>
                      <a:moveTo>
                        <a:pt x="331264" y="719469"/>
                      </a:moveTo>
                      <a:cubicBezTo>
                        <a:pt x="330619" y="719469"/>
                        <a:pt x="330297" y="719469"/>
                        <a:pt x="329652" y="719146"/>
                      </a:cubicBezTo>
                      <a:cubicBezTo>
                        <a:pt x="327717" y="718178"/>
                        <a:pt x="326749" y="715921"/>
                        <a:pt x="327717" y="713664"/>
                      </a:cubicBezTo>
                      <a:cubicBezTo>
                        <a:pt x="330619" y="706892"/>
                        <a:pt x="335456" y="698186"/>
                        <a:pt x="340938" y="689157"/>
                      </a:cubicBezTo>
                      <a:cubicBezTo>
                        <a:pt x="342228" y="687222"/>
                        <a:pt x="344485" y="686577"/>
                        <a:pt x="346420" y="687867"/>
                      </a:cubicBezTo>
                      <a:cubicBezTo>
                        <a:pt x="348354" y="689157"/>
                        <a:pt x="348999" y="691414"/>
                        <a:pt x="347710" y="693348"/>
                      </a:cubicBezTo>
                      <a:cubicBezTo>
                        <a:pt x="342228" y="702055"/>
                        <a:pt x="337713" y="710439"/>
                        <a:pt x="334811" y="716889"/>
                      </a:cubicBezTo>
                      <a:cubicBezTo>
                        <a:pt x="334166" y="718501"/>
                        <a:pt x="332876" y="719469"/>
                        <a:pt x="331264" y="719469"/>
                      </a:cubicBezTo>
                      <a:close/>
                      <a:moveTo>
                        <a:pt x="366735" y="664327"/>
                      </a:moveTo>
                      <a:cubicBezTo>
                        <a:pt x="365768" y="664327"/>
                        <a:pt x="364800" y="664005"/>
                        <a:pt x="364155" y="663359"/>
                      </a:cubicBezTo>
                      <a:cubicBezTo>
                        <a:pt x="362543" y="661747"/>
                        <a:pt x="362220" y="659490"/>
                        <a:pt x="363833" y="657555"/>
                      </a:cubicBezTo>
                      <a:cubicBezTo>
                        <a:pt x="365123" y="655943"/>
                        <a:pt x="366735" y="654330"/>
                        <a:pt x="368025" y="653040"/>
                      </a:cubicBezTo>
                      <a:cubicBezTo>
                        <a:pt x="373184" y="647881"/>
                        <a:pt x="377054" y="642722"/>
                        <a:pt x="379634" y="636595"/>
                      </a:cubicBezTo>
                      <a:cubicBezTo>
                        <a:pt x="380601" y="634660"/>
                        <a:pt x="382858" y="633693"/>
                        <a:pt x="385115" y="634660"/>
                      </a:cubicBezTo>
                      <a:cubicBezTo>
                        <a:pt x="387050" y="635627"/>
                        <a:pt x="388018" y="637884"/>
                        <a:pt x="387050" y="640142"/>
                      </a:cubicBezTo>
                      <a:cubicBezTo>
                        <a:pt x="383826" y="646914"/>
                        <a:pt x="379634" y="652718"/>
                        <a:pt x="373829" y="658845"/>
                      </a:cubicBezTo>
                      <a:cubicBezTo>
                        <a:pt x="372539" y="660135"/>
                        <a:pt x="371249" y="661425"/>
                        <a:pt x="369960" y="662714"/>
                      </a:cubicBezTo>
                      <a:cubicBezTo>
                        <a:pt x="368992" y="663682"/>
                        <a:pt x="367702" y="664327"/>
                        <a:pt x="366735" y="664327"/>
                      </a:cubicBezTo>
                      <a:close/>
                      <a:moveTo>
                        <a:pt x="393500" y="605961"/>
                      </a:moveTo>
                      <a:cubicBezTo>
                        <a:pt x="393177" y="605961"/>
                        <a:pt x="392855" y="605961"/>
                        <a:pt x="392532" y="605961"/>
                      </a:cubicBezTo>
                      <a:cubicBezTo>
                        <a:pt x="390275" y="605316"/>
                        <a:pt x="388985" y="603059"/>
                        <a:pt x="389630" y="601124"/>
                      </a:cubicBezTo>
                      <a:cubicBezTo>
                        <a:pt x="392210" y="591450"/>
                        <a:pt x="395112" y="586613"/>
                        <a:pt x="403496" y="577906"/>
                      </a:cubicBezTo>
                      <a:cubicBezTo>
                        <a:pt x="404141" y="577261"/>
                        <a:pt x="404463" y="576939"/>
                        <a:pt x="405108" y="576294"/>
                      </a:cubicBezTo>
                      <a:cubicBezTo>
                        <a:pt x="406721" y="574682"/>
                        <a:pt x="409300" y="575004"/>
                        <a:pt x="410913" y="576616"/>
                      </a:cubicBezTo>
                      <a:cubicBezTo>
                        <a:pt x="412525" y="578229"/>
                        <a:pt x="412202" y="580809"/>
                        <a:pt x="410590" y="582421"/>
                      </a:cubicBezTo>
                      <a:cubicBezTo>
                        <a:pt x="410268" y="582743"/>
                        <a:pt x="409945" y="583066"/>
                        <a:pt x="409623" y="583388"/>
                      </a:cubicBezTo>
                      <a:cubicBezTo>
                        <a:pt x="402206" y="591127"/>
                        <a:pt x="399949" y="594997"/>
                        <a:pt x="397692" y="603381"/>
                      </a:cubicBezTo>
                      <a:cubicBezTo>
                        <a:pt x="396724" y="604671"/>
                        <a:pt x="395112" y="605961"/>
                        <a:pt x="393500" y="605961"/>
                      </a:cubicBezTo>
                      <a:close/>
                      <a:moveTo>
                        <a:pt x="506685" y="583066"/>
                      </a:moveTo>
                      <a:cubicBezTo>
                        <a:pt x="506040" y="583066"/>
                        <a:pt x="505395" y="582743"/>
                        <a:pt x="504750" y="582421"/>
                      </a:cubicBezTo>
                      <a:cubicBezTo>
                        <a:pt x="502815" y="581453"/>
                        <a:pt x="502170" y="578874"/>
                        <a:pt x="503138" y="576939"/>
                      </a:cubicBezTo>
                      <a:cubicBezTo>
                        <a:pt x="504428" y="574682"/>
                        <a:pt x="505717" y="570812"/>
                        <a:pt x="507007" y="566298"/>
                      </a:cubicBezTo>
                      <a:lnTo>
                        <a:pt x="507330" y="565653"/>
                      </a:lnTo>
                      <a:cubicBezTo>
                        <a:pt x="508297" y="562751"/>
                        <a:pt x="508619" y="558558"/>
                        <a:pt x="508942" y="552431"/>
                      </a:cubicBezTo>
                      <a:cubicBezTo>
                        <a:pt x="508942" y="550174"/>
                        <a:pt x="510877" y="548562"/>
                        <a:pt x="513134" y="548562"/>
                      </a:cubicBezTo>
                      <a:cubicBezTo>
                        <a:pt x="515391" y="548562"/>
                        <a:pt x="517004" y="550497"/>
                        <a:pt x="517004" y="552754"/>
                      </a:cubicBezTo>
                      <a:cubicBezTo>
                        <a:pt x="516681" y="559526"/>
                        <a:pt x="516359" y="564685"/>
                        <a:pt x="515069" y="568232"/>
                      </a:cubicBezTo>
                      <a:lnTo>
                        <a:pt x="514746" y="568877"/>
                      </a:lnTo>
                      <a:cubicBezTo>
                        <a:pt x="513134" y="574037"/>
                        <a:pt x="511844" y="578229"/>
                        <a:pt x="510232" y="581131"/>
                      </a:cubicBezTo>
                      <a:cubicBezTo>
                        <a:pt x="509264" y="582421"/>
                        <a:pt x="507975" y="583066"/>
                        <a:pt x="506685" y="583066"/>
                      </a:cubicBezTo>
                      <a:close/>
                      <a:moveTo>
                        <a:pt x="471536" y="576939"/>
                      </a:moveTo>
                      <a:cubicBezTo>
                        <a:pt x="471214" y="576939"/>
                        <a:pt x="471214" y="576939"/>
                        <a:pt x="470891" y="576939"/>
                      </a:cubicBezTo>
                      <a:cubicBezTo>
                        <a:pt x="463797" y="575971"/>
                        <a:pt x="455735" y="575971"/>
                        <a:pt x="447996" y="575971"/>
                      </a:cubicBezTo>
                      <a:lnTo>
                        <a:pt x="444127" y="575971"/>
                      </a:lnTo>
                      <a:cubicBezTo>
                        <a:pt x="441869" y="575971"/>
                        <a:pt x="440257" y="574037"/>
                        <a:pt x="440257" y="571780"/>
                      </a:cubicBezTo>
                      <a:cubicBezTo>
                        <a:pt x="440257" y="569522"/>
                        <a:pt x="442192" y="567910"/>
                        <a:pt x="444449" y="567910"/>
                      </a:cubicBezTo>
                      <a:lnTo>
                        <a:pt x="448319" y="567910"/>
                      </a:lnTo>
                      <a:cubicBezTo>
                        <a:pt x="456380" y="568232"/>
                        <a:pt x="464764" y="567910"/>
                        <a:pt x="472181" y="568877"/>
                      </a:cubicBezTo>
                      <a:cubicBezTo>
                        <a:pt x="474438" y="569200"/>
                        <a:pt x="476050" y="571135"/>
                        <a:pt x="475406" y="573392"/>
                      </a:cubicBezTo>
                      <a:cubicBezTo>
                        <a:pt x="475406" y="575649"/>
                        <a:pt x="473471" y="576939"/>
                        <a:pt x="471536" y="576939"/>
                      </a:cubicBezTo>
                      <a:close/>
                      <a:moveTo>
                        <a:pt x="510877" y="518573"/>
                      </a:moveTo>
                      <a:cubicBezTo>
                        <a:pt x="508942" y="518573"/>
                        <a:pt x="507007" y="516960"/>
                        <a:pt x="507007" y="515025"/>
                      </a:cubicBezTo>
                      <a:lnTo>
                        <a:pt x="506040" y="504707"/>
                      </a:lnTo>
                      <a:cubicBezTo>
                        <a:pt x="505717" y="500837"/>
                        <a:pt x="505395" y="496645"/>
                        <a:pt x="505395" y="492131"/>
                      </a:cubicBezTo>
                      <a:cubicBezTo>
                        <a:pt x="505395" y="490518"/>
                        <a:pt x="505395" y="488906"/>
                        <a:pt x="505395" y="487293"/>
                      </a:cubicBezTo>
                      <a:cubicBezTo>
                        <a:pt x="505395" y="485036"/>
                        <a:pt x="507330" y="483102"/>
                        <a:pt x="509587" y="483424"/>
                      </a:cubicBezTo>
                      <a:cubicBezTo>
                        <a:pt x="511844" y="483424"/>
                        <a:pt x="513456" y="485359"/>
                        <a:pt x="513456" y="487616"/>
                      </a:cubicBezTo>
                      <a:cubicBezTo>
                        <a:pt x="513456" y="489228"/>
                        <a:pt x="513456" y="490841"/>
                        <a:pt x="513456" y="492453"/>
                      </a:cubicBezTo>
                      <a:cubicBezTo>
                        <a:pt x="513456" y="496645"/>
                        <a:pt x="513456" y="500515"/>
                        <a:pt x="514101" y="504384"/>
                      </a:cubicBezTo>
                      <a:lnTo>
                        <a:pt x="515069" y="514703"/>
                      </a:lnTo>
                      <a:cubicBezTo>
                        <a:pt x="515391" y="516960"/>
                        <a:pt x="513456" y="518895"/>
                        <a:pt x="511522" y="518895"/>
                      </a:cubicBezTo>
                      <a:cubicBezTo>
                        <a:pt x="511199" y="518573"/>
                        <a:pt x="511199" y="518573"/>
                        <a:pt x="510877" y="518573"/>
                      </a:cubicBezTo>
                      <a:close/>
                      <a:moveTo>
                        <a:pt x="511522" y="452790"/>
                      </a:moveTo>
                      <a:cubicBezTo>
                        <a:pt x="511522" y="452790"/>
                        <a:pt x="511522" y="452790"/>
                        <a:pt x="511522" y="452790"/>
                      </a:cubicBezTo>
                      <a:cubicBezTo>
                        <a:pt x="509264" y="452790"/>
                        <a:pt x="507330" y="450855"/>
                        <a:pt x="507330" y="448598"/>
                      </a:cubicBezTo>
                      <a:cubicBezTo>
                        <a:pt x="507652" y="441826"/>
                        <a:pt x="507652" y="435377"/>
                        <a:pt x="507652" y="428927"/>
                      </a:cubicBezTo>
                      <a:cubicBezTo>
                        <a:pt x="507652" y="426348"/>
                        <a:pt x="507652" y="424091"/>
                        <a:pt x="507652" y="421511"/>
                      </a:cubicBezTo>
                      <a:cubicBezTo>
                        <a:pt x="507652" y="419253"/>
                        <a:pt x="509264" y="417319"/>
                        <a:pt x="511522" y="417319"/>
                      </a:cubicBezTo>
                      <a:cubicBezTo>
                        <a:pt x="511522" y="417319"/>
                        <a:pt x="511522" y="417319"/>
                        <a:pt x="511522" y="417319"/>
                      </a:cubicBezTo>
                      <a:cubicBezTo>
                        <a:pt x="513779" y="417319"/>
                        <a:pt x="515391" y="418931"/>
                        <a:pt x="515391" y="421189"/>
                      </a:cubicBezTo>
                      <a:cubicBezTo>
                        <a:pt x="515391" y="423768"/>
                        <a:pt x="515391" y="426025"/>
                        <a:pt x="515391" y="428605"/>
                      </a:cubicBezTo>
                      <a:cubicBezTo>
                        <a:pt x="515391" y="435377"/>
                        <a:pt x="515391" y="441826"/>
                        <a:pt x="515069" y="448598"/>
                      </a:cubicBezTo>
                      <a:cubicBezTo>
                        <a:pt x="515391" y="451178"/>
                        <a:pt x="513779" y="452790"/>
                        <a:pt x="511522" y="452790"/>
                      </a:cubicBezTo>
                      <a:close/>
                      <a:moveTo>
                        <a:pt x="508297" y="387330"/>
                      </a:moveTo>
                      <a:cubicBezTo>
                        <a:pt x="506362" y="387330"/>
                        <a:pt x="504750" y="386039"/>
                        <a:pt x="504428" y="384105"/>
                      </a:cubicBezTo>
                      <a:cubicBezTo>
                        <a:pt x="502170" y="371529"/>
                        <a:pt x="498945" y="364757"/>
                        <a:pt x="497011" y="360887"/>
                      </a:cubicBezTo>
                      <a:cubicBezTo>
                        <a:pt x="496688" y="360242"/>
                        <a:pt x="496366" y="359920"/>
                        <a:pt x="496043" y="359275"/>
                      </a:cubicBezTo>
                      <a:cubicBezTo>
                        <a:pt x="495076" y="357340"/>
                        <a:pt x="495721" y="354760"/>
                        <a:pt x="497656" y="353793"/>
                      </a:cubicBezTo>
                      <a:cubicBezTo>
                        <a:pt x="499590" y="352826"/>
                        <a:pt x="502170" y="353471"/>
                        <a:pt x="503138" y="355405"/>
                      </a:cubicBezTo>
                      <a:cubicBezTo>
                        <a:pt x="503460" y="355728"/>
                        <a:pt x="503460" y="356373"/>
                        <a:pt x="503782" y="356696"/>
                      </a:cubicBezTo>
                      <a:cubicBezTo>
                        <a:pt x="507330" y="362500"/>
                        <a:pt x="510232" y="371529"/>
                        <a:pt x="512167" y="382170"/>
                      </a:cubicBezTo>
                      <a:cubicBezTo>
                        <a:pt x="512489" y="384427"/>
                        <a:pt x="511199" y="386362"/>
                        <a:pt x="508942" y="387007"/>
                      </a:cubicBezTo>
                      <a:cubicBezTo>
                        <a:pt x="508619" y="387330"/>
                        <a:pt x="508619" y="387330"/>
                        <a:pt x="508297" y="387330"/>
                      </a:cubicBezTo>
                      <a:close/>
                      <a:moveTo>
                        <a:pt x="499268" y="324449"/>
                      </a:moveTo>
                      <a:cubicBezTo>
                        <a:pt x="497333" y="324449"/>
                        <a:pt x="495398" y="322837"/>
                        <a:pt x="495398" y="320902"/>
                      </a:cubicBezTo>
                      <a:cubicBezTo>
                        <a:pt x="494431" y="314130"/>
                        <a:pt x="492496" y="304779"/>
                        <a:pt x="490239" y="295105"/>
                      </a:cubicBezTo>
                      <a:lnTo>
                        <a:pt x="490239" y="294460"/>
                      </a:lnTo>
                      <a:cubicBezTo>
                        <a:pt x="489916" y="292203"/>
                        <a:pt x="491206" y="290267"/>
                        <a:pt x="493141" y="289623"/>
                      </a:cubicBezTo>
                      <a:cubicBezTo>
                        <a:pt x="495398" y="289300"/>
                        <a:pt x="497333" y="290590"/>
                        <a:pt x="497978" y="292525"/>
                      </a:cubicBezTo>
                      <a:lnTo>
                        <a:pt x="497978" y="293170"/>
                      </a:lnTo>
                      <a:cubicBezTo>
                        <a:pt x="500235" y="303166"/>
                        <a:pt x="502170" y="312518"/>
                        <a:pt x="503138" y="319612"/>
                      </a:cubicBezTo>
                      <a:cubicBezTo>
                        <a:pt x="503460" y="321869"/>
                        <a:pt x="501848" y="323804"/>
                        <a:pt x="499590" y="324126"/>
                      </a:cubicBezTo>
                      <a:cubicBezTo>
                        <a:pt x="499590" y="324126"/>
                        <a:pt x="499590" y="324449"/>
                        <a:pt x="499268" y="324449"/>
                      </a:cubicBezTo>
                      <a:close/>
                      <a:moveTo>
                        <a:pt x="487337" y="259633"/>
                      </a:moveTo>
                      <a:cubicBezTo>
                        <a:pt x="485080" y="259633"/>
                        <a:pt x="483467" y="258021"/>
                        <a:pt x="483467" y="256086"/>
                      </a:cubicBezTo>
                      <a:lnTo>
                        <a:pt x="483467" y="255441"/>
                      </a:lnTo>
                      <a:cubicBezTo>
                        <a:pt x="483467" y="241898"/>
                        <a:pt x="490239" y="235771"/>
                        <a:pt x="497978" y="230289"/>
                      </a:cubicBezTo>
                      <a:cubicBezTo>
                        <a:pt x="499913" y="228999"/>
                        <a:pt x="502170" y="229322"/>
                        <a:pt x="503460" y="231256"/>
                      </a:cubicBezTo>
                      <a:cubicBezTo>
                        <a:pt x="504750" y="233191"/>
                        <a:pt x="504428" y="235448"/>
                        <a:pt x="502493" y="236739"/>
                      </a:cubicBezTo>
                      <a:cubicBezTo>
                        <a:pt x="496043" y="241575"/>
                        <a:pt x="491206" y="245768"/>
                        <a:pt x="491206" y="255441"/>
                      </a:cubicBezTo>
                      <a:cubicBezTo>
                        <a:pt x="491529" y="257376"/>
                        <a:pt x="489916" y="259311"/>
                        <a:pt x="487337" y="259633"/>
                      </a:cubicBezTo>
                      <a:cubicBezTo>
                        <a:pt x="487659" y="259633"/>
                        <a:pt x="487337" y="259633"/>
                        <a:pt x="487337" y="259633"/>
                      </a:cubicBezTo>
                      <a:close/>
                      <a:moveTo>
                        <a:pt x="527967" y="210941"/>
                      </a:moveTo>
                      <a:cubicBezTo>
                        <a:pt x="527000" y="210941"/>
                        <a:pt x="526033" y="210619"/>
                        <a:pt x="525388" y="209974"/>
                      </a:cubicBezTo>
                      <a:cubicBezTo>
                        <a:pt x="523775" y="208684"/>
                        <a:pt x="523453" y="206104"/>
                        <a:pt x="524743" y="204169"/>
                      </a:cubicBezTo>
                      <a:cubicBezTo>
                        <a:pt x="530547" y="197075"/>
                        <a:pt x="536351" y="189658"/>
                        <a:pt x="541188" y="182564"/>
                      </a:cubicBezTo>
                      <a:cubicBezTo>
                        <a:pt x="542478" y="180630"/>
                        <a:pt x="545058" y="180307"/>
                        <a:pt x="546670" y="181597"/>
                      </a:cubicBezTo>
                      <a:cubicBezTo>
                        <a:pt x="548605" y="182887"/>
                        <a:pt x="548928" y="185466"/>
                        <a:pt x="547638" y="187079"/>
                      </a:cubicBezTo>
                      <a:cubicBezTo>
                        <a:pt x="542478" y="194173"/>
                        <a:pt x="536996" y="201590"/>
                        <a:pt x="530870" y="209007"/>
                      </a:cubicBezTo>
                      <a:cubicBezTo>
                        <a:pt x="530225" y="210619"/>
                        <a:pt x="529257" y="210941"/>
                        <a:pt x="527967" y="210941"/>
                      </a:cubicBezTo>
                      <a:close/>
                      <a:moveTo>
                        <a:pt x="564083" y="156445"/>
                      </a:moveTo>
                      <a:cubicBezTo>
                        <a:pt x="563438" y="156445"/>
                        <a:pt x="562794" y="156445"/>
                        <a:pt x="562148" y="156122"/>
                      </a:cubicBezTo>
                      <a:cubicBezTo>
                        <a:pt x="560214" y="155155"/>
                        <a:pt x="559246" y="152575"/>
                        <a:pt x="560214" y="150640"/>
                      </a:cubicBezTo>
                      <a:cubicBezTo>
                        <a:pt x="564406" y="141934"/>
                        <a:pt x="567631" y="135162"/>
                        <a:pt x="570855" y="126133"/>
                      </a:cubicBezTo>
                      <a:cubicBezTo>
                        <a:pt x="571500" y="124198"/>
                        <a:pt x="573757" y="122909"/>
                        <a:pt x="576014" y="123553"/>
                      </a:cubicBezTo>
                      <a:cubicBezTo>
                        <a:pt x="577949" y="124198"/>
                        <a:pt x="579239" y="126455"/>
                        <a:pt x="578594" y="128713"/>
                      </a:cubicBezTo>
                      <a:cubicBezTo>
                        <a:pt x="575047" y="138387"/>
                        <a:pt x="572145" y="145158"/>
                        <a:pt x="567631" y="154187"/>
                      </a:cubicBezTo>
                      <a:cubicBezTo>
                        <a:pt x="566986" y="155477"/>
                        <a:pt x="565696" y="156445"/>
                        <a:pt x="564083" y="156445"/>
                      </a:cubicBezTo>
                      <a:close/>
                      <a:moveTo>
                        <a:pt x="585689" y="94531"/>
                      </a:moveTo>
                      <a:cubicBezTo>
                        <a:pt x="585689" y="94531"/>
                        <a:pt x="585366" y="94531"/>
                        <a:pt x="585044" y="94531"/>
                      </a:cubicBezTo>
                      <a:cubicBezTo>
                        <a:pt x="582786" y="94209"/>
                        <a:pt x="581174" y="92274"/>
                        <a:pt x="581497" y="90017"/>
                      </a:cubicBezTo>
                      <a:cubicBezTo>
                        <a:pt x="581497" y="89050"/>
                        <a:pt x="581819" y="88082"/>
                        <a:pt x="581819" y="87115"/>
                      </a:cubicBezTo>
                      <a:cubicBezTo>
                        <a:pt x="581819" y="85180"/>
                        <a:pt x="581497" y="83245"/>
                        <a:pt x="581174" y="80988"/>
                      </a:cubicBezTo>
                      <a:cubicBezTo>
                        <a:pt x="580529" y="77441"/>
                        <a:pt x="579562" y="72281"/>
                        <a:pt x="579562" y="63252"/>
                      </a:cubicBezTo>
                      <a:cubicBezTo>
                        <a:pt x="579562" y="60995"/>
                        <a:pt x="581174" y="59060"/>
                        <a:pt x="583431" y="59060"/>
                      </a:cubicBezTo>
                      <a:cubicBezTo>
                        <a:pt x="583431" y="59060"/>
                        <a:pt x="583431" y="59060"/>
                        <a:pt x="583431" y="59060"/>
                      </a:cubicBezTo>
                      <a:cubicBezTo>
                        <a:pt x="585689" y="59060"/>
                        <a:pt x="587301" y="60995"/>
                        <a:pt x="587623" y="62930"/>
                      </a:cubicBezTo>
                      <a:cubicBezTo>
                        <a:pt x="587623" y="71314"/>
                        <a:pt x="588591" y="75828"/>
                        <a:pt x="589236" y="79376"/>
                      </a:cubicBezTo>
                      <a:cubicBezTo>
                        <a:pt x="589558" y="81955"/>
                        <a:pt x="590203" y="84212"/>
                        <a:pt x="590203" y="86792"/>
                      </a:cubicBezTo>
                      <a:cubicBezTo>
                        <a:pt x="590203" y="88082"/>
                        <a:pt x="590203" y="89372"/>
                        <a:pt x="589880" y="90662"/>
                      </a:cubicBezTo>
                      <a:cubicBezTo>
                        <a:pt x="589558" y="93241"/>
                        <a:pt x="587623" y="94531"/>
                        <a:pt x="585689" y="94531"/>
                      </a:cubicBezTo>
                      <a:close/>
                      <a:moveTo>
                        <a:pt x="596975" y="32618"/>
                      </a:moveTo>
                      <a:cubicBezTo>
                        <a:pt x="596007" y="32618"/>
                        <a:pt x="595363" y="32295"/>
                        <a:pt x="594717" y="31973"/>
                      </a:cubicBezTo>
                      <a:cubicBezTo>
                        <a:pt x="592783" y="30684"/>
                        <a:pt x="592460" y="28104"/>
                        <a:pt x="593750" y="26491"/>
                      </a:cubicBezTo>
                      <a:cubicBezTo>
                        <a:pt x="597620" y="21332"/>
                        <a:pt x="600522" y="16495"/>
                        <a:pt x="602457" y="10046"/>
                      </a:cubicBezTo>
                      <a:cubicBezTo>
                        <a:pt x="603102" y="7788"/>
                        <a:pt x="603746" y="5531"/>
                        <a:pt x="604392" y="3274"/>
                      </a:cubicBezTo>
                      <a:cubicBezTo>
                        <a:pt x="604714" y="1016"/>
                        <a:pt x="606971" y="-273"/>
                        <a:pt x="609229" y="49"/>
                      </a:cubicBezTo>
                      <a:cubicBezTo>
                        <a:pt x="611486" y="372"/>
                        <a:pt x="612776" y="2629"/>
                        <a:pt x="612453" y="4886"/>
                      </a:cubicBezTo>
                      <a:cubicBezTo>
                        <a:pt x="611808" y="7143"/>
                        <a:pt x="611163" y="9723"/>
                        <a:pt x="610518" y="12303"/>
                      </a:cubicBezTo>
                      <a:cubicBezTo>
                        <a:pt x="607939" y="20364"/>
                        <a:pt x="604392" y="26169"/>
                        <a:pt x="600522" y="31006"/>
                      </a:cubicBezTo>
                      <a:cubicBezTo>
                        <a:pt x="599555" y="32295"/>
                        <a:pt x="598265" y="32618"/>
                        <a:pt x="596975" y="3261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6CC69F1E-03D3-D92F-4AB2-6DFF4DBD8BEE}"/>
                  </a:ext>
                </a:extLst>
              </p:cNvPr>
              <p:cNvSpPr/>
              <p:nvPr/>
            </p:nvSpPr>
            <p:spPr>
              <a:xfrm>
                <a:off x="5425911" y="4038541"/>
                <a:ext cx="709422" cy="773916"/>
              </a:xfrm>
              <a:custGeom>
                <a:avLst/>
                <a:gdLst>
                  <a:gd name="connsiteX0" fmla="*/ 720317 w 709422"/>
                  <a:gd name="connsiteY0" fmla="*/ 496649 h 773915"/>
                  <a:gd name="connsiteX1" fmla="*/ 690005 w 709422"/>
                  <a:gd name="connsiteY1" fmla="*/ 477946 h 773915"/>
                  <a:gd name="connsiteX2" fmla="*/ 663886 w 709422"/>
                  <a:gd name="connsiteY2" fmla="*/ 459243 h 773915"/>
                  <a:gd name="connsiteX3" fmla="*/ 647118 w 709422"/>
                  <a:gd name="connsiteY3" fmla="*/ 436993 h 773915"/>
                  <a:gd name="connsiteX4" fmla="*/ 670012 w 709422"/>
                  <a:gd name="connsiteY4" fmla="*/ 421514 h 773915"/>
                  <a:gd name="connsiteX5" fmla="*/ 679364 w 709422"/>
                  <a:gd name="connsiteY5" fmla="*/ 397330 h 773915"/>
                  <a:gd name="connsiteX6" fmla="*/ 677429 w 709422"/>
                  <a:gd name="connsiteY6" fmla="*/ 360246 h 773915"/>
                  <a:gd name="connsiteX7" fmla="*/ 660661 w 709422"/>
                  <a:gd name="connsiteY7" fmla="*/ 343478 h 773915"/>
                  <a:gd name="connsiteX8" fmla="*/ 643893 w 709422"/>
                  <a:gd name="connsiteY8" fmla="*/ 332191 h 773915"/>
                  <a:gd name="connsiteX9" fmla="*/ 633896 w 709422"/>
                  <a:gd name="connsiteY9" fmla="*/ 308007 h 773915"/>
                  <a:gd name="connsiteX10" fmla="*/ 592943 w 709422"/>
                  <a:gd name="connsiteY10" fmla="*/ 253510 h 773915"/>
                  <a:gd name="connsiteX11" fmla="*/ 550701 w 709422"/>
                  <a:gd name="connsiteY11" fmla="*/ 236097 h 773915"/>
                  <a:gd name="connsiteX12" fmla="*/ 538125 w 709422"/>
                  <a:gd name="connsiteY12" fmla="*/ 217717 h 773915"/>
                  <a:gd name="connsiteX13" fmla="*/ 533288 w 709422"/>
                  <a:gd name="connsiteY13" fmla="*/ 224488 h 773915"/>
                  <a:gd name="connsiteX14" fmla="*/ 489432 w 709422"/>
                  <a:gd name="connsiteY14" fmla="*/ 218361 h 773915"/>
                  <a:gd name="connsiteX15" fmla="*/ 484918 w 709422"/>
                  <a:gd name="connsiteY15" fmla="*/ 188050 h 773915"/>
                  <a:gd name="connsiteX16" fmla="*/ 474921 w 709422"/>
                  <a:gd name="connsiteY16" fmla="*/ 146774 h 773915"/>
                  <a:gd name="connsiteX17" fmla="*/ 488465 w 709422"/>
                  <a:gd name="connsiteY17" fmla="*/ 93890 h 773915"/>
                  <a:gd name="connsiteX18" fmla="*/ 439128 w 709422"/>
                  <a:gd name="connsiteY18" fmla="*/ 59064 h 773915"/>
                  <a:gd name="connsiteX19" fmla="*/ 393338 w 709422"/>
                  <a:gd name="connsiteY19" fmla="*/ 68093 h 773915"/>
                  <a:gd name="connsiteX20" fmla="*/ 359157 w 709422"/>
                  <a:gd name="connsiteY20" fmla="*/ 66158 h 773915"/>
                  <a:gd name="connsiteX21" fmla="*/ 333037 w 709422"/>
                  <a:gd name="connsiteY21" fmla="*/ 73252 h 773915"/>
                  <a:gd name="connsiteX22" fmla="*/ 279185 w 709422"/>
                  <a:gd name="connsiteY22" fmla="*/ 51002 h 773915"/>
                  <a:gd name="connsiteX23" fmla="*/ 247906 w 709422"/>
                  <a:gd name="connsiteY23" fmla="*/ 19723 h 773915"/>
                  <a:gd name="connsiteX24" fmla="*/ 198569 w 709422"/>
                  <a:gd name="connsiteY24" fmla="*/ 13596 h 773915"/>
                  <a:gd name="connsiteX25" fmla="*/ 176319 w 709422"/>
                  <a:gd name="connsiteY25" fmla="*/ 1020 h 773915"/>
                  <a:gd name="connsiteX26" fmla="*/ 171804 w 709422"/>
                  <a:gd name="connsiteY26" fmla="*/ 13596 h 773915"/>
                  <a:gd name="connsiteX27" fmla="*/ 174384 w 709422"/>
                  <a:gd name="connsiteY27" fmla="*/ 47777 h 773915"/>
                  <a:gd name="connsiteX28" fmla="*/ 171804 w 709422"/>
                  <a:gd name="connsiteY28" fmla="*/ 80024 h 773915"/>
                  <a:gd name="connsiteX29" fmla="*/ 152134 w 709422"/>
                  <a:gd name="connsiteY29" fmla="*/ 106789 h 773915"/>
                  <a:gd name="connsiteX30" fmla="*/ 134076 w 709422"/>
                  <a:gd name="connsiteY30" fmla="*/ 124847 h 773915"/>
                  <a:gd name="connsiteX31" fmla="*/ 106344 w 709422"/>
                  <a:gd name="connsiteY31" fmla="*/ 110658 h 773915"/>
                  <a:gd name="connsiteX32" fmla="*/ 89254 w 709422"/>
                  <a:gd name="connsiteY32" fmla="*/ 142905 h 773915"/>
                  <a:gd name="connsiteX33" fmla="*/ 91833 w 709422"/>
                  <a:gd name="connsiteY33" fmla="*/ 190307 h 773915"/>
                  <a:gd name="connsiteX34" fmla="*/ 78290 w 709422"/>
                  <a:gd name="connsiteY34" fmla="*/ 234162 h 773915"/>
                  <a:gd name="connsiteX35" fmla="*/ 45076 w 709422"/>
                  <a:gd name="connsiteY35" fmla="*/ 260927 h 773915"/>
                  <a:gd name="connsiteX36" fmla="*/ 36047 w 709422"/>
                  <a:gd name="connsiteY36" fmla="*/ 290593 h 773915"/>
                  <a:gd name="connsiteX37" fmla="*/ 23471 w 709422"/>
                  <a:gd name="connsiteY37" fmla="*/ 299622 h 773915"/>
                  <a:gd name="connsiteX38" fmla="*/ 39916 w 709422"/>
                  <a:gd name="connsiteY38" fmla="*/ 314134 h 773915"/>
                  <a:gd name="connsiteX39" fmla="*/ 41851 w 709422"/>
                  <a:gd name="connsiteY39" fmla="*/ 340898 h 773915"/>
                  <a:gd name="connsiteX40" fmla="*/ 33145 w 709422"/>
                  <a:gd name="connsiteY40" fmla="*/ 357021 h 773915"/>
                  <a:gd name="connsiteX41" fmla="*/ 48623 w 709422"/>
                  <a:gd name="connsiteY41" fmla="*/ 364438 h 773915"/>
                  <a:gd name="connsiteX42" fmla="*/ 41851 w 709422"/>
                  <a:gd name="connsiteY42" fmla="*/ 379916 h 773915"/>
                  <a:gd name="connsiteX43" fmla="*/ 28953 w 709422"/>
                  <a:gd name="connsiteY43" fmla="*/ 402811 h 773915"/>
                  <a:gd name="connsiteX44" fmla="*/ 22181 w 709422"/>
                  <a:gd name="connsiteY44" fmla="*/ 417000 h 773915"/>
                  <a:gd name="connsiteX45" fmla="*/ 14764 w 709422"/>
                  <a:gd name="connsiteY45" fmla="*/ 435703 h 773915"/>
                  <a:gd name="connsiteX46" fmla="*/ 36369 w 709422"/>
                  <a:gd name="connsiteY46" fmla="*/ 450536 h 773915"/>
                  <a:gd name="connsiteX47" fmla="*/ 45721 w 709422"/>
                  <a:gd name="connsiteY47" fmla="*/ 462790 h 773915"/>
                  <a:gd name="connsiteX48" fmla="*/ 23471 w 709422"/>
                  <a:gd name="connsiteY48" fmla="*/ 481493 h 773915"/>
                  <a:gd name="connsiteX49" fmla="*/ 5413 w 709422"/>
                  <a:gd name="connsiteY49" fmla="*/ 505033 h 773915"/>
                  <a:gd name="connsiteX50" fmla="*/ 4768 w 709422"/>
                  <a:gd name="connsiteY50" fmla="*/ 526638 h 773915"/>
                  <a:gd name="connsiteX51" fmla="*/ 11540 w 709422"/>
                  <a:gd name="connsiteY51" fmla="*/ 544696 h 773915"/>
                  <a:gd name="connsiteX52" fmla="*/ 9605 w 709422"/>
                  <a:gd name="connsiteY52" fmla="*/ 576297 h 773915"/>
                  <a:gd name="connsiteX53" fmla="*/ 15087 w 709422"/>
                  <a:gd name="connsiteY53" fmla="*/ 633374 h 773915"/>
                  <a:gd name="connsiteX54" fmla="*/ 13797 w 709422"/>
                  <a:gd name="connsiteY54" fmla="*/ 662395 h 773915"/>
                  <a:gd name="connsiteX55" fmla="*/ 6380 w 709422"/>
                  <a:gd name="connsiteY55" fmla="*/ 681744 h 773915"/>
                  <a:gd name="connsiteX56" fmla="*/ 36047 w 709422"/>
                  <a:gd name="connsiteY56" fmla="*/ 691095 h 773915"/>
                  <a:gd name="connsiteX57" fmla="*/ 19924 w 709422"/>
                  <a:gd name="connsiteY57" fmla="*/ 719472 h 773915"/>
                  <a:gd name="connsiteX58" fmla="*/ 18956 w 709422"/>
                  <a:gd name="connsiteY58" fmla="*/ 760102 h 773915"/>
                  <a:gd name="connsiteX59" fmla="*/ 15732 w 709422"/>
                  <a:gd name="connsiteY59" fmla="*/ 761070 h 773915"/>
                  <a:gd name="connsiteX60" fmla="*/ 29275 w 709422"/>
                  <a:gd name="connsiteY60" fmla="*/ 783320 h 773915"/>
                  <a:gd name="connsiteX61" fmla="*/ 68293 w 709422"/>
                  <a:gd name="connsiteY61" fmla="*/ 798153 h 773915"/>
                  <a:gd name="connsiteX62" fmla="*/ 111826 w 709422"/>
                  <a:gd name="connsiteY62" fmla="*/ 800088 h 773915"/>
                  <a:gd name="connsiteX63" fmla="*/ 145362 w 709422"/>
                  <a:gd name="connsiteY63" fmla="*/ 791381 h 773915"/>
                  <a:gd name="connsiteX64" fmla="*/ 187605 w 709422"/>
                  <a:gd name="connsiteY64" fmla="*/ 760425 h 773915"/>
                  <a:gd name="connsiteX65" fmla="*/ 242747 w 709422"/>
                  <a:gd name="connsiteY65" fmla="*/ 765262 h 773915"/>
                  <a:gd name="connsiteX66" fmla="*/ 273703 w 709422"/>
                  <a:gd name="connsiteY66" fmla="*/ 747204 h 773915"/>
                  <a:gd name="connsiteX67" fmla="*/ 311432 w 709422"/>
                  <a:gd name="connsiteY67" fmla="*/ 730436 h 773915"/>
                  <a:gd name="connsiteX68" fmla="*/ 336262 w 709422"/>
                  <a:gd name="connsiteY68" fmla="*/ 723664 h 773915"/>
                  <a:gd name="connsiteX69" fmla="*/ 346258 w 709422"/>
                  <a:gd name="connsiteY69" fmla="*/ 682066 h 773915"/>
                  <a:gd name="connsiteX70" fmla="*/ 381729 w 709422"/>
                  <a:gd name="connsiteY70" fmla="*/ 659816 h 773915"/>
                  <a:gd name="connsiteX71" fmla="*/ 440740 w 709422"/>
                  <a:gd name="connsiteY71" fmla="*/ 640468 h 773915"/>
                  <a:gd name="connsiteX72" fmla="*/ 481693 w 709422"/>
                  <a:gd name="connsiteY72" fmla="*/ 644660 h 773915"/>
                  <a:gd name="connsiteX73" fmla="*/ 490400 w 709422"/>
                  <a:gd name="connsiteY73" fmla="*/ 608221 h 773915"/>
                  <a:gd name="connsiteX74" fmla="*/ 509747 w 709422"/>
                  <a:gd name="connsiteY74" fmla="*/ 580812 h 773915"/>
                  <a:gd name="connsiteX75" fmla="*/ 539414 w 709422"/>
                  <a:gd name="connsiteY75" fmla="*/ 608221 h 773915"/>
                  <a:gd name="connsiteX76" fmla="*/ 572951 w 709422"/>
                  <a:gd name="connsiteY76" fmla="*/ 626924 h 773915"/>
                  <a:gd name="connsiteX77" fmla="*/ 588429 w 709422"/>
                  <a:gd name="connsiteY77" fmla="*/ 607577 h 773915"/>
                  <a:gd name="connsiteX78" fmla="*/ 554248 w 709422"/>
                  <a:gd name="connsiteY78" fmla="*/ 585326 h 773915"/>
                  <a:gd name="connsiteX79" fmla="*/ 569726 w 709422"/>
                  <a:gd name="connsiteY79" fmla="*/ 574685 h 773915"/>
                  <a:gd name="connsiteX80" fmla="*/ 571016 w 709422"/>
                  <a:gd name="connsiteY80" fmla="*/ 564689 h 773915"/>
                  <a:gd name="connsiteX81" fmla="*/ 598425 w 709422"/>
                  <a:gd name="connsiteY81" fmla="*/ 562109 h 773915"/>
                  <a:gd name="connsiteX82" fmla="*/ 620030 w 709422"/>
                  <a:gd name="connsiteY82" fmla="*/ 566946 h 773915"/>
                  <a:gd name="connsiteX83" fmla="*/ 646150 w 709422"/>
                  <a:gd name="connsiteY83" fmla="*/ 552758 h 773915"/>
                  <a:gd name="connsiteX84" fmla="*/ 687748 w 709422"/>
                  <a:gd name="connsiteY84" fmla="*/ 537924 h 773915"/>
                  <a:gd name="connsiteX85" fmla="*/ 713868 w 709422"/>
                  <a:gd name="connsiteY85" fmla="*/ 522446 h 773915"/>
                  <a:gd name="connsiteX86" fmla="*/ 720317 w 709422"/>
                  <a:gd name="connsiteY86" fmla="*/ 496649 h 773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709422" h="773915">
                    <a:moveTo>
                      <a:pt x="720317" y="496649"/>
                    </a:moveTo>
                    <a:cubicBezTo>
                      <a:pt x="710321" y="478591"/>
                      <a:pt x="705484" y="491167"/>
                      <a:pt x="690005" y="477946"/>
                    </a:cubicBezTo>
                    <a:cubicBezTo>
                      <a:pt x="674527" y="464402"/>
                      <a:pt x="667110" y="473754"/>
                      <a:pt x="663886" y="459243"/>
                    </a:cubicBezTo>
                    <a:cubicBezTo>
                      <a:pt x="660661" y="444409"/>
                      <a:pt x="647762" y="456018"/>
                      <a:pt x="647118" y="436993"/>
                    </a:cubicBezTo>
                    <a:cubicBezTo>
                      <a:pt x="646472" y="418290"/>
                      <a:pt x="663886" y="423449"/>
                      <a:pt x="670012" y="421514"/>
                    </a:cubicBezTo>
                    <a:cubicBezTo>
                      <a:pt x="676139" y="419579"/>
                      <a:pt x="682911" y="406036"/>
                      <a:pt x="679364" y="397330"/>
                    </a:cubicBezTo>
                    <a:cubicBezTo>
                      <a:pt x="676139" y="388623"/>
                      <a:pt x="679364" y="379271"/>
                      <a:pt x="677429" y="360246"/>
                    </a:cubicBezTo>
                    <a:cubicBezTo>
                      <a:pt x="675494" y="341220"/>
                      <a:pt x="671947" y="352184"/>
                      <a:pt x="660661" y="343478"/>
                    </a:cubicBezTo>
                    <a:cubicBezTo>
                      <a:pt x="649375" y="334771"/>
                      <a:pt x="652599" y="325420"/>
                      <a:pt x="643893" y="332191"/>
                    </a:cubicBezTo>
                    <a:cubicBezTo>
                      <a:pt x="635186" y="338963"/>
                      <a:pt x="633896" y="325420"/>
                      <a:pt x="633896" y="308007"/>
                    </a:cubicBezTo>
                    <a:cubicBezTo>
                      <a:pt x="633896" y="290593"/>
                      <a:pt x="619708" y="271568"/>
                      <a:pt x="592943" y="253510"/>
                    </a:cubicBezTo>
                    <a:cubicBezTo>
                      <a:pt x="566179" y="235452"/>
                      <a:pt x="557472" y="248673"/>
                      <a:pt x="550701" y="236097"/>
                    </a:cubicBezTo>
                    <a:cubicBezTo>
                      <a:pt x="546186" y="227713"/>
                      <a:pt x="542961" y="221909"/>
                      <a:pt x="538125" y="217717"/>
                    </a:cubicBezTo>
                    <a:cubicBezTo>
                      <a:pt x="538125" y="221263"/>
                      <a:pt x="536835" y="223843"/>
                      <a:pt x="533288" y="224488"/>
                    </a:cubicBezTo>
                    <a:cubicBezTo>
                      <a:pt x="521679" y="226423"/>
                      <a:pt x="505556" y="224488"/>
                      <a:pt x="489432" y="218361"/>
                    </a:cubicBezTo>
                    <a:cubicBezTo>
                      <a:pt x="473309" y="212235"/>
                      <a:pt x="488465" y="202238"/>
                      <a:pt x="484918" y="188050"/>
                    </a:cubicBezTo>
                    <a:cubicBezTo>
                      <a:pt x="481371" y="173861"/>
                      <a:pt x="465247" y="161285"/>
                      <a:pt x="474921" y="146774"/>
                    </a:cubicBezTo>
                    <a:cubicBezTo>
                      <a:pt x="484918" y="132586"/>
                      <a:pt x="488465" y="102919"/>
                      <a:pt x="488465" y="93890"/>
                    </a:cubicBezTo>
                    <a:cubicBezTo>
                      <a:pt x="488465" y="84861"/>
                      <a:pt x="470407" y="59064"/>
                      <a:pt x="439128" y="59064"/>
                    </a:cubicBezTo>
                    <a:cubicBezTo>
                      <a:pt x="407849" y="59064"/>
                      <a:pt x="408816" y="73252"/>
                      <a:pt x="393338" y="68093"/>
                    </a:cubicBezTo>
                    <a:cubicBezTo>
                      <a:pt x="378182" y="62611"/>
                      <a:pt x="370120" y="66158"/>
                      <a:pt x="359157" y="66158"/>
                    </a:cubicBezTo>
                    <a:cubicBezTo>
                      <a:pt x="348515" y="66158"/>
                      <a:pt x="345613" y="73252"/>
                      <a:pt x="333037" y="73252"/>
                    </a:cubicBezTo>
                    <a:cubicBezTo>
                      <a:pt x="320461" y="73252"/>
                      <a:pt x="288214" y="60676"/>
                      <a:pt x="279185" y="51002"/>
                    </a:cubicBezTo>
                    <a:cubicBezTo>
                      <a:pt x="270156" y="41006"/>
                      <a:pt x="255968" y="24882"/>
                      <a:pt x="247906" y="19723"/>
                    </a:cubicBezTo>
                    <a:cubicBezTo>
                      <a:pt x="239845" y="14241"/>
                      <a:pt x="205018" y="17788"/>
                      <a:pt x="198569" y="13596"/>
                    </a:cubicBezTo>
                    <a:cubicBezTo>
                      <a:pt x="192442" y="9082"/>
                      <a:pt x="179866" y="5535"/>
                      <a:pt x="176319" y="1020"/>
                    </a:cubicBezTo>
                    <a:cubicBezTo>
                      <a:pt x="172772" y="-3494"/>
                      <a:pt x="165678" y="8114"/>
                      <a:pt x="171804" y="13596"/>
                    </a:cubicBezTo>
                    <a:cubicBezTo>
                      <a:pt x="177931" y="19078"/>
                      <a:pt x="169225" y="28752"/>
                      <a:pt x="174384" y="47777"/>
                    </a:cubicBezTo>
                    <a:cubicBezTo>
                      <a:pt x="179866" y="66480"/>
                      <a:pt x="176964" y="77444"/>
                      <a:pt x="171804" y="80024"/>
                    </a:cubicBezTo>
                    <a:cubicBezTo>
                      <a:pt x="166323" y="82604"/>
                      <a:pt x="150199" y="97115"/>
                      <a:pt x="152134" y="106789"/>
                    </a:cubicBezTo>
                    <a:cubicBezTo>
                      <a:pt x="154069" y="116785"/>
                      <a:pt x="137946" y="127426"/>
                      <a:pt x="134076" y="124847"/>
                    </a:cubicBezTo>
                    <a:cubicBezTo>
                      <a:pt x="130529" y="122267"/>
                      <a:pt x="117953" y="106144"/>
                      <a:pt x="106344" y="110658"/>
                    </a:cubicBezTo>
                    <a:cubicBezTo>
                      <a:pt x="94735" y="115173"/>
                      <a:pt x="98283" y="124847"/>
                      <a:pt x="89254" y="142905"/>
                    </a:cubicBezTo>
                    <a:cubicBezTo>
                      <a:pt x="80225" y="160963"/>
                      <a:pt x="96348" y="171604"/>
                      <a:pt x="91833" y="190307"/>
                    </a:cubicBezTo>
                    <a:cubicBezTo>
                      <a:pt x="87319" y="209010"/>
                      <a:pt x="89254" y="219006"/>
                      <a:pt x="78290" y="234162"/>
                    </a:cubicBezTo>
                    <a:cubicBezTo>
                      <a:pt x="67648" y="249318"/>
                      <a:pt x="45076" y="244159"/>
                      <a:pt x="45076" y="260927"/>
                    </a:cubicBezTo>
                    <a:cubicBezTo>
                      <a:pt x="45076" y="278017"/>
                      <a:pt x="49590" y="284144"/>
                      <a:pt x="36047" y="290593"/>
                    </a:cubicBezTo>
                    <a:cubicBezTo>
                      <a:pt x="28308" y="294141"/>
                      <a:pt x="26373" y="298010"/>
                      <a:pt x="23471" y="299622"/>
                    </a:cubicBezTo>
                    <a:cubicBezTo>
                      <a:pt x="31855" y="308652"/>
                      <a:pt x="43786" y="306717"/>
                      <a:pt x="39916" y="314134"/>
                    </a:cubicBezTo>
                    <a:cubicBezTo>
                      <a:pt x="35080" y="322840"/>
                      <a:pt x="47333" y="333481"/>
                      <a:pt x="41851" y="340898"/>
                    </a:cubicBezTo>
                    <a:cubicBezTo>
                      <a:pt x="36369" y="348315"/>
                      <a:pt x="31210" y="352184"/>
                      <a:pt x="33145" y="357021"/>
                    </a:cubicBezTo>
                    <a:cubicBezTo>
                      <a:pt x="35080" y="361858"/>
                      <a:pt x="46043" y="360246"/>
                      <a:pt x="48623" y="364438"/>
                    </a:cubicBezTo>
                    <a:cubicBezTo>
                      <a:pt x="51203" y="368630"/>
                      <a:pt x="46043" y="375724"/>
                      <a:pt x="41851" y="379916"/>
                    </a:cubicBezTo>
                    <a:cubicBezTo>
                      <a:pt x="37659" y="384108"/>
                      <a:pt x="27018" y="396684"/>
                      <a:pt x="28953" y="402811"/>
                    </a:cubicBezTo>
                    <a:cubicBezTo>
                      <a:pt x="30887" y="408938"/>
                      <a:pt x="31532" y="415710"/>
                      <a:pt x="22181" y="417000"/>
                    </a:cubicBezTo>
                    <a:cubicBezTo>
                      <a:pt x="12829" y="418290"/>
                      <a:pt x="14764" y="425706"/>
                      <a:pt x="14764" y="435703"/>
                    </a:cubicBezTo>
                    <a:cubicBezTo>
                      <a:pt x="14764" y="445699"/>
                      <a:pt x="24761" y="451826"/>
                      <a:pt x="36369" y="450536"/>
                    </a:cubicBezTo>
                    <a:cubicBezTo>
                      <a:pt x="47656" y="449246"/>
                      <a:pt x="48623" y="462790"/>
                      <a:pt x="45721" y="462790"/>
                    </a:cubicBezTo>
                    <a:cubicBezTo>
                      <a:pt x="43141" y="462790"/>
                      <a:pt x="32177" y="477623"/>
                      <a:pt x="23471" y="481493"/>
                    </a:cubicBezTo>
                    <a:cubicBezTo>
                      <a:pt x="14764" y="485685"/>
                      <a:pt x="13474" y="503743"/>
                      <a:pt x="5413" y="505033"/>
                    </a:cubicBezTo>
                    <a:cubicBezTo>
                      <a:pt x="-2649" y="506323"/>
                      <a:pt x="-714" y="521156"/>
                      <a:pt x="4768" y="526638"/>
                    </a:cubicBezTo>
                    <a:cubicBezTo>
                      <a:pt x="10250" y="532120"/>
                      <a:pt x="8960" y="534055"/>
                      <a:pt x="11540" y="544696"/>
                    </a:cubicBezTo>
                    <a:cubicBezTo>
                      <a:pt x="14119" y="555337"/>
                      <a:pt x="12829" y="560819"/>
                      <a:pt x="9605" y="576297"/>
                    </a:cubicBezTo>
                    <a:cubicBezTo>
                      <a:pt x="6380" y="591776"/>
                      <a:pt x="12829" y="611768"/>
                      <a:pt x="15087" y="633374"/>
                    </a:cubicBezTo>
                    <a:cubicBezTo>
                      <a:pt x="17021" y="654979"/>
                      <a:pt x="25728" y="654334"/>
                      <a:pt x="13797" y="662395"/>
                    </a:cubicBezTo>
                    <a:cubicBezTo>
                      <a:pt x="1866" y="670457"/>
                      <a:pt x="898" y="678519"/>
                      <a:pt x="6380" y="681744"/>
                    </a:cubicBezTo>
                    <a:cubicBezTo>
                      <a:pt x="11862" y="684968"/>
                      <a:pt x="25083" y="684323"/>
                      <a:pt x="36047" y="691095"/>
                    </a:cubicBezTo>
                    <a:cubicBezTo>
                      <a:pt x="46688" y="697867"/>
                      <a:pt x="34757" y="704639"/>
                      <a:pt x="19924" y="719472"/>
                    </a:cubicBezTo>
                    <a:cubicBezTo>
                      <a:pt x="5090" y="734305"/>
                      <a:pt x="21858" y="757522"/>
                      <a:pt x="18956" y="760102"/>
                    </a:cubicBezTo>
                    <a:cubicBezTo>
                      <a:pt x="18634" y="760425"/>
                      <a:pt x="17344" y="760747"/>
                      <a:pt x="15732" y="761070"/>
                    </a:cubicBezTo>
                    <a:cubicBezTo>
                      <a:pt x="24116" y="776225"/>
                      <a:pt x="27340" y="780740"/>
                      <a:pt x="29275" y="783320"/>
                    </a:cubicBezTo>
                    <a:cubicBezTo>
                      <a:pt x="31855" y="786545"/>
                      <a:pt x="54105" y="798798"/>
                      <a:pt x="68293" y="798153"/>
                    </a:cubicBezTo>
                    <a:cubicBezTo>
                      <a:pt x="82482" y="797508"/>
                      <a:pt x="90543" y="793961"/>
                      <a:pt x="111826" y="800088"/>
                    </a:cubicBezTo>
                    <a:cubicBezTo>
                      <a:pt x="133431" y="806215"/>
                      <a:pt x="134721" y="800733"/>
                      <a:pt x="145362" y="791381"/>
                    </a:cubicBezTo>
                    <a:cubicBezTo>
                      <a:pt x="156004" y="782030"/>
                      <a:pt x="156649" y="765262"/>
                      <a:pt x="187605" y="760425"/>
                    </a:cubicBezTo>
                    <a:cubicBezTo>
                      <a:pt x="218562" y="755588"/>
                      <a:pt x="229203" y="765907"/>
                      <a:pt x="242747" y="765262"/>
                    </a:cubicBezTo>
                    <a:cubicBezTo>
                      <a:pt x="256290" y="764617"/>
                      <a:pt x="269511" y="751718"/>
                      <a:pt x="273703" y="747204"/>
                    </a:cubicBezTo>
                    <a:cubicBezTo>
                      <a:pt x="277895" y="742367"/>
                      <a:pt x="297243" y="731081"/>
                      <a:pt x="311432" y="730436"/>
                    </a:cubicBezTo>
                    <a:cubicBezTo>
                      <a:pt x="325620" y="729791"/>
                      <a:pt x="335617" y="728501"/>
                      <a:pt x="336262" y="723664"/>
                    </a:cubicBezTo>
                    <a:cubicBezTo>
                      <a:pt x="336906" y="718827"/>
                      <a:pt x="341743" y="700769"/>
                      <a:pt x="346258" y="682066"/>
                    </a:cubicBezTo>
                    <a:cubicBezTo>
                      <a:pt x="351095" y="663363"/>
                      <a:pt x="359157" y="665298"/>
                      <a:pt x="381729" y="659816"/>
                    </a:cubicBezTo>
                    <a:cubicBezTo>
                      <a:pt x="404624" y="654334"/>
                      <a:pt x="413331" y="643048"/>
                      <a:pt x="440740" y="640468"/>
                    </a:cubicBezTo>
                    <a:cubicBezTo>
                      <a:pt x="468149" y="637888"/>
                      <a:pt x="474921" y="647240"/>
                      <a:pt x="481693" y="644660"/>
                    </a:cubicBezTo>
                    <a:cubicBezTo>
                      <a:pt x="488465" y="642080"/>
                      <a:pt x="495237" y="622410"/>
                      <a:pt x="490400" y="608221"/>
                    </a:cubicBezTo>
                    <a:cubicBezTo>
                      <a:pt x="485563" y="594033"/>
                      <a:pt x="494592" y="588873"/>
                      <a:pt x="509747" y="580812"/>
                    </a:cubicBezTo>
                    <a:cubicBezTo>
                      <a:pt x="525226" y="572750"/>
                      <a:pt x="533288" y="599515"/>
                      <a:pt x="539414" y="608221"/>
                    </a:cubicBezTo>
                    <a:cubicBezTo>
                      <a:pt x="545541" y="616928"/>
                      <a:pt x="561019" y="621120"/>
                      <a:pt x="572951" y="626924"/>
                    </a:cubicBezTo>
                    <a:cubicBezTo>
                      <a:pt x="584882" y="632729"/>
                      <a:pt x="599070" y="623700"/>
                      <a:pt x="588429" y="607577"/>
                    </a:cubicBezTo>
                    <a:cubicBezTo>
                      <a:pt x="577788" y="591453"/>
                      <a:pt x="554248" y="595323"/>
                      <a:pt x="554248" y="585326"/>
                    </a:cubicBezTo>
                    <a:cubicBezTo>
                      <a:pt x="554248" y="575330"/>
                      <a:pt x="558440" y="574685"/>
                      <a:pt x="569726" y="574685"/>
                    </a:cubicBezTo>
                    <a:cubicBezTo>
                      <a:pt x="581012" y="574685"/>
                      <a:pt x="571016" y="569203"/>
                      <a:pt x="571016" y="564689"/>
                    </a:cubicBezTo>
                    <a:cubicBezTo>
                      <a:pt x="571016" y="559852"/>
                      <a:pt x="589719" y="557272"/>
                      <a:pt x="598425" y="562109"/>
                    </a:cubicBezTo>
                    <a:cubicBezTo>
                      <a:pt x="607132" y="566946"/>
                      <a:pt x="599715" y="566946"/>
                      <a:pt x="620030" y="566946"/>
                    </a:cubicBezTo>
                    <a:cubicBezTo>
                      <a:pt x="640346" y="566946"/>
                      <a:pt x="640346" y="563721"/>
                      <a:pt x="646150" y="552758"/>
                    </a:cubicBezTo>
                    <a:cubicBezTo>
                      <a:pt x="652277" y="542116"/>
                      <a:pt x="665498" y="545986"/>
                      <a:pt x="687748" y="537924"/>
                    </a:cubicBezTo>
                    <a:cubicBezTo>
                      <a:pt x="709998" y="529862"/>
                      <a:pt x="703226" y="531797"/>
                      <a:pt x="713868" y="522446"/>
                    </a:cubicBezTo>
                    <a:cubicBezTo>
                      <a:pt x="725799" y="511482"/>
                      <a:pt x="730313" y="514707"/>
                      <a:pt x="720317" y="49664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51" name="Graphic 4">
                <a:extLst>
                  <a:ext uri="{FF2B5EF4-FFF2-40B4-BE49-F238E27FC236}">
                    <a16:creationId xmlns:a16="http://schemas.microsoft.com/office/drawing/2014/main" id="{183FC806-1980-52B7-6B08-88AF42F9215B}"/>
                  </a:ext>
                </a:extLst>
              </p:cNvPr>
              <p:cNvGrpSpPr/>
              <p:nvPr/>
            </p:nvGrpSpPr>
            <p:grpSpPr>
              <a:xfrm>
                <a:off x="5425519" y="4044778"/>
                <a:ext cx="694070" cy="783847"/>
                <a:chOff x="5425519" y="4044778"/>
                <a:chExt cx="694070" cy="783847"/>
              </a:xfrm>
              <a:grpFill/>
            </p:grpSpPr>
            <p:sp>
              <p:nvSpPr>
                <p:cNvPr id="153" name="Freeform: Shape 152">
                  <a:extLst>
                    <a:ext uri="{FF2B5EF4-FFF2-40B4-BE49-F238E27FC236}">
                      <a16:creationId xmlns:a16="http://schemas.microsoft.com/office/drawing/2014/main" id="{A91131A1-24B8-FED3-A016-F4112601C098}"/>
                    </a:ext>
                  </a:extLst>
                </p:cNvPr>
                <p:cNvSpPr/>
                <p:nvPr/>
              </p:nvSpPr>
              <p:spPr>
                <a:xfrm>
                  <a:off x="5950134" y="4248518"/>
                  <a:ext cx="32246" cy="32246"/>
                </a:xfrm>
                <a:custGeom>
                  <a:avLst/>
                  <a:gdLst>
                    <a:gd name="connsiteX0" fmla="*/ 21640 w 0"/>
                    <a:gd name="connsiteY0" fmla="*/ 22250 h 0"/>
                    <a:gd name="connsiteX1" fmla="*/ 18093 w 0"/>
                    <a:gd name="connsiteY1" fmla="*/ 20315 h 0"/>
                    <a:gd name="connsiteX2" fmla="*/ 14869 w 0"/>
                    <a:gd name="connsiteY2" fmla="*/ 15478 h 0"/>
                    <a:gd name="connsiteX3" fmla="*/ 8742 w 0"/>
                    <a:gd name="connsiteY3" fmla="*/ 18703 h 0"/>
                    <a:gd name="connsiteX4" fmla="*/ 4227 w 0"/>
                    <a:gd name="connsiteY4" fmla="*/ 19348 h 0"/>
                    <a:gd name="connsiteX5" fmla="*/ 35 w 0"/>
                    <a:gd name="connsiteY5" fmla="*/ 15478 h 0"/>
                    <a:gd name="connsiteX6" fmla="*/ 3905 w 0"/>
                    <a:gd name="connsiteY6" fmla="*/ 11286 h 0"/>
                    <a:gd name="connsiteX7" fmla="*/ 7774 w 0"/>
                    <a:gd name="connsiteY7" fmla="*/ 10964 h 0"/>
                    <a:gd name="connsiteX8" fmla="*/ 9387 w 0"/>
                    <a:gd name="connsiteY8" fmla="*/ 8384 h 0"/>
                    <a:gd name="connsiteX9" fmla="*/ 9387 w 0"/>
                    <a:gd name="connsiteY9" fmla="*/ 0 h 0"/>
                    <a:gd name="connsiteX10" fmla="*/ 15836 w 0"/>
                    <a:gd name="connsiteY10" fmla="*/ 5482 h 0"/>
                    <a:gd name="connsiteX11" fmla="*/ 25188 w 0"/>
                    <a:gd name="connsiteY11" fmla="*/ 17091 h 0"/>
                    <a:gd name="connsiteX12" fmla="*/ 23898 w 0"/>
                    <a:gd name="connsiteY12" fmla="*/ 22573 h 0"/>
                    <a:gd name="connsiteX13" fmla="*/ 21640 w 0"/>
                    <a:gd name="connsiteY13" fmla="*/ 2225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21640" y="22250"/>
                      </a:moveTo>
                      <a:cubicBezTo>
                        <a:pt x="20350" y="22250"/>
                        <a:pt x="19061" y="21605"/>
                        <a:pt x="18093" y="20315"/>
                      </a:cubicBezTo>
                      <a:cubicBezTo>
                        <a:pt x="16803" y="18380"/>
                        <a:pt x="15836" y="16768"/>
                        <a:pt x="14869" y="15478"/>
                      </a:cubicBezTo>
                      <a:cubicBezTo>
                        <a:pt x="12934" y="17413"/>
                        <a:pt x="10676" y="18380"/>
                        <a:pt x="8742" y="18703"/>
                      </a:cubicBezTo>
                      <a:cubicBezTo>
                        <a:pt x="7452" y="19026"/>
                        <a:pt x="5840" y="19026"/>
                        <a:pt x="4227" y="19348"/>
                      </a:cubicBezTo>
                      <a:cubicBezTo>
                        <a:pt x="1970" y="19348"/>
                        <a:pt x="35" y="17736"/>
                        <a:pt x="35" y="15478"/>
                      </a:cubicBezTo>
                      <a:cubicBezTo>
                        <a:pt x="-287" y="13221"/>
                        <a:pt x="1647" y="11286"/>
                        <a:pt x="3905" y="11286"/>
                      </a:cubicBezTo>
                      <a:cubicBezTo>
                        <a:pt x="5195" y="11286"/>
                        <a:pt x="6485" y="10964"/>
                        <a:pt x="7774" y="10964"/>
                      </a:cubicBezTo>
                      <a:cubicBezTo>
                        <a:pt x="8742" y="10964"/>
                        <a:pt x="9387" y="10641"/>
                        <a:pt x="9387" y="8384"/>
                      </a:cubicBezTo>
                      <a:lnTo>
                        <a:pt x="9387" y="0"/>
                      </a:lnTo>
                      <a:lnTo>
                        <a:pt x="15836" y="5482"/>
                      </a:lnTo>
                      <a:cubicBezTo>
                        <a:pt x="19061" y="8384"/>
                        <a:pt x="21963" y="11609"/>
                        <a:pt x="25188" y="17091"/>
                      </a:cubicBezTo>
                      <a:cubicBezTo>
                        <a:pt x="26477" y="19026"/>
                        <a:pt x="25832" y="21605"/>
                        <a:pt x="23898" y="22573"/>
                      </a:cubicBezTo>
                      <a:cubicBezTo>
                        <a:pt x="23253" y="21928"/>
                        <a:pt x="22608" y="22250"/>
                        <a:pt x="21640" y="2225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Freeform: Shape 153">
                  <a:extLst>
                    <a:ext uri="{FF2B5EF4-FFF2-40B4-BE49-F238E27FC236}">
                      <a16:creationId xmlns:a16="http://schemas.microsoft.com/office/drawing/2014/main" id="{4EB8AD85-0B99-2782-FE3E-DB3AB8964470}"/>
                    </a:ext>
                  </a:extLst>
                </p:cNvPr>
                <p:cNvSpPr/>
                <p:nvPr/>
              </p:nvSpPr>
              <p:spPr>
                <a:xfrm>
                  <a:off x="5467399" y="4044778"/>
                  <a:ext cx="451451" cy="225725"/>
                </a:xfrm>
                <a:custGeom>
                  <a:avLst/>
                  <a:gdLst>
                    <a:gd name="connsiteX0" fmla="*/ 3911 w 451450"/>
                    <a:gd name="connsiteY0" fmla="*/ 256302 h 225725"/>
                    <a:gd name="connsiteX1" fmla="*/ 3588 w 451450"/>
                    <a:gd name="connsiteY1" fmla="*/ 256302 h 225725"/>
                    <a:gd name="connsiteX2" fmla="*/ 41 w 451450"/>
                    <a:gd name="connsiteY2" fmla="*/ 251788 h 225725"/>
                    <a:gd name="connsiteX3" fmla="*/ 17454 w 451450"/>
                    <a:gd name="connsiteY3" fmla="*/ 235019 h 225725"/>
                    <a:gd name="connsiteX4" fmla="*/ 22291 w 451450"/>
                    <a:gd name="connsiteY4" fmla="*/ 233084 h 225725"/>
                    <a:gd name="connsiteX5" fmla="*/ 27451 w 451450"/>
                    <a:gd name="connsiteY5" fmla="*/ 235342 h 225725"/>
                    <a:gd name="connsiteX6" fmla="*/ 25193 w 451450"/>
                    <a:gd name="connsiteY6" fmla="*/ 240501 h 225725"/>
                    <a:gd name="connsiteX7" fmla="*/ 20034 w 451450"/>
                    <a:gd name="connsiteY7" fmla="*/ 242436 h 225725"/>
                    <a:gd name="connsiteX8" fmla="*/ 8103 w 451450"/>
                    <a:gd name="connsiteY8" fmla="*/ 252432 h 225725"/>
                    <a:gd name="connsiteX9" fmla="*/ 3911 w 451450"/>
                    <a:gd name="connsiteY9" fmla="*/ 256302 h 225725"/>
                    <a:gd name="connsiteX10" fmla="*/ 450524 w 451450"/>
                    <a:gd name="connsiteY10" fmla="*/ 217284 h 225725"/>
                    <a:gd name="connsiteX11" fmla="*/ 449234 w 451450"/>
                    <a:gd name="connsiteY11" fmla="*/ 216961 h 225725"/>
                    <a:gd name="connsiteX12" fmla="*/ 445687 w 451450"/>
                    <a:gd name="connsiteY12" fmla="*/ 215671 h 225725"/>
                    <a:gd name="connsiteX13" fmla="*/ 435691 w 451450"/>
                    <a:gd name="connsiteY13" fmla="*/ 203740 h 225725"/>
                    <a:gd name="connsiteX14" fmla="*/ 437303 w 451450"/>
                    <a:gd name="connsiteY14" fmla="*/ 195356 h 225725"/>
                    <a:gd name="connsiteX15" fmla="*/ 438271 w 451450"/>
                    <a:gd name="connsiteY15" fmla="*/ 192131 h 225725"/>
                    <a:gd name="connsiteX16" fmla="*/ 443108 w 451450"/>
                    <a:gd name="connsiteY16" fmla="*/ 189229 h 225725"/>
                    <a:gd name="connsiteX17" fmla="*/ 446010 w 451450"/>
                    <a:gd name="connsiteY17" fmla="*/ 194066 h 225725"/>
                    <a:gd name="connsiteX18" fmla="*/ 445042 w 451450"/>
                    <a:gd name="connsiteY18" fmla="*/ 197613 h 225725"/>
                    <a:gd name="connsiteX19" fmla="*/ 443752 w 451450"/>
                    <a:gd name="connsiteY19" fmla="*/ 203418 h 225725"/>
                    <a:gd name="connsiteX20" fmla="*/ 448589 w 451450"/>
                    <a:gd name="connsiteY20" fmla="*/ 207932 h 225725"/>
                    <a:gd name="connsiteX21" fmla="*/ 451814 w 451450"/>
                    <a:gd name="connsiteY21" fmla="*/ 209222 h 225725"/>
                    <a:gd name="connsiteX22" fmla="*/ 454394 w 451450"/>
                    <a:gd name="connsiteY22" fmla="*/ 214381 h 225725"/>
                    <a:gd name="connsiteX23" fmla="*/ 450524 w 451450"/>
                    <a:gd name="connsiteY23" fmla="*/ 217284 h 225725"/>
                    <a:gd name="connsiteX24" fmla="*/ 45509 w 451450"/>
                    <a:gd name="connsiteY24" fmla="*/ 213092 h 225725"/>
                    <a:gd name="connsiteX25" fmla="*/ 44541 w 451450"/>
                    <a:gd name="connsiteY25" fmla="*/ 213092 h 225725"/>
                    <a:gd name="connsiteX26" fmla="*/ 41639 w 451450"/>
                    <a:gd name="connsiteY26" fmla="*/ 208255 h 225725"/>
                    <a:gd name="connsiteX27" fmla="*/ 43896 w 451450"/>
                    <a:gd name="connsiteY27" fmla="*/ 197291 h 225725"/>
                    <a:gd name="connsiteX28" fmla="*/ 46798 w 451450"/>
                    <a:gd name="connsiteY28" fmla="*/ 182458 h 225725"/>
                    <a:gd name="connsiteX29" fmla="*/ 54538 w 451450"/>
                    <a:gd name="connsiteY29" fmla="*/ 184392 h 225725"/>
                    <a:gd name="connsiteX30" fmla="*/ 54538 w 451450"/>
                    <a:gd name="connsiteY30" fmla="*/ 184392 h 225725"/>
                    <a:gd name="connsiteX31" fmla="*/ 51958 w 451450"/>
                    <a:gd name="connsiteY31" fmla="*/ 198581 h 225725"/>
                    <a:gd name="connsiteX32" fmla="*/ 49701 w 451450"/>
                    <a:gd name="connsiteY32" fmla="*/ 210190 h 225725"/>
                    <a:gd name="connsiteX33" fmla="*/ 45509 w 451450"/>
                    <a:gd name="connsiteY33" fmla="*/ 213092 h 225725"/>
                    <a:gd name="connsiteX34" fmla="*/ 431821 w 451450"/>
                    <a:gd name="connsiteY34" fmla="*/ 162787 h 225725"/>
                    <a:gd name="connsiteX35" fmla="*/ 427952 w 451450"/>
                    <a:gd name="connsiteY35" fmla="*/ 160207 h 225725"/>
                    <a:gd name="connsiteX36" fmla="*/ 425694 w 451450"/>
                    <a:gd name="connsiteY36" fmla="*/ 149566 h 225725"/>
                    <a:gd name="connsiteX37" fmla="*/ 429564 w 451450"/>
                    <a:gd name="connsiteY37" fmla="*/ 137635 h 225725"/>
                    <a:gd name="connsiteX38" fmla="*/ 432789 w 451450"/>
                    <a:gd name="connsiteY38" fmla="*/ 132153 h 225725"/>
                    <a:gd name="connsiteX39" fmla="*/ 438271 w 451450"/>
                    <a:gd name="connsiteY39" fmla="*/ 130218 h 225725"/>
                    <a:gd name="connsiteX40" fmla="*/ 440205 w 451450"/>
                    <a:gd name="connsiteY40" fmla="*/ 135700 h 225725"/>
                    <a:gd name="connsiteX41" fmla="*/ 436336 w 451450"/>
                    <a:gd name="connsiteY41" fmla="*/ 142472 h 225725"/>
                    <a:gd name="connsiteX42" fmla="*/ 433756 w 451450"/>
                    <a:gd name="connsiteY42" fmla="*/ 149888 h 225725"/>
                    <a:gd name="connsiteX43" fmla="*/ 435368 w 451450"/>
                    <a:gd name="connsiteY43" fmla="*/ 157305 h 225725"/>
                    <a:gd name="connsiteX44" fmla="*/ 433111 w 451450"/>
                    <a:gd name="connsiteY44" fmla="*/ 162465 h 225725"/>
                    <a:gd name="connsiteX45" fmla="*/ 431821 w 451450"/>
                    <a:gd name="connsiteY45" fmla="*/ 162787 h 225725"/>
                    <a:gd name="connsiteX46" fmla="*/ 44864 w 451450"/>
                    <a:gd name="connsiteY46" fmla="*/ 150856 h 225725"/>
                    <a:gd name="connsiteX47" fmla="*/ 40672 w 451450"/>
                    <a:gd name="connsiteY47" fmla="*/ 146986 h 225725"/>
                    <a:gd name="connsiteX48" fmla="*/ 43896 w 451450"/>
                    <a:gd name="connsiteY48" fmla="*/ 134088 h 225725"/>
                    <a:gd name="connsiteX49" fmla="*/ 49056 w 451450"/>
                    <a:gd name="connsiteY49" fmla="*/ 120867 h 225725"/>
                    <a:gd name="connsiteX50" fmla="*/ 54215 w 451450"/>
                    <a:gd name="connsiteY50" fmla="*/ 118287 h 225725"/>
                    <a:gd name="connsiteX51" fmla="*/ 56795 w 451450"/>
                    <a:gd name="connsiteY51" fmla="*/ 123446 h 225725"/>
                    <a:gd name="connsiteX52" fmla="*/ 51313 w 451450"/>
                    <a:gd name="connsiteY52" fmla="*/ 137957 h 225725"/>
                    <a:gd name="connsiteX53" fmla="*/ 49056 w 451450"/>
                    <a:gd name="connsiteY53" fmla="*/ 147309 h 225725"/>
                    <a:gd name="connsiteX54" fmla="*/ 44864 w 451450"/>
                    <a:gd name="connsiteY54" fmla="*/ 150856 h 225725"/>
                    <a:gd name="connsiteX55" fmla="*/ 94201 w 451450"/>
                    <a:gd name="connsiteY55" fmla="*/ 122156 h 225725"/>
                    <a:gd name="connsiteX56" fmla="*/ 90331 w 451450"/>
                    <a:gd name="connsiteY56" fmla="*/ 120867 h 225725"/>
                    <a:gd name="connsiteX57" fmla="*/ 87106 w 451450"/>
                    <a:gd name="connsiteY57" fmla="*/ 117642 h 225725"/>
                    <a:gd name="connsiteX58" fmla="*/ 76465 w 451450"/>
                    <a:gd name="connsiteY58" fmla="*/ 108613 h 225725"/>
                    <a:gd name="connsiteX59" fmla="*/ 75175 w 451450"/>
                    <a:gd name="connsiteY59" fmla="*/ 103131 h 225725"/>
                    <a:gd name="connsiteX60" fmla="*/ 80657 w 451450"/>
                    <a:gd name="connsiteY60" fmla="*/ 101841 h 225725"/>
                    <a:gd name="connsiteX61" fmla="*/ 92911 w 451450"/>
                    <a:gd name="connsiteY61" fmla="*/ 111838 h 225725"/>
                    <a:gd name="connsiteX62" fmla="*/ 94846 w 451450"/>
                    <a:gd name="connsiteY62" fmla="*/ 113772 h 225725"/>
                    <a:gd name="connsiteX63" fmla="*/ 98070 w 451450"/>
                    <a:gd name="connsiteY63" fmla="*/ 112482 h 225725"/>
                    <a:gd name="connsiteX64" fmla="*/ 103552 w 451450"/>
                    <a:gd name="connsiteY64" fmla="*/ 114095 h 225725"/>
                    <a:gd name="connsiteX65" fmla="*/ 101940 w 451450"/>
                    <a:gd name="connsiteY65" fmla="*/ 119577 h 225725"/>
                    <a:gd name="connsiteX66" fmla="*/ 94201 w 451450"/>
                    <a:gd name="connsiteY66" fmla="*/ 122156 h 225725"/>
                    <a:gd name="connsiteX67" fmla="*/ 445687 w 451450"/>
                    <a:gd name="connsiteY67" fmla="*/ 102486 h 225725"/>
                    <a:gd name="connsiteX68" fmla="*/ 445042 w 451450"/>
                    <a:gd name="connsiteY68" fmla="*/ 102486 h 225725"/>
                    <a:gd name="connsiteX69" fmla="*/ 441495 w 451450"/>
                    <a:gd name="connsiteY69" fmla="*/ 97972 h 225725"/>
                    <a:gd name="connsiteX70" fmla="*/ 442140 w 451450"/>
                    <a:gd name="connsiteY70" fmla="*/ 87330 h 225725"/>
                    <a:gd name="connsiteX71" fmla="*/ 436658 w 451450"/>
                    <a:gd name="connsiteY71" fmla="*/ 76044 h 225725"/>
                    <a:gd name="connsiteX72" fmla="*/ 437303 w 451450"/>
                    <a:gd name="connsiteY72" fmla="*/ 70240 h 225725"/>
                    <a:gd name="connsiteX73" fmla="*/ 443108 w 451450"/>
                    <a:gd name="connsiteY73" fmla="*/ 70885 h 225725"/>
                    <a:gd name="connsiteX74" fmla="*/ 450202 w 451450"/>
                    <a:gd name="connsiteY74" fmla="*/ 87008 h 225725"/>
                    <a:gd name="connsiteX75" fmla="*/ 449234 w 451450"/>
                    <a:gd name="connsiteY75" fmla="*/ 98617 h 225725"/>
                    <a:gd name="connsiteX76" fmla="*/ 445687 w 451450"/>
                    <a:gd name="connsiteY76" fmla="*/ 102486 h 225725"/>
                    <a:gd name="connsiteX77" fmla="*/ 116451 w 451450"/>
                    <a:gd name="connsiteY77" fmla="*/ 89265 h 225725"/>
                    <a:gd name="connsiteX78" fmla="*/ 113871 w 451450"/>
                    <a:gd name="connsiteY78" fmla="*/ 88298 h 225725"/>
                    <a:gd name="connsiteX79" fmla="*/ 113226 w 451450"/>
                    <a:gd name="connsiteY79" fmla="*/ 82493 h 225725"/>
                    <a:gd name="connsiteX80" fmla="*/ 128382 w 451450"/>
                    <a:gd name="connsiteY80" fmla="*/ 69272 h 225725"/>
                    <a:gd name="connsiteX81" fmla="*/ 130962 w 451450"/>
                    <a:gd name="connsiteY81" fmla="*/ 65403 h 225725"/>
                    <a:gd name="connsiteX82" fmla="*/ 136121 w 451450"/>
                    <a:gd name="connsiteY82" fmla="*/ 62823 h 225725"/>
                    <a:gd name="connsiteX83" fmla="*/ 138701 w 451450"/>
                    <a:gd name="connsiteY83" fmla="*/ 67982 h 225725"/>
                    <a:gd name="connsiteX84" fmla="*/ 131929 w 451450"/>
                    <a:gd name="connsiteY84" fmla="*/ 76689 h 225725"/>
                    <a:gd name="connsiteX85" fmla="*/ 119353 w 451450"/>
                    <a:gd name="connsiteY85" fmla="*/ 87653 h 225725"/>
                    <a:gd name="connsiteX86" fmla="*/ 116451 w 451450"/>
                    <a:gd name="connsiteY86" fmla="*/ 89265 h 225725"/>
                    <a:gd name="connsiteX87" fmla="*/ 286390 w 451450"/>
                    <a:gd name="connsiteY87" fmla="*/ 70240 h 225725"/>
                    <a:gd name="connsiteX88" fmla="*/ 285745 w 451450"/>
                    <a:gd name="connsiteY88" fmla="*/ 70240 h 225725"/>
                    <a:gd name="connsiteX89" fmla="*/ 259625 w 451450"/>
                    <a:gd name="connsiteY89" fmla="*/ 62178 h 225725"/>
                    <a:gd name="connsiteX90" fmla="*/ 257368 w 451450"/>
                    <a:gd name="connsiteY90" fmla="*/ 57019 h 225725"/>
                    <a:gd name="connsiteX91" fmla="*/ 262527 w 451450"/>
                    <a:gd name="connsiteY91" fmla="*/ 54761 h 225725"/>
                    <a:gd name="connsiteX92" fmla="*/ 286712 w 451450"/>
                    <a:gd name="connsiteY92" fmla="*/ 62501 h 225725"/>
                    <a:gd name="connsiteX93" fmla="*/ 289937 w 451450"/>
                    <a:gd name="connsiteY93" fmla="*/ 67015 h 225725"/>
                    <a:gd name="connsiteX94" fmla="*/ 286390 w 451450"/>
                    <a:gd name="connsiteY94" fmla="*/ 70240 h 225725"/>
                    <a:gd name="connsiteX95" fmla="*/ 348303 w 451450"/>
                    <a:gd name="connsiteY95" fmla="*/ 64435 h 225725"/>
                    <a:gd name="connsiteX96" fmla="*/ 347335 w 451450"/>
                    <a:gd name="connsiteY96" fmla="*/ 64435 h 225725"/>
                    <a:gd name="connsiteX97" fmla="*/ 326698 w 451450"/>
                    <a:gd name="connsiteY97" fmla="*/ 63145 h 225725"/>
                    <a:gd name="connsiteX98" fmla="*/ 322506 w 451450"/>
                    <a:gd name="connsiteY98" fmla="*/ 63468 h 225725"/>
                    <a:gd name="connsiteX99" fmla="*/ 318314 w 451450"/>
                    <a:gd name="connsiteY99" fmla="*/ 59921 h 225725"/>
                    <a:gd name="connsiteX100" fmla="*/ 321861 w 451450"/>
                    <a:gd name="connsiteY100" fmla="*/ 55729 h 225725"/>
                    <a:gd name="connsiteX101" fmla="*/ 325730 w 451450"/>
                    <a:gd name="connsiteY101" fmla="*/ 55406 h 225725"/>
                    <a:gd name="connsiteX102" fmla="*/ 335082 w 451450"/>
                    <a:gd name="connsiteY102" fmla="*/ 54761 h 225725"/>
                    <a:gd name="connsiteX103" fmla="*/ 349270 w 451450"/>
                    <a:gd name="connsiteY103" fmla="*/ 56696 h 225725"/>
                    <a:gd name="connsiteX104" fmla="*/ 352172 w 451450"/>
                    <a:gd name="connsiteY104" fmla="*/ 61533 h 225725"/>
                    <a:gd name="connsiteX105" fmla="*/ 348303 w 451450"/>
                    <a:gd name="connsiteY105" fmla="*/ 64435 h 225725"/>
                    <a:gd name="connsiteX106" fmla="*/ 409571 w 451450"/>
                    <a:gd name="connsiteY106" fmla="*/ 57986 h 225725"/>
                    <a:gd name="connsiteX107" fmla="*/ 408604 w 451450"/>
                    <a:gd name="connsiteY107" fmla="*/ 57986 h 225725"/>
                    <a:gd name="connsiteX108" fmla="*/ 397318 w 451450"/>
                    <a:gd name="connsiteY108" fmla="*/ 56696 h 225725"/>
                    <a:gd name="connsiteX109" fmla="*/ 397318 w 451450"/>
                    <a:gd name="connsiteY109" fmla="*/ 56696 h 225725"/>
                    <a:gd name="connsiteX110" fmla="*/ 384097 w 451450"/>
                    <a:gd name="connsiteY110" fmla="*/ 57664 h 225725"/>
                    <a:gd name="connsiteX111" fmla="*/ 379260 w 451450"/>
                    <a:gd name="connsiteY111" fmla="*/ 54439 h 225725"/>
                    <a:gd name="connsiteX112" fmla="*/ 382484 w 451450"/>
                    <a:gd name="connsiteY112" fmla="*/ 49602 h 225725"/>
                    <a:gd name="connsiteX113" fmla="*/ 397318 w 451450"/>
                    <a:gd name="connsiteY113" fmla="*/ 48312 h 225725"/>
                    <a:gd name="connsiteX114" fmla="*/ 397318 w 451450"/>
                    <a:gd name="connsiteY114" fmla="*/ 48312 h 225725"/>
                    <a:gd name="connsiteX115" fmla="*/ 410539 w 451450"/>
                    <a:gd name="connsiteY115" fmla="*/ 49924 h 225725"/>
                    <a:gd name="connsiteX116" fmla="*/ 413441 w 451450"/>
                    <a:gd name="connsiteY116" fmla="*/ 54761 h 225725"/>
                    <a:gd name="connsiteX117" fmla="*/ 409571 w 451450"/>
                    <a:gd name="connsiteY117" fmla="*/ 57986 h 225725"/>
                    <a:gd name="connsiteX118" fmla="*/ 231248 w 451450"/>
                    <a:gd name="connsiteY118" fmla="*/ 41218 h 225725"/>
                    <a:gd name="connsiteX119" fmla="*/ 228346 w 451450"/>
                    <a:gd name="connsiteY119" fmla="*/ 39928 h 225725"/>
                    <a:gd name="connsiteX120" fmla="*/ 210288 w 451450"/>
                    <a:gd name="connsiteY120" fmla="*/ 21225 h 225725"/>
                    <a:gd name="connsiteX121" fmla="*/ 209966 w 451450"/>
                    <a:gd name="connsiteY121" fmla="*/ 15421 h 225725"/>
                    <a:gd name="connsiteX122" fmla="*/ 215770 w 451450"/>
                    <a:gd name="connsiteY122" fmla="*/ 15098 h 225725"/>
                    <a:gd name="connsiteX123" fmla="*/ 234473 w 451450"/>
                    <a:gd name="connsiteY123" fmla="*/ 34446 h 225725"/>
                    <a:gd name="connsiteX124" fmla="*/ 234150 w 451450"/>
                    <a:gd name="connsiteY124" fmla="*/ 40250 h 225725"/>
                    <a:gd name="connsiteX125" fmla="*/ 231248 w 451450"/>
                    <a:gd name="connsiteY125" fmla="*/ 41218 h 225725"/>
                    <a:gd name="connsiteX126" fmla="*/ 130962 w 451450"/>
                    <a:gd name="connsiteY126" fmla="*/ 34446 h 225725"/>
                    <a:gd name="connsiteX127" fmla="*/ 127092 w 451450"/>
                    <a:gd name="connsiteY127" fmla="*/ 30577 h 225725"/>
                    <a:gd name="connsiteX128" fmla="*/ 127092 w 451450"/>
                    <a:gd name="connsiteY128" fmla="*/ 28319 h 225725"/>
                    <a:gd name="connsiteX129" fmla="*/ 128060 w 451450"/>
                    <a:gd name="connsiteY129" fmla="*/ 17678 h 225725"/>
                    <a:gd name="connsiteX130" fmla="*/ 128704 w 451450"/>
                    <a:gd name="connsiteY130" fmla="*/ 12518 h 225725"/>
                    <a:gd name="connsiteX131" fmla="*/ 127737 w 451450"/>
                    <a:gd name="connsiteY131" fmla="*/ 9939 h 225725"/>
                    <a:gd name="connsiteX132" fmla="*/ 125480 w 451450"/>
                    <a:gd name="connsiteY132" fmla="*/ 7359 h 225725"/>
                    <a:gd name="connsiteX133" fmla="*/ 126770 w 451450"/>
                    <a:gd name="connsiteY133" fmla="*/ 1877 h 225725"/>
                    <a:gd name="connsiteX134" fmla="*/ 132252 w 451450"/>
                    <a:gd name="connsiteY134" fmla="*/ 3167 h 225725"/>
                    <a:gd name="connsiteX135" fmla="*/ 132897 w 451450"/>
                    <a:gd name="connsiteY135" fmla="*/ 3812 h 225725"/>
                    <a:gd name="connsiteX136" fmla="*/ 136766 w 451450"/>
                    <a:gd name="connsiteY136" fmla="*/ 12518 h 225725"/>
                    <a:gd name="connsiteX137" fmla="*/ 136121 w 451450"/>
                    <a:gd name="connsiteY137" fmla="*/ 18645 h 225725"/>
                    <a:gd name="connsiteX138" fmla="*/ 135154 w 451450"/>
                    <a:gd name="connsiteY138" fmla="*/ 27997 h 225725"/>
                    <a:gd name="connsiteX139" fmla="*/ 135154 w 451450"/>
                    <a:gd name="connsiteY139" fmla="*/ 29932 h 225725"/>
                    <a:gd name="connsiteX140" fmla="*/ 130962 w 451450"/>
                    <a:gd name="connsiteY140" fmla="*/ 34446 h 225725"/>
                    <a:gd name="connsiteX141" fmla="*/ 130962 w 451450"/>
                    <a:gd name="connsiteY141" fmla="*/ 34446 h 225725"/>
                    <a:gd name="connsiteX142" fmla="*/ 178042 w 451450"/>
                    <a:gd name="connsiteY142" fmla="*/ 13486 h 225725"/>
                    <a:gd name="connsiteX143" fmla="*/ 178042 w 451450"/>
                    <a:gd name="connsiteY143" fmla="*/ 13486 h 225725"/>
                    <a:gd name="connsiteX144" fmla="*/ 154824 w 451450"/>
                    <a:gd name="connsiteY144" fmla="*/ 9939 h 225725"/>
                    <a:gd name="connsiteX145" fmla="*/ 150954 w 451450"/>
                    <a:gd name="connsiteY145" fmla="*/ 7681 h 225725"/>
                    <a:gd name="connsiteX146" fmla="*/ 149342 w 451450"/>
                    <a:gd name="connsiteY146" fmla="*/ 2200 h 225725"/>
                    <a:gd name="connsiteX147" fmla="*/ 154824 w 451450"/>
                    <a:gd name="connsiteY147" fmla="*/ 587 h 225725"/>
                    <a:gd name="connsiteX148" fmla="*/ 159984 w 451450"/>
                    <a:gd name="connsiteY148" fmla="*/ 3489 h 225725"/>
                    <a:gd name="connsiteX149" fmla="*/ 178686 w 451450"/>
                    <a:gd name="connsiteY149" fmla="*/ 5424 h 225725"/>
                    <a:gd name="connsiteX150" fmla="*/ 182556 w 451450"/>
                    <a:gd name="connsiteY150" fmla="*/ 9616 h 225725"/>
                    <a:gd name="connsiteX151" fmla="*/ 178042 w 451450"/>
                    <a:gd name="connsiteY151" fmla="*/ 13486 h 22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</a:cxnLst>
                  <a:rect l="l" t="t" r="r" b="b"/>
                  <a:pathLst>
                    <a:path w="451450" h="225725">
                      <a:moveTo>
                        <a:pt x="3911" y="256302"/>
                      </a:moveTo>
                      <a:cubicBezTo>
                        <a:pt x="3911" y="256302"/>
                        <a:pt x="3588" y="256302"/>
                        <a:pt x="3588" y="256302"/>
                      </a:cubicBezTo>
                      <a:cubicBezTo>
                        <a:pt x="1331" y="255979"/>
                        <a:pt x="-281" y="254045"/>
                        <a:pt x="41" y="251788"/>
                      </a:cubicBezTo>
                      <a:cubicBezTo>
                        <a:pt x="1008" y="241146"/>
                        <a:pt x="9715" y="237922"/>
                        <a:pt x="17454" y="235019"/>
                      </a:cubicBezTo>
                      <a:cubicBezTo>
                        <a:pt x="19066" y="234374"/>
                        <a:pt x="20679" y="233729"/>
                        <a:pt x="22291" y="233084"/>
                      </a:cubicBezTo>
                      <a:cubicBezTo>
                        <a:pt x="24226" y="232117"/>
                        <a:pt x="26806" y="233084"/>
                        <a:pt x="27451" y="235342"/>
                      </a:cubicBezTo>
                      <a:cubicBezTo>
                        <a:pt x="28418" y="237276"/>
                        <a:pt x="27451" y="239856"/>
                        <a:pt x="25193" y="240501"/>
                      </a:cubicBezTo>
                      <a:cubicBezTo>
                        <a:pt x="23581" y="241146"/>
                        <a:pt x="21646" y="241791"/>
                        <a:pt x="20034" y="242436"/>
                      </a:cubicBezTo>
                      <a:cubicBezTo>
                        <a:pt x="12295" y="245338"/>
                        <a:pt x="8425" y="246950"/>
                        <a:pt x="8103" y="252432"/>
                      </a:cubicBezTo>
                      <a:cubicBezTo>
                        <a:pt x="7780" y="254690"/>
                        <a:pt x="5845" y="256302"/>
                        <a:pt x="3911" y="256302"/>
                      </a:cubicBezTo>
                      <a:close/>
                      <a:moveTo>
                        <a:pt x="450524" y="217284"/>
                      </a:moveTo>
                      <a:cubicBezTo>
                        <a:pt x="450202" y="217284"/>
                        <a:pt x="449557" y="217284"/>
                        <a:pt x="449234" y="216961"/>
                      </a:cubicBezTo>
                      <a:cubicBezTo>
                        <a:pt x="447945" y="216639"/>
                        <a:pt x="446977" y="215994"/>
                        <a:pt x="445687" y="215671"/>
                      </a:cubicBezTo>
                      <a:cubicBezTo>
                        <a:pt x="443108" y="214704"/>
                        <a:pt x="435691" y="211802"/>
                        <a:pt x="435691" y="203740"/>
                      </a:cubicBezTo>
                      <a:cubicBezTo>
                        <a:pt x="435691" y="200838"/>
                        <a:pt x="436658" y="198258"/>
                        <a:pt x="437303" y="195356"/>
                      </a:cubicBezTo>
                      <a:cubicBezTo>
                        <a:pt x="437626" y="194389"/>
                        <a:pt x="437948" y="193099"/>
                        <a:pt x="438271" y="192131"/>
                      </a:cubicBezTo>
                      <a:cubicBezTo>
                        <a:pt x="438916" y="189874"/>
                        <a:pt x="441173" y="188584"/>
                        <a:pt x="443108" y="189229"/>
                      </a:cubicBezTo>
                      <a:cubicBezTo>
                        <a:pt x="445365" y="189874"/>
                        <a:pt x="446655" y="192131"/>
                        <a:pt x="446010" y="194066"/>
                      </a:cubicBezTo>
                      <a:cubicBezTo>
                        <a:pt x="445687" y="195356"/>
                        <a:pt x="445365" y="196646"/>
                        <a:pt x="445042" y="197613"/>
                      </a:cubicBezTo>
                      <a:cubicBezTo>
                        <a:pt x="444397" y="199871"/>
                        <a:pt x="443752" y="201805"/>
                        <a:pt x="443752" y="203418"/>
                      </a:cubicBezTo>
                      <a:cubicBezTo>
                        <a:pt x="443752" y="204385"/>
                        <a:pt x="443752" y="205997"/>
                        <a:pt x="448589" y="207932"/>
                      </a:cubicBezTo>
                      <a:cubicBezTo>
                        <a:pt x="449557" y="208255"/>
                        <a:pt x="450847" y="208900"/>
                        <a:pt x="451814" y="209222"/>
                      </a:cubicBezTo>
                      <a:cubicBezTo>
                        <a:pt x="454071" y="209867"/>
                        <a:pt x="455039" y="212124"/>
                        <a:pt x="454394" y="214381"/>
                      </a:cubicBezTo>
                      <a:cubicBezTo>
                        <a:pt x="453749" y="215994"/>
                        <a:pt x="452136" y="217284"/>
                        <a:pt x="450524" y="217284"/>
                      </a:cubicBezTo>
                      <a:close/>
                      <a:moveTo>
                        <a:pt x="45509" y="213092"/>
                      </a:moveTo>
                      <a:cubicBezTo>
                        <a:pt x="45186" y="213092"/>
                        <a:pt x="44864" y="213092"/>
                        <a:pt x="44541" y="213092"/>
                      </a:cubicBezTo>
                      <a:cubicBezTo>
                        <a:pt x="42284" y="212447"/>
                        <a:pt x="40994" y="210190"/>
                        <a:pt x="41639" y="208255"/>
                      </a:cubicBezTo>
                      <a:cubicBezTo>
                        <a:pt x="42606" y="204707"/>
                        <a:pt x="43251" y="201160"/>
                        <a:pt x="43896" y="197291"/>
                      </a:cubicBezTo>
                      <a:cubicBezTo>
                        <a:pt x="44541" y="193099"/>
                        <a:pt x="45509" y="187939"/>
                        <a:pt x="46798" y="182458"/>
                      </a:cubicBezTo>
                      <a:lnTo>
                        <a:pt x="54538" y="184392"/>
                      </a:lnTo>
                      <a:lnTo>
                        <a:pt x="54538" y="184392"/>
                      </a:lnTo>
                      <a:cubicBezTo>
                        <a:pt x="53248" y="189552"/>
                        <a:pt x="52603" y="194389"/>
                        <a:pt x="51958" y="198581"/>
                      </a:cubicBezTo>
                      <a:cubicBezTo>
                        <a:pt x="51313" y="202773"/>
                        <a:pt x="50668" y="206642"/>
                        <a:pt x="49701" y="210190"/>
                      </a:cubicBezTo>
                      <a:cubicBezTo>
                        <a:pt x="49056" y="211802"/>
                        <a:pt x="47121" y="213092"/>
                        <a:pt x="45509" y="213092"/>
                      </a:cubicBezTo>
                      <a:close/>
                      <a:moveTo>
                        <a:pt x="431821" y="162787"/>
                      </a:moveTo>
                      <a:cubicBezTo>
                        <a:pt x="430209" y="162787"/>
                        <a:pt x="428919" y="161820"/>
                        <a:pt x="427952" y="160207"/>
                      </a:cubicBezTo>
                      <a:cubicBezTo>
                        <a:pt x="426339" y="156338"/>
                        <a:pt x="425694" y="153113"/>
                        <a:pt x="425694" y="149566"/>
                      </a:cubicBezTo>
                      <a:cubicBezTo>
                        <a:pt x="425694" y="145374"/>
                        <a:pt x="426984" y="141504"/>
                        <a:pt x="429564" y="137635"/>
                      </a:cubicBezTo>
                      <a:cubicBezTo>
                        <a:pt x="430531" y="136022"/>
                        <a:pt x="431821" y="134088"/>
                        <a:pt x="432789" y="132153"/>
                      </a:cubicBezTo>
                      <a:cubicBezTo>
                        <a:pt x="433756" y="130218"/>
                        <a:pt x="436013" y="129251"/>
                        <a:pt x="438271" y="130218"/>
                      </a:cubicBezTo>
                      <a:cubicBezTo>
                        <a:pt x="440205" y="131185"/>
                        <a:pt x="441173" y="133443"/>
                        <a:pt x="440205" y="135700"/>
                      </a:cubicBezTo>
                      <a:cubicBezTo>
                        <a:pt x="438916" y="138280"/>
                        <a:pt x="437626" y="140537"/>
                        <a:pt x="436336" y="142472"/>
                      </a:cubicBezTo>
                      <a:cubicBezTo>
                        <a:pt x="434723" y="144729"/>
                        <a:pt x="433756" y="147309"/>
                        <a:pt x="433756" y="149888"/>
                      </a:cubicBezTo>
                      <a:cubicBezTo>
                        <a:pt x="433756" y="152146"/>
                        <a:pt x="434401" y="154403"/>
                        <a:pt x="435368" y="157305"/>
                      </a:cubicBezTo>
                      <a:cubicBezTo>
                        <a:pt x="436336" y="159240"/>
                        <a:pt x="435368" y="161820"/>
                        <a:pt x="433111" y="162465"/>
                      </a:cubicBezTo>
                      <a:cubicBezTo>
                        <a:pt x="432789" y="162787"/>
                        <a:pt x="432466" y="162787"/>
                        <a:pt x="431821" y="162787"/>
                      </a:cubicBezTo>
                      <a:close/>
                      <a:moveTo>
                        <a:pt x="44864" y="150856"/>
                      </a:moveTo>
                      <a:cubicBezTo>
                        <a:pt x="42606" y="150856"/>
                        <a:pt x="40672" y="149244"/>
                        <a:pt x="40672" y="146986"/>
                      </a:cubicBezTo>
                      <a:cubicBezTo>
                        <a:pt x="40672" y="142472"/>
                        <a:pt x="41639" y="138280"/>
                        <a:pt x="43896" y="134088"/>
                      </a:cubicBezTo>
                      <a:cubicBezTo>
                        <a:pt x="46476" y="128928"/>
                        <a:pt x="48088" y="124414"/>
                        <a:pt x="49056" y="120867"/>
                      </a:cubicBezTo>
                      <a:cubicBezTo>
                        <a:pt x="49701" y="118609"/>
                        <a:pt x="51958" y="117642"/>
                        <a:pt x="54215" y="118287"/>
                      </a:cubicBezTo>
                      <a:cubicBezTo>
                        <a:pt x="56472" y="118932"/>
                        <a:pt x="57440" y="121189"/>
                        <a:pt x="56795" y="123446"/>
                      </a:cubicBezTo>
                      <a:cubicBezTo>
                        <a:pt x="55827" y="126994"/>
                        <a:pt x="54215" y="132153"/>
                        <a:pt x="51313" y="137957"/>
                      </a:cubicBezTo>
                      <a:cubicBezTo>
                        <a:pt x="49701" y="141182"/>
                        <a:pt x="49056" y="144084"/>
                        <a:pt x="49056" y="147309"/>
                      </a:cubicBezTo>
                      <a:cubicBezTo>
                        <a:pt x="49056" y="149244"/>
                        <a:pt x="47121" y="150856"/>
                        <a:pt x="44864" y="150856"/>
                      </a:cubicBezTo>
                      <a:close/>
                      <a:moveTo>
                        <a:pt x="94201" y="122156"/>
                      </a:moveTo>
                      <a:cubicBezTo>
                        <a:pt x="92588" y="122156"/>
                        <a:pt x="91299" y="121834"/>
                        <a:pt x="90331" y="120867"/>
                      </a:cubicBezTo>
                      <a:cubicBezTo>
                        <a:pt x="89686" y="120222"/>
                        <a:pt x="88396" y="119254"/>
                        <a:pt x="87106" y="117642"/>
                      </a:cubicBezTo>
                      <a:cubicBezTo>
                        <a:pt x="84204" y="115062"/>
                        <a:pt x="80657" y="111193"/>
                        <a:pt x="76465" y="108613"/>
                      </a:cubicBezTo>
                      <a:cubicBezTo>
                        <a:pt x="74530" y="107646"/>
                        <a:pt x="73885" y="105066"/>
                        <a:pt x="75175" y="103131"/>
                      </a:cubicBezTo>
                      <a:cubicBezTo>
                        <a:pt x="76465" y="101196"/>
                        <a:pt x="78722" y="100551"/>
                        <a:pt x="80657" y="101841"/>
                      </a:cubicBezTo>
                      <a:cubicBezTo>
                        <a:pt x="85817" y="104743"/>
                        <a:pt x="90009" y="109258"/>
                        <a:pt x="92911" y="111838"/>
                      </a:cubicBezTo>
                      <a:cubicBezTo>
                        <a:pt x="93556" y="112482"/>
                        <a:pt x="94201" y="113450"/>
                        <a:pt x="94846" y="113772"/>
                      </a:cubicBezTo>
                      <a:cubicBezTo>
                        <a:pt x="95491" y="113772"/>
                        <a:pt x="96458" y="113450"/>
                        <a:pt x="98070" y="112482"/>
                      </a:cubicBezTo>
                      <a:cubicBezTo>
                        <a:pt x="100005" y="111515"/>
                        <a:pt x="102585" y="112160"/>
                        <a:pt x="103552" y="114095"/>
                      </a:cubicBezTo>
                      <a:cubicBezTo>
                        <a:pt x="104520" y="116030"/>
                        <a:pt x="103875" y="118609"/>
                        <a:pt x="101940" y="119577"/>
                      </a:cubicBezTo>
                      <a:cubicBezTo>
                        <a:pt x="99683" y="120867"/>
                        <a:pt x="96781" y="122156"/>
                        <a:pt x="94201" y="122156"/>
                      </a:cubicBezTo>
                      <a:close/>
                      <a:moveTo>
                        <a:pt x="445687" y="102486"/>
                      </a:moveTo>
                      <a:cubicBezTo>
                        <a:pt x="445365" y="102486"/>
                        <a:pt x="445365" y="102486"/>
                        <a:pt x="445042" y="102486"/>
                      </a:cubicBezTo>
                      <a:cubicBezTo>
                        <a:pt x="442785" y="102164"/>
                        <a:pt x="441173" y="100229"/>
                        <a:pt x="441495" y="97972"/>
                      </a:cubicBezTo>
                      <a:cubicBezTo>
                        <a:pt x="442140" y="93780"/>
                        <a:pt x="442140" y="89910"/>
                        <a:pt x="442140" y="87330"/>
                      </a:cubicBezTo>
                      <a:cubicBezTo>
                        <a:pt x="442140" y="85396"/>
                        <a:pt x="440528" y="80881"/>
                        <a:pt x="436658" y="76044"/>
                      </a:cubicBezTo>
                      <a:cubicBezTo>
                        <a:pt x="435368" y="74432"/>
                        <a:pt x="435691" y="71852"/>
                        <a:pt x="437303" y="70240"/>
                      </a:cubicBezTo>
                      <a:cubicBezTo>
                        <a:pt x="438916" y="68950"/>
                        <a:pt x="441495" y="69272"/>
                        <a:pt x="443108" y="70885"/>
                      </a:cubicBezTo>
                      <a:cubicBezTo>
                        <a:pt x="447622" y="76689"/>
                        <a:pt x="450202" y="82816"/>
                        <a:pt x="450202" y="87008"/>
                      </a:cubicBezTo>
                      <a:cubicBezTo>
                        <a:pt x="450202" y="89910"/>
                        <a:pt x="449879" y="94102"/>
                        <a:pt x="449234" y="98617"/>
                      </a:cubicBezTo>
                      <a:cubicBezTo>
                        <a:pt x="449234" y="100874"/>
                        <a:pt x="447622" y="102486"/>
                        <a:pt x="445687" y="102486"/>
                      </a:cubicBezTo>
                      <a:close/>
                      <a:moveTo>
                        <a:pt x="116451" y="89265"/>
                      </a:moveTo>
                      <a:cubicBezTo>
                        <a:pt x="115483" y="89265"/>
                        <a:pt x="114516" y="88943"/>
                        <a:pt x="113871" y="88298"/>
                      </a:cubicBezTo>
                      <a:cubicBezTo>
                        <a:pt x="112259" y="87008"/>
                        <a:pt x="111936" y="84428"/>
                        <a:pt x="113226" y="82493"/>
                      </a:cubicBezTo>
                      <a:cubicBezTo>
                        <a:pt x="118063" y="76367"/>
                        <a:pt x="124835" y="70885"/>
                        <a:pt x="128382" y="69272"/>
                      </a:cubicBezTo>
                      <a:cubicBezTo>
                        <a:pt x="129349" y="68627"/>
                        <a:pt x="130317" y="67338"/>
                        <a:pt x="130962" y="65403"/>
                      </a:cubicBezTo>
                      <a:cubicBezTo>
                        <a:pt x="131607" y="63145"/>
                        <a:pt x="133864" y="62178"/>
                        <a:pt x="136121" y="62823"/>
                      </a:cubicBezTo>
                      <a:cubicBezTo>
                        <a:pt x="138378" y="63468"/>
                        <a:pt x="139346" y="65725"/>
                        <a:pt x="138701" y="67982"/>
                      </a:cubicBezTo>
                      <a:cubicBezTo>
                        <a:pt x="137089" y="73142"/>
                        <a:pt x="134186" y="75721"/>
                        <a:pt x="131929" y="76689"/>
                      </a:cubicBezTo>
                      <a:cubicBezTo>
                        <a:pt x="129672" y="77979"/>
                        <a:pt x="123867" y="82493"/>
                        <a:pt x="119353" y="87653"/>
                      </a:cubicBezTo>
                      <a:cubicBezTo>
                        <a:pt x="118708" y="88620"/>
                        <a:pt x="117741" y="89265"/>
                        <a:pt x="116451" y="89265"/>
                      </a:cubicBezTo>
                      <a:close/>
                      <a:moveTo>
                        <a:pt x="286390" y="70240"/>
                      </a:moveTo>
                      <a:cubicBezTo>
                        <a:pt x="286067" y="70240"/>
                        <a:pt x="286067" y="70240"/>
                        <a:pt x="285745" y="70240"/>
                      </a:cubicBezTo>
                      <a:cubicBezTo>
                        <a:pt x="278651" y="68950"/>
                        <a:pt x="268977" y="66048"/>
                        <a:pt x="259625" y="62178"/>
                      </a:cubicBezTo>
                      <a:cubicBezTo>
                        <a:pt x="257690" y="61211"/>
                        <a:pt x="256723" y="58953"/>
                        <a:pt x="257368" y="57019"/>
                      </a:cubicBezTo>
                      <a:cubicBezTo>
                        <a:pt x="258335" y="55084"/>
                        <a:pt x="260593" y="54116"/>
                        <a:pt x="262527" y="54761"/>
                      </a:cubicBezTo>
                      <a:cubicBezTo>
                        <a:pt x="271234" y="58631"/>
                        <a:pt x="280263" y="61211"/>
                        <a:pt x="286712" y="62501"/>
                      </a:cubicBezTo>
                      <a:cubicBezTo>
                        <a:pt x="288969" y="62823"/>
                        <a:pt x="290259" y="65080"/>
                        <a:pt x="289937" y="67015"/>
                      </a:cubicBezTo>
                      <a:cubicBezTo>
                        <a:pt x="289937" y="68950"/>
                        <a:pt x="288325" y="70240"/>
                        <a:pt x="286390" y="70240"/>
                      </a:cubicBezTo>
                      <a:close/>
                      <a:moveTo>
                        <a:pt x="348303" y="64435"/>
                      </a:moveTo>
                      <a:cubicBezTo>
                        <a:pt x="347980" y="64435"/>
                        <a:pt x="347658" y="64435"/>
                        <a:pt x="347335" y="64435"/>
                      </a:cubicBezTo>
                      <a:cubicBezTo>
                        <a:pt x="340241" y="62501"/>
                        <a:pt x="333469" y="62501"/>
                        <a:pt x="326698" y="63145"/>
                      </a:cubicBezTo>
                      <a:cubicBezTo>
                        <a:pt x="325408" y="63145"/>
                        <a:pt x="323796" y="63468"/>
                        <a:pt x="322506" y="63468"/>
                      </a:cubicBezTo>
                      <a:cubicBezTo>
                        <a:pt x="320248" y="63468"/>
                        <a:pt x="318314" y="61855"/>
                        <a:pt x="318314" y="59921"/>
                      </a:cubicBezTo>
                      <a:cubicBezTo>
                        <a:pt x="317991" y="57664"/>
                        <a:pt x="319926" y="55729"/>
                        <a:pt x="321861" y="55729"/>
                      </a:cubicBezTo>
                      <a:cubicBezTo>
                        <a:pt x="323151" y="55729"/>
                        <a:pt x="324441" y="55406"/>
                        <a:pt x="325730" y="55406"/>
                      </a:cubicBezTo>
                      <a:cubicBezTo>
                        <a:pt x="328633" y="55084"/>
                        <a:pt x="331857" y="54761"/>
                        <a:pt x="335082" y="54761"/>
                      </a:cubicBezTo>
                      <a:cubicBezTo>
                        <a:pt x="339919" y="54761"/>
                        <a:pt x="344433" y="55406"/>
                        <a:pt x="349270" y="56696"/>
                      </a:cubicBezTo>
                      <a:cubicBezTo>
                        <a:pt x="351528" y="57341"/>
                        <a:pt x="352495" y="59598"/>
                        <a:pt x="352172" y="61533"/>
                      </a:cubicBezTo>
                      <a:cubicBezTo>
                        <a:pt x="351528" y="63145"/>
                        <a:pt x="349915" y="64435"/>
                        <a:pt x="348303" y="64435"/>
                      </a:cubicBezTo>
                      <a:close/>
                      <a:moveTo>
                        <a:pt x="409571" y="57986"/>
                      </a:moveTo>
                      <a:cubicBezTo>
                        <a:pt x="409249" y="57986"/>
                        <a:pt x="408926" y="57986"/>
                        <a:pt x="408604" y="57986"/>
                      </a:cubicBezTo>
                      <a:cubicBezTo>
                        <a:pt x="405057" y="57019"/>
                        <a:pt x="401187" y="56696"/>
                        <a:pt x="397318" y="56696"/>
                      </a:cubicBezTo>
                      <a:cubicBezTo>
                        <a:pt x="397318" y="56696"/>
                        <a:pt x="397318" y="56696"/>
                        <a:pt x="397318" y="56696"/>
                      </a:cubicBezTo>
                      <a:cubicBezTo>
                        <a:pt x="392481" y="56696"/>
                        <a:pt x="387966" y="57019"/>
                        <a:pt x="384097" y="57664"/>
                      </a:cubicBezTo>
                      <a:cubicBezTo>
                        <a:pt x="381839" y="57986"/>
                        <a:pt x="379904" y="56696"/>
                        <a:pt x="379260" y="54439"/>
                      </a:cubicBezTo>
                      <a:cubicBezTo>
                        <a:pt x="378937" y="52182"/>
                        <a:pt x="380227" y="50247"/>
                        <a:pt x="382484" y="49602"/>
                      </a:cubicBezTo>
                      <a:cubicBezTo>
                        <a:pt x="386999" y="48635"/>
                        <a:pt x="391836" y="48312"/>
                        <a:pt x="397318" y="48312"/>
                      </a:cubicBezTo>
                      <a:cubicBezTo>
                        <a:pt x="397318" y="48312"/>
                        <a:pt x="397318" y="48312"/>
                        <a:pt x="397318" y="48312"/>
                      </a:cubicBezTo>
                      <a:cubicBezTo>
                        <a:pt x="401832" y="48312"/>
                        <a:pt x="406347" y="48957"/>
                        <a:pt x="410539" y="49924"/>
                      </a:cubicBezTo>
                      <a:cubicBezTo>
                        <a:pt x="412796" y="50569"/>
                        <a:pt x="414086" y="52504"/>
                        <a:pt x="413441" y="54761"/>
                      </a:cubicBezTo>
                      <a:cubicBezTo>
                        <a:pt x="412796" y="56696"/>
                        <a:pt x="411184" y="57986"/>
                        <a:pt x="409571" y="57986"/>
                      </a:cubicBezTo>
                      <a:close/>
                      <a:moveTo>
                        <a:pt x="231248" y="41218"/>
                      </a:moveTo>
                      <a:cubicBezTo>
                        <a:pt x="230281" y="41218"/>
                        <a:pt x="228991" y="40895"/>
                        <a:pt x="228346" y="39928"/>
                      </a:cubicBezTo>
                      <a:cubicBezTo>
                        <a:pt x="222864" y="34124"/>
                        <a:pt x="215770" y="26384"/>
                        <a:pt x="210288" y="21225"/>
                      </a:cubicBezTo>
                      <a:cubicBezTo>
                        <a:pt x="208676" y="19613"/>
                        <a:pt x="208676" y="17033"/>
                        <a:pt x="209966" y="15421"/>
                      </a:cubicBezTo>
                      <a:cubicBezTo>
                        <a:pt x="211578" y="13808"/>
                        <a:pt x="214158" y="13808"/>
                        <a:pt x="215770" y="15098"/>
                      </a:cubicBezTo>
                      <a:cubicBezTo>
                        <a:pt x="221897" y="20580"/>
                        <a:pt x="228991" y="28319"/>
                        <a:pt x="234473" y="34446"/>
                      </a:cubicBezTo>
                      <a:cubicBezTo>
                        <a:pt x="236085" y="36058"/>
                        <a:pt x="235763" y="38638"/>
                        <a:pt x="234150" y="40250"/>
                      </a:cubicBezTo>
                      <a:cubicBezTo>
                        <a:pt x="233183" y="40895"/>
                        <a:pt x="232216" y="41218"/>
                        <a:pt x="231248" y="41218"/>
                      </a:cubicBezTo>
                      <a:close/>
                      <a:moveTo>
                        <a:pt x="130962" y="34446"/>
                      </a:moveTo>
                      <a:cubicBezTo>
                        <a:pt x="128704" y="34446"/>
                        <a:pt x="127092" y="32834"/>
                        <a:pt x="127092" y="30577"/>
                      </a:cubicBezTo>
                      <a:cubicBezTo>
                        <a:pt x="127092" y="29932"/>
                        <a:pt x="127092" y="28964"/>
                        <a:pt x="127092" y="28319"/>
                      </a:cubicBezTo>
                      <a:cubicBezTo>
                        <a:pt x="127092" y="24127"/>
                        <a:pt x="127737" y="20580"/>
                        <a:pt x="128060" y="17678"/>
                      </a:cubicBezTo>
                      <a:cubicBezTo>
                        <a:pt x="128382" y="15743"/>
                        <a:pt x="128704" y="13808"/>
                        <a:pt x="128704" y="12518"/>
                      </a:cubicBezTo>
                      <a:cubicBezTo>
                        <a:pt x="128704" y="10584"/>
                        <a:pt x="128382" y="10261"/>
                        <a:pt x="127737" y="9939"/>
                      </a:cubicBezTo>
                      <a:cubicBezTo>
                        <a:pt x="126770" y="9294"/>
                        <a:pt x="126125" y="8326"/>
                        <a:pt x="125480" y="7359"/>
                      </a:cubicBezTo>
                      <a:cubicBezTo>
                        <a:pt x="124190" y="5424"/>
                        <a:pt x="124835" y="2845"/>
                        <a:pt x="126770" y="1877"/>
                      </a:cubicBezTo>
                      <a:cubicBezTo>
                        <a:pt x="128704" y="587"/>
                        <a:pt x="131284" y="1232"/>
                        <a:pt x="132252" y="3167"/>
                      </a:cubicBezTo>
                      <a:cubicBezTo>
                        <a:pt x="132252" y="3489"/>
                        <a:pt x="132574" y="3812"/>
                        <a:pt x="132897" y="3812"/>
                      </a:cubicBezTo>
                      <a:cubicBezTo>
                        <a:pt x="135476" y="6069"/>
                        <a:pt x="136766" y="8971"/>
                        <a:pt x="136766" y="12518"/>
                      </a:cubicBezTo>
                      <a:cubicBezTo>
                        <a:pt x="136766" y="14453"/>
                        <a:pt x="136444" y="16388"/>
                        <a:pt x="136121" y="18645"/>
                      </a:cubicBezTo>
                      <a:cubicBezTo>
                        <a:pt x="135799" y="21225"/>
                        <a:pt x="135154" y="24450"/>
                        <a:pt x="135154" y="27997"/>
                      </a:cubicBezTo>
                      <a:cubicBezTo>
                        <a:pt x="135154" y="28642"/>
                        <a:pt x="135154" y="29287"/>
                        <a:pt x="135154" y="29932"/>
                      </a:cubicBezTo>
                      <a:cubicBezTo>
                        <a:pt x="135154" y="32189"/>
                        <a:pt x="133541" y="34124"/>
                        <a:pt x="130962" y="34446"/>
                      </a:cubicBezTo>
                      <a:cubicBezTo>
                        <a:pt x="131284" y="34446"/>
                        <a:pt x="131284" y="34446"/>
                        <a:pt x="130962" y="34446"/>
                      </a:cubicBezTo>
                      <a:close/>
                      <a:moveTo>
                        <a:pt x="178042" y="13486"/>
                      </a:moveTo>
                      <a:cubicBezTo>
                        <a:pt x="178042" y="13486"/>
                        <a:pt x="177719" y="13486"/>
                        <a:pt x="178042" y="13486"/>
                      </a:cubicBezTo>
                      <a:cubicBezTo>
                        <a:pt x="166433" y="13163"/>
                        <a:pt x="158371" y="12518"/>
                        <a:pt x="154824" y="9939"/>
                      </a:cubicBezTo>
                      <a:cubicBezTo>
                        <a:pt x="153857" y="9294"/>
                        <a:pt x="152567" y="8326"/>
                        <a:pt x="150954" y="7681"/>
                      </a:cubicBezTo>
                      <a:cubicBezTo>
                        <a:pt x="149020" y="6714"/>
                        <a:pt x="148052" y="4134"/>
                        <a:pt x="149342" y="2200"/>
                      </a:cubicBezTo>
                      <a:cubicBezTo>
                        <a:pt x="150310" y="265"/>
                        <a:pt x="152889" y="-703"/>
                        <a:pt x="154824" y="587"/>
                      </a:cubicBezTo>
                      <a:cubicBezTo>
                        <a:pt x="156759" y="1555"/>
                        <a:pt x="158694" y="2522"/>
                        <a:pt x="159984" y="3489"/>
                      </a:cubicBezTo>
                      <a:cubicBezTo>
                        <a:pt x="161918" y="4779"/>
                        <a:pt x="173205" y="5424"/>
                        <a:pt x="178686" y="5424"/>
                      </a:cubicBezTo>
                      <a:cubicBezTo>
                        <a:pt x="180944" y="5424"/>
                        <a:pt x="182556" y="7359"/>
                        <a:pt x="182556" y="9616"/>
                      </a:cubicBezTo>
                      <a:cubicBezTo>
                        <a:pt x="181911" y="11874"/>
                        <a:pt x="179976" y="13486"/>
                        <a:pt x="178042" y="1348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Freeform: Shape 154">
                  <a:extLst>
                    <a:ext uri="{FF2B5EF4-FFF2-40B4-BE49-F238E27FC236}">
                      <a16:creationId xmlns:a16="http://schemas.microsoft.com/office/drawing/2014/main" id="{6234BEF6-C866-55A5-CC8C-9570A749CE55}"/>
                    </a:ext>
                  </a:extLst>
                </p:cNvPr>
                <p:cNvSpPr/>
                <p:nvPr/>
              </p:nvSpPr>
              <p:spPr>
                <a:xfrm>
                  <a:off x="5443255" y="4325465"/>
                  <a:ext cx="32246" cy="32246"/>
                </a:xfrm>
                <a:custGeom>
                  <a:avLst/>
                  <a:gdLst>
                    <a:gd name="connsiteX0" fmla="*/ 17736 w 0"/>
                    <a:gd name="connsiteY0" fmla="*/ 23339 h 0"/>
                    <a:gd name="connsiteX1" fmla="*/ 16123 w 0"/>
                    <a:gd name="connsiteY1" fmla="*/ 23017 h 0"/>
                    <a:gd name="connsiteX2" fmla="*/ 3547 w 0"/>
                    <a:gd name="connsiteY2" fmla="*/ 14955 h 0"/>
                    <a:gd name="connsiteX3" fmla="*/ 0 w 0"/>
                    <a:gd name="connsiteY3" fmla="*/ 11408 h 0"/>
                    <a:gd name="connsiteX4" fmla="*/ 4192 w 0"/>
                    <a:gd name="connsiteY4" fmla="*/ 8829 h 0"/>
                    <a:gd name="connsiteX5" fmla="*/ 6449 w 0"/>
                    <a:gd name="connsiteY5" fmla="*/ 6894 h 0"/>
                    <a:gd name="connsiteX6" fmla="*/ 15156 w 0"/>
                    <a:gd name="connsiteY6" fmla="*/ 444 h 0"/>
                    <a:gd name="connsiteX7" fmla="*/ 20638 w 0"/>
                    <a:gd name="connsiteY7" fmla="*/ 2057 h 0"/>
                    <a:gd name="connsiteX8" fmla="*/ 19025 w 0"/>
                    <a:gd name="connsiteY8" fmla="*/ 7539 h 0"/>
                    <a:gd name="connsiteX9" fmla="*/ 12576 w 0"/>
                    <a:gd name="connsiteY9" fmla="*/ 12053 h 0"/>
                    <a:gd name="connsiteX10" fmla="*/ 19348 w 0"/>
                    <a:gd name="connsiteY10" fmla="*/ 15600 h 0"/>
                    <a:gd name="connsiteX11" fmla="*/ 21605 w 0"/>
                    <a:gd name="connsiteY11" fmla="*/ 20760 h 0"/>
                    <a:gd name="connsiteX12" fmla="*/ 17736 w 0"/>
                    <a:gd name="connsiteY12" fmla="*/ 2333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>
                      <a:moveTo>
                        <a:pt x="17736" y="23339"/>
                      </a:moveTo>
                      <a:cubicBezTo>
                        <a:pt x="17091" y="23339"/>
                        <a:pt x="16768" y="23339"/>
                        <a:pt x="16123" y="23017"/>
                      </a:cubicBezTo>
                      <a:cubicBezTo>
                        <a:pt x="11931" y="21082"/>
                        <a:pt x="7417" y="19147"/>
                        <a:pt x="3547" y="14955"/>
                      </a:cubicBezTo>
                      <a:lnTo>
                        <a:pt x="0" y="11408"/>
                      </a:lnTo>
                      <a:lnTo>
                        <a:pt x="4192" y="8829"/>
                      </a:lnTo>
                      <a:cubicBezTo>
                        <a:pt x="4837" y="8506"/>
                        <a:pt x="5482" y="7861"/>
                        <a:pt x="6449" y="6894"/>
                      </a:cubicBezTo>
                      <a:cubicBezTo>
                        <a:pt x="8384" y="5281"/>
                        <a:pt x="10964" y="2702"/>
                        <a:pt x="15156" y="444"/>
                      </a:cubicBezTo>
                      <a:cubicBezTo>
                        <a:pt x="17091" y="-523"/>
                        <a:pt x="19670" y="122"/>
                        <a:pt x="20638" y="2057"/>
                      </a:cubicBezTo>
                      <a:cubicBezTo>
                        <a:pt x="21605" y="3992"/>
                        <a:pt x="20960" y="6571"/>
                        <a:pt x="19025" y="7539"/>
                      </a:cubicBezTo>
                      <a:cubicBezTo>
                        <a:pt x="16123" y="9151"/>
                        <a:pt x="14188" y="10763"/>
                        <a:pt x="12576" y="12053"/>
                      </a:cubicBezTo>
                      <a:cubicBezTo>
                        <a:pt x="14833" y="13666"/>
                        <a:pt x="17413" y="14633"/>
                        <a:pt x="19348" y="15600"/>
                      </a:cubicBezTo>
                      <a:cubicBezTo>
                        <a:pt x="21283" y="16568"/>
                        <a:pt x="22250" y="18825"/>
                        <a:pt x="21605" y="20760"/>
                      </a:cubicBezTo>
                      <a:cubicBezTo>
                        <a:pt x="20960" y="22372"/>
                        <a:pt x="19348" y="23339"/>
                        <a:pt x="17736" y="23339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Freeform: Shape 155">
                  <a:extLst>
                    <a:ext uri="{FF2B5EF4-FFF2-40B4-BE49-F238E27FC236}">
                      <a16:creationId xmlns:a16="http://schemas.microsoft.com/office/drawing/2014/main" id="{E4F11078-CF8F-9A9F-39B9-B411ADDB332E}"/>
                    </a:ext>
                  </a:extLst>
                </p:cNvPr>
                <p:cNvSpPr/>
                <p:nvPr/>
              </p:nvSpPr>
              <p:spPr>
                <a:xfrm>
                  <a:off x="5425519" y="4374795"/>
                  <a:ext cx="32246" cy="354711"/>
                </a:xfrm>
                <a:custGeom>
                  <a:avLst/>
                  <a:gdLst>
                    <a:gd name="connsiteX0" fmla="*/ 24830 w 32246"/>
                    <a:gd name="connsiteY0" fmla="*/ 381927 h 354711"/>
                    <a:gd name="connsiteX1" fmla="*/ 21928 w 32246"/>
                    <a:gd name="connsiteY1" fmla="*/ 380637 h 354711"/>
                    <a:gd name="connsiteX2" fmla="*/ 22250 w 32246"/>
                    <a:gd name="connsiteY2" fmla="*/ 374833 h 354711"/>
                    <a:gd name="connsiteX3" fmla="*/ 26765 w 32246"/>
                    <a:gd name="connsiteY3" fmla="*/ 370641 h 354711"/>
                    <a:gd name="connsiteX4" fmla="*/ 37083 w 32246"/>
                    <a:gd name="connsiteY4" fmla="*/ 359355 h 354711"/>
                    <a:gd name="connsiteX5" fmla="*/ 38373 w 32246"/>
                    <a:gd name="connsiteY5" fmla="*/ 353551 h 354711"/>
                    <a:gd name="connsiteX6" fmla="*/ 43855 w 32246"/>
                    <a:gd name="connsiteY6" fmla="*/ 354840 h 354711"/>
                    <a:gd name="connsiteX7" fmla="*/ 45145 w 32246"/>
                    <a:gd name="connsiteY7" fmla="*/ 359355 h 354711"/>
                    <a:gd name="connsiteX8" fmla="*/ 32246 w 32246"/>
                    <a:gd name="connsiteY8" fmla="*/ 376768 h 354711"/>
                    <a:gd name="connsiteX9" fmla="*/ 27732 w 32246"/>
                    <a:gd name="connsiteY9" fmla="*/ 380960 h 354711"/>
                    <a:gd name="connsiteX10" fmla="*/ 24830 w 32246"/>
                    <a:gd name="connsiteY10" fmla="*/ 381927 h 354711"/>
                    <a:gd name="connsiteX11" fmla="*/ 5482 w 32246"/>
                    <a:gd name="connsiteY11" fmla="*/ 346779 h 354711"/>
                    <a:gd name="connsiteX12" fmla="*/ 2257 w 32246"/>
                    <a:gd name="connsiteY12" fmla="*/ 345166 h 354711"/>
                    <a:gd name="connsiteX13" fmla="*/ 0 w 32246"/>
                    <a:gd name="connsiteY13" fmla="*/ 338717 h 354711"/>
                    <a:gd name="connsiteX14" fmla="*/ 12254 w 32246"/>
                    <a:gd name="connsiteY14" fmla="*/ 321626 h 354711"/>
                    <a:gd name="connsiteX15" fmla="*/ 15801 w 32246"/>
                    <a:gd name="connsiteY15" fmla="*/ 319047 h 354711"/>
                    <a:gd name="connsiteX16" fmla="*/ 21605 w 32246"/>
                    <a:gd name="connsiteY16" fmla="*/ 319369 h 354711"/>
                    <a:gd name="connsiteX17" fmla="*/ 21283 w 32246"/>
                    <a:gd name="connsiteY17" fmla="*/ 325174 h 354711"/>
                    <a:gd name="connsiteX18" fmla="*/ 16768 w 32246"/>
                    <a:gd name="connsiteY18" fmla="*/ 328721 h 354711"/>
                    <a:gd name="connsiteX19" fmla="*/ 8062 w 32246"/>
                    <a:gd name="connsiteY19" fmla="*/ 339362 h 354711"/>
                    <a:gd name="connsiteX20" fmla="*/ 8707 w 32246"/>
                    <a:gd name="connsiteY20" fmla="*/ 340974 h 354711"/>
                    <a:gd name="connsiteX21" fmla="*/ 8062 w 32246"/>
                    <a:gd name="connsiteY21" fmla="*/ 346779 h 354711"/>
                    <a:gd name="connsiteX22" fmla="*/ 5482 w 32246"/>
                    <a:gd name="connsiteY22" fmla="*/ 346779 h 354711"/>
                    <a:gd name="connsiteX23" fmla="*/ 14511 w 32246"/>
                    <a:gd name="connsiteY23" fmla="*/ 289058 h 354711"/>
                    <a:gd name="connsiteX24" fmla="*/ 10641 w 32246"/>
                    <a:gd name="connsiteY24" fmla="*/ 285510 h 354711"/>
                    <a:gd name="connsiteX25" fmla="*/ 8707 w 32246"/>
                    <a:gd name="connsiteY25" fmla="*/ 274869 h 354711"/>
                    <a:gd name="connsiteX26" fmla="*/ 6127 w 32246"/>
                    <a:gd name="connsiteY26" fmla="*/ 258423 h 354711"/>
                    <a:gd name="connsiteX27" fmla="*/ 9674 w 32246"/>
                    <a:gd name="connsiteY27" fmla="*/ 253909 h 354711"/>
                    <a:gd name="connsiteX28" fmla="*/ 14189 w 32246"/>
                    <a:gd name="connsiteY28" fmla="*/ 257456 h 354711"/>
                    <a:gd name="connsiteX29" fmla="*/ 16768 w 32246"/>
                    <a:gd name="connsiteY29" fmla="*/ 273579 h 354711"/>
                    <a:gd name="connsiteX30" fmla="*/ 18703 w 32246"/>
                    <a:gd name="connsiteY30" fmla="*/ 284543 h 354711"/>
                    <a:gd name="connsiteX31" fmla="*/ 15478 w 32246"/>
                    <a:gd name="connsiteY31" fmla="*/ 289058 h 354711"/>
                    <a:gd name="connsiteX32" fmla="*/ 14511 w 32246"/>
                    <a:gd name="connsiteY32" fmla="*/ 289058 h 354711"/>
                    <a:gd name="connsiteX33" fmla="*/ 13866 w 32246"/>
                    <a:gd name="connsiteY33" fmla="*/ 224242 h 354711"/>
                    <a:gd name="connsiteX34" fmla="*/ 13866 w 32246"/>
                    <a:gd name="connsiteY34" fmla="*/ 224242 h 354711"/>
                    <a:gd name="connsiteX35" fmla="*/ 9996 w 32246"/>
                    <a:gd name="connsiteY35" fmla="*/ 220050 h 354711"/>
                    <a:gd name="connsiteX36" fmla="*/ 9996 w 32246"/>
                    <a:gd name="connsiteY36" fmla="*/ 218115 h 354711"/>
                    <a:gd name="connsiteX37" fmla="*/ 8707 w 32246"/>
                    <a:gd name="connsiteY37" fmla="*/ 208764 h 354711"/>
                    <a:gd name="connsiteX38" fmla="*/ 7094 w 32246"/>
                    <a:gd name="connsiteY38" fmla="*/ 201347 h 354711"/>
                    <a:gd name="connsiteX39" fmla="*/ 5482 w 32246"/>
                    <a:gd name="connsiteY39" fmla="*/ 195865 h 354711"/>
                    <a:gd name="connsiteX40" fmla="*/ 7094 w 32246"/>
                    <a:gd name="connsiteY40" fmla="*/ 190383 h 354711"/>
                    <a:gd name="connsiteX41" fmla="*/ 12576 w 32246"/>
                    <a:gd name="connsiteY41" fmla="*/ 191996 h 354711"/>
                    <a:gd name="connsiteX42" fmla="*/ 14833 w 32246"/>
                    <a:gd name="connsiteY42" fmla="*/ 200057 h 354711"/>
                    <a:gd name="connsiteX43" fmla="*/ 16446 w 32246"/>
                    <a:gd name="connsiteY43" fmla="*/ 207151 h 354711"/>
                    <a:gd name="connsiteX44" fmla="*/ 18058 w 32246"/>
                    <a:gd name="connsiteY44" fmla="*/ 218438 h 354711"/>
                    <a:gd name="connsiteX45" fmla="*/ 18058 w 32246"/>
                    <a:gd name="connsiteY45" fmla="*/ 221017 h 354711"/>
                    <a:gd name="connsiteX46" fmla="*/ 13866 w 32246"/>
                    <a:gd name="connsiteY46" fmla="*/ 224242 h 354711"/>
                    <a:gd name="connsiteX47" fmla="*/ 12576 w 32246"/>
                    <a:gd name="connsiteY47" fmla="*/ 166843 h 354711"/>
                    <a:gd name="connsiteX48" fmla="*/ 10641 w 32246"/>
                    <a:gd name="connsiteY48" fmla="*/ 166198 h 354711"/>
                    <a:gd name="connsiteX49" fmla="*/ 9352 w 32246"/>
                    <a:gd name="connsiteY49" fmla="*/ 160716 h 354711"/>
                    <a:gd name="connsiteX50" fmla="*/ 12254 w 32246"/>
                    <a:gd name="connsiteY50" fmla="*/ 155235 h 354711"/>
                    <a:gd name="connsiteX51" fmla="*/ 23540 w 32246"/>
                    <a:gd name="connsiteY51" fmla="*/ 140724 h 354711"/>
                    <a:gd name="connsiteX52" fmla="*/ 27087 w 32246"/>
                    <a:gd name="connsiteY52" fmla="*/ 138466 h 354711"/>
                    <a:gd name="connsiteX53" fmla="*/ 32569 w 32246"/>
                    <a:gd name="connsiteY53" fmla="*/ 139434 h 354711"/>
                    <a:gd name="connsiteX54" fmla="*/ 31602 w 32246"/>
                    <a:gd name="connsiteY54" fmla="*/ 144916 h 354711"/>
                    <a:gd name="connsiteX55" fmla="*/ 26765 w 32246"/>
                    <a:gd name="connsiteY55" fmla="*/ 147818 h 354711"/>
                    <a:gd name="connsiteX56" fmla="*/ 19670 w 32246"/>
                    <a:gd name="connsiteY56" fmla="*/ 158137 h 354711"/>
                    <a:gd name="connsiteX57" fmla="*/ 16446 w 32246"/>
                    <a:gd name="connsiteY57" fmla="*/ 164586 h 354711"/>
                    <a:gd name="connsiteX58" fmla="*/ 12576 w 32246"/>
                    <a:gd name="connsiteY58" fmla="*/ 166843 h 354711"/>
                    <a:gd name="connsiteX59" fmla="*/ 42888 w 32246"/>
                    <a:gd name="connsiteY59" fmla="*/ 118151 h 354711"/>
                    <a:gd name="connsiteX60" fmla="*/ 41276 w 32246"/>
                    <a:gd name="connsiteY60" fmla="*/ 117829 h 354711"/>
                    <a:gd name="connsiteX61" fmla="*/ 38051 w 32246"/>
                    <a:gd name="connsiteY61" fmla="*/ 117506 h 354711"/>
                    <a:gd name="connsiteX62" fmla="*/ 14833 w 32246"/>
                    <a:gd name="connsiteY62" fmla="*/ 108155 h 354711"/>
                    <a:gd name="connsiteX63" fmla="*/ 16123 w 32246"/>
                    <a:gd name="connsiteY63" fmla="*/ 102673 h 354711"/>
                    <a:gd name="connsiteX64" fmla="*/ 21605 w 32246"/>
                    <a:gd name="connsiteY64" fmla="*/ 103963 h 354711"/>
                    <a:gd name="connsiteX65" fmla="*/ 37083 w 32246"/>
                    <a:gd name="connsiteY65" fmla="*/ 109445 h 354711"/>
                    <a:gd name="connsiteX66" fmla="*/ 44500 w 32246"/>
                    <a:gd name="connsiteY66" fmla="*/ 110412 h 354711"/>
                    <a:gd name="connsiteX67" fmla="*/ 46435 w 32246"/>
                    <a:gd name="connsiteY67" fmla="*/ 115571 h 354711"/>
                    <a:gd name="connsiteX68" fmla="*/ 42888 w 32246"/>
                    <a:gd name="connsiteY68" fmla="*/ 118151 h 354711"/>
                    <a:gd name="connsiteX69" fmla="*/ 29989 w 32246"/>
                    <a:gd name="connsiteY69" fmla="*/ 80745 h 354711"/>
                    <a:gd name="connsiteX70" fmla="*/ 27732 w 32246"/>
                    <a:gd name="connsiteY70" fmla="*/ 80100 h 354711"/>
                    <a:gd name="connsiteX71" fmla="*/ 26765 w 32246"/>
                    <a:gd name="connsiteY71" fmla="*/ 74296 h 354711"/>
                    <a:gd name="connsiteX72" fmla="*/ 27410 w 32246"/>
                    <a:gd name="connsiteY72" fmla="*/ 72361 h 354711"/>
                    <a:gd name="connsiteX73" fmla="*/ 26442 w 32246"/>
                    <a:gd name="connsiteY73" fmla="*/ 67202 h 354711"/>
                    <a:gd name="connsiteX74" fmla="*/ 26120 w 32246"/>
                    <a:gd name="connsiteY74" fmla="*/ 64300 h 354711"/>
                    <a:gd name="connsiteX75" fmla="*/ 32891 w 32246"/>
                    <a:gd name="connsiteY75" fmla="*/ 49144 h 354711"/>
                    <a:gd name="connsiteX76" fmla="*/ 38373 w 32246"/>
                    <a:gd name="connsiteY76" fmla="*/ 48176 h 354711"/>
                    <a:gd name="connsiteX77" fmla="*/ 39341 w 32246"/>
                    <a:gd name="connsiteY77" fmla="*/ 53658 h 354711"/>
                    <a:gd name="connsiteX78" fmla="*/ 34181 w 32246"/>
                    <a:gd name="connsiteY78" fmla="*/ 64300 h 354711"/>
                    <a:gd name="connsiteX79" fmla="*/ 35794 w 32246"/>
                    <a:gd name="connsiteY79" fmla="*/ 72361 h 354711"/>
                    <a:gd name="connsiteX80" fmla="*/ 33536 w 32246"/>
                    <a:gd name="connsiteY80" fmla="*/ 79133 h 354711"/>
                    <a:gd name="connsiteX81" fmla="*/ 29989 w 32246"/>
                    <a:gd name="connsiteY81" fmla="*/ 80745 h 354711"/>
                    <a:gd name="connsiteX82" fmla="*/ 40631 w 32246"/>
                    <a:gd name="connsiteY82" fmla="*/ 27861 h 354711"/>
                    <a:gd name="connsiteX83" fmla="*/ 39663 w 32246"/>
                    <a:gd name="connsiteY83" fmla="*/ 27861 h 354711"/>
                    <a:gd name="connsiteX84" fmla="*/ 30312 w 32246"/>
                    <a:gd name="connsiteY84" fmla="*/ 21734 h 354711"/>
                    <a:gd name="connsiteX85" fmla="*/ 29667 w 32246"/>
                    <a:gd name="connsiteY85" fmla="*/ 18187 h 354711"/>
                    <a:gd name="connsiteX86" fmla="*/ 35794 w 32246"/>
                    <a:gd name="connsiteY86" fmla="*/ 6578 h 354711"/>
                    <a:gd name="connsiteX87" fmla="*/ 39663 w 32246"/>
                    <a:gd name="connsiteY87" fmla="*/ 1741 h 354711"/>
                    <a:gd name="connsiteX88" fmla="*/ 45468 w 32246"/>
                    <a:gd name="connsiteY88" fmla="*/ 774 h 354711"/>
                    <a:gd name="connsiteX89" fmla="*/ 46435 w 32246"/>
                    <a:gd name="connsiteY89" fmla="*/ 6256 h 354711"/>
                    <a:gd name="connsiteX90" fmla="*/ 46112 w 32246"/>
                    <a:gd name="connsiteY90" fmla="*/ 6578 h 354711"/>
                    <a:gd name="connsiteX91" fmla="*/ 41921 w 32246"/>
                    <a:gd name="connsiteY91" fmla="*/ 12060 h 354711"/>
                    <a:gd name="connsiteX92" fmla="*/ 37728 w 32246"/>
                    <a:gd name="connsiteY92" fmla="*/ 18510 h 354711"/>
                    <a:gd name="connsiteX93" fmla="*/ 41921 w 32246"/>
                    <a:gd name="connsiteY93" fmla="*/ 20444 h 354711"/>
                    <a:gd name="connsiteX94" fmla="*/ 44823 w 32246"/>
                    <a:gd name="connsiteY94" fmla="*/ 25281 h 354711"/>
                    <a:gd name="connsiteX95" fmla="*/ 40631 w 32246"/>
                    <a:gd name="connsiteY95" fmla="*/ 27861 h 354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</a:cxnLst>
                  <a:rect l="l" t="t" r="r" b="b"/>
                  <a:pathLst>
                    <a:path w="32246" h="354711">
                      <a:moveTo>
                        <a:pt x="24830" y="381927"/>
                      </a:moveTo>
                      <a:cubicBezTo>
                        <a:pt x="23862" y="381927"/>
                        <a:pt x="22573" y="381605"/>
                        <a:pt x="21928" y="380637"/>
                      </a:cubicBezTo>
                      <a:cubicBezTo>
                        <a:pt x="20315" y="379025"/>
                        <a:pt x="20315" y="376446"/>
                        <a:pt x="22250" y="374833"/>
                      </a:cubicBezTo>
                      <a:cubicBezTo>
                        <a:pt x="23862" y="373221"/>
                        <a:pt x="25475" y="371931"/>
                        <a:pt x="26765" y="370641"/>
                      </a:cubicBezTo>
                      <a:cubicBezTo>
                        <a:pt x="31602" y="366127"/>
                        <a:pt x="37083" y="361290"/>
                        <a:pt x="37083" y="359355"/>
                      </a:cubicBezTo>
                      <a:cubicBezTo>
                        <a:pt x="35794" y="357420"/>
                        <a:pt x="36439" y="354840"/>
                        <a:pt x="38373" y="353551"/>
                      </a:cubicBezTo>
                      <a:cubicBezTo>
                        <a:pt x="40308" y="352261"/>
                        <a:pt x="42565" y="352906"/>
                        <a:pt x="43855" y="354840"/>
                      </a:cubicBezTo>
                      <a:cubicBezTo>
                        <a:pt x="44823" y="356130"/>
                        <a:pt x="45145" y="357743"/>
                        <a:pt x="45145" y="359355"/>
                      </a:cubicBezTo>
                      <a:cubicBezTo>
                        <a:pt x="45145" y="364837"/>
                        <a:pt x="39986" y="369674"/>
                        <a:pt x="32246" y="376768"/>
                      </a:cubicBezTo>
                      <a:cubicBezTo>
                        <a:pt x="30957" y="378058"/>
                        <a:pt x="29344" y="379348"/>
                        <a:pt x="27732" y="380960"/>
                      </a:cubicBezTo>
                      <a:cubicBezTo>
                        <a:pt x="27087" y="381605"/>
                        <a:pt x="25797" y="381927"/>
                        <a:pt x="24830" y="381927"/>
                      </a:cubicBezTo>
                      <a:close/>
                      <a:moveTo>
                        <a:pt x="5482" y="346779"/>
                      </a:moveTo>
                      <a:cubicBezTo>
                        <a:pt x="4192" y="346779"/>
                        <a:pt x="3225" y="346134"/>
                        <a:pt x="2257" y="345166"/>
                      </a:cubicBezTo>
                      <a:cubicBezTo>
                        <a:pt x="645" y="343232"/>
                        <a:pt x="0" y="340974"/>
                        <a:pt x="0" y="338717"/>
                      </a:cubicBezTo>
                      <a:cubicBezTo>
                        <a:pt x="0" y="332913"/>
                        <a:pt x="4514" y="326786"/>
                        <a:pt x="12254" y="321626"/>
                      </a:cubicBezTo>
                      <a:cubicBezTo>
                        <a:pt x="13866" y="320659"/>
                        <a:pt x="14833" y="319692"/>
                        <a:pt x="15801" y="319047"/>
                      </a:cubicBezTo>
                      <a:cubicBezTo>
                        <a:pt x="17413" y="317434"/>
                        <a:pt x="19993" y="317757"/>
                        <a:pt x="21605" y="319369"/>
                      </a:cubicBezTo>
                      <a:cubicBezTo>
                        <a:pt x="23217" y="320982"/>
                        <a:pt x="22895" y="323561"/>
                        <a:pt x="21283" y="325174"/>
                      </a:cubicBezTo>
                      <a:cubicBezTo>
                        <a:pt x="20315" y="326141"/>
                        <a:pt x="18703" y="327108"/>
                        <a:pt x="16768" y="328721"/>
                      </a:cubicBezTo>
                      <a:cubicBezTo>
                        <a:pt x="10319" y="332913"/>
                        <a:pt x="8062" y="337105"/>
                        <a:pt x="8062" y="339362"/>
                      </a:cubicBezTo>
                      <a:cubicBezTo>
                        <a:pt x="8062" y="340007"/>
                        <a:pt x="8062" y="340329"/>
                        <a:pt x="8707" y="340974"/>
                      </a:cubicBezTo>
                      <a:cubicBezTo>
                        <a:pt x="9996" y="342587"/>
                        <a:pt x="9674" y="345166"/>
                        <a:pt x="8062" y="346779"/>
                      </a:cubicBezTo>
                      <a:cubicBezTo>
                        <a:pt x="7094" y="346779"/>
                        <a:pt x="6127" y="346779"/>
                        <a:pt x="5482" y="346779"/>
                      </a:cubicBezTo>
                      <a:close/>
                      <a:moveTo>
                        <a:pt x="14511" y="289058"/>
                      </a:moveTo>
                      <a:cubicBezTo>
                        <a:pt x="12576" y="289058"/>
                        <a:pt x="10964" y="287768"/>
                        <a:pt x="10641" y="285510"/>
                      </a:cubicBezTo>
                      <a:cubicBezTo>
                        <a:pt x="9996" y="281963"/>
                        <a:pt x="9352" y="278416"/>
                        <a:pt x="8707" y="274869"/>
                      </a:cubicBezTo>
                      <a:cubicBezTo>
                        <a:pt x="7739" y="269065"/>
                        <a:pt x="6772" y="263583"/>
                        <a:pt x="6127" y="258423"/>
                      </a:cubicBezTo>
                      <a:cubicBezTo>
                        <a:pt x="5804" y="256166"/>
                        <a:pt x="7417" y="254231"/>
                        <a:pt x="9674" y="253909"/>
                      </a:cubicBezTo>
                      <a:cubicBezTo>
                        <a:pt x="11931" y="253586"/>
                        <a:pt x="13866" y="255199"/>
                        <a:pt x="14189" y="257456"/>
                      </a:cubicBezTo>
                      <a:cubicBezTo>
                        <a:pt x="14833" y="262615"/>
                        <a:pt x="15801" y="267775"/>
                        <a:pt x="16768" y="273579"/>
                      </a:cubicBezTo>
                      <a:cubicBezTo>
                        <a:pt x="17413" y="277126"/>
                        <a:pt x="18058" y="280673"/>
                        <a:pt x="18703" y="284543"/>
                      </a:cubicBezTo>
                      <a:cubicBezTo>
                        <a:pt x="19025" y="286800"/>
                        <a:pt x="17413" y="288735"/>
                        <a:pt x="15478" y="289058"/>
                      </a:cubicBezTo>
                      <a:cubicBezTo>
                        <a:pt x="14833" y="289058"/>
                        <a:pt x="14833" y="289058"/>
                        <a:pt x="14511" y="289058"/>
                      </a:cubicBezTo>
                      <a:close/>
                      <a:moveTo>
                        <a:pt x="13866" y="224242"/>
                      </a:moveTo>
                      <a:cubicBezTo>
                        <a:pt x="13866" y="224242"/>
                        <a:pt x="13866" y="224242"/>
                        <a:pt x="13866" y="224242"/>
                      </a:cubicBezTo>
                      <a:cubicBezTo>
                        <a:pt x="11286" y="224242"/>
                        <a:pt x="9674" y="222307"/>
                        <a:pt x="9996" y="220050"/>
                      </a:cubicBezTo>
                      <a:cubicBezTo>
                        <a:pt x="9996" y="219405"/>
                        <a:pt x="9996" y="218760"/>
                        <a:pt x="9996" y="218115"/>
                      </a:cubicBezTo>
                      <a:cubicBezTo>
                        <a:pt x="9996" y="215213"/>
                        <a:pt x="9674" y="212311"/>
                        <a:pt x="8707" y="208764"/>
                      </a:cubicBezTo>
                      <a:cubicBezTo>
                        <a:pt x="8062" y="205539"/>
                        <a:pt x="7417" y="203282"/>
                        <a:pt x="7094" y="201347"/>
                      </a:cubicBezTo>
                      <a:cubicBezTo>
                        <a:pt x="6449" y="198445"/>
                        <a:pt x="6127" y="197155"/>
                        <a:pt x="5482" y="195865"/>
                      </a:cubicBezTo>
                      <a:cubicBezTo>
                        <a:pt x="4514" y="193930"/>
                        <a:pt x="5159" y="191351"/>
                        <a:pt x="7094" y="190383"/>
                      </a:cubicBezTo>
                      <a:cubicBezTo>
                        <a:pt x="9029" y="189416"/>
                        <a:pt x="11609" y="190061"/>
                        <a:pt x="12576" y="191996"/>
                      </a:cubicBezTo>
                      <a:cubicBezTo>
                        <a:pt x="13866" y="194575"/>
                        <a:pt x="14511" y="196833"/>
                        <a:pt x="14833" y="200057"/>
                      </a:cubicBezTo>
                      <a:cubicBezTo>
                        <a:pt x="15156" y="201992"/>
                        <a:pt x="15478" y="204249"/>
                        <a:pt x="16446" y="207151"/>
                      </a:cubicBezTo>
                      <a:cubicBezTo>
                        <a:pt x="17413" y="211343"/>
                        <a:pt x="18058" y="214891"/>
                        <a:pt x="18058" y="218438"/>
                      </a:cubicBezTo>
                      <a:cubicBezTo>
                        <a:pt x="18058" y="219405"/>
                        <a:pt x="18058" y="220050"/>
                        <a:pt x="18058" y="221017"/>
                      </a:cubicBezTo>
                      <a:cubicBezTo>
                        <a:pt x="17736" y="222630"/>
                        <a:pt x="16123" y="224242"/>
                        <a:pt x="13866" y="224242"/>
                      </a:cubicBezTo>
                      <a:close/>
                      <a:moveTo>
                        <a:pt x="12576" y="166843"/>
                      </a:moveTo>
                      <a:cubicBezTo>
                        <a:pt x="11931" y="166843"/>
                        <a:pt x="11286" y="166521"/>
                        <a:pt x="10641" y="166198"/>
                      </a:cubicBezTo>
                      <a:cubicBezTo>
                        <a:pt x="8707" y="164908"/>
                        <a:pt x="8062" y="162651"/>
                        <a:pt x="9352" y="160716"/>
                      </a:cubicBezTo>
                      <a:cubicBezTo>
                        <a:pt x="10319" y="159104"/>
                        <a:pt x="11286" y="157169"/>
                        <a:pt x="12254" y="155235"/>
                      </a:cubicBezTo>
                      <a:cubicBezTo>
                        <a:pt x="14833" y="149753"/>
                        <a:pt x="17736" y="143303"/>
                        <a:pt x="23540" y="140724"/>
                      </a:cubicBezTo>
                      <a:cubicBezTo>
                        <a:pt x="24507" y="140401"/>
                        <a:pt x="25797" y="139434"/>
                        <a:pt x="27087" y="138466"/>
                      </a:cubicBezTo>
                      <a:cubicBezTo>
                        <a:pt x="29022" y="137176"/>
                        <a:pt x="31279" y="137499"/>
                        <a:pt x="32569" y="139434"/>
                      </a:cubicBezTo>
                      <a:cubicBezTo>
                        <a:pt x="33859" y="141369"/>
                        <a:pt x="33536" y="143626"/>
                        <a:pt x="31602" y="144916"/>
                      </a:cubicBezTo>
                      <a:cubicBezTo>
                        <a:pt x="29989" y="146206"/>
                        <a:pt x="28377" y="147173"/>
                        <a:pt x="26765" y="147818"/>
                      </a:cubicBezTo>
                      <a:cubicBezTo>
                        <a:pt x="23862" y="149108"/>
                        <a:pt x="21605" y="153945"/>
                        <a:pt x="19670" y="158137"/>
                      </a:cubicBezTo>
                      <a:cubicBezTo>
                        <a:pt x="18703" y="160394"/>
                        <a:pt x="17736" y="162651"/>
                        <a:pt x="16446" y="164586"/>
                      </a:cubicBezTo>
                      <a:cubicBezTo>
                        <a:pt x="15156" y="166198"/>
                        <a:pt x="13866" y="166843"/>
                        <a:pt x="12576" y="166843"/>
                      </a:cubicBezTo>
                      <a:close/>
                      <a:moveTo>
                        <a:pt x="42888" y="118151"/>
                      </a:moveTo>
                      <a:cubicBezTo>
                        <a:pt x="42243" y="118151"/>
                        <a:pt x="41921" y="118151"/>
                        <a:pt x="41276" y="117829"/>
                      </a:cubicBezTo>
                      <a:cubicBezTo>
                        <a:pt x="40308" y="117506"/>
                        <a:pt x="39341" y="117184"/>
                        <a:pt x="38051" y="117506"/>
                      </a:cubicBezTo>
                      <a:cubicBezTo>
                        <a:pt x="28055" y="118474"/>
                        <a:pt x="19348" y="114927"/>
                        <a:pt x="14833" y="108155"/>
                      </a:cubicBezTo>
                      <a:cubicBezTo>
                        <a:pt x="13544" y="106220"/>
                        <a:pt x="14189" y="103640"/>
                        <a:pt x="16123" y="102673"/>
                      </a:cubicBezTo>
                      <a:cubicBezTo>
                        <a:pt x="18058" y="101383"/>
                        <a:pt x="20638" y="102028"/>
                        <a:pt x="21605" y="103963"/>
                      </a:cubicBezTo>
                      <a:cubicBezTo>
                        <a:pt x="24185" y="108155"/>
                        <a:pt x="30312" y="110412"/>
                        <a:pt x="37083" y="109445"/>
                      </a:cubicBezTo>
                      <a:cubicBezTo>
                        <a:pt x="39986" y="109122"/>
                        <a:pt x="42565" y="109445"/>
                        <a:pt x="44500" y="110412"/>
                      </a:cubicBezTo>
                      <a:cubicBezTo>
                        <a:pt x="46435" y="111379"/>
                        <a:pt x="47402" y="113637"/>
                        <a:pt x="46435" y="115571"/>
                      </a:cubicBezTo>
                      <a:cubicBezTo>
                        <a:pt x="46112" y="117184"/>
                        <a:pt x="44500" y="118151"/>
                        <a:pt x="42888" y="118151"/>
                      </a:cubicBezTo>
                      <a:close/>
                      <a:moveTo>
                        <a:pt x="29989" y="80745"/>
                      </a:moveTo>
                      <a:cubicBezTo>
                        <a:pt x="29022" y="80745"/>
                        <a:pt x="28377" y="80423"/>
                        <a:pt x="27732" y="80100"/>
                      </a:cubicBezTo>
                      <a:cubicBezTo>
                        <a:pt x="25797" y="78810"/>
                        <a:pt x="25475" y="76231"/>
                        <a:pt x="26765" y="74296"/>
                      </a:cubicBezTo>
                      <a:cubicBezTo>
                        <a:pt x="27087" y="73973"/>
                        <a:pt x="27410" y="73006"/>
                        <a:pt x="27410" y="72361"/>
                      </a:cubicBezTo>
                      <a:cubicBezTo>
                        <a:pt x="27410" y="71071"/>
                        <a:pt x="27087" y="69459"/>
                        <a:pt x="26442" y="67202"/>
                      </a:cubicBezTo>
                      <a:cubicBezTo>
                        <a:pt x="26120" y="66234"/>
                        <a:pt x="26120" y="65267"/>
                        <a:pt x="26120" y="64300"/>
                      </a:cubicBezTo>
                      <a:cubicBezTo>
                        <a:pt x="26120" y="60430"/>
                        <a:pt x="28377" y="55271"/>
                        <a:pt x="32891" y="49144"/>
                      </a:cubicBezTo>
                      <a:cubicBezTo>
                        <a:pt x="34181" y="47209"/>
                        <a:pt x="36761" y="46886"/>
                        <a:pt x="38373" y="48176"/>
                      </a:cubicBezTo>
                      <a:cubicBezTo>
                        <a:pt x="40308" y="49466"/>
                        <a:pt x="40631" y="52046"/>
                        <a:pt x="39341" y="53658"/>
                      </a:cubicBezTo>
                      <a:cubicBezTo>
                        <a:pt x="34504" y="60430"/>
                        <a:pt x="34181" y="63332"/>
                        <a:pt x="34181" y="64300"/>
                      </a:cubicBezTo>
                      <a:cubicBezTo>
                        <a:pt x="35149" y="67524"/>
                        <a:pt x="35794" y="70104"/>
                        <a:pt x="35794" y="72361"/>
                      </a:cubicBezTo>
                      <a:cubicBezTo>
                        <a:pt x="35794" y="74941"/>
                        <a:pt x="35149" y="77520"/>
                        <a:pt x="33536" y="79133"/>
                      </a:cubicBezTo>
                      <a:cubicBezTo>
                        <a:pt x="32569" y="80100"/>
                        <a:pt x="31279" y="80745"/>
                        <a:pt x="29989" y="80745"/>
                      </a:cubicBezTo>
                      <a:close/>
                      <a:moveTo>
                        <a:pt x="40631" y="27861"/>
                      </a:moveTo>
                      <a:cubicBezTo>
                        <a:pt x="40308" y="27861"/>
                        <a:pt x="39986" y="27861"/>
                        <a:pt x="39663" y="27861"/>
                      </a:cubicBezTo>
                      <a:cubicBezTo>
                        <a:pt x="37083" y="27216"/>
                        <a:pt x="31924" y="25926"/>
                        <a:pt x="30312" y="21734"/>
                      </a:cubicBezTo>
                      <a:cubicBezTo>
                        <a:pt x="29667" y="20444"/>
                        <a:pt x="29667" y="19477"/>
                        <a:pt x="29667" y="18187"/>
                      </a:cubicBezTo>
                      <a:cubicBezTo>
                        <a:pt x="29667" y="13995"/>
                        <a:pt x="32569" y="10770"/>
                        <a:pt x="35794" y="6578"/>
                      </a:cubicBezTo>
                      <a:cubicBezTo>
                        <a:pt x="37083" y="4966"/>
                        <a:pt x="38373" y="3354"/>
                        <a:pt x="39663" y="1741"/>
                      </a:cubicBezTo>
                      <a:cubicBezTo>
                        <a:pt x="40953" y="-193"/>
                        <a:pt x="43533" y="-516"/>
                        <a:pt x="45468" y="774"/>
                      </a:cubicBezTo>
                      <a:cubicBezTo>
                        <a:pt x="47402" y="2064"/>
                        <a:pt x="47725" y="4321"/>
                        <a:pt x="46435" y="6256"/>
                      </a:cubicBezTo>
                      <a:lnTo>
                        <a:pt x="46112" y="6578"/>
                      </a:lnTo>
                      <a:cubicBezTo>
                        <a:pt x="44500" y="8513"/>
                        <a:pt x="43210" y="10448"/>
                        <a:pt x="41921" y="12060"/>
                      </a:cubicBezTo>
                      <a:cubicBezTo>
                        <a:pt x="39986" y="14640"/>
                        <a:pt x="37728" y="17220"/>
                        <a:pt x="37728" y="18510"/>
                      </a:cubicBezTo>
                      <a:cubicBezTo>
                        <a:pt x="38051" y="19154"/>
                        <a:pt x="38696" y="19799"/>
                        <a:pt x="41921" y="20444"/>
                      </a:cubicBezTo>
                      <a:cubicBezTo>
                        <a:pt x="44178" y="21089"/>
                        <a:pt x="45468" y="23024"/>
                        <a:pt x="44823" y="25281"/>
                      </a:cubicBezTo>
                      <a:cubicBezTo>
                        <a:pt x="44178" y="26571"/>
                        <a:pt x="42565" y="27861"/>
                        <a:pt x="40631" y="27861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Freeform: Shape 156">
                  <a:extLst>
                    <a:ext uri="{FF2B5EF4-FFF2-40B4-BE49-F238E27FC236}">
                      <a16:creationId xmlns:a16="http://schemas.microsoft.com/office/drawing/2014/main" id="{0531A4B9-A404-6540-710D-F072C805179A}"/>
                    </a:ext>
                  </a:extLst>
                </p:cNvPr>
                <p:cNvSpPr/>
                <p:nvPr/>
              </p:nvSpPr>
              <p:spPr>
                <a:xfrm>
                  <a:off x="5435516" y="4783936"/>
                  <a:ext cx="32246" cy="32246"/>
                </a:xfrm>
                <a:custGeom>
                  <a:avLst/>
                  <a:gdLst>
                    <a:gd name="connsiteX0" fmla="*/ 13221 w 0"/>
                    <a:gd name="connsiteY0" fmla="*/ 30508 h 0"/>
                    <a:gd name="connsiteX1" fmla="*/ 9674 w 0"/>
                    <a:gd name="connsiteY1" fmla="*/ 28573 h 0"/>
                    <a:gd name="connsiteX2" fmla="*/ 2902 w 0"/>
                    <a:gd name="connsiteY2" fmla="*/ 16642 h 0"/>
                    <a:gd name="connsiteX3" fmla="*/ 0 w 0"/>
                    <a:gd name="connsiteY3" fmla="*/ 11483 h 0"/>
                    <a:gd name="connsiteX4" fmla="*/ 5482 w 0"/>
                    <a:gd name="connsiteY4" fmla="*/ 10837 h 0"/>
                    <a:gd name="connsiteX5" fmla="*/ 4514 w 0"/>
                    <a:gd name="connsiteY5" fmla="*/ 7935 h 0"/>
                    <a:gd name="connsiteX6" fmla="*/ 3547 w 0"/>
                    <a:gd name="connsiteY6" fmla="*/ 5356 h 0"/>
                    <a:gd name="connsiteX7" fmla="*/ 6127 w 0"/>
                    <a:gd name="connsiteY7" fmla="*/ 196 h 0"/>
                    <a:gd name="connsiteX8" fmla="*/ 11286 w 0"/>
                    <a:gd name="connsiteY8" fmla="*/ 2776 h 0"/>
                    <a:gd name="connsiteX9" fmla="*/ 12254 w 0"/>
                    <a:gd name="connsiteY9" fmla="*/ 5356 h 0"/>
                    <a:gd name="connsiteX10" fmla="*/ 12576 w 0"/>
                    <a:gd name="connsiteY10" fmla="*/ 16642 h 0"/>
                    <a:gd name="connsiteX11" fmla="*/ 12254 w 0"/>
                    <a:gd name="connsiteY11" fmla="*/ 16964 h 0"/>
                    <a:gd name="connsiteX12" fmla="*/ 16446 w 0"/>
                    <a:gd name="connsiteY12" fmla="*/ 24381 h 0"/>
                    <a:gd name="connsiteX13" fmla="*/ 15156 w 0"/>
                    <a:gd name="connsiteY13" fmla="*/ 29863 h 0"/>
                    <a:gd name="connsiteX14" fmla="*/ 13221 w 0"/>
                    <a:gd name="connsiteY14" fmla="*/ 30508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>
                      <a:moveTo>
                        <a:pt x="13221" y="30508"/>
                      </a:moveTo>
                      <a:cubicBezTo>
                        <a:pt x="11931" y="30508"/>
                        <a:pt x="10641" y="29863"/>
                        <a:pt x="9674" y="28573"/>
                      </a:cubicBezTo>
                      <a:cubicBezTo>
                        <a:pt x="7739" y="25671"/>
                        <a:pt x="5804" y="21801"/>
                        <a:pt x="2902" y="16642"/>
                      </a:cubicBezTo>
                      <a:lnTo>
                        <a:pt x="0" y="11483"/>
                      </a:lnTo>
                      <a:lnTo>
                        <a:pt x="5482" y="10837"/>
                      </a:lnTo>
                      <a:cubicBezTo>
                        <a:pt x="5159" y="9870"/>
                        <a:pt x="4837" y="8903"/>
                        <a:pt x="4514" y="7935"/>
                      </a:cubicBezTo>
                      <a:lnTo>
                        <a:pt x="3547" y="5356"/>
                      </a:lnTo>
                      <a:cubicBezTo>
                        <a:pt x="2902" y="3098"/>
                        <a:pt x="3870" y="841"/>
                        <a:pt x="6127" y="196"/>
                      </a:cubicBezTo>
                      <a:cubicBezTo>
                        <a:pt x="8384" y="-449"/>
                        <a:pt x="10641" y="519"/>
                        <a:pt x="11286" y="2776"/>
                      </a:cubicBezTo>
                      <a:lnTo>
                        <a:pt x="12254" y="5356"/>
                      </a:lnTo>
                      <a:cubicBezTo>
                        <a:pt x="14188" y="10515"/>
                        <a:pt x="15156" y="14062"/>
                        <a:pt x="12576" y="16642"/>
                      </a:cubicBezTo>
                      <a:cubicBezTo>
                        <a:pt x="12576" y="16642"/>
                        <a:pt x="12576" y="16642"/>
                        <a:pt x="12254" y="16964"/>
                      </a:cubicBezTo>
                      <a:cubicBezTo>
                        <a:pt x="13866" y="19866"/>
                        <a:pt x="15478" y="22446"/>
                        <a:pt x="16446" y="24381"/>
                      </a:cubicBezTo>
                      <a:cubicBezTo>
                        <a:pt x="17413" y="26316"/>
                        <a:pt x="17091" y="28895"/>
                        <a:pt x="15156" y="29863"/>
                      </a:cubicBezTo>
                      <a:cubicBezTo>
                        <a:pt x="14511" y="30186"/>
                        <a:pt x="13866" y="30508"/>
                        <a:pt x="13221" y="3050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58" name="Freeform: Shape 157">
                  <a:extLst>
                    <a:ext uri="{FF2B5EF4-FFF2-40B4-BE49-F238E27FC236}">
                      <a16:creationId xmlns:a16="http://schemas.microsoft.com/office/drawing/2014/main" id="{7989246C-29C5-6EED-1860-860976AD88B0}"/>
                    </a:ext>
                  </a:extLst>
                </p:cNvPr>
                <p:cNvSpPr/>
                <p:nvPr/>
              </p:nvSpPr>
              <p:spPr>
                <a:xfrm>
                  <a:off x="5474660" y="4280435"/>
                  <a:ext cx="644929" cy="548190"/>
                </a:xfrm>
                <a:custGeom>
                  <a:avLst/>
                  <a:gdLst>
                    <a:gd name="connsiteX0" fmla="*/ 77910 w 644929"/>
                    <a:gd name="connsiteY0" fmla="*/ 563675 h 548190"/>
                    <a:gd name="connsiteX1" fmla="*/ 67914 w 644929"/>
                    <a:gd name="connsiteY1" fmla="*/ 562385 h 548190"/>
                    <a:gd name="connsiteX2" fmla="*/ 65012 w 644929"/>
                    <a:gd name="connsiteY2" fmla="*/ 557548 h 548190"/>
                    <a:gd name="connsiteX3" fmla="*/ 69849 w 644929"/>
                    <a:gd name="connsiteY3" fmla="*/ 554646 h 548190"/>
                    <a:gd name="connsiteX4" fmla="*/ 77910 w 644929"/>
                    <a:gd name="connsiteY4" fmla="*/ 555614 h 548190"/>
                    <a:gd name="connsiteX5" fmla="*/ 90486 w 644929"/>
                    <a:gd name="connsiteY5" fmla="*/ 549164 h 548190"/>
                    <a:gd name="connsiteX6" fmla="*/ 90809 w 644929"/>
                    <a:gd name="connsiteY6" fmla="*/ 548842 h 548190"/>
                    <a:gd name="connsiteX7" fmla="*/ 96613 w 644929"/>
                    <a:gd name="connsiteY7" fmla="*/ 549164 h 548190"/>
                    <a:gd name="connsiteX8" fmla="*/ 96291 w 644929"/>
                    <a:gd name="connsiteY8" fmla="*/ 554968 h 548190"/>
                    <a:gd name="connsiteX9" fmla="*/ 95968 w 644929"/>
                    <a:gd name="connsiteY9" fmla="*/ 555291 h 548190"/>
                    <a:gd name="connsiteX10" fmla="*/ 77910 w 644929"/>
                    <a:gd name="connsiteY10" fmla="*/ 563675 h 548190"/>
                    <a:gd name="connsiteX11" fmla="*/ 18899 w 644929"/>
                    <a:gd name="connsiteY11" fmla="*/ 559161 h 548190"/>
                    <a:gd name="connsiteX12" fmla="*/ 2776 w 644929"/>
                    <a:gd name="connsiteY12" fmla="*/ 555936 h 548190"/>
                    <a:gd name="connsiteX13" fmla="*/ 196 w 644929"/>
                    <a:gd name="connsiteY13" fmla="*/ 550777 h 548190"/>
                    <a:gd name="connsiteX14" fmla="*/ 5356 w 644929"/>
                    <a:gd name="connsiteY14" fmla="*/ 548197 h 548190"/>
                    <a:gd name="connsiteX15" fmla="*/ 18899 w 644929"/>
                    <a:gd name="connsiteY15" fmla="*/ 550777 h 548190"/>
                    <a:gd name="connsiteX16" fmla="*/ 19866 w 644929"/>
                    <a:gd name="connsiteY16" fmla="*/ 550777 h 548190"/>
                    <a:gd name="connsiteX17" fmla="*/ 28573 w 644929"/>
                    <a:gd name="connsiteY17" fmla="*/ 550132 h 548190"/>
                    <a:gd name="connsiteX18" fmla="*/ 30508 w 644929"/>
                    <a:gd name="connsiteY18" fmla="*/ 549809 h 548190"/>
                    <a:gd name="connsiteX19" fmla="*/ 35022 w 644929"/>
                    <a:gd name="connsiteY19" fmla="*/ 553357 h 548190"/>
                    <a:gd name="connsiteX20" fmla="*/ 31475 w 644929"/>
                    <a:gd name="connsiteY20" fmla="*/ 557871 h 548190"/>
                    <a:gd name="connsiteX21" fmla="*/ 29540 w 644929"/>
                    <a:gd name="connsiteY21" fmla="*/ 558193 h 548190"/>
                    <a:gd name="connsiteX22" fmla="*/ 20189 w 644929"/>
                    <a:gd name="connsiteY22" fmla="*/ 558838 h 548190"/>
                    <a:gd name="connsiteX23" fmla="*/ 18899 w 644929"/>
                    <a:gd name="connsiteY23" fmla="*/ 559161 h 548190"/>
                    <a:gd name="connsiteX24" fmla="*/ 119831 w 644929"/>
                    <a:gd name="connsiteY24" fmla="*/ 527882 h 548190"/>
                    <a:gd name="connsiteX25" fmla="*/ 116283 w 644929"/>
                    <a:gd name="connsiteY25" fmla="*/ 525947 h 548190"/>
                    <a:gd name="connsiteX26" fmla="*/ 117896 w 644929"/>
                    <a:gd name="connsiteY26" fmla="*/ 520465 h 548190"/>
                    <a:gd name="connsiteX27" fmla="*/ 138856 w 644929"/>
                    <a:gd name="connsiteY27" fmla="*/ 513693 h 548190"/>
                    <a:gd name="connsiteX28" fmla="*/ 145628 w 644929"/>
                    <a:gd name="connsiteY28" fmla="*/ 512726 h 548190"/>
                    <a:gd name="connsiteX29" fmla="*/ 150142 w 644929"/>
                    <a:gd name="connsiteY29" fmla="*/ 516273 h 548190"/>
                    <a:gd name="connsiteX30" fmla="*/ 146595 w 644929"/>
                    <a:gd name="connsiteY30" fmla="*/ 520787 h 548190"/>
                    <a:gd name="connsiteX31" fmla="*/ 140146 w 644929"/>
                    <a:gd name="connsiteY31" fmla="*/ 521432 h 548190"/>
                    <a:gd name="connsiteX32" fmla="*/ 122088 w 644929"/>
                    <a:gd name="connsiteY32" fmla="*/ 527236 h 548190"/>
                    <a:gd name="connsiteX33" fmla="*/ 119831 w 644929"/>
                    <a:gd name="connsiteY33" fmla="*/ 527882 h 548190"/>
                    <a:gd name="connsiteX34" fmla="*/ 193352 w 644929"/>
                    <a:gd name="connsiteY34" fmla="*/ 526269 h 548190"/>
                    <a:gd name="connsiteX35" fmla="*/ 183356 w 644929"/>
                    <a:gd name="connsiteY35" fmla="*/ 524979 h 548190"/>
                    <a:gd name="connsiteX36" fmla="*/ 180454 w 644929"/>
                    <a:gd name="connsiteY36" fmla="*/ 520142 h 548190"/>
                    <a:gd name="connsiteX37" fmla="*/ 185291 w 644929"/>
                    <a:gd name="connsiteY37" fmla="*/ 517240 h 548190"/>
                    <a:gd name="connsiteX38" fmla="*/ 193675 w 644929"/>
                    <a:gd name="connsiteY38" fmla="*/ 518530 h 548190"/>
                    <a:gd name="connsiteX39" fmla="*/ 194642 w 644929"/>
                    <a:gd name="connsiteY39" fmla="*/ 518530 h 548190"/>
                    <a:gd name="connsiteX40" fmla="*/ 208508 w 644929"/>
                    <a:gd name="connsiteY40" fmla="*/ 513693 h 548190"/>
                    <a:gd name="connsiteX41" fmla="*/ 213990 w 644929"/>
                    <a:gd name="connsiteY41" fmla="*/ 514983 h 548190"/>
                    <a:gd name="connsiteX42" fmla="*/ 212700 w 644929"/>
                    <a:gd name="connsiteY42" fmla="*/ 520465 h 548190"/>
                    <a:gd name="connsiteX43" fmla="*/ 194965 w 644929"/>
                    <a:gd name="connsiteY43" fmla="*/ 526592 h 548190"/>
                    <a:gd name="connsiteX44" fmla="*/ 193352 w 644929"/>
                    <a:gd name="connsiteY44" fmla="*/ 526269 h 548190"/>
                    <a:gd name="connsiteX45" fmla="*/ 241077 w 644929"/>
                    <a:gd name="connsiteY45" fmla="*/ 497892 h 548190"/>
                    <a:gd name="connsiteX46" fmla="*/ 237530 w 644929"/>
                    <a:gd name="connsiteY46" fmla="*/ 495635 h 548190"/>
                    <a:gd name="connsiteX47" fmla="*/ 239465 w 644929"/>
                    <a:gd name="connsiteY47" fmla="*/ 490153 h 548190"/>
                    <a:gd name="connsiteX48" fmla="*/ 263005 w 644929"/>
                    <a:gd name="connsiteY48" fmla="*/ 483059 h 548190"/>
                    <a:gd name="connsiteX49" fmla="*/ 267197 w 644929"/>
                    <a:gd name="connsiteY49" fmla="*/ 482736 h 548190"/>
                    <a:gd name="connsiteX50" fmla="*/ 271389 w 644929"/>
                    <a:gd name="connsiteY50" fmla="*/ 486606 h 548190"/>
                    <a:gd name="connsiteX51" fmla="*/ 267519 w 644929"/>
                    <a:gd name="connsiteY51" fmla="*/ 490798 h 548190"/>
                    <a:gd name="connsiteX52" fmla="*/ 263005 w 644929"/>
                    <a:gd name="connsiteY52" fmla="*/ 491121 h 548190"/>
                    <a:gd name="connsiteX53" fmla="*/ 242690 w 644929"/>
                    <a:gd name="connsiteY53" fmla="*/ 497247 h 548190"/>
                    <a:gd name="connsiteX54" fmla="*/ 241077 w 644929"/>
                    <a:gd name="connsiteY54" fmla="*/ 497892 h 548190"/>
                    <a:gd name="connsiteX55" fmla="*/ 291382 w 644929"/>
                    <a:gd name="connsiteY55" fmla="*/ 469193 h 548190"/>
                    <a:gd name="connsiteX56" fmla="*/ 290414 w 644929"/>
                    <a:gd name="connsiteY56" fmla="*/ 469193 h 548190"/>
                    <a:gd name="connsiteX57" fmla="*/ 287512 w 644929"/>
                    <a:gd name="connsiteY57" fmla="*/ 464356 h 548190"/>
                    <a:gd name="connsiteX58" fmla="*/ 291059 w 644929"/>
                    <a:gd name="connsiteY58" fmla="*/ 449845 h 548190"/>
                    <a:gd name="connsiteX59" fmla="*/ 293961 w 644929"/>
                    <a:gd name="connsiteY59" fmla="*/ 438236 h 548190"/>
                    <a:gd name="connsiteX60" fmla="*/ 298798 w 644929"/>
                    <a:gd name="connsiteY60" fmla="*/ 435012 h 548190"/>
                    <a:gd name="connsiteX61" fmla="*/ 301701 w 644929"/>
                    <a:gd name="connsiteY61" fmla="*/ 439526 h 548190"/>
                    <a:gd name="connsiteX62" fmla="*/ 301701 w 644929"/>
                    <a:gd name="connsiteY62" fmla="*/ 440171 h 548190"/>
                    <a:gd name="connsiteX63" fmla="*/ 298798 w 644929"/>
                    <a:gd name="connsiteY63" fmla="*/ 451780 h 548190"/>
                    <a:gd name="connsiteX64" fmla="*/ 295251 w 644929"/>
                    <a:gd name="connsiteY64" fmla="*/ 466291 h 548190"/>
                    <a:gd name="connsiteX65" fmla="*/ 291382 w 644929"/>
                    <a:gd name="connsiteY65" fmla="*/ 469193 h 548190"/>
                    <a:gd name="connsiteX66" fmla="*/ 327175 w 644929"/>
                    <a:gd name="connsiteY66" fmla="*/ 422113 h 548190"/>
                    <a:gd name="connsiteX67" fmla="*/ 323306 w 644929"/>
                    <a:gd name="connsiteY67" fmla="*/ 418888 h 548190"/>
                    <a:gd name="connsiteX68" fmla="*/ 326530 w 644929"/>
                    <a:gd name="connsiteY68" fmla="*/ 414051 h 548190"/>
                    <a:gd name="connsiteX69" fmla="*/ 332980 w 644929"/>
                    <a:gd name="connsiteY69" fmla="*/ 412762 h 548190"/>
                    <a:gd name="connsiteX70" fmla="*/ 351683 w 644929"/>
                    <a:gd name="connsiteY70" fmla="*/ 405990 h 548190"/>
                    <a:gd name="connsiteX71" fmla="*/ 357165 w 644929"/>
                    <a:gd name="connsiteY71" fmla="*/ 407925 h 548190"/>
                    <a:gd name="connsiteX72" fmla="*/ 355230 w 644929"/>
                    <a:gd name="connsiteY72" fmla="*/ 413407 h 548190"/>
                    <a:gd name="connsiteX73" fmla="*/ 334914 w 644929"/>
                    <a:gd name="connsiteY73" fmla="*/ 420501 h 548190"/>
                    <a:gd name="connsiteX74" fmla="*/ 328143 w 644929"/>
                    <a:gd name="connsiteY74" fmla="*/ 422113 h 548190"/>
                    <a:gd name="connsiteX75" fmla="*/ 327175 w 644929"/>
                    <a:gd name="connsiteY75" fmla="*/ 422113 h 548190"/>
                    <a:gd name="connsiteX76" fmla="*/ 416821 w 644929"/>
                    <a:gd name="connsiteY76" fmla="*/ 402120 h 548190"/>
                    <a:gd name="connsiteX77" fmla="*/ 415853 w 644929"/>
                    <a:gd name="connsiteY77" fmla="*/ 402120 h 548190"/>
                    <a:gd name="connsiteX78" fmla="*/ 393281 w 644929"/>
                    <a:gd name="connsiteY78" fmla="*/ 401153 h 548190"/>
                    <a:gd name="connsiteX79" fmla="*/ 390056 w 644929"/>
                    <a:gd name="connsiteY79" fmla="*/ 401475 h 548190"/>
                    <a:gd name="connsiteX80" fmla="*/ 385541 w 644929"/>
                    <a:gd name="connsiteY80" fmla="*/ 397928 h 548190"/>
                    <a:gd name="connsiteX81" fmla="*/ 389088 w 644929"/>
                    <a:gd name="connsiteY81" fmla="*/ 393414 h 548190"/>
                    <a:gd name="connsiteX82" fmla="*/ 392636 w 644929"/>
                    <a:gd name="connsiteY82" fmla="*/ 393091 h 548190"/>
                    <a:gd name="connsiteX83" fmla="*/ 417788 w 644929"/>
                    <a:gd name="connsiteY83" fmla="*/ 394059 h 548190"/>
                    <a:gd name="connsiteX84" fmla="*/ 421013 w 644929"/>
                    <a:gd name="connsiteY84" fmla="*/ 398896 h 548190"/>
                    <a:gd name="connsiteX85" fmla="*/ 416821 w 644929"/>
                    <a:gd name="connsiteY85" fmla="*/ 402120 h 548190"/>
                    <a:gd name="connsiteX86" fmla="*/ 532585 w 644929"/>
                    <a:gd name="connsiteY86" fmla="*/ 389544 h 548190"/>
                    <a:gd name="connsiteX87" fmla="*/ 523234 w 644929"/>
                    <a:gd name="connsiteY87" fmla="*/ 387287 h 548190"/>
                    <a:gd name="connsiteX88" fmla="*/ 515495 w 644929"/>
                    <a:gd name="connsiteY88" fmla="*/ 383740 h 548190"/>
                    <a:gd name="connsiteX89" fmla="*/ 513237 w 644929"/>
                    <a:gd name="connsiteY89" fmla="*/ 378580 h 548190"/>
                    <a:gd name="connsiteX90" fmla="*/ 518397 w 644929"/>
                    <a:gd name="connsiteY90" fmla="*/ 376323 h 548190"/>
                    <a:gd name="connsiteX91" fmla="*/ 526458 w 644929"/>
                    <a:gd name="connsiteY91" fmla="*/ 379870 h 548190"/>
                    <a:gd name="connsiteX92" fmla="*/ 538712 w 644929"/>
                    <a:gd name="connsiteY92" fmla="*/ 378580 h 548190"/>
                    <a:gd name="connsiteX93" fmla="*/ 544517 w 644929"/>
                    <a:gd name="connsiteY93" fmla="*/ 377935 h 548190"/>
                    <a:gd name="connsiteX94" fmla="*/ 545161 w 644929"/>
                    <a:gd name="connsiteY94" fmla="*/ 383740 h 548190"/>
                    <a:gd name="connsiteX95" fmla="*/ 532585 w 644929"/>
                    <a:gd name="connsiteY95" fmla="*/ 389544 h 548190"/>
                    <a:gd name="connsiteX96" fmla="*/ 443263 w 644929"/>
                    <a:gd name="connsiteY96" fmla="*/ 387287 h 548190"/>
                    <a:gd name="connsiteX97" fmla="*/ 442618 w 644929"/>
                    <a:gd name="connsiteY97" fmla="*/ 387287 h 548190"/>
                    <a:gd name="connsiteX98" fmla="*/ 439393 w 644929"/>
                    <a:gd name="connsiteY98" fmla="*/ 382450 h 548190"/>
                    <a:gd name="connsiteX99" fmla="*/ 440038 w 644929"/>
                    <a:gd name="connsiteY99" fmla="*/ 375356 h 548190"/>
                    <a:gd name="connsiteX100" fmla="*/ 438748 w 644929"/>
                    <a:gd name="connsiteY100" fmla="*/ 366327 h 548190"/>
                    <a:gd name="connsiteX101" fmla="*/ 437136 w 644929"/>
                    <a:gd name="connsiteY101" fmla="*/ 357943 h 548190"/>
                    <a:gd name="connsiteX102" fmla="*/ 437136 w 644929"/>
                    <a:gd name="connsiteY102" fmla="*/ 355685 h 548190"/>
                    <a:gd name="connsiteX103" fmla="*/ 441650 w 644929"/>
                    <a:gd name="connsiteY103" fmla="*/ 352138 h 548190"/>
                    <a:gd name="connsiteX104" fmla="*/ 445197 w 644929"/>
                    <a:gd name="connsiteY104" fmla="*/ 356653 h 548190"/>
                    <a:gd name="connsiteX105" fmla="*/ 445197 w 644929"/>
                    <a:gd name="connsiteY105" fmla="*/ 357943 h 548190"/>
                    <a:gd name="connsiteX106" fmla="*/ 446165 w 644929"/>
                    <a:gd name="connsiteY106" fmla="*/ 363747 h 548190"/>
                    <a:gd name="connsiteX107" fmla="*/ 448099 w 644929"/>
                    <a:gd name="connsiteY107" fmla="*/ 375356 h 548190"/>
                    <a:gd name="connsiteX108" fmla="*/ 447455 w 644929"/>
                    <a:gd name="connsiteY108" fmla="*/ 384062 h 548190"/>
                    <a:gd name="connsiteX109" fmla="*/ 443263 w 644929"/>
                    <a:gd name="connsiteY109" fmla="*/ 387287 h 548190"/>
                    <a:gd name="connsiteX110" fmla="*/ 487440 w 644929"/>
                    <a:gd name="connsiteY110" fmla="*/ 361812 h 548190"/>
                    <a:gd name="connsiteX111" fmla="*/ 483893 w 644929"/>
                    <a:gd name="connsiteY111" fmla="*/ 359555 h 548190"/>
                    <a:gd name="connsiteX112" fmla="*/ 483571 w 644929"/>
                    <a:gd name="connsiteY112" fmla="*/ 358910 h 548190"/>
                    <a:gd name="connsiteX113" fmla="*/ 469705 w 644929"/>
                    <a:gd name="connsiteY113" fmla="*/ 340529 h 548190"/>
                    <a:gd name="connsiteX114" fmla="*/ 467448 w 644929"/>
                    <a:gd name="connsiteY114" fmla="*/ 335370 h 548190"/>
                    <a:gd name="connsiteX115" fmla="*/ 472607 w 644929"/>
                    <a:gd name="connsiteY115" fmla="*/ 333113 h 548190"/>
                    <a:gd name="connsiteX116" fmla="*/ 490987 w 644929"/>
                    <a:gd name="connsiteY116" fmla="*/ 355685 h 548190"/>
                    <a:gd name="connsiteX117" fmla="*/ 491310 w 644929"/>
                    <a:gd name="connsiteY117" fmla="*/ 356330 h 548190"/>
                    <a:gd name="connsiteX118" fmla="*/ 489697 w 644929"/>
                    <a:gd name="connsiteY118" fmla="*/ 361812 h 548190"/>
                    <a:gd name="connsiteX119" fmla="*/ 487440 w 644929"/>
                    <a:gd name="connsiteY119" fmla="*/ 361812 h 548190"/>
                    <a:gd name="connsiteX120" fmla="*/ 524524 w 644929"/>
                    <a:gd name="connsiteY120" fmla="*/ 356653 h 548190"/>
                    <a:gd name="connsiteX121" fmla="*/ 523234 w 644929"/>
                    <a:gd name="connsiteY121" fmla="*/ 356330 h 548190"/>
                    <a:gd name="connsiteX122" fmla="*/ 517107 w 644929"/>
                    <a:gd name="connsiteY122" fmla="*/ 354395 h 548190"/>
                    <a:gd name="connsiteX123" fmla="*/ 502596 w 644929"/>
                    <a:gd name="connsiteY123" fmla="*/ 342142 h 548190"/>
                    <a:gd name="connsiteX124" fmla="*/ 503241 w 644929"/>
                    <a:gd name="connsiteY124" fmla="*/ 336015 h 548190"/>
                    <a:gd name="connsiteX125" fmla="*/ 508078 w 644929"/>
                    <a:gd name="connsiteY125" fmla="*/ 333113 h 548190"/>
                    <a:gd name="connsiteX126" fmla="*/ 510980 w 644929"/>
                    <a:gd name="connsiteY126" fmla="*/ 337950 h 548190"/>
                    <a:gd name="connsiteX127" fmla="*/ 510658 w 644929"/>
                    <a:gd name="connsiteY127" fmla="*/ 342142 h 548190"/>
                    <a:gd name="connsiteX128" fmla="*/ 519687 w 644929"/>
                    <a:gd name="connsiteY128" fmla="*/ 346656 h 548190"/>
                    <a:gd name="connsiteX129" fmla="*/ 526136 w 644929"/>
                    <a:gd name="connsiteY129" fmla="*/ 348914 h 548190"/>
                    <a:gd name="connsiteX130" fmla="*/ 528393 w 644929"/>
                    <a:gd name="connsiteY130" fmla="*/ 354073 h 548190"/>
                    <a:gd name="connsiteX131" fmla="*/ 524524 w 644929"/>
                    <a:gd name="connsiteY131" fmla="*/ 356653 h 548190"/>
                    <a:gd name="connsiteX132" fmla="*/ 553546 w 644929"/>
                    <a:gd name="connsiteY132" fmla="*/ 324406 h 548190"/>
                    <a:gd name="connsiteX133" fmla="*/ 551288 w 644929"/>
                    <a:gd name="connsiteY133" fmla="*/ 323761 h 548190"/>
                    <a:gd name="connsiteX134" fmla="*/ 548709 w 644929"/>
                    <a:gd name="connsiteY134" fmla="*/ 322149 h 548190"/>
                    <a:gd name="connsiteX135" fmla="*/ 538390 w 644929"/>
                    <a:gd name="connsiteY135" fmla="*/ 320214 h 548190"/>
                    <a:gd name="connsiteX136" fmla="*/ 528716 w 644929"/>
                    <a:gd name="connsiteY136" fmla="*/ 321826 h 548190"/>
                    <a:gd name="connsiteX137" fmla="*/ 523556 w 644929"/>
                    <a:gd name="connsiteY137" fmla="*/ 319569 h 548190"/>
                    <a:gd name="connsiteX138" fmla="*/ 525814 w 644929"/>
                    <a:gd name="connsiteY138" fmla="*/ 314410 h 548190"/>
                    <a:gd name="connsiteX139" fmla="*/ 538390 w 644929"/>
                    <a:gd name="connsiteY139" fmla="*/ 312475 h 548190"/>
                    <a:gd name="connsiteX140" fmla="*/ 552578 w 644929"/>
                    <a:gd name="connsiteY140" fmla="*/ 315377 h 548190"/>
                    <a:gd name="connsiteX141" fmla="*/ 555803 w 644929"/>
                    <a:gd name="connsiteY141" fmla="*/ 317312 h 548190"/>
                    <a:gd name="connsiteX142" fmla="*/ 556770 w 644929"/>
                    <a:gd name="connsiteY142" fmla="*/ 322794 h 548190"/>
                    <a:gd name="connsiteX143" fmla="*/ 553546 w 644929"/>
                    <a:gd name="connsiteY143" fmla="*/ 324406 h 548190"/>
                    <a:gd name="connsiteX144" fmla="*/ 590629 w 644929"/>
                    <a:gd name="connsiteY144" fmla="*/ 324406 h 548190"/>
                    <a:gd name="connsiteX145" fmla="*/ 587404 w 644929"/>
                    <a:gd name="connsiteY145" fmla="*/ 322794 h 548190"/>
                    <a:gd name="connsiteX146" fmla="*/ 588372 w 644929"/>
                    <a:gd name="connsiteY146" fmla="*/ 317312 h 548190"/>
                    <a:gd name="connsiteX147" fmla="*/ 593531 w 644929"/>
                    <a:gd name="connsiteY147" fmla="*/ 310218 h 548190"/>
                    <a:gd name="connsiteX148" fmla="*/ 594821 w 644929"/>
                    <a:gd name="connsiteY148" fmla="*/ 307638 h 548190"/>
                    <a:gd name="connsiteX149" fmla="*/ 608364 w 644929"/>
                    <a:gd name="connsiteY149" fmla="*/ 298287 h 548190"/>
                    <a:gd name="connsiteX150" fmla="*/ 613201 w 644929"/>
                    <a:gd name="connsiteY150" fmla="*/ 301189 h 548190"/>
                    <a:gd name="connsiteX151" fmla="*/ 610299 w 644929"/>
                    <a:gd name="connsiteY151" fmla="*/ 306026 h 548190"/>
                    <a:gd name="connsiteX152" fmla="*/ 601915 w 644929"/>
                    <a:gd name="connsiteY152" fmla="*/ 311508 h 548190"/>
                    <a:gd name="connsiteX153" fmla="*/ 600625 w 644929"/>
                    <a:gd name="connsiteY153" fmla="*/ 314087 h 548190"/>
                    <a:gd name="connsiteX154" fmla="*/ 592886 w 644929"/>
                    <a:gd name="connsiteY154" fmla="*/ 324084 h 548190"/>
                    <a:gd name="connsiteX155" fmla="*/ 590629 w 644929"/>
                    <a:gd name="connsiteY155" fmla="*/ 324406 h 548190"/>
                    <a:gd name="connsiteX156" fmla="*/ 646415 w 644929"/>
                    <a:gd name="connsiteY156" fmla="*/ 296029 h 548190"/>
                    <a:gd name="connsiteX157" fmla="*/ 642546 w 644929"/>
                    <a:gd name="connsiteY157" fmla="*/ 293450 h 548190"/>
                    <a:gd name="connsiteX158" fmla="*/ 644803 w 644929"/>
                    <a:gd name="connsiteY158" fmla="*/ 288290 h 548190"/>
                    <a:gd name="connsiteX159" fmla="*/ 657379 w 644929"/>
                    <a:gd name="connsiteY159" fmla="*/ 281518 h 548190"/>
                    <a:gd name="connsiteX160" fmla="*/ 663184 w 644929"/>
                    <a:gd name="connsiteY160" fmla="*/ 276037 h 548190"/>
                    <a:gd name="connsiteX161" fmla="*/ 666086 w 644929"/>
                    <a:gd name="connsiteY161" fmla="*/ 273779 h 548190"/>
                    <a:gd name="connsiteX162" fmla="*/ 671890 w 644929"/>
                    <a:gd name="connsiteY162" fmla="*/ 274424 h 548190"/>
                    <a:gd name="connsiteX163" fmla="*/ 671245 w 644929"/>
                    <a:gd name="connsiteY163" fmla="*/ 280228 h 548190"/>
                    <a:gd name="connsiteX164" fmla="*/ 668665 w 644929"/>
                    <a:gd name="connsiteY164" fmla="*/ 282163 h 548190"/>
                    <a:gd name="connsiteX165" fmla="*/ 663506 w 644929"/>
                    <a:gd name="connsiteY165" fmla="*/ 287323 h 548190"/>
                    <a:gd name="connsiteX166" fmla="*/ 647705 w 644929"/>
                    <a:gd name="connsiteY166" fmla="*/ 296029 h 548190"/>
                    <a:gd name="connsiteX167" fmla="*/ 646415 w 644929"/>
                    <a:gd name="connsiteY167" fmla="*/ 296029 h 548190"/>
                    <a:gd name="connsiteX168" fmla="*/ 664474 w 644929"/>
                    <a:gd name="connsiteY168" fmla="*/ 249917 h 548190"/>
                    <a:gd name="connsiteX169" fmla="*/ 662216 w 644929"/>
                    <a:gd name="connsiteY169" fmla="*/ 249272 h 548190"/>
                    <a:gd name="connsiteX170" fmla="*/ 656412 w 644929"/>
                    <a:gd name="connsiteY170" fmla="*/ 247337 h 548190"/>
                    <a:gd name="connsiteX171" fmla="*/ 638676 w 644929"/>
                    <a:gd name="connsiteY171" fmla="*/ 238953 h 548190"/>
                    <a:gd name="connsiteX172" fmla="*/ 637386 w 644929"/>
                    <a:gd name="connsiteY172" fmla="*/ 237986 h 548190"/>
                    <a:gd name="connsiteX173" fmla="*/ 636742 w 644929"/>
                    <a:gd name="connsiteY173" fmla="*/ 232181 h 548190"/>
                    <a:gd name="connsiteX174" fmla="*/ 642546 w 644929"/>
                    <a:gd name="connsiteY174" fmla="*/ 231536 h 548190"/>
                    <a:gd name="connsiteX175" fmla="*/ 643836 w 644929"/>
                    <a:gd name="connsiteY175" fmla="*/ 232826 h 548190"/>
                    <a:gd name="connsiteX176" fmla="*/ 657702 w 644929"/>
                    <a:gd name="connsiteY176" fmla="*/ 239276 h 548190"/>
                    <a:gd name="connsiteX177" fmla="*/ 666731 w 644929"/>
                    <a:gd name="connsiteY177" fmla="*/ 242500 h 548190"/>
                    <a:gd name="connsiteX178" fmla="*/ 667698 w 644929"/>
                    <a:gd name="connsiteY178" fmla="*/ 247982 h 548190"/>
                    <a:gd name="connsiteX179" fmla="*/ 664474 w 644929"/>
                    <a:gd name="connsiteY179" fmla="*/ 249917 h 548190"/>
                    <a:gd name="connsiteX180" fmla="*/ 612879 w 644929"/>
                    <a:gd name="connsiteY180" fmla="*/ 215735 h 548190"/>
                    <a:gd name="connsiteX181" fmla="*/ 609654 w 644929"/>
                    <a:gd name="connsiteY181" fmla="*/ 214123 h 548190"/>
                    <a:gd name="connsiteX182" fmla="*/ 605462 w 644929"/>
                    <a:gd name="connsiteY182" fmla="*/ 211544 h 548190"/>
                    <a:gd name="connsiteX183" fmla="*/ 594498 w 644929"/>
                    <a:gd name="connsiteY183" fmla="*/ 195098 h 548190"/>
                    <a:gd name="connsiteX184" fmla="*/ 594498 w 644929"/>
                    <a:gd name="connsiteY184" fmla="*/ 193808 h 548190"/>
                    <a:gd name="connsiteX185" fmla="*/ 594498 w 644929"/>
                    <a:gd name="connsiteY185" fmla="*/ 191228 h 548190"/>
                    <a:gd name="connsiteX186" fmla="*/ 599013 w 644929"/>
                    <a:gd name="connsiteY186" fmla="*/ 187681 h 548190"/>
                    <a:gd name="connsiteX187" fmla="*/ 602560 w 644929"/>
                    <a:gd name="connsiteY187" fmla="*/ 192196 h 548190"/>
                    <a:gd name="connsiteX188" fmla="*/ 602560 w 644929"/>
                    <a:gd name="connsiteY188" fmla="*/ 194130 h 548190"/>
                    <a:gd name="connsiteX189" fmla="*/ 602560 w 644929"/>
                    <a:gd name="connsiteY189" fmla="*/ 195098 h 548190"/>
                    <a:gd name="connsiteX190" fmla="*/ 608042 w 644929"/>
                    <a:gd name="connsiteY190" fmla="*/ 204449 h 548190"/>
                    <a:gd name="connsiteX191" fmla="*/ 616104 w 644929"/>
                    <a:gd name="connsiteY191" fmla="*/ 209609 h 548190"/>
                    <a:gd name="connsiteX192" fmla="*/ 615459 w 644929"/>
                    <a:gd name="connsiteY192" fmla="*/ 215413 h 548190"/>
                    <a:gd name="connsiteX193" fmla="*/ 612879 w 644929"/>
                    <a:gd name="connsiteY193" fmla="*/ 215735 h 548190"/>
                    <a:gd name="connsiteX194" fmla="*/ 627712 w 644929"/>
                    <a:gd name="connsiteY194" fmla="*/ 177040 h 548190"/>
                    <a:gd name="connsiteX195" fmla="*/ 625778 w 644929"/>
                    <a:gd name="connsiteY195" fmla="*/ 176395 h 548190"/>
                    <a:gd name="connsiteX196" fmla="*/ 624488 w 644929"/>
                    <a:gd name="connsiteY196" fmla="*/ 170913 h 548190"/>
                    <a:gd name="connsiteX197" fmla="*/ 627712 w 644929"/>
                    <a:gd name="connsiteY197" fmla="*/ 160594 h 548190"/>
                    <a:gd name="connsiteX198" fmla="*/ 627067 w 644929"/>
                    <a:gd name="connsiteY198" fmla="*/ 156724 h 548190"/>
                    <a:gd name="connsiteX199" fmla="*/ 625133 w 644929"/>
                    <a:gd name="connsiteY199" fmla="*/ 146728 h 548190"/>
                    <a:gd name="connsiteX200" fmla="*/ 629002 w 644929"/>
                    <a:gd name="connsiteY200" fmla="*/ 142536 h 548190"/>
                    <a:gd name="connsiteX201" fmla="*/ 633194 w 644929"/>
                    <a:gd name="connsiteY201" fmla="*/ 146405 h 548190"/>
                    <a:gd name="connsiteX202" fmla="*/ 634484 w 644929"/>
                    <a:gd name="connsiteY202" fmla="*/ 153822 h 548190"/>
                    <a:gd name="connsiteX203" fmla="*/ 635774 w 644929"/>
                    <a:gd name="connsiteY203" fmla="*/ 160594 h 548190"/>
                    <a:gd name="connsiteX204" fmla="*/ 631582 w 644929"/>
                    <a:gd name="connsiteY204" fmla="*/ 175105 h 548190"/>
                    <a:gd name="connsiteX205" fmla="*/ 627712 w 644929"/>
                    <a:gd name="connsiteY205" fmla="*/ 177040 h 548190"/>
                    <a:gd name="connsiteX206" fmla="*/ 626423 w 644929"/>
                    <a:gd name="connsiteY206" fmla="*/ 112547 h 548190"/>
                    <a:gd name="connsiteX207" fmla="*/ 622876 w 644929"/>
                    <a:gd name="connsiteY207" fmla="*/ 110612 h 548190"/>
                    <a:gd name="connsiteX208" fmla="*/ 622876 w 644929"/>
                    <a:gd name="connsiteY208" fmla="*/ 110290 h 548190"/>
                    <a:gd name="connsiteX209" fmla="*/ 621263 w 644929"/>
                    <a:gd name="connsiteY209" fmla="*/ 109967 h 548190"/>
                    <a:gd name="connsiteX210" fmla="*/ 609654 w 644929"/>
                    <a:gd name="connsiteY210" fmla="*/ 105130 h 548190"/>
                    <a:gd name="connsiteX211" fmla="*/ 601270 w 644929"/>
                    <a:gd name="connsiteY211" fmla="*/ 96101 h 548190"/>
                    <a:gd name="connsiteX212" fmla="*/ 602560 w 644929"/>
                    <a:gd name="connsiteY212" fmla="*/ 90619 h 548190"/>
                    <a:gd name="connsiteX213" fmla="*/ 608042 w 644929"/>
                    <a:gd name="connsiteY213" fmla="*/ 91909 h 548190"/>
                    <a:gd name="connsiteX214" fmla="*/ 614491 w 644929"/>
                    <a:gd name="connsiteY214" fmla="*/ 99003 h 548190"/>
                    <a:gd name="connsiteX215" fmla="*/ 622553 w 644929"/>
                    <a:gd name="connsiteY215" fmla="*/ 102550 h 548190"/>
                    <a:gd name="connsiteX216" fmla="*/ 630292 w 644929"/>
                    <a:gd name="connsiteY216" fmla="*/ 107065 h 548190"/>
                    <a:gd name="connsiteX217" fmla="*/ 628680 w 644929"/>
                    <a:gd name="connsiteY217" fmla="*/ 112547 h 548190"/>
                    <a:gd name="connsiteX218" fmla="*/ 626423 w 644929"/>
                    <a:gd name="connsiteY218" fmla="*/ 112547 h 548190"/>
                    <a:gd name="connsiteX219" fmla="*/ 584825 w 644929"/>
                    <a:gd name="connsiteY219" fmla="*/ 77398 h 548190"/>
                    <a:gd name="connsiteX220" fmla="*/ 580955 w 644929"/>
                    <a:gd name="connsiteY220" fmla="*/ 73529 h 548190"/>
                    <a:gd name="connsiteX221" fmla="*/ 580955 w 644929"/>
                    <a:gd name="connsiteY221" fmla="*/ 66112 h 548190"/>
                    <a:gd name="connsiteX222" fmla="*/ 576118 w 644929"/>
                    <a:gd name="connsiteY222" fmla="*/ 48699 h 548190"/>
                    <a:gd name="connsiteX223" fmla="*/ 577730 w 644929"/>
                    <a:gd name="connsiteY223" fmla="*/ 43217 h 548190"/>
                    <a:gd name="connsiteX224" fmla="*/ 583212 w 644929"/>
                    <a:gd name="connsiteY224" fmla="*/ 44829 h 548190"/>
                    <a:gd name="connsiteX225" fmla="*/ 589017 w 644929"/>
                    <a:gd name="connsiteY225" fmla="*/ 66112 h 548190"/>
                    <a:gd name="connsiteX226" fmla="*/ 589017 w 644929"/>
                    <a:gd name="connsiteY226" fmla="*/ 73206 h 548190"/>
                    <a:gd name="connsiteX227" fmla="*/ 584825 w 644929"/>
                    <a:gd name="connsiteY227" fmla="*/ 77398 h 548190"/>
                    <a:gd name="connsiteX228" fmla="*/ 584825 w 644929"/>
                    <a:gd name="connsiteY228" fmla="*/ 77398 h 548190"/>
                    <a:gd name="connsiteX229" fmla="*/ 553546 w 644929"/>
                    <a:gd name="connsiteY229" fmla="*/ 22579 h 548190"/>
                    <a:gd name="connsiteX230" fmla="*/ 550966 w 644929"/>
                    <a:gd name="connsiteY230" fmla="*/ 21612 h 548190"/>
                    <a:gd name="connsiteX231" fmla="*/ 541292 w 644929"/>
                    <a:gd name="connsiteY231" fmla="*/ 14840 h 548190"/>
                    <a:gd name="connsiteX232" fmla="*/ 528393 w 644929"/>
                    <a:gd name="connsiteY232" fmla="*/ 7746 h 548190"/>
                    <a:gd name="connsiteX233" fmla="*/ 526136 w 644929"/>
                    <a:gd name="connsiteY233" fmla="*/ 2586 h 548190"/>
                    <a:gd name="connsiteX234" fmla="*/ 531295 w 644929"/>
                    <a:gd name="connsiteY234" fmla="*/ 329 h 548190"/>
                    <a:gd name="connsiteX235" fmla="*/ 545484 w 644929"/>
                    <a:gd name="connsiteY235" fmla="*/ 8068 h 548190"/>
                    <a:gd name="connsiteX236" fmla="*/ 555480 w 644929"/>
                    <a:gd name="connsiteY236" fmla="*/ 15162 h 548190"/>
                    <a:gd name="connsiteX237" fmla="*/ 556125 w 644929"/>
                    <a:gd name="connsiteY237" fmla="*/ 20967 h 548190"/>
                    <a:gd name="connsiteX238" fmla="*/ 553546 w 644929"/>
                    <a:gd name="connsiteY238" fmla="*/ 22579 h 5481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</a:cxnLst>
                  <a:rect l="l" t="t" r="r" b="b"/>
                  <a:pathLst>
                    <a:path w="644929" h="548190">
                      <a:moveTo>
                        <a:pt x="77910" y="563675"/>
                      </a:moveTo>
                      <a:cubicBezTo>
                        <a:pt x="75008" y="563675"/>
                        <a:pt x="71783" y="563353"/>
                        <a:pt x="67914" y="562385"/>
                      </a:cubicBezTo>
                      <a:cubicBezTo>
                        <a:pt x="65656" y="561740"/>
                        <a:pt x="64367" y="559806"/>
                        <a:pt x="65012" y="557548"/>
                      </a:cubicBezTo>
                      <a:cubicBezTo>
                        <a:pt x="65656" y="555291"/>
                        <a:pt x="67591" y="554001"/>
                        <a:pt x="69849" y="554646"/>
                      </a:cubicBezTo>
                      <a:cubicBezTo>
                        <a:pt x="73073" y="555291"/>
                        <a:pt x="75975" y="555614"/>
                        <a:pt x="77910" y="555614"/>
                      </a:cubicBezTo>
                      <a:cubicBezTo>
                        <a:pt x="83392" y="555614"/>
                        <a:pt x="85649" y="553679"/>
                        <a:pt x="90486" y="549164"/>
                      </a:cubicBezTo>
                      <a:lnTo>
                        <a:pt x="90809" y="548842"/>
                      </a:lnTo>
                      <a:cubicBezTo>
                        <a:pt x="92421" y="547230"/>
                        <a:pt x="95001" y="547552"/>
                        <a:pt x="96613" y="549164"/>
                      </a:cubicBezTo>
                      <a:cubicBezTo>
                        <a:pt x="98225" y="550777"/>
                        <a:pt x="97903" y="553357"/>
                        <a:pt x="96291" y="554968"/>
                      </a:cubicBezTo>
                      <a:lnTo>
                        <a:pt x="95968" y="555291"/>
                      </a:lnTo>
                      <a:cubicBezTo>
                        <a:pt x="90809" y="559806"/>
                        <a:pt x="86617" y="563675"/>
                        <a:pt x="77910" y="563675"/>
                      </a:cubicBezTo>
                      <a:close/>
                      <a:moveTo>
                        <a:pt x="18899" y="559161"/>
                      </a:moveTo>
                      <a:cubicBezTo>
                        <a:pt x="14385" y="559161"/>
                        <a:pt x="8903" y="558193"/>
                        <a:pt x="2776" y="555936"/>
                      </a:cubicBezTo>
                      <a:cubicBezTo>
                        <a:pt x="519" y="555291"/>
                        <a:pt x="-449" y="553034"/>
                        <a:pt x="196" y="550777"/>
                      </a:cubicBezTo>
                      <a:cubicBezTo>
                        <a:pt x="841" y="548519"/>
                        <a:pt x="3098" y="547552"/>
                        <a:pt x="5356" y="548197"/>
                      </a:cubicBezTo>
                      <a:cubicBezTo>
                        <a:pt x="10515" y="549809"/>
                        <a:pt x="15352" y="550777"/>
                        <a:pt x="18899" y="550777"/>
                      </a:cubicBezTo>
                      <a:lnTo>
                        <a:pt x="19866" y="550777"/>
                      </a:lnTo>
                      <a:cubicBezTo>
                        <a:pt x="23091" y="550777"/>
                        <a:pt x="25993" y="550454"/>
                        <a:pt x="28573" y="550132"/>
                      </a:cubicBezTo>
                      <a:lnTo>
                        <a:pt x="30508" y="549809"/>
                      </a:lnTo>
                      <a:cubicBezTo>
                        <a:pt x="32765" y="549487"/>
                        <a:pt x="34700" y="551099"/>
                        <a:pt x="35022" y="553357"/>
                      </a:cubicBezTo>
                      <a:cubicBezTo>
                        <a:pt x="35345" y="555614"/>
                        <a:pt x="33732" y="557548"/>
                        <a:pt x="31475" y="557871"/>
                      </a:cubicBezTo>
                      <a:lnTo>
                        <a:pt x="29540" y="558193"/>
                      </a:lnTo>
                      <a:cubicBezTo>
                        <a:pt x="26638" y="558516"/>
                        <a:pt x="23736" y="558838"/>
                        <a:pt x="20189" y="558838"/>
                      </a:cubicBezTo>
                      <a:lnTo>
                        <a:pt x="18899" y="559161"/>
                      </a:lnTo>
                      <a:close/>
                      <a:moveTo>
                        <a:pt x="119831" y="527882"/>
                      </a:moveTo>
                      <a:cubicBezTo>
                        <a:pt x="118541" y="527882"/>
                        <a:pt x="116928" y="527236"/>
                        <a:pt x="116283" y="525947"/>
                      </a:cubicBezTo>
                      <a:cubicBezTo>
                        <a:pt x="115316" y="524012"/>
                        <a:pt x="115961" y="521432"/>
                        <a:pt x="117896" y="520465"/>
                      </a:cubicBezTo>
                      <a:cubicBezTo>
                        <a:pt x="123700" y="517240"/>
                        <a:pt x="130472" y="514983"/>
                        <a:pt x="138856" y="513693"/>
                      </a:cubicBezTo>
                      <a:cubicBezTo>
                        <a:pt x="141113" y="513371"/>
                        <a:pt x="143693" y="513048"/>
                        <a:pt x="145628" y="512726"/>
                      </a:cubicBezTo>
                      <a:cubicBezTo>
                        <a:pt x="147885" y="512403"/>
                        <a:pt x="149820" y="514016"/>
                        <a:pt x="150142" y="516273"/>
                      </a:cubicBezTo>
                      <a:cubicBezTo>
                        <a:pt x="150465" y="518530"/>
                        <a:pt x="148852" y="520465"/>
                        <a:pt x="146595" y="520787"/>
                      </a:cubicBezTo>
                      <a:cubicBezTo>
                        <a:pt x="144660" y="521110"/>
                        <a:pt x="142403" y="521110"/>
                        <a:pt x="140146" y="521432"/>
                      </a:cubicBezTo>
                      <a:cubicBezTo>
                        <a:pt x="132729" y="522722"/>
                        <a:pt x="126602" y="524334"/>
                        <a:pt x="122088" y="527236"/>
                      </a:cubicBezTo>
                      <a:cubicBezTo>
                        <a:pt x="121120" y="527559"/>
                        <a:pt x="120475" y="527882"/>
                        <a:pt x="119831" y="527882"/>
                      </a:cubicBezTo>
                      <a:close/>
                      <a:moveTo>
                        <a:pt x="193352" y="526269"/>
                      </a:moveTo>
                      <a:cubicBezTo>
                        <a:pt x="189483" y="526269"/>
                        <a:pt x="186258" y="525625"/>
                        <a:pt x="183356" y="524979"/>
                      </a:cubicBezTo>
                      <a:cubicBezTo>
                        <a:pt x="181099" y="524334"/>
                        <a:pt x="179809" y="522400"/>
                        <a:pt x="180454" y="520142"/>
                      </a:cubicBezTo>
                      <a:cubicBezTo>
                        <a:pt x="181099" y="517885"/>
                        <a:pt x="183034" y="516595"/>
                        <a:pt x="185291" y="517240"/>
                      </a:cubicBezTo>
                      <a:cubicBezTo>
                        <a:pt x="188838" y="517885"/>
                        <a:pt x="191095" y="518530"/>
                        <a:pt x="193675" y="518530"/>
                      </a:cubicBezTo>
                      <a:lnTo>
                        <a:pt x="194642" y="518530"/>
                      </a:lnTo>
                      <a:cubicBezTo>
                        <a:pt x="198834" y="518207"/>
                        <a:pt x="203671" y="516595"/>
                        <a:pt x="208508" y="513693"/>
                      </a:cubicBezTo>
                      <a:cubicBezTo>
                        <a:pt x="210443" y="512403"/>
                        <a:pt x="213023" y="513048"/>
                        <a:pt x="213990" y="514983"/>
                      </a:cubicBezTo>
                      <a:cubicBezTo>
                        <a:pt x="215280" y="516918"/>
                        <a:pt x="214635" y="519498"/>
                        <a:pt x="212700" y="520465"/>
                      </a:cubicBezTo>
                      <a:cubicBezTo>
                        <a:pt x="206573" y="524334"/>
                        <a:pt x="200447" y="526269"/>
                        <a:pt x="194965" y="526592"/>
                      </a:cubicBezTo>
                      <a:cubicBezTo>
                        <a:pt x="194320" y="526269"/>
                        <a:pt x="193675" y="526269"/>
                        <a:pt x="193352" y="526269"/>
                      </a:cubicBezTo>
                      <a:close/>
                      <a:moveTo>
                        <a:pt x="241077" y="497892"/>
                      </a:moveTo>
                      <a:cubicBezTo>
                        <a:pt x="239465" y="497892"/>
                        <a:pt x="238175" y="496925"/>
                        <a:pt x="237530" y="495635"/>
                      </a:cubicBezTo>
                      <a:cubicBezTo>
                        <a:pt x="236563" y="493700"/>
                        <a:pt x="237530" y="491121"/>
                        <a:pt x="239465" y="490153"/>
                      </a:cubicBezTo>
                      <a:cubicBezTo>
                        <a:pt x="245592" y="487251"/>
                        <a:pt x="254621" y="483704"/>
                        <a:pt x="263005" y="483059"/>
                      </a:cubicBezTo>
                      <a:cubicBezTo>
                        <a:pt x="264617" y="483059"/>
                        <a:pt x="265907" y="483059"/>
                        <a:pt x="267197" y="482736"/>
                      </a:cubicBezTo>
                      <a:cubicBezTo>
                        <a:pt x="269454" y="482414"/>
                        <a:pt x="271389" y="484349"/>
                        <a:pt x="271389" y="486606"/>
                      </a:cubicBezTo>
                      <a:cubicBezTo>
                        <a:pt x="271389" y="488863"/>
                        <a:pt x="269777" y="490798"/>
                        <a:pt x="267519" y="490798"/>
                      </a:cubicBezTo>
                      <a:cubicBezTo>
                        <a:pt x="266230" y="490798"/>
                        <a:pt x="264617" y="491121"/>
                        <a:pt x="263005" y="491121"/>
                      </a:cubicBezTo>
                      <a:cubicBezTo>
                        <a:pt x="257523" y="491443"/>
                        <a:pt x="250106" y="493700"/>
                        <a:pt x="242690" y="497247"/>
                      </a:cubicBezTo>
                      <a:cubicBezTo>
                        <a:pt x="242367" y="497892"/>
                        <a:pt x="241722" y="497892"/>
                        <a:pt x="241077" y="497892"/>
                      </a:cubicBezTo>
                      <a:close/>
                      <a:moveTo>
                        <a:pt x="291382" y="469193"/>
                      </a:moveTo>
                      <a:cubicBezTo>
                        <a:pt x="291059" y="469193"/>
                        <a:pt x="290737" y="469193"/>
                        <a:pt x="290414" y="469193"/>
                      </a:cubicBezTo>
                      <a:cubicBezTo>
                        <a:pt x="288157" y="468548"/>
                        <a:pt x="286867" y="466613"/>
                        <a:pt x="287512" y="464356"/>
                      </a:cubicBezTo>
                      <a:cubicBezTo>
                        <a:pt x="288480" y="459841"/>
                        <a:pt x="289769" y="455004"/>
                        <a:pt x="291059" y="449845"/>
                      </a:cubicBezTo>
                      <a:lnTo>
                        <a:pt x="293961" y="438236"/>
                      </a:lnTo>
                      <a:cubicBezTo>
                        <a:pt x="294606" y="435979"/>
                        <a:pt x="296864" y="434367"/>
                        <a:pt x="298798" y="435012"/>
                      </a:cubicBezTo>
                      <a:cubicBezTo>
                        <a:pt x="301056" y="435657"/>
                        <a:pt x="302346" y="437591"/>
                        <a:pt x="301701" y="439526"/>
                      </a:cubicBezTo>
                      <a:lnTo>
                        <a:pt x="301701" y="440171"/>
                      </a:lnTo>
                      <a:lnTo>
                        <a:pt x="298798" y="451780"/>
                      </a:lnTo>
                      <a:cubicBezTo>
                        <a:pt x="297509" y="456939"/>
                        <a:pt x="296219" y="462099"/>
                        <a:pt x="295251" y="466291"/>
                      </a:cubicBezTo>
                      <a:cubicBezTo>
                        <a:pt x="294929" y="467903"/>
                        <a:pt x="293317" y="469193"/>
                        <a:pt x="291382" y="469193"/>
                      </a:cubicBezTo>
                      <a:close/>
                      <a:moveTo>
                        <a:pt x="327175" y="422113"/>
                      </a:moveTo>
                      <a:cubicBezTo>
                        <a:pt x="325241" y="422113"/>
                        <a:pt x="323628" y="420823"/>
                        <a:pt x="323306" y="418888"/>
                      </a:cubicBezTo>
                      <a:cubicBezTo>
                        <a:pt x="322983" y="416631"/>
                        <a:pt x="324273" y="414696"/>
                        <a:pt x="326530" y="414051"/>
                      </a:cubicBezTo>
                      <a:cubicBezTo>
                        <a:pt x="328465" y="413729"/>
                        <a:pt x="330722" y="413084"/>
                        <a:pt x="332980" y="412762"/>
                      </a:cubicBezTo>
                      <a:cubicBezTo>
                        <a:pt x="340396" y="410827"/>
                        <a:pt x="346523" y="408570"/>
                        <a:pt x="351683" y="405990"/>
                      </a:cubicBezTo>
                      <a:cubicBezTo>
                        <a:pt x="353617" y="405022"/>
                        <a:pt x="356197" y="405990"/>
                        <a:pt x="357165" y="407925"/>
                      </a:cubicBezTo>
                      <a:cubicBezTo>
                        <a:pt x="358132" y="409859"/>
                        <a:pt x="357165" y="412439"/>
                        <a:pt x="355230" y="413407"/>
                      </a:cubicBezTo>
                      <a:cubicBezTo>
                        <a:pt x="349425" y="415986"/>
                        <a:pt x="343299" y="418566"/>
                        <a:pt x="334914" y="420501"/>
                      </a:cubicBezTo>
                      <a:cubicBezTo>
                        <a:pt x="332657" y="421146"/>
                        <a:pt x="330400" y="421468"/>
                        <a:pt x="328143" y="422113"/>
                      </a:cubicBezTo>
                      <a:cubicBezTo>
                        <a:pt x="327498" y="422113"/>
                        <a:pt x="327175" y="422113"/>
                        <a:pt x="327175" y="422113"/>
                      </a:cubicBezTo>
                      <a:close/>
                      <a:moveTo>
                        <a:pt x="416821" y="402120"/>
                      </a:moveTo>
                      <a:cubicBezTo>
                        <a:pt x="416498" y="402120"/>
                        <a:pt x="416176" y="402120"/>
                        <a:pt x="415853" y="402120"/>
                      </a:cubicBezTo>
                      <a:cubicBezTo>
                        <a:pt x="409081" y="400830"/>
                        <a:pt x="401987" y="400508"/>
                        <a:pt x="393281" y="401153"/>
                      </a:cubicBezTo>
                      <a:cubicBezTo>
                        <a:pt x="392313" y="401153"/>
                        <a:pt x="391023" y="401475"/>
                        <a:pt x="390056" y="401475"/>
                      </a:cubicBezTo>
                      <a:cubicBezTo>
                        <a:pt x="387799" y="401798"/>
                        <a:pt x="385864" y="400185"/>
                        <a:pt x="385541" y="397928"/>
                      </a:cubicBezTo>
                      <a:cubicBezTo>
                        <a:pt x="385219" y="395671"/>
                        <a:pt x="386831" y="393736"/>
                        <a:pt x="389088" y="393414"/>
                      </a:cubicBezTo>
                      <a:cubicBezTo>
                        <a:pt x="390378" y="393414"/>
                        <a:pt x="391346" y="393091"/>
                        <a:pt x="392636" y="393091"/>
                      </a:cubicBezTo>
                      <a:cubicBezTo>
                        <a:pt x="402310" y="392124"/>
                        <a:pt x="410371" y="392446"/>
                        <a:pt x="417788" y="394059"/>
                      </a:cubicBezTo>
                      <a:cubicBezTo>
                        <a:pt x="420045" y="394381"/>
                        <a:pt x="421335" y="396638"/>
                        <a:pt x="421013" y="398896"/>
                      </a:cubicBezTo>
                      <a:cubicBezTo>
                        <a:pt x="420367" y="400830"/>
                        <a:pt x="418433" y="402120"/>
                        <a:pt x="416821" y="402120"/>
                      </a:cubicBezTo>
                      <a:close/>
                      <a:moveTo>
                        <a:pt x="532585" y="389544"/>
                      </a:moveTo>
                      <a:cubicBezTo>
                        <a:pt x="529361" y="389544"/>
                        <a:pt x="526136" y="388899"/>
                        <a:pt x="523234" y="387287"/>
                      </a:cubicBezTo>
                      <a:cubicBezTo>
                        <a:pt x="520654" y="385997"/>
                        <a:pt x="518074" y="385030"/>
                        <a:pt x="515495" y="383740"/>
                      </a:cubicBezTo>
                      <a:cubicBezTo>
                        <a:pt x="513560" y="382772"/>
                        <a:pt x="512592" y="380515"/>
                        <a:pt x="513237" y="378580"/>
                      </a:cubicBezTo>
                      <a:cubicBezTo>
                        <a:pt x="514205" y="376645"/>
                        <a:pt x="516462" y="375678"/>
                        <a:pt x="518397" y="376323"/>
                      </a:cubicBezTo>
                      <a:cubicBezTo>
                        <a:pt x="521299" y="377613"/>
                        <a:pt x="523879" y="378580"/>
                        <a:pt x="526458" y="379870"/>
                      </a:cubicBezTo>
                      <a:cubicBezTo>
                        <a:pt x="530973" y="382127"/>
                        <a:pt x="536455" y="381482"/>
                        <a:pt x="538712" y="378580"/>
                      </a:cubicBezTo>
                      <a:cubicBezTo>
                        <a:pt x="540002" y="376645"/>
                        <a:pt x="542582" y="376323"/>
                        <a:pt x="544517" y="377935"/>
                      </a:cubicBezTo>
                      <a:cubicBezTo>
                        <a:pt x="546451" y="379225"/>
                        <a:pt x="546774" y="381805"/>
                        <a:pt x="545161" y="383740"/>
                      </a:cubicBezTo>
                      <a:cubicBezTo>
                        <a:pt x="542582" y="387609"/>
                        <a:pt x="538067" y="389544"/>
                        <a:pt x="532585" y="389544"/>
                      </a:cubicBezTo>
                      <a:close/>
                      <a:moveTo>
                        <a:pt x="443263" y="387287"/>
                      </a:moveTo>
                      <a:cubicBezTo>
                        <a:pt x="442940" y="387287"/>
                        <a:pt x="442940" y="387287"/>
                        <a:pt x="442618" y="387287"/>
                      </a:cubicBezTo>
                      <a:cubicBezTo>
                        <a:pt x="440360" y="386965"/>
                        <a:pt x="439070" y="384707"/>
                        <a:pt x="439393" y="382450"/>
                      </a:cubicBezTo>
                      <a:cubicBezTo>
                        <a:pt x="439716" y="379870"/>
                        <a:pt x="440038" y="377613"/>
                        <a:pt x="440038" y="375356"/>
                      </a:cubicBezTo>
                      <a:cubicBezTo>
                        <a:pt x="440038" y="372131"/>
                        <a:pt x="439716" y="368906"/>
                        <a:pt x="438748" y="366327"/>
                      </a:cubicBezTo>
                      <a:cubicBezTo>
                        <a:pt x="437781" y="363424"/>
                        <a:pt x="437136" y="360522"/>
                        <a:pt x="437136" y="357943"/>
                      </a:cubicBezTo>
                      <a:cubicBezTo>
                        <a:pt x="437136" y="357298"/>
                        <a:pt x="437136" y="356330"/>
                        <a:pt x="437136" y="355685"/>
                      </a:cubicBezTo>
                      <a:cubicBezTo>
                        <a:pt x="437458" y="353428"/>
                        <a:pt x="439393" y="351816"/>
                        <a:pt x="441650" y="352138"/>
                      </a:cubicBezTo>
                      <a:cubicBezTo>
                        <a:pt x="443908" y="352461"/>
                        <a:pt x="445520" y="354395"/>
                        <a:pt x="445197" y="356653"/>
                      </a:cubicBezTo>
                      <a:cubicBezTo>
                        <a:pt x="445197" y="356975"/>
                        <a:pt x="445197" y="357620"/>
                        <a:pt x="445197" y="357943"/>
                      </a:cubicBezTo>
                      <a:cubicBezTo>
                        <a:pt x="445197" y="359555"/>
                        <a:pt x="445520" y="361490"/>
                        <a:pt x="446165" y="363747"/>
                      </a:cubicBezTo>
                      <a:cubicBezTo>
                        <a:pt x="447455" y="367294"/>
                        <a:pt x="448099" y="371164"/>
                        <a:pt x="448099" y="375356"/>
                      </a:cubicBezTo>
                      <a:cubicBezTo>
                        <a:pt x="448099" y="378258"/>
                        <a:pt x="447777" y="381160"/>
                        <a:pt x="447455" y="384062"/>
                      </a:cubicBezTo>
                      <a:cubicBezTo>
                        <a:pt x="446810" y="385997"/>
                        <a:pt x="445197" y="387287"/>
                        <a:pt x="443263" y="387287"/>
                      </a:cubicBezTo>
                      <a:close/>
                      <a:moveTo>
                        <a:pt x="487440" y="361812"/>
                      </a:moveTo>
                      <a:cubicBezTo>
                        <a:pt x="485828" y="361812"/>
                        <a:pt x="484538" y="361167"/>
                        <a:pt x="483893" y="359555"/>
                      </a:cubicBezTo>
                      <a:lnTo>
                        <a:pt x="483571" y="358910"/>
                      </a:lnTo>
                      <a:cubicBezTo>
                        <a:pt x="480024" y="351816"/>
                        <a:pt x="475187" y="342464"/>
                        <a:pt x="469705" y="340529"/>
                      </a:cubicBezTo>
                      <a:cubicBezTo>
                        <a:pt x="467770" y="339884"/>
                        <a:pt x="466480" y="337305"/>
                        <a:pt x="467448" y="335370"/>
                      </a:cubicBezTo>
                      <a:cubicBezTo>
                        <a:pt x="468092" y="333435"/>
                        <a:pt x="470672" y="332145"/>
                        <a:pt x="472607" y="333113"/>
                      </a:cubicBezTo>
                      <a:cubicBezTo>
                        <a:pt x="480991" y="336337"/>
                        <a:pt x="486473" y="346979"/>
                        <a:pt x="490987" y="355685"/>
                      </a:cubicBezTo>
                      <a:lnTo>
                        <a:pt x="491310" y="356330"/>
                      </a:lnTo>
                      <a:cubicBezTo>
                        <a:pt x="492277" y="358265"/>
                        <a:pt x="491632" y="360845"/>
                        <a:pt x="489697" y="361812"/>
                      </a:cubicBezTo>
                      <a:cubicBezTo>
                        <a:pt x="488730" y="361812"/>
                        <a:pt x="488085" y="361812"/>
                        <a:pt x="487440" y="361812"/>
                      </a:cubicBezTo>
                      <a:close/>
                      <a:moveTo>
                        <a:pt x="524524" y="356653"/>
                      </a:moveTo>
                      <a:cubicBezTo>
                        <a:pt x="524201" y="356653"/>
                        <a:pt x="523556" y="356653"/>
                        <a:pt x="523234" y="356330"/>
                      </a:cubicBezTo>
                      <a:cubicBezTo>
                        <a:pt x="520977" y="355685"/>
                        <a:pt x="519042" y="355040"/>
                        <a:pt x="517107" y="354395"/>
                      </a:cubicBezTo>
                      <a:cubicBezTo>
                        <a:pt x="510013" y="352138"/>
                        <a:pt x="502596" y="349881"/>
                        <a:pt x="502596" y="342142"/>
                      </a:cubicBezTo>
                      <a:cubicBezTo>
                        <a:pt x="502596" y="339562"/>
                        <a:pt x="502919" y="337627"/>
                        <a:pt x="503241" y="336015"/>
                      </a:cubicBezTo>
                      <a:cubicBezTo>
                        <a:pt x="503886" y="333758"/>
                        <a:pt x="506143" y="332468"/>
                        <a:pt x="508078" y="333113"/>
                      </a:cubicBezTo>
                      <a:cubicBezTo>
                        <a:pt x="510335" y="333758"/>
                        <a:pt x="511625" y="336015"/>
                        <a:pt x="510980" y="337950"/>
                      </a:cubicBezTo>
                      <a:cubicBezTo>
                        <a:pt x="510658" y="338917"/>
                        <a:pt x="510658" y="340207"/>
                        <a:pt x="510658" y="342142"/>
                      </a:cubicBezTo>
                      <a:cubicBezTo>
                        <a:pt x="510658" y="343754"/>
                        <a:pt x="514205" y="345044"/>
                        <a:pt x="519687" y="346656"/>
                      </a:cubicBezTo>
                      <a:cubicBezTo>
                        <a:pt x="521622" y="347301"/>
                        <a:pt x="523879" y="347946"/>
                        <a:pt x="526136" y="348914"/>
                      </a:cubicBezTo>
                      <a:cubicBezTo>
                        <a:pt x="528071" y="349558"/>
                        <a:pt x="529361" y="352138"/>
                        <a:pt x="528393" y="354073"/>
                      </a:cubicBezTo>
                      <a:cubicBezTo>
                        <a:pt x="527748" y="355685"/>
                        <a:pt x="526136" y="356653"/>
                        <a:pt x="524524" y="356653"/>
                      </a:cubicBezTo>
                      <a:close/>
                      <a:moveTo>
                        <a:pt x="553546" y="324406"/>
                      </a:moveTo>
                      <a:cubicBezTo>
                        <a:pt x="552901" y="324406"/>
                        <a:pt x="551933" y="324084"/>
                        <a:pt x="551288" y="323761"/>
                      </a:cubicBezTo>
                      <a:cubicBezTo>
                        <a:pt x="550643" y="323439"/>
                        <a:pt x="549998" y="322794"/>
                        <a:pt x="548709" y="322149"/>
                      </a:cubicBezTo>
                      <a:cubicBezTo>
                        <a:pt x="546451" y="320859"/>
                        <a:pt x="542582" y="320214"/>
                        <a:pt x="538390" y="320214"/>
                      </a:cubicBezTo>
                      <a:cubicBezTo>
                        <a:pt x="534843" y="320214"/>
                        <a:pt x="530973" y="320859"/>
                        <a:pt x="528716" y="321826"/>
                      </a:cubicBezTo>
                      <a:cubicBezTo>
                        <a:pt x="526781" y="322472"/>
                        <a:pt x="524201" y="321504"/>
                        <a:pt x="523556" y="319569"/>
                      </a:cubicBezTo>
                      <a:cubicBezTo>
                        <a:pt x="522911" y="317635"/>
                        <a:pt x="523879" y="315055"/>
                        <a:pt x="525814" y="314410"/>
                      </a:cubicBezTo>
                      <a:cubicBezTo>
                        <a:pt x="529361" y="313120"/>
                        <a:pt x="533875" y="312475"/>
                        <a:pt x="538390" y="312475"/>
                      </a:cubicBezTo>
                      <a:cubicBezTo>
                        <a:pt x="542259" y="312475"/>
                        <a:pt x="548064" y="313120"/>
                        <a:pt x="552578" y="315377"/>
                      </a:cubicBezTo>
                      <a:cubicBezTo>
                        <a:pt x="553868" y="316022"/>
                        <a:pt x="555158" y="316667"/>
                        <a:pt x="555803" y="317312"/>
                      </a:cubicBezTo>
                      <a:cubicBezTo>
                        <a:pt x="557738" y="318602"/>
                        <a:pt x="558060" y="321182"/>
                        <a:pt x="556770" y="322794"/>
                      </a:cubicBezTo>
                      <a:cubicBezTo>
                        <a:pt x="556125" y="323761"/>
                        <a:pt x="554835" y="324406"/>
                        <a:pt x="553546" y="324406"/>
                      </a:cubicBezTo>
                      <a:close/>
                      <a:moveTo>
                        <a:pt x="590629" y="324406"/>
                      </a:moveTo>
                      <a:cubicBezTo>
                        <a:pt x="589339" y="324406"/>
                        <a:pt x="588049" y="323761"/>
                        <a:pt x="587404" y="322794"/>
                      </a:cubicBezTo>
                      <a:cubicBezTo>
                        <a:pt x="586115" y="320859"/>
                        <a:pt x="586759" y="318279"/>
                        <a:pt x="588372" y="317312"/>
                      </a:cubicBezTo>
                      <a:cubicBezTo>
                        <a:pt x="590307" y="316022"/>
                        <a:pt x="591596" y="313765"/>
                        <a:pt x="593531" y="310218"/>
                      </a:cubicBezTo>
                      <a:lnTo>
                        <a:pt x="594821" y="307638"/>
                      </a:lnTo>
                      <a:cubicBezTo>
                        <a:pt x="598368" y="301511"/>
                        <a:pt x="603527" y="299254"/>
                        <a:pt x="608364" y="298287"/>
                      </a:cubicBezTo>
                      <a:cubicBezTo>
                        <a:pt x="610622" y="297642"/>
                        <a:pt x="612879" y="298931"/>
                        <a:pt x="613201" y="301189"/>
                      </a:cubicBezTo>
                      <a:cubicBezTo>
                        <a:pt x="613846" y="303446"/>
                        <a:pt x="612557" y="305381"/>
                        <a:pt x="610299" y="306026"/>
                      </a:cubicBezTo>
                      <a:cubicBezTo>
                        <a:pt x="605785" y="307316"/>
                        <a:pt x="603527" y="308606"/>
                        <a:pt x="601915" y="311508"/>
                      </a:cubicBezTo>
                      <a:lnTo>
                        <a:pt x="600625" y="314087"/>
                      </a:lnTo>
                      <a:cubicBezTo>
                        <a:pt x="598368" y="318279"/>
                        <a:pt x="596433" y="321504"/>
                        <a:pt x="592886" y="324084"/>
                      </a:cubicBezTo>
                      <a:cubicBezTo>
                        <a:pt x="592241" y="324084"/>
                        <a:pt x="591274" y="324406"/>
                        <a:pt x="590629" y="324406"/>
                      </a:cubicBezTo>
                      <a:close/>
                      <a:moveTo>
                        <a:pt x="646415" y="296029"/>
                      </a:moveTo>
                      <a:cubicBezTo>
                        <a:pt x="644803" y="296029"/>
                        <a:pt x="643191" y="295062"/>
                        <a:pt x="642546" y="293450"/>
                      </a:cubicBezTo>
                      <a:cubicBezTo>
                        <a:pt x="641901" y="291515"/>
                        <a:pt x="642868" y="288935"/>
                        <a:pt x="644803" y="288290"/>
                      </a:cubicBezTo>
                      <a:cubicBezTo>
                        <a:pt x="654154" y="284743"/>
                        <a:pt x="654799" y="284098"/>
                        <a:pt x="657379" y="281518"/>
                      </a:cubicBezTo>
                      <a:cubicBezTo>
                        <a:pt x="658669" y="280228"/>
                        <a:pt x="660281" y="278616"/>
                        <a:pt x="663184" y="276037"/>
                      </a:cubicBezTo>
                      <a:cubicBezTo>
                        <a:pt x="664151" y="275069"/>
                        <a:pt x="665118" y="274424"/>
                        <a:pt x="666086" y="273779"/>
                      </a:cubicBezTo>
                      <a:cubicBezTo>
                        <a:pt x="667698" y="272489"/>
                        <a:pt x="670278" y="272812"/>
                        <a:pt x="671890" y="274424"/>
                      </a:cubicBezTo>
                      <a:cubicBezTo>
                        <a:pt x="673180" y="276037"/>
                        <a:pt x="672857" y="278616"/>
                        <a:pt x="671245" y="280228"/>
                      </a:cubicBezTo>
                      <a:cubicBezTo>
                        <a:pt x="670600" y="280874"/>
                        <a:pt x="669633" y="281518"/>
                        <a:pt x="668665" y="282163"/>
                      </a:cubicBezTo>
                      <a:cubicBezTo>
                        <a:pt x="666086" y="284421"/>
                        <a:pt x="664474" y="286033"/>
                        <a:pt x="663506" y="287323"/>
                      </a:cubicBezTo>
                      <a:cubicBezTo>
                        <a:pt x="659959" y="291192"/>
                        <a:pt x="658669" y="292160"/>
                        <a:pt x="647705" y="296029"/>
                      </a:cubicBezTo>
                      <a:cubicBezTo>
                        <a:pt x="647383" y="296029"/>
                        <a:pt x="647060" y="296029"/>
                        <a:pt x="646415" y="296029"/>
                      </a:cubicBezTo>
                      <a:close/>
                      <a:moveTo>
                        <a:pt x="664474" y="249917"/>
                      </a:moveTo>
                      <a:cubicBezTo>
                        <a:pt x="663506" y="249917"/>
                        <a:pt x="662861" y="249594"/>
                        <a:pt x="662216" y="249272"/>
                      </a:cubicBezTo>
                      <a:cubicBezTo>
                        <a:pt x="660604" y="247982"/>
                        <a:pt x="658991" y="247982"/>
                        <a:pt x="656412" y="247337"/>
                      </a:cubicBezTo>
                      <a:cubicBezTo>
                        <a:pt x="652220" y="246692"/>
                        <a:pt x="646415" y="245725"/>
                        <a:pt x="638676" y="238953"/>
                      </a:cubicBezTo>
                      <a:cubicBezTo>
                        <a:pt x="638354" y="238630"/>
                        <a:pt x="638031" y="238308"/>
                        <a:pt x="637386" y="237986"/>
                      </a:cubicBezTo>
                      <a:cubicBezTo>
                        <a:pt x="635774" y="236696"/>
                        <a:pt x="635452" y="234116"/>
                        <a:pt x="636742" y="232181"/>
                      </a:cubicBezTo>
                      <a:cubicBezTo>
                        <a:pt x="638031" y="230569"/>
                        <a:pt x="640611" y="230247"/>
                        <a:pt x="642546" y="231536"/>
                      </a:cubicBezTo>
                      <a:cubicBezTo>
                        <a:pt x="642868" y="231859"/>
                        <a:pt x="643513" y="232181"/>
                        <a:pt x="643836" y="232826"/>
                      </a:cubicBezTo>
                      <a:cubicBezTo>
                        <a:pt x="649962" y="237986"/>
                        <a:pt x="653832" y="238630"/>
                        <a:pt x="657702" y="239276"/>
                      </a:cubicBezTo>
                      <a:cubicBezTo>
                        <a:pt x="660604" y="239598"/>
                        <a:pt x="663506" y="240243"/>
                        <a:pt x="666731" y="242500"/>
                      </a:cubicBezTo>
                      <a:cubicBezTo>
                        <a:pt x="668665" y="243790"/>
                        <a:pt x="668988" y="246370"/>
                        <a:pt x="667698" y="247982"/>
                      </a:cubicBezTo>
                      <a:cubicBezTo>
                        <a:pt x="667053" y="249272"/>
                        <a:pt x="665763" y="249917"/>
                        <a:pt x="664474" y="249917"/>
                      </a:cubicBezTo>
                      <a:close/>
                      <a:moveTo>
                        <a:pt x="612879" y="215735"/>
                      </a:moveTo>
                      <a:cubicBezTo>
                        <a:pt x="611589" y="215735"/>
                        <a:pt x="610622" y="215091"/>
                        <a:pt x="609654" y="214123"/>
                      </a:cubicBezTo>
                      <a:cubicBezTo>
                        <a:pt x="608687" y="212833"/>
                        <a:pt x="607397" y="212511"/>
                        <a:pt x="605462" y="211544"/>
                      </a:cubicBezTo>
                      <a:cubicBezTo>
                        <a:pt x="599981" y="209609"/>
                        <a:pt x="594821" y="207029"/>
                        <a:pt x="594498" y="195098"/>
                      </a:cubicBezTo>
                      <a:lnTo>
                        <a:pt x="594498" y="193808"/>
                      </a:lnTo>
                      <a:cubicBezTo>
                        <a:pt x="594498" y="192841"/>
                        <a:pt x="594498" y="191873"/>
                        <a:pt x="594498" y="191228"/>
                      </a:cubicBezTo>
                      <a:cubicBezTo>
                        <a:pt x="594821" y="188971"/>
                        <a:pt x="596756" y="187359"/>
                        <a:pt x="599013" y="187681"/>
                      </a:cubicBezTo>
                      <a:cubicBezTo>
                        <a:pt x="601270" y="188003"/>
                        <a:pt x="602883" y="189938"/>
                        <a:pt x="602560" y="192196"/>
                      </a:cubicBezTo>
                      <a:cubicBezTo>
                        <a:pt x="602560" y="192841"/>
                        <a:pt x="602560" y="193486"/>
                        <a:pt x="602560" y="194130"/>
                      </a:cubicBezTo>
                      <a:lnTo>
                        <a:pt x="602560" y="195098"/>
                      </a:lnTo>
                      <a:cubicBezTo>
                        <a:pt x="602883" y="202515"/>
                        <a:pt x="604495" y="203159"/>
                        <a:pt x="608042" y="204449"/>
                      </a:cubicBezTo>
                      <a:cubicBezTo>
                        <a:pt x="610622" y="205417"/>
                        <a:pt x="613524" y="206384"/>
                        <a:pt x="616104" y="209609"/>
                      </a:cubicBezTo>
                      <a:cubicBezTo>
                        <a:pt x="617393" y="211221"/>
                        <a:pt x="617071" y="213801"/>
                        <a:pt x="615459" y="215413"/>
                      </a:cubicBezTo>
                      <a:cubicBezTo>
                        <a:pt x="614491" y="215413"/>
                        <a:pt x="613524" y="215735"/>
                        <a:pt x="612879" y="215735"/>
                      </a:cubicBezTo>
                      <a:close/>
                      <a:moveTo>
                        <a:pt x="627712" y="177040"/>
                      </a:moveTo>
                      <a:cubicBezTo>
                        <a:pt x="627067" y="177040"/>
                        <a:pt x="626423" y="176717"/>
                        <a:pt x="625778" y="176395"/>
                      </a:cubicBezTo>
                      <a:cubicBezTo>
                        <a:pt x="623843" y="175105"/>
                        <a:pt x="623198" y="172848"/>
                        <a:pt x="624488" y="170913"/>
                      </a:cubicBezTo>
                      <a:cubicBezTo>
                        <a:pt x="626423" y="167688"/>
                        <a:pt x="627712" y="163819"/>
                        <a:pt x="627712" y="160594"/>
                      </a:cubicBezTo>
                      <a:cubicBezTo>
                        <a:pt x="627712" y="159304"/>
                        <a:pt x="627390" y="158014"/>
                        <a:pt x="627067" y="156724"/>
                      </a:cubicBezTo>
                      <a:cubicBezTo>
                        <a:pt x="625778" y="153822"/>
                        <a:pt x="625455" y="150598"/>
                        <a:pt x="625133" y="146728"/>
                      </a:cubicBezTo>
                      <a:cubicBezTo>
                        <a:pt x="625133" y="144471"/>
                        <a:pt x="626745" y="142536"/>
                        <a:pt x="629002" y="142536"/>
                      </a:cubicBezTo>
                      <a:cubicBezTo>
                        <a:pt x="631259" y="142536"/>
                        <a:pt x="633194" y="144148"/>
                        <a:pt x="633194" y="146405"/>
                      </a:cubicBezTo>
                      <a:cubicBezTo>
                        <a:pt x="633194" y="149630"/>
                        <a:pt x="633839" y="151888"/>
                        <a:pt x="634484" y="153822"/>
                      </a:cubicBezTo>
                      <a:cubicBezTo>
                        <a:pt x="635129" y="155757"/>
                        <a:pt x="635774" y="158014"/>
                        <a:pt x="635774" y="160594"/>
                      </a:cubicBezTo>
                      <a:cubicBezTo>
                        <a:pt x="635774" y="165431"/>
                        <a:pt x="634162" y="170590"/>
                        <a:pt x="631582" y="175105"/>
                      </a:cubicBezTo>
                      <a:cubicBezTo>
                        <a:pt x="630615" y="176395"/>
                        <a:pt x="629325" y="177040"/>
                        <a:pt x="627712" y="177040"/>
                      </a:cubicBezTo>
                      <a:close/>
                      <a:moveTo>
                        <a:pt x="626423" y="112547"/>
                      </a:moveTo>
                      <a:cubicBezTo>
                        <a:pt x="625133" y="112547"/>
                        <a:pt x="623520" y="111902"/>
                        <a:pt x="622876" y="110612"/>
                      </a:cubicBezTo>
                      <a:cubicBezTo>
                        <a:pt x="622876" y="110290"/>
                        <a:pt x="622876" y="110290"/>
                        <a:pt x="622876" y="110290"/>
                      </a:cubicBezTo>
                      <a:cubicBezTo>
                        <a:pt x="622553" y="110290"/>
                        <a:pt x="621908" y="109967"/>
                        <a:pt x="621263" y="109967"/>
                      </a:cubicBezTo>
                      <a:cubicBezTo>
                        <a:pt x="618683" y="109645"/>
                        <a:pt x="614814" y="109000"/>
                        <a:pt x="609654" y="105130"/>
                      </a:cubicBezTo>
                      <a:cubicBezTo>
                        <a:pt x="605462" y="101905"/>
                        <a:pt x="602883" y="98358"/>
                        <a:pt x="601270" y="96101"/>
                      </a:cubicBezTo>
                      <a:cubicBezTo>
                        <a:pt x="599981" y="94166"/>
                        <a:pt x="600625" y="91587"/>
                        <a:pt x="602560" y="90619"/>
                      </a:cubicBezTo>
                      <a:cubicBezTo>
                        <a:pt x="604495" y="89329"/>
                        <a:pt x="607075" y="89974"/>
                        <a:pt x="608042" y="91909"/>
                      </a:cubicBezTo>
                      <a:cubicBezTo>
                        <a:pt x="609332" y="93844"/>
                        <a:pt x="610944" y="96424"/>
                        <a:pt x="614491" y="99003"/>
                      </a:cubicBezTo>
                      <a:cubicBezTo>
                        <a:pt x="618039" y="101583"/>
                        <a:pt x="620296" y="102228"/>
                        <a:pt x="622553" y="102550"/>
                      </a:cubicBezTo>
                      <a:cubicBezTo>
                        <a:pt x="624810" y="102873"/>
                        <a:pt x="628035" y="103518"/>
                        <a:pt x="630292" y="107065"/>
                      </a:cubicBezTo>
                      <a:cubicBezTo>
                        <a:pt x="631259" y="109000"/>
                        <a:pt x="630615" y="111579"/>
                        <a:pt x="628680" y="112547"/>
                      </a:cubicBezTo>
                      <a:cubicBezTo>
                        <a:pt x="627712" y="112224"/>
                        <a:pt x="627067" y="112547"/>
                        <a:pt x="626423" y="112547"/>
                      </a:cubicBezTo>
                      <a:close/>
                      <a:moveTo>
                        <a:pt x="584825" y="77398"/>
                      </a:moveTo>
                      <a:cubicBezTo>
                        <a:pt x="582567" y="77398"/>
                        <a:pt x="580955" y="75786"/>
                        <a:pt x="580955" y="73529"/>
                      </a:cubicBezTo>
                      <a:cubicBezTo>
                        <a:pt x="580955" y="71271"/>
                        <a:pt x="580955" y="68692"/>
                        <a:pt x="580955" y="66112"/>
                      </a:cubicBezTo>
                      <a:cubicBezTo>
                        <a:pt x="580955" y="60630"/>
                        <a:pt x="579343" y="54826"/>
                        <a:pt x="576118" y="48699"/>
                      </a:cubicBezTo>
                      <a:cubicBezTo>
                        <a:pt x="575151" y="46764"/>
                        <a:pt x="575796" y="44184"/>
                        <a:pt x="577730" y="43217"/>
                      </a:cubicBezTo>
                      <a:cubicBezTo>
                        <a:pt x="579665" y="42249"/>
                        <a:pt x="582245" y="42894"/>
                        <a:pt x="583212" y="44829"/>
                      </a:cubicBezTo>
                      <a:cubicBezTo>
                        <a:pt x="587082" y="51923"/>
                        <a:pt x="589017" y="59018"/>
                        <a:pt x="589017" y="66112"/>
                      </a:cubicBezTo>
                      <a:cubicBezTo>
                        <a:pt x="589017" y="68692"/>
                        <a:pt x="589017" y="70949"/>
                        <a:pt x="589017" y="73206"/>
                      </a:cubicBezTo>
                      <a:cubicBezTo>
                        <a:pt x="589017" y="75463"/>
                        <a:pt x="587404" y="77398"/>
                        <a:pt x="584825" y="77398"/>
                      </a:cubicBezTo>
                      <a:cubicBezTo>
                        <a:pt x="585147" y="77398"/>
                        <a:pt x="585147" y="77398"/>
                        <a:pt x="584825" y="77398"/>
                      </a:cubicBezTo>
                      <a:close/>
                      <a:moveTo>
                        <a:pt x="553546" y="22579"/>
                      </a:moveTo>
                      <a:cubicBezTo>
                        <a:pt x="552578" y="22579"/>
                        <a:pt x="551933" y="22257"/>
                        <a:pt x="550966" y="21612"/>
                      </a:cubicBezTo>
                      <a:cubicBezTo>
                        <a:pt x="548064" y="19355"/>
                        <a:pt x="544839" y="17097"/>
                        <a:pt x="541292" y="14840"/>
                      </a:cubicBezTo>
                      <a:cubicBezTo>
                        <a:pt x="536777" y="11938"/>
                        <a:pt x="532585" y="9358"/>
                        <a:pt x="528393" y="7746"/>
                      </a:cubicBezTo>
                      <a:cubicBezTo>
                        <a:pt x="526458" y="6778"/>
                        <a:pt x="525169" y="4521"/>
                        <a:pt x="526136" y="2586"/>
                      </a:cubicBezTo>
                      <a:cubicBezTo>
                        <a:pt x="527103" y="651"/>
                        <a:pt x="529361" y="-638"/>
                        <a:pt x="531295" y="329"/>
                      </a:cubicBezTo>
                      <a:cubicBezTo>
                        <a:pt x="535810" y="2264"/>
                        <a:pt x="540647" y="4843"/>
                        <a:pt x="545484" y="8068"/>
                      </a:cubicBezTo>
                      <a:cubicBezTo>
                        <a:pt x="549031" y="10326"/>
                        <a:pt x="552256" y="12905"/>
                        <a:pt x="555480" y="15162"/>
                      </a:cubicBezTo>
                      <a:cubicBezTo>
                        <a:pt x="557093" y="16452"/>
                        <a:pt x="557415" y="19032"/>
                        <a:pt x="556125" y="20967"/>
                      </a:cubicBezTo>
                      <a:cubicBezTo>
                        <a:pt x="556125" y="22257"/>
                        <a:pt x="554835" y="22579"/>
                        <a:pt x="553546" y="22579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2" name="Graphic 4">
                <a:extLst>
                  <a:ext uri="{FF2B5EF4-FFF2-40B4-BE49-F238E27FC236}">
                    <a16:creationId xmlns:a16="http://schemas.microsoft.com/office/drawing/2014/main" id="{52B206F3-777D-052F-808F-E24DD1F60494}"/>
                  </a:ext>
                </a:extLst>
              </p:cNvPr>
              <p:cNvGrpSpPr/>
              <p:nvPr/>
            </p:nvGrpSpPr>
            <p:grpSpPr>
              <a:xfrm>
                <a:off x="5957909" y="3207601"/>
                <a:ext cx="717749" cy="1255804"/>
                <a:chOff x="5957909" y="3207601"/>
                <a:chExt cx="717749" cy="1255804"/>
              </a:xfrm>
              <a:grpFill/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176F86ED-03ED-B3A7-FA13-280853E32C91}"/>
                    </a:ext>
                  </a:extLst>
                </p:cNvPr>
                <p:cNvSpPr/>
                <p:nvPr/>
              </p:nvSpPr>
              <p:spPr>
                <a:xfrm>
                  <a:off x="6497586" y="3207601"/>
                  <a:ext cx="32246" cy="32246"/>
                </a:xfrm>
                <a:custGeom>
                  <a:avLst/>
                  <a:gdLst>
                    <a:gd name="connsiteX0" fmla="*/ 3999 w 0"/>
                    <a:gd name="connsiteY0" fmla="*/ 19670 h 0"/>
                    <a:gd name="connsiteX1" fmla="*/ 1741 w 0"/>
                    <a:gd name="connsiteY1" fmla="*/ 19026 h 0"/>
                    <a:gd name="connsiteX2" fmla="*/ 774 w 0"/>
                    <a:gd name="connsiteY2" fmla="*/ 13543 h 0"/>
                    <a:gd name="connsiteX3" fmla="*/ 3676 w 0"/>
                    <a:gd name="connsiteY3" fmla="*/ 9674 h 0"/>
                    <a:gd name="connsiteX4" fmla="*/ 6901 w 0"/>
                    <a:gd name="connsiteY4" fmla="*/ 3547 h 0"/>
                    <a:gd name="connsiteX5" fmla="*/ 7868 w 0"/>
                    <a:gd name="connsiteY5" fmla="*/ 0 h 0"/>
                    <a:gd name="connsiteX6" fmla="*/ 11415 w 0"/>
                    <a:gd name="connsiteY6" fmla="*/ 323 h 0"/>
                    <a:gd name="connsiteX7" fmla="*/ 25604 w 0"/>
                    <a:gd name="connsiteY7" fmla="*/ 3547 h 0"/>
                    <a:gd name="connsiteX8" fmla="*/ 27861 w 0"/>
                    <a:gd name="connsiteY8" fmla="*/ 8707 h 0"/>
                    <a:gd name="connsiteX9" fmla="*/ 22702 w 0"/>
                    <a:gd name="connsiteY9" fmla="*/ 10964 h 0"/>
                    <a:gd name="connsiteX10" fmla="*/ 13995 w 0"/>
                    <a:gd name="connsiteY10" fmla="*/ 8707 h 0"/>
                    <a:gd name="connsiteX11" fmla="*/ 10125 w 0"/>
                    <a:gd name="connsiteY11" fmla="*/ 14833 h 0"/>
                    <a:gd name="connsiteX12" fmla="*/ 7546 w 0"/>
                    <a:gd name="connsiteY12" fmla="*/ 18058 h 0"/>
                    <a:gd name="connsiteX13" fmla="*/ 3999 w 0"/>
                    <a:gd name="connsiteY13" fmla="*/ 1967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3999" y="19670"/>
                      </a:moveTo>
                      <a:cubicBezTo>
                        <a:pt x="3031" y="19670"/>
                        <a:pt x="2386" y="19348"/>
                        <a:pt x="1741" y="19026"/>
                      </a:cubicBezTo>
                      <a:cubicBezTo>
                        <a:pt x="-194" y="17736"/>
                        <a:pt x="-516" y="15156"/>
                        <a:pt x="774" y="13543"/>
                      </a:cubicBezTo>
                      <a:cubicBezTo>
                        <a:pt x="1741" y="12254"/>
                        <a:pt x="2709" y="10964"/>
                        <a:pt x="3676" y="9674"/>
                      </a:cubicBezTo>
                      <a:cubicBezTo>
                        <a:pt x="5288" y="7739"/>
                        <a:pt x="6256" y="5804"/>
                        <a:pt x="6901" y="3547"/>
                      </a:cubicBezTo>
                      <a:lnTo>
                        <a:pt x="7868" y="0"/>
                      </a:lnTo>
                      <a:lnTo>
                        <a:pt x="11415" y="323"/>
                      </a:lnTo>
                      <a:cubicBezTo>
                        <a:pt x="17220" y="967"/>
                        <a:pt x="21734" y="1935"/>
                        <a:pt x="25604" y="3547"/>
                      </a:cubicBezTo>
                      <a:cubicBezTo>
                        <a:pt x="27538" y="4514"/>
                        <a:pt x="28506" y="6772"/>
                        <a:pt x="27861" y="8707"/>
                      </a:cubicBezTo>
                      <a:cubicBezTo>
                        <a:pt x="26894" y="10641"/>
                        <a:pt x="24636" y="11609"/>
                        <a:pt x="22702" y="10964"/>
                      </a:cubicBezTo>
                      <a:cubicBezTo>
                        <a:pt x="20444" y="9996"/>
                        <a:pt x="17542" y="9352"/>
                        <a:pt x="13995" y="8707"/>
                      </a:cubicBezTo>
                      <a:cubicBezTo>
                        <a:pt x="13028" y="10964"/>
                        <a:pt x="11738" y="12899"/>
                        <a:pt x="10125" y="14833"/>
                      </a:cubicBezTo>
                      <a:cubicBezTo>
                        <a:pt x="9158" y="15801"/>
                        <a:pt x="8513" y="16768"/>
                        <a:pt x="7546" y="18058"/>
                      </a:cubicBezTo>
                      <a:cubicBezTo>
                        <a:pt x="6256" y="19026"/>
                        <a:pt x="5288" y="19670"/>
                        <a:pt x="3999" y="1967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F39E920D-D3CE-3421-7C88-F4C0B4AE61EE}"/>
                    </a:ext>
                  </a:extLst>
                </p:cNvPr>
                <p:cNvSpPr/>
                <p:nvPr/>
              </p:nvSpPr>
              <p:spPr>
                <a:xfrm>
                  <a:off x="6444830" y="3249648"/>
                  <a:ext cx="32246" cy="32246"/>
                </a:xfrm>
                <a:custGeom>
                  <a:avLst/>
                  <a:gdLst>
                    <a:gd name="connsiteX0" fmla="*/ 6772 w 32246"/>
                    <a:gd name="connsiteY0" fmla="*/ 11805 h 0"/>
                    <a:gd name="connsiteX1" fmla="*/ 3870 w 32246"/>
                    <a:gd name="connsiteY1" fmla="*/ 11805 h 0"/>
                    <a:gd name="connsiteX2" fmla="*/ 0 w 32246"/>
                    <a:gd name="connsiteY2" fmla="*/ 7613 h 0"/>
                    <a:gd name="connsiteX3" fmla="*/ 4192 w 32246"/>
                    <a:gd name="connsiteY3" fmla="*/ 3743 h 0"/>
                    <a:gd name="connsiteX4" fmla="*/ 4192 w 32246"/>
                    <a:gd name="connsiteY4" fmla="*/ 3743 h 0"/>
                    <a:gd name="connsiteX5" fmla="*/ 30957 w 32246"/>
                    <a:gd name="connsiteY5" fmla="*/ 196 h 0"/>
                    <a:gd name="connsiteX6" fmla="*/ 36116 w 32246"/>
                    <a:gd name="connsiteY6" fmla="*/ 2776 h 0"/>
                    <a:gd name="connsiteX7" fmla="*/ 33536 w 32246"/>
                    <a:gd name="connsiteY7" fmla="*/ 7935 h 0"/>
                    <a:gd name="connsiteX8" fmla="*/ 6772 w 32246"/>
                    <a:gd name="connsiteY8" fmla="*/ 1180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246">
                      <a:moveTo>
                        <a:pt x="6772" y="11805"/>
                      </a:moveTo>
                      <a:cubicBezTo>
                        <a:pt x="5804" y="11805"/>
                        <a:pt x="4837" y="11805"/>
                        <a:pt x="3870" y="11805"/>
                      </a:cubicBezTo>
                      <a:cubicBezTo>
                        <a:pt x="1612" y="11805"/>
                        <a:pt x="0" y="9870"/>
                        <a:pt x="0" y="7613"/>
                      </a:cubicBezTo>
                      <a:cubicBezTo>
                        <a:pt x="0" y="5356"/>
                        <a:pt x="1935" y="3743"/>
                        <a:pt x="4192" y="3743"/>
                      </a:cubicBezTo>
                      <a:cubicBezTo>
                        <a:pt x="4192" y="3743"/>
                        <a:pt x="4192" y="3743"/>
                        <a:pt x="4192" y="3743"/>
                      </a:cubicBezTo>
                      <a:cubicBezTo>
                        <a:pt x="13221" y="4066"/>
                        <a:pt x="23862" y="2776"/>
                        <a:pt x="30957" y="196"/>
                      </a:cubicBezTo>
                      <a:cubicBezTo>
                        <a:pt x="32892" y="-449"/>
                        <a:pt x="35471" y="519"/>
                        <a:pt x="36116" y="2776"/>
                      </a:cubicBezTo>
                      <a:cubicBezTo>
                        <a:pt x="36761" y="5033"/>
                        <a:pt x="35794" y="7290"/>
                        <a:pt x="33536" y="7935"/>
                      </a:cubicBezTo>
                      <a:cubicBezTo>
                        <a:pt x="26120" y="10193"/>
                        <a:pt x="16123" y="11805"/>
                        <a:pt x="6772" y="1180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: Shape 143">
                  <a:extLst>
                    <a:ext uri="{FF2B5EF4-FFF2-40B4-BE49-F238E27FC236}">
                      <a16:creationId xmlns:a16="http://schemas.microsoft.com/office/drawing/2014/main" id="{F3514D0C-D699-1B95-E1CE-64D8C1F1921A}"/>
                    </a:ext>
                  </a:extLst>
                </p:cNvPr>
                <p:cNvSpPr/>
                <p:nvPr/>
              </p:nvSpPr>
              <p:spPr>
                <a:xfrm>
                  <a:off x="6396396" y="3221467"/>
                  <a:ext cx="32246" cy="32246"/>
                </a:xfrm>
                <a:custGeom>
                  <a:avLst/>
                  <a:gdLst>
                    <a:gd name="connsiteX0" fmla="*/ 20058 w 0"/>
                    <a:gd name="connsiteY0" fmla="*/ 21605 h 0"/>
                    <a:gd name="connsiteX1" fmla="*/ 16188 w 0"/>
                    <a:gd name="connsiteY1" fmla="*/ 19026 h 0"/>
                    <a:gd name="connsiteX2" fmla="*/ 12641 w 0"/>
                    <a:gd name="connsiteY2" fmla="*/ 12576 h 0"/>
                    <a:gd name="connsiteX3" fmla="*/ 7482 w 0"/>
                    <a:gd name="connsiteY3" fmla="*/ 19348 h 0"/>
                    <a:gd name="connsiteX4" fmla="*/ 1677 w 0"/>
                    <a:gd name="connsiteY4" fmla="*/ 19993 h 0"/>
                    <a:gd name="connsiteX5" fmla="*/ 1032 w 0"/>
                    <a:gd name="connsiteY5" fmla="*/ 14189 h 0"/>
                    <a:gd name="connsiteX6" fmla="*/ 9416 w 0"/>
                    <a:gd name="connsiteY6" fmla="*/ 3547 h 0"/>
                    <a:gd name="connsiteX7" fmla="*/ 12318 w 0"/>
                    <a:gd name="connsiteY7" fmla="*/ 0 h 0"/>
                    <a:gd name="connsiteX8" fmla="*/ 15543 w 0"/>
                    <a:gd name="connsiteY8" fmla="*/ 3225 h 0"/>
                    <a:gd name="connsiteX9" fmla="*/ 23927 w 0"/>
                    <a:gd name="connsiteY9" fmla="*/ 15801 h 0"/>
                    <a:gd name="connsiteX10" fmla="*/ 21670 w 0"/>
                    <a:gd name="connsiteY10" fmla="*/ 20960 h 0"/>
                    <a:gd name="connsiteX11" fmla="*/ 20058 w 0"/>
                    <a:gd name="connsiteY11" fmla="*/ 2160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20058" y="21605"/>
                      </a:moveTo>
                      <a:cubicBezTo>
                        <a:pt x="18445" y="21605"/>
                        <a:pt x="16833" y="20638"/>
                        <a:pt x="16188" y="19026"/>
                      </a:cubicBezTo>
                      <a:cubicBezTo>
                        <a:pt x="15543" y="17413"/>
                        <a:pt x="14898" y="15478"/>
                        <a:pt x="12641" y="12576"/>
                      </a:cubicBezTo>
                      <a:cubicBezTo>
                        <a:pt x="11029" y="14833"/>
                        <a:pt x="9094" y="17091"/>
                        <a:pt x="7482" y="19348"/>
                      </a:cubicBezTo>
                      <a:cubicBezTo>
                        <a:pt x="6192" y="21283"/>
                        <a:pt x="3612" y="21605"/>
                        <a:pt x="1677" y="19993"/>
                      </a:cubicBezTo>
                      <a:cubicBezTo>
                        <a:pt x="-258" y="18703"/>
                        <a:pt x="-580" y="16123"/>
                        <a:pt x="1032" y="14189"/>
                      </a:cubicBezTo>
                      <a:cubicBezTo>
                        <a:pt x="3935" y="10641"/>
                        <a:pt x="6514" y="7094"/>
                        <a:pt x="9416" y="3547"/>
                      </a:cubicBezTo>
                      <a:lnTo>
                        <a:pt x="12318" y="0"/>
                      </a:lnTo>
                      <a:lnTo>
                        <a:pt x="15543" y="3225"/>
                      </a:lnTo>
                      <a:cubicBezTo>
                        <a:pt x="21025" y="8384"/>
                        <a:pt x="22637" y="12254"/>
                        <a:pt x="23927" y="15801"/>
                      </a:cubicBezTo>
                      <a:cubicBezTo>
                        <a:pt x="24895" y="17736"/>
                        <a:pt x="23605" y="20315"/>
                        <a:pt x="21670" y="20960"/>
                      </a:cubicBezTo>
                      <a:cubicBezTo>
                        <a:pt x="21025" y="21283"/>
                        <a:pt x="20380" y="21605"/>
                        <a:pt x="20058" y="2160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: Shape 144">
                  <a:extLst>
                    <a:ext uri="{FF2B5EF4-FFF2-40B4-BE49-F238E27FC236}">
                      <a16:creationId xmlns:a16="http://schemas.microsoft.com/office/drawing/2014/main" id="{916A5275-2C5D-B4C9-916E-D8F0967C62EA}"/>
                    </a:ext>
                  </a:extLst>
                </p:cNvPr>
                <p:cNvSpPr/>
                <p:nvPr/>
              </p:nvSpPr>
              <p:spPr>
                <a:xfrm>
                  <a:off x="6043362" y="3251251"/>
                  <a:ext cx="322465" cy="483697"/>
                </a:xfrm>
                <a:custGeom>
                  <a:avLst/>
                  <a:gdLst>
                    <a:gd name="connsiteX0" fmla="*/ 4192 w 322464"/>
                    <a:gd name="connsiteY0" fmla="*/ 487773 h 483697"/>
                    <a:gd name="connsiteX1" fmla="*/ 3869 w 322464"/>
                    <a:gd name="connsiteY1" fmla="*/ 487773 h 483697"/>
                    <a:gd name="connsiteX2" fmla="*/ 322 w 322464"/>
                    <a:gd name="connsiteY2" fmla="*/ 483581 h 483697"/>
                    <a:gd name="connsiteX3" fmla="*/ 645 w 322464"/>
                    <a:gd name="connsiteY3" fmla="*/ 475519 h 483697"/>
                    <a:gd name="connsiteX4" fmla="*/ 322 w 322464"/>
                    <a:gd name="connsiteY4" fmla="*/ 464233 h 483697"/>
                    <a:gd name="connsiteX5" fmla="*/ 0 w 322464"/>
                    <a:gd name="connsiteY5" fmla="*/ 456171 h 483697"/>
                    <a:gd name="connsiteX6" fmla="*/ 3869 w 322464"/>
                    <a:gd name="connsiteY6" fmla="*/ 451979 h 483697"/>
                    <a:gd name="connsiteX7" fmla="*/ 8062 w 322464"/>
                    <a:gd name="connsiteY7" fmla="*/ 455849 h 483697"/>
                    <a:gd name="connsiteX8" fmla="*/ 8384 w 322464"/>
                    <a:gd name="connsiteY8" fmla="*/ 463588 h 483697"/>
                    <a:gd name="connsiteX9" fmla="*/ 8706 w 322464"/>
                    <a:gd name="connsiteY9" fmla="*/ 475197 h 483697"/>
                    <a:gd name="connsiteX10" fmla="*/ 8384 w 322464"/>
                    <a:gd name="connsiteY10" fmla="*/ 483903 h 483697"/>
                    <a:gd name="connsiteX11" fmla="*/ 4192 w 322464"/>
                    <a:gd name="connsiteY11" fmla="*/ 487773 h 483697"/>
                    <a:gd name="connsiteX12" fmla="*/ 12576 w 322464"/>
                    <a:gd name="connsiteY12" fmla="*/ 423925 h 483697"/>
                    <a:gd name="connsiteX13" fmla="*/ 9674 w 322464"/>
                    <a:gd name="connsiteY13" fmla="*/ 422635 h 483697"/>
                    <a:gd name="connsiteX14" fmla="*/ 9674 w 322464"/>
                    <a:gd name="connsiteY14" fmla="*/ 416830 h 483697"/>
                    <a:gd name="connsiteX15" fmla="*/ 18703 w 322464"/>
                    <a:gd name="connsiteY15" fmla="*/ 409736 h 483697"/>
                    <a:gd name="connsiteX16" fmla="*/ 27409 w 322464"/>
                    <a:gd name="connsiteY16" fmla="*/ 399095 h 483697"/>
                    <a:gd name="connsiteX17" fmla="*/ 32246 w 322464"/>
                    <a:gd name="connsiteY17" fmla="*/ 396193 h 483697"/>
                    <a:gd name="connsiteX18" fmla="*/ 35149 w 322464"/>
                    <a:gd name="connsiteY18" fmla="*/ 401030 h 483697"/>
                    <a:gd name="connsiteX19" fmla="*/ 22895 w 322464"/>
                    <a:gd name="connsiteY19" fmla="*/ 416508 h 483697"/>
                    <a:gd name="connsiteX20" fmla="*/ 15478 w 322464"/>
                    <a:gd name="connsiteY20" fmla="*/ 422312 h 483697"/>
                    <a:gd name="connsiteX21" fmla="*/ 12576 w 322464"/>
                    <a:gd name="connsiteY21" fmla="*/ 423925 h 483697"/>
                    <a:gd name="connsiteX22" fmla="*/ 34504 w 322464"/>
                    <a:gd name="connsiteY22" fmla="*/ 366526 h 483697"/>
                    <a:gd name="connsiteX23" fmla="*/ 31924 w 322464"/>
                    <a:gd name="connsiteY23" fmla="*/ 365558 h 483697"/>
                    <a:gd name="connsiteX24" fmla="*/ 31279 w 322464"/>
                    <a:gd name="connsiteY24" fmla="*/ 359754 h 483697"/>
                    <a:gd name="connsiteX25" fmla="*/ 37083 w 322464"/>
                    <a:gd name="connsiteY25" fmla="*/ 354917 h 483697"/>
                    <a:gd name="connsiteX26" fmla="*/ 45467 w 322464"/>
                    <a:gd name="connsiteY26" fmla="*/ 342018 h 483697"/>
                    <a:gd name="connsiteX27" fmla="*/ 46112 w 322464"/>
                    <a:gd name="connsiteY27" fmla="*/ 339761 h 483697"/>
                    <a:gd name="connsiteX28" fmla="*/ 50949 w 322464"/>
                    <a:gd name="connsiteY28" fmla="*/ 336859 h 483697"/>
                    <a:gd name="connsiteX29" fmla="*/ 53852 w 322464"/>
                    <a:gd name="connsiteY29" fmla="*/ 341696 h 483697"/>
                    <a:gd name="connsiteX30" fmla="*/ 53206 w 322464"/>
                    <a:gd name="connsiteY30" fmla="*/ 343953 h 483697"/>
                    <a:gd name="connsiteX31" fmla="*/ 40953 w 322464"/>
                    <a:gd name="connsiteY31" fmla="*/ 361689 h 483697"/>
                    <a:gd name="connsiteX32" fmla="*/ 37406 w 322464"/>
                    <a:gd name="connsiteY32" fmla="*/ 364269 h 483697"/>
                    <a:gd name="connsiteX33" fmla="*/ 34504 w 322464"/>
                    <a:gd name="connsiteY33" fmla="*/ 366526 h 483697"/>
                    <a:gd name="connsiteX34" fmla="*/ 73522 w 322464"/>
                    <a:gd name="connsiteY34" fmla="*/ 316221 h 483697"/>
                    <a:gd name="connsiteX35" fmla="*/ 70620 w 322464"/>
                    <a:gd name="connsiteY35" fmla="*/ 314932 h 483697"/>
                    <a:gd name="connsiteX36" fmla="*/ 70620 w 322464"/>
                    <a:gd name="connsiteY36" fmla="*/ 309127 h 483697"/>
                    <a:gd name="connsiteX37" fmla="*/ 81584 w 322464"/>
                    <a:gd name="connsiteY37" fmla="*/ 291714 h 483697"/>
                    <a:gd name="connsiteX38" fmla="*/ 83841 w 322464"/>
                    <a:gd name="connsiteY38" fmla="*/ 286554 h 483697"/>
                    <a:gd name="connsiteX39" fmla="*/ 89323 w 322464"/>
                    <a:gd name="connsiteY39" fmla="*/ 284620 h 483697"/>
                    <a:gd name="connsiteX40" fmla="*/ 91257 w 322464"/>
                    <a:gd name="connsiteY40" fmla="*/ 290102 h 483697"/>
                    <a:gd name="connsiteX41" fmla="*/ 89323 w 322464"/>
                    <a:gd name="connsiteY41" fmla="*/ 294616 h 483697"/>
                    <a:gd name="connsiteX42" fmla="*/ 76424 w 322464"/>
                    <a:gd name="connsiteY42" fmla="*/ 314932 h 483697"/>
                    <a:gd name="connsiteX43" fmla="*/ 73522 w 322464"/>
                    <a:gd name="connsiteY43" fmla="*/ 316221 h 483697"/>
                    <a:gd name="connsiteX44" fmla="*/ 124794 w 322464"/>
                    <a:gd name="connsiteY44" fmla="*/ 283007 h 483697"/>
                    <a:gd name="connsiteX45" fmla="*/ 121569 w 322464"/>
                    <a:gd name="connsiteY45" fmla="*/ 282685 h 483697"/>
                    <a:gd name="connsiteX46" fmla="*/ 118022 w 322464"/>
                    <a:gd name="connsiteY46" fmla="*/ 278171 h 483697"/>
                    <a:gd name="connsiteX47" fmla="*/ 122536 w 322464"/>
                    <a:gd name="connsiteY47" fmla="*/ 274623 h 483697"/>
                    <a:gd name="connsiteX48" fmla="*/ 125116 w 322464"/>
                    <a:gd name="connsiteY48" fmla="*/ 274623 h 483697"/>
                    <a:gd name="connsiteX49" fmla="*/ 146399 w 322464"/>
                    <a:gd name="connsiteY49" fmla="*/ 266562 h 483697"/>
                    <a:gd name="connsiteX50" fmla="*/ 151881 w 322464"/>
                    <a:gd name="connsiteY50" fmla="*/ 268496 h 483697"/>
                    <a:gd name="connsiteX51" fmla="*/ 149946 w 322464"/>
                    <a:gd name="connsiteY51" fmla="*/ 273978 h 483697"/>
                    <a:gd name="connsiteX52" fmla="*/ 124794 w 322464"/>
                    <a:gd name="connsiteY52" fmla="*/ 283007 h 483697"/>
                    <a:gd name="connsiteX53" fmla="*/ 180258 w 322464"/>
                    <a:gd name="connsiteY53" fmla="*/ 254308 h 483697"/>
                    <a:gd name="connsiteX54" fmla="*/ 177678 w 322464"/>
                    <a:gd name="connsiteY54" fmla="*/ 253341 h 483697"/>
                    <a:gd name="connsiteX55" fmla="*/ 177033 w 322464"/>
                    <a:gd name="connsiteY55" fmla="*/ 247536 h 483697"/>
                    <a:gd name="connsiteX56" fmla="*/ 177356 w 322464"/>
                    <a:gd name="connsiteY56" fmla="*/ 245924 h 483697"/>
                    <a:gd name="connsiteX57" fmla="*/ 181225 w 322464"/>
                    <a:gd name="connsiteY57" fmla="*/ 236250 h 483697"/>
                    <a:gd name="connsiteX58" fmla="*/ 184772 w 322464"/>
                    <a:gd name="connsiteY58" fmla="*/ 223996 h 483697"/>
                    <a:gd name="connsiteX59" fmla="*/ 189287 w 322464"/>
                    <a:gd name="connsiteY59" fmla="*/ 220449 h 483697"/>
                    <a:gd name="connsiteX60" fmla="*/ 192834 w 322464"/>
                    <a:gd name="connsiteY60" fmla="*/ 224964 h 483697"/>
                    <a:gd name="connsiteX61" fmla="*/ 187997 w 322464"/>
                    <a:gd name="connsiteY61" fmla="*/ 241087 h 483697"/>
                    <a:gd name="connsiteX62" fmla="*/ 185739 w 322464"/>
                    <a:gd name="connsiteY62" fmla="*/ 246569 h 483697"/>
                    <a:gd name="connsiteX63" fmla="*/ 183482 w 322464"/>
                    <a:gd name="connsiteY63" fmla="*/ 252696 h 483697"/>
                    <a:gd name="connsiteX64" fmla="*/ 180258 w 322464"/>
                    <a:gd name="connsiteY64" fmla="*/ 254308 h 483697"/>
                    <a:gd name="connsiteX65" fmla="*/ 205088 w 322464"/>
                    <a:gd name="connsiteY65" fmla="*/ 194975 h 483697"/>
                    <a:gd name="connsiteX66" fmla="*/ 202185 w 322464"/>
                    <a:gd name="connsiteY66" fmla="*/ 193685 h 483697"/>
                    <a:gd name="connsiteX67" fmla="*/ 202508 w 322464"/>
                    <a:gd name="connsiteY67" fmla="*/ 187880 h 483697"/>
                    <a:gd name="connsiteX68" fmla="*/ 210247 w 322464"/>
                    <a:gd name="connsiteY68" fmla="*/ 183688 h 483697"/>
                    <a:gd name="connsiteX69" fmla="*/ 218308 w 322464"/>
                    <a:gd name="connsiteY69" fmla="*/ 179819 h 483697"/>
                    <a:gd name="connsiteX70" fmla="*/ 224435 w 322464"/>
                    <a:gd name="connsiteY70" fmla="*/ 175949 h 483697"/>
                    <a:gd name="connsiteX71" fmla="*/ 227015 w 322464"/>
                    <a:gd name="connsiteY71" fmla="*/ 174337 h 483697"/>
                    <a:gd name="connsiteX72" fmla="*/ 232497 w 322464"/>
                    <a:gd name="connsiteY72" fmla="*/ 175304 h 483697"/>
                    <a:gd name="connsiteX73" fmla="*/ 231530 w 322464"/>
                    <a:gd name="connsiteY73" fmla="*/ 180786 h 483697"/>
                    <a:gd name="connsiteX74" fmla="*/ 228627 w 322464"/>
                    <a:gd name="connsiteY74" fmla="*/ 182721 h 483697"/>
                    <a:gd name="connsiteX75" fmla="*/ 222823 w 322464"/>
                    <a:gd name="connsiteY75" fmla="*/ 186268 h 483697"/>
                    <a:gd name="connsiteX76" fmla="*/ 212504 w 322464"/>
                    <a:gd name="connsiteY76" fmla="*/ 191105 h 483697"/>
                    <a:gd name="connsiteX77" fmla="*/ 207667 w 322464"/>
                    <a:gd name="connsiteY77" fmla="*/ 193685 h 483697"/>
                    <a:gd name="connsiteX78" fmla="*/ 205088 w 322464"/>
                    <a:gd name="connsiteY78" fmla="*/ 194975 h 483697"/>
                    <a:gd name="connsiteX79" fmla="*/ 252812 w 322464"/>
                    <a:gd name="connsiteY79" fmla="*/ 154021 h 483697"/>
                    <a:gd name="connsiteX80" fmla="*/ 252167 w 322464"/>
                    <a:gd name="connsiteY80" fmla="*/ 154021 h 483697"/>
                    <a:gd name="connsiteX81" fmla="*/ 248620 w 322464"/>
                    <a:gd name="connsiteY81" fmla="*/ 149507 h 483697"/>
                    <a:gd name="connsiteX82" fmla="*/ 248620 w 322464"/>
                    <a:gd name="connsiteY82" fmla="*/ 148217 h 483697"/>
                    <a:gd name="connsiteX83" fmla="*/ 253457 w 322464"/>
                    <a:gd name="connsiteY83" fmla="*/ 138221 h 483697"/>
                    <a:gd name="connsiteX84" fmla="*/ 256037 w 322464"/>
                    <a:gd name="connsiteY84" fmla="*/ 132094 h 483697"/>
                    <a:gd name="connsiteX85" fmla="*/ 255715 w 322464"/>
                    <a:gd name="connsiteY85" fmla="*/ 125322 h 483697"/>
                    <a:gd name="connsiteX86" fmla="*/ 259262 w 322464"/>
                    <a:gd name="connsiteY86" fmla="*/ 120808 h 483697"/>
                    <a:gd name="connsiteX87" fmla="*/ 263776 w 322464"/>
                    <a:gd name="connsiteY87" fmla="*/ 124355 h 483697"/>
                    <a:gd name="connsiteX88" fmla="*/ 264098 w 322464"/>
                    <a:gd name="connsiteY88" fmla="*/ 132094 h 483697"/>
                    <a:gd name="connsiteX89" fmla="*/ 258617 w 322464"/>
                    <a:gd name="connsiteY89" fmla="*/ 144670 h 483697"/>
                    <a:gd name="connsiteX90" fmla="*/ 257004 w 322464"/>
                    <a:gd name="connsiteY90" fmla="*/ 148217 h 483697"/>
                    <a:gd name="connsiteX91" fmla="*/ 257004 w 322464"/>
                    <a:gd name="connsiteY91" fmla="*/ 150474 h 483697"/>
                    <a:gd name="connsiteX92" fmla="*/ 252812 w 322464"/>
                    <a:gd name="connsiteY92" fmla="*/ 154021 h 483697"/>
                    <a:gd name="connsiteX93" fmla="*/ 231207 w 322464"/>
                    <a:gd name="connsiteY93" fmla="*/ 106619 h 483697"/>
                    <a:gd name="connsiteX94" fmla="*/ 228950 w 322464"/>
                    <a:gd name="connsiteY94" fmla="*/ 105974 h 483697"/>
                    <a:gd name="connsiteX95" fmla="*/ 222178 w 322464"/>
                    <a:gd name="connsiteY95" fmla="*/ 95333 h 483697"/>
                    <a:gd name="connsiteX96" fmla="*/ 216374 w 322464"/>
                    <a:gd name="connsiteY96" fmla="*/ 90496 h 483697"/>
                    <a:gd name="connsiteX97" fmla="*/ 211537 w 322464"/>
                    <a:gd name="connsiteY97" fmla="*/ 89851 h 483697"/>
                    <a:gd name="connsiteX98" fmla="*/ 208635 w 322464"/>
                    <a:gd name="connsiteY98" fmla="*/ 85014 h 483697"/>
                    <a:gd name="connsiteX99" fmla="*/ 213471 w 322464"/>
                    <a:gd name="connsiteY99" fmla="*/ 82112 h 483697"/>
                    <a:gd name="connsiteX100" fmla="*/ 217019 w 322464"/>
                    <a:gd name="connsiteY100" fmla="*/ 82434 h 483697"/>
                    <a:gd name="connsiteX101" fmla="*/ 229595 w 322464"/>
                    <a:gd name="connsiteY101" fmla="*/ 92108 h 483697"/>
                    <a:gd name="connsiteX102" fmla="*/ 233464 w 322464"/>
                    <a:gd name="connsiteY102" fmla="*/ 99525 h 483697"/>
                    <a:gd name="connsiteX103" fmla="*/ 234432 w 322464"/>
                    <a:gd name="connsiteY103" fmla="*/ 105007 h 483697"/>
                    <a:gd name="connsiteX104" fmla="*/ 231207 w 322464"/>
                    <a:gd name="connsiteY104" fmla="*/ 106619 h 483697"/>
                    <a:gd name="connsiteX105" fmla="*/ 172841 w 322464"/>
                    <a:gd name="connsiteY105" fmla="*/ 90496 h 483697"/>
                    <a:gd name="connsiteX106" fmla="*/ 155750 w 322464"/>
                    <a:gd name="connsiteY106" fmla="*/ 73728 h 483697"/>
                    <a:gd name="connsiteX107" fmla="*/ 155428 w 322464"/>
                    <a:gd name="connsiteY107" fmla="*/ 72760 h 483697"/>
                    <a:gd name="connsiteX108" fmla="*/ 158653 w 322464"/>
                    <a:gd name="connsiteY108" fmla="*/ 67923 h 483697"/>
                    <a:gd name="connsiteX109" fmla="*/ 163490 w 322464"/>
                    <a:gd name="connsiteY109" fmla="*/ 71148 h 483697"/>
                    <a:gd name="connsiteX110" fmla="*/ 163812 w 322464"/>
                    <a:gd name="connsiteY110" fmla="*/ 72116 h 483697"/>
                    <a:gd name="connsiteX111" fmla="*/ 173163 w 322464"/>
                    <a:gd name="connsiteY111" fmla="*/ 82434 h 483697"/>
                    <a:gd name="connsiteX112" fmla="*/ 178000 w 322464"/>
                    <a:gd name="connsiteY112" fmla="*/ 82112 h 483697"/>
                    <a:gd name="connsiteX113" fmla="*/ 182515 w 322464"/>
                    <a:gd name="connsiteY113" fmla="*/ 85659 h 483697"/>
                    <a:gd name="connsiteX114" fmla="*/ 178968 w 322464"/>
                    <a:gd name="connsiteY114" fmla="*/ 90173 h 483697"/>
                    <a:gd name="connsiteX115" fmla="*/ 172841 w 322464"/>
                    <a:gd name="connsiteY115" fmla="*/ 90496 h 483697"/>
                    <a:gd name="connsiteX116" fmla="*/ 170584 w 322464"/>
                    <a:gd name="connsiteY116" fmla="*/ 41481 h 483697"/>
                    <a:gd name="connsiteX117" fmla="*/ 166714 w 322464"/>
                    <a:gd name="connsiteY117" fmla="*/ 38901 h 483697"/>
                    <a:gd name="connsiteX118" fmla="*/ 157685 w 322464"/>
                    <a:gd name="connsiteY118" fmla="*/ 25358 h 483697"/>
                    <a:gd name="connsiteX119" fmla="*/ 151236 w 322464"/>
                    <a:gd name="connsiteY119" fmla="*/ 16974 h 483697"/>
                    <a:gd name="connsiteX120" fmla="*/ 152526 w 322464"/>
                    <a:gd name="connsiteY120" fmla="*/ 11492 h 483697"/>
                    <a:gd name="connsiteX121" fmla="*/ 158008 w 322464"/>
                    <a:gd name="connsiteY121" fmla="*/ 12782 h 483697"/>
                    <a:gd name="connsiteX122" fmla="*/ 163812 w 322464"/>
                    <a:gd name="connsiteY122" fmla="*/ 20199 h 483697"/>
                    <a:gd name="connsiteX123" fmla="*/ 174131 w 322464"/>
                    <a:gd name="connsiteY123" fmla="*/ 35999 h 483697"/>
                    <a:gd name="connsiteX124" fmla="*/ 171873 w 322464"/>
                    <a:gd name="connsiteY124" fmla="*/ 41159 h 483697"/>
                    <a:gd name="connsiteX125" fmla="*/ 170584 w 322464"/>
                    <a:gd name="connsiteY125" fmla="*/ 41481 h 483697"/>
                    <a:gd name="connsiteX126" fmla="*/ 311501 w 322464"/>
                    <a:gd name="connsiteY126" fmla="*/ 24713 h 483697"/>
                    <a:gd name="connsiteX127" fmla="*/ 304729 w 322464"/>
                    <a:gd name="connsiteY127" fmla="*/ 24391 h 483697"/>
                    <a:gd name="connsiteX128" fmla="*/ 300859 w 322464"/>
                    <a:gd name="connsiteY128" fmla="*/ 20199 h 483697"/>
                    <a:gd name="connsiteX129" fmla="*/ 305052 w 322464"/>
                    <a:gd name="connsiteY129" fmla="*/ 16329 h 483697"/>
                    <a:gd name="connsiteX130" fmla="*/ 311501 w 322464"/>
                    <a:gd name="connsiteY130" fmla="*/ 16652 h 483697"/>
                    <a:gd name="connsiteX131" fmla="*/ 329559 w 322464"/>
                    <a:gd name="connsiteY131" fmla="*/ 12137 h 483697"/>
                    <a:gd name="connsiteX132" fmla="*/ 335041 w 322464"/>
                    <a:gd name="connsiteY132" fmla="*/ 13427 h 483697"/>
                    <a:gd name="connsiteX133" fmla="*/ 333751 w 322464"/>
                    <a:gd name="connsiteY133" fmla="*/ 18909 h 483697"/>
                    <a:gd name="connsiteX134" fmla="*/ 311501 w 322464"/>
                    <a:gd name="connsiteY134" fmla="*/ 24713 h 483697"/>
                    <a:gd name="connsiteX135" fmla="*/ 200573 w 322464"/>
                    <a:gd name="connsiteY135" fmla="*/ 24391 h 483697"/>
                    <a:gd name="connsiteX136" fmla="*/ 198961 w 322464"/>
                    <a:gd name="connsiteY136" fmla="*/ 24068 h 483697"/>
                    <a:gd name="connsiteX137" fmla="*/ 185417 w 322464"/>
                    <a:gd name="connsiteY137" fmla="*/ 14394 h 483697"/>
                    <a:gd name="connsiteX138" fmla="*/ 176388 w 322464"/>
                    <a:gd name="connsiteY138" fmla="*/ 7300 h 483697"/>
                    <a:gd name="connsiteX139" fmla="*/ 175098 w 322464"/>
                    <a:gd name="connsiteY139" fmla="*/ 1818 h 483697"/>
                    <a:gd name="connsiteX140" fmla="*/ 180580 w 322464"/>
                    <a:gd name="connsiteY140" fmla="*/ 528 h 483697"/>
                    <a:gd name="connsiteX141" fmla="*/ 190577 w 322464"/>
                    <a:gd name="connsiteY141" fmla="*/ 8267 h 483697"/>
                    <a:gd name="connsiteX142" fmla="*/ 202185 w 322464"/>
                    <a:gd name="connsiteY142" fmla="*/ 16652 h 483697"/>
                    <a:gd name="connsiteX143" fmla="*/ 204120 w 322464"/>
                    <a:gd name="connsiteY143" fmla="*/ 22133 h 483697"/>
                    <a:gd name="connsiteX144" fmla="*/ 200573 w 322464"/>
                    <a:gd name="connsiteY144" fmla="*/ 24391 h 483697"/>
                    <a:gd name="connsiteX145" fmla="*/ 238946 w 322464"/>
                    <a:gd name="connsiteY145" fmla="*/ 24391 h 483697"/>
                    <a:gd name="connsiteX146" fmla="*/ 235077 w 322464"/>
                    <a:gd name="connsiteY146" fmla="*/ 20521 h 483697"/>
                    <a:gd name="connsiteX147" fmla="*/ 238946 w 322464"/>
                    <a:gd name="connsiteY147" fmla="*/ 16329 h 483697"/>
                    <a:gd name="connsiteX148" fmla="*/ 245718 w 322464"/>
                    <a:gd name="connsiteY148" fmla="*/ 16006 h 483697"/>
                    <a:gd name="connsiteX149" fmla="*/ 266356 w 322464"/>
                    <a:gd name="connsiteY149" fmla="*/ 14717 h 483697"/>
                    <a:gd name="connsiteX150" fmla="*/ 270548 w 322464"/>
                    <a:gd name="connsiteY150" fmla="*/ 18586 h 483697"/>
                    <a:gd name="connsiteX151" fmla="*/ 266678 w 322464"/>
                    <a:gd name="connsiteY151" fmla="*/ 22778 h 483697"/>
                    <a:gd name="connsiteX152" fmla="*/ 246040 w 322464"/>
                    <a:gd name="connsiteY152" fmla="*/ 23746 h 483697"/>
                    <a:gd name="connsiteX153" fmla="*/ 238946 w 322464"/>
                    <a:gd name="connsiteY153" fmla="*/ 24391 h 483697"/>
                    <a:gd name="connsiteX154" fmla="*/ 238946 w 322464"/>
                    <a:gd name="connsiteY154" fmla="*/ 24391 h 4836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</a:cxnLst>
                  <a:rect l="l" t="t" r="r" b="b"/>
                  <a:pathLst>
                    <a:path w="322464" h="483697">
                      <a:moveTo>
                        <a:pt x="4192" y="487773"/>
                      </a:moveTo>
                      <a:cubicBezTo>
                        <a:pt x="4192" y="487773"/>
                        <a:pt x="3869" y="487773"/>
                        <a:pt x="3869" y="487773"/>
                      </a:cubicBezTo>
                      <a:cubicBezTo>
                        <a:pt x="1612" y="487450"/>
                        <a:pt x="0" y="485515"/>
                        <a:pt x="322" y="483581"/>
                      </a:cubicBezTo>
                      <a:cubicBezTo>
                        <a:pt x="645" y="481001"/>
                        <a:pt x="645" y="478421"/>
                        <a:pt x="645" y="475519"/>
                      </a:cubicBezTo>
                      <a:cubicBezTo>
                        <a:pt x="645" y="471972"/>
                        <a:pt x="645" y="468102"/>
                        <a:pt x="322" y="464233"/>
                      </a:cubicBezTo>
                      <a:cubicBezTo>
                        <a:pt x="322" y="461653"/>
                        <a:pt x="0" y="458751"/>
                        <a:pt x="0" y="456171"/>
                      </a:cubicBezTo>
                      <a:cubicBezTo>
                        <a:pt x="0" y="453914"/>
                        <a:pt x="1612" y="451979"/>
                        <a:pt x="3869" y="451979"/>
                      </a:cubicBezTo>
                      <a:cubicBezTo>
                        <a:pt x="6127" y="451979"/>
                        <a:pt x="8062" y="453591"/>
                        <a:pt x="8062" y="455849"/>
                      </a:cubicBezTo>
                      <a:cubicBezTo>
                        <a:pt x="8062" y="458428"/>
                        <a:pt x="8062" y="461008"/>
                        <a:pt x="8384" y="463588"/>
                      </a:cubicBezTo>
                      <a:cubicBezTo>
                        <a:pt x="8384" y="467457"/>
                        <a:pt x="8706" y="471327"/>
                        <a:pt x="8706" y="475197"/>
                      </a:cubicBezTo>
                      <a:cubicBezTo>
                        <a:pt x="8706" y="478099"/>
                        <a:pt x="8706" y="481001"/>
                        <a:pt x="8384" y="483903"/>
                      </a:cubicBezTo>
                      <a:cubicBezTo>
                        <a:pt x="8062" y="486160"/>
                        <a:pt x="6127" y="487773"/>
                        <a:pt x="4192" y="487773"/>
                      </a:cubicBezTo>
                      <a:close/>
                      <a:moveTo>
                        <a:pt x="12576" y="423925"/>
                      </a:moveTo>
                      <a:cubicBezTo>
                        <a:pt x="11609" y="423925"/>
                        <a:pt x="10641" y="423602"/>
                        <a:pt x="9674" y="422635"/>
                      </a:cubicBezTo>
                      <a:cubicBezTo>
                        <a:pt x="8062" y="421022"/>
                        <a:pt x="8062" y="418443"/>
                        <a:pt x="9674" y="416830"/>
                      </a:cubicBezTo>
                      <a:cubicBezTo>
                        <a:pt x="12254" y="414251"/>
                        <a:pt x="15156" y="411993"/>
                        <a:pt x="18703" y="409736"/>
                      </a:cubicBezTo>
                      <a:cubicBezTo>
                        <a:pt x="25152" y="405544"/>
                        <a:pt x="26764" y="401997"/>
                        <a:pt x="27409" y="399095"/>
                      </a:cubicBezTo>
                      <a:cubicBezTo>
                        <a:pt x="28054" y="396838"/>
                        <a:pt x="29989" y="395548"/>
                        <a:pt x="32246" y="396193"/>
                      </a:cubicBezTo>
                      <a:cubicBezTo>
                        <a:pt x="34504" y="396838"/>
                        <a:pt x="35794" y="398772"/>
                        <a:pt x="35149" y="401030"/>
                      </a:cubicBezTo>
                      <a:cubicBezTo>
                        <a:pt x="33536" y="407156"/>
                        <a:pt x="29667" y="411993"/>
                        <a:pt x="22895" y="416508"/>
                      </a:cubicBezTo>
                      <a:cubicBezTo>
                        <a:pt x="19993" y="418443"/>
                        <a:pt x="17413" y="420377"/>
                        <a:pt x="15478" y="422312"/>
                      </a:cubicBezTo>
                      <a:cubicBezTo>
                        <a:pt x="14833" y="423280"/>
                        <a:pt x="13866" y="423925"/>
                        <a:pt x="12576" y="423925"/>
                      </a:cubicBezTo>
                      <a:close/>
                      <a:moveTo>
                        <a:pt x="34504" y="366526"/>
                      </a:moveTo>
                      <a:cubicBezTo>
                        <a:pt x="33536" y="366526"/>
                        <a:pt x="32891" y="366203"/>
                        <a:pt x="31924" y="365558"/>
                      </a:cubicBezTo>
                      <a:cubicBezTo>
                        <a:pt x="29989" y="364269"/>
                        <a:pt x="29667" y="361689"/>
                        <a:pt x="31279" y="359754"/>
                      </a:cubicBezTo>
                      <a:cubicBezTo>
                        <a:pt x="32891" y="357497"/>
                        <a:pt x="35149" y="356207"/>
                        <a:pt x="37083" y="354917"/>
                      </a:cubicBezTo>
                      <a:cubicBezTo>
                        <a:pt x="40308" y="352982"/>
                        <a:pt x="43210" y="351370"/>
                        <a:pt x="45467" y="342018"/>
                      </a:cubicBezTo>
                      <a:lnTo>
                        <a:pt x="46112" y="339761"/>
                      </a:lnTo>
                      <a:cubicBezTo>
                        <a:pt x="46757" y="337504"/>
                        <a:pt x="49015" y="336214"/>
                        <a:pt x="50949" y="336859"/>
                      </a:cubicBezTo>
                      <a:cubicBezTo>
                        <a:pt x="53206" y="337504"/>
                        <a:pt x="54496" y="339761"/>
                        <a:pt x="53852" y="341696"/>
                      </a:cubicBezTo>
                      <a:lnTo>
                        <a:pt x="53206" y="343953"/>
                      </a:lnTo>
                      <a:cubicBezTo>
                        <a:pt x="49982" y="356530"/>
                        <a:pt x="44823" y="359432"/>
                        <a:pt x="40953" y="361689"/>
                      </a:cubicBezTo>
                      <a:cubicBezTo>
                        <a:pt x="39341" y="362656"/>
                        <a:pt x="38373" y="363301"/>
                        <a:pt x="37406" y="364269"/>
                      </a:cubicBezTo>
                      <a:cubicBezTo>
                        <a:pt x="37083" y="365881"/>
                        <a:pt x="35794" y="366526"/>
                        <a:pt x="34504" y="366526"/>
                      </a:cubicBezTo>
                      <a:close/>
                      <a:moveTo>
                        <a:pt x="73522" y="316221"/>
                      </a:moveTo>
                      <a:cubicBezTo>
                        <a:pt x="72555" y="316221"/>
                        <a:pt x="71587" y="315899"/>
                        <a:pt x="70620" y="314932"/>
                      </a:cubicBezTo>
                      <a:cubicBezTo>
                        <a:pt x="69007" y="313319"/>
                        <a:pt x="69007" y="310739"/>
                        <a:pt x="70620" y="309127"/>
                      </a:cubicBezTo>
                      <a:cubicBezTo>
                        <a:pt x="77391" y="302355"/>
                        <a:pt x="79649" y="296873"/>
                        <a:pt x="81584" y="291714"/>
                      </a:cubicBezTo>
                      <a:cubicBezTo>
                        <a:pt x="82228" y="290102"/>
                        <a:pt x="82873" y="288167"/>
                        <a:pt x="83841" y="286554"/>
                      </a:cubicBezTo>
                      <a:cubicBezTo>
                        <a:pt x="84808" y="284620"/>
                        <a:pt x="87065" y="283652"/>
                        <a:pt x="89323" y="284620"/>
                      </a:cubicBezTo>
                      <a:cubicBezTo>
                        <a:pt x="91257" y="285587"/>
                        <a:pt x="92225" y="288167"/>
                        <a:pt x="91257" y="290102"/>
                      </a:cubicBezTo>
                      <a:cubicBezTo>
                        <a:pt x="90613" y="291391"/>
                        <a:pt x="89968" y="293004"/>
                        <a:pt x="89323" y="294616"/>
                      </a:cubicBezTo>
                      <a:cubicBezTo>
                        <a:pt x="87065" y="300098"/>
                        <a:pt x="84486" y="306870"/>
                        <a:pt x="76424" y="314932"/>
                      </a:cubicBezTo>
                      <a:cubicBezTo>
                        <a:pt x="75779" y="315899"/>
                        <a:pt x="74812" y="316221"/>
                        <a:pt x="73522" y="316221"/>
                      </a:cubicBezTo>
                      <a:close/>
                      <a:moveTo>
                        <a:pt x="124794" y="283007"/>
                      </a:moveTo>
                      <a:cubicBezTo>
                        <a:pt x="123826" y="283007"/>
                        <a:pt x="122536" y="283007"/>
                        <a:pt x="121569" y="282685"/>
                      </a:cubicBezTo>
                      <a:cubicBezTo>
                        <a:pt x="119312" y="282362"/>
                        <a:pt x="117699" y="280428"/>
                        <a:pt x="118022" y="278171"/>
                      </a:cubicBezTo>
                      <a:cubicBezTo>
                        <a:pt x="118344" y="275913"/>
                        <a:pt x="120279" y="274301"/>
                        <a:pt x="122536" y="274623"/>
                      </a:cubicBezTo>
                      <a:cubicBezTo>
                        <a:pt x="123504" y="274623"/>
                        <a:pt x="124471" y="274623"/>
                        <a:pt x="125116" y="274623"/>
                      </a:cubicBezTo>
                      <a:cubicBezTo>
                        <a:pt x="127696" y="274623"/>
                        <a:pt x="134468" y="272366"/>
                        <a:pt x="146399" y="266562"/>
                      </a:cubicBezTo>
                      <a:cubicBezTo>
                        <a:pt x="148334" y="265594"/>
                        <a:pt x="150913" y="266239"/>
                        <a:pt x="151881" y="268496"/>
                      </a:cubicBezTo>
                      <a:cubicBezTo>
                        <a:pt x="152848" y="270431"/>
                        <a:pt x="152203" y="273011"/>
                        <a:pt x="149946" y="273978"/>
                      </a:cubicBezTo>
                      <a:cubicBezTo>
                        <a:pt x="137692" y="280105"/>
                        <a:pt x="129308" y="283007"/>
                        <a:pt x="124794" y="283007"/>
                      </a:cubicBezTo>
                      <a:close/>
                      <a:moveTo>
                        <a:pt x="180258" y="254308"/>
                      </a:moveTo>
                      <a:cubicBezTo>
                        <a:pt x="179290" y="254308"/>
                        <a:pt x="178645" y="253986"/>
                        <a:pt x="177678" y="253341"/>
                      </a:cubicBezTo>
                      <a:cubicBezTo>
                        <a:pt x="176066" y="252051"/>
                        <a:pt x="175743" y="249471"/>
                        <a:pt x="177033" y="247536"/>
                      </a:cubicBezTo>
                      <a:cubicBezTo>
                        <a:pt x="177356" y="246891"/>
                        <a:pt x="177356" y="246891"/>
                        <a:pt x="177356" y="245924"/>
                      </a:cubicBezTo>
                      <a:cubicBezTo>
                        <a:pt x="177678" y="243344"/>
                        <a:pt x="178000" y="240442"/>
                        <a:pt x="181225" y="236250"/>
                      </a:cubicBezTo>
                      <a:cubicBezTo>
                        <a:pt x="183482" y="233025"/>
                        <a:pt x="184127" y="229156"/>
                        <a:pt x="184772" y="223996"/>
                      </a:cubicBezTo>
                      <a:cubicBezTo>
                        <a:pt x="185095" y="221739"/>
                        <a:pt x="187029" y="220127"/>
                        <a:pt x="189287" y="220449"/>
                      </a:cubicBezTo>
                      <a:cubicBezTo>
                        <a:pt x="191544" y="220772"/>
                        <a:pt x="193156" y="222707"/>
                        <a:pt x="192834" y="224964"/>
                      </a:cubicBezTo>
                      <a:cubicBezTo>
                        <a:pt x="192189" y="231091"/>
                        <a:pt x="191222" y="236250"/>
                        <a:pt x="187997" y="241087"/>
                      </a:cubicBezTo>
                      <a:cubicBezTo>
                        <a:pt x="185739" y="243989"/>
                        <a:pt x="185739" y="245279"/>
                        <a:pt x="185739" y="246569"/>
                      </a:cubicBezTo>
                      <a:cubicBezTo>
                        <a:pt x="185739" y="248181"/>
                        <a:pt x="185417" y="250116"/>
                        <a:pt x="183482" y="252696"/>
                      </a:cubicBezTo>
                      <a:cubicBezTo>
                        <a:pt x="182837" y="253663"/>
                        <a:pt x="181548" y="254308"/>
                        <a:pt x="180258" y="254308"/>
                      </a:cubicBezTo>
                      <a:close/>
                      <a:moveTo>
                        <a:pt x="205088" y="194975"/>
                      </a:moveTo>
                      <a:cubicBezTo>
                        <a:pt x="203798" y="194975"/>
                        <a:pt x="202830" y="194652"/>
                        <a:pt x="202185" y="193685"/>
                      </a:cubicBezTo>
                      <a:cubicBezTo>
                        <a:pt x="200573" y="192072"/>
                        <a:pt x="200895" y="189493"/>
                        <a:pt x="202508" y="187880"/>
                      </a:cubicBezTo>
                      <a:cubicBezTo>
                        <a:pt x="205732" y="184978"/>
                        <a:pt x="207990" y="184333"/>
                        <a:pt x="210247" y="183688"/>
                      </a:cubicBezTo>
                      <a:cubicBezTo>
                        <a:pt x="212182" y="183043"/>
                        <a:pt x="214117" y="182721"/>
                        <a:pt x="218308" y="179819"/>
                      </a:cubicBezTo>
                      <a:cubicBezTo>
                        <a:pt x="220888" y="177884"/>
                        <a:pt x="222823" y="176917"/>
                        <a:pt x="224435" y="175949"/>
                      </a:cubicBezTo>
                      <a:cubicBezTo>
                        <a:pt x="225403" y="175304"/>
                        <a:pt x="226048" y="174982"/>
                        <a:pt x="227015" y="174337"/>
                      </a:cubicBezTo>
                      <a:cubicBezTo>
                        <a:pt x="228950" y="173047"/>
                        <a:pt x="231207" y="173369"/>
                        <a:pt x="232497" y="175304"/>
                      </a:cubicBezTo>
                      <a:cubicBezTo>
                        <a:pt x="233787" y="177239"/>
                        <a:pt x="233464" y="179496"/>
                        <a:pt x="231530" y="180786"/>
                      </a:cubicBezTo>
                      <a:cubicBezTo>
                        <a:pt x="230885" y="181431"/>
                        <a:pt x="229917" y="181753"/>
                        <a:pt x="228627" y="182721"/>
                      </a:cubicBezTo>
                      <a:cubicBezTo>
                        <a:pt x="227337" y="183688"/>
                        <a:pt x="225403" y="184656"/>
                        <a:pt x="222823" y="186268"/>
                      </a:cubicBezTo>
                      <a:cubicBezTo>
                        <a:pt x="217664" y="189815"/>
                        <a:pt x="214761" y="190783"/>
                        <a:pt x="212504" y="191105"/>
                      </a:cubicBezTo>
                      <a:cubicBezTo>
                        <a:pt x="210892" y="191427"/>
                        <a:pt x="209924" y="191750"/>
                        <a:pt x="207667" y="193685"/>
                      </a:cubicBezTo>
                      <a:cubicBezTo>
                        <a:pt x="207022" y="194652"/>
                        <a:pt x="206055" y="194975"/>
                        <a:pt x="205088" y="194975"/>
                      </a:cubicBezTo>
                      <a:close/>
                      <a:moveTo>
                        <a:pt x="252812" y="154021"/>
                      </a:moveTo>
                      <a:cubicBezTo>
                        <a:pt x="252490" y="154021"/>
                        <a:pt x="252490" y="154021"/>
                        <a:pt x="252167" y="154021"/>
                      </a:cubicBezTo>
                      <a:cubicBezTo>
                        <a:pt x="249910" y="153699"/>
                        <a:pt x="248298" y="151764"/>
                        <a:pt x="248620" y="149507"/>
                      </a:cubicBezTo>
                      <a:cubicBezTo>
                        <a:pt x="248620" y="149185"/>
                        <a:pt x="248620" y="148862"/>
                        <a:pt x="248620" y="148217"/>
                      </a:cubicBezTo>
                      <a:cubicBezTo>
                        <a:pt x="248620" y="142090"/>
                        <a:pt x="251522" y="139833"/>
                        <a:pt x="253457" y="138221"/>
                      </a:cubicBezTo>
                      <a:cubicBezTo>
                        <a:pt x="255069" y="136931"/>
                        <a:pt x="256037" y="136286"/>
                        <a:pt x="256037" y="132094"/>
                      </a:cubicBezTo>
                      <a:cubicBezTo>
                        <a:pt x="256037" y="129836"/>
                        <a:pt x="256037" y="127579"/>
                        <a:pt x="255715" y="125322"/>
                      </a:cubicBezTo>
                      <a:cubicBezTo>
                        <a:pt x="255392" y="123065"/>
                        <a:pt x="257004" y="121130"/>
                        <a:pt x="259262" y="120808"/>
                      </a:cubicBezTo>
                      <a:cubicBezTo>
                        <a:pt x="261519" y="120485"/>
                        <a:pt x="263454" y="122097"/>
                        <a:pt x="263776" y="124355"/>
                      </a:cubicBezTo>
                      <a:cubicBezTo>
                        <a:pt x="264098" y="126934"/>
                        <a:pt x="264098" y="129514"/>
                        <a:pt x="264098" y="132094"/>
                      </a:cubicBezTo>
                      <a:cubicBezTo>
                        <a:pt x="264098" y="139511"/>
                        <a:pt x="261519" y="142413"/>
                        <a:pt x="258617" y="144670"/>
                      </a:cubicBezTo>
                      <a:cubicBezTo>
                        <a:pt x="257327" y="145637"/>
                        <a:pt x="257004" y="145960"/>
                        <a:pt x="257004" y="148217"/>
                      </a:cubicBezTo>
                      <a:cubicBezTo>
                        <a:pt x="257004" y="149185"/>
                        <a:pt x="257004" y="150152"/>
                        <a:pt x="257004" y="150474"/>
                      </a:cubicBezTo>
                      <a:cubicBezTo>
                        <a:pt x="256359" y="152732"/>
                        <a:pt x="254747" y="154021"/>
                        <a:pt x="252812" y="154021"/>
                      </a:cubicBezTo>
                      <a:close/>
                      <a:moveTo>
                        <a:pt x="231207" y="106619"/>
                      </a:moveTo>
                      <a:cubicBezTo>
                        <a:pt x="230240" y="106619"/>
                        <a:pt x="229595" y="106297"/>
                        <a:pt x="228950" y="105974"/>
                      </a:cubicBezTo>
                      <a:cubicBezTo>
                        <a:pt x="226370" y="104039"/>
                        <a:pt x="224758" y="101137"/>
                        <a:pt x="222178" y="95333"/>
                      </a:cubicBezTo>
                      <a:cubicBezTo>
                        <a:pt x="220243" y="90818"/>
                        <a:pt x="219276" y="90818"/>
                        <a:pt x="216374" y="90496"/>
                      </a:cubicBezTo>
                      <a:cubicBezTo>
                        <a:pt x="215084" y="90496"/>
                        <a:pt x="213471" y="90173"/>
                        <a:pt x="211537" y="89851"/>
                      </a:cubicBezTo>
                      <a:cubicBezTo>
                        <a:pt x="209280" y="89206"/>
                        <a:pt x="207990" y="87271"/>
                        <a:pt x="208635" y="85014"/>
                      </a:cubicBezTo>
                      <a:cubicBezTo>
                        <a:pt x="209280" y="82757"/>
                        <a:pt x="211214" y="81467"/>
                        <a:pt x="213471" y="82112"/>
                      </a:cubicBezTo>
                      <a:cubicBezTo>
                        <a:pt x="214761" y="82434"/>
                        <a:pt x="215729" y="82434"/>
                        <a:pt x="217019" y="82434"/>
                      </a:cubicBezTo>
                      <a:cubicBezTo>
                        <a:pt x="221856" y="82757"/>
                        <a:pt x="226048" y="83724"/>
                        <a:pt x="229595" y="92108"/>
                      </a:cubicBezTo>
                      <a:cubicBezTo>
                        <a:pt x="231530" y="96300"/>
                        <a:pt x="232497" y="98880"/>
                        <a:pt x="233464" y="99525"/>
                      </a:cubicBezTo>
                      <a:cubicBezTo>
                        <a:pt x="235399" y="100815"/>
                        <a:pt x="235722" y="103394"/>
                        <a:pt x="234432" y="105007"/>
                      </a:cubicBezTo>
                      <a:cubicBezTo>
                        <a:pt x="233787" y="105974"/>
                        <a:pt x="232497" y="106619"/>
                        <a:pt x="231207" y="106619"/>
                      </a:cubicBezTo>
                      <a:close/>
                      <a:moveTo>
                        <a:pt x="172841" y="90496"/>
                      </a:moveTo>
                      <a:cubicBezTo>
                        <a:pt x="161232" y="90496"/>
                        <a:pt x="157685" y="83724"/>
                        <a:pt x="155750" y="73728"/>
                      </a:cubicBezTo>
                      <a:lnTo>
                        <a:pt x="155428" y="72760"/>
                      </a:lnTo>
                      <a:cubicBezTo>
                        <a:pt x="155105" y="70503"/>
                        <a:pt x="156395" y="68568"/>
                        <a:pt x="158653" y="67923"/>
                      </a:cubicBezTo>
                      <a:cubicBezTo>
                        <a:pt x="160910" y="67601"/>
                        <a:pt x="162845" y="68891"/>
                        <a:pt x="163490" y="71148"/>
                      </a:cubicBezTo>
                      <a:lnTo>
                        <a:pt x="163812" y="72116"/>
                      </a:lnTo>
                      <a:cubicBezTo>
                        <a:pt x="165747" y="81467"/>
                        <a:pt x="168004" y="82434"/>
                        <a:pt x="173163" y="82434"/>
                      </a:cubicBezTo>
                      <a:cubicBezTo>
                        <a:pt x="174453" y="82434"/>
                        <a:pt x="176066" y="82434"/>
                        <a:pt x="178000" y="82112"/>
                      </a:cubicBezTo>
                      <a:cubicBezTo>
                        <a:pt x="180258" y="81789"/>
                        <a:pt x="182192" y="83402"/>
                        <a:pt x="182515" y="85659"/>
                      </a:cubicBezTo>
                      <a:cubicBezTo>
                        <a:pt x="182837" y="87916"/>
                        <a:pt x="181225" y="89851"/>
                        <a:pt x="178968" y="90173"/>
                      </a:cubicBezTo>
                      <a:cubicBezTo>
                        <a:pt x="176388" y="90496"/>
                        <a:pt x="174776" y="90496"/>
                        <a:pt x="172841" y="90496"/>
                      </a:cubicBezTo>
                      <a:close/>
                      <a:moveTo>
                        <a:pt x="170584" y="41481"/>
                      </a:moveTo>
                      <a:cubicBezTo>
                        <a:pt x="168971" y="41481"/>
                        <a:pt x="167359" y="40514"/>
                        <a:pt x="166714" y="38901"/>
                      </a:cubicBezTo>
                      <a:cubicBezTo>
                        <a:pt x="165102" y="34709"/>
                        <a:pt x="161232" y="29872"/>
                        <a:pt x="157685" y="25358"/>
                      </a:cubicBezTo>
                      <a:cubicBezTo>
                        <a:pt x="155428" y="22456"/>
                        <a:pt x="153171" y="19876"/>
                        <a:pt x="151236" y="16974"/>
                      </a:cubicBezTo>
                      <a:cubicBezTo>
                        <a:pt x="149946" y="15039"/>
                        <a:pt x="150591" y="12459"/>
                        <a:pt x="152526" y="11492"/>
                      </a:cubicBezTo>
                      <a:cubicBezTo>
                        <a:pt x="154461" y="10202"/>
                        <a:pt x="157040" y="10847"/>
                        <a:pt x="158008" y="12782"/>
                      </a:cubicBezTo>
                      <a:cubicBezTo>
                        <a:pt x="159620" y="15039"/>
                        <a:pt x="161555" y="17619"/>
                        <a:pt x="163812" y="20199"/>
                      </a:cubicBezTo>
                      <a:cubicBezTo>
                        <a:pt x="168004" y="25035"/>
                        <a:pt x="172196" y="30195"/>
                        <a:pt x="174131" y="35999"/>
                      </a:cubicBezTo>
                      <a:cubicBezTo>
                        <a:pt x="174776" y="37934"/>
                        <a:pt x="173808" y="40514"/>
                        <a:pt x="171873" y="41159"/>
                      </a:cubicBezTo>
                      <a:cubicBezTo>
                        <a:pt x="171551" y="41481"/>
                        <a:pt x="171229" y="41481"/>
                        <a:pt x="170584" y="41481"/>
                      </a:cubicBezTo>
                      <a:close/>
                      <a:moveTo>
                        <a:pt x="311501" y="24713"/>
                      </a:moveTo>
                      <a:cubicBezTo>
                        <a:pt x="309244" y="24713"/>
                        <a:pt x="306986" y="24713"/>
                        <a:pt x="304729" y="24391"/>
                      </a:cubicBezTo>
                      <a:cubicBezTo>
                        <a:pt x="302472" y="24391"/>
                        <a:pt x="300859" y="22456"/>
                        <a:pt x="300859" y="20199"/>
                      </a:cubicBezTo>
                      <a:cubicBezTo>
                        <a:pt x="300859" y="17941"/>
                        <a:pt x="302794" y="16329"/>
                        <a:pt x="305052" y="16329"/>
                      </a:cubicBezTo>
                      <a:cubicBezTo>
                        <a:pt x="307309" y="16329"/>
                        <a:pt x="309244" y="16652"/>
                        <a:pt x="311501" y="16652"/>
                      </a:cubicBezTo>
                      <a:cubicBezTo>
                        <a:pt x="318918" y="16652"/>
                        <a:pt x="324399" y="15362"/>
                        <a:pt x="329559" y="12137"/>
                      </a:cubicBezTo>
                      <a:cubicBezTo>
                        <a:pt x="331494" y="10847"/>
                        <a:pt x="334073" y="11492"/>
                        <a:pt x="335041" y="13427"/>
                      </a:cubicBezTo>
                      <a:cubicBezTo>
                        <a:pt x="336331" y="15362"/>
                        <a:pt x="335686" y="17941"/>
                        <a:pt x="333751" y="18909"/>
                      </a:cubicBezTo>
                      <a:cubicBezTo>
                        <a:pt x="326979" y="23101"/>
                        <a:pt x="320530" y="24713"/>
                        <a:pt x="311501" y="24713"/>
                      </a:cubicBezTo>
                      <a:close/>
                      <a:moveTo>
                        <a:pt x="200573" y="24391"/>
                      </a:moveTo>
                      <a:cubicBezTo>
                        <a:pt x="199928" y="24391"/>
                        <a:pt x="199605" y="24391"/>
                        <a:pt x="198961" y="24068"/>
                      </a:cubicBezTo>
                      <a:cubicBezTo>
                        <a:pt x="194124" y="21811"/>
                        <a:pt x="189609" y="18264"/>
                        <a:pt x="185417" y="14394"/>
                      </a:cubicBezTo>
                      <a:cubicBezTo>
                        <a:pt x="182515" y="11814"/>
                        <a:pt x="179290" y="9235"/>
                        <a:pt x="176388" y="7300"/>
                      </a:cubicBezTo>
                      <a:cubicBezTo>
                        <a:pt x="174453" y="6010"/>
                        <a:pt x="174131" y="3753"/>
                        <a:pt x="175098" y="1818"/>
                      </a:cubicBezTo>
                      <a:cubicBezTo>
                        <a:pt x="176388" y="-117"/>
                        <a:pt x="178968" y="-439"/>
                        <a:pt x="180580" y="528"/>
                      </a:cubicBezTo>
                      <a:cubicBezTo>
                        <a:pt x="184127" y="2786"/>
                        <a:pt x="187352" y="5365"/>
                        <a:pt x="190577" y="8267"/>
                      </a:cubicBezTo>
                      <a:cubicBezTo>
                        <a:pt x="194769" y="11814"/>
                        <a:pt x="198638" y="15039"/>
                        <a:pt x="202185" y="16652"/>
                      </a:cubicBezTo>
                      <a:cubicBezTo>
                        <a:pt x="204120" y="17619"/>
                        <a:pt x="205088" y="19876"/>
                        <a:pt x="204120" y="22133"/>
                      </a:cubicBezTo>
                      <a:cubicBezTo>
                        <a:pt x="203475" y="23746"/>
                        <a:pt x="202185" y="24391"/>
                        <a:pt x="200573" y="24391"/>
                      </a:cubicBezTo>
                      <a:close/>
                      <a:moveTo>
                        <a:pt x="238946" y="24391"/>
                      </a:moveTo>
                      <a:cubicBezTo>
                        <a:pt x="236689" y="24391"/>
                        <a:pt x="235077" y="22778"/>
                        <a:pt x="235077" y="20521"/>
                      </a:cubicBezTo>
                      <a:cubicBezTo>
                        <a:pt x="235077" y="18264"/>
                        <a:pt x="236689" y="16329"/>
                        <a:pt x="238946" y="16329"/>
                      </a:cubicBezTo>
                      <a:cubicBezTo>
                        <a:pt x="240881" y="16329"/>
                        <a:pt x="243138" y="16006"/>
                        <a:pt x="245718" y="16006"/>
                      </a:cubicBezTo>
                      <a:cubicBezTo>
                        <a:pt x="254425" y="15362"/>
                        <a:pt x="260874" y="15039"/>
                        <a:pt x="266356" y="14717"/>
                      </a:cubicBezTo>
                      <a:cubicBezTo>
                        <a:pt x="268613" y="14717"/>
                        <a:pt x="270548" y="16329"/>
                        <a:pt x="270548" y="18586"/>
                      </a:cubicBezTo>
                      <a:cubicBezTo>
                        <a:pt x="270548" y="20843"/>
                        <a:pt x="268935" y="22778"/>
                        <a:pt x="266678" y="22778"/>
                      </a:cubicBezTo>
                      <a:cubicBezTo>
                        <a:pt x="261196" y="23101"/>
                        <a:pt x="254747" y="23423"/>
                        <a:pt x="246040" y="23746"/>
                      </a:cubicBezTo>
                      <a:cubicBezTo>
                        <a:pt x="243461" y="24391"/>
                        <a:pt x="241203" y="24391"/>
                        <a:pt x="238946" y="24391"/>
                      </a:cubicBezTo>
                      <a:cubicBezTo>
                        <a:pt x="238946" y="24391"/>
                        <a:pt x="238946" y="24391"/>
                        <a:pt x="238946" y="24391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46" name="Freeform: Shape 145">
                  <a:extLst>
                    <a:ext uri="{FF2B5EF4-FFF2-40B4-BE49-F238E27FC236}">
                      <a16:creationId xmlns:a16="http://schemas.microsoft.com/office/drawing/2014/main" id="{FD287CA5-4EB1-33BF-DEE3-4B94346E94CA}"/>
                    </a:ext>
                  </a:extLst>
                </p:cNvPr>
                <p:cNvSpPr/>
                <p:nvPr/>
              </p:nvSpPr>
              <p:spPr>
                <a:xfrm>
                  <a:off x="6004102" y="3763531"/>
                  <a:ext cx="32246" cy="32246"/>
                </a:xfrm>
                <a:custGeom>
                  <a:avLst/>
                  <a:gdLst>
                    <a:gd name="connsiteX0" fmla="*/ 4111 w 0"/>
                    <a:gd name="connsiteY0" fmla="*/ 18380 h 0"/>
                    <a:gd name="connsiteX1" fmla="*/ 1209 w 0"/>
                    <a:gd name="connsiteY1" fmla="*/ 17091 h 0"/>
                    <a:gd name="connsiteX2" fmla="*/ 1209 w 0"/>
                    <a:gd name="connsiteY2" fmla="*/ 11286 h 0"/>
                    <a:gd name="connsiteX3" fmla="*/ 4111 w 0"/>
                    <a:gd name="connsiteY3" fmla="*/ 8707 h 0"/>
                    <a:gd name="connsiteX4" fmla="*/ 7981 w 0"/>
                    <a:gd name="connsiteY4" fmla="*/ 4837 h 0"/>
                    <a:gd name="connsiteX5" fmla="*/ 10238 w 0"/>
                    <a:gd name="connsiteY5" fmla="*/ 2257 h 0"/>
                    <a:gd name="connsiteX6" fmla="*/ 11850 w 0"/>
                    <a:gd name="connsiteY6" fmla="*/ 0 h 0"/>
                    <a:gd name="connsiteX7" fmla="*/ 17333 w 0"/>
                    <a:gd name="connsiteY7" fmla="*/ 1935 h 0"/>
                    <a:gd name="connsiteX8" fmla="*/ 24427 w 0"/>
                    <a:gd name="connsiteY8" fmla="*/ 3870 h 0"/>
                    <a:gd name="connsiteX9" fmla="*/ 29909 w 0"/>
                    <a:gd name="connsiteY9" fmla="*/ 5482 h 0"/>
                    <a:gd name="connsiteX10" fmla="*/ 28296 w 0"/>
                    <a:gd name="connsiteY10" fmla="*/ 10964 h 0"/>
                    <a:gd name="connsiteX11" fmla="*/ 14753 w 0"/>
                    <a:gd name="connsiteY11" fmla="*/ 9674 h 0"/>
                    <a:gd name="connsiteX12" fmla="*/ 14753 w 0"/>
                    <a:gd name="connsiteY12" fmla="*/ 9674 h 0"/>
                    <a:gd name="connsiteX13" fmla="*/ 13785 w 0"/>
                    <a:gd name="connsiteY13" fmla="*/ 10641 h 0"/>
                    <a:gd name="connsiteX14" fmla="*/ 9593 w 0"/>
                    <a:gd name="connsiteY14" fmla="*/ 14511 h 0"/>
                    <a:gd name="connsiteX15" fmla="*/ 6691 w 0"/>
                    <a:gd name="connsiteY15" fmla="*/ 17091 h 0"/>
                    <a:gd name="connsiteX16" fmla="*/ 4111 w 0"/>
                    <a:gd name="connsiteY16" fmla="*/ 1838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>
                      <a:moveTo>
                        <a:pt x="4111" y="18380"/>
                      </a:moveTo>
                      <a:cubicBezTo>
                        <a:pt x="3144" y="18380"/>
                        <a:pt x="1854" y="18058"/>
                        <a:pt x="1209" y="17091"/>
                      </a:cubicBezTo>
                      <a:cubicBezTo>
                        <a:pt x="-403" y="15478"/>
                        <a:pt x="-403" y="12899"/>
                        <a:pt x="1209" y="11286"/>
                      </a:cubicBezTo>
                      <a:lnTo>
                        <a:pt x="4111" y="8707"/>
                      </a:lnTo>
                      <a:cubicBezTo>
                        <a:pt x="5401" y="7417"/>
                        <a:pt x="6691" y="6127"/>
                        <a:pt x="7981" y="4837"/>
                      </a:cubicBezTo>
                      <a:cubicBezTo>
                        <a:pt x="8948" y="3870"/>
                        <a:pt x="9593" y="3225"/>
                        <a:pt x="10238" y="2257"/>
                      </a:cubicBezTo>
                      <a:lnTo>
                        <a:pt x="11850" y="0"/>
                      </a:lnTo>
                      <a:lnTo>
                        <a:pt x="17333" y="1935"/>
                      </a:lnTo>
                      <a:cubicBezTo>
                        <a:pt x="20235" y="2902"/>
                        <a:pt x="23459" y="4192"/>
                        <a:pt x="24427" y="3870"/>
                      </a:cubicBezTo>
                      <a:cubicBezTo>
                        <a:pt x="26362" y="2902"/>
                        <a:pt x="28619" y="3547"/>
                        <a:pt x="29909" y="5482"/>
                      </a:cubicBezTo>
                      <a:cubicBezTo>
                        <a:pt x="30876" y="7417"/>
                        <a:pt x="30231" y="9997"/>
                        <a:pt x="28296" y="10964"/>
                      </a:cubicBezTo>
                      <a:cubicBezTo>
                        <a:pt x="24749" y="12899"/>
                        <a:pt x="20880" y="11931"/>
                        <a:pt x="14753" y="9674"/>
                      </a:cubicBezTo>
                      <a:lnTo>
                        <a:pt x="14753" y="9674"/>
                      </a:lnTo>
                      <a:cubicBezTo>
                        <a:pt x="14430" y="9997"/>
                        <a:pt x="14108" y="10319"/>
                        <a:pt x="13785" y="10641"/>
                      </a:cubicBezTo>
                      <a:cubicBezTo>
                        <a:pt x="12496" y="11931"/>
                        <a:pt x="11206" y="13221"/>
                        <a:pt x="9593" y="14511"/>
                      </a:cubicBezTo>
                      <a:lnTo>
                        <a:pt x="6691" y="17091"/>
                      </a:lnTo>
                      <a:cubicBezTo>
                        <a:pt x="6046" y="17736"/>
                        <a:pt x="5079" y="18380"/>
                        <a:pt x="4111" y="1838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Freeform: Shape 146">
                  <a:extLst>
                    <a:ext uri="{FF2B5EF4-FFF2-40B4-BE49-F238E27FC236}">
                      <a16:creationId xmlns:a16="http://schemas.microsoft.com/office/drawing/2014/main" id="{DB4C4F92-45C8-F0E1-F9C8-2FEC7F309C2D}"/>
                    </a:ext>
                  </a:extLst>
                </p:cNvPr>
                <p:cNvSpPr/>
                <p:nvPr/>
              </p:nvSpPr>
              <p:spPr>
                <a:xfrm>
                  <a:off x="5968228" y="3806253"/>
                  <a:ext cx="96739" cy="386958"/>
                </a:xfrm>
                <a:custGeom>
                  <a:avLst/>
                  <a:gdLst>
                    <a:gd name="connsiteX0" fmla="*/ 4514 w 96739"/>
                    <a:gd name="connsiteY0" fmla="*/ 405504 h 386957"/>
                    <a:gd name="connsiteX1" fmla="*/ 645 w 96739"/>
                    <a:gd name="connsiteY1" fmla="*/ 401635 h 386957"/>
                    <a:gd name="connsiteX2" fmla="*/ 0 w 96739"/>
                    <a:gd name="connsiteY2" fmla="*/ 391638 h 386957"/>
                    <a:gd name="connsiteX3" fmla="*/ 0 w 96739"/>
                    <a:gd name="connsiteY3" fmla="*/ 389059 h 386957"/>
                    <a:gd name="connsiteX4" fmla="*/ 3870 w 96739"/>
                    <a:gd name="connsiteY4" fmla="*/ 373903 h 386957"/>
                    <a:gd name="connsiteX5" fmla="*/ 9352 w 96739"/>
                    <a:gd name="connsiteY5" fmla="*/ 371968 h 386957"/>
                    <a:gd name="connsiteX6" fmla="*/ 11286 w 96739"/>
                    <a:gd name="connsiteY6" fmla="*/ 377450 h 386957"/>
                    <a:gd name="connsiteX7" fmla="*/ 8062 w 96739"/>
                    <a:gd name="connsiteY7" fmla="*/ 389059 h 386957"/>
                    <a:gd name="connsiteX8" fmla="*/ 8062 w 96739"/>
                    <a:gd name="connsiteY8" fmla="*/ 390993 h 386957"/>
                    <a:gd name="connsiteX9" fmla="*/ 8706 w 96739"/>
                    <a:gd name="connsiteY9" fmla="*/ 401312 h 386957"/>
                    <a:gd name="connsiteX10" fmla="*/ 4514 w 96739"/>
                    <a:gd name="connsiteY10" fmla="*/ 405504 h 386957"/>
                    <a:gd name="connsiteX11" fmla="*/ 4514 w 96739"/>
                    <a:gd name="connsiteY11" fmla="*/ 405504 h 386957"/>
                    <a:gd name="connsiteX12" fmla="*/ 29667 w 96739"/>
                    <a:gd name="connsiteY12" fmla="*/ 350363 h 386957"/>
                    <a:gd name="connsiteX13" fmla="*/ 26765 w 96739"/>
                    <a:gd name="connsiteY13" fmla="*/ 349073 h 386957"/>
                    <a:gd name="connsiteX14" fmla="*/ 26765 w 96739"/>
                    <a:gd name="connsiteY14" fmla="*/ 343269 h 386957"/>
                    <a:gd name="connsiteX15" fmla="*/ 51272 w 96739"/>
                    <a:gd name="connsiteY15" fmla="*/ 331660 h 386957"/>
                    <a:gd name="connsiteX16" fmla="*/ 53529 w 96739"/>
                    <a:gd name="connsiteY16" fmla="*/ 331660 h 386957"/>
                    <a:gd name="connsiteX17" fmla="*/ 57076 w 96739"/>
                    <a:gd name="connsiteY17" fmla="*/ 336174 h 386957"/>
                    <a:gd name="connsiteX18" fmla="*/ 52562 w 96739"/>
                    <a:gd name="connsiteY18" fmla="*/ 339721 h 386957"/>
                    <a:gd name="connsiteX19" fmla="*/ 51272 w 96739"/>
                    <a:gd name="connsiteY19" fmla="*/ 339721 h 386957"/>
                    <a:gd name="connsiteX20" fmla="*/ 32246 w 96739"/>
                    <a:gd name="connsiteY20" fmla="*/ 349073 h 386957"/>
                    <a:gd name="connsiteX21" fmla="*/ 29667 w 96739"/>
                    <a:gd name="connsiteY21" fmla="*/ 350363 h 386957"/>
                    <a:gd name="connsiteX22" fmla="*/ 87388 w 96739"/>
                    <a:gd name="connsiteY22" fmla="*/ 344558 h 386957"/>
                    <a:gd name="connsiteX23" fmla="*/ 83841 w 96739"/>
                    <a:gd name="connsiteY23" fmla="*/ 342624 h 386957"/>
                    <a:gd name="connsiteX24" fmla="*/ 85131 w 96739"/>
                    <a:gd name="connsiteY24" fmla="*/ 337142 h 386957"/>
                    <a:gd name="connsiteX25" fmla="*/ 97062 w 96739"/>
                    <a:gd name="connsiteY25" fmla="*/ 318439 h 386957"/>
                    <a:gd name="connsiteX26" fmla="*/ 101576 w 96739"/>
                    <a:gd name="connsiteY26" fmla="*/ 314892 h 386957"/>
                    <a:gd name="connsiteX27" fmla="*/ 105124 w 96739"/>
                    <a:gd name="connsiteY27" fmla="*/ 319406 h 386957"/>
                    <a:gd name="connsiteX28" fmla="*/ 89323 w 96739"/>
                    <a:gd name="connsiteY28" fmla="*/ 343914 h 386957"/>
                    <a:gd name="connsiteX29" fmla="*/ 87388 w 96739"/>
                    <a:gd name="connsiteY29" fmla="*/ 344558 h 386957"/>
                    <a:gd name="connsiteX30" fmla="*/ 83518 w 96739"/>
                    <a:gd name="connsiteY30" fmla="*/ 293287 h 386957"/>
                    <a:gd name="connsiteX31" fmla="*/ 81261 w 96739"/>
                    <a:gd name="connsiteY31" fmla="*/ 292642 h 386957"/>
                    <a:gd name="connsiteX32" fmla="*/ 76424 w 96739"/>
                    <a:gd name="connsiteY32" fmla="*/ 289740 h 386957"/>
                    <a:gd name="connsiteX33" fmla="*/ 73199 w 96739"/>
                    <a:gd name="connsiteY33" fmla="*/ 287805 h 386957"/>
                    <a:gd name="connsiteX34" fmla="*/ 60946 w 96739"/>
                    <a:gd name="connsiteY34" fmla="*/ 273294 h 386957"/>
                    <a:gd name="connsiteX35" fmla="*/ 62558 w 96739"/>
                    <a:gd name="connsiteY35" fmla="*/ 267812 h 386957"/>
                    <a:gd name="connsiteX36" fmla="*/ 68040 w 96739"/>
                    <a:gd name="connsiteY36" fmla="*/ 269424 h 386957"/>
                    <a:gd name="connsiteX37" fmla="*/ 77392 w 96739"/>
                    <a:gd name="connsiteY37" fmla="*/ 280711 h 386957"/>
                    <a:gd name="connsiteX38" fmla="*/ 80294 w 96739"/>
                    <a:gd name="connsiteY38" fmla="*/ 282323 h 386957"/>
                    <a:gd name="connsiteX39" fmla="*/ 85453 w 96739"/>
                    <a:gd name="connsiteY39" fmla="*/ 285225 h 386957"/>
                    <a:gd name="connsiteX40" fmla="*/ 86743 w 96739"/>
                    <a:gd name="connsiteY40" fmla="*/ 290707 h 386957"/>
                    <a:gd name="connsiteX41" fmla="*/ 83518 w 96739"/>
                    <a:gd name="connsiteY41" fmla="*/ 293287 h 386957"/>
                    <a:gd name="connsiteX42" fmla="*/ 45145 w 96739"/>
                    <a:gd name="connsiteY42" fmla="*/ 245239 h 386957"/>
                    <a:gd name="connsiteX43" fmla="*/ 42888 w 96739"/>
                    <a:gd name="connsiteY43" fmla="*/ 244594 h 386957"/>
                    <a:gd name="connsiteX44" fmla="*/ 42565 w 96739"/>
                    <a:gd name="connsiteY44" fmla="*/ 244272 h 386957"/>
                    <a:gd name="connsiteX45" fmla="*/ 29667 w 96739"/>
                    <a:gd name="connsiteY45" fmla="*/ 228471 h 386957"/>
                    <a:gd name="connsiteX46" fmla="*/ 29344 w 96739"/>
                    <a:gd name="connsiteY46" fmla="*/ 224279 h 386957"/>
                    <a:gd name="connsiteX47" fmla="*/ 30634 w 96739"/>
                    <a:gd name="connsiteY47" fmla="*/ 218152 h 386957"/>
                    <a:gd name="connsiteX48" fmla="*/ 36116 w 96739"/>
                    <a:gd name="connsiteY48" fmla="*/ 216218 h 386957"/>
                    <a:gd name="connsiteX49" fmla="*/ 38051 w 96739"/>
                    <a:gd name="connsiteY49" fmla="*/ 221699 h 386957"/>
                    <a:gd name="connsiteX50" fmla="*/ 37406 w 96739"/>
                    <a:gd name="connsiteY50" fmla="*/ 224279 h 386957"/>
                    <a:gd name="connsiteX51" fmla="*/ 37728 w 96739"/>
                    <a:gd name="connsiteY51" fmla="*/ 226859 h 386957"/>
                    <a:gd name="connsiteX52" fmla="*/ 47402 w 96739"/>
                    <a:gd name="connsiteY52" fmla="*/ 237823 h 386957"/>
                    <a:gd name="connsiteX53" fmla="*/ 47725 w 96739"/>
                    <a:gd name="connsiteY53" fmla="*/ 238145 h 386957"/>
                    <a:gd name="connsiteX54" fmla="*/ 48692 w 96739"/>
                    <a:gd name="connsiteY54" fmla="*/ 243627 h 386957"/>
                    <a:gd name="connsiteX55" fmla="*/ 45145 w 96739"/>
                    <a:gd name="connsiteY55" fmla="*/ 245239 h 386957"/>
                    <a:gd name="connsiteX56" fmla="*/ 42565 w 96739"/>
                    <a:gd name="connsiteY56" fmla="*/ 191388 h 386957"/>
                    <a:gd name="connsiteX57" fmla="*/ 39018 w 96739"/>
                    <a:gd name="connsiteY57" fmla="*/ 189130 h 386957"/>
                    <a:gd name="connsiteX58" fmla="*/ 32246 w 96739"/>
                    <a:gd name="connsiteY58" fmla="*/ 183649 h 386957"/>
                    <a:gd name="connsiteX59" fmla="*/ 21928 w 96739"/>
                    <a:gd name="connsiteY59" fmla="*/ 172040 h 386957"/>
                    <a:gd name="connsiteX60" fmla="*/ 22250 w 96739"/>
                    <a:gd name="connsiteY60" fmla="*/ 168493 h 386957"/>
                    <a:gd name="connsiteX61" fmla="*/ 27087 w 96739"/>
                    <a:gd name="connsiteY61" fmla="*/ 165590 h 386957"/>
                    <a:gd name="connsiteX62" fmla="*/ 29989 w 96739"/>
                    <a:gd name="connsiteY62" fmla="*/ 170427 h 386957"/>
                    <a:gd name="connsiteX63" fmla="*/ 29667 w 96739"/>
                    <a:gd name="connsiteY63" fmla="*/ 172040 h 386957"/>
                    <a:gd name="connsiteX64" fmla="*/ 34181 w 96739"/>
                    <a:gd name="connsiteY64" fmla="*/ 176232 h 386957"/>
                    <a:gd name="connsiteX65" fmla="*/ 45790 w 96739"/>
                    <a:gd name="connsiteY65" fmla="*/ 185583 h 386957"/>
                    <a:gd name="connsiteX66" fmla="*/ 44178 w 96739"/>
                    <a:gd name="connsiteY66" fmla="*/ 191065 h 386957"/>
                    <a:gd name="connsiteX67" fmla="*/ 42565 w 96739"/>
                    <a:gd name="connsiteY67" fmla="*/ 191388 h 386957"/>
                    <a:gd name="connsiteX68" fmla="*/ 49982 w 96739"/>
                    <a:gd name="connsiteY68" fmla="*/ 145920 h 386957"/>
                    <a:gd name="connsiteX69" fmla="*/ 48370 w 96739"/>
                    <a:gd name="connsiteY69" fmla="*/ 145598 h 386957"/>
                    <a:gd name="connsiteX70" fmla="*/ 46435 w 96739"/>
                    <a:gd name="connsiteY70" fmla="*/ 140116 h 386957"/>
                    <a:gd name="connsiteX71" fmla="*/ 47080 w 96739"/>
                    <a:gd name="connsiteY71" fmla="*/ 136569 h 386957"/>
                    <a:gd name="connsiteX72" fmla="*/ 46435 w 96739"/>
                    <a:gd name="connsiteY72" fmla="*/ 130442 h 386957"/>
                    <a:gd name="connsiteX73" fmla="*/ 46112 w 96739"/>
                    <a:gd name="connsiteY73" fmla="*/ 125927 h 386957"/>
                    <a:gd name="connsiteX74" fmla="*/ 49015 w 96739"/>
                    <a:gd name="connsiteY74" fmla="*/ 114319 h 386957"/>
                    <a:gd name="connsiteX75" fmla="*/ 54497 w 96739"/>
                    <a:gd name="connsiteY75" fmla="*/ 112706 h 386957"/>
                    <a:gd name="connsiteX76" fmla="*/ 56109 w 96739"/>
                    <a:gd name="connsiteY76" fmla="*/ 118188 h 386957"/>
                    <a:gd name="connsiteX77" fmla="*/ 54174 w 96739"/>
                    <a:gd name="connsiteY77" fmla="*/ 125927 h 386957"/>
                    <a:gd name="connsiteX78" fmla="*/ 54497 w 96739"/>
                    <a:gd name="connsiteY78" fmla="*/ 129152 h 386957"/>
                    <a:gd name="connsiteX79" fmla="*/ 55141 w 96739"/>
                    <a:gd name="connsiteY79" fmla="*/ 136569 h 386957"/>
                    <a:gd name="connsiteX80" fmla="*/ 53852 w 96739"/>
                    <a:gd name="connsiteY80" fmla="*/ 143663 h 386957"/>
                    <a:gd name="connsiteX81" fmla="*/ 49982 w 96739"/>
                    <a:gd name="connsiteY81" fmla="*/ 145920 h 386957"/>
                    <a:gd name="connsiteX82" fmla="*/ 43533 w 96739"/>
                    <a:gd name="connsiteY82" fmla="*/ 90779 h 386957"/>
                    <a:gd name="connsiteX83" fmla="*/ 42243 w 96739"/>
                    <a:gd name="connsiteY83" fmla="*/ 90456 h 386957"/>
                    <a:gd name="connsiteX84" fmla="*/ 39663 w 96739"/>
                    <a:gd name="connsiteY84" fmla="*/ 85297 h 386957"/>
                    <a:gd name="connsiteX85" fmla="*/ 41275 w 96739"/>
                    <a:gd name="connsiteY85" fmla="*/ 81427 h 386957"/>
                    <a:gd name="connsiteX86" fmla="*/ 43533 w 96739"/>
                    <a:gd name="connsiteY86" fmla="*/ 72076 h 386957"/>
                    <a:gd name="connsiteX87" fmla="*/ 43210 w 96739"/>
                    <a:gd name="connsiteY87" fmla="*/ 67239 h 386957"/>
                    <a:gd name="connsiteX88" fmla="*/ 42888 w 96739"/>
                    <a:gd name="connsiteY88" fmla="*/ 61434 h 386957"/>
                    <a:gd name="connsiteX89" fmla="*/ 46757 w 96739"/>
                    <a:gd name="connsiteY89" fmla="*/ 57242 h 386957"/>
                    <a:gd name="connsiteX90" fmla="*/ 50949 w 96739"/>
                    <a:gd name="connsiteY90" fmla="*/ 61112 h 386957"/>
                    <a:gd name="connsiteX91" fmla="*/ 51272 w 96739"/>
                    <a:gd name="connsiteY91" fmla="*/ 66594 h 386957"/>
                    <a:gd name="connsiteX92" fmla="*/ 51594 w 96739"/>
                    <a:gd name="connsiteY92" fmla="*/ 72398 h 386957"/>
                    <a:gd name="connsiteX93" fmla="*/ 48692 w 96739"/>
                    <a:gd name="connsiteY93" fmla="*/ 84974 h 386957"/>
                    <a:gd name="connsiteX94" fmla="*/ 47402 w 96739"/>
                    <a:gd name="connsiteY94" fmla="*/ 88521 h 386957"/>
                    <a:gd name="connsiteX95" fmla="*/ 43533 w 96739"/>
                    <a:gd name="connsiteY95" fmla="*/ 90779 h 386957"/>
                    <a:gd name="connsiteX96" fmla="*/ 39663 w 96739"/>
                    <a:gd name="connsiteY96" fmla="*/ 31123 h 386957"/>
                    <a:gd name="connsiteX97" fmla="*/ 36761 w 96739"/>
                    <a:gd name="connsiteY97" fmla="*/ 30155 h 386957"/>
                    <a:gd name="connsiteX98" fmla="*/ 26765 w 96739"/>
                    <a:gd name="connsiteY98" fmla="*/ 14999 h 386957"/>
                    <a:gd name="connsiteX99" fmla="*/ 23217 w 96739"/>
                    <a:gd name="connsiteY99" fmla="*/ 5003 h 386957"/>
                    <a:gd name="connsiteX100" fmla="*/ 26120 w 96739"/>
                    <a:gd name="connsiteY100" fmla="*/ 166 h 386957"/>
                    <a:gd name="connsiteX101" fmla="*/ 30957 w 96739"/>
                    <a:gd name="connsiteY101" fmla="*/ 3068 h 386957"/>
                    <a:gd name="connsiteX102" fmla="*/ 33859 w 96739"/>
                    <a:gd name="connsiteY102" fmla="*/ 11452 h 386957"/>
                    <a:gd name="connsiteX103" fmla="*/ 42243 w 96739"/>
                    <a:gd name="connsiteY103" fmla="*/ 24028 h 386957"/>
                    <a:gd name="connsiteX104" fmla="*/ 42565 w 96739"/>
                    <a:gd name="connsiteY104" fmla="*/ 29833 h 386957"/>
                    <a:gd name="connsiteX105" fmla="*/ 39663 w 96739"/>
                    <a:gd name="connsiteY105" fmla="*/ 31123 h 386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</a:cxnLst>
                  <a:rect l="l" t="t" r="r" b="b"/>
                  <a:pathLst>
                    <a:path w="96739" h="386957">
                      <a:moveTo>
                        <a:pt x="4514" y="405504"/>
                      </a:moveTo>
                      <a:cubicBezTo>
                        <a:pt x="2257" y="405504"/>
                        <a:pt x="645" y="403892"/>
                        <a:pt x="645" y="401635"/>
                      </a:cubicBezTo>
                      <a:cubicBezTo>
                        <a:pt x="645" y="398733"/>
                        <a:pt x="323" y="395831"/>
                        <a:pt x="0" y="391638"/>
                      </a:cubicBezTo>
                      <a:cubicBezTo>
                        <a:pt x="0" y="390671"/>
                        <a:pt x="0" y="390026"/>
                        <a:pt x="0" y="389059"/>
                      </a:cubicBezTo>
                      <a:cubicBezTo>
                        <a:pt x="0" y="384222"/>
                        <a:pt x="1290" y="379062"/>
                        <a:pt x="3870" y="373903"/>
                      </a:cubicBezTo>
                      <a:cubicBezTo>
                        <a:pt x="4837" y="371968"/>
                        <a:pt x="7094" y="371001"/>
                        <a:pt x="9352" y="371968"/>
                      </a:cubicBezTo>
                      <a:cubicBezTo>
                        <a:pt x="11286" y="372935"/>
                        <a:pt x="12254" y="375193"/>
                        <a:pt x="11286" y="377450"/>
                      </a:cubicBezTo>
                      <a:cubicBezTo>
                        <a:pt x="9352" y="381642"/>
                        <a:pt x="8062" y="385834"/>
                        <a:pt x="8062" y="389059"/>
                      </a:cubicBezTo>
                      <a:cubicBezTo>
                        <a:pt x="8062" y="389704"/>
                        <a:pt x="8062" y="390348"/>
                        <a:pt x="8062" y="390993"/>
                      </a:cubicBezTo>
                      <a:cubicBezTo>
                        <a:pt x="8384" y="395185"/>
                        <a:pt x="8706" y="398410"/>
                        <a:pt x="8706" y="401312"/>
                      </a:cubicBezTo>
                      <a:cubicBezTo>
                        <a:pt x="8706" y="403570"/>
                        <a:pt x="6772" y="405504"/>
                        <a:pt x="4514" y="405504"/>
                      </a:cubicBezTo>
                      <a:cubicBezTo>
                        <a:pt x="4514" y="405504"/>
                        <a:pt x="4514" y="405504"/>
                        <a:pt x="4514" y="405504"/>
                      </a:cubicBezTo>
                      <a:close/>
                      <a:moveTo>
                        <a:pt x="29667" y="350363"/>
                      </a:moveTo>
                      <a:cubicBezTo>
                        <a:pt x="28699" y="350363"/>
                        <a:pt x="27732" y="350040"/>
                        <a:pt x="26765" y="349073"/>
                      </a:cubicBezTo>
                      <a:cubicBezTo>
                        <a:pt x="25152" y="347461"/>
                        <a:pt x="25152" y="344881"/>
                        <a:pt x="26765" y="343269"/>
                      </a:cubicBezTo>
                      <a:cubicBezTo>
                        <a:pt x="32569" y="337464"/>
                        <a:pt x="42888" y="331660"/>
                        <a:pt x="51272" y="331660"/>
                      </a:cubicBezTo>
                      <a:cubicBezTo>
                        <a:pt x="51917" y="331660"/>
                        <a:pt x="52884" y="331660"/>
                        <a:pt x="53529" y="331660"/>
                      </a:cubicBezTo>
                      <a:cubicBezTo>
                        <a:pt x="55786" y="331982"/>
                        <a:pt x="57399" y="333917"/>
                        <a:pt x="57076" y="336174"/>
                      </a:cubicBezTo>
                      <a:cubicBezTo>
                        <a:pt x="56754" y="338432"/>
                        <a:pt x="54819" y="340044"/>
                        <a:pt x="52562" y="339721"/>
                      </a:cubicBezTo>
                      <a:cubicBezTo>
                        <a:pt x="52239" y="339721"/>
                        <a:pt x="51594" y="339721"/>
                        <a:pt x="51272" y="339721"/>
                      </a:cubicBezTo>
                      <a:cubicBezTo>
                        <a:pt x="45145" y="339721"/>
                        <a:pt x="36761" y="344558"/>
                        <a:pt x="32246" y="349073"/>
                      </a:cubicBezTo>
                      <a:cubicBezTo>
                        <a:pt x="31924" y="350040"/>
                        <a:pt x="30634" y="350363"/>
                        <a:pt x="29667" y="350363"/>
                      </a:cubicBezTo>
                      <a:close/>
                      <a:moveTo>
                        <a:pt x="87388" y="344558"/>
                      </a:moveTo>
                      <a:cubicBezTo>
                        <a:pt x="86098" y="344558"/>
                        <a:pt x="84808" y="343914"/>
                        <a:pt x="83841" y="342624"/>
                      </a:cubicBezTo>
                      <a:cubicBezTo>
                        <a:pt x="82551" y="340689"/>
                        <a:pt x="83196" y="338109"/>
                        <a:pt x="85131" y="337142"/>
                      </a:cubicBezTo>
                      <a:cubicBezTo>
                        <a:pt x="87388" y="335852"/>
                        <a:pt x="95450" y="330048"/>
                        <a:pt x="97062" y="318439"/>
                      </a:cubicBezTo>
                      <a:cubicBezTo>
                        <a:pt x="97384" y="316182"/>
                        <a:pt x="99319" y="314569"/>
                        <a:pt x="101576" y="314892"/>
                      </a:cubicBezTo>
                      <a:cubicBezTo>
                        <a:pt x="103834" y="315214"/>
                        <a:pt x="105446" y="317149"/>
                        <a:pt x="105124" y="319406"/>
                      </a:cubicBezTo>
                      <a:cubicBezTo>
                        <a:pt x="102866" y="334562"/>
                        <a:pt x="92547" y="341979"/>
                        <a:pt x="89323" y="343914"/>
                      </a:cubicBezTo>
                      <a:cubicBezTo>
                        <a:pt x="88678" y="344558"/>
                        <a:pt x="88033" y="344558"/>
                        <a:pt x="87388" y="344558"/>
                      </a:cubicBezTo>
                      <a:close/>
                      <a:moveTo>
                        <a:pt x="83518" y="293287"/>
                      </a:moveTo>
                      <a:cubicBezTo>
                        <a:pt x="82873" y="293287"/>
                        <a:pt x="82229" y="292964"/>
                        <a:pt x="81261" y="292642"/>
                      </a:cubicBezTo>
                      <a:cubicBezTo>
                        <a:pt x="79649" y="291674"/>
                        <a:pt x="78036" y="290707"/>
                        <a:pt x="76424" y="289740"/>
                      </a:cubicBezTo>
                      <a:cubicBezTo>
                        <a:pt x="75457" y="289094"/>
                        <a:pt x="74167" y="288450"/>
                        <a:pt x="73199" y="287805"/>
                      </a:cubicBezTo>
                      <a:cubicBezTo>
                        <a:pt x="68685" y="284903"/>
                        <a:pt x="64815" y="280388"/>
                        <a:pt x="60946" y="273294"/>
                      </a:cubicBezTo>
                      <a:cubicBezTo>
                        <a:pt x="59978" y="271359"/>
                        <a:pt x="60623" y="268779"/>
                        <a:pt x="62558" y="267812"/>
                      </a:cubicBezTo>
                      <a:cubicBezTo>
                        <a:pt x="64493" y="266845"/>
                        <a:pt x="67073" y="267489"/>
                        <a:pt x="68040" y="269424"/>
                      </a:cubicBezTo>
                      <a:cubicBezTo>
                        <a:pt x="70942" y="275228"/>
                        <a:pt x="74167" y="278776"/>
                        <a:pt x="77392" y="280711"/>
                      </a:cubicBezTo>
                      <a:cubicBezTo>
                        <a:pt x="78359" y="281355"/>
                        <a:pt x="79326" y="281678"/>
                        <a:pt x="80294" y="282323"/>
                      </a:cubicBezTo>
                      <a:cubicBezTo>
                        <a:pt x="81906" y="283290"/>
                        <a:pt x="83518" y="284257"/>
                        <a:pt x="85453" y="285225"/>
                      </a:cubicBezTo>
                      <a:cubicBezTo>
                        <a:pt x="87388" y="286515"/>
                        <a:pt x="88033" y="288772"/>
                        <a:pt x="86743" y="290707"/>
                      </a:cubicBezTo>
                      <a:cubicBezTo>
                        <a:pt x="86098" y="292642"/>
                        <a:pt x="84808" y="293287"/>
                        <a:pt x="83518" y="293287"/>
                      </a:cubicBezTo>
                      <a:close/>
                      <a:moveTo>
                        <a:pt x="45145" y="245239"/>
                      </a:moveTo>
                      <a:cubicBezTo>
                        <a:pt x="44500" y="245239"/>
                        <a:pt x="43533" y="244917"/>
                        <a:pt x="42888" y="244594"/>
                      </a:cubicBezTo>
                      <a:lnTo>
                        <a:pt x="42565" y="244272"/>
                      </a:lnTo>
                      <a:cubicBezTo>
                        <a:pt x="37406" y="240725"/>
                        <a:pt x="31279" y="236533"/>
                        <a:pt x="29667" y="228471"/>
                      </a:cubicBezTo>
                      <a:cubicBezTo>
                        <a:pt x="29344" y="226859"/>
                        <a:pt x="29344" y="225569"/>
                        <a:pt x="29344" y="224279"/>
                      </a:cubicBezTo>
                      <a:cubicBezTo>
                        <a:pt x="29344" y="222022"/>
                        <a:pt x="29667" y="220087"/>
                        <a:pt x="30634" y="218152"/>
                      </a:cubicBezTo>
                      <a:cubicBezTo>
                        <a:pt x="31601" y="216218"/>
                        <a:pt x="33859" y="215250"/>
                        <a:pt x="36116" y="216218"/>
                      </a:cubicBezTo>
                      <a:cubicBezTo>
                        <a:pt x="38051" y="217185"/>
                        <a:pt x="39018" y="219442"/>
                        <a:pt x="38051" y="221699"/>
                      </a:cubicBezTo>
                      <a:cubicBezTo>
                        <a:pt x="37728" y="222344"/>
                        <a:pt x="37406" y="223312"/>
                        <a:pt x="37406" y="224279"/>
                      </a:cubicBezTo>
                      <a:cubicBezTo>
                        <a:pt x="37406" y="224924"/>
                        <a:pt x="37406" y="225891"/>
                        <a:pt x="37728" y="226859"/>
                      </a:cubicBezTo>
                      <a:cubicBezTo>
                        <a:pt x="38696" y="232018"/>
                        <a:pt x="42565" y="234598"/>
                        <a:pt x="47402" y="237823"/>
                      </a:cubicBezTo>
                      <a:lnTo>
                        <a:pt x="47725" y="238145"/>
                      </a:lnTo>
                      <a:cubicBezTo>
                        <a:pt x="49660" y="239435"/>
                        <a:pt x="49982" y="242015"/>
                        <a:pt x="48692" y="243627"/>
                      </a:cubicBezTo>
                      <a:cubicBezTo>
                        <a:pt x="47725" y="244594"/>
                        <a:pt x="46435" y="245239"/>
                        <a:pt x="45145" y="245239"/>
                      </a:cubicBezTo>
                      <a:close/>
                      <a:moveTo>
                        <a:pt x="42565" y="191388"/>
                      </a:moveTo>
                      <a:cubicBezTo>
                        <a:pt x="41275" y="191388"/>
                        <a:pt x="39663" y="190743"/>
                        <a:pt x="39018" y="189130"/>
                      </a:cubicBezTo>
                      <a:cubicBezTo>
                        <a:pt x="37728" y="186551"/>
                        <a:pt x="35471" y="184616"/>
                        <a:pt x="32246" y="183649"/>
                      </a:cubicBezTo>
                      <a:cubicBezTo>
                        <a:pt x="23217" y="180746"/>
                        <a:pt x="21928" y="174942"/>
                        <a:pt x="21928" y="172040"/>
                      </a:cubicBezTo>
                      <a:cubicBezTo>
                        <a:pt x="21928" y="170750"/>
                        <a:pt x="21928" y="169783"/>
                        <a:pt x="22250" y="168493"/>
                      </a:cubicBezTo>
                      <a:cubicBezTo>
                        <a:pt x="22895" y="166235"/>
                        <a:pt x="25152" y="164946"/>
                        <a:pt x="27087" y="165590"/>
                      </a:cubicBezTo>
                      <a:cubicBezTo>
                        <a:pt x="29344" y="166235"/>
                        <a:pt x="30634" y="168493"/>
                        <a:pt x="29989" y="170427"/>
                      </a:cubicBezTo>
                      <a:cubicBezTo>
                        <a:pt x="29989" y="171072"/>
                        <a:pt x="29667" y="171395"/>
                        <a:pt x="29667" y="172040"/>
                      </a:cubicBezTo>
                      <a:cubicBezTo>
                        <a:pt x="29667" y="172685"/>
                        <a:pt x="29667" y="174620"/>
                        <a:pt x="34181" y="176232"/>
                      </a:cubicBezTo>
                      <a:cubicBezTo>
                        <a:pt x="39341" y="177844"/>
                        <a:pt x="43210" y="181069"/>
                        <a:pt x="45790" y="185583"/>
                      </a:cubicBezTo>
                      <a:cubicBezTo>
                        <a:pt x="46757" y="187518"/>
                        <a:pt x="46112" y="190098"/>
                        <a:pt x="44178" y="191065"/>
                      </a:cubicBezTo>
                      <a:cubicBezTo>
                        <a:pt x="43855" y="191065"/>
                        <a:pt x="43210" y="191388"/>
                        <a:pt x="42565" y="191388"/>
                      </a:cubicBezTo>
                      <a:close/>
                      <a:moveTo>
                        <a:pt x="49982" y="145920"/>
                      </a:moveTo>
                      <a:cubicBezTo>
                        <a:pt x="49337" y="145920"/>
                        <a:pt x="48692" y="145920"/>
                        <a:pt x="48370" y="145598"/>
                      </a:cubicBezTo>
                      <a:cubicBezTo>
                        <a:pt x="46435" y="144630"/>
                        <a:pt x="45467" y="142051"/>
                        <a:pt x="46435" y="140116"/>
                      </a:cubicBezTo>
                      <a:cubicBezTo>
                        <a:pt x="46757" y="139148"/>
                        <a:pt x="47080" y="138181"/>
                        <a:pt x="47080" y="136569"/>
                      </a:cubicBezTo>
                      <a:cubicBezTo>
                        <a:pt x="47080" y="134956"/>
                        <a:pt x="46757" y="133022"/>
                        <a:pt x="46435" y="130442"/>
                      </a:cubicBezTo>
                      <a:cubicBezTo>
                        <a:pt x="46112" y="128829"/>
                        <a:pt x="46112" y="127217"/>
                        <a:pt x="46112" y="125927"/>
                      </a:cubicBezTo>
                      <a:cubicBezTo>
                        <a:pt x="46112" y="120445"/>
                        <a:pt x="47725" y="116576"/>
                        <a:pt x="49015" y="114319"/>
                      </a:cubicBezTo>
                      <a:cubicBezTo>
                        <a:pt x="49982" y="112384"/>
                        <a:pt x="52562" y="111739"/>
                        <a:pt x="54497" y="112706"/>
                      </a:cubicBezTo>
                      <a:cubicBezTo>
                        <a:pt x="56431" y="113674"/>
                        <a:pt x="57076" y="116253"/>
                        <a:pt x="56109" y="118188"/>
                      </a:cubicBezTo>
                      <a:cubicBezTo>
                        <a:pt x="55141" y="119800"/>
                        <a:pt x="54174" y="122380"/>
                        <a:pt x="54174" y="125927"/>
                      </a:cubicBezTo>
                      <a:cubicBezTo>
                        <a:pt x="54174" y="126895"/>
                        <a:pt x="54174" y="128185"/>
                        <a:pt x="54497" y="129152"/>
                      </a:cubicBezTo>
                      <a:cubicBezTo>
                        <a:pt x="55141" y="132054"/>
                        <a:pt x="55141" y="134634"/>
                        <a:pt x="55141" y="136569"/>
                      </a:cubicBezTo>
                      <a:cubicBezTo>
                        <a:pt x="55141" y="139471"/>
                        <a:pt x="54819" y="141728"/>
                        <a:pt x="53852" y="143663"/>
                      </a:cubicBezTo>
                      <a:cubicBezTo>
                        <a:pt x="52884" y="144953"/>
                        <a:pt x="51594" y="145920"/>
                        <a:pt x="49982" y="145920"/>
                      </a:cubicBezTo>
                      <a:close/>
                      <a:moveTo>
                        <a:pt x="43533" y="90779"/>
                      </a:moveTo>
                      <a:cubicBezTo>
                        <a:pt x="43210" y="90779"/>
                        <a:pt x="42565" y="90779"/>
                        <a:pt x="42243" y="90456"/>
                      </a:cubicBezTo>
                      <a:cubicBezTo>
                        <a:pt x="39986" y="89811"/>
                        <a:pt x="39018" y="87554"/>
                        <a:pt x="39663" y="85297"/>
                      </a:cubicBezTo>
                      <a:cubicBezTo>
                        <a:pt x="39986" y="84007"/>
                        <a:pt x="40631" y="82717"/>
                        <a:pt x="41275" y="81427"/>
                      </a:cubicBezTo>
                      <a:cubicBezTo>
                        <a:pt x="43210" y="76913"/>
                        <a:pt x="43533" y="74655"/>
                        <a:pt x="43533" y="72076"/>
                      </a:cubicBezTo>
                      <a:cubicBezTo>
                        <a:pt x="43533" y="70463"/>
                        <a:pt x="43533" y="69173"/>
                        <a:pt x="43210" y="67239"/>
                      </a:cubicBezTo>
                      <a:cubicBezTo>
                        <a:pt x="43210" y="65626"/>
                        <a:pt x="42888" y="63692"/>
                        <a:pt x="42888" y="61434"/>
                      </a:cubicBezTo>
                      <a:cubicBezTo>
                        <a:pt x="42888" y="59177"/>
                        <a:pt x="44500" y="57242"/>
                        <a:pt x="46757" y="57242"/>
                      </a:cubicBezTo>
                      <a:cubicBezTo>
                        <a:pt x="49015" y="56920"/>
                        <a:pt x="50949" y="58855"/>
                        <a:pt x="50949" y="61112"/>
                      </a:cubicBezTo>
                      <a:cubicBezTo>
                        <a:pt x="50949" y="63369"/>
                        <a:pt x="51272" y="64981"/>
                        <a:pt x="51272" y="66594"/>
                      </a:cubicBezTo>
                      <a:cubicBezTo>
                        <a:pt x="51594" y="68851"/>
                        <a:pt x="51594" y="70463"/>
                        <a:pt x="51594" y="72398"/>
                      </a:cubicBezTo>
                      <a:cubicBezTo>
                        <a:pt x="51594" y="76268"/>
                        <a:pt x="50627" y="79815"/>
                        <a:pt x="48692" y="84974"/>
                      </a:cubicBezTo>
                      <a:cubicBezTo>
                        <a:pt x="48047" y="86264"/>
                        <a:pt x="47725" y="87232"/>
                        <a:pt x="47402" y="88521"/>
                      </a:cubicBezTo>
                      <a:cubicBezTo>
                        <a:pt x="46757" y="89811"/>
                        <a:pt x="45145" y="90779"/>
                        <a:pt x="43533" y="90779"/>
                      </a:cubicBezTo>
                      <a:close/>
                      <a:moveTo>
                        <a:pt x="39663" y="31123"/>
                      </a:moveTo>
                      <a:cubicBezTo>
                        <a:pt x="38696" y="31123"/>
                        <a:pt x="37728" y="30800"/>
                        <a:pt x="36761" y="30155"/>
                      </a:cubicBezTo>
                      <a:cubicBezTo>
                        <a:pt x="33214" y="26931"/>
                        <a:pt x="29989" y="22094"/>
                        <a:pt x="26765" y="14999"/>
                      </a:cubicBezTo>
                      <a:cubicBezTo>
                        <a:pt x="25152" y="11775"/>
                        <a:pt x="23862" y="8228"/>
                        <a:pt x="23217" y="5003"/>
                      </a:cubicBezTo>
                      <a:cubicBezTo>
                        <a:pt x="22572" y="2746"/>
                        <a:pt x="23862" y="811"/>
                        <a:pt x="26120" y="166"/>
                      </a:cubicBezTo>
                      <a:cubicBezTo>
                        <a:pt x="28377" y="-479"/>
                        <a:pt x="30312" y="811"/>
                        <a:pt x="30957" y="3068"/>
                      </a:cubicBezTo>
                      <a:cubicBezTo>
                        <a:pt x="31601" y="5648"/>
                        <a:pt x="32569" y="8550"/>
                        <a:pt x="33859" y="11452"/>
                      </a:cubicBezTo>
                      <a:cubicBezTo>
                        <a:pt x="36761" y="17579"/>
                        <a:pt x="39341" y="21449"/>
                        <a:pt x="42243" y="24028"/>
                      </a:cubicBezTo>
                      <a:cubicBezTo>
                        <a:pt x="43855" y="25641"/>
                        <a:pt x="43855" y="28220"/>
                        <a:pt x="42565" y="29833"/>
                      </a:cubicBezTo>
                      <a:cubicBezTo>
                        <a:pt x="41921" y="30800"/>
                        <a:pt x="40953" y="31123"/>
                        <a:pt x="39663" y="3112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Freeform: Shape 147">
                  <a:extLst>
                    <a:ext uri="{FF2B5EF4-FFF2-40B4-BE49-F238E27FC236}">
                      <a16:creationId xmlns:a16="http://schemas.microsoft.com/office/drawing/2014/main" id="{37314DD7-66E4-0A2C-89BD-8FFE3D12587E}"/>
                    </a:ext>
                  </a:extLst>
                </p:cNvPr>
                <p:cNvSpPr/>
                <p:nvPr/>
              </p:nvSpPr>
              <p:spPr>
                <a:xfrm>
                  <a:off x="5957909" y="4238844"/>
                  <a:ext cx="32246" cy="32246"/>
                </a:xfrm>
                <a:custGeom>
                  <a:avLst/>
                  <a:gdLst>
                    <a:gd name="connsiteX0" fmla="*/ 13866 w 0"/>
                    <a:gd name="connsiteY0" fmla="*/ 31924 h 0"/>
                    <a:gd name="connsiteX1" fmla="*/ 10319 w 0"/>
                    <a:gd name="connsiteY1" fmla="*/ 29989 h 0"/>
                    <a:gd name="connsiteX2" fmla="*/ 2902 w 0"/>
                    <a:gd name="connsiteY2" fmla="*/ 20638 h 0"/>
                    <a:gd name="connsiteX3" fmla="*/ 1290 w 0"/>
                    <a:gd name="connsiteY3" fmla="*/ 19348 h 0"/>
                    <a:gd name="connsiteX4" fmla="*/ 1290 w 0"/>
                    <a:gd name="connsiteY4" fmla="*/ 17413 h 0"/>
                    <a:gd name="connsiteX5" fmla="*/ 645 w 0"/>
                    <a:gd name="connsiteY5" fmla="*/ 10964 h 0"/>
                    <a:gd name="connsiteX6" fmla="*/ 0 w 0"/>
                    <a:gd name="connsiteY6" fmla="*/ 4192 h 0"/>
                    <a:gd name="connsiteX7" fmla="*/ 3870 w 0"/>
                    <a:gd name="connsiteY7" fmla="*/ 0 h 0"/>
                    <a:gd name="connsiteX8" fmla="*/ 8062 w 0"/>
                    <a:gd name="connsiteY8" fmla="*/ 3869 h 0"/>
                    <a:gd name="connsiteX9" fmla="*/ 8706 w 0"/>
                    <a:gd name="connsiteY9" fmla="*/ 9996 h 0"/>
                    <a:gd name="connsiteX10" fmla="*/ 9352 w 0"/>
                    <a:gd name="connsiteY10" fmla="*/ 15801 h 0"/>
                    <a:gd name="connsiteX11" fmla="*/ 17091 w 0"/>
                    <a:gd name="connsiteY11" fmla="*/ 26120 h 0"/>
                    <a:gd name="connsiteX12" fmla="*/ 15801 w 0"/>
                    <a:gd name="connsiteY12" fmla="*/ 31601 h 0"/>
                    <a:gd name="connsiteX13" fmla="*/ 13866 w 0"/>
                    <a:gd name="connsiteY13" fmla="*/ 3192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13866" y="31924"/>
                      </a:moveTo>
                      <a:cubicBezTo>
                        <a:pt x="12576" y="31924"/>
                        <a:pt x="11286" y="31279"/>
                        <a:pt x="10319" y="29989"/>
                      </a:cubicBezTo>
                      <a:cubicBezTo>
                        <a:pt x="7739" y="25475"/>
                        <a:pt x="5482" y="22895"/>
                        <a:pt x="2902" y="20638"/>
                      </a:cubicBezTo>
                      <a:lnTo>
                        <a:pt x="1290" y="19348"/>
                      </a:lnTo>
                      <a:lnTo>
                        <a:pt x="1290" y="17413"/>
                      </a:lnTo>
                      <a:cubicBezTo>
                        <a:pt x="1290" y="15801"/>
                        <a:pt x="967" y="13543"/>
                        <a:pt x="645" y="10964"/>
                      </a:cubicBezTo>
                      <a:cubicBezTo>
                        <a:pt x="323" y="8706"/>
                        <a:pt x="0" y="6449"/>
                        <a:pt x="0" y="4192"/>
                      </a:cubicBezTo>
                      <a:cubicBezTo>
                        <a:pt x="0" y="1935"/>
                        <a:pt x="1612" y="0"/>
                        <a:pt x="3870" y="0"/>
                      </a:cubicBezTo>
                      <a:cubicBezTo>
                        <a:pt x="6127" y="0"/>
                        <a:pt x="8062" y="1612"/>
                        <a:pt x="8062" y="3869"/>
                      </a:cubicBezTo>
                      <a:cubicBezTo>
                        <a:pt x="8062" y="5804"/>
                        <a:pt x="8384" y="7739"/>
                        <a:pt x="8706" y="9996"/>
                      </a:cubicBezTo>
                      <a:cubicBezTo>
                        <a:pt x="9029" y="11931"/>
                        <a:pt x="9352" y="13866"/>
                        <a:pt x="9352" y="15801"/>
                      </a:cubicBezTo>
                      <a:cubicBezTo>
                        <a:pt x="11931" y="18380"/>
                        <a:pt x="14511" y="21605"/>
                        <a:pt x="17091" y="26120"/>
                      </a:cubicBezTo>
                      <a:cubicBezTo>
                        <a:pt x="18380" y="28054"/>
                        <a:pt x="17735" y="30634"/>
                        <a:pt x="15801" y="31601"/>
                      </a:cubicBezTo>
                      <a:cubicBezTo>
                        <a:pt x="15478" y="31601"/>
                        <a:pt x="14833" y="31924"/>
                        <a:pt x="13866" y="31924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9DA29DE5-3994-361E-B81E-AF91BFE8D38C}"/>
                    </a:ext>
                  </a:extLst>
                </p:cNvPr>
                <p:cNvSpPr/>
                <p:nvPr/>
              </p:nvSpPr>
              <p:spPr>
                <a:xfrm>
                  <a:off x="6000467" y="4280113"/>
                  <a:ext cx="96739" cy="96739"/>
                </a:xfrm>
                <a:custGeom>
                  <a:avLst/>
                  <a:gdLst>
                    <a:gd name="connsiteX0" fmla="*/ 102228 w 96739"/>
                    <a:gd name="connsiteY0" fmla="*/ 118996 h 96739"/>
                    <a:gd name="connsiteX1" fmla="*/ 98358 w 96739"/>
                    <a:gd name="connsiteY1" fmla="*/ 115449 h 96739"/>
                    <a:gd name="connsiteX2" fmla="*/ 97068 w 96739"/>
                    <a:gd name="connsiteY2" fmla="*/ 110289 h 96739"/>
                    <a:gd name="connsiteX3" fmla="*/ 95456 w 96739"/>
                    <a:gd name="connsiteY3" fmla="*/ 109967 h 96739"/>
                    <a:gd name="connsiteX4" fmla="*/ 83847 w 96739"/>
                    <a:gd name="connsiteY4" fmla="*/ 105130 h 96739"/>
                    <a:gd name="connsiteX5" fmla="*/ 79010 w 96739"/>
                    <a:gd name="connsiteY5" fmla="*/ 100938 h 96739"/>
                    <a:gd name="connsiteX6" fmla="*/ 79333 w 96739"/>
                    <a:gd name="connsiteY6" fmla="*/ 95134 h 96739"/>
                    <a:gd name="connsiteX7" fmla="*/ 85137 w 96739"/>
                    <a:gd name="connsiteY7" fmla="*/ 95456 h 96739"/>
                    <a:gd name="connsiteX8" fmla="*/ 88684 w 96739"/>
                    <a:gd name="connsiteY8" fmla="*/ 98681 h 96739"/>
                    <a:gd name="connsiteX9" fmla="*/ 96746 w 96739"/>
                    <a:gd name="connsiteY9" fmla="*/ 102228 h 96739"/>
                    <a:gd name="connsiteX10" fmla="*/ 106420 w 96739"/>
                    <a:gd name="connsiteY10" fmla="*/ 114481 h 96739"/>
                    <a:gd name="connsiteX11" fmla="*/ 103195 w 96739"/>
                    <a:gd name="connsiteY11" fmla="*/ 118996 h 96739"/>
                    <a:gd name="connsiteX12" fmla="*/ 102228 w 96739"/>
                    <a:gd name="connsiteY12" fmla="*/ 118996 h 96739"/>
                    <a:gd name="connsiteX13" fmla="*/ 59340 w 96739"/>
                    <a:gd name="connsiteY13" fmla="*/ 81268 h 96739"/>
                    <a:gd name="connsiteX14" fmla="*/ 55471 w 96739"/>
                    <a:gd name="connsiteY14" fmla="*/ 77398 h 96739"/>
                    <a:gd name="connsiteX15" fmla="*/ 55148 w 96739"/>
                    <a:gd name="connsiteY15" fmla="*/ 66434 h 96739"/>
                    <a:gd name="connsiteX16" fmla="*/ 51278 w 96739"/>
                    <a:gd name="connsiteY16" fmla="*/ 50956 h 96739"/>
                    <a:gd name="connsiteX17" fmla="*/ 53213 w 96739"/>
                    <a:gd name="connsiteY17" fmla="*/ 45474 h 96739"/>
                    <a:gd name="connsiteX18" fmla="*/ 58695 w 96739"/>
                    <a:gd name="connsiteY18" fmla="*/ 47409 h 96739"/>
                    <a:gd name="connsiteX19" fmla="*/ 63532 w 96739"/>
                    <a:gd name="connsiteY19" fmla="*/ 66434 h 96739"/>
                    <a:gd name="connsiteX20" fmla="*/ 63854 w 96739"/>
                    <a:gd name="connsiteY20" fmla="*/ 77076 h 96739"/>
                    <a:gd name="connsiteX21" fmla="*/ 59340 w 96739"/>
                    <a:gd name="connsiteY21" fmla="*/ 81268 h 96739"/>
                    <a:gd name="connsiteX22" fmla="*/ 59340 w 96739"/>
                    <a:gd name="connsiteY22" fmla="*/ 81268 h 96739"/>
                    <a:gd name="connsiteX23" fmla="*/ 28383 w 96739"/>
                    <a:gd name="connsiteY23" fmla="*/ 23224 h 96739"/>
                    <a:gd name="connsiteX24" fmla="*/ 25804 w 96739"/>
                    <a:gd name="connsiteY24" fmla="*/ 22256 h 96739"/>
                    <a:gd name="connsiteX25" fmla="*/ 15807 w 96739"/>
                    <a:gd name="connsiteY25" fmla="*/ 14840 h 96739"/>
                    <a:gd name="connsiteX26" fmla="*/ 2586 w 96739"/>
                    <a:gd name="connsiteY26" fmla="*/ 7746 h 96739"/>
                    <a:gd name="connsiteX27" fmla="*/ 329 w 96739"/>
                    <a:gd name="connsiteY27" fmla="*/ 2586 h 96739"/>
                    <a:gd name="connsiteX28" fmla="*/ 5488 w 96739"/>
                    <a:gd name="connsiteY28" fmla="*/ 329 h 96739"/>
                    <a:gd name="connsiteX29" fmla="*/ 20322 w 96739"/>
                    <a:gd name="connsiteY29" fmla="*/ 8391 h 96739"/>
                    <a:gd name="connsiteX30" fmla="*/ 30641 w 96739"/>
                    <a:gd name="connsiteY30" fmla="*/ 16130 h 96739"/>
                    <a:gd name="connsiteX31" fmla="*/ 31286 w 96739"/>
                    <a:gd name="connsiteY31" fmla="*/ 21934 h 96739"/>
                    <a:gd name="connsiteX32" fmla="*/ 28383 w 96739"/>
                    <a:gd name="connsiteY32" fmla="*/ 23224 h 96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96739" h="96739">
                      <a:moveTo>
                        <a:pt x="102228" y="118996"/>
                      </a:moveTo>
                      <a:cubicBezTo>
                        <a:pt x="100293" y="118996"/>
                        <a:pt x="98681" y="117706"/>
                        <a:pt x="98358" y="115449"/>
                      </a:cubicBezTo>
                      <a:cubicBezTo>
                        <a:pt x="97713" y="111257"/>
                        <a:pt x="97068" y="110289"/>
                        <a:pt x="97068" y="110289"/>
                      </a:cubicBezTo>
                      <a:cubicBezTo>
                        <a:pt x="96746" y="110289"/>
                        <a:pt x="96101" y="109967"/>
                        <a:pt x="95456" y="109967"/>
                      </a:cubicBezTo>
                      <a:cubicBezTo>
                        <a:pt x="92876" y="109645"/>
                        <a:pt x="89007" y="109000"/>
                        <a:pt x="83847" y="105130"/>
                      </a:cubicBezTo>
                      <a:cubicBezTo>
                        <a:pt x="82235" y="103840"/>
                        <a:pt x="80623" y="102550"/>
                        <a:pt x="79010" y="100938"/>
                      </a:cubicBezTo>
                      <a:cubicBezTo>
                        <a:pt x="77398" y="99326"/>
                        <a:pt x="77720" y="96746"/>
                        <a:pt x="79333" y="95134"/>
                      </a:cubicBezTo>
                      <a:cubicBezTo>
                        <a:pt x="80945" y="93521"/>
                        <a:pt x="83525" y="93844"/>
                        <a:pt x="85137" y="95456"/>
                      </a:cubicBezTo>
                      <a:cubicBezTo>
                        <a:pt x="86105" y="96746"/>
                        <a:pt x="87394" y="97713"/>
                        <a:pt x="88684" y="98681"/>
                      </a:cubicBezTo>
                      <a:cubicBezTo>
                        <a:pt x="92231" y="101260"/>
                        <a:pt x="94489" y="101905"/>
                        <a:pt x="96746" y="102228"/>
                      </a:cubicBezTo>
                      <a:cubicBezTo>
                        <a:pt x="102228" y="103195"/>
                        <a:pt x="105130" y="105130"/>
                        <a:pt x="106420" y="114481"/>
                      </a:cubicBezTo>
                      <a:cubicBezTo>
                        <a:pt x="106742" y="116739"/>
                        <a:pt x="105130" y="118674"/>
                        <a:pt x="103195" y="118996"/>
                      </a:cubicBezTo>
                      <a:cubicBezTo>
                        <a:pt x="102550" y="118996"/>
                        <a:pt x="102550" y="118996"/>
                        <a:pt x="102228" y="118996"/>
                      </a:cubicBezTo>
                      <a:close/>
                      <a:moveTo>
                        <a:pt x="59340" y="81268"/>
                      </a:moveTo>
                      <a:cubicBezTo>
                        <a:pt x="57083" y="81268"/>
                        <a:pt x="55471" y="79655"/>
                        <a:pt x="55471" y="77398"/>
                      </a:cubicBezTo>
                      <a:cubicBezTo>
                        <a:pt x="55148" y="74173"/>
                        <a:pt x="55148" y="70304"/>
                        <a:pt x="55148" y="66434"/>
                      </a:cubicBezTo>
                      <a:cubicBezTo>
                        <a:pt x="55148" y="61597"/>
                        <a:pt x="53858" y="56438"/>
                        <a:pt x="51278" y="50956"/>
                      </a:cubicBezTo>
                      <a:cubicBezTo>
                        <a:pt x="50311" y="49021"/>
                        <a:pt x="50956" y="46441"/>
                        <a:pt x="53213" y="45474"/>
                      </a:cubicBezTo>
                      <a:cubicBezTo>
                        <a:pt x="55148" y="44507"/>
                        <a:pt x="57728" y="45152"/>
                        <a:pt x="58695" y="47409"/>
                      </a:cubicBezTo>
                      <a:cubicBezTo>
                        <a:pt x="61920" y="53858"/>
                        <a:pt x="63532" y="60307"/>
                        <a:pt x="63532" y="66434"/>
                      </a:cubicBezTo>
                      <a:cubicBezTo>
                        <a:pt x="63532" y="70304"/>
                        <a:pt x="63532" y="73851"/>
                        <a:pt x="63854" y="77076"/>
                      </a:cubicBezTo>
                      <a:cubicBezTo>
                        <a:pt x="63532" y="79010"/>
                        <a:pt x="61920" y="80945"/>
                        <a:pt x="59340" y="81268"/>
                      </a:cubicBezTo>
                      <a:cubicBezTo>
                        <a:pt x="59340" y="81268"/>
                        <a:pt x="59340" y="81268"/>
                        <a:pt x="59340" y="81268"/>
                      </a:cubicBezTo>
                      <a:close/>
                      <a:moveTo>
                        <a:pt x="28383" y="23224"/>
                      </a:moveTo>
                      <a:cubicBezTo>
                        <a:pt x="27416" y="23224"/>
                        <a:pt x="26771" y="22902"/>
                        <a:pt x="25804" y="22256"/>
                      </a:cubicBezTo>
                      <a:cubicBezTo>
                        <a:pt x="22579" y="19677"/>
                        <a:pt x="19354" y="17420"/>
                        <a:pt x="15807" y="14840"/>
                      </a:cubicBezTo>
                      <a:cubicBezTo>
                        <a:pt x="11293" y="11615"/>
                        <a:pt x="6778" y="9358"/>
                        <a:pt x="2586" y="7746"/>
                      </a:cubicBezTo>
                      <a:cubicBezTo>
                        <a:pt x="651" y="7101"/>
                        <a:pt x="-639" y="4521"/>
                        <a:pt x="329" y="2586"/>
                      </a:cubicBezTo>
                      <a:cubicBezTo>
                        <a:pt x="974" y="651"/>
                        <a:pt x="3554" y="-639"/>
                        <a:pt x="5488" y="329"/>
                      </a:cubicBezTo>
                      <a:cubicBezTo>
                        <a:pt x="10325" y="2264"/>
                        <a:pt x="15162" y="4844"/>
                        <a:pt x="20322" y="8391"/>
                      </a:cubicBezTo>
                      <a:cubicBezTo>
                        <a:pt x="23869" y="10970"/>
                        <a:pt x="27416" y="13550"/>
                        <a:pt x="30641" y="16130"/>
                      </a:cubicBezTo>
                      <a:cubicBezTo>
                        <a:pt x="32253" y="17420"/>
                        <a:pt x="32576" y="19999"/>
                        <a:pt x="31286" y="21934"/>
                      </a:cubicBezTo>
                      <a:cubicBezTo>
                        <a:pt x="30641" y="22902"/>
                        <a:pt x="29673" y="23224"/>
                        <a:pt x="28383" y="23224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: Shape 149">
                  <a:extLst>
                    <a:ext uri="{FF2B5EF4-FFF2-40B4-BE49-F238E27FC236}">
                      <a16:creationId xmlns:a16="http://schemas.microsoft.com/office/drawing/2014/main" id="{125E64D5-524F-E7BC-E4CB-181C5F053D39}"/>
                    </a:ext>
                  </a:extLst>
                </p:cNvPr>
                <p:cNvSpPr/>
                <p:nvPr/>
              </p:nvSpPr>
              <p:spPr>
                <a:xfrm>
                  <a:off x="6098826" y="4431159"/>
                  <a:ext cx="32246" cy="32246"/>
                </a:xfrm>
                <a:custGeom>
                  <a:avLst/>
                  <a:gdLst>
                    <a:gd name="connsiteX0" fmla="*/ 0 w 0"/>
                    <a:gd name="connsiteY0" fmla="*/ 21801 h 0"/>
                    <a:gd name="connsiteX1" fmla="*/ 1935 w 0"/>
                    <a:gd name="connsiteY1" fmla="*/ 15997 h 0"/>
                    <a:gd name="connsiteX2" fmla="*/ 2580 w 0"/>
                    <a:gd name="connsiteY2" fmla="*/ 6000 h 0"/>
                    <a:gd name="connsiteX3" fmla="*/ 2257 w 0"/>
                    <a:gd name="connsiteY3" fmla="*/ 5356 h 0"/>
                    <a:gd name="connsiteX4" fmla="*/ 4837 w 0"/>
                    <a:gd name="connsiteY4" fmla="*/ 196 h 0"/>
                    <a:gd name="connsiteX5" fmla="*/ 9996 w 0"/>
                    <a:gd name="connsiteY5" fmla="*/ 2776 h 0"/>
                    <a:gd name="connsiteX6" fmla="*/ 6127 w 0"/>
                    <a:gd name="connsiteY6" fmla="*/ 4066 h 0"/>
                    <a:gd name="connsiteX7" fmla="*/ 9996 w 0"/>
                    <a:gd name="connsiteY7" fmla="*/ 3098 h 0"/>
                    <a:gd name="connsiteX8" fmla="*/ 10964 w 0"/>
                    <a:gd name="connsiteY8" fmla="*/ 12772 h 0"/>
                    <a:gd name="connsiteX9" fmla="*/ 16446 w 0"/>
                    <a:gd name="connsiteY9" fmla="*/ 11483 h 0"/>
                    <a:gd name="connsiteX10" fmla="*/ 21927 w 0"/>
                    <a:gd name="connsiteY10" fmla="*/ 12450 h 0"/>
                    <a:gd name="connsiteX11" fmla="*/ 20960 w 0"/>
                    <a:gd name="connsiteY11" fmla="*/ 17932 h 0"/>
                    <a:gd name="connsiteX12" fmla="*/ 5804 w 0"/>
                    <a:gd name="connsiteY12" fmla="*/ 21156 h 0"/>
                    <a:gd name="connsiteX13" fmla="*/ 0 w 0"/>
                    <a:gd name="connsiteY13" fmla="*/ 21801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0" y="21801"/>
                      </a:moveTo>
                      <a:lnTo>
                        <a:pt x="1935" y="15997"/>
                      </a:lnTo>
                      <a:cubicBezTo>
                        <a:pt x="3225" y="12127"/>
                        <a:pt x="3547" y="8580"/>
                        <a:pt x="2580" y="6000"/>
                      </a:cubicBezTo>
                      <a:lnTo>
                        <a:pt x="2257" y="5356"/>
                      </a:lnTo>
                      <a:cubicBezTo>
                        <a:pt x="1612" y="3098"/>
                        <a:pt x="2580" y="841"/>
                        <a:pt x="4837" y="196"/>
                      </a:cubicBezTo>
                      <a:cubicBezTo>
                        <a:pt x="7094" y="-449"/>
                        <a:pt x="9351" y="519"/>
                        <a:pt x="9996" y="2776"/>
                      </a:cubicBezTo>
                      <a:lnTo>
                        <a:pt x="6127" y="4066"/>
                      </a:lnTo>
                      <a:lnTo>
                        <a:pt x="9996" y="3098"/>
                      </a:lnTo>
                      <a:cubicBezTo>
                        <a:pt x="11286" y="6323"/>
                        <a:pt x="11286" y="9870"/>
                        <a:pt x="10964" y="12772"/>
                      </a:cubicBezTo>
                      <a:cubicBezTo>
                        <a:pt x="15156" y="12127"/>
                        <a:pt x="16446" y="11483"/>
                        <a:pt x="16446" y="11483"/>
                      </a:cubicBezTo>
                      <a:cubicBezTo>
                        <a:pt x="18380" y="10193"/>
                        <a:pt x="20638" y="10837"/>
                        <a:pt x="21927" y="12450"/>
                      </a:cubicBezTo>
                      <a:cubicBezTo>
                        <a:pt x="23217" y="14385"/>
                        <a:pt x="22572" y="16642"/>
                        <a:pt x="20960" y="17932"/>
                      </a:cubicBezTo>
                      <a:cubicBezTo>
                        <a:pt x="18380" y="19544"/>
                        <a:pt x="13866" y="20512"/>
                        <a:pt x="5804" y="21156"/>
                      </a:cubicBezTo>
                      <a:lnTo>
                        <a:pt x="0" y="21801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Freeform: Shape 150">
                  <a:extLst>
                    <a:ext uri="{FF2B5EF4-FFF2-40B4-BE49-F238E27FC236}">
                      <a16:creationId xmlns:a16="http://schemas.microsoft.com/office/drawing/2014/main" id="{B05FC948-6AAD-B768-9310-DC8322AFB3AD}"/>
                    </a:ext>
                  </a:extLst>
                </p:cNvPr>
                <p:cNvSpPr/>
                <p:nvPr/>
              </p:nvSpPr>
              <p:spPr>
                <a:xfrm>
                  <a:off x="6156224" y="4419302"/>
                  <a:ext cx="32246" cy="32246"/>
                </a:xfrm>
                <a:custGeom>
                  <a:avLst/>
                  <a:gdLst>
                    <a:gd name="connsiteX0" fmla="*/ 4192 w 0"/>
                    <a:gd name="connsiteY0" fmla="*/ 21082 h 0"/>
                    <a:gd name="connsiteX1" fmla="*/ 0 w 0"/>
                    <a:gd name="connsiteY1" fmla="*/ 17213 h 0"/>
                    <a:gd name="connsiteX2" fmla="*/ 3869 w 0"/>
                    <a:gd name="connsiteY2" fmla="*/ 13021 h 0"/>
                    <a:gd name="connsiteX3" fmla="*/ 14833 w 0"/>
                    <a:gd name="connsiteY3" fmla="*/ 12053 h 0"/>
                    <a:gd name="connsiteX4" fmla="*/ 19993 w 0"/>
                    <a:gd name="connsiteY4" fmla="*/ 2057 h 0"/>
                    <a:gd name="connsiteX5" fmla="*/ 25475 w 0"/>
                    <a:gd name="connsiteY5" fmla="*/ 445 h 0"/>
                    <a:gd name="connsiteX6" fmla="*/ 27087 w 0"/>
                    <a:gd name="connsiteY6" fmla="*/ 5926 h 0"/>
                    <a:gd name="connsiteX7" fmla="*/ 20960 w 0"/>
                    <a:gd name="connsiteY7" fmla="*/ 17857 h 0"/>
                    <a:gd name="connsiteX8" fmla="*/ 19993 w 0"/>
                    <a:gd name="connsiteY8" fmla="*/ 19792 h 0"/>
                    <a:gd name="connsiteX9" fmla="*/ 18058 w 0"/>
                    <a:gd name="connsiteY9" fmla="*/ 20115 h 0"/>
                    <a:gd name="connsiteX10" fmla="*/ 4192 w 0"/>
                    <a:gd name="connsiteY10" fmla="*/ 21082 h 0"/>
                    <a:gd name="connsiteX11" fmla="*/ 4192 w 0"/>
                    <a:gd name="connsiteY11" fmla="*/ 2108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4192" y="21082"/>
                      </a:moveTo>
                      <a:cubicBezTo>
                        <a:pt x="1935" y="21082"/>
                        <a:pt x="322" y="19147"/>
                        <a:pt x="0" y="17213"/>
                      </a:cubicBezTo>
                      <a:cubicBezTo>
                        <a:pt x="0" y="14955"/>
                        <a:pt x="1612" y="13021"/>
                        <a:pt x="3869" y="13021"/>
                      </a:cubicBezTo>
                      <a:cubicBezTo>
                        <a:pt x="7417" y="13021"/>
                        <a:pt x="10319" y="12698"/>
                        <a:pt x="14833" y="12053"/>
                      </a:cubicBezTo>
                      <a:cubicBezTo>
                        <a:pt x="16768" y="8506"/>
                        <a:pt x="18380" y="4959"/>
                        <a:pt x="19993" y="2057"/>
                      </a:cubicBezTo>
                      <a:cubicBezTo>
                        <a:pt x="20960" y="122"/>
                        <a:pt x="23540" y="-523"/>
                        <a:pt x="25475" y="445"/>
                      </a:cubicBezTo>
                      <a:cubicBezTo>
                        <a:pt x="27409" y="1412"/>
                        <a:pt x="28377" y="3991"/>
                        <a:pt x="27087" y="5926"/>
                      </a:cubicBezTo>
                      <a:cubicBezTo>
                        <a:pt x="25152" y="9474"/>
                        <a:pt x="23217" y="13665"/>
                        <a:pt x="20960" y="17857"/>
                      </a:cubicBezTo>
                      <a:lnTo>
                        <a:pt x="19993" y="19792"/>
                      </a:lnTo>
                      <a:lnTo>
                        <a:pt x="18058" y="20115"/>
                      </a:lnTo>
                      <a:cubicBezTo>
                        <a:pt x="12254" y="20760"/>
                        <a:pt x="8706" y="21082"/>
                        <a:pt x="4192" y="21082"/>
                      </a:cubicBezTo>
                      <a:cubicBezTo>
                        <a:pt x="4192" y="21082"/>
                        <a:pt x="4192" y="21082"/>
                        <a:pt x="4192" y="2108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Freeform: Shape 151">
                  <a:extLst>
                    <a:ext uri="{FF2B5EF4-FFF2-40B4-BE49-F238E27FC236}">
                      <a16:creationId xmlns:a16="http://schemas.microsoft.com/office/drawing/2014/main" id="{615AEA46-4E26-3F9F-4C0C-E6B1854D458C}"/>
                    </a:ext>
                  </a:extLst>
                </p:cNvPr>
                <p:cNvSpPr/>
                <p:nvPr/>
              </p:nvSpPr>
              <p:spPr>
                <a:xfrm>
                  <a:off x="6191961" y="3237462"/>
                  <a:ext cx="483697" cy="1128627"/>
                </a:xfrm>
                <a:custGeom>
                  <a:avLst/>
                  <a:gdLst>
                    <a:gd name="connsiteX0" fmla="*/ 3927 w 483697"/>
                    <a:gd name="connsiteY0" fmla="*/ 1155843 h 1128627"/>
                    <a:gd name="connsiteX1" fmla="*/ 2314 w 483697"/>
                    <a:gd name="connsiteY1" fmla="*/ 1155521 h 1128627"/>
                    <a:gd name="connsiteX2" fmla="*/ 379 w 483697"/>
                    <a:gd name="connsiteY2" fmla="*/ 1150039 h 1128627"/>
                    <a:gd name="connsiteX3" fmla="*/ 11343 w 483697"/>
                    <a:gd name="connsiteY3" fmla="*/ 1134238 h 1128627"/>
                    <a:gd name="connsiteX4" fmla="*/ 14891 w 483697"/>
                    <a:gd name="connsiteY4" fmla="*/ 1128111 h 1128627"/>
                    <a:gd name="connsiteX5" fmla="*/ 20372 w 483697"/>
                    <a:gd name="connsiteY5" fmla="*/ 1126176 h 1128627"/>
                    <a:gd name="connsiteX6" fmla="*/ 22307 w 483697"/>
                    <a:gd name="connsiteY6" fmla="*/ 1131658 h 1128627"/>
                    <a:gd name="connsiteX7" fmla="*/ 15535 w 483697"/>
                    <a:gd name="connsiteY7" fmla="*/ 1141332 h 1128627"/>
                    <a:gd name="connsiteX8" fmla="*/ 7474 w 483697"/>
                    <a:gd name="connsiteY8" fmla="*/ 1153586 h 1128627"/>
                    <a:gd name="connsiteX9" fmla="*/ 3927 w 483697"/>
                    <a:gd name="connsiteY9" fmla="*/ 1155843 h 1128627"/>
                    <a:gd name="connsiteX10" fmla="*/ 38108 w 483697"/>
                    <a:gd name="connsiteY10" fmla="*/ 1102959 h 1128627"/>
                    <a:gd name="connsiteX11" fmla="*/ 34883 w 483697"/>
                    <a:gd name="connsiteY11" fmla="*/ 1101347 h 1128627"/>
                    <a:gd name="connsiteX12" fmla="*/ 35851 w 483697"/>
                    <a:gd name="connsiteY12" fmla="*/ 1095865 h 1128627"/>
                    <a:gd name="connsiteX13" fmla="*/ 38108 w 483697"/>
                    <a:gd name="connsiteY13" fmla="*/ 1094252 h 1128627"/>
                    <a:gd name="connsiteX14" fmla="*/ 55843 w 483697"/>
                    <a:gd name="connsiteY14" fmla="*/ 1079419 h 1128627"/>
                    <a:gd name="connsiteX15" fmla="*/ 61648 w 483697"/>
                    <a:gd name="connsiteY15" fmla="*/ 1079096 h 1128627"/>
                    <a:gd name="connsiteX16" fmla="*/ 61970 w 483697"/>
                    <a:gd name="connsiteY16" fmla="*/ 1084901 h 1128627"/>
                    <a:gd name="connsiteX17" fmla="*/ 42623 w 483697"/>
                    <a:gd name="connsiteY17" fmla="*/ 1101024 h 1128627"/>
                    <a:gd name="connsiteX18" fmla="*/ 41010 w 483697"/>
                    <a:gd name="connsiteY18" fmla="*/ 1102314 h 1128627"/>
                    <a:gd name="connsiteX19" fmla="*/ 38108 w 483697"/>
                    <a:gd name="connsiteY19" fmla="*/ 1102959 h 1128627"/>
                    <a:gd name="connsiteX20" fmla="*/ 82286 w 483697"/>
                    <a:gd name="connsiteY20" fmla="*/ 1056846 h 1128627"/>
                    <a:gd name="connsiteX21" fmla="*/ 80028 w 483697"/>
                    <a:gd name="connsiteY21" fmla="*/ 1056201 h 1128627"/>
                    <a:gd name="connsiteX22" fmla="*/ 79061 w 483697"/>
                    <a:gd name="connsiteY22" fmla="*/ 1050720 h 1128627"/>
                    <a:gd name="connsiteX23" fmla="*/ 86800 w 483697"/>
                    <a:gd name="connsiteY23" fmla="*/ 1038466 h 1128627"/>
                    <a:gd name="connsiteX24" fmla="*/ 93249 w 483697"/>
                    <a:gd name="connsiteY24" fmla="*/ 1028147 h 1128627"/>
                    <a:gd name="connsiteX25" fmla="*/ 98731 w 483697"/>
                    <a:gd name="connsiteY25" fmla="*/ 1027180 h 1128627"/>
                    <a:gd name="connsiteX26" fmla="*/ 99699 w 483697"/>
                    <a:gd name="connsiteY26" fmla="*/ 1032661 h 1128627"/>
                    <a:gd name="connsiteX27" fmla="*/ 93572 w 483697"/>
                    <a:gd name="connsiteY27" fmla="*/ 1042658 h 1128627"/>
                    <a:gd name="connsiteX28" fmla="*/ 85510 w 483697"/>
                    <a:gd name="connsiteY28" fmla="*/ 1055234 h 1128627"/>
                    <a:gd name="connsiteX29" fmla="*/ 82286 w 483697"/>
                    <a:gd name="connsiteY29" fmla="*/ 1056846 h 1128627"/>
                    <a:gd name="connsiteX30" fmla="*/ 122594 w 483697"/>
                    <a:gd name="connsiteY30" fmla="*/ 1008477 h 1128627"/>
                    <a:gd name="connsiteX31" fmla="*/ 120981 w 483697"/>
                    <a:gd name="connsiteY31" fmla="*/ 1008154 h 1128627"/>
                    <a:gd name="connsiteX32" fmla="*/ 119047 w 483697"/>
                    <a:gd name="connsiteY32" fmla="*/ 1002672 h 1128627"/>
                    <a:gd name="connsiteX33" fmla="*/ 123884 w 483697"/>
                    <a:gd name="connsiteY33" fmla="*/ 981390 h 1128627"/>
                    <a:gd name="connsiteX34" fmla="*/ 124529 w 483697"/>
                    <a:gd name="connsiteY34" fmla="*/ 977842 h 1128627"/>
                    <a:gd name="connsiteX35" fmla="*/ 129043 w 483697"/>
                    <a:gd name="connsiteY35" fmla="*/ 974295 h 1128627"/>
                    <a:gd name="connsiteX36" fmla="*/ 132590 w 483697"/>
                    <a:gd name="connsiteY36" fmla="*/ 978810 h 1128627"/>
                    <a:gd name="connsiteX37" fmla="*/ 131945 w 483697"/>
                    <a:gd name="connsiteY37" fmla="*/ 982357 h 1128627"/>
                    <a:gd name="connsiteX38" fmla="*/ 126463 w 483697"/>
                    <a:gd name="connsiteY38" fmla="*/ 1005897 h 1128627"/>
                    <a:gd name="connsiteX39" fmla="*/ 122594 w 483697"/>
                    <a:gd name="connsiteY39" fmla="*/ 1008477 h 1128627"/>
                    <a:gd name="connsiteX40" fmla="*/ 134847 w 483697"/>
                    <a:gd name="connsiteY40" fmla="*/ 945918 h 1128627"/>
                    <a:gd name="connsiteX41" fmla="*/ 134525 w 483697"/>
                    <a:gd name="connsiteY41" fmla="*/ 945918 h 1128627"/>
                    <a:gd name="connsiteX42" fmla="*/ 130978 w 483697"/>
                    <a:gd name="connsiteY42" fmla="*/ 941404 h 1128627"/>
                    <a:gd name="connsiteX43" fmla="*/ 131300 w 483697"/>
                    <a:gd name="connsiteY43" fmla="*/ 937534 h 1128627"/>
                    <a:gd name="connsiteX44" fmla="*/ 129365 w 483697"/>
                    <a:gd name="connsiteY44" fmla="*/ 925281 h 1128627"/>
                    <a:gd name="connsiteX45" fmla="*/ 126786 w 483697"/>
                    <a:gd name="connsiteY45" fmla="*/ 916897 h 1128627"/>
                    <a:gd name="connsiteX46" fmla="*/ 129365 w 483697"/>
                    <a:gd name="connsiteY46" fmla="*/ 911737 h 1128627"/>
                    <a:gd name="connsiteX47" fmla="*/ 134525 w 483697"/>
                    <a:gd name="connsiteY47" fmla="*/ 914317 h 1128627"/>
                    <a:gd name="connsiteX48" fmla="*/ 137427 w 483697"/>
                    <a:gd name="connsiteY48" fmla="*/ 923024 h 1128627"/>
                    <a:gd name="connsiteX49" fmla="*/ 139684 w 483697"/>
                    <a:gd name="connsiteY49" fmla="*/ 937534 h 1128627"/>
                    <a:gd name="connsiteX50" fmla="*/ 139362 w 483697"/>
                    <a:gd name="connsiteY50" fmla="*/ 942049 h 1128627"/>
                    <a:gd name="connsiteX51" fmla="*/ 134847 w 483697"/>
                    <a:gd name="connsiteY51" fmla="*/ 945918 h 1128627"/>
                    <a:gd name="connsiteX52" fmla="*/ 117112 w 483697"/>
                    <a:gd name="connsiteY52" fmla="*/ 884650 h 1128627"/>
                    <a:gd name="connsiteX53" fmla="*/ 113242 w 483697"/>
                    <a:gd name="connsiteY53" fmla="*/ 881748 h 1128627"/>
                    <a:gd name="connsiteX54" fmla="*/ 111307 w 483697"/>
                    <a:gd name="connsiteY54" fmla="*/ 871751 h 1128627"/>
                    <a:gd name="connsiteX55" fmla="*/ 105181 w 483697"/>
                    <a:gd name="connsiteY55" fmla="*/ 857885 h 1128627"/>
                    <a:gd name="connsiteX56" fmla="*/ 106470 w 483697"/>
                    <a:gd name="connsiteY56" fmla="*/ 852404 h 1128627"/>
                    <a:gd name="connsiteX57" fmla="*/ 111952 w 483697"/>
                    <a:gd name="connsiteY57" fmla="*/ 853694 h 1128627"/>
                    <a:gd name="connsiteX58" fmla="*/ 119369 w 483697"/>
                    <a:gd name="connsiteY58" fmla="*/ 872074 h 1128627"/>
                    <a:gd name="connsiteX59" fmla="*/ 120981 w 483697"/>
                    <a:gd name="connsiteY59" fmla="*/ 879813 h 1128627"/>
                    <a:gd name="connsiteX60" fmla="*/ 118402 w 483697"/>
                    <a:gd name="connsiteY60" fmla="*/ 884973 h 1128627"/>
                    <a:gd name="connsiteX61" fmla="*/ 117112 w 483697"/>
                    <a:gd name="connsiteY61" fmla="*/ 884650 h 1128627"/>
                    <a:gd name="connsiteX62" fmla="*/ 92927 w 483697"/>
                    <a:gd name="connsiteY62" fmla="*/ 826284 h 1128627"/>
                    <a:gd name="connsiteX63" fmla="*/ 89057 w 483697"/>
                    <a:gd name="connsiteY63" fmla="*/ 823382 h 1128627"/>
                    <a:gd name="connsiteX64" fmla="*/ 82931 w 483697"/>
                    <a:gd name="connsiteY64" fmla="*/ 807259 h 1128627"/>
                    <a:gd name="connsiteX65" fmla="*/ 82608 w 483697"/>
                    <a:gd name="connsiteY65" fmla="*/ 806936 h 1128627"/>
                    <a:gd name="connsiteX66" fmla="*/ 78094 w 483697"/>
                    <a:gd name="connsiteY66" fmla="*/ 800809 h 1128627"/>
                    <a:gd name="connsiteX67" fmla="*/ 79061 w 483697"/>
                    <a:gd name="connsiteY67" fmla="*/ 795327 h 1128627"/>
                    <a:gd name="connsiteX68" fmla="*/ 84543 w 483697"/>
                    <a:gd name="connsiteY68" fmla="*/ 796295 h 1128627"/>
                    <a:gd name="connsiteX69" fmla="*/ 88735 w 483697"/>
                    <a:gd name="connsiteY69" fmla="*/ 801777 h 1128627"/>
                    <a:gd name="connsiteX70" fmla="*/ 89057 w 483697"/>
                    <a:gd name="connsiteY70" fmla="*/ 802099 h 1128627"/>
                    <a:gd name="connsiteX71" fmla="*/ 96797 w 483697"/>
                    <a:gd name="connsiteY71" fmla="*/ 821125 h 1128627"/>
                    <a:gd name="connsiteX72" fmla="*/ 93894 w 483697"/>
                    <a:gd name="connsiteY72" fmla="*/ 825962 h 1128627"/>
                    <a:gd name="connsiteX73" fmla="*/ 92927 w 483697"/>
                    <a:gd name="connsiteY73" fmla="*/ 826284 h 1128627"/>
                    <a:gd name="connsiteX74" fmla="*/ 198695 w 483697"/>
                    <a:gd name="connsiteY74" fmla="*/ 803711 h 1128627"/>
                    <a:gd name="connsiteX75" fmla="*/ 196761 w 483697"/>
                    <a:gd name="connsiteY75" fmla="*/ 803389 h 1128627"/>
                    <a:gd name="connsiteX76" fmla="*/ 175156 w 483697"/>
                    <a:gd name="connsiteY76" fmla="*/ 800487 h 1128627"/>
                    <a:gd name="connsiteX77" fmla="*/ 172253 w 483697"/>
                    <a:gd name="connsiteY77" fmla="*/ 800487 h 1128627"/>
                    <a:gd name="connsiteX78" fmla="*/ 168384 w 483697"/>
                    <a:gd name="connsiteY78" fmla="*/ 796295 h 1128627"/>
                    <a:gd name="connsiteX79" fmla="*/ 172576 w 483697"/>
                    <a:gd name="connsiteY79" fmla="*/ 792425 h 1128627"/>
                    <a:gd name="connsiteX80" fmla="*/ 175478 w 483697"/>
                    <a:gd name="connsiteY80" fmla="*/ 792425 h 1128627"/>
                    <a:gd name="connsiteX81" fmla="*/ 200630 w 483697"/>
                    <a:gd name="connsiteY81" fmla="*/ 796295 h 1128627"/>
                    <a:gd name="connsiteX82" fmla="*/ 202242 w 483697"/>
                    <a:gd name="connsiteY82" fmla="*/ 801777 h 1128627"/>
                    <a:gd name="connsiteX83" fmla="*/ 198695 w 483697"/>
                    <a:gd name="connsiteY83" fmla="*/ 803711 h 1128627"/>
                    <a:gd name="connsiteX84" fmla="*/ 225137 w 483697"/>
                    <a:gd name="connsiteY84" fmla="*/ 796295 h 1128627"/>
                    <a:gd name="connsiteX85" fmla="*/ 224170 w 483697"/>
                    <a:gd name="connsiteY85" fmla="*/ 796295 h 1128627"/>
                    <a:gd name="connsiteX86" fmla="*/ 220945 w 483697"/>
                    <a:gd name="connsiteY86" fmla="*/ 791458 h 1128627"/>
                    <a:gd name="connsiteX87" fmla="*/ 221590 w 483697"/>
                    <a:gd name="connsiteY87" fmla="*/ 784686 h 1128627"/>
                    <a:gd name="connsiteX88" fmla="*/ 217398 w 483697"/>
                    <a:gd name="connsiteY88" fmla="*/ 777592 h 1128627"/>
                    <a:gd name="connsiteX89" fmla="*/ 213851 w 483697"/>
                    <a:gd name="connsiteY89" fmla="*/ 777592 h 1128627"/>
                    <a:gd name="connsiteX90" fmla="*/ 209982 w 483697"/>
                    <a:gd name="connsiteY90" fmla="*/ 773400 h 1128627"/>
                    <a:gd name="connsiteX91" fmla="*/ 214174 w 483697"/>
                    <a:gd name="connsiteY91" fmla="*/ 769530 h 1128627"/>
                    <a:gd name="connsiteX92" fmla="*/ 217398 w 483697"/>
                    <a:gd name="connsiteY92" fmla="*/ 769530 h 1128627"/>
                    <a:gd name="connsiteX93" fmla="*/ 229652 w 483697"/>
                    <a:gd name="connsiteY93" fmla="*/ 784686 h 1128627"/>
                    <a:gd name="connsiteX94" fmla="*/ 228685 w 483697"/>
                    <a:gd name="connsiteY94" fmla="*/ 793070 h 1128627"/>
                    <a:gd name="connsiteX95" fmla="*/ 225137 w 483697"/>
                    <a:gd name="connsiteY95" fmla="*/ 796295 h 1128627"/>
                    <a:gd name="connsiteX96" fmla="*/ 145489 w 483697"/>
                    <a:gd name="connsiteY96" fmla="*/ 780494 h 1128627"/>
                    <a:gd name="connsiteX97" fmla="*/ 142587 w 483697"/>
                    <a:gd name="connsiteY97" fmla="*/ 779204 h 1128627"/>
                    <a:gd name="connsiteX98" fmla="*/ 124206 w 483697"/>
                    <a:gd name="connsiteY98" fmla="*/ 769530 h 1128627"/>
                    <a:gd name="connsiteX99" fmla="*/ 120336 w 483697"/>
                    <a:gd name="connsiteY99" fmla="*/ 768240 h 1128627"/>
                    <a:gd name="connsiteX100" fmla="*/ 118402 w 483697"/>
                    <a:gd name="connsiteY100" fmla="*/ 762758 h 1128627"/>
                    <a:gd name="connsiteX101" fmla="*/ 123884 w 483697"/>
                    <a:gd name="connsiteY101" fmla="*/ 760824 h 1128627"/>
                    <a:gd name="connsiteX102" fmla="*/ 125818 w 483697"/>
                    <a:gd name="connsiteY102" fmla="*/ 761469 h 1128627"/>
                    <a:gd name="connsiteX103" fmla="*/ 148391 w 483697"/>
                    <a:gd name="connsiteY103" fmla="*/ 773400 h 1128627"/>
                    <a:gd name="connsiteX104" fmla="*/ 148391 w 483697"/>
                    <a:gd name="connsiteY104" fmla="*/ 779204 h 1128627"/>
                    <a:gd name="connsiteX105" fmla="*/ 145489 w 483697"/>
                    <a:gd name="connsiteY105" fmla="*/ 780494 h 1128627"/>
                    <a:gd name="connsiteX106" fmla="*/ 178058 w 483697"/>
                    <a:gd name="connsiteY106" fmla="*/ 768563 h 1128627"/>
                    <a:gd name="connsiteX107" fmla="*/ 176123 w 483697"/>
                    <a:gd name="connsiteY107" fmla="*/ 768240 h 1128627"/>
                    <a:gd name="connsiteX108" fmla="*/ 157742 w 483697"/>
                    <a:gd name="connsiteY108" fmla="*/ 745345 h 1128627"/>
                    <a:gd name="connsiteX109" fmla="*/ 161612 w 483697"/>
                    <a:gd name="connsiteY109" fmla="*/ 741153 h 1128627"/>
                    <a:gd name="connsiteX110" fmla="*/ 165804 w 483697"/>
                    <a:gd name="connsiteY110" fmla="*/ 745023 h 1128627"/>
                    <a:gd name="connsiteX111" fmla="*/ 179992 w 483697"/>
                    <a:gd name="connsiteY111" fmla="*/ 761146 h 1128627"/>
                    <a:gd name="connsiteX112" fmla="*/ 181605 w 483697"/>
                    <a:gd name="connsiteY112" fmla="*/ 766628 h 1128627"/>
                    <a:gd name="connsiteX113" fmla="*/ 178058 w 483697"/>
                    <a:gd name="connsiteY113" fmla="*/ 768563 h 1128627"/>
                    <a:gd name="connsiteX114" fmla="*/ 75514 w 483697"/>
                    <a:gd name="connsiteY114" fmla="*/ 766950 h 1128627"/>
                    <a:gd name="connsiteX115" fmla="*/ 74224 w 483697"/>
                    <a:gd name="connsiteY115" fmla="*/ 766950 h 1128627"/>
                    <a:gd name="connsiteX116" fmla="*/ 71644 w 483697"/>
                    <a:gd name="connsiteY116" fmla="*/ 761791 h 1128627"/>
                    <a:gd name="connsiteX117" fmla="*/ 75514 w 483697"/>
                    <a:gd name="connsiteY117" fmla="*/ 751795 h 1128627"/>
                    <a:gd name="connsiteX118" fmla="*/ 90992 w 483697"/>
                    <a:gd name="connsiteY118" fmla="*/ 739541 h 1128627"/>
                    <a:gd name="connsiteX119" fmla="*/ 91637 w 483697"/>
                    <a:gd name="connsiteY119" fmla="*/ 739541 h 1128627"/>
                    <a:gd name="connsiteX120" fmla="*/ 95507 w 483697"/>
                    <a:gd name="connsiteY120" fmla="*/ 743733 h 1128627"/>
                    <a:gd name="connsiteX121" fmla="*/ 91315 w 483697"/>
                    <a:gd name="connsiteY121" fmla="*/ 747603 h 1128627"/>
                    <a:gd name="connsiteX122" fmla="*/ 82931 w 483697"/>
                    <a:gd name="connsiteY122" fmla="*/ 755342 h 1128627"/>
                    <a:gd name="connsiteX123" fmla="*/ 79383 w 483697"/>
                    <a:gd name="connsiteY123" fmla="*/ 764048 h 1128627"/>
                    <a:gd name="connsiteX124" fmla="*/ 75514 w 483697"/>
                    <a:gd name="connsiteY124" fmla="*/ 766950 h 1128627"/>
                    <a:gd name="connsiteX125" fmla="*/ 159355 w 483697"/>
                    <a:gd name="connsiteY125" fmla="*/ 711809 h 1128627"/>
                    <a:gd name="connsiteX126" fmla="*/ 155485 w 483697"/>
                    <a:gd name="connsiteY126" fmla="*/ 707939 h 1128627"/>
                    <a:gd name="connsiteX127" fmla="*/ 155163 w 483697"/>
                    <a:gd name="connsiteY127" fmla="*/ 699878 h 1128627"/>
                    <a:gd name="connsiteX128" fmla="*/ 152260 w 483697"/>
                    <a:gd name="connsiteY128" fmla="*/ 682465 h 1128627"/>
                    <a:gd name="connsiteX129" fmla="*/ 155163 w 483697"/>
                    <a:gd name="connsiteY129" fmla="*/ 677628 h 1128627"/>
                    <a:gd name="connsiteX130" fmla="*/ 160000 w 483697"/>
                    <a:gd name="connsiteY130" fmla="*/ 680530 h 1128627"/>
                    <a:gd name="connsiteX131" fmla="*/ 163224 w 483697"/>
                    <a:gd name="connsiteY131" fmla="*/ 700200 h 1128627"/>
                    <a:gd name="connsiteX132" fmla="*/ 163547 w 483697"/>
                    <a:gd name="connsiteY132" fmla="*/ 707939 h 1128627"/>
                    <a:gd name="connsiteX133" fmla="*/ 159355 w 483697"/>
                    <a:gd name="connsiteY133" fmla="*/ 711809 h 1128627"/>
                    <a:gd name="connsiteX134" fmla="*/ 159355 w 483697"/>
                    <a:gd name="connsiteY134" fmla="*/ 711809 h 1128627"/>
                    <a:gd name="connsiteX135" fmla="*/ 154518 w 483697"/>
                    <a:gd name="connsiteY135" fmla="*/ 648928 h 1128627"/>
                    <a:gd name="connsiteX136" fmla="*/ 153873 w 483697"/>
                    <a:gd name="connsiteY136" fmla="*/ 648928 h 1128627"/>
                    <a:gd name="connsiteX137" fmla="*/ 150326 w 483697"/>
                    <a:gd name="connsiteY137" fmla="*/ 644414 h 1128627"/>
                    <a:gd name="connsiteX138" fmla="*/ 150971 w 483697"/>
                    <a:gd name="connsiteY138" fmla="*/ 634740 h 1128627"/>
                    <a:gd name="connsiteX139" fmla="*/ 153550 w 483697"/>
                    <a:gd name="connsiteY139" fmla="*/ 617004 h 1128627"/>
                    <a:gd name="connsiteX140" fmla="*/ 158710 w 483697"/>
                    <a:gd name="connsiteY140" fmla="*/ 614747 h 1128627"/>
                    <a:gd name="connsiteX141" fmla="*/ 160967 w 483697"/>
                    <a:gd name="connsiteY141" fmla="*/ 619907 h 1128627"/>
                    <a:gd name="connsiteX142" fmla="*/ 159032 w 483697"/>
                    <a:gd name="connsiteY142" fmla="*/ 634740 h 1128627"/>
                    <a:gd name="connsiteX143" fmla="*/ 158387 w 483697"/>
                    <a:gd name="connsiteY143" fmla="*/ 645704 h 1128627"/>
                    <a:gd name="connsiteX144" fmla="*/ 154518 w 483697"/>
                    <a:gd name="connsiteY144" fmla="*/ 648928 h 1128627"/>
                    <a:gd name="connsiteX145" fmla="*/ 186442 w 483697"/>
                    <a:gd name="connsiteY145" fmla="*/ 602171 h 1128627"/>
                    <a:gd name="connsiteX146" fmla="*/ 183862 w 483697"/>
                    <a:gd name="connsiteY146" fmla="*/ 601203 h 1128627"/>
                    <a:gd name="connsiteX147" fmla="*/ 183217 w 483697"/>
                    <a:gd name="connsiteY147" fmla="*/ 595399 h 1128627"/>
                    <a:gd name="connsiteX148" fmla="*/ 183862 w 483697"/>
                    <a:gd name="connsiteY148" fmla="*/ 594432 h 1128627"/>
                    <a:gd name="connsiteX149" fmla="*/ 186442 w 483697"/>
                    <a:gd name="connsiteY149" fmla="*/ 584113 h 1128627"/>
                    <a:gd name="connsiteX150" fmla="*/ 192246 w 483697"/>
                    <a:gd name="connsiteY150" fmla="*/ 570569 h 1128627"/>
                    <a:gd name="connsiteX151" fmla="*/ 198051 w 483697"/>
                    <a:gd name="connsiteY151" fmla="*/ 571214 h 1128627"/>
                    <a:gd name="connsiteX152" fmla="*/ 197405 w 483697"/>
                    <a:gd name="connsiteY152" fmla="*/ 576696 h 1128627"/>
                    <a:gd name="connsiteX153" fmla="*/ 196438 w 483697"/>
                    <a:gd name="connsiteY153" fmla="*/ 577341 h 1128627"/>
                    <a:gd name="connsiteX154" fmla="*/ 194503 w 483697"/>
                    <a:gd name="connsiteY154" fmla="*/ 584435 h 1128627"/>
                    <a:gd name="connsiteX155" fmla="*/ 190311 w 483697"/>
                    <a:gd name="connsiteY155" fmla="*/ 598946 h 1128627"/>
                    <a:gd name="connsiteX156" fmla="*/ 189344 w 483697"/>
                    <a:gd name="connsiteY156" fmla="*/ 599914 h 1128627"/>
                    <a:gd name="connsiteX157" fmla="*/ 186442 w 483697"/>
                    <a:gd name="connsiteY157" fmla="*/ 602171 h 1128627"/>
                    <a:gd name="connsiteX158" fmla="*/ 283503 w 483697"/>
                    <a:gd name="connsiteY158" fmla="*/ 552511 h 1128627"/>
                    <a:gd name="connsiteX159" fmla="*/ 279634 w 483697"/>
                    <a:gd name="connsiteY159" fmla="*/ 548964 h 1128627"/>
                    <a:gd name="connsiteX160" fmla="*/ 283181 w 483697"/>
                    <a:gd name="connsiteY160" fmla="*/ 544450 h 1128627"/>
                    <a:gd name="connsiteX161" fmla="*/ 303496 w 483697"/>
                    <a:gd name="connsiteY161" fmla="*/ 533163 h 1128627"/>
                    <a:gd name="connsiteX162" fmla="*/ 309301 w 483697"/>
                    <a:gd name="connsiteY162" fmla="*/ 532841 h 1128627"/>
                    <a:gd name="connsiteX163" fmla="*/ 309623 w 483697"/>
                    <a:gd name="connsiteY163" fmla="*/ 538645 h 1128627"/>
                    <a:gd name="connsiteX164" fmla="*/ 284149 w 483697"/>
                    <a:gd name="connsiteY164" fmla="*/ 552834 h 1128627"/>
                    <a:gd name="connsiteX165" fmla="*/ 283503 w 483697"/>
                    <a:gd name="connsiteY165" fmla="*/ 552511 h 1128627"/>
                    <a:gd name="connsiteX166" fmla="*/ 246098 w 483697"/>
                    <a:gd name="connsiteY166" fmla="*/ 551222 h 1128627"/>
                    <a:gd name="connsiteX167" fmla="*/ 246098 w 483697"/>
                    <a:gd name="connsiteY167" fmla="*/ 551222 h 1128627"/>
                    <a:gd name="connsiteX168" fmla="*/ 223525 w 483697"/>
                    <a:gd name="connsiteY168" fmla="*/ 550899 h 1128627"/>
                    <a:gd name="connsiteX169" fmla="*/ 220300 w 483697"/>
                    <a:gd name="connsiteY169" fmla="*/ 551222 h 1128627"/>
                    <a:gd name="connsiteX170" fmla="*/ 215464 w 483697"/>
                    <a:gd name="connsiteY170" fmla="*/ 547997 h 1128627"/>
                    <a:gd name="connsiteX171" fmla="*/ 218688 w 483697"/>
                    <a:gd name="connsiteY171" fmla="*/ 543160 h 1128627"/>
                    <a:gd name="connsiteX172" fmla="*/ 223525 w 483697"/>
                    <a:gd name="connsiteY172" fmla="*/ 542515 h 1128627"/>
                    <a:gd name="connsiteX173" fmla="*/ 246098 w 483697"/>
                    <a:gd name="connsiteY173" fmla="*/ 542837 h 1128627"/>
                    <a:gd name="connsiteX174" fmla="*/ 249967 w 483697"/>
                    <a:gd name="connsiteY174" fmla="*/ 547029 h 1128627"/>
                    <a:gd name="connsiteX175" fmla="*/ 246098 w 483697"/>
                    <a:gd name="connsiteY175" fmla="*/ 551222 h 1128627"/>
                    <a:gd name="connsiteX176" fmla="*/ 323167 w 483697"/>
                    <a:gd name="connsiteY176" fmla="*/ 507044 h 1128627"/>
                    <a:gd name="connsiteX177" fmla="*/ 319942 w 483697"/>
                    <a:gd name="connsiteY177" fmla="*/ 505754 h 1128627"/>
                    <a:gd name="connsiteX178" fmla="*/ 320587 w 483697"/>
                    <a:gd name="connsiteY178" fmla="*/ 499950 h 1128627"/>
                    <a:gd name="connsiteX179" fmla="*/ 327036 w 483697"/>
                    <a:gd name="connsiteY179" fmla="*/ 497047 h 1128627"/>
                    <a:gd name="connsiteX180" fmla="*/ 330584 w 483697"/>
                    <a:gd name="connsiteY180" fmla="*/ 489631 h 1128627"/>
                    <a:gd name="connsiteX181" fmla="*/ 329938 w 483697"/>
                    <a:gd name="connsiteY181" fmla="*/ 483181 h 1128627"/>
                    <a:gd name="connsiteX182" fmla="*/ 333486 w 483697"/>
                    <a:gd name="connsiteY182" fmla="*/ 478667 h 1128627"/>
                    <a:gd name="connsiteX183" fmla="*/ 338000 w 483697"/>
                    <a:gd name="connsiteY183" fmla="*/ 482214 h 1128627"/>
                    <a:gd name="connsiteX184" fmla="*/ 338645 w 483697"/>
                    <a:gd name="connsiteY184" fmla="*/ 489953 h 1128627"/>
                    <a:gd name="connsiteX185" fmla="*/ 328649 w 483697"/>
                    <a:gd name="connsiteY185" fmla="*/ 505431 h 1128627"/>
                    <a:gd name="connsiteX186" fmla="*/ 325747 w 483697"/>
                    <a:gd name="connsiteY186" fmla="*/ 506399 h 1128627"/>
                    <a:gd name="connsiteX187" fmla="*/ 323167 w 483697"/>
                    <a:gd name="connsiteY187" fmla="*/ 507044 h 1128627"/>
                    <a:gd name="connsiteX188" fmla="*/ 338645 w 483697"/>
                    <a:gd name="connsiteY188" fmla="*/ 450612 h 1128627"/>
                    <a:gd name="connsiteX189" fmla="*/ 336710 w 483697"/>
                    <a:gd name="connsiteY189" fmla="*/ 449967 h 1128627"/>
                    <a:gd name="connsiteX190" fmla="*/ 335098 w 483697"/>
                    <a:gd name="connsiteY190" fmla="*/ 444486 h 1128627"/>
                    <a:gd name="connsiteX191" fmla="*/ 338967 w 483697"/>
                    <a:gd name="connsiteY191" fmla="*/ 438359 h 1128627"/>
                    <a:gd name="connsiteX192" fmla="*/ 343160 w 483697"/>
                    <a:gd name="connsiteY192" fmla="*/ 432232 h 1128627"/>
                    <a:gd name="connsiteX193" fmla="*/ 349931 w 483697"/>
                    <a:gd name="connsiteY193" fmla="*/ 422236 h 1128627"/>
                    <a:gd name="connsiteX194" fmla="*/ 355413 w 483697"/>
                    <a:gd name="connsiteY194" fmla="*/ 421268 h 1128627"/>
                    <a:gd name="connsiteX195" fmla="*/ 356381 w 483697"/>
                    <a:gd name="connsiteY195" fmla="*/ 426750 h 1128627"/>
                    <a:gd name="connsiteX196" fmla="*/ 349609 w 483697"/>
                    <a:gd name="connsiteY196" fmla="*/ 436746 h 1128627"/>
                    <a:gd name="connsiteX197" fmla="*/ 345417 w 483697"/>
                    <a:gd name="connsiteY197" fmla="*/ 443196 h 1128627"/>
                    <a:gd name="connsiteX198" fmla="*/ 341870 w 483697"/>
                    <a:gd name="connsiteY198" fmla="*/ 449000 h 1128627"/>
                    <a:gd name="connsiteX199" fmla="*/ 338645 w 483697"/>
                    <a:gd name="connsiteY199" fmla="*/ 450612 h 1128627"/>
                    <a:gd name="connsiteX200" fmla="*/ 376051 w 483697"/>
                    <a:gd name="connsiteY200" fmla="*/ 401275 h 1128627"/>
                    <a:gd name="connsiteX201" fmla="*/ 372181 w 483697"/>
                    <a:gd name="connsiteY201" fmla="*/ 398696 h 1128627"/>
                    <a:gd name="connsiteX202" fmla="*/ 371859 w 483697"/>
                    <a:gd name="connsiteY202" fmla="*/ 398051 h 1128627"/>
                    <a:gd name="connsiteX203" fmla="*/ 369924 w 483697"/>
                    <a:gd name="connsiteY203" fmla="*/ 394504 h 1128627"/>
                    <a:gd name="connsiteX204" fmla="*/ 362185 w 483697"/>
                    <a:gd name="connsiteY204" fmla="*/ 372898 h 1128627"/>
                    <a:gd name="connsiteX205" fmla="*/ 366377 w 483697"/>
                    <a:gd name="connsiteY205" fmla="*/ 368706 h 1128627"/>
                    <a:gd name="connsiteX206" fmla="*/ 370569 w 483697"/>
                    <a:gd name="connsiteY206" fmla="*/ 372576 h 1128627"/>
                    <a:gd name="connsiteX207" fmla="*/ 377018 w 483697"/>
                    <a:gd name="connsiteY207" fmla="*/ 390311 h 1128627"/>
                    <a:gd name="connsiteX208" fmla="*/ 379276 w 483697"/>
                    <a:gd name="connsiteY208" fmla="*/ 394181 h 1128627"/>
                    <a:gd name="connsiteX209" fmla="*/ 379921 w 483697"/>
                    <a:gd name="connsiteY209" fmla="*/ 395793 h 1128627"/>
                    <a:gd name="connsiteX210" fmla="*/ 377341 w 483697"/>
                    <a:gd name="connsiteY210" fmla="*/ 400953 h 1128627"/>
                    <a:gd name="connsiteX211" fmla="*/ 376051 w 483697"/>
                    <a:gd name="connsiteY211" fmla="*/ 401275 h 1128627"/>
                    <a:gd name="connsiteX212" fmla="*/ 387015 w 483697"/>
                    <a:gd name="connsiteY212" fmla="*/ 347424 h 1128627"/>
                    <a:gd name="connsiteX213" fmla="*/ 383790 w 483697"/>
                    <a:gd name="connsiteY213" fmla="*/ 345811 h 1128627"/>
                    <a:gd name="connsiteX214" fmla="*/ 384758 w 483697"/>
                    <a:gd name="connsiteY214" fmla="*/ 340330 h 1128627"/>
                    <a:gd name="connsiteX215" fmla="*/ 400881 w 483697"/>
                    <a:gd name="connsiteY215" fmla="*/ 331300 h 1128627"/>
                    <a:gd name="connsiteX216" fmla="*/ 408620 w 483697"/>
                    <a:gd name="connsiteY216" fmla="*/ 327431 h 1128627"/>
                    <a:gd name="connsiteX217" fmla="*/ 414102 w 483697"/>
                    <a:gd name="connsiteY217" fmla="*/ 329043 h 1128627"/>
                    <a:gd name="connsiteX218" fmla="*/ 412489 w 483697"/>
                    <a:gd name="connsiteY218" fmla="*/ 334525 h 1128627"/>
                    <a:gd name="connsiteX219" fmla="*/ 404428 w 483697"/>
                    <a:gd name="connsiteY219" fmla="*/ 338717 h 1128627"/>
                    <a:gd name="connsiteX220" fmla="*/ 389594 w 483697"/>
                    <a:gd name="connsiteY220" fmla="*/ 347101 h 1128627"/>
                    <a:gd name="connsiteX221" fmla="*/ 387015 w 483697"/>
                    <a:gd name="connsiteY221" fmla="*/ 347424 h 1128627"/>
                    <a:gd name="connsiteX222" fmla="*/ 442479 w 483697"/>
                    <a:gd name="connsiteY222" fmla="*/ 315500 h 1128627"/>
                    <a:gd name="connsiteX223" fmla="*/ 438932 w 483697"/>
                    <a:gd name="connsiteY223" fmla="*/ 313242 h 1128627"/>
                    <a:gd name="connsiteX224" fmla="*/ 440866 w 483697"/>
                    <a:gd name="connsiteY224" fmla="*/ 307760 h 1128627"/>
                    <a:gd name="connsiteX225" fmla="*/ 446671 w 483697"/>
                    <a:gd name="connsiteY225" fmla="*/ 305181 h 1128627"/>
                    <a:gd name="connsiteX226" fmla="*/ 453442 w 483697"/>
                    <a:gd name="connsiteY226" fmla="*/ 291960 h 1128627"/>
                    <a:gd name="connsiteX227" fmla="*/ 457634 w 483697"/>
                    <a:gd name="connsiteY227" fmla="*/ 288090 h 1128627"/>
                    <a:gd name="connsiteX228" fmla="*/ 457634 w 483697"/>
                    <a:gd name="connsiteY228" fmla="*/ 288090 h 1128627"/>
                    <a:gd name="connsiteX229" fmla="*/ 461504 w 483697"/>
                    <a:gd name="connsiteY229" fmla="*/ 292282 h 1128627"/>
                    <a:gd name="connsiteX230" fmla="*/ 449573 w 483697"/>
                    <a:gd name="connsiteY230" fmla="*/ 312920 h 1128627"/>
                    <a:gd name="connsiteX231" fmla="*/ 444091 w 483697"/>
                    <a:gd name="connsiteY231" fmla="*/ 315177 h 1128627"/>
                    <a:gd name="connsiteX232" fmla="*/ 442479 w 483697"/>
                    <a:gd name="connsiteY232" fmla="*/ 315500 h 1128627"/>
                    <a:gd name="connsiteX233" fmla="*/ 455377 w 483697"/>
                    <a:gd name="connsiteY233" fmla="*/ 263583 h 1128627"/>
                    <a:gd name="connsiteX234" fmla="*/ 452153 w 483697"/>
                    <a:gd name="connsiteY234" fmla="*/ 261971 h 1128627"/>
                    <a:gd name="connsiteX235" fmla="*/ 453120 w 483697"/>
                    <a:gd name="connsiteY235" fmla="*/ 256488 h 1128627"/>
                    <a:gd name="connsiteX236" fmla="*/ 455700 w 483697"/>
                    <a:gd name="connsiteY236" fmla="*/ 254554 h 1128627"/>
                    <a:gd name="connsiteX237" fmla="*/ 473758 w 483697"/>
                    <a:gd name="connsiteY237" fmla="*/ 240365 h 1128627"/>
                    <a:gd name="connsiteX238" fmla="*/ 479562 w 483697"/>
                    <a:gd name="connsiteY238" fmla="*/ 240688 h 1128627"/>
                    <a:gd name="connsiteX239" fmla="*/ 479240 w 483697"/>
                    <a:gd name="connsiteY239" fmla="*/ 246492 h 1128627"/>
                    <a:gd name="connsiteX240" fmla="*/ 460214 w 483697"/>
                    <a:gd name="connsiteY240" fmla="*/ 261325 h 1128627"/>
                    <a:gd name="connsiteX241" fmla="*/ 457634 w 483697"/>
                    <a:gd name="connsiteY241" fmla="*/ 262938 h 1128627"/>
                    <a:gd name="connsiteX242" fmla="*/ 455377 w 483697"/>
                    <a:gd name="connsiteY242" fmla="*/ 263583 h 1128627"/>
                    <a:gd name="connsiteX243" fmla="*/ 502135 w 483697"/>
                    <a:gd name="connsiteY243" fmla="*/ 220373 h 1128627"/>
                    <a:gd name="connsiteX244" fmla="*/ 499877 w 483697"/>
                    <a:gd name="connsiteY244" fmla="*/ 219727 h 1128627"/>
                    <a:gd name="connsiteX245" fmla="*/ 498588 w 483697"/>
                    <a:gd name="connsiteY245" fmla="*/ 214246 h 1128627"/>
                    <a:gd name="connsiteX246" fmla="*/ 501490 w 483697"/>
                    <a:gd name="connsiteY246" fmla="*/ 208441 h 1128627"/>
                    <a:gd name="connsiteX247" fmla="*/ 502135 w 483697"/>
                    <a:gd name="connsiteY247" fmla="*/ 205217 h 1128627"/>
                    <a:gd name="connsiteX248" fmla="*/ 496330 w 483697"/>
                    <a:gd name="connsiteY248" fmla="*/ 196510 h 1128627"/>
                    <a:gd name="connsiteX249" fmla="*/ 495685 w 483697"/>
                    <a:gd name="connsiteY249" fmla="*/ 190706 h 1128627"/>
                    <a:gd name="connsiteX250" fmla="*/ 501490 w 483697"/>
                    <a:gd name="connsiteY250" fmla="*/ 190061 h 1128627"/>
                    <a:gd name="connsiteX251" fmla="*/ 510519 w 483697"/>
                    <a:gd name="connsiteY251" fmla="*/ 205217 h 1128627"/>
                    <a:gd name="connsiteX252" fmla="*/ 509874 w 483697"/>
                    <a:gd name="connsiteY252" fmla="*/ 210698 h 1128627"/>
                    <a:gd name="connsiteX253" fmla="*/ 506004 w 483697"/>
                    <a:gd name="connsiteY253" fmla="*/ 218438 h 1128627"/>
                    <a:gd name="connsiteX254" fmla="*/ 502135 w 483697"/>
                    <a:gd name="connsiteY254" fmla="*/ 220373 h 1128627"/>
                    <a:gd name="connsiteX255" fmla="*/ 468921 w 483697"/>
                    <a:gd name="connsiteY255" fmla="*/ 174905 h 1128627"/>
                    <a:gd name="connsiteX256" fmla="*/ 466019 w 483697"/>
                    <a:gd name="connsiteY256" fmla="*/ 173615 h 1128627"/>
                    <a:gd name="connsiteX257" fmla="*/ 451185 w 483697"/>
                    <a:gd name="connsiteY257" fmla="*/ 150075 h 1128627"/>
                    <a:gd name="connsiteX258" fmla="*/ 453120 w 483697"/>
                    <a:gd name="connsiteY258" fmla="*/ 144593 h 1128627"/>
                    <a:gd name="connsiteX259" fmla="*/ 458602 w 483697"/>
                    <a:gd name="connsiteY259" fmla="*/ 146528 h 1128627"/>
                    <a:gd name="connsiteX260" fmla="*/ 472145 w 483697"/>
                    <a:gd name="connsiteY260" fmla="*/ 167811 h 1128627"/>
                    <a:gd name="connsiteX261" fmla="*/ 471823 w 483697"/>
                    <a:gd name="connsiteY261" fmla="*/ 173615 h 1128627"/>
                    <a:gd name="connsiteX262" fmla="*/ 468921 w 483697"/>
                    <a:gd name="connsiteY262" fmla="*/ 174905 h 1128627"/>
                    <a:gd name="connsiteX263" fmla="*/ 452153 w 483697"/>
                    <a:gd name="connsiteY263" fmla="*/ 117184 h 1128627"/>
                    <a:gd name="connsiteX264" fmla="*/ 448928 w 483697"/>
                    <a:gd name="connsiteY264" fmla="*/ 115571 h 1128627"/>
                    <a:gd name="connsiteX265" fmla="*/ 446348 w 483697"/>
                    <a:gd name="connsiteY265" fmla="*/ 112992 h 1128627"/>
                    <a:gd name="connsiteX266" fmla="*/ 436029 w 483697"/>
                    <a:gd name="connsiteY266" fmla="*/ 90097 h 1128627"/>
                    <a:gd name="connsiteX267" fmla="*/ 439899 w 483697"/>
                    <a:gd name="connsiteY267" fmla="*/ 85905 h 1128627"/>
                    <a:gd name="connsiteX268" fmla="*/ 439899 w 483697"/>
                    <a:gd name="connsiteY268" fmla="*/ 85905 h 1128627"/>
                    <a:gd name="connsiteX269" fmla="*/ 444091 w 483697"/>
                    <a:gd name="connsiteY269" fmla="*/ 89774 h 1128627"/>
                    <a:gd name="connsiteX270" fmla="*/ 451508 w 483697"/>
                    <a:gd name="connsiteY270" fmla="*/ 106542 h 1128627"/>
                    <a:gd name="connsiteX271" fmla="*/ 455055 w 483697"/>
                    <a:gd name="connsiteY271" fmla="*/ 110090 h 1128627"/>
                    <a:gd name="connsiteX272" fmla="*/ 454410 w 483697"/>
                    <a:gd name="connsiteY272" fmla="*/ 115894 h 1128627"/>
                    <a:gd name="connsiteX273" fmla="*/ 452153 w 483697"/>
                    <a:gd name="connsiteY273" fmla="*/ 117184 h 1128627"/>
                    <a:gd name="connsiteX274" fmla="*/ 417004 w 483697"/>
                    <a:gd name="connsiteY274" fmla="*/ 73651 h 1128627"/>
                    <a:gd name="connsiteX275" fmla="*/ 414747 w 483697"/>
                    <a:gd name="connsiteY275" fmla="*/ 73006 h 1128627"/>
                    <a:gd name="connsiteX276" fmla="*/ 410877 w 483697"/>
                    <a:gd name="connsiteY276" fmla="*/ 70104 h 1128627"/>
                    <a:gd name="connsiteX277" fmla="*/ 394431 w 483697"/>
                    <a:gd name="connsiteY277" fmla="*/ 53336 h 1128627"/>
                    <a:gd name="connsiteX278" fmla="*/ 396044 w 483697"/>
                    <a:gd name="connsiteY278" fmla="*/ 47854 h 1128627"/>
                    <a:gd name="connsiteX279" fmla="*/ 401526 w 483697"/>
                    <a:gd name="connsiteY279" fmla="*/ 49466 h 1128627"/>
                    <a:gd name="connsiteX280" fmla="*/ 416036 w 483697"/>
                    <a:gd name="connsiteY280" fmla="*/ 63655 h 1128627"/>
                    <a:gd name="connsiteX281" fmla="*/ 419261 w 483697"/>
                    <a:gd name="connsiteY281" fmla="*/ 65912 h 1128627"/>
                    <a:gd name="connsiteX282" fmla="*/ 420551 w 483697"/>
                    <a:gd name="connsiteY282" fmla="*/ 71394 h 1128627"/>
                    <a:gd name="connsiteX283" fmla="*/ 417004 w 483697"/>
                    <a:gd name="connsiteY283" fmla="*/ 73651 h 1128627"/>
                    <a:gd name="connsiteX284" fmla="*/ 378953 w 483697"/>
                    <a:gd name="connsiteY284" fmla="*/ 23991 h 1128627"/>
                    <a:gd name="connsiteX285" fmla="*/ 376373 w 483697"/>
                    <a:gd name="connsiteY285" fmla="*/ 23024 h 1128627"/>
                    <a:gd name="connsiteX286" fmla="*/ 372504 w 483697"/>
                    <a:gd name="connsiteY286" fmla="*/ 19799 h 1128627"/>
                    <a:gd name="connsiteX287" fmla="*/ 370569 w 483697"/>
                    <a:gd name="connsiteY287" fmla="*/ 18187 h 1128627"/>
                    <a:gd name="connsiteX288" fmla="*/ 360573 w 483697"/>
                    <a:gd name="connsiteY288" fmla="*/ 10770 h 1128627"/>
                    <a:gd name="connsiteX289" fmla="*/ 355413 w 483697"/>
                    <a:gd name="connsiteY289" fmla="*/ 7223 h 1128627"/>
                    <a:gd name="connsiteX290" fmla="*/ 354446 w 483697"/>
                    <a:gd name="connsiteY290" fmla="*/ 1741 h 1128627"/>
                    <a:gd name="connsiteX291" fmla="*/ 359928 w 483697"/>
                    <a:gd name="connsiteY291" fmla="*/ 774 h 1128627"/>
                    <a:gd name="connsiteX292" fmla="*/ 365087 w 483697"/>
                    <a:gd name="connsiteY292" fmla="*/ 4321 h 1128627"/>
                    <a:gd name="connsiteX293" fmla="*/ 375728 w 483697"/>
                    <a:gd name="connsiteY293" fmla="*/ 12060 h 1128627"/>
                    <a:gd name="connsiteX294" fmla="*/ 377663 w 483697"/>
                    <a:gd name="connsiteY294" fmla="*/ 13672 h 1128627"/>
                    <a:gd name="connsiteX295" fmla="*/ 381855 w 483697"/>
                    <a:gd name="connsiteY295" fmla="*/ 16897 h 1128627"/>
                    <a:gd name="connsiteX296" fmla="*/ 382178 w 483697"/>
                    <a:gd name="connsiteY296" fmla="*/ 22701 h 1128627"/>
                    <a:gd name="connsiteX297" fmla="*/ 378953 w 483697"/>
                    <a:gd name="connsiteY297" fmla="*/ 23991 h 11286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</a:cxnLst>
                  <a:rect l="l" t="t" r="r" b="b"/>
                  <a:pathLst>
                    <a:path w="483697" h="1128627">
                      <a:moveTo>
                        <a:pt x="3927" y="1155843"/>
                      </a:moveTo>
                      <a:cubicBezTo>
                        <a:pt x="3282" y="1155843"/>
                        <a:pt x="2637" y="1155843"/>
                        <a:pt x="2314" y="1155521"/>
                      </a:cubicBezTo>
                      <a:cubicBezTo>
                        <a:pt x="379" y="1154553"/>
                        <a:pt x="-588" y="1151974"/>
                        <a:pt x="379" y="1150039"/>
                      </a:cubicBezTo>
                      <a:cubicBezTo>
                        <a:pt x="4894" y="1141010"/>
                        <a:pt x="8119" y="1136173"/>
                        <a:pt x="11343" y="1134238"/>
                      </a:cubicBezTo>
                      <a:cubicBezTo>
                        <a:pt x="11988" y="1133916"/>
                        <a:pt x="12956" y="1132626"/>
                        <a:pt x="14891" y="1128111"/>
                      </a:cubicBezTo>
                      <a:cubicBezTo>
                        <a:pt x="15858" y="1126176"/>
                        <a:pt x="18115" y="1125209"/>
                        <a:pt x="20372" y="1126176"/>
                      </a:cubicBezTo>
                      <a:cubicBezTo>
                        <a:pt x="22307" y="1127144"/>
                        <a:pt x="23274" y="1129401"/>
                        <a:pt x="22307" y="1131658"/>
                      </a:cubicBezTo>
                      <a:cubicBezTo>
                        <a:pt x="20372" y="1136173"/>
                        <a:pt x="18438" y="1139720"/>
                        <a:pt x="15535" y="1141332"/>
                      </a:cubicBezTo>
                      <a:cubicBezTo>
                        <a:pt x="14245" y="1141977"/>
                        <a:pt x="11988" y="1144879"/>
                        <a:pt x="7474" y="1153586"/>
                      </a:cubicBezTo>
                      <a:cubicBezTo>
                        <a:pt x="6829" y="1155198"/>
                        <a:pt x="5217" y="1155843"/>
                        <a:pt x="3927" y="1155843"/>
                      </a:cubicBezTo>
                      <a:close/>
                      <a:moveTo>
                        <a:pt x="38108" y="1102959"/>
                      </a:moveTo>
                      <a:cubicBezTo>
                        <a:pt x="36818" y="1102959"/>
                        <a:pt x="35528" y="1102314"/>
                        <a:pt x="34883" y="1101347"/>
                      </a:cubicBezTo>
                      <a:cubicBezTo>
                        <a:pt x="33593" y="1099412"/>
                        <a:pt x="33916" y="1097154"/>
                        <a:pt x="35851" y="1095865"/>
                      </a:cubicBezTo>
                      <a:cubicBezTo>
                        <a:pt x="36496" y="1095220"/>
                        <a:pt x="37463" y="1094897"/>
                        <a:pt x="38108" y="1094252"/>
                      </a:cubicBezTo>
                      <a:cubicBezTo>
                        <a:pt x="44557" y="1090383"/>
                        <a:pt x="50362" y="1085546"/>
                        <a:pt x="55843" y="1079419"/>
                      </a:cubicBezTo>
                      <a:cubicBezTo>
                        <a:pt x="57456" y="1077807"/>
                        <a:pt x="60036" y="1077807"/>
                        <a:pt x="61648" y="1079096"/>
                      </a:cubicBezTo>
                      <a:cubicBezTo>
                        <a:pt x="63260" y="1080709"/>
                        <a:pt x="63260" y="1083289"/>
                        <a:pt x="61970" y="1084901"/>
                      </a:cubicBezTo>
                      <a:cubicBezTo>
                        <a:pt x="55843" y="1091673"/>
                        <a:pt x="49717" y="1096832"/>
                        <a:pt x="42623" y="1101024"/>
                      </a:cubicBezTo>
                      <a:cubicBezTo>
                        <a:pt x="41977" y="1101347"/>
                        <a:pt x="41333" y="1101669"/>
                        <a:pt x="41010" y="1102314"/>
                      </a:cubicBezTo>
                      <a:cubicBezTo>
                        <a:pt x="40043" y="1102636"/>
                        <a:pt x="39075" y="1102959"/>
                        <a:pt x="38108" y="1102959"/>
                      </a:cubicBezTo>
                      <a:close/>
                      <a:moveTo>
                        <a:pt x="82286" y="1056846"/>
                      </a:moveTo>
                      <a:cubicBezTo>
                        <a:pt x="81641" y="1056846"/>
                        <a:pt x="80673" y="1056524"/>
                        <a:pt x="80028" y="1056201"/>
                      </a:cubicBezTo>
                      <a:cubicBezTo>
                        <a:pt x="78094" y="1054912"/>
                        <a:pt x="77771" y="1052332"/>
                        <a:pt x="79061" y="1050720"/>
                      </a:cubicBezTo>
                      <a:cubicBezTo>
                        <a:pt x="81963" y="1046527"/>
                        <a:pt x="84221" y="1042658"/>
                        <a:pt x="86800" y="1038466"/>
                      </a:cubicBezTo>
                      <a:cubicBezTo>
                        <a:pt x="89057" y="1034919"/>
                        <a:pt x="90992" y="1031372"/>
                        <a:pt x="93249" y="1028147"/>
                      </a:cubicBezTo>
                      <a:cubicBezTo>
                        <a:pt x="94539" y="1026212"/>
                        <a:pt x="97119" y="1025890"/>
                        <a:pt x="98731" y="1027180"/>
                      </a:cubicBezTo>
                      <a:cubicBezTo>
                        <a:pt x="100666" y="1028469"/>
                        <a:pt x="100989" y="1031049"/>
                        <a:pt x="99699" y="1032661"/>
                      </a:cubicBezTo>
                      <a:cubicBezTo>
                        <a:pt x="97441" y="1035564"/>
                        <a:pt x="95507" y="1039111"/>
                        <a:pt x="93572" y="1042658"/>
                      </a:cubicBezTo>
                      <a:cubicBezTo>
                        <a:pt x="90992" y="1046850"/>
                        <a:pt x="88735" y="1051042"/>
                        <a:pt x="85510" y="1055234"/>
                      </a:cubicBezTo>
                      <a:cubicBezTo>
                        <a:pt x="84543" y="1056524"/>
                        <a:pt x="83253" y="1056846"/>
                        <a:pt x="82286" y="1056846"/>
                      </a:cubicBezTo>
                      <a:close/>
                      <a:moveTo>
                        <a:pt x="122594" y="1008477"/>
                      </a:moveTo>
                      <a:cubicBezTo>
                        <a:pt x="121949" y="1008477"/>
                        <a:pt x="121626" y="1008477"/>
                        <a:pt x="120981" y="1008154"/>
                      </a:cubicBezTo>
                      <a:cubicBezTo>
                        <a:pt x="119047" y="1007187"/>
                        <a:pt x="118079" y="1004930"/>
                        <a:pt x="119047" y="1002672"/>
                      </a:cubicBezTo>
                      <a:cubicBezTo>
                        <a:pt x="120981" y="998480"/>
                        <a:pt x="122594" y="991708"/>
                        <a:pt x="123884" y="981390"/>
                      </a:cubicBezTo>
                      <a:cubicBezTo>
                        <a:pt x="124206" y="980100"/>
                        <a:pt x="124206" y="978810"/>
                        <a:pt x="124529" y="977842"/>
                      </a:cubicBezTo>
                      <a:cubicBezTo>
                        <a:pt x="124851" y="975585"/>
                        <a:pt x="126786" y="974295"/>
                        <a:pt x="129043" y="974295"/>
                      </a:cubicBezTo>
                      <a:cubicBezTo>
                        <a:pt x="131300" y="974618"/>
                        <a:pt x="132913" y="976553"/>
                        <a:pt x="132590" y="978810"/>
                      </a:cubicBezTo>
                      <a:cubicBezTo>
                        <a:pt x="132268" y="980100"/>
                        <a:pt x="132268" y="981067"/>
                        <a:pt x="131945" y="982357"/>
                      </a:cubicBezTo>
                      <a:cubicBezTo>
                        <a:pt x="130333" y="993643"/>
                        <a:pt x="128721" y="1000737"/>
                        <a:pt x="126463" y="1005897"/>
                      </a:cubicBezTo>
                      <a:cubicBezTo>
                        <a:pt x="125496" y="1007509"/>
                        <a:pt x="123884" y="1008477"/>
                        <a:pt x="122594" y="1008477"/>
                      </a:cubicBezTo>
                      <a:close/>
                      <a:moveTo>
                        <a:pt x="134847" y="945918"/>
                      </a:moveTo>
                      <a:cubicBezTo>
                        <a:pt x="134847" y="945918"/>
                        <a:pt x="134525" y="945918"/>
                        <a:pt x="134525" y="945918"/>
                      </a:cubicBezTo>
                      <a:cubicBezTo>
                        <a:pt x="132268" y="945596"/>
                        <a:pt x="130655" y="943661"/>
                        <a:pt x="130978" y="941404"/>
                      </a:cubicBezTo>
                      <a:cubicBezTo>
                        <a:pt x="130978" y="940114"/>
                        <a:pt x="131300" y="938824"/>
                        <a:pt x="131300" y="937534"/>
                      </a:cubicBezTo>
                      <a:cubicBezTo>
                        <a:pt x="131300" y="933665"/>
                        <a:pt x="130655" y="929795"/>
                        <a:pt x="129365" y="925281"/>
                      </a:cubicBezTo>
                      <a:cubicBezTo>
                        <a:pt x="128721" y="922701"/>
                        <a:pt x="127753" y="919799"/>
                        <a:pt x="126786" y="916897"/>
                      </a:cubicBezTo>
                      <a:cubicBezTo>
                        <a:pt x="126141" y="914639"/>
                        <a:pt x="127108" y="912382"/>
                        <a:pt x="129365" y="911737"/>
                      </a:cubicBezTo>
                      <a:cubicBezTo>
                        <a:pt x="131623" y="911092"/>
                        <a:pt x="133880" y="912060"/>
                        <a:pt x="134525" y="914317"/>
                      </a:cubicBezTo>
                      <a:cubicBezTo>
                        <a:pt x="135492" y="917219"/>
                        <a:pt x="136460" y="920121"/>
                        <a:pt x="137427" y="923024"/>
                      </a:cubicBezTo>
                      <a:cubicBezTo>
                        <a:pt x="139039" y="928183"/>
                        <a:pt x="139684" y="932697"/>
                        <a:pt x="139684" y="937534"/>
                      </a:cubicBezTo>
                      <a:cubicBezTo>
                        <a:pt x="139684" y="939147"/>
                        <a:pt x="139684" y="940437"/>
                        <a:pt x="139362" y="942049"/>
                      </a:cubicBezTo>
                      <a:cubicBezTo>
                        <a:pt x="138717" y="944306"/>
                        <a:pt x="136782" y="945918"/>
                        <a:pt x="134847" y="945918"/>
                      </a:cubicBezTo>
                      <a:close/>
                      <a:moveTo>
                        <a:pt x="117112" y="884650"/>
                      </a:moveTo>
                      <a:cubicBezTo>
                        <a:pt x="115499" y="884650"/>
                        <a:pt x="113887" y="883683"/>
                        <a:pt x="113242" y="881748"/>
                      </a:cubicBezTo>
                      <a:cubicBezTo>
                        <a:pt x="111952" y="877556"/>
                        <a:pt x="111307" y="874331"/>
                        <a:pt x="111307" y="871751"/>
                      </a:cubicBezTo>
                      <a:cubicBezTo>
                        <a:pt x="111307" y="867882"/>
                        <a:pt x="108405" y="862723"/>
                        <a:pt x="105181" y="857885"/>
                      </a:cubicBezTo>
                      <a:cubicBezTo>
                        <a:pt x="103891" y="855951"/>
                        <a:pt x="104536" y="853371"/>
                        <a:pt x="106470" y="852404"/>
                      </a:cubicBezTo>
                      <a:cubicBezTo>
                        <a:pt x="108405" y="851114"/>
                        <a:pt x="110985" y="851759"/>
                        <a:pt x="111952" y="853694"/>
                      </a:cubicBezTo>
                      <a:cubicBezTo>
                        <a:pt x="115499" y="859175"/>
                        <a:pt x="119369" y="865625"/>
                        <a:pt x="119369" y="872074"/>
                      </a:cubicBezTo>
                      <a:cubicBezTo>
                        <a:pt x="119369" y="873686"/>
                        <a:pt x="120014" y="876266"/>
                        <a:pt x="120981" y="879813"/>
                      </a:cubicBezTo>
                      <a:cubicBezTo>
                        <a:pt x="121626" y="882070"/>
                        <a:pt x="120336" y="884328"/>
                        <a:pt x="118402" y="884973"/>
                      </a:cubicBezTo>
                      <a:cubicBezTo>
                        <a:pt x="118079" y="884650"/>
                        <a:pt x="117757" y="884650"/>
                        <a:pt x="117112" y="884650"/>
                      </a:cubicBezTo>
                      <a:close/>
                      <a:moveTo>
                        <a:pt x="92927" y="826284"/>
                      </a:moveTo>
                      <a:cubicBezTo>
                        <a:pt x="91315" y="826284"/>
                        <a:pt x="89702" y="824994"/>
                        <a:pt x="89057" y="823382"/>
                      </a:cubicBezTo>
                      <a:cubicBezTo>
                        <a:pt x="87445" y="817900"/>
                        <a:pt x="85188" y="810161"/>
                        <a:pt x="82931" y="807259"/>
                      </a:cubicBezTo>
                      <a:lnTo>
                        <a:pt x="82608" y="806936"/>
                      </a:lnTo>
                      <a:cubicBezTo>
                        <a:pt x="81318" y="805324"/>
                        <a:pt x="79706" y="803389"/>
                        <a:pt x="78094" y="800809"/>
                      </a:cubicBezTo>
                      <a:cubicBezTo>
                        <a:pt x="76804" y="798874"/>
                        <a:pt x="77449" y="796617"/>
                        <a:pt x="79061" y="795327"/>
                      </a:cubicBezTo>
                      <a:cubicBezTo>
                        <a:pt x="80996" y="794038"/>
                        <a:pt x="83253" y="794682"/>
                        <a:pt x="84543" y="796295"/>
                      </a:cubicBezTo>
                      <a:cubicBezTo>
                        <a:pt x="86155" y="798552"/>
                        <a:pt x="87445" y="800487"/>
                        <a:pt x="88735" y="801777"/>
                      </a:cubicBezTo>
                      <a:lnTo>
                        <a:pt x="89057" y="802099"/>
                      </a:lnTo>
                      <a:cubicBezTo>
                        <a:pt x="92282" y="805969"/>
                        <a:pt x="94217" y="812740"/>
                        <a:pt x="96797" y="821125"/>
                      </a:cubicBezTo>
                      <a:cubicBezTo>
                        <a:pt x="97441" y="823382"/>
                        <a:pt x="96152" y="825639"/>
                        <a:pt x="93894" y="825962"/>
                      </a:cubicBezTo>
                      <a:cubicBezTo>
                        <a:pt x="93572" y="826284"/>
                        <a:pt x="93249" y="826284"/>
                        <a:pt x="92927" y="826284"/>
                      </a:cubicBezTo>
                      <a:close/>
                      <a:moveTo>
                        <a:pt x="198695" y="803711"/>
                      </a:moveTo>
                      <a:cubicBezTo>
                        <a:pt x="198051" y="803711"/>
                        <a:pt x="197405" y="803711"/>
                        <a:pt x="196761" y="803389"/>
                      </a:cubicBezTo>
                      <a:cubicBezTo>
                        <a:pt x="191924" y="800809"/>
                        <a:pt x="182895" y="800487"/>
                        <a:pt x="175156" y="800487"/>
                      </a:cubicBezTo>
                      <a:lnTo>
                        <a:pt x="172253" y="800487"/>
                      </a:lnTo>
                      <a:cubicBezTo>
                        <a:pt x="169996" y="800487"/>
                        <a:pt x="168384" y="798552"/>
                        <a:pt x="168384" y="796295"/>
                      </a:cubicBezTo>
                      <a:cubicBezTo>
                        <a:pt x="168384" y="794038"/>
                        <a:pt x="170319" y="792425"/>
                        <a:pt x="172576" y="792425"/>
                      </a:cubicBezTo>
                      <a:lnTo>
                        <a:pt x="175478" y="792425"/>
                      </a:lnTo>
                      <a:cubicBezTo>
                        <a:pt x="184507" y="792748"/>
                        <a:pt x="193858" y="792748"/>
                        <a:pt x="200630" y="796295"/>
                      </a:cubicBezTo>
                      <a:cubicBezTo>
                        <a:pt x="202565" y="797262"/>
                        <a:pt x="203210" y="799842"/>
                        <a:pt x="202242" y="801777"/>
                      </a:cubicBezTo>
                      <a:cubicBezTo>
                        <a:pt x="201598" y="803067"/>
                        <a:pt x="199985" y="803711"/>
                        <a:pt x="198695" y="803711"/>
                      </a:cubicBezTo>
                      <a:close/>
                      <a:moveTo>
                        <a:pt x="225137" y="796295"/>
                      </a:moveTo>
                      <a:cubicBezTo>
                        <a:pt x="224815" y="796295"/>
                        <a:pt x="224493" y="796295"/>
                        <a:pt x="224170" y="796295"/>
                      </a:cubicBezTo>
                      <a:cubicBezTo>
                        <a:pt x="221913" y="795972"/>
                        <a:pt x="220623" y="793715"/>
                        <a:pt x="220945" y="791458"/>
                      </a:cubicBezTo>
                      <a:cubicBezTo>
                        <a:pt x="221268" y="790168"/>
                        <a:pt x="221590" y="787588"/>
                        <a:pt x="221590" y="784686"/>
                      </a:cubicBezTo>
                      <a:cubicBezTo>
                        <a:pt x="221590" y="777592"/>
                        <a:pt x="218688" y="777592"/>
                        <a:pt x="217398" y="777592"/>
                      </a:cubicBezTo>
                      <a:cubicBezTo>
                        <a:pt x="216108" y="777592"/>
                        <a:pt x="215141" y="777592"/>
                        <a:pt x="213851" y="777592"/>
                      </a:cubicBezTo>
                      <a:cubicBezTo>
                        <a:pt x="211594" y="777592"/>
                        <a:pt x="209982" y="775657"/>
                        <a:pt x="209982" y="773400"/>
                      </a:cubicBezTo>
                      <a:cubicBezTo>
                        <a:pt x="209982" y="771143"/>
                        <a:pt x="212239" y="769208"/>
                        <a:pt x="214174" y="769530"/>
                      </a:cubicBezTo>
                      <a:cubicBezTo>
                        <a:pt x="215141" y="769530"/>
                        <a:pt x="216431" y="769530"/>
                        <a:pt x="217398" y="769530"/>
                      </a:cubicBezTo>
                      <a:cubicBezTo>
                        <a:pt x="225137" y="769530"/>
                        <a:pt x="229652" y="775012"/>
                        <a:pt x="229652" y="784686"/>
                      </a:cubicBezTo>
                      <a:cubicBezTo>
                        <a:pt x="229652" y="787911"/>
                        <a:pt x="229007" y="791135"/>
                        <a:pt x="228685" y="793070"/>
                      </a:cubicBezTo>
                      <a:cubicBezTo>
                        <a:pt x="228685" y="795005"/>
                        <a:pt x="226750" y="796295"/>
                        <a:pt x="225137" y="796295"/>
                      </a:cubicBezTo>
                      <a:close/>
                      <a:moveTo>
                        <a:pt x="145489" y="780494"/>
                      </a:moveTo>
                      <a:cubicBezTo>
                        <a:pt x="144521" y="780494"/>
                        <a:pt x="143554" y="780172"/>
                        <a:pt x="142587" y="779204"/>
                      </a:cubicBezTo>
                      <a:cubicBezTo>
                        <a:pt x="137750" y="774367"/>
                        <a:pt x="131300" y="771143"/>
                        <a:pt x="124206" y="769530"/>
                      </a:cubicBezTo>
                      <a:cubicBezTo>
                        <a:pt x="122916" y="769208"/>
                        <a:pt x="121626" y="768885"/>
                        <a:pt x="120336" y="768240"/>
                      </a:cubicBezTo>
                      <a:cubicBezTo>
                        <a:pt x="118402" y="767273"/>
                        <a:pt x="117434" y="764693"/>
                        <a:pt x="118402" y="762758"/>
                      </a:cubicBezTo>
                      <a:cubicBezTo>
                        <a:pt x="119369" y="760824"/>
                        <a:pt x="121949" y="759856"/>
                        <a:pt x="123884" y="760824"/>
                      </a:cubicBezTo>
                      <a:cubicBezTo>
                        <a:pt x="124529" y="761146"/>
                        <a:pt x="125173" y="761469"/>
                        <a:pt x="125818" y="761469"/>
                      </a:cubicBezTo>
                      <a:cubicBezTo>
                        <a:pt x="134525" y="763081"/>
                        <a:pt x="142587" y="767273"/>
                        <a:pt x="148391" y="773400"/>
                      </a:cubicBezTo>
                      <a:cubicBezTo>
                        <a:pt x="150003" y="775012"/>
                        <a:pt x="150003" y="777592"/>
                        <a:pt x="148391" y="779204"/>
                      </a:cubicBezTo>
                      <a:cubicBezTo>
                        <a:pt x="147424" y="780172"/>
                        <a:pt x="146456" y="780494"/>
                        <a:pt x="145489" y="780494"/>
                      </a:cubicBezTo>
                      <a:close/>
                      <a:moveTo>
                        <a:pt x="178058" y="768563"/>
                      </a:moveTo>
                      <a:cubicBezTo>
                        <a:pt x="177413" y="768563"/>
                        <a:pt x="176768" y="768563"/>
                        <a:pt x="176123" y="768240"/>
                      </a:cubicBezTo>
                      <a:cubicBezTo>
                        <a:pt x="164514" y="762436"/>
                        <a:pt x="158065" y="754374"/>
                        <a:pt x="157742" y="745345"/>
                      </a:cubicBezTo>
                      <a:cubicBezTo>
                        <a:pt x="157742" y="743088"/>
                        <a:pt x="159355" y="741153"/>
                        <a:pt x="161612" y="741153"/>
                      </a:cubicBezTo>
                      <a:cubicBezTo>
                        <a:pt x="163869" y="741153"/>
                        <a:pt x="165804" y="742766"/>
                        <a:pt x="165804" y="745023"/>
                      </a:cubicBezTo>
                      <a:cubicBezTo>
                        <a:pt x="166449" y="752762"/>
                        <a:pt x="173866" y="757921"/>
                        <a:pt x="179992" y="761146"/>
                      </a:cubicBezTo>
                      <a:cubicBezTo>
                        <a:pt x="181927" y="762113"/>
                        <a:pt x="182895" y="764693"/>
                        <a:pt x="181605" y="766628"/>
                      </a:cubicBezTo>
                      <a:cubicBezTo>
                        <a:pt x="180960" y="767918"/>
                        <a:pt x="179670" y="768563"/>
                        <a:pt x="178058" y="768563"/>
                      </a:cubicBezTo>
                      <a:close/>
                      <a:moveTo>
                        <a:pt x="75514" y="766950"/>
                      </a:moveTo>
                      <a:cubicBezTo>
                        <a:pt x="75191" y="766950"/>
                        <a:pt x="74869" y="766950"/>
                        <a:pt x="74224" y="766950"/>
                      </a:cubicBezTo>
                      <a:cubicBezTo>
                        <a:pt x="71967" y="766306"/>
                        <a:pt x="70999" y="764048"/>
                        <a:pt x="71644" y="761791"/>
                      </a:cubicBezTo>
                      <a:cubicBezTo>
                        <a:pt x="72612" y="758566"/>
                        <a:pt x="73901" y="755019"/>
                        <a:pt x="75514" y="751795"/>
                      </a:cubicBezTo>
                      <a:cubicBezTo>
                        <a:pt x="79383" y="743733"/>
                        <a:pt x="84543" y="739541"/>
                        <a:pt x="90992" y="739541"/>
                      </a:cubicBezTo>
                      <a:lnTo>
                        <a:pt x="91637" y="739541"/>
                      </a:lnTo>
                      <a:cubicBezTo>
                        <a:pt x="93894" y="739541"/>
                        <a:pt x="95507" y="741476"/>
                        <a:pt x="95507" y="743733"/>
                      </a:cubicBezTo>
                      <a:cubicBezTo>
                        <a:pt x="95507" y="745990"/>
                        <a:pt x="93572" y="747603"/>
                        <a:pt x="91315" y="747603"/>
                      </a:cubicBezTo>
                      <a:cubicBezTo>
                        <a:pt x="90025" y="747603"/>
                        <a:pt x="86478" y="747603"/>
                        <a:pt x="82931" y="755342"/>
                      </a:cubicBezTo>
                      <a:cubicBezTo>
                        <a:pt x="81641" y="758244"/>
                        <a:pt x="80351" y="761146"/>
                        <a:pt x="79383" y="764048"/>
                      </a:cubicBezTo>
                      <a:cubicBezTo>
                        <a:pt x="78738" y="765661"/>
                        <a:pt x="77126" y="766950"/>
                        <a:pt x="75514" y="766950"/>
                      </a:cubicBezTo>
                      <a:close/>
                      <a:moveTo>
                        <a:pt x="159355" y="711809"/>
                      </a:moveTo>
                      <a:cubicBezTo>
                        <a:pt x="157097" y="711809"/>
                        <a:pt x="155485" y="710197"/>
                        <a:pt x="155485" y="707939"/>
                      </a:cubicBezTo>
                      <a:cubicBezTo>
                        <a:pt x="155485" y="705037"/>
                        <a:pt x="155163" y="702135"/>
                        <a:pt x="155163" y="699878"/>
                      </a:cubicBezTo>
                      <a:cubicBezTo>
                        <a:pt x="155163" y="693751"/>
                        <a:pt x="153550" y="687624"/>
                        <a:pt x="152260" y="682465"/>
                      </a:cubicBezTo>
                      <a:cubicBezTo>
                        <a:pt x="151616" y="680208"/>
                        <a:pt x="152905" y="677950"/>
                        <a:pt x="155163" y="677628"/>
                      </a:cubicBezTo>
                      <a:cubicBezTo>
                        <a:pt x="157420" y="676983"/>
                        <a:pt x="159677" y="678273"/>
                        <a:pt x="160000" y="680530"/>
                      </a:cubicBezTo>
                      <a:cubicBezTo>
                        <a:pt x="161612" y="686334"/>
                        <a:pt x="163224" y="693106"/>
                        <a:pt x="163224" y="700200"/>
                      </a:cubicBezTo>
                      <a:cubicBezTo>
                        <a:pt x="163224" y="702457"/>
                        <a:pt x="163224" y="705037"/>
                        <a:pt x="163547" y="707939"/>
                      </a:cubicBezTo>
                      <a:cubicBezTo>
                        <a:pt x="163547" y="709874"/>
                        <a:pt x="161612" y="711486"/>
                        <a:pt x="159355" y="711809"/>
                      </a:cubicBezTo>
                      <a:cubicBezTo>
                        <a:pt x="159355" y="711809"/>
                        <a:pt x="159355" y="711809"/>
                        <a:pt x="159355" y="711809"/>
                      </a:cubicBezTo>
                      <a:close/>
                      <a:moveTo>
                        <a:pt x="154518" y="648928"/>
                      </a:moveTo>
                      <a:cubicBezTo>
                        <a:pt x="154195" y="648928"/>
                        <a:pt x="154195" y="648928"/>
                        <a:pt x="153873" y="648928"/>
                      </a:cubicBezTo>
                      <a:cubicBezTo>
                        <a:pt x="151616" y="648606"/>
                        <a:pt x="150003" y="646671"/>
                        <a:pt x="150326" y="644414"/>
                      </a:cubicBezTo>
                      <a:cubicBezTo>
                        <a:pt x="150648" y="641189"/>
                        <a:pt x="150971" y="638287"/>
                        <a:pt x="150971" y="634740"/>
                      </a:cubicBezTo>
                      <a:cubicBezTo>
                        <a:pt x="150971" y="627323"/>
                        <a:pt x="151938" y="621519"/>
                        <a:pt x="153550" y="617004"/>
                      </a:cubicBezTo>
                      <a:cubicBezTo>
                        <a:pt x="154518" y="615069"/>
                        <a:pt x="156775" y="613780"/>
                        <a:pt x="158710" y="614747"/>
                      </a:cubicBezTo>
                      <a:cubicBezTo>
                        <a:pt x="160644" y="615715"/>
                        <a:pt x="161934" y="617972"/>
                        <a:pt x="160967" y="619907"/>
                      </a:cubicBezTo>
                      <a:cubicBezTo>
                        <a:pt x="159677" y="623131"/>
                        <a:pt x="159032" y="628291"/>
                        <a:pt x="159032" y="634740"/>
                      </a:cubicBezTo>
                      <a:cubicBezTo>
                        <a:pt x="159032" y="638610"/>
                        <a:pt x="158710" y="642157"/>
                        <a:pt x="158387" y="645704"/>
                      </a:cubicBezTo>
                      <a:cubicBezTo>
                        <a:pt x="158065" y="647639"/>
                        <a:pt x="156453" y="648928"/>
                        <a:pt x="154518" y="648928"/>
                      </a:cubicBezTo>
                      <a:close/>
                      <a:moveTo>
                        <a:pt x="186442" y="602171"/>
                      </a:moveTo>
                      <a:cubicBezTo>
                        <a:pt x="185474" y="602171"/>
                        <a:pt x="184829" y="601849"/>
                        <a:pt x="183862" y="601203"/>
                      </a:cubicBezTo>
                      <a:cubicBezTo>
                        <a:pt x="182250" y="599914"/>
                        <a:pt x="181927" y="597334"/>
                        <a:pt x="183217" y="595399"/>
                      </a:cubicBezTo>
                      <a:lnTo>
                        <a:pt x="183862" y="594432"/>
                      </a:lnTo>
                      <a:cubicBezTo>
                        <a:pt x="186119" y="591530"/>
                        <a:pt x="186119" y="587983"/>
                        <a:pt x="186442" y="584113"/>
                      </a:cubicBezTo>
                      <a:cubicBezTo>
                        <a:pt x="186764" y="579276"/>
                        <a:pt x="187087" y="573794"/>
                        <a:pt x="192246" y="570569"/>
                      </a:cubicBezTo>
                      <a:cubicBezTo>
                        <a:pt x="193858" y="569280"/>
                        <a:pt x="196438" y="569602"/>
                        <a:pt x="198051" y="571214"/>
                      </a:cubicBezTo>
                      <a:cubicBezTo>
                        <a:pt x="199340" y="572827"/>
                        <a:pt x="199018" y="575406"/>
                        <a:pt x="197405" y="576696"/>
                      </a:cubicBezTo>
                      <a:cubicBezTo>
                        <a:pt x="197083" y="577019"/>
                        <a:pt x="196761" y="577019"/>
                        <a:pt x="196438" y="577341"/>
                      </a:cubicBezTo>
                      <a:cubicBezTo>
                        <a:pt x="194826" y="578309"/>
                        <a:pt x="194826" y="580243"/>
                        <a:pt x="194503" y="584435"/>
                      </a:cubicBezTo>
                      <a:cubicBezTo>
                        <a:pt x="194181" y="588950"/>
                        <a:pt x="193858" y="594109"/>
                        <a:pt x="190311" y="598946"/>
                      </a:cubicBezTo>
                      <a:lnTo>
                        <a:pt x="189344" y="599914"/>
                      </a:lnTo>
                      <a:cubicBezTo>
                        <a:pt x="189022" y="601526"/>
                        <a:pt x="187732" y="602171"/>
                        <a:pt x="186442" y="602171"/>
                      </a:cubicBezTo>
                      <a:close/>
                      <a:moveTo>
                        <a:pt x="283503" y="552511"/>
                      </a:moveTo>
                      <a:cubicBezTo>
                        <a:pt x="281569" y="552511"/>
                        <a:pt x="279634" y="550899"/>
                        <a:pt x="279634" y="548964"/>
                      </a:cubicBezTo>
                      <a:cubicBezTo>
                        <a:pt x="279312" y="546707"/>
                        <a:pt x="280924" y="544772"/>
                        <a:pt x="283181" y="544450"/>
                      </a:cubicBezTo>
                      <a:cubicBezTo>
                        <a:pt x="290275" y="543482"/>
                        <a:pt x="297692" y="539613"/>
                        <a:pt x="303496" y="533163"/>
                      </a:cubicBezTo>
                      <a:cubicBezTo>
                        <a:pt x="305109" y="531551"/>
                        <a:pt x="307688" y="531229"/>
                        <a:pt x="309301" y="532841"/>
                      </a:cubicBezTo>
                      <a:cubicBezTo>
                        <a:pt x="310913" y="534453"/>
                        <a:pt x="311235" y="537033"/>
                        <a:pt x="309623" y="538645"/>
                      </a:cubicBezTo>
                      <a:cubicBezTo>
                        <a:pt x="302529" y="546707"/>
                        <a:pt x="293178" y="551544"/>
                        <a:pt x="284149" y="552834"/>
                      </a:cubicBezTo>
                      <a:cubicBezTo>
                        <a:pt x="283826" y="552511"/>
                        <a:pt x="283503" y="552511"/>
                        <a:pt x="283503" y="552511"/>
                      </a:cubicBezTo>
                      <a:close/>
                      <a:moveTo>
                        <a:pt x="246098" y="551222"/>
                      </a:moveTo>
                      <a:cubicBezTo>
                        <a:pt x="246098" y="551222"/>
                        <a:pt x="246098" y="551222"/>
                        <a:pt x="246098" y="551222"/>
                      </a:cubicBezTo>
                      <a:cubicBezTo>
                        <a:pt x="237391" y="550899"/>
                        <a:pt x="229652" y="550899"/>
                        <a:pt x="223525" y="550899"/>
                      </a:cubicBezTo>
                      <a:cubicBezTo>
                        <a:pt x="222235" y="550899"/>
                        <a:pt x="221268" y="550899"/>
                        <a:pt x="220300" y="551222"/>
                      </a:cubicBezTo>
                      <a:cubicBezTo>
                        <a:pt x="218043" y="551544"/>
                        <a:pt x="216108" y="550254"/>
                        <a:pt x="215464" y="547997"/>
                      </a:cubicBezTo>
                      <a:cubicBezTo>
                        <a:pt x="215141" y="545739"/>
                        <a:pt x="216431" y="543805"/>
                        <a:pt x="218688" y="543160"/>
                      </a:cubicBezTo>
                      <a:cubicBezTo>
                        <a:pt x="220300" y="542837"/>
                        <a:pt x="221913" y="542515"/>
                        <a:pt x="223525" y="542515"/>
                      </a:cubicBezTo>
                      <a:cubicBezTo>
                        <a:pt x="229974" y="542515"/>
                        <a:pt x="237391" y="542515"/>
                        <a:pt x="246098" y="542837"/>
                      </a:cubicBezTo>
                      <a:cubicBezTo>
                        <a:pt x="248355" y="542837"/>
                        <a:pt x="249967" y="544772"/>
                        <a:pt x="249967" y="547029"/>
                      </a:cubicBezTo>
                      <a:cubicBezTo>
                        <a:pt x="250290" y="549609"/>
                        <a:pt x="248355" y="551222"/>
                        <a:pt x="246098" y="551222"/>
                      </a:cubicBezTo>
                      <a:close/>
                      <a:moveTo>
                        <a:pt x="323167" y="507044"/>
                      </a:moveTo>
                      <a:cubicBezTo>
                        <a:pt x="321877" y="507044"/>
                        <a:pt x="320909" y="506399"/>
                        <a:pt x="319942" y="505754"/>
                      </a:cubicBezTo>
                      <a:cubicBezTo>
                        <a:pt x="318652" y="504141"/>
                        <a:pt x="318652" y="501562"/>
                        <a:pt x="320587" y="499950"/>
                      </a:cubicBezTo>
                      <a:cubicBezTo>
                        <a:pt x="322199" y="498660"/>
                        <a:pt x="324134" y="497692"/>
                        <a:pt x="327036" y="497047"/>
                      </a:cubicBezTo>
                      <a:cubicBezTo>
                        <a:pt x="328326" y="496725"/>
                        <a:pt x="330584" y="496402"/>
                        <a:pt x="330584" y="489631"/>
                      </a:cubicBezTo>
                      <a:cubicBezTo>
                        <a:pt x="330584" y="487696"/>
                        <a:pt x="330261" y="485761"/>
                        <a:pt x="329938" y="483181"/>
                      </a:cubicBezTo>
                      <a:cubicBezTo>
                        <a:pt x="329616" y="480924"/>
                        <a:pt x="331228" y="478989"/>
                        <a:pt x="333486" y="478667"/>
                      </a:cubicBezTo>
                      <a:cubicBezTo>
                        <a:pt x="335743" y="478344"/>
                        <a:pt x="337678" y="479957"/>
                        <a:pt x="338000" y="482214"/>
                      </a:cubicBezTo>
                      <a:cubicBezTo>
                        <a:pt x="338323" y="485116"/>
                        <a:pt x="338645" y="487696"/>
                        <a:pt x="338645" y="489953"/>
                      </a:cubicBezTo>
                      <a:cubicBezTo>
                        <a:pt x="338645" y="500917"/>
                        <a:pt x="333163" y="504464"/>
                        <a:pt x="328649" y="505431"/>
                      </a:cubicBezTo>
                      <a:cubicBezTo>
                        <a:pt x="327359" y="505754"/>
                        <a:pt x="326391" y="506076"/>
                        <a:pt x="325747" y="506399"/>
                      </a:cubicBezTo>
                      <a:cubicBezTo>
                        <a:pt x="325101" y="506721"/>
                        <a:pt x="324134" y="507044"/>
                        <a:pt x="323167" y="507044"/>
                      </a:cubicBezTo>
                      <a:close/>
                      <a:moveTo>
                        <a:pt x="338645" y="450612"/>
                      </a:moveTo>
                      <a:cubicBezTo>
                        <a:pt x="338000" y="450612"/>
                        <a:pt x="337355" y="450290"/>
                        <a:pt x="336710" y="449967"/>
                      </a:cubicBezTo>
                      <a:cubicBezTo>
                        <a:pt x="334775" y="449000"/>
                        <a:pt x="334131" y="446420"/>
                        <a:pt x="335098" y="444486"/>
                      </a:cubicBezTo>
                      <a:cubicBezTo>
                        <a:pt x="336388" y="442228"/>
                        <a:pt x="337678" y="440294"/>
                        <a:pt x="338967" y="438359"/>
                      </a:cubicBezTo>
                      <a:cubicBezTo>
                        <a:pt x="340257" y="436424"/>
                        <a:pt x="341547" y="434489"/>
                        <a:pt x="343160" y="432232"/>
                      </a:cubicBezTo>
                      <a:cubicBezTo>
                        <a:pt x="345417" y="429007"/>
                        <a:pt x="347674" y="425460"/>
                        <a:pt x="349931" y="422236"/>
                      </a:cubicBezTo>
                      <a:cubicBezTo>
                        <a:pt x="351221" y="420301"/>
                        <a:pt x="353801" y="419978"/>
                        <a:pt x="355413" y="421268"/>
                      </a:cubicBezTo>
                      <a:cubicBezTo>
                        <a:pt x="357348" y="422558"/>
                        <a:pt x="357670" y="425138"/>
                        <a:pt x="356381" y="426750"/>
                      </a:cubicBezTo>
                      <a:cubicBezTo>
                        <a:pt x="354123" y="429975"/>
                        <a:pt x="351866" y="433522"/>
                        <a:pt x="349609" y="436746"/>
                      </a:cubicBezTo>
                      <a:cubicBezTo>
                        <a:pt x="347996" y="439004"/>
                        <a:pt x="346707" y="441261"/>
                        <a:pt x="345417" y="443196"/>
                      </a:cubicBezTo>
                      <a:cubicBezTo>
                        <a:pt x="344127" y="444808"/>
                        <a:pt x="342837" y="446743"/>
                        <a:pt x="341870" y="449000"/>
                      </a:cubicBezTo>
                      <a:cubicBezTo>
                        <a:pt x="341547" y="449967"/>
                        <a:pt x="340257" y="450612"/>
                        <a:pt x="338645" y="450612"/>
                      </a:cubicBezTo>
                      <a:close/>
                      <a:moveTo>
                        <a:pt x="376051" y="401275"/>
                      </a:moveTo>
                      <a:cubicBezTo>
                        <a:pt x="374439" y="401275"/>
                        <a:pt x="372826" y="400308"/>
                        <a:pt x="372181" y="398696"/>
                      </a:cubicBezTo>
                      <a:cubicBezTo>
                        <a:pt x="372181" y="398373"/>
                        <a:pt x="372181" y="398373"/>
                        <a:pt x="371859" y="398051"/>
                      </a:cubicBezTo>
                      <a:cubicBezTo>
                        <a:pt x="371214" y="397083"/>
                        <a:pt x="370569" y="395793"/>
                        <a:pt x="369924" y="394504"/>
                      </a:cubicBezTo>
                      <a:cubicBezTo>
                        <a:pt x="366699" y="389022"/>
                        <a:pt x="362185" y="381605"/>
                        <a:pt x="362185" y="372898"/>
                      </a:cubicBezTo>
                      <a:cubicBezTo>
                        <a:pt x="362185" y="370641"/>
                        <a:pt x="364120" y="368706"/>
                        <a:pt x="366377" y="368706"/>
                      </a:cubicBezTo>
                      <a:cubicBezTo>
                        <a:pt x="368634" y="368706"/>
                        <a:pt x="370569" y="370319"/>
                        <a:pt x="370569" y="372576"/>
                      </a:cubicBezTo>
                      <a:cubicBezTo>
                        <a:pt x="370569" y="379348"/>
                        <a:pt x="374116" y="385474"/>
                        <a:pt x="377018" y="390311"/>
                      </a:cubicBezTo>
                      <a:cubicBezTo>
                        <a:pt x="377663" y="391601"/>
                        <a:pt x="378631" y="392891"/>
                        <a:pt x="379276" y="394181"/>
                      </a:cubicBezTo>
                      <a:cubicBezTo>
                        <a:pt x="379598" y="394826"/>
                        <a:pt x="379921" y="395471"/>
                        <a:pt x="379921" y="395793"/>
                      </a:cubicBezTo>
                      <a:cubicBezTo>
                        <a:pt x="380565" y="398051"/>
                        <a:pt x="379598" y="400308"/>
                        <a:pt x="377341" y="400953"/>
                      </a:cubicBezTo>
                      <a:cubicBezTo>
                        <a:pt x="377018" y="401275"/>
                        <a:pt x="376373" y="401275"/>
                        <a:pt x="376051" y="401275"/>
                      </a:cubicBezTo>
                      <a:close/>
                      <a:moveTo>
                        <a:pt x="387015" y="347424"/>
                      </a:moveTo>
                      <a:cubicBezTo>
                        <a:pt x="385725" y="347424"/>
                        <a:pt x="384435" y="346779"/>
                        <a:pt x="383790" y="345811"/>
                      </a:cubicBezTo>
                      <a:cubicBezTo>
                        <a:pt x="382500" y="343877"/>
                        <a:pt x="382823" y="341619"/>
                        <a:pt x="384758" y="340330"/>
                      </a:cubicBezTo>
                      <a:cubicBezTo>
                        <a:pt x="390239" y="336460"/>
                        <a:pt x="395721" y="333880"/>
                        <a:pt x="400881" y="331300"/>
                      </a:cubicBezTo>
                      <a:cubicBezTo>
                        <a:pt x="403460" y="330011"/>
                        <a:pt x="406040" y="328721"/>
                        <a:pt x="408620" y="327431"/>
                      </a:cubicBezTo>
                      <a:cubicBezTo>
                        <a:pt x="410555" y="326464"/>
                        <a:pt x="413134" y="327108"/>
                        <a:pt x="414102" y="329043"/>
                      </a:cubicBezTo>
                      <a:cubicBezTo>
                        <a:pt x="415069" y="330978"/>
                        <a:pt x="414424" y="333558"/>
                        <a:pt x="412489" y="334525"/>
                      </a:cubicBezTo>
                      <a:cubicBezTo>
                        <a:pt x="409910" y="336137"/>
                        <a:pt x="407007" y="337427"/>
                        <a:pt x="404428" y="338717"/>
                      </a:cubicBezTo>
                      <a:cubicBezTo>
                        <a:pt x="399268" y="341297"/>
                        <a:pt x="394431" y="343554"/>
                        <a:pt x="389594" y="347101"/>
                      </a:cubicBezTo>
                      <a:cubicBezTo>
                        <a:pt x="388627" y="347101"/>
                        <a:pt x="387982" y="347424"/>
                        <a:pt x="387015" y="347424"/>
                      </a:cubicBezTo>
                      <a:close/>
                      <a:moveTo>
                        <a:pt x="442479" y="315500"/>
                      </a:moveTo>
                      <a:cubicBezTo>
                        <a:pt x="440866" y="315500"/>
                        <a:pt x="439576" y="314532"/>
                        <a:pt x="438932" y="313242"/>
                      </a:cubicBezTo>
                      <a:cubicBezTo>
                        <a:pt x="437964" y="311308"/>
                        <a:pt x="438932" y="308728"/>
                        <a:pt x="440866" y="307760"/>
                      </a:cubicBezTo>
                      <a:cubicBezTo>
                        <a:pt x="442801" y="306793"/>
                        <a:pt x="444736" y="305826"/>
                        <a:pt x="446671" y="305181"/>
                      </a:cubicBezTo>
                      <a:cubicBezTo>
                        <a:pt x="450863" y="303569"/>
                        <a:pt x="453442" y="298409"/>
                        <a:pt x="453442" y="291960"/>
                      </a:cubicBezTo>
                      <a:cubicBezTo>
                        <a:pt x="453442" y="289703"/>
                        <a:pt x="455377" y="288090"/>
                        <a:pt x="457634" y="288090"/>
                      </a:cubicBezTo>
                      <a:lnTo>
                        <a:pt x="457634" y="288090"/>
                      </a:lnTo>
                      <a:cubicBezTo>
                        <a:pt x="459892" y="288090"/>
                        <a:pt x="461504" y="290025"/>
                        <a:pt x="461504" y="292282"/>
                      </a:cubicBezTo>
                      <a:cubicBezTo>
                        <a:pt x="461504" y="302279"/>
                        <a:pt x="456990" y="310018"/>
                        <a:pt x="449573" y="312920"/>
                      </a:cubicBezTo>
                      <a:cubicBezTo>
                        <a:pt x="447961" y="313565"/>
                        <a:pt x="446026" y="314210"/>
                        <a:pt x="444091" y="315177"/>
                      </a:cubicBezTo>
                      <a:cubicBezTo>
                        <a:pt x="443446" y="315177"/>
                        <a:pt x="442801" y="315500"/>
                        <a:pt x="442479" y="315500"/>
                      </a:cubicBezTo>
                      <a:close/>
                      <a:moveTo>
                        <a:pt x="455377" y="263583"/>
                      </a:moveTo>
                      <a:cubicBezTo>
                        <a:pt x="454087" y="263583"/>
                        <a:pt x="452797" y="262938"/>
                        <a:pt x="452153" y="261971"/>
                      </a:cubicBezTo>
                      <a:cubicBezTo>
                        <a:pt x="450863" y="260036"/>
                        <a:pt x="451185" y="257778"/>
                        <a:pt x="453120" y="256488"/>
                      </a:cubicBezTo>
                      <a:cubicBezTo>
                        <a:pt x="454087" y="255844"/>
                        <a:pt x="454732" y="255199"/>
                        <a:pt x="455700" y="254554"/>
                      </a:cubicBezTo>
                      <a:cubicBezTo>
                        <a:pt x="461182" y="250684"/>
                        <a:pt x="467631" y="245847"/>
                        <a:pt x="473758" y="240365"/>
                      </a:cubicBezTo>
                      <a:cubicBezTo>
                        <a:pt x="475370" y="239076"/>
                        <a:pt x="477950" y="239076"/>
                        <a:pt x="479562" y="240688"/>
                      </a:cubicBezTo>
                      <a:cubicBezTo>
                        <a:pt x="481174" y="242300"/>
                        <a:pt x="480852" y="244880"/>
                        <a:pt x="479240" y="246492"/>
                      </a:cubicBezTo>
                      <a:cubicBezTo>
                        <a:pt x="472790" y="251974"/>
                        <a:pt x="466019" y="257456"/>
                        <a:pt x="460214" y="261325"/>
                      </a:cubicBezTo>
                      <a:cubicBezTo>
                        <a:pt x="459247" y="261971"/>
                        <a:pt x="458602" y="262615"/>
                        <a:pt x="457634" y="262938"/>
                      </a:cubicBezTo>
                      <a:cubicBezTo>
                        <a:pt x="457312" y="263583"/>
                        <a:pt x="456345" y="263583"/>
                        <a:pt x="455377" y="263583"/>
                      </a:cubicBezTo>
                      <a:close/>
                      <a:moveTo>
                        <a:pt x="502135" y="220373"/>
                      </a:moveTo>
                      <a:cubicBezTo>
                        <a:pt x="501490" y="220373"/>
                        <a:pt x="500522" y="220050"/>
                        <a:pt x="499877" y="219727"/>
                      </a:cubicBezTo>
                      <a:cubicBezTo>
                        <a:pt x="497943" y="218438"/>
                        <a:pt x="497620" y="215858"/>
                        <a:pt x="498588" y="214246"/>
                      </a:cubicBezTo>
                      <a:cubicBezTo>
                        <a:pt x="499877" y="211988"/>
                        <a:pt x="501167" y="210054"/>
                        <a:pt x="501490" y="208441"/>
                      </a:cubicBezTo>
                      <a:cubicBezTo>
                        <a:pt x="501812" y="207151"/>
                        <a:pt x="502135" y="206184"/>
                        <a:pt x="502135" y="205217"/>
                      </a:cubicBezTo>
                      <a:cubicBezTo>
                        <a:pt x="502135" y="202314"/>
                        <a:pt x="500522" y="199735"/>
                        <a:pt x="496330" y="196510"/>
                      </a:cubicBezTo>
                      <a:cubicBezTo>
                        <a:pt x="494718" y="195220"/>
                        <a:pt x="494073" y="192641"/>
                        <a:pt x="495685" y="190706"/>
                      </a:cubicBezTo>
                      <a:cubicBezTo>
                        <a:pt x="496975" y="189093"/>
                        <a:pt x="499555" y="188449"/>
                        <a:pt x="501490" y="190061"/>
                      </a:cubicBezTo>
                      <a:cubicBezTo>
                        <a:pt x="505682" y="193285"/>
                        <a:pt x="510519" y="197800"/>
                        <a:pt x="510519" y="205217"/>
                      </a:cubicBezTo>
                      <a:cubicBezTo>
                        <a:pt x="510519" y="206829"/>
                        <a:pt x="510196" y="208764"/>
                        <a:pt x="509874" y="210698"/>
                      </a:cubicBezTo>
                      <a:cubicBezTo>
                        <a:pt x="509229" y="212956"/>
                        <a:pt x="507939" y="215536"/>
                        <a:pt x="506004" y="218438"/>
                      </a:cubicBezTo>
                      <a:cubicBezTo>
                        <a:pt x="504714" y="219727"/>
                        <a:pt x="503425" y="220373"/>
                        <a:pt x="502135" y="220373"/>
                      </a:cubicBezTo>
                      <a:close/>
                      <a:moveTo>
                        <a:pt x="468921" y="174905"/>
                      </a:moveTo>
                      <a:cubicBezTo>
                        <a:pt x="467953" y="174905"/>
                        <a:pt x="466663" y="174583"/>
                        <a:pt x="466019" y="173615"/>
                      </a:cubicBezTo>
                      <a:cubicBezTo>
                        <a:pt x="458602" y="164909"/>
                        <a:pt x="453765" y="156202"/>
                        <a:pt x="451185" y="150075"/>
                      </a:cubicBezTo>
                      <a:cubicBezTo>
                        <a:pt x="450218" y="148140"/>
                        <a:pt x="451185" y="145561"/>
                        <a:pt x="453120" y="144593"/>
                      </a:cubicBezTo>
                      <a:cubicBezTo>
                        <a:pt x="455055" y="143626"/>
                        <a:pt x="457634" y="144593"/>
                        <a:pt x="458602" y="146528"/>
                      </a:cubicBezTo>
                      <a:cubicBezTo>
                        <a:pt x="461182" y="152010"/>
                        <a:pt x="465374" y="160072"/>
                        <a:pt x="472145" y="167811"/>
                      </a:cubicBezTo>
                      <a:cubicBezTo>
                        <a:pt x="473758" y="169423"/>
                        <a:pt x="473435" y="172003"/>
                        <a:pt x="471823" y="173615"/>
                      </a:cubicBezTo>
                      <a:cubicBezTo>
                        <a:pt x="470856" y="174583"/>
                        <a:pt x="469888" y="174905"/>
                        <a:pt x="468921" y="174905"/>
                      </a:cubicBezTo>
                      <a:close/>
                      <a:moveTo>
                        <a:pt x="452153" y="117184"/>
                      </a:moveTo>
                      <a:cubicBezTo>
                        <a:pt x="450863" y="117184"/>
                        <a:pt x="449895" y="116539"/>
                        <a:pt x="448928" y="115571"/>
                      </a:cubicBezTo>
                      <a:cubicBezTo>
                        <a:pt x="448283" y="114926"/>
                        <a:pt x="447316" y="113959"/>
                        <a:pt x="446348" y="112992"/>
                      </a:cubicBezTo>
                      <a:cubicBezTo>
                        <a:pt x="437319" y="104930"/>
                        <a:pt x="436029" y="96224"/>
                        <a:pt x="436029" y="90097"/>
                      </a:cubicBezTo>
                      <a:cubicBezTo>
                        <a:pt x="436029" y="87839"/>
                        <a:pt x="437964" y="85905"/>
                        <a:pt x="439899" y="85905"/>
                      </a:cubicBezTo>
                      <a:lnTo>
                        <a:pt x="439899" y="85905"/>
                      </a:lnTo>
                      <a:cubicBezTo>
                        <a:pt x="442156" y="85905"/>
                        <a:pt x="443768" y="87839"/>
                        <a:pt x="444091" y="89774"/>
                      </a:cubicBezTo>
                      <a:cubicBezTo>
                        <a:pt x="444091" y="94934"/>
                        <a:pt x="445058" y="100738"/>
                        <a:pt x="451508" y="106542"/>
                      </a:cubicBezTo>
                      <a:cubicBezTo>
                        <a:pt x="452797" y="107832"/>
                        <a:pt x="454087" y="108800"/>
                        <a:pt x="455055" y="110090"/>
                      </a:cubicBezTo>
                      <a:cubicBezTo>
                        <a:pt x="456345" y="111702"/>
                        <a:pt x="456345" y="114282"/>
                        <a:pt x="454410" y="115894"/>
                      </a:cubicBezTo>
                      <a:cubicBezTo>
                        <a:pt x="453765" y="116861"/>
                        <a:pt x="453120" y="117184"/>
                        <a:pt x="452153" y="117184"/>
                      </a:cubicBezTo>
                      <a:close/>
                      <a:moveTo>
                        <a:pt x="417004" y="73651"/>
                      </a:moveTo>
                      <a:cubicBezTo>
                        <a:pt x="416359" y="73651"/>
                        <a:pt x="415392" y="73328"/>
                        <a:pt x="414747" y="73006"/>
                      </a:cubicBezTo>
                      <a:cubicBezTo>
                        <a:pt x="413457" y="72039"/>
                        <a:pt x="412167" y="71071"/>
                        <a:pt x="410877" y="70104"/>
                      </a:cubicBezTo>
                      <a:cubicBezTo>
                        <a:pt x="401203" y="62042"/>
                        <a:pt x="397334" y="59140"/>
                        <a:pt x="394431" y="53336"/>
                      </a:cubicBezTo>
                      <a:cubicBezTo>
                        <a:pt x="393464" y="51401"/>
                        <a:pt x="394109" y="48821"/>
                        <a:pt x="396044" y="47854"/>
                      </a:cubicBezTo>
                      <a:cubicBezTo>
                        <a:pt x="397979" y="46886"/>
                        <a:pt x="400558" y="47531"/>
                        <a:pt x="401526" y="49466"/>
                      </a:cubicBezTo>
                      <a:cubicBezTo>
                        <a:pt x="403783" y="53981"/>
                        <a:pt x="406685" y="56238"/>
                        <a:pt x="416036" y="63655"/>
                      </a:cubicBezTo>
                      <a:cubicBezTo>
                        <a:pt x="417004" y="64622"/>
                        <a:pt x="418294" y="65267"/>
                        <a:pt x="419261" y="65912"/>
                      </a:cubicBezTo>
                      <a:cubicBezTo>
                        <a:pt x="421196" y="67202"/>
                        <a:pt x="421519" y="69459"/>
                        <a:pt x="420551" y="71394"/>
                      </a:cubicBezTo>
                      <a:cubicBezTo>
                        <a:pt x="419584" y="73006"/>
                        <a:pt x="418294" y="73651"/>
                        <a:pt x="417004" y="73651"/>
                      </a:cubicBezTo>
                      <a:close/>
                      <a:moveTo>
                        <a:pt x="378953" y="23991"/>
                      </a:moveTo>
                      <a:cubicBezTo>
                        <a:pt x="377986" y="23991"/>
                        <a:pt x="377018" y="23669"/>
                        <a:pt x="376373" y="23024"/>
                      </a:cubicBezTo>
                      <a:cubicBezTo>
                        <a:pt x="375084" y="22057"/>
                        <a:pt x="373794" y="21089"/>
                        <a:pt x="372504" y="19799"/>
                      </a:cubicBezTo>
                      <a:lnTo>
                        <a:pt x="370569" y="18187"/>
                      </a:lnTo>
                      <a:cubicBezTo>
                        <a:pt x="367344" y="15607"/>
                        <a:pt x="363797" y="13028"/>
                        <a:pt x="360573" y="10770"/>
                      </a:cubicBezTo>
                      <a:cubicBezTo>
                        <a:pt x="358960" y="9480"/>
                        <a:pt x="357026" y="8191"/>
                        <a:pt x="355413" y="7223"/>
                      </a:cubicBezTo>
                      <a:cubicBezTo>
                        <a:pt x="353478" y="5933"/>
                        <a:pt x="353156" y="3354"/>
                        <a:pt x="354446" y="1741"/>
                      </a:cubicBezTo>
                      <a:cubicBezTo>
                        <a:pt x="355736" y="-194"/>
                        <a:pt x="358316" y="-516"/>
                        <a:pt x="359928" y="774"/>
                      </a:cubicBezTo>
                      <a:cubicBezTo>
                        <a:pt x="361540" y="2064"/>
                        <a:pt x="363152" y="3031"/>
                        <a:pt x="365087" y="4321"/>
                      </a:cubicBezTo>
                      <a:cubicBezTo>
                        <a:pt x="368634" y="6901"/>
                        <a:pt x="372181" y="9158"/>
                        <a:pt x="375728" y="12060"/>
                      </a:cubicBezTo>
                      <a:lnTo>
                        <a:pt x="377663" y="13672"/>
                      </a:lnTo>
                      <a:cubicBezTo>
                        <a:pt x="378953" y="14962"/>
                        <a:pt x="380565" y="15930"/>
                        <a:pt x="381855" y="16897"/>
                      </a:cubicBezTo>
                      <a:cubicBezTo>
                        <a:pt x="383468" y="18187"/>
                        <a:pt x="383790" y="20767"/>
                        <a:pt x="382178" y="22701"/>
                      </a:cubicBezTo>
                      <a:cubicBezTo>
                        <a:pt x="381210" y="23346"/>
                        <a:pt x="379921" y="23991"/>
                        <a:pt x="378953" y="23991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3" name="Graphic 4">
                <a:extLst>
                  <a:ext uri="{FF2B5EF4-FFF2-40B4-BE49-F238E27FC236}">
                    <a16:creationId xmlns:a16="http://schemas.microsoft.com/office/drawing/2014/main" id="{074EF306-E27E-E984-61EF-09D59C89EDBB}"/>
                  </a:ext>
                </a:extLst>
              </p:cNvPr>
              <p:cNvGrpSpPr/>
              <p:nvPr/>
            </p:nvGrpSpPr>
            <p:grpSpPr>
              <a:xfrm>
                <a:off x="6503519" y="2932539"/>
                <a:ext cx="782493" cy="677176"/>
                <a:chOff x="6503519" y="2932539"/>
                <a:chExt cx="782493" cy="677176"/>
              </a:xfrm>
              <a:grpFill/>
            </p:grpSpPr>
            <p:sp>
              <p:nvSpPr>
                <p:cNvPr id="138" name="Freeform: Shape 137">
                  <a:extLst>
                    <a:ext uri="{FF2B5EF4-FFF2-40B4-BE49-F238E27FC236}">
                      <a16:creationId xmlns:a16="http://schemas.microsoft.com/office/drawing/2014/main" id="{F30403D5-A619-764B-4B39-65E00A339072}"/>
                    </a:ext>
                  </a:extLst>
                </p:cNvPr>
                <p:cNvSpPr/>
                <p:nvPr/>
              </p:nvSpPr>
              <p:spPr>
                <a:xfrm>
                  <a:off x="6529516" y="3112152"/>
                  <a:ext cx="32246" cy="32246"/>
                </a:xfrm>
                <a:custGeom>
                  <a:avLst/>
                  <a:gdLst>
                    <a:gd name="connsiteX0" fmla="*/ 3992 w 0"/>
                    <a:gd name="connsiteY0" fmla="*/ 21928 h 0"/>
                    <a:gd name="connsiteX1" fmla="*/ 2057 w 0"/>
                    <a:gd name="connsiteY1" fmla="*/ 21283 h 0"/>
                    <a:gd name="connsiteX2" fmla="*/ 444 w 0"/>
                    <a:gd name="connsiteY2" fmla="*/ 15801 h 0"/>
                    <a:gd name="connsiteX3" fmla="*/ 3669 w 0"/>
                    <a:gd name="connsiteY3" fmla="*/ 6449 h 0"/>
                    <a:gd name="connsiteX4" fmla="*/ 2057 w 0"/>
                    <a:gd name="connsiteY4" fmla="*/ 0 h 0"/>
                    <a:gd name="connsiteX5" fmla="*/ 8506 w 0"/>
                    <a:gd name="connsiteY5" fmla="*/ 1290 h 0"/>
                    <a:gd name="connsiteX6" fmla="*/ 21727 w 0"/>
                    <a:gd name="connsiteY6" fmla="*/ 6127 h 0"/>
                    <a:gd name="connsiteX7" fmla="*/ 23662 w 0"/>
                    <a:gd name="connsiteY7" fmla="*/ 11609 h 0"/>
                    <a:gd name="connsiteX8" fmla="*/ 18180 w 0"/>
                    <a:gd name="connsiteY8" fmla="*/ 13543 h 0"/>
                    <a:gd name="connsiteX9" fmla="*/ 11086 w 0"/>
                    <a:gd name="connsiteY9" fmla="*/ 10641 h 0"/>
                    <a:gd name="connsiteX10" fmla="*/ 7539 w 0"/>
                    <a:gd name="connsiteY10" fmla="*/ 19993 h 0"/>
                    <a:gd name="connsiteX11" fmla="*/ 3992 w 0"/>
                    <a:gd name="connsiteY11" fmla="*/ 21928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3992" y="21928"/>
                      </a:moveTo>
                      <a:cubicBezTo>
                        <a:pt x="3347" y="21928"/>
                        <a:pt x="2702" y="21605"/>
                        <a:pt x="2057" y="21283"/>
                      </a:cubicBezTo>
                      <a:cubicBezTo>
                        <a:pt x="122" y="20315"/>
                        <a:pt x="-523" y="17736"/>
                        <a:pt x="444" y="15801"/>
                      </a:cubicBezTo>
                      <a:cubicBezTo>
                        <a:pt x="2702" y="11931"/>
                        <a:pt x="3669" y="8384"/>
                        <a:pt x="3669" y="6449"/>
                      </a:cubicBezTo>
                      <a:lnTo>
                        <a:pt x="2057" y="0"/>
                      </a:lnTo>
                      <a:lnTo>
                        <a:pt x="8506" y="1290"/>
                      </a:lnTo>
                      <a:cubicBezTo>
                        <a:pt x="13988" y="2902"/>
                        <a:pt x="18825" y="4837"/>
                        <a:pt x="21727" y="6127"/>
                      </a:cubicBezTo>
                      <a:cubicBezTo>
                        <a:pt x="23662" y="7094"/>
                        <a:pt x="24629" y="9352"/>
                        <a:pt x="23662" y="11609"/>
                      </a:cubicBezTo>
                      <a:cubicBezTo>
                        <a:pt x="22695" y="13543"/>
                        <a:pt x="20437" y="14511"/>
                        <a:pt x="18180" y="13543"/>
                      </a:cubicBezTo>
                      <a:cubicBezTo>
                        <a:pt x="16245" y="12576"/>
                        <a:pt x="13988" y="11609"/>
                        <a:pt x="11086" y="10641"/>
                      </a:cubicBezTo>
                      <a:cubicBezTo>
                        <a:pt x="10441" y="13866"/>
                        <a:pt x="8829" y="17413"/>
                        <a:pt x="7539" y="19993"/>
                      </a:cubicBezTo>
                      <a:cubicBezTo>
                        <a:pt x="6894" y="21283"/>
                        <a:pt x="5604" y="21928"/>
                        <a:pt x="3992" y="2192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Freeform: Shape 138">
                  <a:extLst>
                    <a:ext uri="{FF2B5EF4-FFF2-40B4-BE49-F238E27FC236}">
                      <a16:creationId xmlns:a16="http://schemas.microsoft.com/office/drawing/2014/main" id="{0E5C7073-57F4-DC95-BB08-1EC9CB2A3662}"/>
                    </a:ext>
                  </a:extLst>
                </p:cNvPr>
                <p:cNvSpPr/>
                <p:nvPr/>
              </p:nvSpPr>
              <p:spPr>
                <a:xfrm>
                  <a:off x="6510613" y="3148584"/>
                  <a:ext cx="32246" cy="32246"/>
                </a:xfrm>
                <a:custGeom>
                  <a:avLst/>
                  <a:gdLst>
                    <a:gd name="connsiteX0" fmla="*/ 7739 w 0"/>
                    <a:gd name="connsiteY0" fmla="*/ 28383 h 0"/>
                    <a:gd name="connsiteX1" fmla="*/ 3870 w 0"/>
                    <a:gd name="connsiteY1" fmla="*/ 25481 h 0"/>
                    <a:gd name="connsiteX2" fmla="*/ 2580 w 0"/>
                    <a:gd name="connsiteY2" fmla="*/ 21289 h 0"/>
                    <a:gd name="connsiteX3" fmla="*/ 0 w 0"/>
                    <a:gd name="connsiteY3" fmla="*/ 8713 h 0"/>
                    <a:gd name="connsiteX4" fmla="*/ 967 w 0"/>
                    <a:gd name="connsiteY4" fmla="*/ 2586 h 0"/>
                    <a:gd name="connsiteX5" fmla="*/ 6127 w 0"/>
                    <a:gd name="connsiteY5" fmla="*/ 329 h 0"/>
                    <a:gd name="connsiteX6" fmla="*/ 8384 w 0"/>
                    <a:gd name="connsiteY6" fmla="*/ 5489 h 0"/>
                    <a:gd name="connsiteX7" fmla="*/ 7739 w 0"/>
                    <a:gd name="connsiteY7" fmla="*/ 8713 h 0"/>
                    <a:gd name="connsiteX8" fmla="*/ 9996 w 0"/>
                    <a:gd name="connsiteY8" fmla="*/ 19032 h 0"/>
                    <a:gd name="connsiteX9" fmla="*/ 11286 w 0"/>
                    <a:gd name="connsiteY9" fmla="*/ 23546 h 0"/>
                    <a:gd name="connsiteX10" fmla="*/ 8384 w 0"/>
                    <a:gd name="connsiteY10" fmla="*/ 28383 h 0"/>
                    <a:gd name="connsiteX11" fmla="*/ 7739 w 0"/>
                    <a:gd name="connsiteY11" fmla="*/ 28383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7739" y="28383"/>
                      </a:moveTo>
                      <a:cubicBezTo>
                        <a:pt x="5804" y="28383"/>
                        <a:pt x="4192" y="27094"/>
                        <a:pt x="3870" y="25481"/>
                      </a:cubicBezTo>
                      <a:cubicBezTo>
                        <a:pt x="3547" y="24191"/>
                        <a:pt x="3225" y="22901"/>
                        <a:pt x="2580" y="21289"/>
                      </a:cubicBezTo>
                      <a:cubicBezTo>
                        <a:pt x="1290" y="17097"/>
                        <a:pt x="0" y="12905"/>
                        <a:pt x="0" y="8713"/>
                      </a:cubicBezTo>
                      <a:cubicBezTo>
                        <a:pt x="0" y="6456"/>
                        <a:pt x="323" y="4521"/>
                        <a:pt x="967" y="2586"/>
                      </a:cubicBezTo>
                      <a:cubicBezTo>
                        <a:pt x="1935" y="651"/>
                        <a:pt x="4192" y="-638"/>
                        <a:pt x="6127" y="329"/>
                      </a:cubicBezTo>
                      <a:cubicBezTo>
                        <a:pt x="8062" y="1296"/>
                        <a:pt x="9352" y="3554"/>
                        <a:pt x="8384" y="5489"/>
                      </a:cubicBezTo>
                      <a:cubicBezTo>
                        <a:pt x="8062" y="6456"/>
                        <a:pt x="7739" y="7423"/>
                        <a:pt x="7739" y="8713"/>
                      </a:cubicBezTo>
                      <a:cubicBezTo>
                        <a:pt x="7739" y="11615"/>
                        <a:pt x="9029" y="15485"/>
                        <a:pt x="9996" y="19032"/>
                      </a:cubicBezTo>
                      <a:cubicBezTo>
                        <a:pt x="10319" y="20644"/>
                        <a:pt x="10964" y="21934"/>
                        <a:pt x="11286" y="23546"/>
                      </a:cubicBezTo>
                      <a:cubicBezTo>
                        <a:pt x="11931" y="25804"/>
                        <a:pt x="10641" y="28061"/>
                        <a:pt x="8384" y="28383"/>
                      </a:cubicBezTo>
                      <a:cubicBezTo>
                        <a:pt x="8384" y="28383"/>
                        <a:pt x="8062" y="28383"/>
                        <a:pt x="7739" y="2838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Freeform: Shape 139">
                  <a:extLst>
                    <a:ext uri="{FF2B5EF4-FFF2-40B4-BE49-F238E27FC236}">
                      <a16:creationId xmlns:a16="http://schemas.microsoft.com/office/drawing/2014/main" id="{42E913C9-2AFB-39FE-3994-C86DC89D75DB}"/>
                    </a:ext>
                  </a:extLst>
                </p:cNvPr>
                <p:cNvSpPr/>
                <p:nvPr/>
              </p:nvSpPr>
              <p:spPr>
                <a:xfrm>
                  <a:off x="6503519" y="3194667"/>
                  <a:ext cx="32246" cy="32246"/>
                </a:xfrm>
                <a:custGeom>
                  <a:avLst/>
                  <a:gdLst>
                    <a:gd name="connsiteX0" fmla="*/ 18058 w 0"/>
                    <a:gd name="connsiteY0" fmla="*/ 24220 h 0"/>
                    <a:gd name="connsiteX1" fmla="*/ 16446 w 0"/>
                    <a:gd name="connsiteY1" fmla="*/ 23898 h 0"/>
                    <a:gd name="connsiteX2" fmla="*/ 4514 w 0"/>
                    <a:gd name="connsiteY2" fmla="*/ 21318 h 0"/>
                    <a:gd name="connsiteX3" fmla="*/ 0 w 0"/>
                    <a:gd name="connsiteY3" fmla="*/ 20996 h 0"/>
                    <a:gd name="connsiteX4" fmla="*/ 967 w 0"/>
                    <a:gd name="connsiteY4" fmla="*/ 16481 h 0"/>
                    <a:gd name="connsiteX5" fmla="*/ 1290 w 0"/>
                    <a:gd name="connsiteY5" fmla="*/ 8097 h 0"/>
                    <a:gd name="connsiteX6" fmla="*/ 1290 w 0"/>
                    <a:gd name="connsiteY6" fmla="*/ 3905 h 0"/>
                    <a:gd name="connsiteX7" fmla="*/ 5482 w 0"/>
                    <a:gd name="connsiteY7" fmla="*/ 35 h 0"/>
                    <a:gd name="connsiteX8" fmla="*/ 9352 w 0"/>
                    <a:gd name="connsiteY8" fmla="*/ 4227 h 0"/>
                    <a:gd name="connsiteX9" fmla="*/ 9352 w 0"/>
                    <a:gd name="connsiteY9" fmla="*/ 8097 h 0"/>
                    <a:gd name="connsiteX10" fmla="*/ 9352 w 0"/>
                    <a:gd name="connsiteY10" fmla="*/ 14224 h 0"/>
                    <a:gd name="connsiteX11" fmla="*/ 19348 w 0"/>
                    <a:gd name="connsiteY11" fmla="*/ 16804 h 0"/>
                    <a:gd name="connsiteX12" fmla="*/ 21605 w 0"/>
                    <a:gd name="connsiteY12" fmla="*/ 21963 h 0"/>
                    <a:gd name="connsiteX13" fmla="*/ 18058 w 0"/>
                    <a:gd name="connsiteY13" fmla="*/ 2422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18058" y="24220"/>
                      </a:moveTo>
                      <a:cubicBezTo>
                        <a:pt x="17413" y="24220"/>
                        <a:pt x="17091" y="24220"/>
                        <a:pt x="16446" y="23898"/>
                      </a:cubicBezTo>
                      <a:cubicBezTo>
                        <a:pt x="13543" y="22608"/>
                        <a:pt x="9352" y="21963"/>
                        <a:pt x="4514" y="21318"/>
                      </a:cubicBezTo>
                      <a:lnTo>
                        <a:pt x="0" y="20996"/>
                      </a:lnTo>
                      <a:lnTo>
                        <a:pt x="967" y="16481"/>
                      </a:lnTo>
                      <a:cubicBezTo>
                        <a:pt x="1612" y="13901"/>
                        <a:pt x="1612" y="10999"/>
                        <a:pt x="1290" y="8097"/>
                      </a:cubicBezTo>
                      <a:cubicBezTo>
                        <a:pt x="1290" y="6485"/>
                        <a:pt x="1290" y="5195"/>
                        <a:pt x="1290" y="3905"/>
                      </a:cubicBezTo>
                      <a:cubicBezTo>
                        <a:pt x="1290" y="1648"/>
                        <a:pt x="2902" y="-287"/>
                        <a:pt x="5482" y="35"/>
                      </a:cubicBezTo>
                      <a:cubicBezTo>
                        <a:pt x="7739" y="35"/>
                        <a:pt x="9352" y="1970"/>
                        <a:pt x="9352" y="4227"/>
                      </a:cubicBezTo>
                      <a:cubicBezTo>
                        <a:pt x="9352" y="5517"/>
                        <a:pt x="9352" y="6807"/>
                        <a:pt x="9352" y="8097"/>
                      </a:cubicBezTo>
                      <a:cubicBezTo>
                        <a:pt x="9352" y="10032"/>
                        <a:pt x="9674" y="11967"/>
                        <a:pt x="9352" y="14224"/>
                      </a:cubicBezTo>
                      <a:cubicBezTo>
                        <a:pt x="13221" y="14869"/>
                        <a:pt x="16768" y="15836"/>
                        <a:pt x="19348" y="16804"/>
                      </a:cubicBezTo>
                      <a:cubicBezTo>
                        <a:pt x="21283" y="17771"/>
                        <a:pt x="22250" y="20028"/>
                        <a:pt x="21605" y="21963"/>
                      </a:cubicBezTo>
                      <a:cubicBezTo>
                        <a:pt x="20960" y="23253"/>
                        <a:pt x="19670" y="24220"/>
                        <a:pt x="18058" y="2422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: Shape 140">
                  <a:extLst>
                    <a:ext uri="{FF2B5EF4-FFF2-40B4-BE49-F238E27FC236}">
                      <a16:creationId xmlns:a16="http://schemas.microsoft.com/office/drawing/2014/main" id="{BC94FFE1-6DB9-19AD-C003-A8899A2733FD}"/>
                    </a:ext>
                  </a:extLst>
                </p:cNvPr>
                <p:cNvSpPr/>
                <p:nvPr/>
              </p:nvSpPr>
              <p:spPr>
                <a:xfrm>
                  <a:off x="6544343" y="2932539"/>
                  <a:ext cx="741669" cy="677176"/>
                </a:xfrm>
                <a:custGeom>
                  <a:avLst/>
                  <a:gdLst>
                    <a:gd name="connsiteX0" fmla="*/ 437069 w 741668"/>
                    <a:gd name="connsiteY0" fmla="*/ 681046 h 677176"/>
                    <a:gd name="connsiteX1" fmla="*/ 418688 w 741668"/>
                    <a:gd name="connsiteY1" fmla="*/ 665890 h 677176"/>
                    <a:gd name="connsiteX2" fmla="*/ 419011 w 741668"/>
                    <a:gd name="connsiteY2" fmla="*/ 662988 h 677176"/>
                    <a:gd name="connsiteX3" fmla="*/ 423525 w 741668"/>
                    <a:gd name="connsiteY3" fmla="*/ 659441 h 677176"/>
                    <a:gd name="connsiteX4" fmla="*/ 427072 w 741668"/>
                    <a:gd name="connsiteY4" fmla="*/ 663633 h 677176"/>
                    <a:gd name="connsiteX5" fmla="*/ 427072 w 741668"/>
                    <a:gd name="connsiteY5" fmla="*/ 664278 h 677176"/>
                    <a:gd name="connsiteX6" fmla="*/ 427072 w 741668"/>
                    <a:gd name="connsiteY6" fmla="*/ 666212 h 677176"/>
                    <a:gd name="connsiteX7" fmla="*/ 437391 w 741668"/>
                    <a:gd name="connsiteY7" fmla="*/ 673307 h 677176"/>
                    <a:gd name="connsiteX8" fmla="*/ 439326 w 741668"/>
                    <a:gd name="connsiteY8" fmla="*/ 672984 h 677176"/>
                    <a:gd name="connsiteX9" fmla="*/ 444485 w 741668"/>
                    <a:gd name="connsiteY9" fmla="*/ 675564 h 677176"/>
                    <a:gd name="connsiteX10" fmla="*/ 441906 w 741668"/>
                    <a:gd name="connsiteY10" fmla="*/ 680723 h 677176"/>
                    <a:gd name="connsiteX11" fmla="*/ 437069 w 741668"/>
                    <a:gd name="connsiteY11" fmla="*/ 681046 h 677176"/>
                    <a:gd name="connsiteX12" fmla="*/ 315500 w 741668"/>
                    <a:gd name="connsiteY12" fmla="*/ 670727 h 677176"/>
                    <a:gd name="connsiteX13" fmla="*/ 305503 w 741668"/>
                    <a:gd name="connsiteY13" fmla="*/ 669759 h 677176"/>
                    <a:gd name="connsiteX14" fmla="*/ 302278 w 741668"/>
                    <a:gd name="connsiteY14" fmla="*/ 664923 h 677176"/>
                    <a:gd name="connsiteX15" fmla="*/ 307115 w 741668"/>
                    <a:gd name="connsiteY15" fmla="*/ 661698 h 677176"/>
                    <a:gd name="connsiteX16" fmla="*/ 326463 w 741668"/>
                    <a:gd name="connsiteY16" fmla="*/ 659441 h 677176"/>
                    <a:gd name="connsiteX17" fmla="*/ 328076 w 741668"/>
                    <a:gd name="connsiteY17" fmla="*/ 657828 h 677176"/>
                    <a:gd name="connsiteX18" fmla="*/ 333880 w 741668"/>
                    <a:gd name="connsiteY18" fmla="*/ 657183 h 677176"/>
                    <a:gd name="connsiteX19" fmla="*/ 334525 w 741668"/>
                    <a:gd name="connsiteY19" fmla="*/ 662988 h 677176"/>
                    <a:gd name="connsiteX20" fmla="*/ 332913 w 741668"/>
                    <a:gd name="connsiteY20" fmla="*/ 664923 h 677176"/>
                    <a:gd name="connsiteX21" fmla="*/ 315500 w 741668"/>
                    <a:gd name="connsiteY21" fmla="*/ 670727 h 677176"/>
                    <a:gd name="connsiteX22" fmla="*/ 388699 w 741668"/>
                    <a:gd name="connsiteY22" fmla="*/ 663955 h 677176"/>
                    <a:gd name="connsiteX23" fmla="*/ 388054 w 741668"/>
                    <a:gd name="connsiteY23" fmla="*/ 663955 h 677176"/>
                    <a:gd name="connsiteX24" fmla="*/ 361289 w 741668"/>
                    <a:gd name="connsiteY24" fmla="*/ 655571 h 677176"/>
                    <a:gd name="connsiteX25" fmla="*/ 359355 w 741668"/>
                    <a:gd name="connsiteY25" fmla="*/ 650089 h 677176"/>
                    <a:gd name="connsiteX26" fmla="*/ 364837 w 741668"/>
                    <a:gd name="connsiteY26" fmla="*/ 648154 h 677176"/>
                    <a:gd name="connsiteX27" fmla="*/ 389344 w 741668"/>
                    <a:gd name="connsiteY27" fmla="*/ 655893 h 677176"/>
                    <a:gd name="connsiteX28" fmla="*/ 392891 w 741668"/>
                    <a:gd name="connsiteY28" fmla="*/ 660408 h 677176"/>
                    <a:gd name="connsiteX29" fmla="*/ 388699 w 741668"/>
                    <a:gd name="connsiteY29" fmla="*/ 663955 h 677176"/>
                    <a:gd name="connsiteX30" fmla="*/ 460931 w 741668"/>
                    <a:gd name="connsiteY30" fmla="*/ 650089 h 677176"/>
                    <a:gd name="connsiteX31" fmla="*/ 459641 w 741668"/>
                    <a:gd name="connsiteY31" fmla="*/ 649767 h 677176"/>
                    <a:gd name="connsiteX32" fmla="*/ 457062 w 741668"/>
                    <a:gd name="connsiteY32" fmla="*/ 644607 h 677176"/>
                    <a:gd name="connsiteX33" fmla="*/ 459641 w 741668"/>
                    <a:gd name="connsiteY33" fmla="*/ 632354 h 677176"/>
                    <a:gd name="connsiteX34" fmla="*/ 457384 w 741668"/>
                    <a:gd name="connsiteY34" fmla="*/ 621712 h 677176"/>
                    <a:gd name="connsiteX35" fmla="*/ 457062 w 741668"/>
                    <a:gd name="connsiteY35" fmla="*/ 621067 h 677176"/>
                    <a:gd name="connsiteX36" fmla="*/ 459641 w 741668"/>
                    <a:gd name="connsiteY36" fmla="*/ 615908 h 677176"/>
                    <a:gd name="connsiteX37" fmla="*/ 464801 w 741668"/>
                    <a:gd name="connsiteY37" fmla="*/ 618488 h 677176"/>
                    <a:gd name="connsiteX38" fmla="*/ 465123 w 741668"/>
                    <a:gd name="connsiteY38" fmla="*/ 619132 h 677176"/>
                    <a:gd name="connsiteX39" fmla="*/ 467703 w 741668"/>
                    <a:gd name="connsiteY39" fmla="*/ 632676 h 677176"/>
                    <a:gd name="connsiteX40" fmla="*/ 464801 w 741668"/>
                    <a:gd name="connsiteY40" fmla="*/ 647510 h 677176"/>
                    <a:gd name="connsiteX41" fmla="*/ 460931 w 741668"/>
                    <a:gd name="connsiteY41" fmla="*/ 650089 h 677176"/>
                    <a:gd name="connsiteX42" fmla="*/ 285188 w 741668"/>
                    <a:gd name="connsiteY42" fmla="*/ 644285 h 677176"/>
                    <a:gd name="connsiteX43" fmla="*/ 284543 w 741668"/>
                    <a:gd name="connsiteY43" fmla="*/ 644285 h 677176"/>
                    <a:gd name="connsiteX44" fmla="*/ 281318 w 741668"/>
                    <a:gd name="connsiteY44" fmla="*/ 639770 h 677176"/>
                    <a:gd name="connsiteX45" fmla="*/ 286155 w 741668"/>
                    <a:gd name="connsiteY45" fmla="*/ 622680 h 677176"/>
                    <a:gd name="connsiteX46" fmla="*/ 287445 w 741668"/>
                    <a:gd name="connsiteY46" fmla="*/ 615585 h 677176"/>
                    <a:gd name="connsiteX47" fmla="*/ 287445 w 741668"/>
                    <a:gd name="connsiteY47" fmla="*/ 614618 h 677176"/>
                    <a:gd name="connsiteX48" fmla="*/ 291315 w 741668"/>
                    <a:gd name="connsiteY48" fmla="*/ 610426 h 677176"/>
                    <a:gd name="connsiteX49" fmla="*/ 295507 w 741668"/>
                    <a:gd name="connsiteY49" fmla="*/ 614296 h 677176"/>
                    <a:gd name="connsiteX50" fmla="*/ 295507 w 741668"/>
                    <a:gd name="connsiteY50" fmla="*/ 615908 h 677176"/>
                    <a:gd name="connsiteX51" fmla="*/ 293572 w 741668"/>
                    <a:gd name="connsiteY51" fmla="*/ 625582 h 677176"/>
                    <a:gd name="connsiteX52" fmla="*/ 289057 w 741668"/>
                    <a:gd name="connsiteY52" fmla="*/ 641383 h 677176"/>
                    <a:gd name="connsiteX53" fmla="*/ 285188 w 741668"/>
                    <a:gd name="connsiteY53" fmla="*/ 644285 h 677176"/>
                    <a:gd name="connsiteX54" fmla="*/ 581210 w 741668"/>
                    <a:gd name="connsiteY54" fmla="*/ 622680 h 677176"/>
                    <a:gd name="connsiteX55" fmla="*/ 579276 w 741668"/>
                    <a:gd name="connsiteY55" fmla="*/ 622035 h 677176"/>
                    <a:gd name="connsiteX56" fmla="*/ 566377 w 741668"/>
                    <a:gd name="connsiteY56" fmla="*/ 613651 h 677176"/>
                    <a:gd name="connsiteX57" fmla="*/ 564765 w 741668"/>
                    <a:gd name="connsiteY57" fmla="*/ 612683 h 677176"/>
                    <a:gd name="connsiteX58" fmla="*/ 556703 w 741668"/>
                    <a:gd name="connsiteY58" fmla="*/ 607846 h 677176"/>
                    <a:gd name="connsiteX59" fmla="*/ 555091 w 741668"/>
                    <a:gd name="connsiteY59" fmla="*/ 602364 h 677176"/>
                    <a:gd name="connsiteX60" fmla="*/ 560573 w 741668"/>
                    <a:gd name="connsiteY60" fmla="*/ 600752 h 677176"/>
                    <a:gd name="connsiteX61" fmla="*/ 569602 w 741668"/>
                    <a:gd name="connsiteY61" fmla="*/ 606234 h 677176"/>
                    <a:gd name="connsiteX62" fmla="*/ 571214 w 741668"/>
                    <a:gd name="connsiteY62" fmla="*/ 607201 h 677176"/>
                    <a:gd name="connsiteX63" fmla="*/ 583145 w 741668"/>
                    <a:gd name="connsiteY63" fmla="*/ 615263 h 677176"/>
                    <a:gd name="connsiteX64" fmla="*/ 584758 w 741668"/>
                    <a:gd name="connsiteY64" fmla="*/ 620745 h 677176"/>
                    <a:gd name="connsiteX65" fmla="*/ 581210 w 741668"/>
                    <a:gd name="connsiteY65" fmla="*/ 622680 h 677176"/>
                    <a:gd name="connsiteX66" fmla="*/ 614747 w 741668"/>
                    <a:gd name="connsiteY66" fmla="*/ 611393 h 677176"/>
                    <a:gd name="connsiteX67" fmla="*/ 612489 w 741668"/>
                    <a:gd name="connsiteY67" fmla="*/ 610749 h 677176"/>
                    <a:gd name="connsiteX68" fmla="*/ 610877 w 741668"/>
                    <a:gd name="connsiteY68" fmla="*/ 605912 h 677176"/>
                    <a:gd name="connsiteX69" fmla="*/ 606685 w 741668"/>
                    <a:gd name="connsiteY69" fmla="*/ 594303 h 677176"/>
                    <a:gd name="connsiteX70" fmla="*/ 604105 w 741668"/>
                    <a:gd name="connsiteY70" fmla="*/ 587209 h 677176"/>
                    <a:gd name="connsiteX71" fmla="*/ 601848 w 741668"/>
                    <a:gd name="connsiteY71" fmla="*/ 582049 h 677176"/>
                    <a:gd name="connsiteX72" fmla="*/ 607008 w 741668"/>
                    <a:gd name="connsiteY72" fmla="*/ 579792 h 677176"/>
                    <a:gd name="connsiteX73" fmla="*/ 614747 w 741668"/>
                    <a:gd name="connsiteY73" fmla="*/ 593335 h 677176"/>
                    <a:gd name="connsiteX74" fmla="*/ 617004 w 741668"/>
                    <a:gd name="connsiteY74" fmla="*/ 600752 h 677176"/>
                    <a:gd name="connsiteX75" fmla="*/ 619261 w 741668"/>
                    <a:gd name="connsiteY75" fmla="*/ 605589 h 677176"/>
                    <a:gd name="connsiteX76" fmla="*/ 617971 w 741668"/>
                    <a:gd name="connsiteY76" fmla="*/ 609459 h 677176"/>
                    <a:gd name="connsiteX77" fmla="*/ 614747 w 741668"/>
                    <a:gd name="connsiteY77" fmla="*/ 611393 h 677176"/>
                    <a:gd name="connsiteX78" fmla="*/ 611200 w 741668"/>
                    <a:gd name="connsiteY78" fmla="*/ 605266 h 677176"/>
                    <a:gd name="connsiteX79" fmla="*/ 614424 w 741668"/>
                    <a:gd name="connsiteY79" fmla="*/ 607524 h 677176"/>
                    <a:gd name="connsiteX80" fmla="*/ 611200 w 741668"/>
                    <a:gd name="connsiteY80" fmla="*/ 605266 h 677176"/>
                    <a:gd name="connsiteX81" fmla="*/ 611200 w 741668"/>
                    <a:gd name="connsiteY81" fmla="*/ 605266 h 677176"/>
                    <a:gd name="connsiteX82" fmla="*/ 137821 w 741668"/>
                    <a:gd name="connsiteY82" fmla="*/ 610426 h 677176"/>
                    <a:gd name="connsiteX83" fmla="*/ 135887 w 741668"/>
                    <a:gd name="connsiteY83" fmla="*/ 610103 h 677176"/>
                    <a:gd name="connsiteX84" fmla="*/ 124278 w 741668"/>
                    <a:gd name="connsiteY84" fmla="*/ 600430 h 677176"/>
                    <a:gd name="connsiteX85" fmla="*/ 116216 w 741668"/>
                    <a:gd name="connsiteY85" fmla="*/ 592690 h 677176"/>
                    <a:gd name="connsiteX86" fmla="*/ 114926 w 741668"/>
                    <a:gd name="connsiteY86" fmla="*/ 591723 h 677176"/>
                    <a:gd name="connsiteX87" fmla="*/ 114281 w 741668"/>
                    <a:gd name="connsiteY87" fmla="*/ 585919 h 677176"/>
                    <a:gd name="connsiteX88" fmla="*/ 120086 w 741668"/>
                    <a:gd name="connsiteY88" fmla="*/ 585274 h 677176"/>
                    <a:gd name="connsiteX89" fmla="*/ 121698 w 741668"/>
                    <a:gd name="connsiteY89" fmla="*/ 586564 h 677176"/>
                    <a:gd name="connsiteX90" fmla="*/ 130082 w 741668"/>
                    <a:gd name="connsiteY90" fmla="*/ 594625 h 677176"/>
                    <a:gd name="connsiteX91" fmla="*/ 139434 w 741668"/>
                    <a:gd name="connsiteY91" fmla="*/ 602687 h 677176"/>
                    <a:gd name="connsiteX92" fmla="*/ 141046 w 741668"/>
                    <a:gd name="connsiteY92" fmla="*/ 608169 h 677176"/>
                    <a:gd name="connsiteX93" fmla="*/ 137821 w 741668"/>
                    <a:gd name="connsiteY93" fmla="*/ 610426 h 677176"/>
                    <a:gd name="connsiteX94" fmla="*/ 174260 w 741668"/>
                    <a:gd name="connsiteY94" fmla="*/ 606234 h 677176"/>
                    <a:gd name="connsiteX95" fmla="*/ 170390 w 741668"/>
                    <a:gd name="connsiteY95" fmla="*/ 603654 h 677176"/>
                    <a:gd name="connsiteX96" fmla="*/ 172970 w 741668"/>
                    <a:gd name="connsiteY96" fmla="*/ 598495 h 677176"/>
                    <a:gd name="connsiteX97" fmla="*/ 200702 w 741668"/>
                    <a:gd name="connsiteY97" fmla="*/ 593658 h 677176"/>
                    <a:gd name="connsiteX98" fmla="*/ 200702 w 741668"/>
                    <a:gd name="connsiteY98" fmla="*/ 593658 h 677176"/>
                    <a:gd name="connsiteX99" fmla="*/ 204894 w 741668"/>
                    <a:gd name="connsiteY99" fmla="*/ 597527 h 677176"/>
                    <a:gd name="connsiteX100" fmla="*/ 201024 w 741668"/>
                    <a:gd name="connsiteY100" fmla="*/ 601719 h 677176"/>
                    <a:gd name="connsiteX101" fmla="*/ 175872 w 741668"/>
                    <a:gd name="connsiteY101" fmla="*/ 606234 h 677176"/>
                    <a:gd name="connsiteX102" fmla="*/ 174260 w 741668"/>
                    <a:gd name="connsiteY102" fmla="*/ 606234 h 677176"/>
                    <a:gd name="connsiteX103" fmla="*/ 522199 w 741668"/>
                    <a:gd name="connsiteY103" fmla="*/ 598817 h 677176"/>
                    <a:gd name="connsiteX104" fmla="*/ 520587 w 741668"/>
                    <a:gd name="connsiteY104" fmla="*/ 598495 h 677176"/>
                    <a:gd name="connsiteX105" fmla="*/ 514460 w 741668"/>
                    <a:gd name="connsiteY105" fmla="*/ 592046 h 677176"/>
                    <a:gd name="connsiteX106" fmla="*/ 512203 w 741668"/>
                    <a:gd name="connsiteY106" fmla="*/ 589143 h 677176"/>
                    <a:gd name="connsiteX107" fmla="*/ 503819 w 741668"/>
                    <a:gd name="connsiteY107" fmla="*/ 587209 h 677176"/>
                    <a:gd name="connsiteX108" fmla="*/ 499627 w 741668"/>
                    <a:gd name="connsiteY108" fmla="*/ 586886 h 677176"/>
                    <a:gd name="connsiteX109" fmla="*/ 496080 w 741668"/>
                    <a:gd name="connsiteY109" fmla="*/ 582371 h 677176"/>
                    <a:gd name="connsiteX110" fmla="*/ 500594 w 741668"/>
                    <a:gd name="connsiteY110" fmla="*/ 578824 h 677176"/>
                    <a:gd name="connsiteX111" fmla="*/ 504464 w 741668"/>
                    <a:gd name="connsiteY111" fmla="*/ 579147 h 677176"/>
                    <a:gd name="connsiteX112" fmla="*/ 515750 w 741668"/>
                    <a:gd name="connsiteY112" fmla="*/ 582049 h 677176"/>
                    <a:gd name="connsiteX113" fmla="*/ 521554 w 741668"/>
                    <a:gd name="connsiteY113" fmla="*/ 588821 h 677176"/>
                    <a:gd name="connsiteX114" fmla="*/ 523489 w 741668"/>
                    <a:gd name="connsiteY114" fmla="*/ 591078 h 677176"/>
                    <a:gd name="connsiteX115" fmla="*/ 525424 w 741668"/>
                    <a:gd name="connsiteY115" fmla="*/ 596560 h 677176"/>
                    <a:gd name="connsiteX116" fmla="*/ 522199 w 741668"/>
                    <a:gd name="connsiteY116" fmla="*/ 598817 h 677176"/>
                    <a:gd name="connsiteX117" fmla="*/ 238108 w 741668"/>
                    <a:gd name="connsiteY117" fmla="*/ 598817 h 677176"/>
                    <a:gd name="connsiteX118" fmla="*/ 234238 w 741668"/>
                    <a:gd name="connsiteY118" fmla="*/ 595593 h 677176"/>
                    <a:gd name="connsiteX119" fmla="*/ 237463 w 741668"/>
                    <a:gd name="connsiteY119" fmla="*/ 590756 h 677176"/>
                    <a:gd name="connsiteX120" fmla="*/ 241978 w 741668"/>
                    <a:gd name="connsiteY120" fmla="*/ 589788 h 677176"/>
                    <a:gd name="connsiteX121" fmla="*/ 265195 w 741668"/>
                    <a:gd name="connsiteY121" fmla="*/ 586886 h 677176"/>
                    <a:gd name="connsiteX122" fmla="*/ 269065 w 741668"/>
                    <a:gd name="connsiteY122" fmla="*/ 591078 h 677176"/>
                    <a:gd name="connsiteX123" fmla="*/ 264873 w 741668"/>
                    <a:gd name="connsiteY123" fmla="*/ 594625 h 677176"/>
                    <a:gd name="connsiteX124" fmla="*/ 243912 w 741668"/>
                    <a:gd name="connsiteY124" fmla="*/ 597205 h 677176"/>
                    <a:gd name="connsiteX125" fmla="*/ 239398 w 741668"/>
                    <a:gd name="connsiteY125" fmla="*/ 598172 h 677176"/>
                    <a:gd name="connsiteX126" fmla="*/ 238108 w 741668"/>
                    <a:gd name="connsiteY126" fmla="*/ 598817 h 677176"/>
                    <a:gd name="connsiteX127" fmla="*/ 454804 w 741668"/>
                    <a:gd name="connsiteY127" fmla="*/ 586241 h 677176"/>
                    <a:gd name="connsiteX128" fmla="*/ 457706 w 741668"/>
                    <a:gd name="connsiteY128" fmla="*/ 583661 h 677176"/>
                    <a:gd name="connsiteX129" fmla="*/ 454804 w 741668"/>
                    <a:gd name="connsiteY129" fmla="*/ 586241 h 677176"/>
                    <a:gd name="connsiteX130" fmla="*/ 452224 w 741668"/>
                    <a:gd name="connsiteY130" fmla="*/ 583017 h 677176"/>
                    <a:gd name="connsiteX131" fmla="*/ 451257 w 741668"/>
                    <a:gd name="connsiteY131" fmla="*/ 579469 h 677176"/>
                    <a:gd name="connsiteX132" fmla="*/ 465123 w 741668"/>
                    <a:gd name="connsiteY132" fmla="*/ 560122 h 677176"/>
                    <a:gd name="connsiteX133" fmla="*/ 469315 w 741668"/>
                    <a:gd name="connsiteY133" fmla="*/ 560444 h 677176"/>
                    <a:gd name="connsiteX134" fmla="*/ 471895 w 741668"/>
                    <a:gd name="connsiteY134" fmla="*/ 565603 h 677176"/>
                    <a:gd name="connsiteX135" fmla="*/ 466735 w 741668"/>
                    <a:gd name="connsiteY135" fmla="*/ 568183 h 677176"/>
                    <a:gd name="connsiteX136" fmla="*/ 466090 w 741668"/>
                    <a:gd name="connsiteY136" fmla="*/ 568183 h 677176"/>
                    <a:gd name="connsiteX137" fmla="*/ 458996 w 741668"/>
                    <a:gd name="connsiteY137" fmla="*/ 579147 h 677176"/>
                    <a:gd name="connsiteX138" fmla="*/ 460286 w 741668"/>
                    <a:gd name="connsiteY138" fmla="*/ 580759 h 677176"/>
                    <a:gd name="connsiteX139" fmla="*/ 454804 w 741668"/>
                    <a:gd name="connsiteY139" fmla="*/ 586241 h 677176"/>
                    <a:gd name="connsiteX140" fmla="*/ 101705 w 741668"/>
                    <a:gd name="connsiteY140" fmla="*/ 569473 h 677176"/>
                    <a:gd name="connsiteX141" fmla="*/ 98481 w 741668"/>
                    <a:gd name="connsiteY141" fmla="*/ 567861 h 677176"/>
                    <a:gd name="connsiteX142" fmla="*/ 99126 w 741668"/>
                    <a:gd name="connsiteY142" fmla="*/ 562056 h 677176"/>
                    <a:gd name="connsiteX143" fmla="*/ 103318 w 741668"/>
                    <a:gd name="connsiteY143" fmla="*/ 559154 h 677176"/>
                    <a:gd name="connsiteX144" fmla="*/ 120408 w 741668"/>
                    <a:gd name="connsiteY144" fmla="*/ 545933 h 677176"/>
                    <a:gd name="connsiteX145" fmla="*/ 126213 w 741668"/>
                    <a:gd name="connsiteY145" fmla="*/ 546256 h 677176"/>
                    <a:gd name="connsiteX146" fmla="*/ 125890 w 741668"/>
                    <a:gd name="connsiteY146" fmla="*/ 552060 h 677176"/>
                    <a:gd name="connsiteX147" fmla="*/ 108155 w 741668"/>
                    <a:gd name="connsiteY147" fmla="*/ 565926 h 677176"/>
                    <a:gd name="connsiteX148" fmla="*/ 104608 w 741668"/>
                    <a:gd name="connsiteY148" fmla="*/ 568505 h 677176"/>
                    <a:gd name="connsiteX149" fmla="*/ 101705 w 741668"/>
                    <a:gd name="connsiteY149" fmla="*/ 569473 h 677176"/>
                    <a:gd name="connsiteX150" fmla="*/ 588949 w 741668"/>
                    <a:gd name="connsiteY150" fmla="*/ 555929 h 677176"/>
                    <a:gd name="connsiteX151" fmla="*/ 587015 w 741668"/>
                    <a:gd name="connsiteY151" fmla="*/ 555285 h 677176"/>
                    <a:gd name="connsiteX152" fmla="*/ 582823 w 741668"/>
                    <a:gd name="connsiteY152" fmla="*/ 553995 h 677176"/>
                    <a:gd name="connsiteX153" fmla="*/ 566055 w 741668"/>
                    <a:gd name="connsiteY153" fmla="*/ 542386 h 677176"/>
                    <a:gd name="connsiteX154" fmla="*/ 564120 w 741668"/>
                    <a:gd name="connsiteY154" fmla="*/ 540129 h 677176"/>
                    <a:gd name="connsiteX155" fmla="*/ 564442 w 741668"/>
                    <a:gd name="connsiteY155" fmla="*/ 534324 h 677176"/>
                    <a:gd name="connsiteX156" fmla="*/ 570247 w 741668"/>
                    <a:gd name="connsiteY156" fmla="*/ 534647 h 677176"/>
                    <a:gd name="connsiteX157" fmla="*/ 572504 w 741668"/>
                    <a:gd name="connsiteY157" fmla="*/ 537226 h 677176"/>
                    <a:gd name="connsiteX158" fmla="*/ 584435 w 741668"/>
                    <a:gd name="connsiteY158" fmla="*/ 545933 h 677176"/>
                    <a:gd name="connsiteX159" fmla="*/ 591207 w 741668"/>
                    <a:gd name="connsiteY159" fmla="*/ 548190 h 677176"/>
                    <a:gd name="connsiteX160" fmla="*/ 592497 w 741668"/>
                    <a:gd name="connsiteY160" fmla="*/ 553672 h 677176"/>
                    <a:gd name="connsiteX161" fmla="*/ 588949 w 741668"/>
                    <a:gd name="connsiteY161" fmla="*/ 555929 h 677176"/>
                    <a:gd name="connsiteX162" fmla="*/ 149108 w 741668"/>
                    <a:gd name="connsiteY162" fmla="*/ 525940 h 677176"/>
                    <a:gd name="connsiteX163" fmla="*/ 146850 w 741668"/>
                    <a:gd name="connsiteY163" fmla="*/ 525295 h 677176"/>
                    <a:gd name="connsiteX164" fmla="*/ 145883 w 741668"/>
                    <a:gd name="connsiteY164" fmla="*/ 519813 h 677176"/>
                    <a:gd name="connsiteX165" fmla="*/ 149430 w 741668"/>
                    <a:gd name="connsiteY165" fmla="*/ 513364 h 677176"/>
                    <a:gd name="connsiteX166" fmla="*/ 150075 w 741668"/>
                    <a:gd name="connsiteY166" fmla="*/ 510139 h 677176"/>
                    <a:gd name="connsiteX167" fmla="*/ 144916 w 741668"/>
                    <a:gd name="connsiteY167" fmla="*/ 501755 h 677176"/>
                    <a:gd name="connsiteX168" fmla="*/ 144271 w 741668"/>
                    <a:gd name="connsiteY168" fmla="*/ 495951 h 677176"/>
                    <a:gd name="connsiteX169" fmla="*/ 150075 w 741668"/>
                    <a:gd name="connsiteY169" fmla="*/ 495306 h 677176"/>
                    <a:gd name="connsiteX170" fmla="*/ 158459 w 741668"/>
                    <a:gd name="connsiteY170" fmla="*/ 509817 h 677176"/>
                    <a:gd name="connsiteX171" fmla="*/ 157814 w 741668"/>
                    <a:gd name="connsiteY171" fmla="*/ 515299 h 677176"/>
                    <a:gd name="connsiteX172" fmla="*/ 153300 w 741668"/>
                    <a:gd name="connsiteY172" fmla="*/ 524005 h 677176"/>
                    <a:gd name="connsiteX173" fmla="*/ 149108 w 741668"/>
                    <a:gd name="connsiteY173" fmla="*/ 525940 h 677176"/>
                    <a:gd name="connsiteX174" fmla="*/ 535098 w 741668"/>
                    <a:gd name="connsiteY174" fmla="*/ 522393 h 677176"/>
                    <a:gd name="connsiteX175" fmla="*/ 531551 w 741668"/>
                    <a:gd name="connsiteY175" fmla="*/ 520458 h 677176"/>
                    <a:gd name="connsiteX176" fmla="*/ 529294 w 741668"/>
                    <a:gd name="connsiteY176" fmla="*/ 507237 h 677176"/>
                    <a:gd name="connsiteX177" fmla="*/ 532196 w 741668"/>
                    <a:gd name="connsiteY177" fmla="*/ 490469 h 677176"/>
                    <a:gd name="connsiteX178" fmla="*/ 537678 w 741668"/>
                    <a:gd name="connsiteY178" fmla="*/ 488534 h 677176"/>
                    <a:gd name="connsiteX179" fmla="*/ 539612 w 741668"/>
                    <a:gd name="connsiteY179" fmla="*/ 494016 h 677176"/>
                    <a:gd name="connsiteX180" fmla="*/ 537355 w 741668"/>
                    <a:gd name="connsiteY180" fmla="*/ 507560 h 677176"/>
                    <a:gd name="connsiteX181" fmla="*/ 538645 w 741668"/>
                    <a:gd name="connsiteY181" fmla="*/ 516589 h 677176"/>
                    <a:gd name="connsiteX182" fmla="*/ 537033 w 741668"/>
                    <a:gd name="connsiteY182" fmla="*/ 522071 h 677176"/>
                    <a:gd name="connsiteX183" fmla="*/ 535098 w 741668"/>
                    <a:gd name="connsiteY183" fmla="*/ 522393 h 677176"/>
                    <a:gd name="connsiteX184" fmla="*/ 494467 w 741668"/>
                    <a:gd name="connsiteY184" fmla="*/ 481440 h 677176"/>
                    <a:gd name="connsiteX185" fmla="*/ 493177 w 741668"/>
                    <a:gd name="connsiteY185" fmla="*/ 481440 h 677176"/>
                    <a:gd name="connsiteX186" fmla="*/ 489308 w 741668"/>
                    <a:gd name="connsiteY186" fmla="*/ 477248 h 677176"/>
                    <a:gd name="connsiteX187" fmla="*/ 493500 w 741668"/>
                    <a:gd name="connsiteY187" fmla="*/ 473378 h 677176"/>
                    <a:gd name="connsiteX188" fmla="*/ 494467 w 741668"/>
                    <a:gd name="connsiteY188" fmla="*/ 473378 h 677176"/>
                    <a:gd name="connsiteX189" fmla="*/ 506721 w 741668"/>
                    <a:gd name="connsiteY189" fmla="*/ 471766 h 677176"/>
                    <a:gd name="connsiteX190" fmla="*/ 519619 w 741668"/>
                    <a:gd name="connsiteY190" fmla="*/ 469831 h 677176"/>
                    <a:gd name="connsiteX191" fmla="*/ 524134 w 741668"/>
                    <a:gd name="connsiteY191" fmla="*/ 473378 h 677176"/>
                    <a:gd name="connsiteX192" fmla="*/ 520587 w 741668"/>
                    <a:gd name="connsiteY192" fmla="*/ 477893 h 677176"/>
                    <a:gd name="connsiteX193" fmla="*/ 508333 w 741668"/>
                    <a:gd name="connsiteY193" fmla="*/ 479828 h 677176"/>
                    <a:gd name="connsiteX194" fmla="*/ 494467 w 741668"/>
                    <a:gd name="connsiteY194" fmla="*/ 481440 h 677176"/>
                    <a:gd name="connsiteX195" fmla="*/ 116861 w 741668"/>
                    <a:gd name="connsiteY195" fmla="*/ 480150 h 677176"/>
                    <a:gd name="connsiteX196" fmla="*/ 113959 w 741668"/>
                    <a:gd name="connsiteY196" fmla="*/ 478860 h 677176"/>
                    <a:gd name="connsiteX197" fmla="*/ 98803 w 741668"/>
                    <a:gd name="connsiteY197" fmla="*/ 455320 h 677176"/>
                    <a:gd name="connsiteX198" fmla="*/ 100738 w 741668"/>
                    <a:gd name="connsiteY198" fmla="*/ 449838 h 677176"/>
                    <a:gd name="connsiteX199" fmla="*/ 106220 w 741668"/>
                    <a:gd name="connsiteY199" fmla="*/ 451773 h 677176"/>
                    <a:gd name="connsiteX200" fmla="*/ 120086 w 741668"/>
                    <a:gd name="connsiteY200" fmla="*/ 473378 h 677176"/>
                    <a:gd name="connsiteX201" fmla="*/ 119763 w 741668"/>
                    <a:gd name="connsiteY201" fmla="*/ 479183 h 677176"/>
                    <a:gd name="connsiteX202" fmla="*/ 116861 w 741668"/>
                    <a:gd name="connsiteY202" fmla="*/ 480150 h 677176"/>
                    <a:gd name="connsiteX203" fmla="*/ 463511 w 741668"/>
                    <a:gd name="connsiteY203" fmla="*/ 459835 h 677176"/>
                    <a:gd name="connsiteX204" fmla="*/ 462221 w 741668"/>
                    <a:gd name="connsiteY204" fmla="*/ 459512 h 677176"/>
                    <a:gd name="connsiteX205" fmla="*/ 460609 w 741668"/>
                    <a:gd name="connsiteY205" fmla="*/ 459190 h 677176"/>
                    <a:gd name="connsiteX206" fmla="*/ 447387 w 741668"/>
                    <a:gd name="connsiteY206" fmla="*/ 454998 h 677176"/>
                    <a:gd name="connsiteX207" fmla="*/ 437391 w 741668"/>
                    <a:gd name="connsiteY207" fmla="*/ 451451 h 677176"/>
                    <a:gd name="connsiteX208" fmla="*/ 434489 w 741668"/>
                    <a:gd name="connsiteY208" fmla="*/ 446614 h 677176"/>
                    <a:gd name="connsiteX209" fmla="*/ 439326 w 741668"/>
                    <a:gd name="connsiteY209" fmla="*/ 443712 h 677176"/>
                    <a:gd name="connsiteX210" fmla="*/ 450612 w 741668"/>
                    <a:gd name="connsiteY210" fmla="*/ 447581 h 677176"/>
                    <a:gd name="connsiteX211" fmla="*/ 462221 w 741668"/>
                    <a:gd name="connsiteY211" fmla="*/ 451128 h 677176"/>
                    <a:gd name="connsiteX212" fmla="*/ 465446 w 741668"/>
                    <a:gd name="connsiteY212" fmla="*/ 452096 h 677176"/>
                    <a:gd name="connsiteX213" fmla="*/ 467703 w 741668"/>
                    <a:gd name="connsiteY213" fmla="*/ 457255 h 677176"/>
                    <a:gd name="connsiteX214" fmla="*/ 463511 w 741668"/>
                    <a:gd name="connsiteY214" fmla="*/ 459835 h 677176"/>
                    <a:gd name="connsiteX215" fmla="*/ 420623 w 741668"/>
                    <a:gd name="connsiteY215" fmla="*/ 423074 h 677176"/>
                    <a:gd name="connsiteX216" fmla="*/ 419655 w 741668"/>
                    <a:gd name="connsiteY216" fmla="*/ 423074 h 677176"/>
                    <a:gd name="connsiteX217" fmla="*/ 416753 w 741668"/>
                    <a:gd name="connsiteY217" fmla="*/ 418237 h 677176"/>
                    <a:gd name="connsiteX218" fmla="*/ 419011 w 741668"/>
                    <a:gd name="connsiteY218" fmla="*/ 413400 h 677176"/>
                    <a:gd name="connsiteX219" fmla="*/ 424493 w 741668"/>
                    <a:gd name="connsiteY219" fmla="*/ 402114 h 677176"/>
                    <a:gd name="connsiteX220" fmla="*/ 424170 w 741668"/>
                    <a:gd name="connsiteY220" fmla="*/ 398889 h 677176"/>
                    <a:gd name="connsiteX221" fmla="*/ 424170 w 741668"/>
                    <a:gd name="connsiteY221" fmla="*/ 397599 h 677176"/>
                    <a:gd name="connsiteX222" fmla="*/ 424815 w 741668"/>
                    <a:gd name="connsiteY222" fmla="*/ 393730 h 677176"/>
                    <a:gd name="connsiteX223" fmla="*/ 429652 w 741668"/>
                    <a:gd name="connsiteY223" fmla="*/ 390828 h 677176"/>
                    <a:gd name="connsiteX224" fmla="*/ 432554 w 741668"/>
                    <a:gd name="connsiteY224" fmla="*/ 395664 h 677176"/>
                    <a:gd name="connsiteX225" fmla="*/ 432232 w 741668"/>
                    <a:gd name="connsiteY225" fmla="*/ 397599 h 677176"/>
                    <a:gd name="connsiteX226" fmla="*/ 432554 w 741668"/>
                    <a:gd name="connsiteY226" fmla="*/ 402114 h 677176"/>
                    <a:gd name="connsiteX227" fmla="*/ 425460 w 741668"/>
                    <a:gd name="connsiteY227" fmla="*/ 418559 h 677176"/>
                    <a:gd name="connsiteX228" fmla="*/ 424493 w 741668"/>
                    <a:gd name="connsiteY228" fmla="*/ 420494 h 677176"/>
                    <a:gd name="connsiteX229" fmla="*/ 420623 w 741668"/>
                    <a:gd name="connsiteY229" fmla="*/ 423074 h 677176"/>
                    <a:gd name="connsiteX230" fmla="*/ 99771 w 741668"/>
                    <a:gd name="connsiteY230" fmla="*/ 421784 h 677176"/>
                    <a:gd name="connsiteX231" fmla="*/ 96546 w 741668"/>
                    <a:gd name="connsiteY231" fmla="*/ 420172 h 677176"/>
                    <a:gd name="connsiteX232" fmla="*/ 93966 w 741668"/>
                    <a:gd name="connsiteY232" fmla="*/ 417592 h 677176"/>
                    <a:gd name="connsiteX233" fmla="*/ 83647 w 741668"/>
                    <a:gd name="connsiteY233" fmla="*/ 394697 h 677176"/>
                    <a:gd name="connsiteX234" fmla="*/ 87839 w 741668"/>
                    <a:gd name="connsiteY234" fmla="*/ 390505 h 677176"/>
                    <a:gd name="connsiteX235" fmla="*/ 92031 w 741668"/>
                    <a:gd name="connsiteY235" fmla="*/ 394374 h 677176"/>
                    <a:gd name="connsiteX236" fmla="*/ 92031 w 741668"/>
                    <a:gd name="connsiteY236" fmla="*/ 394374 h 677176"/>
                    <a:gd name="connsiteX237" fmla="*/ 99448 w 741668"/>
                    <a:gd name="connsiteY237" fmla="*/ 411143 h 677176"/>
                    <a:gd name="connsiteX238" fmla="*/ 102995 w 741668"/>
                    <a:gd name="connsiteY238" fmla="*/ 414690 h 677176"/>
                    <a:gd name="connsiteX239" fmla="*/ 102350 w 741668"/>
                    <a:gd name="connsiteY239" fmla="*/ 420494 h 677176"/>
                    <a:gd name="connsiteX240" fmla="*/ 99771 w 741668"/>
                    <a:gd name="connsiteY240" fmla="*/ 421784 h 677176"/>
                    <a:gd name="connsiteX241" fmla="*/ 496725 w 741668"/>
                    <a:gd name="connsiteY241" fmla="*/ 390182 h 677176"/>
                    <a:gd name="connsiteX242" fmla="*/ 494145 w 741668"/>
                    <a:gd name="connsiteY242" fmla="*/ 390182 h 677176"/>
                    <a:gd name="connsiteX243" fmla="*/ 490598 w 741668"/>
                    <a:gd name="connsiteY243" fmla="*/ 385990 h 677176"/>
                    <a:gd name="connsiteX244" fmla="*/ 494790 w 741668"/>
                    <a:gd name="connsiteY244" fmla="*/ 382443 h 677176"/>
                    <a:gd name="connsiteX245" fmla="*/ 496725 w 741668"/>
                    <a:gd name="connsiteY245" fmla="*/ 382443 h 677176"/>
                    <a:gd name="connsiteX246" fmla="*/ 512203 w 741668"/>
                    <a:gd name="connsiteY246" fmla="*/ 371157 h 677176"/>
                    <a:gd name="connsiteX247" fmla="*/ 517685 w 741668"/>
                    <a:gd name="connsiteY247" fmla="*/ 369222 h 677176"/>
                    <a:gd name="connsiteX248" fmla="*/ 519619 w 741668"/>
                    <a:gd name="connsiteY248" fmla="*/ 374704 h 677176"/>
                    <a:gd name="connsiteX249" fmla="*/ 496725 w 741668"/>
                    <a:gd name="connsiteY249" fmla="*/ 390182 h 677176"/>
                    <a:gd name="connsiteX250" fmla="*/ 63977 w 741668"/>
                    <a:gd name="connsiteY250" fmla="*/ 378251 h 677176"/>
                    <a:gd name="connsiteX251" fmla="*/ 61720 w 741668"/>
                    <a:gd name="connsiteY251" fmla="*/ 377606 h 677176"/>
                    <a:gd name="connsiteX252" fmla="*/ 58173 w 741668"/>
                    <a:gd name="connsiteY252" fmla="*/ 375027 h 677176"/>
                    <a:gd name="connsiteX253" fmla="*/ 41405 w 741668"/>
                    <a:gd name="connsiteY253" fmla="*/ 357291 h 677176"/>
                    <a:gd name="connsiteX254" fmla="*/ 43339 w 741668"/>
                    <a:gd name="connsiteY254" fmla="*/ 351809 h 677176"/>
                    <a:gd name="connsiteX255" fmla="*/ 48821 w 741668"/>
                    <a:gd name="connsiteY255" fmla="*/ 353744 h 677176"/>
                    <a:gd name="connsiteX256" fmla="*/ 63654 w 741668"/>
                    <a:gd name="connsiteY256" fmla="*/ 368577 h 677176"/>
                    <a:gd name="connsiteX257" fmla="*/ 66557 w 741668"/>
                    <a:gd name="connsiteY257" fmla="*/ 370835 h 677176"/>
                    <a:gd name="connsiteX258" fmla="*/ 67847 w 741668"/>
                    <a:gd name="connsiteY258" fmla="*/ 376316 h 677176"/>
                    <a:gd name="connsiteX259" fmla="*/ 63977 w 741668"/>
                    <a:gd name="connsiteY259" fmla="*/ 378251 h 677176"/>
                    <a:gd name="connsiteX260" fmla="*/ 452869 w 741668"/>
                    <a:gd name="connsiteY260" fmla="*/ 376962 h 677176"/>
                    <a:gd name="connsiteX261" fmla="*/ 452547 w 741668"/>
                    <a:gd name="connsiteY261" fmla="*/ 376962 h 677176"/>
                    <a:gd name="connsiteX262" fmla="*/ 449000 w 741668"/>
                    <a:gd name="connsiteY262" fmla="*/ 372447 h 677176"/>
                    <a:gd name="connsiteX263" fmla="*/ 449322 w 741668"/>
                    <a:gd name="connsiteY263" fmla="*/ 370190 h 677176"/>
                    <a:gd name="connsiteX264" fmla="*/ 458996 w 741668"/>
                    <a:gd name="connsiteY264" fmla="*/ 357936 h 677176"/>
                    <a:gd name="connsiteX265" fmla="*/ 460286 w 741668"/>
                    <a:gd name="connsiteY265" fmla="*/ 357936 h 677176"/>
                    <a:gd name="connsiteX266" fmla="*/ 472540 w 741668"/>
                    <a:gd name="connsiteY266" fmla="*/ 357613 h 677176"/>
                    <a:gd name="connsiteX267" fmla="*/ 476087 w 741668"/>
                    <a:gd name="connsiteY267" fmla="*/ 362128 h 677176"/>
                    <a:gd name="connsiteX268" fmla="*/ 471572 w 741668"/>
                    <a:gd name="connsiteY268" fmla="*/ 365675 h 677176"/>
                    <a:gd name="connsiteX269" fmla="*/ 460931 w 741668"/>
                    <a:gd name="connsiteY269" fmla="*/ 365998 h 677176"/>
                    <a:gd name="connsiteX270" fmla="*/ 459641 w 741668"/>
                    <a:gd name="connsiteY270" fmla="*/ 365998 h 677176"/>
                    <a:gd name="connsiteX271" fmla="*/ 457384 w 741668"/>
                    <a:gd name="connsiteY271" fmla="*/ 371157 h 677176"/>
                    <a:gd name="connsiteX272" fmla="*/ 457062 w 741668"/>
                    <a:gd name="connsiteY272" fmla="*/ 373737 h 677176"/>
                    <a:gd name="connsiteX273" fmla="*/ 452869 w 741668"/>
                    <a:gd name="connsiteY273" fmla="*/ 376962 h 677176"/>
                    <a:gd name="connsiteX274" fmla="*/ 540580 w 741668"/>
                    <a:gd name="connsiteY274" fmla="*/ 349874 h 677176"/>
                    <a:gd name="connsiteX275" fmla="*/ 537355 w 741668"/>
                    <a:gd name="connsiteY275" fmla="*/ 348262 h 677176"/>
                    <a:gd name="connsiteX276" fmla="*/ 538323 w 741668"/>
                    <a:gd name="connsiteY276" fmla="*/ 342780 h 677176"/>
                    <a:gd name="connsiteX277" fmla="*/ 540902 w 741668"/>
                    <a:gd name="connsiteY277" fmla="*/ 340845 h 677176"/>
                    <a:gd name="connsiteX278" fmla="*/ 563475 w 741668"/>
                    <a:gd name="connsiteY278" fmla="*/ 331816 h 677176"/>
                    <a:gd name="connsiteX279" fmla="*/ 564442 w 741668"/>
                    <a:gd name="connsiteY279" fmla="*/ 331816 h 677176"/>
                    <a:gd name="connsiteX280" fmla="*/ 568957 w 741668"/>
                    <a:gd name="connsiteY280" fmla="*/ 335364 h 677176"/>
                    <a:gd name="connsiteX281" fmla="*/ 565410 w 741668"/>
                    <a:gd name="connsiteY281" fmla="*/ 339878 h 677176"/>
                    <a:gd name="connsiteX282" fmla="*/ 564442 w 741668"/>
                    <a:gd name="connsiteY282" fmla="*/ 339878 h 677176"/>
                    <a:gd name="connsiteX283" fmla="*/ 545739 w 741668"/>
                    <a:gd name="connsiteY283" fmla="*/ 347295 h 677176"/>
                    <a:gd name="connsiteX284" fmla="*/ 542837 w 741668"/>
                    <a:gd name="connsiteY284" fmla="*/ 349230 h 677176"/>
                    <a:gd name="connsiteX285" fmla="*/ 540580 w 741668"/>
                    <a:gd name="connsiteY285" fmla="*/ 349874 h 677176"/>
                    <a:gd name="connsiteX286" fmla="*/ 25604 w 741668"/>
                    <a:gd name="connsiteY286" fmla="*/ 328269 h 677176"/>
                    <a:gd name="connsiteX287" fmla="*/ 23024 w 741668"/>
                    <a:gd name="connsiteY287" fmla="*/ 327302 h 677176"/>
                    <a:gd name="connsiteX288" fmla="*/ 17865 w 741668"/>
                    <a:gd name="connsiteY288" fmla="*/ 323110 h 677176"/>
                    <a:gd name="connsiteX289" fmla="*/ 7868 w 741668"/>
                    <a:gd name="connsiteY289" fmla="*/ 315693 h 677176"/>
                    <a:gd name="connsiteX290" fmla="*/ 1741 w 741668"/>
                    <a:gd name="connsiteY290" fmla="*/ 311179 h 677176"/>
                    <a:gd name="connsiteX291" fmla="*/ 774 w 741668"/>
                    <a:gd name="connsiteY291" fmla="*/ 305697 h 677176"/>
                    <a:gd name="connsiteX292" fmla="*/ 6578 w 741668"/>
                    <a:gd name="connsiteY292" fmla="*/ 304729 h 677176"/>
                    <a:gd name="connsiteX293" fmla="*/ 12705 w 741668"/>
                    <a:gd name="connsiteY293" fmla="*/ 308921 h 677176"/>
                    <a:gd name="connsiteX294" fmla="*/ 23346 w 741668"/>
                    <a:gd name="connsiteY294" fmla="*/ 316660 h 677176"/>
                    <a:gd name="connsiteX295" fmla="*/ 28506 w 741668"/>
                    <a:gd name="connsiteY295" fmla="*/ 320852 h 677176"/>
                    <a:gd name="connsiteX296" fmla="*/ 29151 w 741668"/>
                    <a:gd name="connsiteY296" fmla="*/ 326657 h 677176"/>
                    <a:gd name="connsiteX297" fmla="*/ 25604 w 741668"/>
                    <a:gd name="connsiteY297" fmla="*/ 328269 h 677176"/>
                    <a:gd name="connsiteX298" fmla="*/ 593142 w 741668"/>
                    <a:gd name="connsiteY298" fmla="*/ 320208 h 677176"/>
                    <a:gd name="connsiteX299" fmla="*/ 592174 w 741668"/>
                    <a:gd name="connsiteY299" fmla="*/ 320208 h 677176"/>
                    <a:gd name="connsiteX300" fmla="*/ 588949 w 741668"/>
                    <a:gd name="connsiteY300" fmla="*/ 315371 h 677176"/>
                    <a:gd name="connsiteX301" fmla="*/ 589272 w 741668"/>
                    <a:gd name="connsiteY301" fmla="*/ 313436 h 677176"/>
                    <a:gd name="connsiteX302" fmla="*/ 591529 w 741668"/>
                    <a:gd name="connsiteY302" fmla="*/ 305374 h 677176"/>
                    <a:gd name="connsiteX303" fmla="*/ 606040 w 741668"/>
                    <a:gd name="connsiteY303" fmla="*/ 290863 h 677176"/>
                    <a:gd name="connsiteX304" fmla="*/ 610877 w 741668"/>
                    <a:gd name="connsiteY304" fmla="*/ 294088 h 677176"/>
                    <a:gd name="connsiteX305" fmla="*/ 607652 w 741668"/>
                    <a:gd name="connsiteY305" fmla="*/ 298925 h 677176"/>
                    <a:gd name="connsiteX306" fmla="*/ 598946 w 741668"/>
                    <a:gd name="connsiteY306" fmla="*/ 308599 h 677176"/>
                    <a:gd name="connsiteX307" fmla="*/ 597334 w 741668"/>
                    <a:gd name="connsiteY307" fmla="*/ 315048 h 677176"/>
                    <a:gd name="connsiteX308" fmla="*/ 597011 w 741668"/>
                    <a:gd name="connsiteY308" fmla="*/ 316983 h 677176"/>
                    <a:gd name="connsiteX309" fmla="*/ 593142 w 741668"/>
                    <a:gd name="connsiteY309" fmla="*/ 320208 h 677176"/>
                    <a:gd name="connsiteX310" fmla="*/ 640866 w 741668"/>
                    <a:gd name="connsiteY310" fmla="*/ 308599 h 677176"/>
                    <a:gd name="connsiteX311" fmla="*/ 637319 w 741668"/>
                    <a:gd name="connsiteY311" fmla="*/ 306664 h 677176"/>
                    <a:gd name="connsiteX312" fmla="*/ 638609 w 741668"/>
                    <a:gd name="connsiteY312" fmla="*/ 301182 h 677176"/>
                    <a:gd name="connsiteX313" fmla="*/ 644736 w 741668"/>
                    <a:gd name="connsiteY313" fmla="*/ 296990 h 677176"/>
                    <a:gd name="connsiteX314" fmla="*/ 662794 w 741668"/>
                    <a:gd name="connsiteY314" fmla="*/ 288284 h 677176"/>
                    <a:gd name="connsiteX315" fmla="*/ 664729 w 741668"/>
                    <a:gd name="connsiteY315" fmla="*/ 288284 h 677176"/>
                    <a:gd name="connsiteX316" fmla="*/ 668598 w 741668"/>
                    <a:gd name="connsiteY316" fmla="*/ 292476 h 677176"/>
                    <a:gd name="connsiteX317" fmla="*/ 664406 w 741668"/>
                    <a:gd name="connsiteY317" fmla="*/ 296345 h 677176"/>
                    <a:gd name="connsiteX318" fmla="*/ 663116 w 741668"/>
                    <a:gd name="connsiteY318" fmla="*/ 296345 h 677176"/>
                    <a:gd name="connsiteX319" fmla="*/ 649895 w 741668"/>
                    <a:gd name="connsiteY319" fmla="*/ 303762 h 677176"/>
                    <a:gd name="connsiteX320" fmla="*/ 643446 w 741668"/>
                    <a:gd name="connsiteY320" fmla="*/ 308276 h 677176"/>
                    <a:gd name="connsiteX321" fmla="*/ 640866 w 741668"/>
                    <a:gd name="connsiteY321" fmla="*/ 308599 h 677176"/>
                    <a:gd name="connsiteX322" fmla="*/ 695040 w 741668"/>
                    <a:gd name="connsiteY322" fmla="*/ 272160 h 677176"/>
                    <a:gd name="connsiteX323" fmla="*/ 693750 w 741668"/>
                    <a:gd name="connsiteY323" fmla="*/ 272160 h 677176"/>
                    <a:gd name="connsiteX324" fmla="*/ 691171 w 741668"/>
                    <a:gd name="connsiteY324" fmla="*/ 271838 h 677176"/>
                    <a:gd name="connsiteX325" fmla="*/ 688269 w 741668"/>
                    <a:gd name="connsiteY325" fmla="*/ 271515 h 677176"/>
                    <a:gd name="connsiteX326" fmla="*/ 684399 w 741668"/>
                    <a:gd name="connsiteY326" fmla="*/ 267323 h 677176"/>
                    <a:gd name="connsiteX327" fmla="*/ 688591 w 741668"/>
                    <a:gd name="connsiteY327" fmla="*/ 263454 h 677176"/>
                    <a:gd name="connsiteX328" fmla="*/ 693106 w 741668"/>
                    <a:gd name="connsiteY328" fmla="*/ 264099 h 677176"/>
                    <a:gd name="connsiteX329" fmla="*/ 694396 w 741668"/>
                    <a:gd name="connsiteY329" fmla="*/ 264421 h 677176"/>
                    <a:gd name="connsiteX330" fmla="*/ 704392 w 741668"/>
                    <a:gd name="connsiteY330" fmla="*/ 250233 h 677176"/>
                    <a:gd name="connsiteX331" fmla="*/ 710196 w 741668"/>
                    <a:gd name="connsiteY331" fmla="*/ 250878 h 677176"/>
                    <a:gd name="connsiteX332" fmla="*/ 709551 w 741668"/>
                    <a:gd name="connsiteY332" fmla="*/ 256682 h 677176"/>
                    <a:gd name="connsiteX333" fmla="*/ 702135 w 741668"/>
                    <a:gd name="connsiteY333" fmla="*/ 267001 h 677176"/>
                    <a:gd name="connsiteX334" fmla="*/ 695040 w 741668"/>
                    <a:gd name="connsiteY334" fmla="*/ 272160 h 677176"/>
                    <a:gd name="connsiteX335" fmla="*/ 165876 w 741668"/>
                    <a:gd name="connsiteY335" fmla="*/ 229595 h 677176"/>
                    <a:gd name="connsiteX336" fmla="*/ 163941 w 741668"/>
                    <a:gd name="connsiteY336" fmla="*/ 228950 h 677176"/>
                    <a:gd name="connsiteX337" fmla="*/ 160716 w 741668"/>
                    <a:gd name="connsiteY337" fmla="*/ 227015 h 677176"/>
                    <a:gd name="connsiteX338" fmla="*/ 158137 w 741668"/>
                    <a:gd name="connsiteY338" fmla="*/ 225403 h 677176"/>
                    <a:gd name="connsiteX339" fmla="*/ 149108 w 741668"/>
                    <a:gd name="connsiteY339" fmla="*/ 221211 h 677176"/>
                    <a:gd name="connsiteX340" fmla="*/ 139756 w 741668"/>
                    <a:gd name="connsiteY340" fmla="*/ 216374 h 677176"/>
                    <a:gd name="connsiteX341" fmla="*/ 139111 w 741668"/>
                    <a:gd name="connsiteY341" fmla="*/ 210570 h 677176"/>
                    <a:gd name="connsiteX342" fmla="*/ 144916 w 741668"/>
                    <a:gd name="connsiteY342" fmla="*/ 209925 h 677176"/>
                    <a:gd name="connsiteX343" fmla="*/ 152655 w 741668"/>
                    <a:gd name="connsiteY343" fmla="*/ 213794 h 677176"/>
                    <a:gd name="connsiteX344" fmla="*/ 162651 w 741668"/>
                    <a:gd name="connsiteY344" fmla="*/ 218631 h 677176"/>
                    <a:gd name="connsiteX345" fmla="*/ 165231 w 741668"/>
                    <a:gd name="connsiteY345" fmla="*/ 220244 h 677176"/>
                    <a:gd name="connsiteX346" fmla="*/ 168455 w 741668"/>
                    <a:gd name="connsiteY346" fmla="*/ 222178 h 677176"/>
                    <a:gd name="connsiteX347" fmla="*/ 169745 w 741668"/>
                    <a:gd name="connsiteY347" fmla="*/ 227660 h 677176"/>
                    <a:gd name="connsiteX348" fmla="*/ 165876 w 741668"/>
                    <a:gd name="connsiteY348" fmla="*/ 229595 h 677176"/>
                    <a:gd name="connsiteX349" fmla="*/ 728899 w 741668"/>
                    <a:gd name="connsiteY349" fmla="*/ 227660 h 677176"/>
                    <a:gd name="connsiteX350" fmla="*/ 726964 w 741668"/>
                    <a:gd name="connsiteY350" fmla="*/ 227338 h 677176"/>
                    <a:gd name="connsiteX351" fmla="*/ 725352 w 741668"/>
                    <a:gd name="connsiteY351" fmla="*/ 221856 h 677176"/>
                    <a:gd name="connsiteX352" fmla="*/ 735671 w 741668"/>
                    <a:gd name="connsiteY352" fmla="*/ 211537 h 677176"/>
                    <a:gd name="connsiteX353" fmla="*/ 745022 w 741668"/>
                    <a:gd name="connsiteY353" fmla="*/ 203798 h 677176"/>
                    <a:gd name="connsiteX354" fmla="*/ 750504 w 741668"/>
                    <a:gd name="connsiteY354" fmla="*/ 202508 h 677176"/>
                    <a:gd name="connsiteX355" fmla="*/ 751794 w 741668"/>
                    <a:gd name="connsiteY355" fmla="*/ 207990 h 677176"/>
                    <a:gd name="connsiteX356" fmla="*/ 738573 w 741668"/>
                    <a:gd name="connsiteY356" fmla="*/ 218954 h 677176"/>
                    <a:gd name="connsiteX357" fmla="*/ 732446 w 741668"/>
                    <a:gd name="connsiteY357" fmla="*/ 225403 h 677176"/>
                    <a:gd name="connsiteX358" fmla="*/ 728899 w 741668"/>
                    <a:gd name="connsiteY358" fmla="*/ 227660 h 677176"/>
                    <a:gd name="connsiteX359" fmla="*/ 249717 w 741668"/>
                    <a:gd name="connsiteY359" fmla="*/ 218954 h 677176"/>
                    <a:gd name="connsiteX360" fmla="*/ 245525 w 741668"/>
                    <a:gd name="connsiteY360" fmla="*/ 218309 h 677176"/>
                    <a:gd name="connsiteX361" fmla="*/ 242945 w 741668"/>
                    <a:gd name="connsiteY361" fmla="*/ 213149 h 677176"/>
                    <a:gd name="connsiteX362" fmla="*/ 248104 w 741668"/>
                    <a:gd name="connsiteY362" fmla="*/ 210570 h 677176"/>
                    <a:gd name="connsiteX363" fmla="*/ 253586 w 741668"/>
                    <a:gd name="connsiteY363" fmla="*/ 210570 h 677176"/>
                    <a:gd name="connsiteX364" fmla="*/ 264228 w 741668"/>
                    <a:gd name="connsiteY364" fmla="*/ 209925 h 677176"/>
                    <a:gd name="connsiteX365" fmla="*/ 273579 w 741668"/>
                    <a:gd name="connsiteY365" fmla="*/ 209925 h 677176"/>
                    <a:gd name="connsiteX366" fmla="*/ 277771 w 741668"/>
                    <a:gd name="connsiteY366" fmla="*/ 214117 h 677176"/>
                    <a:gd name="connsiteX367" fmla="*/ 273579 w 741668"/>
                    <a:gd name="connsiteY367" fmla="*/ 218309 h 677176"/>
                    <a:gd name="connsiteX368" fmla="*/ 264228 w 741668"/>
                    <a:gd name="connsiteY368" fmla="*/ 218309 h 677176"/>
                    <a:gd name="connsiteX369" fmla="*/ 254554 w 741668"/>
                    <a:gd name="connsiteY369" fmla="*/ 218954 h 677176"/>
                    <a:gd name="connsiteX370" fmla="*/ 249717 w 741668"/>
                    <a:gd name="connsiteY370" fmla="*/ 218954 h 677176"/>
                    <a:gd name="connsiteX371" fmla="*/ 196833 w 741668"/>
                    <a:gd name="connsiteY371" fmla="*/ 217019 h 677176"/>
                    <a:gd name="connsiteX372" fmla="*/ 192963 w 741668"/>
                    <a:gd name="connsiteY372" fmla="*/ 214439 h 677176"/>
                    <a:gd name="connsiteX373" fmla="*/ 195543 w 741668"/>
                    <a:gd name="connsiteY373" fmla="*/ 209280 h 677176"/>
                    <a:gd name="connsiteX374" fmla="*/ 197800 w 741668"/>
                    <a:gd name="connsiteY374" fmla="*/ 208312 h 677176"/>
                    <a:gd name="connsiteX375" fmla="*/ 202637 w 741668"/>
                    <a:gd name="connsiteY375" fmla="*/ 204765 h 677176"/>
                    <a:gd name="connsiteX376" fmla="*/ 217470 w 741668"/>
                    <a:gd name="connsiteY376" fmla="*/ 194446 h 677176"/>
                    <a:gd name="connsiteX377" fmla="*/ 222952 w 741668"/>
                    <a:gd name="connsiteY377" fmla="*/ 196059 h 677176"/>
                    <a:gd name="connsiteX378" fmla="*/ 221340 w 741668"/>
                    <a:gd name="connsiteY378" fmla="*/ 201541 h 677176"/>
                    <a:gd name="connsiteX379" fmla="*/ 207474 w 741668"/>
                    <a:gd name="connsiteY379" fmla="*/ 210892 h 677176"/>
                    <a:gd name="connsiteX380" fmla="*/ 202314 w 741668"/>
                    <a:gd name="connsiteY380" fmla="*/ 214761 h 677176"/>
                    <a:gd name="connsiteX381" fmla="*/ 198445 w 741668"/>
                    <a:gd name="connsiteY381" fmla="*/ 216696 h 677176"/>
                    <a:gd name="connsiteX382" fmla="*/ 196833 w 741668"/>
                    <a:gd name="connsiteY382" fmla="*/ 217019 h 677176"/>
                    <a:gd name="connsiteX383" fmla="*/ 518330 w 741668"/>
                    <a:gd name="connsiteY383" fmla="*/ 208957 h 677176"/>
                    <a:gd name="connsiteX384" fmla="*/ 501239 w 741668"/>
                    <a:gd name="connsiteY384" fmla="*/ 202185 h 677176"/>
                    <a:gd name="connsiteX385" fmla="*/ 499627 w 741668"/>
                    <a:gd name="connsiteY385" fmla="*/ 199606 h 677176"/>
                    <a:gd name="connsiteX386" fmla="*/ 501239 w 741668"/>
                    <a:gd name="connsiteY386" fmla="*/ 194124 h 677176"/>
                    <a:gd name="connsiteX387" fmla="*/ 506721 w 741668"/>
                    <a:gd name="connsiteY387" fmla="*/ 195736 h 677176"/>
                    <a:gd name="connsiteX388" fmla="*/ 507688 w 741668"/>
                    <a:gd name="connsiteY388" fmla="*/ 197349 h 677176"/>
                    <a:gd name="connsiteX389" fmla="*/ 518330 w 741668"/>
                    <a:gd name="connsiteY389" fmla="*/ 201218 h 677176"/>
                    <a:gd name="connsiteX390" fmla="*/ 520265 w 741668"/>
                    <a:gd name="connsiteY390" fmla="*/ 200895 h 677176"/>
                    <a:gd name="connsiteX391" fmla="*/ 521554 w 741668"/>
                    <a:gd name="connsiteY391" fmla="*/ 198638 h 677176"/>
                    <a:gd name="connsiteX392" fmla="*/ 527036 w 741668"/>
                    <a:gd name="connsiteY392" fmla="*/ 196704 h 677176"/>
                    <a:gd name="connsiteX393" fmla="*/ 528971 w 741668"/>
                    <a:gd name="connsiteY393" fmla="*/ 202185 h 677176"/>
                    <a:gd name="connsiteX394" fmla="*/ 527036 w 741668"/>
                    <a:gd name="connsiteY394" fmla="*/ 206055 h 677176"/>
                    <a:gd name="connsiteX395" fmla="*/ 518330 w 741668"/>
                    <a:gd name="connsiteY395" fmla="*/ 208957 h 677176"/>
                    <a:gd name="connsiteX396" fmla="*/ 113637 w 741668"/>
                    <a:gd name="connsiteY396" fmla="*/ 199283 h 677176"/>
                    <a:gd name="connsiteX397" fmla="*/ 108477 w 741668"/>
                    <a:gd name="connsiteY397" fmla="*/ 198316 h 677176"/>
                    <a:gd name="connsiteX398" fmla="*/ 99126 w 741668"/>
                    <a:gd name="connsiteY398" fmla="*/ 186707 h 677176"/>
                    <a:gd name="connsiteX399" fmla="*/ 97836 w 741668"/>
                    <a:gd name="connsiteY399" fmla="*/ 183483 h 677176"/>
                    <a:gd name="connsiteX400" fmla="*/ 99771 w 741668"/>
                    <a:gd name="connsiteY400" fmla="*/ 178001 h 677176"/>
                    <a:gd name="connsiteX401" fmla="*/ 105252 w 741668"/>
                    <a:gd name="connsiteY401" fmla="*/ 179935 h 677176"/>
                    <a:gd name="connsiteX402" fmla="*/ 106865 w 741668"/>
                    <a:gd name="connsiteY402" fmla="*/ 183483 h 677176"/>
                    <a:gd name="connsiteX403" fmla="*/ 111379 w 741668"/>
                    <a:gd name="connsiteY403" fmla="*/ 190254 h 677176"/>
                    <a:gd name="connsiteX404" fmla="*/ 113959 w 741668"/>
                    <a:gd name="connsiteY404" fmla="*/ 190899 h 677176"/>
                    <a:gd name="connsiteX405" fmla="*/ 115571 w 741668"/>
                    <a:gd name="connsiteY405" fmla="*/ 190254 h 677176"/>
                    <a:gd name="connsiteX406" fmla="*/ 120408 w 741668"/>
                    <a:gd name="connsiteY406" fmla="*/ 188964 h 677176"/>
                    <a:gd name="connsiteX407" fmla="*/ 124923 w 741668"/>
                    <a:gd name="connsiteY407" fmla="*/ 192189 h 677176"/>
                    <a:gd name="connsiteX408" fmla="*/ 121698 w 741668"/>
                    <a:gd name="connsiteY408" fmla="*/ 196704 h 677176"/>
                    <a:gd name="connsiteX409" fmla="*/ 118474 w 741668"/>
                    <a:gd name="connsiteY409" fmla="*/ 197671 h 677176"/>
                    <a:gd name="connsiteX410" fmla="*/ 113637 w 741668"/>
                    <a:gd name="connsiteY410" fmla="*/ 199283 h 677176"/>
                    <a:gd name="connsiteX411" fmla="*/ 303246 w 741668"/>
                    <a:gd name="connsiteY411" fmla="*/ 198316 h 677176"/>
                    <a:gd name="connsiteX412" fmla="*/ 299699 w 741668"/>
                    <a:gd name="connsiteY412" fmla="*/ 196381 h 677176"/>
                    <a:gd name="connsiteX413" fmla="*/ 300988 w 741668"/>
                    <a:gd name="connsiteY413" fmla="*/ 190899 h 677176"/>
                    <a:gd name="connsiteX414" fmla="*/ 320981 w 741668"/>
                    <a:gd name="connsiteY414" fmla="*/ 182193 h 677176"/>
                    <a:gd name="connsiteX415" fmla="*/ 326463 w 741668"/>
                    <a:gd name="connsiteY415" fmla="*/ 180258 h 677176"/>
                    <a:gd name="connsiteX416" fmla="*/ 331623 w 741668"/>
                    <a:gd name="connsiteY416" fmla="*/ 182515 h 677176"/>
                    <a:gd name="connsiteX417" fmla="*/ 329366 w 741668"/>
                    <a:gd name="connsiteY417" fmla="*/ 187675 h 677176"/>
                    <a:gd name="connsiteX418" fmla="*/ 323883 w 741668"/>
                    <a:gd name="connsiteY418" fmla="*/ 189609 h 677176"/>
                    <a:gd name="connsiteX419" fmla="*/ 305181 w 741668"/>
                    <a:gd name="connsiteY419" fmla="*/ 197671 h 677176"/>
                    <a:gd name="connsiteX420" fmla="*/ 303246 w 741668"/>
                    <a:gd name="connsiteY420" fmla="*/ 198316 h 677176"/>
                    <a:gd name="connsiteX421" fmla="*/ 44952 w 741668"/>
                    <a:gd name="connsiteY421" fmla="*/ 196059 h 677176"/>
                    <a:gd name="connsiteX422" fmla="*/ 41082 w 741668"/>
                    <a:gd name="connsiteY422" fmla="*/ 193156 h 677176"/>
                    <a:gd name="connsiteX423" fmla="*/ 43662 w 741668"/>
                    <a:gd name="connsiteY423" fmla="*/ 187997 h 677176"/>
                    <a:gd name="connsiteX424" fmla="*/ 67202 w 741668"/>
                    <a:gd name="connsiteY424" fmla="*/ 177678 h 677176"/>
                    <a:gd name="connsiteX425" fmla="*/ 72684 w 741668"/>
                    <a:gd name="connsiteY425" fmla="*/ 178646 h 677176"/>
                    <a:gd name="connsiteX426" fmla="*/ 71716 w 741668"/>
                    <a:gd name="connsiteY426" fmla="*/ 184127 h 677176"/>
                    <a:gd name="connsiteX427" fmla="*/ 46242 w 741668"/>
                    <a:gd name="connsiteY427" fmla="*/ 195414 h 677176"/>
                    <a:gd name="connsiteX428" fmla="*/ 44952 w 741668"/>
                    <a:gd name="connsiteY428" fmla="*/ 196059 h 677176"/>
                    <a:gd name="connsiteX429" fmla="*/ 758888 w 741668"/>
                    <a:gd name="connsiteY429" fmla="*/ 174776 h 677176"/>
                    <a:gd name="connsiteX430" fmla="*/ 755019 w 741668"/>
                    <a:gd name="connsiteY430" fmla="*/ 171874 h 677176"/>
                    <a:gd name="connsiteX431" fmla="*/ 754051 w 741668"/>
                    <a:gd name="connsiteY431" fmla="*/ 166069 h 677176"/>
                    <a:gd name="connsiteX432" fmla="*/ 757276 w 741668"/>
                    <a:gd name="connsiteY432" fmla="*/ 158008 h 677176"/>
                    <a:gd name="connsiteX433" fmla="*/ 760823 w 741668"/>
                    <a:gd name="connsiteY433" fmla="*/ 154138 h 677176"/>
                    <a:gd name="connsiteX434" fmla="*/ 765338 w 741668"/>
                    <a:gd name="connsiteY434" fmla="*/ 147044 h 677176"/>
                    <a:gd name="connsiteX435" fmla="*/ 769852 w 741668"/>
                    <a:gd name="connsiteY435" fmla="*/ 143819 h 677176"/>
                    <a:gd name="connsiteX436" fmla="*/ 773077 w 741668"/>
                    <a:gd name="connsiteY436" fmla="*/ 148334 h 677176"/>
                    <a:gd name="connsiteX437" fmla="*/ 766305 w 741668"/>
                    <a:gd name="connsiteY437" fmla="*/ 159620 h 677176"/>
                    <a:gd name="connsiteX438" fmla="*/ 762758 w 741668"/>
                    <a:gd name="connsiteY438" fmla="*/ 163167 h 677176"/>
                    <a:gd name="connsiteX439" fmla="*/ 761791 w 741668"/>
                    <a:gd name="connsiteY439" fmla="*/ 165747 h 677176"/>
                    <a:gd name="connsiteX440" fmla="*/ 762436 w 741668"/>
                    <a:gd name="connsiteY440" fmla="*/ 169617 h 677176"/>
                    <a:gd name="connsiteX441" fmla="*/ 759533 w 741668"/>
                    <a:gd name="connsiteY441" fmla="*/ 174453 h 677176"/>
                    <a:gd name="connsiteX442" fmla="*/ 758888 w 741668"/>
                    <a:gd name="connsiteY442" fmla="*/ 174776 h 677176"/>
                    <a:gd name="connsiteX443" fmla="*/ 363224 w 741668"/>
                    <a:gd name="connsiteY443" fmla="*/ 173809 h 677176"/>
                    <a:gd name="connsiteX444" fmla="*/ 359355 w 741668"/>
                    <a:gd name="connsiteY444" fmla="*/ 171229 h 677176"/>
                    <a:gd name="connsiteX445" fmla="*/ 361612 w 741668"/>
                    <a:gd name="connsiteY445" fmla="*/ 166069 h 677176"/>
                    <a:gd name="connsiteX446" fmla="*/ 372253 w 741668"/>
                    <a:gd name="connsiteY446" fmla="*/ 158653 h 677176"/>
                    <a:gd name="connsiteX447" fmla="*/ 377090 w 741668"/>
                    <a:gd name="connsiteY447" fmla="*/ 148979 h 677176"/>
                    <a:gd name="connsiteX448" fmla="*/ 382572 w 741668"/>
                    <a:gd name="connsiteY448" fmla="*/ 147044 h 677176"/>
                    <a:gd name="connsiteX449" fmla="*/ 384507 w 741668"/>
                    <a:gd name="connsiteY449" fmla="*/ 152526 h 677176"/>
                    <a:gd name="connsiteX450" fmla="*/ 379670 w 741668"/>
                    <a:gd name="connsiteY450" fmla="*/ 162522 h 677176"/>
                    <a:gd name="connsiteX451" fmla="*/ 364837 w 741668"/>
                    <a:gd name="connsiteY451" fmla="*/ 173809 h 677176"/>
                    <a:gd name="connsiteX452" fmla="*/ 363224 w 741668"/>
                    <a:gd name="connsiteY452" fmla="*/ 173809 h 677176"/>
                    <a:gd name="connsiteX453" fmla="*/ 479634 w 741668"/>
                    <a:gd name="connsiteY453" fmla="*/ 172841 h 677176"/>
                    <a:gd name="connsiteX454" fmla="*/ 478344 w 741668"/>
                    <a:gd name="connsiteY454" fmla="*/ 172519 h 677176"/>
                    <a:gd name="connsiteX455" fmla="*/ 473830 w 741668"/>
                    <a:gd name="connsiteY455" fmla="*/ 171229 h 677176"/>
                    <a:gd name="connsiteX456" fmla="*/ 458351 w 741668"/>
                    <a:gd name="connsiteY456" fmla="*/ 160587 h 677176"/>
                    <a:gd name="connsiteX457" fmla="*/ 456416 w 741668"/>
                    <a:gd name="connsiteY457" fmla="*/ 154461 h 677176"/>
                    <a:gd name="connsiteX458" fmla="*/ 458996 w 741668"/>
                    <a:gd name="connsiteY458" fmla="*/ 149301 h 677176"/>
                    <a:gd name="connsiteX459" fmla="*/ 464156 w 741668"/>
                    <a:gd name="connsiteY459" fmla="*/ 151881 h 677176"/>
                    <a:gd name="connsiteX460" fmla="*/ 466090 w 741668"/>
                    <a:gd name="connsiteY460" fmla="*/ 158330 h 677176"/>
                    <a:gd name="connsiteX461" fmla="*/ 475765 w 741668"/>
                    <a:gd name="connsiteY461" fmla="*/ 163490 h 677176"/>
                    <a:gd name="connsiteX462" fmla="*/ 480601 w 741668"/>
                    <a:gd name="connsiteY462" fmla="*/ 164780 h 677176"/>
                    <a:gd name="connsiteX463" fmla="*/ 483181 w 741668"/>
                    <a:gd name="connsiteY463" fmla="*/ 169939 h 677176"/>
                    <a:gd name="connsiteX464" fmla="*/ 479634 w 741668"/>
                    <a:gd name="connsiteY464" fmla="*/ 172841 h 677176"/>
                    <a:gd name="connsiteX465" fmla="*/ 537678 w 741668"/>
                    <a:gd name="connsiteY465" fmla="*/ 170584 h 677176"/>
                    <a:gd name="connsiteX466" fmla="*/ 534131 w 741668"/>
                    <a:gd name="connsiteY466" fmla="*/ 168327 h 677176"/>
                    <a:gd name="connsiteX467" fmla="*/ 535743 w 741668"/>
                    <a:gd name="connsiteY467" fmla="*/ 162845 h 677176"/>
                    <a:gd name="connsiteX468" fmla="*/ 541547 w 741668"/>
                    <a:gd name="connsiteY468" fmla="*/ 158975 h 677176"/>
                    <a:gd name="connsiteX469" fmla="*/ 548641 w 741668"/>
                    <a:gd name="connsiteY469" fmla="*/ 155428 h 677176"/>
                    <a:gd name="connsiteX470" fmla="*/ 554123 w 741668"/>
                    <a:gd name="connsiteY470" fmla="*/ 160265 h 677176"/>
                    <a:gd name="connsiteX471" fmla="*/ 558638 w 741668"/>
                    <a:gd name="connsiteY471" fmla="*/ 159620 h 677176"/>
                    <a:gd name="connsiteX472" fmla="*/ 563475 w 741668"/>
                    <a:gd name="connsiteY472" fmla="*/ 162845 h 677176"/>
                    <a:gd name="connsiteX473" fmla="*/ 560250 w 741668"/>
                    <a:gd name="connsiteY473" fmla="*/ 167682 h 677176"/>
                    <a:gd name="connsiteX474" fmla="*/ 552834 w 741668"/>
                    <a:gd name="connsiteY474" fmla="*/ 168649 h 677176"/>
                    <a:gd name="connsiteX475" fmla="*/ 547351 w 741668"/>
                    <a:gd name="connsiteY475" fmla="*/ 165102 h 677176"/>
                    <a:gd name="connsiteX476" fmla="*/ 547029 w 741668"/>
                    <a:gd name="connsiteY476" fmla="*/ 165424 h 677176"/>
                    <a:gd name="connsiteX477" fmla="*/ 539935 w 741668"/>
                    <a:gd name="connsiteY477" fmla="*/ 170261 h 677176"/>
                    <a:gd name="connsiteX478" fmla="*/ 537678 w 741668"/>
                    <a:gd name="connsiteY478" fmla="*/ 170584 h 677176"/>
                    <a:gd name="connsiteX479" fmla="*/ 596366 w 741668"/>
                    <a:gd name="connsiteY479" fmla="*/ 161877 h 677176"/>
                    <a:gd name="connsiteX480" fmla="*/ 592819 w 741668"/>
                    <a:gd name="connsiteY480" fmla="*/ 159620 h 677176"/>
                    <a:gd name="connsiteX481" fmla="*/ 594432 w 741668"/>
                    <a:gd name="connsiteY481" fmla="*/ 154138 h 677176"/>
                    <a:gd name="connsiteX482" fmla="*/ 596689 w 741668"/>
                    <a:gd name="connsiteY482" fmla="*/ 151881 h 677176"/>
                    <a:gd name="connsiteX483" fmla="*/ 606685 w 741668"/>
                    <a:gd name="connsiteY483" fmla="*/ 145432 h 677176"/>
                    <a:gd name="connsiteX484" fmla="*/ 610555 w 741668"/>
                    <a:gd name="connsiteY484" fmla="*/ 145754 h 677176"/>
                    <a:gd name="connsiteX485" fmla="*/ 616359 w 741668"/>
                    <a:gd name="connsiteY485" fmla="*/ 146077 h 677176"/>
                    <a:gd name="connsiteX486" fmla="*/ 617649 w 741668"/>
                    <a:gd name="connsiteY486" fmla="*/ 145754 h 677176"/>
                    <a:gd name="connsiteX487" fmla="*/ 622808 w 741668"/>
                    <a:gd name="connsiteY487" fmla="*/ 148011 h 677176"/>
                    <a:gd name="connsiteX488" fmla="*/ 620551 w 741668"/>
                    <a:gd name="connsiteY488" fmla="*/ 153171 h 677176"/>
                    <a:gd name="connsiteX489" fmla="*/ 616681 w 741668"/>
                    <a:gd name="connsiteY489" fmla="*/ 154138 h 677176"/>
                    <a:gd name="connsiteX490" fmla="*/ 609587 w 741668"/>
                    <a:gd name="connsiteY490" fmla="*/ 153816 h 677176"/>
                    <a:gd name="connsiteX491" fmla="*/ 606363 w 741668"/>
                    <a:gd name="connsiteY491" fmla="*/ 153493 h 677176"/>
                    <a:gd name="connsiteX492" fmla="*/ 603461 w 741668"/>
                    <a:gd name="connsiteY492" fmla="*/ 155428 h 677176"/>
                    <a:gd name="connsiteX493" fmla="*/ 597656 w 741668"/>
                    <a:gd name="connsiteY493" fmla="*/ 161555 h 677176"/>
                    <a:gd name="connsiteX494" fmla="*/ 596366 w 741668"/>
                    <a:gd name="connsiteY494" fmla="*/ 161877 h 677176"/>
                    <a:gd name="connsiteX495" fmla="*/ 429974 w 741668"/>
                    <a:gd name="connsiteY495" fmla="*/ 139627 h 677176"/>
                    <a:gd name="connsiteX496" fmla="*/ 429974 w 741668"/>
                    <a:gd name="connsiteY496" fmla="*/ 139627 h 677176"/>
                    <a:gd name="connsiteX497" fmla="*/ 411594 w 741668"/>
                    <a:gd name="connsiteY497" fmla="*/ 134790 h 677176"/>
                    <a:gd name="connsiteX498" fmla="*/ 405789 w 741668"/>
                    <a:gd name="connsiteY498" fmla="*/ 133500 h 677176"/>
                    <a:gd name="connsiteX499" fmla="*/ 402242 w 741668"/>
                    <a:gd name="connsiteY499" fmla="*/ 128986 h 677176"/>
                    <a:gd name="connsiteX500" fmla="*/ 406757 w 741668"/>
                    <a:gd name="connsiteY500" fmla="*/ 125439 h 677176"/>
                    <a:gd name="connsiteX501" fmla="*/ 415786 w 741668"/>
                    <a:gd name="connsiteY501" fmla="*/ 128019 h 677176"/>
                    <a:gd name="connsiteX502" fmla="*/ 429974 w 741668"/>
                    <a:gd name="connsiteY502" fmla="*/ 131566 h 677176"/>
                    <a:gd name="connsiteX503" fmla="*/ 431587 w 741668"/>
                    <a:gd name="connsiteY503" fmla="*/ 131566 h 677176"/>
                    <a:gd name="connsiteX504" fmla="*/ 436101 w 741668"/>
                    <a:gd name="connsiteY504" fmla="*/ 135113 h 677176"/>
                    <a:gd name="connsiteX505" fmla="*/ 432554 w 741668"/>
                    <a:gd name="connsiteY505" fmla="*/ 139627 h 677176"/>
                    <a:gd name="connsiteX506" fmla="*/ 429974 w 741668"/>
                    <a:gd name="connsiteY506" fmla="*/ 139627 h 677176"/>
                    <a:gd name="connsiteX507" fmla="*/ 628935 w 741668"/>
                    <a:gd name="connsiteY507" fmla="*/ 118667 h 677176"/>
                    <a:gd name="connsiteX508" fmla="*/ 627000 w 741668"/>
                    <a:gd name="connsiteY508" fmla="*/ 118345 h 677176"/>
                    <a:gd name="connsiteX509" fmla="*/ 625066 w 741668"/>
                    <a:gd name="connsiteY509" fmla="*/ 112863 h 677176"/>
                    <a:gd name="connsiteX510" fmla="*/ 629258 w 741668"/>
                    <a:gd name="connsiteY510" fmla="*/ 105446 h 677176"/>
                    <a:gd name="connsiteX511" fmla="*/ 631193 w 741668"/>
                    <a:gd name="connsiteY511" fmla="*/ 102221 h 677176"/>
                    <a:gd name="connsiteX512" fmla="*/ 635707 w 741668"/>
                    <a:gd name="connsiteY512" fmla="*/ 89645 h 677176"/>
                    <a:gd name="connsiteX513" fmla="*/ 640221 w 741668"/>
                    <a:gd name="connsiteY513" fmla="*/ 86421 h 677176"/>
                    <a:gd name="connsiteX514" fmla="*/ 643446 w 741668"/>
                    <a:gd name="connsiteY514" fmla="*/ 90935 h 677176"/>
                    <a:gd name="connsiteX515" fmla="*/ 637964 w 741668"/>
                    <a:gd name="connsiteY515" fmla="*/ 106091 h 677176"/>
                    <a:gd name="connsiteX516" fmla="*/ 636029 w 741668"/>
                    <a:gd name="connsiteY516" fmla="*/ 109316 h 677176"/>
                    <a:gd name="connsiteX517" fmla="*/ 632160 w 741668"/>
                    <a:gd name="connsiteY517" fmla="*/ 116410 h 677176"/>
                    <a:gd name="connsiteX518" fmla="*/ 628935 w 741668"/>
                    <a:gd name="connsiteY518" fmla="*/ 118667 h 677176"/>
                    <a:gd name="connsiteX519" fmla="*/ 757599 w 741668"/>
                    <a:gd name="connsiteY519" fmla="*/ 117377 h 677176"/>
                    <a:gd name="connsiteX520" fmla="*/ 756631 w 741668"/>
                    <a:gd name="connsiteY520" fmla="*/ 117377 h 677176"/>
                    <a:gd name="connsiteX521" fmla="*/ 753729 w 741668"/>
                    <a:gd name="connsiteY521" fmla="*/ 112540 h 677176"/>
                    <a:gd name="connsiteX522" fmla="*/ 756954 w 741668"/>
                    <a:gd name="connsiteY522" fmla="*/ 107381 h 677176"/>
                    <a:gd name="connsiteX523" fmla="*/ 760178 w 741668"/>
                    <a:gd name="connsiteY523" fmla="*/ 88033 h 677176"/>
                    <a:gd name="connsiteX524" fmla="*/ 764370 w 741668"/>
                    <a:gd name="connsiteY524" fmla="*/ 84163 h 677176"/>
                    <a:gd name="connsiteX525" fmla="*/ 764370 w 741668"/>
                    <a:gd name="connsiteY525" fmla="*/ 84163 h 677176"/>
                    <a:gd name="connsiteX526" fmla="*/ 768240 w 741668"/>
                    <a:gd name="connsiteY526" fmla="*/ 88355 h 677176"/>
                    <a:gd name="connsiteX527" fmla="*/ 762113 w 741668"/>
                    <a:gd name="connsiteY527" fmla="*/ 113508 h 677176"/>
                    <a:gd name="connsiteX528" fmla="*/ 761468 w 741668"/>
                    <a:gd name="connsiteY528" fmla="*/ 114475 h 677176"/>
                    <a:gd name="connsiteX529" fmla="*/ 757599 w 741668"/>
                    <a:gd name="connsiteY529" fmla="*/ 117377 h 677176"/>
                    <a:gd name="connsiteX530" fmla="*/ 652475 w 741668"/>
                    <a:gd name="connsiteY530" fmla="*/ 60301 h 677176"/>
                    <a:gd name="connsiteX531" fmla="*/ 649573 w 741668"/>
                    <a:gd name="connsiteY531" fmla="*/ 59011 h 677176"/>
                    <a:gd name="connsiteX532" fmla="*/ 649895 w 741668"/>
                    <a:gd name="connsiteY532" fmla="*/ 53207 h 677176"/>
                    <a:gd name="connsiteX533" fmla="*/ 655700 w 741668"/>
                    <a:gd name="connsiteY533" fmla="*/ 48370 h 677176"/>
                    <a:gd name="connsiteX534" fmla="*/ 659569 w 741668"/>
                    <a:gd name="connsiteY534" fmla="*/ 44823 h 677176"/>
                    <a:gd name="connsiteX535" fmla="*/ 662471 w 741668"/>
                    <a:gd name="connsiteY535" fmla="*/ 39663 h 677176"/>
                    <a:gd name="connsiteX536" fmla="*/ 666019 w 741668"/>
                    <a:gd name="connsiteY536" fmla="*/ 33214 h 677176"/>
                    <a:gd name="connsiteX537" fmla="*/ 671823 w 741668"/>
                    <a:gd name="connsiteY537" fmla="*/ 32569 h 677176"/>
                    <a:gd name="connsiteX538" fmla="*/ 672468 w 741668"/>
                    <a:gd name="connsiteY538" fmla="*/ 38373 h 677176"/>
                    <a:gd name="connsiteX539" fmla="*/ 669888 w 741668"/>
                    <a:gd name="connsiteY539" fmla="*/ 43210 h 677176"/>
                    <a:gd name="connsiteX540" fmla="*/ 665374 w 741668"/>
                    <a:gd name="connsiteY540" fmla="*/ 50950 h 677176"/>
                    <a:gd name="connsiteX541" fmla="*/ 660859 w 741668"/>
                    <a:gd name="connsiteY541" fmla="*/ 54819 h 677176"/>
                    <a:gd name="connsiteX542" fmla="*/ 655377 w 741668"/>
                    <a:gd name="connsiteY542" fmla="*/ 59333 h 677176"/>
                    <a:gd name="connsiteX543" fmla="*/ 652475 w 741668"/>
                    <a:gd name="connsiteY543" fmla="*/ 60301 h 677176"/>
                    <a:gd name="connsiteX544" fmla="*/ 755664 w 741668"/>
                    <a:gd name="connsiteY544" fmla="*/ 57399 h 677176"/>
                    <a:gd name="connsiteX545" fmla="*/ 752762 w 741668"/>
                    <a:gd name="connsiteY545" fmla="*/ 56109 h 677176"/>
                    <a:gd name="connsiteX546" fmla="*/ 743410 w 741668"/>
                    <a:gd name="connsiteY546" fmla="*/ 38051 h 677176"/>
                    <a:gd name="connsiteX547" fmla="*/ 742765 w 741668"/>
                    <a:gd name="connsiteY547" fmla="*/ 29344 h 677176"/>
                    <a:gd name="connsiteX548" fmla="*/ 745990 w 741668"/>
                    <a:gd name="connsiteY548" fmla="*/ 24830 h 677176"/>
                    <a:gd name="connsiteX549" fmla="*/ 750504 w 741668"/>
                    <a:gd name="connsiteY549" fmla="*/ 28055 h 677176"/>
                    <a:gd name="connsiteX550" fmla="*/ 751149 w 741668"/>
                    <a:gd name="connsiteY550" fmla="*/ 38051 h 677176"/>
                    <a:gd name="connsiteX551" fmla="*/ 758243 w 741668"/>
                    <a:gd name="connsiteY551" fmla="*/ 50304 h 677176"/>
                    <a:gd name="connsiteX552" fmla="*/ 758243 w 741668"/>
                    <a:gd name="connsiteY552" fmla="*/ 56109 h 677176"/>
                    <a:gd name="connsiteX553" fmla="*/ 755664 w 741668"/>
                    <a:gd name="connsiteY553" fmla="*/ 57399 h 677176"/>
                    <a:gd name="connsiteX554" fmla="*/ 702135 w 741668"/>
                    <a:gd name="connsiteY554" fmla="*/ 24830 h 677176"/>
                    <a:gd name="connsiteX555" fmla="*/ 699555 w 741668"/>
                    <a:gd name="connsiteY555" fmla="*/ 23862 h 677176"/>
                    <a:gd name="connsiteX556" fmla="*/ 698910 w 741668"/>
                    <a:gd name="connsiteY556" fmla="*/ 18058 h 677176"/>
                    <a:gd name="connsiteX557" fmla="*/ 703102 w 741668"/>
                    <a:gd name="connsiteY557" fmla="*/ 8384 h 677176"/>
                    <a:gd name="connsiteX558" fmla="*/ 711809 w 741668"/>
                    <a:gd name="connsiteY558" fmla="*/ 0 h 677176"/>
                    <a:gd name="connsiteX559" fmla="*/ 711809 w 741668"/>
                    <a:gd name="connsiteY559" fmla="*/ 0 h 677176"/>
                    <a:gd name="connsiteX560" fmla="*/ 718903 w 741668"/>
                    <a:gd name="connsiteY560" fmla="*/ 2580 h 677176"/>
                    <a:gd name="connsiteX561" fmla="*/ 720193 w 741668"/>
                    <a:gd name="connsiteY561" fmla="*/ 3225 h 677176"/>
                    <a:gd name="connsiteX562" fmla="*/ 721805 w 741668"/>
                    <a:gd name="connsiteY562" fmla="*/ 8706 h 677176"/>
                    <a:gd name="connsiteX563" fmla="*/ 716323 w 741668"/>
                    <a:gd name="connsiteY563" fmla="*/ 10319 h 677176"/>
                    <a:gd name="connsiteX564" fmla="*/ 715033 w 741668"/>
                    <a:gd name="connsiteY564" fmla="*/ 9352 h 677176"/>
                    <a:gd name="connsiteX565" fmla="*/ 712131 w 741668"/>
                    <a:gd name="connsiteY565" fmla="*/ 7739 h 677176"/>
                    <a:gd name="connsiteX566" fmla="*/ 711164 w 741668"/>
                    <a:gd name="connsiteY566" fmla="*/ 10319 h 677176"/>
                    <a:gd name="connsiteX567" fmla="*/ 705682 w 741668"/>
                    <a:gd name="connsiteY567" fmla="*/ 22250 h 677176"/>
                    <a:gd name="connsiteX568" fmla="*/ 702135 w 741668"/>
                    <a:gd name="connsiteY568" fmla="*/ 24830 h 677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</a:cxnLst>
                  <a:rect l="l" t="t" r="r" b="b"/>
                  <a:pathLst>
                    <a:path w="741668" h="677176">
                      <a:moveTo>
                        <a:pt x="437069" y="681046"/>
                      </a:moveTo>
                      <a:cubicBezTo>
                        <a:pt x="420623" y="681046"/>
                        <a:pt x="418688" y="670405"/>
                        <a:pt x="418688" y="665890"/>
                      </a:cubicBezTo>
                      <a:cubicBezTo>
                        <a:pt x="418688" y="664923"/>
                        <a:pt x="418688" y="663955"/>
                        <a:pt x="419011" y="662988"/>
                      </a:cubicBezTo>
                      <a:cubicBezTo>
                        <a:pt x="419333" y="660730"/>
                        <a:pt x="421268" y="659118"/>
                        <a:pt x="423525" y="659441"/>
                      </a:cubicBezTo>
                      <a:cubicBezTo>
                        <a:pt x="425782" y="659763"/>
                        <a:pt x="427395" y="661376"/>
                        <a:pt x="427072" y="663633"/>
                      </a:cubicBezTo>
                      <a:cubicBezTo>
                        <a:pt x="427072" y="663633"/>
                        <a:pt x="427072" y="664278"/>
                        <a:pt x="427072" y="664278"/>
                      </a:cubicBezTo>
                      <a:cubicBezTo>
                        <a:pt x="427072" y="664923"/>
                        <a:pt x="427072" y="665567"/>
                        <a:pt x="427072" y="666212"/>
                      </a:cubicBezTo>
                      <a:cubicBezTo>
                        <a:pt x="427072" y="668147"/>
                        <a:pt x="427072" y="673307"/>
                        <a:pt x="437391" y="673307"/>
                      </a:cubicBezTo>
                      <a:cubicBezTo>
                        <a:pt x="438036" y="673307"/>
                        <a:pt x="438681" y="673307"/>
                        <a:pt x="439326" y="672984"/>
                      </a:cubicBezTo>
                      <a:cubicBezTo>
                        <a:pt x="441261" y="672339"/>
                        <a:pt x="443840" y="673307"/>
                        <a:pt x="444485" y="675564"/>
                      </a:cubicBezTo>
                      <a:cubicBezTo>
                        <a:pt x="445130" y="677821"/>
                        <a:pt x="444163" y="680078"/>
                        <a:pt x="441906" y="680723"/>
                      </a:cubicBezTo>
                      <a:cubicBezTo>
                        <a:pt x="439971" y="680723"/>
                        <a:pt x="438359" y="681046"/>
                        <a:pt x="437069" y="681046"/>
                      </a:cubicBezTo>
                      <a:close/>
                      <a:moveTo>
                        <a:pt x="315500" y="670727"/>
                      </a:moveTo>
                      <a:cubicBezTo>
                        <a:pt x="312275" y="670727"/>
                        <a:pt x="309050" y="670405"/>
                        <a:pt x="305503" y="669759"/>
                      </a:cubicBezTo>
                      <a:cubicBezTo>
                        <a:pt x="303246" y="669437"/>
                        <a:pt x="301956" y="667180"/>
                        <a:pt x="302278" y="664923"/>
                      </a:cubicBezTo>
                      <a:cubicBezTo>
                        <a:pt x="302601" y="662665"/>
                        <a:pt x="304858" y="661376"/>
                        <a:pt x="307115" y="661698"/>
                      </a:cubicBezTo>
                      <a:cubicBezTo>
                        <a:pt x="315500" y="663310"/>
                        <a:pt x="323883" y="662343"/>
                        <a:pt x="326463" y="659441"/>
                      </a:cubicBezTo>
                      <a:cubicBezTo>
                        <a:pt x="327108" y="658796"/>
                        <a:pt x="327431" y="658151"/>
                        <a:pt x="328076" y="657828"/>
                      </a:cubicBezTo>
                      <a:cubicBezTo>
                        <a:pt x="329366" y="656216"/>
                        <a:pt x="331945" y="655893"/>
                        <a:pt x="333880" y="657183"/>
                      </a:cubicBezTo>
                      <a:cubicBezTo>
                        <a:pt x="335492" y="658473"/>
                        <a:pt x="335815" y="661053"/>
                        <a:pt x="334525" y="662988"/>
                      </a:cubicBezTo>
                      <a:cubicBezTo>
                        <a:pt x="333880" y="663633"/>
                        <a:pt x="333235" y="664278"/>
                        <a:pt x="332913" y="664923"/>
                      </a:cubicBezTo>
                      <a:cubicBezTo>
                        <a:pt x="328076" y="669759"/>
                        <a:pt x="320659" y="670727"/>
                        <a:pt x="315500" y="670727"/>
                      </a:cubicBezTo>
                      <a:close/>
                      <a:moveTo>
                        <a:pt x="388699" y="663955"/>
                      </a:moveTo>
                      <a:cubicBezTo>
                        <a:pt x="388699" y="663955"/>
                        <a:pt x="388376" y="663955"/>
                        <a:pt x="388054" y="663955"/>
                      </a:cubicBezTo>
                      <a:cubicBezTo>
                        <a:pt x="380637" y="662988"/>
                        <a:pt x="372253" y="660408"/>
                        <a:pt x="361289" y="655571"/>
                      </a:cubicBezTo>
                      <a:cubicBezTo>
                        <a:pt x="359355" y="654604"/>
                        <a:pt x="358387" y="652346"/>
                        <a:pt x="359355" y="650089"/>
                      </a:cubicBezTo>
                      <a:cubicBezTo>
                        <a:pt x="360322" y="648154"/>
                        <a:pt x="362579" y="647187"/>
                        <a:pt x="364837" y="648154"/>
                      </a:cubicBezTo>
                      <a:cubicBezTo>
                        <a:pt x="374833" y="652669"/>
                        <a:pt x="382572" y="655249"/>
                        <a:pt x="389344" y="655893"/>
                      </a:cubicBezTo>
                      <a:cubicBezTo>
                        <a:pt x="391601" y="656216"/>
                        <a:pt x="393213" y="658151"/>
                        <a:pt x="392891" y="660408"/>
                      </a:cubicBezTo>
                      <a:cubicBezTo>
                        <a:pt x="392569" y="662343"/>
                        <a:pt x="390956" y="663955"/>
                        <a:pt x="388699" y="663955"/>
                      </a:cubicBezTo>
                      <a:close/>
                      <a:moveTo>
                        <a:pt x="460931" y="650089"/>
                      </a:moveTo>
                      <a:cubicBezTo>
                        <a:pt x="460609" y="650089"/>
                        <a:pt x="459964" y="650089"/>
                        <a:pt x="459641" y="649767"/>
                      </a:cubicBezTo>
                      <a:cubicBezTo>
                        <a:pt x="457384" y="649122"/>
                        <a:pt x="456416" y="646864"/>
                        <a:pt x="457062" y="644607"/>
                      </a:cubicBezTo>
                      <a:cubicBezTo>
                        <a:pt x="458674" y="639770"/>
                        <a:pt x="459641" y="635901"/>
                        <a:pt x="459641" y="632354"/>
                      </a:cubicBezTo>
                      <a:cubicBezTo>
                        <a:pt x="459641" y="628807"/>
                        <a:pt x="458996" y="625582"/>
                        <a:pt x="457384" y="621712"/>
                      </a:cubicBezTo>
                      <a:lnTo>
                        <a:pt x="457062" y="621067"/>
                      </a:lnTo>
                      <a:cubicBezTo>
                        <a:pt x="456416" y="619132"/>
                        <a:pt x="457384" y="616553"/>
                        <a:pt x="459641" y="615908"/>
                      </a:cubicBezTo>
                      <a:cubicBezTo>
                        <a:pt x="461576" y="615263"/>
                        <a:pt x="464156" y="616230"/>
                        <a:pt x="464801" y="618488"/>
                      </a:cubicBezTo>
                      <a:lnTo>
                        <a:pt x="465123" y="619132"/>
                      </a:lnTo>
                      <a:cubicBezTo>
                        <a:pt x="467058" y="623969"/>
                        <a:pt x="467703" y="628161"/>
                        <a:pt x="467703" y="632676"/>
                      </a:cubicBezTo>
                      <a:cubicBezTo>
                        <a:pt x="467703" y="637191"/>
                        <a:pt x="466735" y="641705"/>
                        <a:pt x="464801" y="647510"/>
                      </a:cubicBezTo>
                      <a:cubicBezTo>
                        <a:pt x="464156" y="649122"/>
                        <a:pt x="462543" y="650089"/>
                        <a:pt x="460931" y="650089"/>
                      </a:cubicBezTo>
                      <a:close/>
                      <a:moveTo>
                        <a:pt x="285188" y="644285"/>
                      </a:moveTo>
                      <a:cubicBezTo>
                        <a:pt x="284865" y="644285"/>
                        <a:pt x="284865" y="644285"/>
                        <a:pt x="284543" y="644285"/>
                      </a:cubicBezTo>
                      <a:cubicBezTo>
                        <a:pt x="282286" y="643962"/>
                        <a:pt x="280673" y="642027"/>
                        <a:pt x="281318" y="639770"/>
                      </a:cubicBezTo>
                      <a:cubicBezTo>
                        <a:pt x="281963" y="634933"/>
                        <a:pt x="283575" y="629451"/>
                        <a:pt x="286155" y="622680"/>
                      </a:cubicBezTo>
                      <a:cubicBezTo>
                        <a:pt x="287122" y="620100"/>
                        <a:pt x="287445" y="617843"/>
                        <a:pt x="287445" y="615585"/>
                      </a:cubicBezTo>
                      <a:cubicBezTo>
                        <a:pt x="287445" y="615263"/>
                        <a:pt x="287445" y="614941"/>
                        <a:pt x="287445" y="614618"/>
                      </a:cubicBezTo>
                      <a:cubicBezTo>
                        <a:pt x="287445" y="612361"/>
                        <a:pt x="289057" y="610426"/>
                        <a:pt x="291315" y="610426"/>
                      </a:cubicBezTo>
                      <a:cubicBezTo>
                        <a:pt x="293572" y="610426"/>
                        <a:pt x="295507" y="612038"/>
                        <a:pt x="295507" y="614296"/>
                      </a:cubicBezTo>
                      <a:cubicBezTo>
                        <a:pt x="295507" y="614618"/>
                        <a:pt x="295507" y="615263"/>
                        <a:pt x="295507" y="615908"/>
                      </a:cubicBezTo>
                      <a:cubicBezTo>
                        <a:pt x="295507" y="618810"/>
                        <a:pt x="294862" y="622357"/>
                        <a:pt x="293572" y="625582"/>
                      </a:cubicBezTo>
                      <a:cubicBezTo>
                        <a:pt x="291315" y="632031"/>
                        <a:pt x="289702" y="637191"/>
                        <a:pt x="289057" y="641383"/>
                      </a:cubicBezTo>
                      <a:cubicBezTo>
                        <a:pt x="288735" y="642995"/>
                        <a:pt x="287122" y="644285"/>
                        <a:pt x="285188" y="644285"/>
                      </a:cubicBezTo>
                      <a:close/>
                      <a:moveTo>
                        <a:pt x="581210" y="622680"/>
                      </a:moveTo>
                      <a:cubicBezTo>
                        <a:pt x="580566" y="622680"/>
                        <a:pt x="579920" y="622680"/>
                        <a:pt x="579276" y="622035"/>
                      </a:cubicBezTo>
                      <a:cubicBezTo>
                        <a:pt x="575729" y="620100"/>
                        <a:pt x="571536" y="617198"/>
                        <a:pt x="566377" y="613651"/>
                      </a:cubicBezTo>
                      <a:lnTo>
                        <a:pt x="564765" y="612683"/>
                      </a:lnTo>
                      <a:cubicBezTo>
                        <a:pt x="561863" y="610749"/>
                        <a:pt x="559283" y="608814"/>
                        <a:pt x="556703" y="607846"/>
                      </a:cubicBezTo>
                      <a:cubicBezTo>
                        <a:pt x="554768" y="606879"/>
                        <a:pt x="553801" y="604299"/>
                        <a:pt x="555091" y="602364"/>
                      </a:cubicBezTo>
                      <a:cubicBezTo>
                        <a:pt x="556058" y="600430"/>
                        <a:pt x="558638" y="599462"/>
                        <a:pt x="560573" y="600752"/>
                      </a:cubicBezTo>
                      <a:cubicBezTo>
                        <a:pt x="563475" y="602364"/>
                        <a:pt x="566377" y="603977"/>
                        <a:pt x="569602" y="606234"/>
                      </a:cubicBezTo>
                      <a:lnTo>
                        <a:pt x="571214" y="607201"/>
                      </a:lnTo>
                      <a:cubicBezTo>
                        <a:pt x="576051" y="610749"/>
                        <a:pt x="579920" y="613651"/>
                        <a:pt x="583145" y="615263"/>
                      </a:cubicBezTo>
                      <a:cubicBezTo>
                        <a:pt x="585080" y="616230"/>
                        <a:pt x="585725" y="618810"/>
                        <a:pt x="584758" y="620745"/>
                      </a:cubicBezTo>
                      <a:cubicBezTo>
                        <a:pt x="584112" y="621712"/>
                        <a:pt x="582500" y="622680"/>
                        <a:pt x="581210" y="622680"/>
                      </a:cubicBezTo>
                      <a:close/>
                      <a:moveTo>
                        <a:pt x="614747" y="611393"/>
                      </a:moveTo>
                      <a:cubicBezTo>
                        <a:pt x="614102" y="611393"/>
                        <a:pt x="613134" y="611071"/>
                        <a:pt x="612489" y="610749"/>
                      </a:cubicBezTo>
                      <a:cubicBezTo>
                        <a:pt x="610877" y="609781"/>
                        <a:pt x="610232" y="607524"/>
                        <a:pt x="610877" y="605912"/>
                      </a:cubicBezTo>
                      <a:cubicBezTo>
                        <a:pt x="607975" y="602687"/>
                        <a:pt x="607330" y="598172"/>
                        <a:pt x="606685" y="594303"/>
                      </a:cubicBezTo>
                      <a:cubicBezTo>
                        <a:pt x="606040" y="590111"/>
                        <a:pt x="605718" y="587853"/>
                        <a:pt x="604105" y="587209"/>
                      </a:cubicBezTo>
                      <a:cubicBezTo>
                        <a:pt x="602171" y="586241"/>
                        <a:pt x="600881" y="583984"/>
                        <a:pt x="601848" y="582049"/>
                      </a:cubicBezTo>
                      <a:cubicBezTo>
                        <a:pt x="602815" y="580114"/>
                        <a:pt x="605073" y="578824"/>
                        <a:pt x="607008" y="579792"/>
                      </a:cubicBezTo>
                      <a:cubicBezTo>
                        <a:pt x="613134" y="582049"/>
                        <a:pt x="614102" y="588176"/>
                        <a:pt x="614747" y="593335"/>
                      </a:cubicBezTo>
                      <a:cubicBezTo>
                        <a:pt x="615069" y="596237"/>
                        <a:pt x="615714" y="599462"/>
                        <a:pt x="617004" y="600752"/>
                      </a:cubicBezTo>
                      <a:cubicBezTo>
                        <a:pt x="618939" y="602687"/>
                        <a:pt x="619261" y="604299"/>
                        <a:pt x="619261" y="605589"/>
                      </a:cubicBezTo>
                      <a:cubicBezTo>
                        <a:pt x="619261" y="606879"/>
                        <a:pt x="618939" y="608169"/>
                        <a:pt x="617971" y="609459"/>
                      </a:cubicBezTo>
                      <a:cubicBezTo>
                        <a:pt x="617327" y="610749"/>
                        <a:pt x="616037" y="611393"/>
                        <a:pt x="614747" y="611393"/>
                      </a:cubicBezTo>
                      <a:close/>
                      <a:moveTo>
                        <a:pt x="611200" y="605266"/>
                      </a:moveTo>
                      <a:lnTo>
                        <a:pt x="614424" y="607524"/>
                      </a:lnTo>
                      <a:lnTo>
                        <a:pt x="611200" y="605266"/>
                      </a:lnTo>
                      <a:cubicBezTo>
                        <a:pt x="611522" y="605266"/>
                        <a:pt x="611200" y="605266"/>
                        <a:pt x="611200" y="605266"/>
                      </a:cubicBezTo>
                      <a:close/>
                      <a:moveTo>
                        <a:pt x="137821" y="610426"/>
                      </a:moveTo>
                      <a:cubicBezTo>
                        <a:pt x="137177" y="610426"/>
                        <a:pt x="136532" y="610426"/>
                        <a:pt x="135887" y="610103"/>
                      </a:cubicBezTo>
                      <a:cubicBezTo>
                        <a:pt x="132017" y="608169"/>
                        <a:pt x="128792" y="604944"/>
                        <a:pt x="124278" y="600430"/>
                      </a:cubicBezTo>
                      <a:cubicBezTo>
                        <a:pt x="122021" y="598172"/>
                        <a:pt x="119441" y="595593"/>
                        <a:pt x="116216" y="592690"/>
                      </a:cubicBezTo>
                      <a:cubicBezTo>
                        <a:pt x="115894" y="592368"/>
                        <a:pt x="115571" y="592046"/>
                        <a:pt x="114926" y="591723"/>
                      </a:cubicBezTo>
                      <a:cubicBezTo>
                        <a:pt x="113314" y="590433"/>
                        <a:pt x="112992" y="587853"/>
                        <a:pt x="114281" y="585919"/>
                      </a:cubicBezTo>
                      <a:cubicBezTo>
                        <a:pt x="115571" y="584306"/>
                        <a:pt x="118151" y="583984"/>
                        <a:pt x="120086" y="585274"/>
                      </a:cubicBezTo>
                      <a:cubicBezTo>
                        <a:pt x="120731" y="585596"/>
                        <a:pt x="121053" y="586241"/>
                        <a:pt x="121698" y="586564"/>
                      </a:cubicBezTo>
                      <a:cubicBezTo>
                        <a:pt x="124923" y="589466"/>
                        <a:pt x="127825" y="592368"/>
                        <a:pt x="130082" y="594625"/>
                      </a:cubicBezTo>
                      <a:cubicBezTo>
                        <a:pt x="134274" y="598817"/>
                        <a:pt x="136854" y="601397"/>
                        <a:pt x="139434" y="602687"/>
                      </a:cubicBezTo>
                      <a:cubicBezTo>
                        <a:pt x="141369" y="603654"/>
                        <a:pt x="142336" y="606234"/>
                        <a:pt x="141046" y="608169"/>
                      </a:cubicBezTo>
                      <a:cubicBezTo>
                        <a:pt x="140723" y="609459"/>
                        <a:pt x="139111" y="610426"/>
                        <a:pt x="137821" y="610426"/>
                      </a:cubicBezTo>
                      <a:close/>
                      <a:moveTo>
                        <a:pt x="174260" y="606234"/>
                      </a:moveTo>
                      <a:cubicBezTo>
                        <a:pt x="172648" y="606234"/>
                        <a:pt x="171035" y="605266"/>
                        <a:pt x="170390" y="603654"/>
                      </a:cubicBezTo>
                      <a:cubicBezTo>
                        <a:pt x="169745" y="601397"/>
                        <a:pt x="170713" y="599140"/>
                        <a:pt x="172970" y="598495"/>
                      </a:cubicBezTo>
                      <a:cubicBezTo>
                        <a:pt x="180709" y="595915"/>
                        <a:pt x="187804" y="593658"/>
                        <a:pt x="200702" y="593658"/>
                      </a:cubicBezTo>
                      <a:lnTo>
                        <a:pt x="200702" y="593658"/>
                      </a:lnTo>
                      <a:cubicBezTo>
                        <a:pt x="202959" y="593658"/>
                        <a:pt x="204572" y="595593"/>
                        <a:pt x="204894" y="597527"/>
                      </a:cubicBezTo>
                      <a:cubicBezTo>
                        <a:pt x="204894" y="599785"/>
                        <a:pt x="202959" y="601719"/>
                        <a:pt x="201024" y="601719"/>
                      </a:cubicBezTo>
                      <a:cubicBezTo>
                        <a:pt x="188771" y="601719"/>
                        <a:pt x="182321" y="603977"/>
                        <a:pt x="175872" y="606234"/>
                      </a:cubicBezTo>
                      <a:cubicBezTo>
                        <a:pt x="175227" y="605912"/>
                        <a:pt x="174905" y="606234"/>
                        <a:pt x="174260" y="606234"/>
                      </a:cubicBezTo>
                      <a:close/>
                      <a:moveTo>
                        <a:pt x="522199" y="598817"/>
                      </a:moveTo>
                      <a:cubicBezTo>
                        <a:pt x="521554" y="598817"/>
                        <a:pt x="520909" y="598817"/>
                        <a:pt x="520587" y="598495"/>
                      </a:cubicBezTo>
                      <a:cubicBezTo>
                        <a:pt x="516395" y="596560"/>
                        <a:pt x="515428" y="593658"/>
                        <a:pt x="514460" y="592046"/>
                      </a:cubicBezTo>
                      <a:cubicBezTo>
                        <a:pt x="513815" y="590756"/>
                        <a:pt x="513815" y="590111"/>
                        <a:pt x="512203" y="589143"/>
                      </a:cubicBezTo>
                      <a:cubicBezTo>
                        <a:pt x="509946" y="587853"/>
                        <a:pt x="507366" y="587531"/>
                        <a:pt x="503819" y="587209"/>
                      </a:cubicBezTo>
                      <a:cubicBezTo>
                        <a:pt x="502529" y="587209"/>
                        <a:pt x="501239" y="586886"/>
                        <a:pt x="499627" y="586886"/>
                      </a:cubicBezTo>
                      <a:cubicBezTo>
                        <a:pt x="497370" y="586564"/>
                        <a:pt x="495757" y="584629"/>
                        <a:pt x="496080" y="582371"/>
                      </a:cubicBezTo>
                      <a:cubicBezTo>
                        <a:pt x="496402" y="580114"/>
                        <a:pt x="498337" y="578502"/>
                        <a:pt x="500594" y="578824"/>
                      </a:cubicBezTo>
                      <a:cubicBezTo>
                        <a:pt x="501884" y="579147"/>
                        <a:pt x="503174" y="579147"/>
                        <a:pt x="504464" y="579147"/>
                      </a:cubicBezTo>
                      <a:cubicBezTo>
                        <a:pt x="508333" y="579469"/>
                        <a:pt x="512203" y="579792"/>
                        <a:pt x="515750" y="582049"/>
                      </a:cubicBezTo>
                      <a:cubicBezTo>
                        <a:pt x="519942" y="584306"/>
                        <a:pt x="520909" y="586886"/>
                        <a:pt x="521554" y="588821"/>
                      </a:cubicBezTo>
                      <a:cubicBezTo>
                        <a:pt x="522199" y="590111"/>
                        <a:pt x="522199" y="590433"/>
                        <a:pt x="523489" y="591078"/>
                      </a:cubicBezTo>
                      <a:cubicBezTo>
                        <a:pt x="525424" y="592046"/>
                        <a:pt x="526391" y="594303"/>
                        <a:pt x="525424" y="596560"/>
                      </a:cubicBezTo>
                      <a:cubicBezTo>
                        <a:pt x="525424" y="598172"/>
                        <a:pt x="523812" y="598817"/>
                        <a:pt x="522199" y="598817"/>
                      </a:cubicBezTo>
                      <a:close/>
                      <a:moveTo>
                        <a:pt x="238108" y="598817"/>
                      </a:moveTo>
                      <a:cubicBezTo>
                        <a:pt x="236173" y="598817"/>
                        <a:pt x="234561" y="597527"/>
                        <a:pt x="234238" y="595593"/>
                      </a:cubicBezTo>
                      <a:cubicBezTo>
                        <a:pt x="233916" y="593335"/>
                        <a:pt x="235206" y="591400"/>
                        <a:pt x="237463" y="590756"/>
                      </a:cubicBezTo>
                      <a:lnTo>
                        <a:pt x="241978" y="589788"/>
                      </a:lnTo>
                      <a:cubicBezTo>
                        <a:pt x="251007" y="588176"/>
                        <a:pt x="258746" y="586564"/>
                        <a:pt x="265195" y="586886"/>
                      </a:cubicBezTo>
                      <a:cubicBezTo>
                        <a:pt x="267452" y="587209"/>
                        <a:pt x="269065" y="589143"/>
                        <a:pt x="269065" y="591078"/>
                      </a:cubicBezTo>
                      <a:cubicBezTo>
                        <a:pt x="268742" y="593335"/>
                        <a:pt x="266807" y="594948"/>
                        <a:pt x="264873" y="594625"/>
                      </a:cubicBezTo>
                      <a:cubicBezTo>
                        <a:pt x="259390" y="594303"/>
                        <a:pt x="252296" y="595593"/>
                        <a:pt x="243912" y="597205"/>
                      </a:cubicBezTo>
                      <a:lnTo>
                        <a:pt x="239398" y="598172"/>
                      </a:lnTo>
                      <a:cubicBezTo>
                        <a:pt x="238753" y="598817"/>
                        <a:pt x="238430" y="598817"/>
                        <a:pt x="238108" y="598817"/>
                      </a:cubicBezTo>
                      <a:close/>
                      <a:moveTo>
                        <a:pt x="454804" y="586241"/>
                      </a:moveTo>
                      <a:lnTo>
                        <a:pt x="457706" y="583661"/>
                      </a:lnTo>
                      <a:lnTo>
                        <a:pt x="454804" y="586241"/>
                      </a:lnTo>
                      <a:cubicBezTo>
                        <a:pt x="453837" y="584951"/>
                        <a:pt x="452869" y="583984"/>
                        <a:pt x="452224" y="583017"/>
                      </a:cubicBezTo>
                      <a:cubicBezTo>
                        <a:pt x="451580" y="582049"/>
                        <a:pt x="451257" y="580759"/>
                        <a:pt x="451257" y="579469"/>
                      </a:cubicBezTo>
                      <a:cubicBezTo>
                        <a:pt x="451257" y="573343"/>
                        <a:pt x="458351" y="561089"/>
                        <a:pt x="465123" y="560122"/>
                      </a:cubicBezTo>
                      <a:cubicBezTo>
                        <a:pt x="466413" y="559799"/>
                        <a:pt x="468025" y="560122"/>
                        <a:pt x="469315" y="560444"/>
                      </a:cubicBezTo>
                      <a:cubicBezTo>
                        <a:pt x="471572" y="561089"/>
                        <a:pt x="472540" y="563346"/>
                        <a:pt x="471895" y="565603"/>
                      </a:cubicBezTo>
                      <a:cubicBezTo>
                        <a:pt x="471250" y="567861"/>
                        <a:pt x="468993" y="568828"/>
                        <a:pt x="466735" y="568183"/>
                      </a:cubicBezTo>
                      <a:cubicBezTo>
                        <a:pt x="466413" y="568183"/>
                        <a:pt x="466413" y="568183"/>
                        <a:pt x="466090" y="568183"/>
                      </a:cubicBezTo>
                      <a:cubicBezTo>
                        <a:pt x="463833" y="568828"/>
                        <a:pt x="459319" y="575922"/>
                        <a:pt x="458996" y="579147"/>
                      </a:cubicBezTo>
                      <a:cubicBezTo>
                        <a:pt x="459319" y="579792"/>
                        <a:pt x="459964" y="580114"/>
                        <a:pt x="460286" y="580759"/>
                      </a:cubicBezTo>
                      <a:lnTo>
                        <a:pt x="454804" y="586241"/>
                      </a:lnTo>
                      <a:close/>
                      <a:moveTo>
                        <a:pt x="101705" y="569473"/>
                      </a:moveTo>
                      <a:cubicBezTo>
                        <a:pt x="100415" y="569473"/>
                        <a:pt x="99448" y="568828"/>
                        <a:pt x="98481" y="567861"/>
                      </a:cubicBezTo>
                      <a:cubicBezTo>
                        <a:pt x="97191" y="566248"/>
                        <a:pt x="97513" y="563668"/>
                        <a:pt x="99126" y="562056"/>
                      </a:cubicBezTo>
                      <a:cubicBezTo>
                        <a:pt x="100415" y="561089"/>
                        <a:pt x="101705" y="560122"/>
                        <a:pt x="103318" y="559154"/>
                      </a:cubicBezTo>
                      <a:cubicBezTo>
                        <a:pt x="108477" y="555607"/>
                        <a:pt x="114604" y="550770"/>
                        <a:pt x="120408" y="545933"/>
                      </a:cubicBezTo>
                      <a:cubicBezTo>
                        <a:pt x="122021" y="544643"/>
                        <a:pt x="124600" y="544643"/>
                        <a:pt x="126213" y="546256"/>
                      </a:cubicBezTo>
                      <a:cubicBezTo>
                        <a:pt x="127503" y="547868"/>
                        <a:pt x="127503" y="550448"/>
                        <a:pt x="125890" y="552060"/>
                      </a:cubicBezTo>
                      <a:cubicBezTo>
                        <a:pt x="119763" y="557219"/>
                        <a:pt x="113314" y="562056"/>
                        <a:pt x="108155" y="565926"/>
                      </a:cubicBezTo>
                      <a:cubicBezTo>
                        <a:pt x="106865" y="566893"/>
                        <a:pt x="105575" y="567861"/>
                        <a:pt x="104608" y="568505"/>
                      </a:cubicBezTo>
                      <a:cubicBezTo>
                        <a:pt x="103640" y="569151"/>
                        <a:pt x="102673" y="569473"/>
                        <a:pt x="101705" y="569473"/>
                      </a:cubicBezTo>
                      <a:close/>
                      <a:moveTo>
                        <a:pt x="588949" y="555929"/>
                      </a:moveTo>
                      <a:cubicBezTo>
                        <a:pt x="588305" y="555929"/>
                        <a:pt x="587660" y="555607"/>
                        <a:pt x="587015" y="555285"/>
                      </a:cubicBezTo>
                      <a:cubicBezTo>
                        <a:pt x="586047" y="554639"/>
                        <a:pt x="584758" y="554317"/>
                        <a:pt x="582823" y="553995"/>
                      </a:cubicBezTo>
                      <a:cubicBezTo>
                        <a:pt x="574761" y="552705"/>
                        <a:pt x="570247" y="547223"/>
                        <a:pt x="566055" y="542386"/>
                      </a:cubicBezTo>
                      <a:cubicBezTo>
                        <a:pt x="565410" y="541741"/>
                        <a:pt x="564765" y="540773"/>
                        <a:pt x="564120" y="540129"/>
                      </a:cubicBezTo>
                      <a:cubicBezTo>
                        <a:pt x="562507" y="538516"/>
                        <a:pt x="562830" y="535937"/>
                        <a:pt x="564442" y="534324"/>
                      </a:cubicBezTo>
                      <a:cubicBezTo>
                        <a:pt x="566055" y="532712"/>
                        <a:pt x="568634" y="533034"/>
                        <a:pt x="570247" y="534647"/>
                      </a:cubicBezTo>
                      <a:cubicBezTo>
                        <a:pt x="570892" y="535614"/>
                        <a:pt x="571536" y="536259"/>
                        <a:pt x="572504" y="537226"/>
                      </a:cubicBezTo>
                      <a:cubicBezTo>
                        <a:pt x="576051" y="541419"/>
                        <a:pt x="579276" y="545288"/>
                        <a:pt x="584435" y="545933"/>
                      </a:cubicBezTo>
                      <a:cubicBezTo>
                        <a:pt x="587015" y="546256"/>
                        <a:pt x="589272" y="547223"/>
                        <a:pt x="591207" y="548190"/>
                      </a:cubicBezTo>
                      <a:cubicBezTo>
                        <a:pt x="593142" y="549480"/>
                        <a:pt x="593786" y="551737"/>
                        <a:pt x="592497" y="553672"/>
                      </a:cubicBezTo>
                      <a:cubicBezTo>
                        <a:pt x="591529" y="555285"/>
                        <a:pt x="590239" y="555929"/>
                        <a:pt x="588949" y="555929"/>
                      </a:cubicBezTo>
                      <a:close/>
                      <a:moveTo>
                        <a:pt x="149108" y="525940"/>
                      </a:moveTo>
                      <a:cubicBezTo>
                        <a:pt x="148463" y="525940"/>
                        <a:pt x="147495" y="525618"/>
                        <a:pt x="146850" y="525295"/>
                      </a:cubicBezTo>
                      <a:cubicBezTo>
                        <a:pt x="144916" y="524005"/>
                        <a:pt x="144593" y="521426"/>
                        <a:pt x="145883" y="519813"/>
                      </a:cubicBezTo>
                      <a:cubicBezTo>
                        <a:pt x="148140" y="516589"/>
                        <a:pt x="148785" y="514654"/>
                        <a:pt x="149430" y="513364"/>
                      </a:cubicBezTo>
                      <a:cubicBezTo>
                        <a:pt x="149753" y="512074"/>
                        <a:pt x="150075" y="511107"/>
                        <a:pt x="150075" y="510139"/>
                      </a:cubicBezTo>
                      <a:cubicBezTo>
                        <a:pt x="150075" y="507237"/>
                        <a:pt x="148463" y="504658"/>
                        <a:pt x="144916" y="501755"/>
                      </a:cubicBezTo>
                      <a:cubicBezTo>
                        <a:pt x="143303" y="500465"/>
                        <a:pt x="142981" y="497886"/>
                        <a:pt x="144271" y="495951"/>
                      </a:cubicBezTo>
                      <a:cubicBezTo>
                        <a:pt x="145561" y="494339"/>
                        <a:pt x="148140" y="494016"/>
                        <a:pt x="150075" y="495306"/>
                      </a:cubicBezTo>
                      <a:cubicBezTo>
                        <a:pt x="153622" y="498208"/>
                        <a:pt x="158459" y="502723"/>
                        <a:pt x="158459" y="509817"/>
                      </a:cubicBezTo>
                      <a:cubicBezTo>
                        <a:pt x="158459" y="511429"/>
                        <a:pt x="158137" y="513364"/>
                        <a:pt x="157814" y="515299"/>
                      </a:cubicBezTo>
                      <a:cubicBezTo>
                        <a:pt x="157169" y="517879"/>
                        <a:pt x="155557" y="520781"/>
                        <a:pt x="153300" y="524005"/>
                      </a:cubicBezTo>
                      <a:cubicBezTo>
                        <a:pt x="151687" y="525618"/>
                        <a:pt x="150398" y="525940"/>
                        <a:pt x="149108" y="525940"/>
                      </a:cubicBezTo>
                      <a:close/>
                      <a:moveTo>
                        <a:pt x="535098" y="522393"/>
                      </a:moveTo>
                      <a:cubicBezTo>
                        <a:pt x="533808" y="522393"/>
                        <a:pt x="532196" y="521748"/>
                        <a:pt x="531551" y="520458"/>
                      </a:cubicBezTo>
                      <a:cubicBezTo>
                        <a:pt x="529616" y="516911"/>
                        <a:pt x="529294" y="510784"/>
                        <a:pt x="529294" y="507237"/>
                      </a:cubicBezTo>
                      <a:cubicBezTo>
                        <a:pt x="529294" y="504013"/>
                        <a:pt x="529616" y="495951"/>
                        <a:pt x="532196" y="490469"/>
                      </a:cubicBezTo>
                      <a:cubicBezTo>
                        <a:pt x="533163" y="488534"/>
                        <a:pt x="535420" y="487567"/>
                        <a:pt x="537678" y="488534"/>
                      </a:cubicBezTo>
                      <a:cubicBezTo>
                        <a:pt x="539612" y="489502"/>
                        <a:pt x="540580" y="491759"/>
                        <a:pt x="539612" y="494016"/>
                      </a:cubicBezTo>
                      <a:cubicBezTo>
                        <a:pt x="538323" y="496918"/>
                        <a:pt x="537355" y="502078"/>
                        <a:pt x="537355" y="507560"/>
                      </a:cubicBezTo>
                      <a:cubicBezTo>
                        <a:pt x="537355" y="512719"/>
                        <a:pt x="538000" y="515944"/>
                        <a:pt x="538645" y="516589"/>
                      </a:cubicBezTo>
                      <a:cubicBezTo>
                        <a:pt x="539612" y="518524"/>
                        <a:pt x="538968" y="521103"/>
                        <a:pt x="537033" y="522071"/>
                      </a:cubicBezTo>
                      <a:cubicBezTo>
                        <a:pt x="536388" y="522071"/>
                        <a:pt x="535743" y="522393"/>
                        <a:pt x="535098" y="522393"/>
                      </a:cubicBezTo>
                      <a:close/>
                      <a:moveTo>
                        <a:pt x="494467" y="481440"/>
                      </a:moveTo>
                      <a:cubicBezTo>
                        <a:pt x="494145" y="481440"/>
                        <a:pt x="493500" y="481440"/>
                        <a:pt x="493177" y="481440"/>
                      </a:cubicBezTo>
                      <a:cubicBezTo>
                        <a:pt x="490920" y="481440"/>
                        <a:pt x="489308" y="479505"/>
                        <a:pt x="489308" y="477248"/>
                      </a:cubicBezTo>
                      <a:cubicBezTo>
                        <a:pt x="489308" y="474991"/>
                        <a:pt x="491243" y="473378"/>
                        <a:pt x="493500" y="473378"/>
                      </a:cubicBezTo>
                      <a:lnTo>
                        <a:pt x="494467" y="473378"/>
                      </a:lnTo>
                      <a:cubicBezTo>
                        <a:pt x="498014" y="473378"/>
                        <a:pt x="501884" y="472733"/>
                        <a:pt x="506721" y="471766"/>
                      </a:cubicBezTo>
                      <a:cubicBezTo>
                        <a:pt x="510591" y="471121"/>
                        <a:pt x="515105" y="470476"/>
                        <a:pt x="519619" y="469831"/>
                      </a:cubicBezTo>
                      <a:cubicBezTo>
                        <a:pt x="521877" y="469509"/>
                        <a:pt x="523812" y="471121"/>
                        <a:pt x="524134" y="473378"/>
                      </a:cubicBezTo>
                      <a:cubicBezTo>
                        <a:pt x="524457" y="475636"/>
                        <a:pt x="522844" y="477570"/>
                        <a:pt x="520587" y="477893"/>
                      </a:cubicBezTo>
                      <a:cubicBezTo>
                        <a:pt x="516073" y="478215"/>
                        <a:pt x="512203" y="478860"/>
                        <a:pt x="508333" y="479828"/>
                      </a:cubicBezTo>
                      <a:cubicBezTo>
                        <a:pt x="503174" y="480795"/>
                        <a:pt x="498659" y="481440"/>
                        <a:pt x="494467" y="481440"/>
                      </a:cubicBezTo>
                      <a:close/>
                      <a:moveTo>
                        <a:pt x="116861" y="480150"/>
                      </a:moveTo>
                      <a:cubicBezTo>
                        <a:pt x="115894" y="480150"/>
                        <a:pt x="114604" y="479828"/>
                        <a:pt x="113959" y="478860"/>
                      </a:cubicBezTo>
                      <a:cubicBezTo>
                        <a:pt x="106220" y="470154"/>
                        <a:pt x="101383" y="461447"/>
                        <a:pt x="98803" y="455320"/>
                      </a:cubicBezTo>
                      <a:cubicBezTo>
                        <a:pt x="97836" y="453386"/>
                        <a:pt x="98803" y="450806"/>
                        <a:pt x="100738" y="449838"/>
                      </a:cubicBezTo>
                      <a:cubicBezTo>
                        <a:pt x="102673" y="448871"/>
                        <a:pt x="105252" y="449838"/>
                        <a:pt x="106220" y="451773"/>
                      </a:cubicBezTo>
                      <a:cubicBezTo>
                        <a:pt x="109767" y="459512"/>
                        <a:pt x="114604" y="467252"/>
                        <a:pt x="120086" y="473378"/>
                      </a:cubicBezTo>
                      <a:cubicBezTo>
                        <a:pt x="121698" y="474991"/>
                        <a:pt x="121376" y="477570"/>
                        <a:pt x="119763" y="479183"/>
                      </a:cubicBezTo>
                      <a:cubicBezTo>
                        <a:pt x="118796" y="479828"/>
                        <a:pt x="117829" y="480150"/>
                        <a:pt x="116861" y="480150"/>
                      </a:cubicBezTo>
                      <a:close/>
                      <a:moveTo>
                        <a:pt x="463511" y="459835"/>
                      </a:moveTo>
                      <a:cubicBezTo>
                        <a:pt x="462866" y="459835"/>
                        <a:pt x="462543" y="459835"/>
                        <a:pt x="462221" y="459512"/>
                      </a:cubicBezTo>
                      <a:cubicBezTo>
                        <a:pt x="461576" y="459190"/>
                        <a:pt x="461253" y="459190"/>
                        <a:pt x="460609" y="459190"/>
                      </a:cubicBezTo>
                      <a:cubicBezTo>
                        <a:pt x="456094" y="458545"/>
                        <a:pt x="451580" y="456610"/>
                        <a:pt x="447387" y="454998"/>
                      </a:cubicBezTo>
                      <a:cubicBezTo>
                        <a:pt x="443840" y="453708"/>
                        <a:pt x="440616" y="452418"/>
                        <a:pt x="437391" y="451451"/>
                      </a:cubicBezTo>
                      <a:cubicBezTo>
                        <a:pt x="435134" y="451128"/>
                        <a:pt x="433844" y="448871"/>
                        <a:pt x="434489" y="446614"/>
                      </a:cubicBezTo>
                      <a:cubicBezTo>
                        <a:pt x="434811" y="444357"/>
                        <a:pt x="437069" y="443067"/>
                        <a:pt x="439326" y="443712"/>
                      </a:cubicBezTo>
                      <a:cubicBezTo>
                        <a:pt x="443196" y="444679"/>
                        <a:pt x="447065" y="445969"/>
                        <a:pt x="450612" y="447581"/>
                      </a:cubicBezTo>
                      <a:cubicBezTo>
                        <a:pt x="454804" y="449194"/>
                        <a:pt x="458674" y="450806"/>
                        <a:pt x="462221" y="451128"/>
                      </a:cubicBezTo>
                      <a:cubicBezTo>
                        <a:pt x="463188" y="451451"/>
                        <a:pt x="464478" y="451451"/>
                        <a:pt x="465446" y="452096"/>
                      </a:cubicBezTo>
                      <a:cubicBezTo>
                        <a:pt x="467380" y="452741"/>
                        <a:pt x="468670" y="455320"/>
                        <a:pt x="467703" y="457255"/>
                      </a:cubicBezTo>
                      <a:cubicBezTo>
                        <a:pt x="466735" y="458867"/>
                        <a:pt x="465123" y="459835"/>
                        <a:pt x="463511" y="459835"/>
                      </a:cubicBezTo>
                      <a:close/>
                      <a:moveTo>
                        <a:pt x="420623" y="423074"/>
                      </a:moveTo>
                      <a:cubicBezTo>
                        <a:pt x="420301" y="423074"/>
                        <a:pt x="419978" y="423074"/>
                        <a:pt x="419655" y="423074"/>
                      </a:cubicBezTo>
                      <a:cubicBezTo>
                        <a:pt x="417398" y="422429"/>
                        <a:pt x="416108" y="420172"/>
                        <a:pt x="416753" y="418237"/>
                      </a:cubicBezTo>
                      <a:cubicBezTo>
                        <a:pt x="417398" y="416302"/>
                        <a:pt x="418043" y="414690"/>
                        <a:pt x="419011" y="413400"/>
                      </a:cubicBezTo>
                      <a:cubicBezTo>
                        <a:pt x="424170" y="406951"/>
                        <a:pt x="424493" y="404048"/>
                        <a:pt x="424493" y="402114"/>
                      </a:cubicBezTo>
                      <a:cubicBezTo>
                        <a:pt x="424493" y="401146"/>
                        <a:pt x="424493" y="400179"/>
                        <a:pt x="424170" y="398889"/>
                      </a:cubicBezTo>
                      <a:cubicBezTo>
                        <a:pt x="424170" y="398567"/>
                        <a:pt x="424170" y="397922"/>
                        <a:pt x="424170" y="397599"/>
                      </a:cubicBezTo>
                      <a:cubicBezTo>
                        <a:pt x="424170" y="396309"/>
                        <a:pt x="424493" y="395019"/>
                        <a:pt x="424815" y="393730"/>
                      </a:cubicBezTo>
                      <a:cubicBezTo>
                        <a:pt x="425460" y="391472"/>
                        <a:pt x="427395" y="390182"/>
                        <a:pt x="429652" y="390828"/>
                      </a:cubicBezTo>
                      <a:cubicBezTo>
                        <a:pt x="431909" y="391472"/>
                        <a:pt x="433199" y="393407"/>
                        <a:pt x="432554" y="395664"/>
                      </a:cubicBezTo>
                      <a:cubicBezTo>
                        <a:pt x="432232" y="396632"/>
                        <a:pt x="432232" y="397277"/>
                        <a:pt x="432232" y="397599"/>
                      </a:cubicBezTo>
                      <a:cubicBezTo>
                        <a:pt x="432554" y="399534"/>
                        <a:pt x="432554" y="400824"/>
                        <a:pt x="432554" y="402114"/>
                      </a:cubicBezTo>
                      <a:cubicBezTo>
                        <a:pt x="432554" y="407273"/>
                        <a:pt x="430619" y="411465"/>
                        <a:pt x="425460" y="418559"/>
                      </a:cubicBezTo>
                      <a:cubicBezTo>
                        <a:pt x="425138" y="419204"/>
                        <a:pt x="424815" y="419849"/>
                        <a:pt x="424493" y="420494"/>
                      </a:cubicBezTo>
                      <a:cubicBezTo>
                        <a:pt x="423848" y="421784"/>
                        <a:pt x="422235" y="423074"/>
                        <a:pt x="420623" y="423074"/>
                      </a:cubicBezTo>
                      <a:close/>
                      <a:moveTo>
                        <a:pt x="99771" y="421784"/>
                      </a:moveTo>
                      <a:cubicBezTo>
                        <a:pt x="98481" y="421784"/>
                        <a:pt x="97513" y="421139"/>
                        <a:pt x="96546" y="420172"/>
                      </a:cubicBezTo>
                      <a:cubicBezTo>
                        <a:pt x="95901" y="419527"/>
                        <a:pt x="94934" y="418559"/>
                        <a:pt x="93966" y="417592"/>
                      </a:cubicBezTo>
                      <a:cubicBezTo>
                        <a:pt x="84615" y="409530"/>
                        <a:pt x="83647" y="400501"/>
                        <a:pt x="83647" y="394697"/>
                      </a:cubicBezTo>
                      <a:cubicBezTo>
                        <a:pt x="83647" y="392440"/>
                        <a:pt x="85582" y="390505"/>
                        <a:pt x="87839" y="390505"/>
                      </a:cubicBezTo>
                      <a:cubicBezTo>
                        <a:pt x="90097" y="390505"/>
                        <a:pt x="92031" y="392117"/>
                        <a:pt x="92031" y="394374"/>
                      </a:cubicBezTo>
                      <a:lnTo>
                        <a:pt x="92031" y="394374"/>
                      </a:lnTo>
                      <a:cubicBezTo>
                        <a:pt x="92031" y="399534"/>
                        <a:pt x="92999" y="405661"/>
                        <a:pt x="99448" y="411143"/>
                      </a:cubicBezTo>
                      <a:cubicBezTo>
                        <a:pt x="100738" y="412433"/>
                        <a:pt x="102028" y="413400"/>
                        <a:pt x="102995" y="414690"/>
                      </a:cubicBezTo>
                      <a:cubicBezTo>
                        <a:pt x="104285" y="416302"/>
                        <a:pt x="104285" y="418882"/>
                        <a:pt x="102350" y="420494"/>
                      </a:cubicBezTo>
                      <a:cubicBezTo>
                        <a:pt x="101383" y="421784"/>
                        <a:pt x="100415" y="421784"/>
                        <a:pt x="99771" y="421784"/>
                      </a:cubicBezTo>
                      <a:close/>
                      <a:moveTo>
                        <a:pt x="496725" y="390182"/>
                      </a:moveTo>
                      <a:cubicBezTo>
                        <a:pt x="495757" y="390182"/>
                        <a:pt x="495112" y="390182"/>
                        <a:pt x="494145" y="390182"/>
                      </a:cubicBezTo>
                      <a:cubicBezTo>
                        <a:pt x="491888" y="389860"/>
                        <a:pt x="490275" y="387925"/>
                        <a:pt x="490598" y="385990"/>
                      </a:cubicBezTo>
                      <a:cubicBezTo>
                        <a:pt x="490920" y="383733"/>
                        <a:pt x="492855" y="382121"/>
                        <a:pt x="494790" y="382443"/>
                      </a:cubicBezTo>
                      <a:cubicBezTo>
                        <a:pt x="495435" y="382443"/>
                        <a:pt x="496080" y="382443"/>
                        <a:pt x="496725" y="382443"/>
                      </a:cubicBezTo>
                      <a:cubicBezTo>
                        <a:pt x="505754" y="382443"/>
                        <a:pt x="510913" y="373737"/>
                        <a:pt x="512203" y="371157"/>
                      </a:cubicBezTo>
                      <a:cubicBezTo>
                        <a:pt x="513170" y="369222"/>
                        <a:pt x="515750" y="368255"/>
                        <a:pt x="517685" y="369222"/>
                      </a:cubicBezTo>
                      <a:cubicBezTo>
                        <a:pt x="519619" y="370190"/>
                        <a:pt x="520587" y="372769"/>
                        <a:pt x="519619" y="374704"/>
                      </a:cubicBezTo>
                      <a:cubicBezTo>
                        <a:pt x="517685" y="377929"/>
                        <a:pt x="510591" y="390182"/>
                        <a:pt x="496725" y="390182"/>
                      </a:cubicBezTo>
                      <a:close/>
                      <a:moveTo>
                        <a:pt x="63977" y="378251"/>
                      </a:moveTo>
                      <a:cubicBezTo>
                        <a:pt x="63332" y="378251"/>
                        <a:pt x="62365" y="377929"/>
                        <a:pt x="61720" y="377606"/>
                      </a:cubicBezTo>
                      <a:cubicBezTo>
                        <a:pt x="60430" y="376962"/>
                        <a:pt x="59462" y="375994"/>
                        <a:pt x="58173" y="375027"/>
                      </a:cubicBezTo>
                      <a:cubicBezTo>
                        <a:pt x="47854" y="366643"/>
                        <a:pt x="44307" y="363740"/>
                        <a:pt x="41405" y="357291"/>
                      </a:cubicBezTo>
                      <a:cubicBezTo>
                        <a:pt x="40437" y="355356"/>
                        <a:pt x="41405" y="352777"/>
                        <a:pt x="43339" y="351809"/>
                      </a:cubicBezTo>
                      <a:cubicBezTo>
                        <a:pt x="45274" y="350842"/>
                        <a:pt x="47854" y="351809"/>
                        <a:pt x="48821" y="353744"/>
                      </a:cubicBezTo>
                      <a:cubicBezTo>
                        <a:pt x="51078" y="358581"/>
                        <a:pt x="53336" y="360516"/>
                        <a:pt x="63654" y="368577"/>
                      </a:cubicBezTo>
                      <a:cubicBezTo>
                        <a:pt x="64622" y="369222"/>
                        <a:pt x="65589" y="370190"/>
                        <a:pt x="66557" y="370835"/>
                      </a:cubicBezTo>
                      <a:cubicBezTo>
                        <a:pt x="68491" y="372124"/>
                        <a:pt x="68814" y="374704"/>
                        <a:pt x="67847" y="376316"/>
                      </a:cubicBezTo>
                      <a:cubicBezTo>
                        <a:pt x="66557" y="377606"/>
                        <a:pt x="65267" y="378251"/>
                        <a:pt x="63977" y="378251"/>
                      </a:cubicBezTo>
                      <a:close/>
                      <a:moveTo>
                        <a:pt x="452869" y="376962"/>
                      </a:moveTo>
                      <a:cubicBezTo>
                        <a:pt x="452547" y="376962"/>
                        <a:pt x="452547" y="376962"/>
                        <a:pt x="452547" y="376962"/>
                      </a:cubicBezTo>
                      <a:cubicBezTo>
                        <a:pt x="450290" y="376639"/>
                        <a:pt x="448677" y="374704"/>
                        <a:pt x="449000" y="372447"/>
                      </a:cubicBezTo>
                      <a:cubicBezTo>
                        <a:pt x="449000" y="371802"/>
                        <a:pt x="449000" y="370835"/>
                        <a:pt x="449322" y="370190"/>
                      </a:cubicBezTo>
                      <a:cubicBezTo>
                        <a:pt x="449645" y="365675"/>
                        <a:pt x="450290" y="358581"/>
                        <a:pt x="458996" y="357936"/>
                      </a:cubicBezTo>
                      <a:lnTo>
                        <a:pt x="460286" y="357936"/>
                      </a:lnTo>
                      <a:cubicBezTo>
                        <a:pt x="464156" y="357613"/>
                        <a:pt x="468670" y="357291"/>
                        <a:pt x="472540" y="357613"/>
                      </a:cubicBezTo>
                      <a:cubicBezTo>
                        <a:pt x="474797" y="357936"/>
                        <a:pt x="476409" y="359871"/>
                        <a:pt x="476087" y="362128"/>
                      </a:cubicBezTo>
                      <a:cubicBezTo>
                        <a:pt x="475765" y="364385"/>
                        <a:pt x="473830" y="365998"/>
                        <a:pt x="471572" y="365675"/>
                      </a:cubicBezTo>
                      <a:cubicBezTo>
                        <a:pt x="468348" y="365353"/>
                        <a:pt x="464478" y="365675"/>
                        <a:pt x="460931" y="365998"/>
                      </a:cubicBezTo>
                      <a:lnTo>
                        <a:pt x="459641" y="365998"/>
                      </a:lnTo>
                      <a:cubicBezTo>
                        <a:pt x="458029" y="365998"/>
                        <a:pt x="457706" y="365998"/>
                        <a:pt x="457384" y="371157"/>
                      </a:cubicBezTo>
                      <a:cubicBezTo>
                        <a:pt x="457384" y="372124"/>
                        <a:pt x="457384" y="372769"/>
                        <a:pt x="457062" y="373737"/>
                      </a:cubicBezTo>
                      <a:cubicBezTo>
                        <a:pt x="456739" y="375349"/>
                        <a:pt x="454804" y="376962"/>
                        <a:pt x="452869" y="376962"/>
                      </a:cubicBezTo>
                      <a:close/>
                      <a:moveTo>
                        <a:pt x="540580" y="349874"/>
                      </a:moveTo>
                      <a:cubicBezTo>
                        <a:pt x="539290" y="349874"/>
                        <a:pt x="538000" y="349230"/>
                        <a:pt x="537355" y="348262"/>
                      </a:cubicBezTo>
                      <a:cubicBezTo>
                        <a:pt x="536065" y="346327"/>
                        <a:pt x="536388" y="344070"/>
                        <a:pt x="538323" y="342780"/>
                      </a:cubicBezTo>
                      <a:cubicBezTo>
                        <a:pt x="539290" y="342135"/>
                        <a:pt x="539935" y="341490"/>
                        <a:pt x="540902" y="340845"/>
                      </a:cubicBezTo>
                      <a:cubicBezTo>
                        <a:pt x="545739" y="336976"/>
                        <a:pt x="550899" y="333429"/>
                        <a:pt x="563475" y="331816"/>
                      </a:cubicBezTo>
                      <a:lnTo>
                        <a:pt x="564442" y="331816"/>
                      </a:lnTo>
                      <a:cubicBezTo>
                        <a:pt x="566700" y="331494"/>
                        <a:pt x="568634" y="333106"/>
                        <a:pt x="568957" y="335364"/>
                      </a:cubicBezTo>
                      <a:cubicBezTo>
                        <a:pt x="569279" y="337621"/>
                        <a:pt x="567667" y="339555"/>
                        <a:pt x="565410" y="339878"/>
                      </a:cubicBezTo>
                      <a:lnTo>
                        <a:pt x="564442" y="339878"/>
                      </a:lnTo>
                      <a:cubicBezTo>
                        <a:pt x="554123" y="341168"/>
                        <a:pt x="550254" y="344070"/>
                        <a:pt x="545739" y="347295"/>
                      </a:cubicBezTo>
                      <a:cubicBezTo>
                        <a:pt x="544772" y="347940"/>
                        <a:pt x="543804" y="348584"/>
                        <a:pt x="542837" y="349230"/>
                      </a:cubicBezTo>
                      <a:cubicBezTo>
                        <a:pt x="542192" y="349552"/>
                        <a:pt x="541225" y="349874"/>
                        <a:pt x="540580" y="349874"/>
                      </a:cubicBezTo>
                      <a:close/>
                      <a:moveTo>
                        <a:pt x="25604" y="328269"/>
                      </a:moveTo>
                      <a:cubicBezTo>
                        <a:pt x="24636" y="328269"/>
                        <a:pt x="23669" y="327947"/>
                        <a:pt x="23024" y="327302"/>
                      </a:cubicBezTo>
                      <a:lnTo>
                        <a:pt x="17865" y="323110"/>
                      </a:lnTo>
                      <a:cubicBezTo>
                        <a:pt x="14640" y="320530"/>
                        <a:pt x="11093" y="317950"/>
                        <a:pt x="7868" y="315693"/>
                      </a:cubicBezTo>
                      <a:cubicBezTo>
                        <a:pt x="5611" y="314081"/>
                        <a:pt x="3676" y="312791"/>
                        <a:pt x="1741" y="311179"/>
                      </a:cubicBezTo>
                      <a:cubicBezTo>
                        <a:pt x="-193" y="309889"/>
                        <a:pt x="-516" y="307309"/>
                        <a:pt x="774" y="305697"/>
                      </a:cubicBezTo>
                      <a:cubicBezTo>
                        <a:pt x="2064" y="303762"/>
                        <a:pt x="4644" y="303439"/>
                        <a:pt x="6578" y="304729"/>
                      </a:cubicBezTo>
                      <a:cubicBezTo>
                        <a:pt x="8513" y="306342"/>
                        <a:pt x="10448" y="307632"/>
                        <a:pt x="12705" y="308921"/>
                      </a:cubicBezTo>
                      <a:cubicBezTo>
                        <a:pt x="16252" y="311501"/>
                        <a:pt x="19799" y="313758"/>
                        <a:pt x="23346" y="316660"/>
                      </a:cubicBezTo>
                      <a:lnTo>
                        <a:pt x="28506" y="320852"/>
                      </a:lnTo>
                      <a:cubicBezTo>
                        <a:pt x="30118" y="322142"/>
                        <a:pt x="30441" y="324722"/>
                        <a:pt x="29151" y="326657"/>
                      </a:cubicBezTo>
                      <a:cubicBezTo>
                        <a:pt x="27861" y="327624"/>
                        <a:pt x="26893" y="328269"/>
                        <a:pt x="25604" y="328269"/>
                      </a:cubicBezTo>
                      <a:close/>
                      <a:moveTo>
                        <a:pt x="593142" y="320208"/>
                      </a:moveTo>
                      <a:cubicBezTo>
                        <a:pt x="592819" y="320208"/>
                        <a:pt x="592497" y="320208"/>
                        <a:pt x="592174" y="320208"/>
                      </a:cubicBezTo>
                      <a:cubicBezTo>
                        <a:pt x="589917" y="319885"/>
                        <a:pt x="588627" y="317628"/>
                        <a:pt x="588949" y="315371"/>
                      </a:cubicBezTo>
                      <a:lnTo>
                        <a:pt x="589272" y="313436"/>
                      </a:lnTo>
                      <a:cubicBezTo>
                        <a:pt x="589917" y="310856"/>
                        <a:pt x="590239" y="307954"/>
                        <a:pt x="591529" y="305374"/>
                      </a:cubicBezTo>
                      <a:cubicBezTo>
                        <a:pt x="592819" y="302472"/>
                        <a:pt x="597656" y="292476"/>
                        <a:pt x="606040" y="290863"/>
                      </a:cubicBezTo>
                      <a:cubicBezTo>
                        <a:pt x="608297" y="290541"/>
                        <a:pt x="610232" y="291831"/>
                        <a:pt x="610877" y="294088"/>
                      </a:cubicBezTo>
                      <a:cubicBezTo>
                        <a:pt x="611200" y="296345"/>
                        <a:pt x="609910" y="298280"/>
                        <a:pt x="607652" y="298925"/>
                      </a:cubicBezTo>
                      <a:cubicBezTo>
                        <a:pt x="604105" y="299570"/>
                        <a:pt x="600881" y="304407"/>
                        <a:pt x="598946" y="308599"/>
                      </a:cubicBezTo>
                      <a:cubicBezTo>
                        <a:pt x="598301" y="310211"/>
                        <a:pt x="597656" y="312469"/>
                        <a:pt x="597334" y="315048"/>
                      </a:cubicBezTo>
                      <a:lnTo>
                        <a:pt x="597011" y="316983"/>
                      </a:lnTo>
                      <a:cubicBezTo>
                        <a:pt x="596689" y="318918"/>
                        <a:pt x="595076" y="320208"/>
                        <a:pt x="593142" y="320208"/>
                      </a:cubicBezTo>
                      <a:close/>
                      <a:moveTo>
                        <a:pt x="640866" y="308599"/>
                      </a:moveTo>
                      <a:cubicBezTo>
                        <a:pt x="639576" y="308599"/>
                        <a:pt x="638287" y="307954"/>
                        <a:pt x="637319" y="306664"/>
                      </a:cubicBezTo>
                      <a:cubicBezTo>
                        <a:pt x="636029" y="304729"/>
                        <a:pt x="636674" y="302150"/>
                        <a:pt x="638609" y="301182"/>
                      </a:cubicBezTo>
                      <a:cubicBezTo>
                        <a:pt x="640544" y="299892"/>
                        <a:pt x="642479" y="298603"/>
                        <a:pt x="644736" y="296990"/>
                      </a:cubicBezTo>
                      <a:cubicBezTo>
                        <a:pt x="650863" y="292798"/>
                        <a:pt x="656990" y="288284"/>
                        <a:pt x="662794" y="288284"/>
                      </a:cubicBezTo>
                      <a:cubicBezTo>
                        <a:pt x="663439" y="288284"/>
                        <a:pt x="664084" y="288284"/>
                        <a:pt x="664729" y="288284"/>
                      </a:cubicBezTo>
                      <a:cubicBezTo>
                        <a:pt x="666986" y="288284"/>
                        <a:pt x="668598" y="290218"/>
                        <a:pt x="668598" y="292476"/>
                      </a:cubicBezTo>
                      <a:cubicBezTo>
                        <a:pt x="668598" y="294733"/>
                        <a:pt x="666664" y="296345"/>
                        <a:pt x="664406" y="296345"/>
                      </a:cubicBezTo>
                      <a:cubicBezTo>
                        <a:pt x="664084" y="296345"/>
                        <a:pt x="663439" y="296345"/>
                        <a:pt x="663116" y="296345"/>
                      </a:cubicBezTo>
                      <a:cubicBezTo>
                        <a:pt x="659892" y="296345"/>
                        <a:pt x="654410" y="300537"/>
                        <a:pt x="649895" y="303762"/>
                      </a:cubicBezTo>
                      <a:cubicBezTo>
                        <a:pt x="647638" y="305374"/>
                        <a:pt x="645381" y="306986"/>
                        <a:pt x="643446" y="308276"/>
                      </a:cubicBezTo>
                      <a:cubicBezTo>
                        <a:pt x="642479" y="308276"/>
                        <a:pt x="641834" y="308599"/>
                        <a:pt x="640866" y="308599"/>
                      </a:cubicBezTo>
                      <a:close/>
                      <a:moveTo>
                        <a:pt x="695040" y="272160"/>
                      </a:moveTo>
                      <a:cubicBezTo>
                        <a:pt x="694718" y="272160"/>
                        <a:pt x="694073" y="272160"/>
                        <a:pt x="693750" y="272160"/>
                      </a:cubicBezTo>
                      <a:cubicBezTo>
                        <a:pt x="692783" y="272160"/>
                        <a:pt x="691816" y="271838"/>
                        <a:pt x="691171" y="271838"/>
                      </a:cubicBezTo>
                      <a:cubicBezTo>
                        <a:pt x="690203" y="271515"/>
                        <a:pt x="689236" y="271515"/>
                        <a:pt x="688269" y="271515"/>
                      </a:cubicBezTo>
                      <a:cubicBezTo>
                        <a:pt x="686011" y="271515"/>
                        <a:pt x="684399" y="269581"/>
                        <a:pt x="684399" y="267323"/>
                      </a:cubicBezTo>
                      <a:cubicBezTo>
                        <a:pt x="684399" y="265066"/>
                        <a:pt x="686334" y="263454"/>
                        <a:pt x="688591" y="263454"/>
                      </a:cubicBezTo>
                      <a:cubicBezTo>
                        <a:pt x="690203" y="263454"/>
                        <a:pt x="691493" y="263776"/>
                        <a:pt x="693106" y="264099"/>
                      </a:cubicBezTo>
                      <a:cubicBezTo>
                        <a:pt x="693428" y="264099"/>
                        <a:pt x="694073" y="264421"/>
                        <a:pt x="694396" y="264421"/>
                      </a:cubicBezTo>
                      <a:cubicBezTo>
                        <a:pt x="695363" y="261519"/>
                        <a:pt x="696975" y="256037"/>
                        <a:pt x="704392" y="250233"/>
                      </a:cubicBezTo>
                      <a:cubicBezTo>
                        <a:pt x="706004" y="248943"/>
                        <a:pt x="708584" y="249265"/>
                        <a:pt x="710196" y="250878"/>
                      </a:cubicBezTo>
                      <a:cubicBezTo>
                        <a:pt x="711486" y="252490"/>
                        <a:pt x="711164" y="255070"/>
                        <a:pt x="709551" y="256682"/>
                      </a:cubicBezTo>
                      <a:cubicBezTo>
                        <a:pt x="703747" y="261196"/>
                        <a:pt x="702779" y="264421"/>
                        <a:pt x="702135" y="267001"/>
                      </a:cubicBezTo>
                      <a:cubicBezTo>
                        <a:pt x="701167" y="268291"/>
                        <a:pt x="699877" y="272160"/>
                        <a:pt x="695040" y="272160"/>
                      </a:cubicBezTo>
                      <a:close/>
                      <a:moveTo>
                        <a:pt x="165876" y="229595"/>
                      </a:moveTo>
                      <a:cubicBezTo>
                        <a:pt x="165231" y="229595"/>
                        <a:pt x="164586" y="229273"/>
                        <a:pt x="163941" y="228950"/>
                      </a:cubicBezTo>
                      <a:cubicBezTo>
                        <a:pt x="162974" y="228305"/>
                        <a:pt x="161684" y="227660"/>
                        <a:pt x="160716" y="227015"/>
                      </a:cubicBezTo>
                      <a:lnTo>
                        <a:pt x="158137" y="225403"/>
                      </a:lnTo>
                      <a:cubicBezTo>
                        <a:pt x="155235" y="223468"/>
                        <a:pt x="152010" y="222178"/>
                        <a:pt x="149108" y="221211"/>
                      </a:cubicBezTo>
                      <a:cubicBezTo>
                        <a:pt x="145561" y="219921"/>
                        <a:pt x="142336" y="218309"/>
                        <a:pt x="139756" y="216374"/>
                      </a:cubicBezTo>
                      <a:cubicBezTo>
                        <a:pt x="137821" y="215084"/>
                        <a:pt x="137499" y="212504"/>
                        <a:pt x="139111" y="210570"/>
                      </a:cubicBezTo>
                      <a:cubicBezTo>
                        <a:pt x="140401" y="208635"/>
                        <a:pt x="142981" y="208312"/>
                        <a:pt x="144916" y="209925"/>
                      </a:cubicBezTo>
                      <a:cubicBezTo>
                        <a:pt x="146850" y="211537"/>
                        <a:pt x="149430" y="212504"/>
                        <a:pt x="152655" y="213794"/>
                      </a:cubicBezTo>
                      <a:cubicBezTo>
                        <a:pt x="155557" y="215084"/>
                        <a:pt x="159104" y="216374"/>
                        <a:pt x="162651" y="218631"/>
                      </a:cubicBezTo>
                      <a:lnTo>
                        <a:pt x="165231" y="220244"/>
                      </a:lnTo>
                      <a:cubicBezTo>
                        <a:pt x="166198" y="220888"/>
                        <a:pt x="167166" y="221533"/>
                        <a:pt x="168455" y="222178"/>
                      </a:cubicBezTo>
                      <a:cubicBezTo>
                        <a:pt x="170390" y="223468"/>
                        <a:pt x="171035" y="225725"/>
                        <a:pt x="169745" y="227660"/>
                      </a:cubicBezTo>
                      <a:cubicBezTo>
                        <a:pt x="168455" y="228950"/>
                        <a:pt x="167166" y="229595"/>
                        <a:pt x="165876" y="229595"/>
                      </a:cubicBezTo>
                      <a:close/>
                      <a:moveTo>
                        <a:pt x="728899" y="227660"/>
                      </a:moveTo>
                      <a:cubicBezTo>
                        <a:pt x="728254" y="227660"/>
                        <a:pt x="727609" y="227660"/>
                        <a:pt x="726964" y="227338"/>
                      </a:cubicBezTo>
                      <a:cubicBezTo>
                        <a:pt x="725030" y="226370"/>
                        <a:pt x="724385" y="223791"/>
                        <a:pt x="725352" y="221856"/>
                      </a:cubicBezTo>
                      <a:cubicBezTo>
                        <a:pt x="727287" y="218309"/>
                        <a:pt x="730189" y="213794"/>
                        <a:pt x="735671" y="211537"/>
                      </a:cubicBezTo>
                      <a:cubicBezTo>
                        <a:pt x="739541" y="209925"/>
                        <a:pt x="742443" y="207667"/>
                        <a:pt x="745022" y="203798"/>
                      </a:cubicBezTo>
                      <a:cubicBezTo>
                        <a:pt x="746312" y="201863"/>
                        <a:pt x="748570" y="201541"/>
                        <a:pt x="750504" y="202508"/>
                      </a:cubicBezTo>
                      <a:cubicBezTo>
                        <a:pt x="752439" y="203798"/>
                        <a:pt x="752762" y="206378"/>
                        <a:pt x="751794" y="207990"/>
                      </a:cubicBezTo>
                      <a:cubicBezTo>
                        <a:pt x="748247" y="213472"/>
                        <a:pt x="744055" y="217019"/>
                        <a:pt x="738573" y="218954"/>
                      </a:cubicBezTo>
                      <a:cubicBezTo>
                        <a:pt x="736316" y="219921"/>
                        <a:pt x="734381" y="221856"/>
                        <a:pt x="732446" y="225403"/>
                      </a:cubicBezTo>
                      <a:cubicBezTo>
                        <a:pt x="731801" y="226693"/>
                        <a:pt x="730511" y="227660"/>
                        <a:pt x="728899" y="227660"/>
                      </a:cubicBezTo>
                      <a:close/>
                      <a:moveTo>
                        <a:pt x="249717" y="218954"/>
                      </a:moveTo>
                      <a:cubicBezTo>
                        <a:pt x="248104" y="218954"/>
                        <a:pt x="246814" y="218631"/>
                        <a:pt x="245525" y="218309"/>
                      </a:cubicBezTo>
                      <a:cubicBezTo>
                        <a:pt x="243267" y="217664"/>
                        <a:pt x="242300" y="215407"/>
                        <a:pt x="242945" y="213149"/>
                      </a:cubicBezTo>
                      <a:cubicBezTo>
                        <a:pt x="243590" y="210892"/>
                        <a:pt x="245847" y="209925"/>
                        <a:pt x="248104" y="210570"/>
                      </a:cubicBezTo>
                      <a:cubicBezTo>
                        <a:pt x="249072" y="210892"/>
                        <a:pt x="251007" y="210570"/>
                        <a:pt x="253586" y="210570"/>
                      </a:cubicBezTo>
                      <a:cubicBezTo>
                        <a:pt x="256166" y="210247"/>
                        <a:pt x="259713" y="209925"/>
                        <a:pt x="264228" y="209925"/>
                      </a:cubicBezTo>
                      <a:lnTo>
                        <a:pt x="273579" y="209925"/>
                      </a:lnTo>
                      <a:cubicBezTo>
                        <a:pt x="275836" y="209925"/>
                        <a:pt x="277771" y="211859"/>
                        <a:pt x="277771" y="214117"/>
                      </a:cubicBezTo>
                      <a:cubicBezTo>
                        <a:pt x="277771" y="216374"/>
                        <a:pt x="275836" y="218309"/>
                        <a:pt x="273579" y="218309"/>
                      </a:cubicBezTo>
                      <a:lnTo>
                        <a:pt x="264228" y="218309"/>
                      </a:lnTo>
                      <a:cubicBezTo>
                        <a:pt x="260036" y="218309"/>
                        <a:pt x="257133" y="218631"/>
                        <a:pt x="254554" y="218954"/>
                      </a:cubicBezTo>
                      <a:cubicBezTo>
                        <a:pt x="252619" y="218954"/>
                        <a:pt x="251007" y="218954"/>
                        <a:pt x="249717" y="218954"/>
                      </a:cubicBezTo>
                      <a:close/>
                      <a:moveTo>
                        <a:pt x="196833" y="217019"/>
                      </a:moveTo>
                      <a:cubicBezTo>
                        <a:pt x="195220" y="217019"/>
                        <a:pt x="193608" y="216051"/>
                        <a:pt x="192963" y="214439"/>
                      </a:cubicBezTo>
                      <a:cubicBezTo>
                        <a:pt x="192318" y="212182"/>
                        <a:pt x="193285" y="209925"/>
                        <a:pt x="195543" y="209280"/>
                      </a:cubicBezTo>
                      <a:cubicBezTo>
                        <a:pt x="196187" y="208957"/>
                        <a:pt x="197155" y="208635"/>
                        <a:pt x="197800" y="208312"/>
                      </a:cubicBezTo>
                      <a:cubicBezTo>
                        <a:pt x="199090" y="207345"/>
                        <a:pt x="200702" y="206055"/>
                        <a:pt x="202637" y="204765"/>
                      </a:cubicBezTo>
                      <a:cubicBezTo>
                        <a:pt x="206829" y="201541"/>
                        <a:pt x="212311" y="197349"/>
                        <a:pt x="217470" y="194446"/>
                      </a:cubicBezTo>
                      <a:cubicBezTo>
                        <a:pt x="219405" y="193479"/>
                        <a:pt x="221985" y="194124"/>
                        <a:pt x="222952" y="196059"/>
                      </a:cubicBezTo>
                      <a:cubicBezTo>
                        <a:pt x="223919" y="197993"/>
                        <a:pt x="223275" y="200573"/>
                        <a:pt x="221340" y="201541"/>
                      </a:cubicBezTo>
                      <a:cubicBezTo>
                        <a:pt x="216825" y="204120"/>
                        <a:pt x="211666" y="207990"/>
                        <a:pt x="207474" y="210892"/>
                      </a:cubicBezTo>
                      <a:cubicBezTo>
                        <a:pt x="205539" y="212182"/>
                        <a:pt x="203927" y="213794"/>
                        <a:pt x="202314" y="214761"/>
                      </a:cubicBezTo>
                      <a:cubicBezTo>
                        <a:pt x="201024" y="215729"/>
                        <a:pt x="199735" y="216374"/>
                        <a:pt x="198445" y="216696"/>
                      </a:cubicBezTo>
                      <a:cubicBezTo>
                        <a:pt x="197477" y="217019"/>
                        <a:pt x="197155" y="217019"/>
                        <a:pt x="196833" y="217019"/>
                      </a:cubicBezTo>
                      <a:close/>
                      <a:moveTo>
                        <a:pt x="518330" y="208957"/>
                      </a:moveTo>
                      <a:cubicBezTo>
                        <a:pt x="512525" y="208957"/>
                        <a:pt x="504464" y="206055"/>
                        <a:pt x="501239" y="202185"/>
                      </a:cubicBezTo>
                      <a:cubicBezTo>
                        <a:pt x="500917" y="201541"/>
                        <a:pt x="500272" y="200573"/>
                        <a:pt x="499627" y="199606"/>
                      </a:cubicBezTo>
                      <a:cubicBezTo>
                        <a:pt x="498659" y="197671"/>
                        <a:pt x="499304" y="195091"/>
                        <a:pt x="501239" y="194124"/>
                      </a:cubicBezTo>
                      <a:cubicBezTo>
                        <a:pt x="503174" y="193156"/>
                        <a:pt x="505754" y="193801"/>
                        <a:pt x="506721" y="195736"/>
                      </a:cubicBezTo>
                      <a:cubicBezTo>
                        <a:pt x="507043" y="196381"/>
                        <a:pt x="507366" y="197026"/>
                        <a:pt x="507688" y="197349"/>
                      </a:cubicBezTo>
                      <a:cubicBezTo>
                        <a:pt x="508978" y="198961"/>
                        <a:pt x="514138" y="201218"/>
                        <a:pt x="518330" y="201218"/>
                      </a:cubicBezTo>
                      <a:cubicBezTo>
                        <a:pt x="519297" y="201218"/>
                        <a:pt x="519942" y="200895"/>
                        <a:pt x="520265" y="200895"/>
                      </a:cubicBezTo>
                      <a:cubicBezTo>
                        <a:pt x="520587" y="200573"/>
                        <a:pt x="520909" y="199606"/>
                        <a:pt x="521554" y="198638"/>
                      </a:cubicBezTo>
                      <a:cubicBezTo>
                        <a:pt x="522522" y="196704"/>
                        <a:pt x="524779" y="195736"/>
                        <a:pt x="527036" y="196704"/>
                      </a:cubicBezTo>
                      <a:cubicBezTo>
                        <a:pt x="528971" y="197671"/>
                        <a:pt x="529939" y="199928"/>
                        <a:pt x="528971" y="202185"/>
                      </a:cubicBezTo>
                      <a:cubicBezTo>
                        <a:pt x="528326" y="203798"/>
                        <a:pt x="527681" y="205088"/>
                        <a:pt x="527036" y="206055"/>
                      </a:cubicBezTo>
                      <a:cubicBezTo>
                        <a:pt x="525424" y="207022"/>
                        <a:pt x="523167" y="208957"/>
                        <a:pt x="518330" y="208957"/>
                      </a:cubicBezTo>
                      <a:close/>
                      <a:moveTo>
                        <a:pt x="113637" y="199283"/>
                      </a:moveTo>
                      <a:cubicBezTo>
                        <a:pt x="112024" y="199283"/>
                        <a:pt x="110734" y="198961"/>
                        <a:pt x="108477" y="198316"/>
                      </a:cubicBezTo>
                      <a:cubicBezTo>
                        <a:pt x="102673" y="196381"/>
                        <a:pt x="100738" y="191222"/>
                        <a:pt x="99126" y="186707"/>
                      </a:cubicBezTo>
                      <a:cubicBezTo>
                        <a:pt x="98803" y="185740"/>
                        <a:pt x="98158" y="184772"/>
                        <a:pt x="97836" y="183483"/>
                      </a:cubicBezTo>
                      <a:cubicBezTo>
                        <a:pt x="96869" y="181548"/>
                        <a:pt x="97836" y="178968"/>
                        <a:pt x="99771" y="178001"/>
                      </a:cubicBezTo>
                      <a:cubicBezTo>
                        <a:pt x="101705" y="177033"/>
                        <a:pt x="104285" y="178001"/>
                        <a:pt x="105252" y="179935"/>
                      </a:cubicBezTo>
                      <a:cubicBezTo>
                        <a:pt x="105897" y="181225"/>
                        <a:pt x="106220" y="182193"/>
                        <a:pt x="106865" y="183483"/>
                      </a:cubicBezTo>
                      <a:cubicBezTo>
                        <a:pt x="108477" y="187352"/>
                        <a:pt x="109445" y="189609"/>
                        <a:pt x="111379" y="190254"/>
                      </a:cubicBezTo>
                      <a:cubicBezTo>
                        <a:pt x="112347" y="190577"/>
                        <a:pt x="113314" y="190899"/>
                        <a:pt x="113959" y="190899"/>
                      </a:cubicBezTo>
                      <a:cubicBezTo>
                        <a:pt x="114281" y="190899"/>
                        <a:pt x="114604" y="190899"/>
                        <a:pt x="115571" y="190254"/>
                      </a:cubicBezTo>
                      <a:cubicBezTo>
                        <a:pt x="116539" y="189932"/>
                        <a:pt x="118151" y="189287"/>
                        <a:pt x="120408" y="188964"/>
                      </a:cubicBezTo>
                      <a:cubicBezTo>
                        <a:pt x="122666" y="188642"/>
                        <a:pt x="124600" y="189932"/>
                        <a:pt x="124923" y="192189"/>
                      </a:cubicBezTo>
                      <a:cubicBezTo>
                        <a:pt x="125245" y="194446"/>
                        <a:pt x="123955" y="196381"/>
                        <a:pt x="121698" y="196704"/>
                      </a:cubicBezTo>
                      <a:cubicBezTo>
                        <a:pt x="120408" y="197026"/>
                        <a:pt x="119441" y="197349"/>
                        <a:pt x="118474" y="197671"/>
                      </a:cubicBezTo>
                      <a:cubicBezTo>
                        <a:pt x="116861" y="198961"/>
                        <a:pt x="115571" y="199283"/>
                        <a:pt x="113637" y="199283"/>
                      </a:cubicBezTo>
                      <a:close/>
                      <a:moveTo>
                        <a:pt x="303246" y="198316"/>
                      </a:moveTo>
                      <a:cubicBezTo>
                        <a:pt x="301956" y="198316"/>
                        <a:pt x="300666" y="197671"/>
                        <a:pt x="299699" y="196381"/>
                      </a:cubicBezTo>
                      <a:cubicBezTo>
                        <a:pt x="298409" y="194446"/>
                        <a:pt x="299054" y="191867"/>
                        <a:pt x="300988" y="190899"/>
                      </a:cubicBezTo>
                      <a:cubicBezTo>
                        <a:pt x="306471" y="187675"/>
                        <a:pt x="313887" y="184772"/>
                        <a:pt x="320981" y="182193"/>
                      </a:cubicBezTo>
                      <a:cubicBezTo>
                        <a:pt x="322916" y="181548"/>
                        <a:pt x="324529" y="180903"/>
                        <a:pt x="326463" y="180258"/>
                      </a:cubicBezTo>
                      <a:cubicBezTo>
                        <a:pt x="328398" y="179613"/>
                        <a:pt x="330978" y="180580"/>
                        <a:pt x="331623" y="182515"/>
                      </a:cubicBezTo>
                      <a:cubicBezTo>
                        <a:pt x="332268" y="184450"/>
                        <a:pt x="331300" y="187030"/>
                        <a:pt x="329366" y="187675"/>
                      </a:cubicBezTo>
                      <a:cubicBezTo>
                        <a:pt x="327431" y="188319"/>
                        <a:pt x="325818" y="188964"/>
                        <a:pt x="323883" y="189609"/>
                      </a:cubicBezTo>
                      <a:cubicBezTo>
                        <a:pt x="317112" y="192189"/>
                        <a:pt x="310017" y="194769"/>
                        <a:pt x="305181" y="197671"/>
                      </a:cubicBezTo>
                      <a:cubicBezTo>
                        <a:pt x="304858" y="197993"/>
                        <a:pt x="304213" y="198316"/>
                        <a:pt x="303246" y="198316"/>
                      </a:cubicBezTo>
                      <a:close/>
                      <a:moveTo>
                        <a:pt x="44952" y="196059"/>
                      </a:moveTo>
                      <a:cubicBezTo>
                        <a:pt x="43339" y="196059"/>
                        <a:pt x="41727" y="195091"/>
                        <a:pt x="41082" y="193156"/>
                      </a:cubicBezTo>
                      <a:cubicBezTo>
                        <a:pt x="40437" y="190899"/>
                        <a:pt x="41405" y="188642"/>
                        <a:pt x="43662" y="187997"/>
                      </a:cubicBezTo>
                      <a:cubicBezTo>
                        <a:pt x="53336" y="184772"/>
                        <a:pt x="62365" y="180903"/>
                        <a:pt x="67202" y="177678"/>
                      </a:cubicBezTo>
                      <a:cubicBezTo>
                        <a:pt x="69137" y="176388"/>
                        <a:pt x="71394" y="177033"/>
                        <a:pt x="72684" y="178646"/>
                      </a:cubicBezTo>
                      <a:cubicBezTo>
                        <a:pt x="73973" y="180580"/>
                        <a:pt x="73328" y="183160"/>
                        <a:pt x="71716" y="184127"/>
                      </a:cubicBezTo>
                      <a:cubicBezTo>
                        <a:pt x="66234" y="187675"/>
                        <a:pt x="56883" y="191867"/>
                        <a:pt x="46242" y="195414"/>
                      </a:cubicBezTo>
                      <a:cubicBezTo>
                        <a:pt x="45596" y="196059"/>
                        <a:pt x="45274" y="196059"/>
                        <a:pt x="44952" y="196059"/>
                      </a:cubicBezTo>
                      <a:close/>
                      <a:moveTo>
                        <a:pt x="758888" y="174776"/>
                      </a:moveTo>
                      <a:cubicBezTo>
                        <a:pt x="756954" y="174776"/>
                        <a:pt x="755341" y="173486"/>
                        <a:pt x="755019" y="171874"/>
                      </a:cubicBezTo>
                      <a:cubicBezTo>
                        <a:pt x="754696" y="170261"/>
                        <a:pt x="754051" y="168004"/>
                        <a:pt x="754051" y="166069"/>
                      </a:cubicBezTo>
                      <a:cubicBezTo>
                        <a:pt x="754051" y="163167"/>
                        <a:pt x="755019" y="160265"/>
                        <a:pt x="757276" y="158008"/>
                      </a:cubicBezTo>
                      <a:cubicBezTo>
                        <a:pt x="758566" y="156395"/>
                        <a:pt x="759856" y="155106"/>
                        <a:pt x="760823" y="154138"/>
                      </a:cubicBezTo>
                      <a:cubicBezTo>
                        <a:pt x="763726" y="150914"/>
                        <a:pt x="765015" y="149946"/>
                        <a:pt x="765338" y="147044"/>
                      </a:cubicBezTo>
                      <a:cubicBezTo>
                        <a:pt x="765660" y="144787"/>
                        <a:pt x="767917" y="143497"/>
                        <a:pt x="769852" y="143819"/>
                      </a:cubicBezTo>
                      <a:cubicBezTo>
                        <a:pt x="772109" y="144142"/>
                        <a:pt x="773399" y="146399"/>
                        <a:pt x="773077" y="148334"/>
                      </a:cubicBezTo>
                      <a:cubicBezTo>
                        <a:pt x="772109" y="153493"/>
                        <a:pt x="769530" y="156073"/>
                        <a:pt x="766305" y="159620"/>
                      </a:cubicBezTo>
                      <a:cubicBezTo>
                        <a:pt x="765338" y="160587"/>
                        <a:pt x="764048" y="161877"/>
                        <a:pt x="762758" y="163167"/>
                      </a:cubicBezTo>
                      <a:cubicBezTo>
                        <a:pt x="761791" y="164135"/>
                        <a:pt x="761791" y="165102"/>
                        <a:pt x="761791" y="165747"/>
                      </a:cubicBezTo>
                      <a:cubicBezTo>
                        <a:pt x="761791" y="166714"/>
                        <a:pt x="762113" y="168004"/>
                        <a:pt x="762436" y="169617"/>
                      </a:cubicBezTo>
                      <a:cubicBezTo>
                        <a:pt x="763080" y="171874"/>
                        <a:pt x="761791" y="173809"/>
                        <a:pt x="759533" y="174453"/>
                      </a:cubicBezTo>
                      <a:cubicBezTo>
                        <a:pt x="759533" y="174776"/>
                        <a:pt x="759211" y="174776"/>
                        <a:pt x="758888" y="174776"/>
                      </a:cubicBezTo>
                      <a:close/>
                      <a:moveTo>
                        <a:pt x="363224" y="173809"/>
                      </a:moveTo>
                      <a:cubicBezTo>
                        <a:pt x="361612" y="173809"/>
                        <a:pt x="360000" y="172841"/>
                        <a:pt x="359355" y="171229"/>
                      </a:cubicBezTo>
                      <a:cubicBezTo>
                        <a:pt x="358387" y="169294"/>
                        <a:pt x="359355" y="166714"/>
                        <a:pt x="361612" y="166069"/>
                      </a:cubicBezTo>
                      <a:cubicBezTo>
                        <a:pt x="367416" y="163812"/>
                        <a:pt x="370963" y="161232"/>
                        <a:pt x="372253" y="158653"/>
                      </a:cubicBezTo>
                      <a:cubicBezTo>
                        <a:pt x="373866" y="155428"/>
                        <a:pt x="375478" y="152203"/>
                        <a:pt x="377090" y="148979"/>
                      </a:cubicBezTo>
                      <a:cubicBezTo>
                        <a:pt x="378058" y="147044"/>
                        <a:pt x="380315" y="146077"/>
                        <a:pt x="382572" y="147044"/>
                      </a:cubicBezTo>
                      <a:cubicBezTo>
                        <a:pt x="384507" y="148011"/>
                        <a:pt x="385474" y="150269"/>
                        <a:pt x="384507" y="152526"/>
                      </a:cubicBezTo>
                      <a:cubicBezTo>
                        <a:pt x="382895" y="155751"/>
                        <a:pt x="381282" y="158975"/>
                        <a:pt x="379670" y="162522"/>
                      </a:cubicBezTo>
                      <a:cubicBezTo>
                        <a:pt x="376445" y="168327"/>
                        <a:pt x="370318" y="171551"/>
                        <a:pt x="364837" y="173809"/>
                      </a:cubicBezTo>
                      <a:cubicBezTo>
                        <a:pt x="364192" y="173486"/>
                        <a:pt x="363547" y="173809"/>
                        <a:pt x="363224" y="173809"/>
                      </a:cubicBezTo>
                      <a:close/>
                      <a:moveTo>
                        <a:pt x="479634" y="172841"/>
                      </a:moveTo>
                      <a:cubicBezTo>
                        <a:pt x="479311" y="172841"/>
                        <a:pt x="478989" y="172841"/>
                        <a:pt x="478344" y="172519"/>
                      </a:cubicBezTo>
                      <a:cubicBezTo>
                        <a:pt x="476732" y="171874"/>
                        <a:pt x="475119" y="171551"/>
                        <a:pt x="473830" y="171229"/>
                      </a:cubicBezTo>
                      <a:cubicBezTo>
                        <a:pt x="467380" y="169617"/>
                        <a:pt x="460609" y="167682"/>
                        <a:pt x="458351" y="160587"/>
                      </a:cubicBezTo>
                      <a:cubicBezTo>
                        <a:pt x="457706" y="158653"/>
                        <a:pt x="457062" y="156395"/>
                        <a:pt x="456416" y="154461"/>
                      </a:cubicBezTo>
                      <a:cubicBezTo>
                        <a:pt x="455772" y="152203"/>
                        <a:pt x="456739" y="149946"/>
                        <a:pt x="458996" y="149301"/>
                      </a:cubicBezTo>
                      <a:cubicBezTo>
                        <a:pt x="460931" y="148656"/>
                        <a:pt x="463511" y="149624"/>
                        <a:pt x="464156" y="151881"/>
                      </a:cubicBezTo>
                      <a:cubicBezTo>
                        <a:pt x="464801" y="153816"/>
                        <a:pt x="465446" y="156073"/>
                        <a:pt x="466090" y="158330"/>
                      </a:cubicBezTo>
                      <a:cubicBezTo>
                        <a:pt x="466735" y="160910"/>
                        <a:pt x="470282" y="161877"/>
                        <a:pt x="475765" y="163490"/>
                      </a:cubicBezTo>
                      <a:cubicBezTo>
                        <a:pt x="477377" y="163812"/>
                        <a:pt x="478989" y="164457"/>
                        <a:pt x="480601" y="164780"/>
                      </a:cubicBezTo>
                      <a:cubicBezTo>
                        <a:pt x="482859" y="165424"/>
                        <a:pt x="483826" y="167682"/>
                        <a:pt x="483181" y="169939"/>
                      </a:cubicBezTo>
                      <a:cubicBezTo>
                        <a:pt x="483181" y="171551"/>
                        <a:pt x="481569" y="172841"/>
                        <a:pt x="479634" y="172841"/>
                      </a:cubicBezTo>
                      <a:close/>
                      <a:moveTo>
                        <a:pt x="537678" y="170584"/>
                      </a:moveTo>
                      <a:cubicBezTo>
                        <a:pt x="536388" y="170584"/>
                        <a:pt x="534775" y="169939"/>
                        <a:pt x="534131" y="168327"/>
                      </a:cubicBezTo>
                      <a:cubicBezTo>
                        <a:pt x="533163" y="166392"/>
                        <a:pt x="533808" y="163812"/>
                        <a:pt x="535743" y="162845"/>
                      </a:cubicBezTo>
                      <a:cubicBezTo>
                        <a:pt x="537355" y="161877"/>
                        <a:pt x="539290" y="160910"/>
                        <a:pt x="541547" y="158975"/>
                      </a:cubicBezTo>
                      <a:cubicBezTo>
                        <a:pt x="544772" y="156395"/>
                        <a:pt x="546707" y="155428"/>
                        <a:pt x="548641" y="155428"/>
                      </a:cubicBezTo>
                      <a:cubicBezTo>
                        <a:pt x="551221" y="155428"/>
                        <a:pt x="553156" y="157040"/>
                        <a:pt x="554123" y="160265"/>
                      </a:cubicBezTo>
                      <a:cubicBezTo>
                        <a:pt x="555736" y="159943"/>
                        <a:pt x="557993" y="159620"/>
                        <a:pt x="558638" y="159620"/>
                      </a:cubicBezTo>
                      <a:cubicBezTo>
                        <a:pt x="560895" y="159298"/>
                        <a:pt x="562830" y="160587"/>
                        <a:pt x="563475" y="162845"/>
                      </a:cubicBezTo>
                      <a:cubicBezTo>
                        <a:pt x="563797" y="165102"/>
                        <a:pt x="562507" y="167037"/>
                        <a:pt x="560250" y="167682"/>
                      </a:cubicBezTo>
                      <a:cubicBezTo>
                        <a:pt x="556381" y="168327"/>
                        <a:pt x="554123" y="168649"/>
                        <a:pt x="552834" y="168649"/>
                      </a:cubicBezTo>
                      <a:cubicBezTo>
                        <a:pt x="550254" y="168649"/>
                        <a:pt x="548319" y="167359"/>
                        <a:pt x="547351" y="165102"/>
                      </a:cubicBezTo>
                      <a:cubicBezTo>
                        <a:pt x="547351" y="165102"/>
                        <a:pt x="547029" y="165424"/>
                        <a:pt x="547029" y="165424"/>
                      </a:cubicBezTo>
                      <a:cubicBezTo>
                        <a:pt x="544449" y="167682"/>
                        <a:pt x="541870" y="168972"/>
                        <a:pt x="539935" y="170261"/>
                      </a:cubicBezTo>
                      <a:cubicBezTo>
                        <a:pt x="538968" y="170584"/>
                        <a:pt x="538323" y="170584"/>
                        <a:pt x="537678" y="170584"/>
                      </a:cubicBezTo>
                      <a:close/>
                      <a:moveTo>
                        <a:pt x="596366" y="161877"/>
                      </a:moveTo>
                      <a:cubicBezTo>
                        <a:pt x="595076" y="161877"/>
                        <a:pt x="593464" y="161232"/>
                        <a:pt x="592819" y="159620"/>
                      </a:cubicBezTo>
                      <a:cubicBezTo>
                        <a:pt x="591852" y="157685"/>
                        <a:pt x="592497" y="155106"/>
                        <a:pt x="594432" y="154138"/>
                      </a:cubicBezTo>
                      <a:cubicBezTo>
                        <a:pt x="595721" y="153493"/>
                        <a:pt x="596366" y="152848"/>
                        <a:pt x="596689" y="151881"/>
                      </a:cubicBezTo>
                      <a:cubicBezTo>
                        <a:pt x="598624" y="147366"/>
                        <a:pt x="602171" y="145432"/>
                        <a:pt x="606685" y="145432"/>
                      </a:cubicBezTo>
                      <a:cubicBezTo>
                        <a:pt x="607975" y="145432"/>
                        <a:pt x="609265" y="145432"/>
                        <a:pt x="610555" y="145754"/>
                      </a:cubicBezTo>
                      <a:cubicBezTo>
                        <a:pt x="612167" y="146077"/>
                        <a:pt x="614424" y="146077"/>
                        <a:pt x="616359" y="146077"/>
                      </a:cubicBezTo>
                      <a:cubicBezTo>
                        <a:pt x="616681" y="146077"/>
                        <a:pt x="617327" y="146077"/>
                        <a:pt x="617649" y="145754"/>
                      </a:cubicBezTo>
                      <a:cubicBezTo>
                        <a:pt x="619584" y="144787"/>
                        <a:pt x="622163" y="145754"/>
                        <a:pt x="622808" y="148011"/>
                      </a:cubicBezTo>
                      <a:cubicBezTo>
                        <a:pt x="623776" y="149946"/>
                        <a:pt x="622808" y="152526"/>
                        <a:pt x="620551" y="153171"/>
                      </a:cubicBezTo>
                      <a:cubicBezTo>
                        <a:pt x="619261" y="153816"/>
                        <a:pt x="617971" y="153816"/>
                        <a:pt x="616681" y="154138"/>
                      </a:cubicBezTo>
                      <a:cubicBezTo>
                        <a:pt x="614102" y="154138"/>
                        <a:pt x="611522" y="154138"/>
                        <a:pt x="609587" y="153816"/>
                      </a:cubicBezTo>
                      <a:cubicBezTo>
                        <a:pt x="608297" y="153816"/>
                        <a:pt x="607330" y="153493"/>
                        <a:pt x="606363" y="153493"/>
                      </a:cubicBezTo>
                      <a:cubicBezTo>
                        <a:pt x="605073" y="153493"/>
                        <a:pt x="604428" y="153493"/>
                        <a:pt x="603461" y="155428"/>
                      </a:cubicBezTo>
                      <a:cubicBezTo>
                        <a:pt x="602171" y="158008"/>
                        <a:pt x="600236" y="159943"/>
                        <a:pt x="597656" y="161555"/>
                      </a:cubicBezTo>
                      <a:cubicBezTo>
                        <a:pt x="597656" y="161877"/>
                        <a:pt x="597011" y="161877"/>
                        <a:pt x="596366" y="161877"/>
                      </a:cubicBezTo>
                      <a:close/>
                      <a:moveTo>
                        <a:pt x="429974" y="139627"/>
                      </a:moveTo>
                      <a:cubicBezTo>
                        <a:pt x="429974" y="139627"/>
                        <a:pt x="429652" y="139627"/>
                        <a:pt x="429974" y="139627"/>
                      </a:cubicBezTo>
                      <a:cubicBezTo>
                        <a:pt x="423203" y="139627"/>
                        <a:pt x="414818" y="136725"/>
                        <a:pt x="411594" y="134790"/>
                      </a:cubicBezTo>
                      <a:cubicBezTo>
                        <a:pt x="411272" y="134468"/>
                        <a:pt x="409014" y="133823"/>
                        <a:pt x="405789" y="133500"/>
                      </a:cubicBezTo>
                      <a:cubicBezTo>
                        <a:pt x="403532" y="133178"/>
                        <a:pt x="401920" y="131243"/>
                        <a:pt x="402242" y="128986"/>
                      </a:cubicBezTo>
                      <a:cubicBezTo>
                        <a:pt x="402565" y="126729"/>
                        <a:pt x="404500" y="125116"/>
                        <a:pt x="406757" y="125439"/>
                      </a:cubicBezTo>
                      <a:cubicBezTo>
                        <a:pt x="408692" y="125761"/>
                        <a:pt x="413206" y="126406"/>
                        <a:pt x="415786" y="128019"/>
                      </a:cubicBezTo>
                      <a:cubicBezTo>
                        <a:pt x="417721" y="129308"/>
                        <a:pt x="424815" y="131566"/>
                        <a:pt x="429974" y="131566"/>
                      </a:cubicBezTo>
                      <a:cubicBezTo>
                        <a:pt x="430619" y="131566"/>
                        <a:pt x="430942" y="131566"/>
                        <a:pt x="431587" y="131566"/>
                      </a:cubicBezTo>
                      <a:cubicBezTo>
                        <a:pt x="433844" y="131243"/>
                        <a:pt x="435779" y="132856"/>
                        <a:pt x="436101" y="135113"/>
                      </a:cubicBezTo>
                      <a:cubicBezTo>
                        <a:pt x="436424" y="137370"/>
                        <a:pt x="434811" y="139305"/>
                        <a:pt x="432554" y="139627"/>
                      </a:cubicBezTo>
                      <a:cubicBezTo>
                        <a:pt x="431587" y="139627"/>
                        <a:pt x="430619" y="139627"/>
                        <a:pt x="429974" y="139627"/>
                      </a:cubicBezTo>
                      <a:close/>
                      <a:moveTo>
                        <a:pt x="628935" y="118667"/>
                      </a:moveTo>
                      <a:cubicBezTo>
                        <a:pt x="628290" y="118667"/>
                        <a:pt x="627645" y="118667"/>
                        <a:pt x="627000" y="118345"/>
                      </a:cubicBezTo>
                      <a:cubicBezTo>
                        <a:pt x="625066" y="117377"/>
                        <a:pt x="624098" y="114797"/>
                        <a:pt x="625066" y="112863"/>
                      </a:cubicBezTo>
                      <a:cubicBezTo>
                        <a:pt x="626355" y="110605"/>
                        <a:pt x="627645" y="108026"/>
                        <a:pt x="629258" y="105446"/>
                      </a:cubicBezTo>
                      <a:lnTo>
                        <a:pt x="631193" y="102221"/>
                      </a:lnTo>
                      <a:cubicBezTo>
                        <a:pt x="633450" y="98029"/>
                        <a:pt x="634740" y="94160"/>
                        <a:pt x="635707" y="89645"/>
                      </a:cubicBezTo>
                      <a:cubicBezTo>
                        <a:pt x="636029" y="87388"/>
                        <a:pt x="638287" y="86098"/>
                        <a:pt x="640221" y="86421"/>
                      </a:cubicBezTo>
                      <a:cubicBezTo>
                        <a:pt x="642479" y="86743"/>
                        <a:pt x="643769" y="89000"/>
                        <a:pt x="643446" y="90935"/>
                      </a:cubicBezTo>
                      <a:cubicBezTo>
                        <a:pt x="642479" y="96417"/>
                        <a:pt x="640866" y="101254"/>
                        <a:pt x="637964" y="106091"/>
                      </a:cubicBezTo>
                      <a:lnTo>
                        <a:pt x="636029" y="109316"/>
                      </a:lnTo>
                      <a:cubicBezTo>
                        <a:pt x="634417" y="111895"/>
                        <a:pt x="633127" y="114153"/>
                        <a:pt x="632160" y="116410"/>
                      </a:cubicBezTo>
                      <a:cubicBezTo>
                        <a:pt x="631837" y="117700"/>
                        <a:pt x="630225" y="118667"/>
                        <a:pt x="628935" y="118667"/>
                      </a:cubicBezTo>
                      <a:close/>
                      <a:moveTo>
                        <a:pt x="757599" y="117377"/>
                      </a:moveTo>
                      <a:cubicBezTo>
                        <a:pt x="757276" y="117377"/>
                        <a:pt x="756954" y="117377"/>
                        <a:pt x="756631" y="117377"/>
                      </a:cubicBezTo>
                      <a:cubicBezTo>
                        <a:pt x="754374" y="116732"/>
                        <a:pt x="753084" y="114797"/>
                        <a:pt x="753729" y="112540"/>
                      </a:cubicBezTo>
                      <a:cubicBezTo>
                        <a:pt x="754051" y="110605"/>
                        <a:pt x="755341" y="108671"/>
                        <a:pt x="756954" y="107381"/>
                      </a:cubicBezTo>
                      <a:cubicBezTo>
                        <a:pt x="757599" y="106736"/>
                        <a:pt x="759856" y="103834"/>
                        <a:pt x="760178" y="88033"/>
                      </a:cubicBezTo>
                      <a:cubicBezTo>
                        <a:pt x="760178" y="85776"/>
                        <a:pt x="762113" y="84163"/>
                        <a:pt x="764370" y="84163"/>
                      </a:cubicBezTo>
                      <a:cubicBezTo>
                        <a:pt x="764370" y="84163"/>
                        <a:pt x="764370" y="84163"/>
                        <a:pt x="764370" y="84163"/>
                      </a:cubicBezTo>
                      <a:cubicBezTo>
                        <a:pt x="766628" y="84163"/>
                        <a:pt x="768240" y="86098"/>
                        <a:pt x="768240" y="88355"/>
                      </a:cubicBezTo>
                      <a:cubicBezTo>
                        <a:pt x="767917" y="102544"/>
                        <a:pt x="766305" y="110283"/>
                        <a:pt x="762113" y="113508"/>
                      </a:cubicBezTo>
                      <a:cubicBezTo>
                        <a:pt x="761791" y="113830"/>
                        <a:pt x="761468" y="114153"/>
                        <a:pt x="761468" y="114475"/>
                      </a:cubicBezTo>
                      <a:cubicBezTo>
                        <a:pt x="761146" y="116087"/>
                        <a:pt x="759533" y="117377"/>
                        <a:pt x="757599" y="117377"/>
                      </a:cubicBezTo>
                      <a:close/>
                      <a:moveTo>
                        <a:pt x="652475" y="60301"/>
                      </a:moveTo>
                      <a:cubicBezTo>
                        <a:pt x="651508" y="60301"/>
                        <a:pt x="650218" y="59978"/>
                        <a:pt x="649573" y="59011"/>
                      </a:cubicBezTo>
                      <a:cubicBezTo>
                        <a:pt x="647961" y="57399"/>
                        <a:pt x="648283" y="54819"/>
                        <a:pt x="649895" y="53207"/>
                      </a:cubicBezTo>
                      <a:cubicBezTo>
                        <a:pt x="651830" y="51272"/>
                        <a:pt x="653765" y="49660"/>
                        <a:pt x="655700" y="48370"/>
                      </a:cubicBezTo>
                      <a:cubicBezTo>
                        <a:pt x="657312" y="47080"/>
                        <a:pt x="658602" y="45790"/>
                        <a:pt x="659569" y="44823"/>
                      </a:cubicBezTo>
                      <a:cubicBezTo>
                        <a:pt x="660859" y="43533"/>
                        <a:pt x="661504" y="41921"/>
                        <a:pt x="662471" y="39663"/>
                      </a:cubicBezTo>
                      <a:cubicBezTo>
                        <a:pt x="663439" y="37728"/>
                        <a:pt x="664406" y="35471"/>
                        <a:pt x="666019" y="33214"/>
                      </a:cubicBezTo>
                      <a:cubicBezTo>
                        <a:pt x="667308" y="31601"/>
                        <a:pt x="669888" y="31279"/>
                        <a:pt x="671823" y="32569"/>
                      </a:cubicBezTo>
                      <a:cubicBezTo>
                        <a:pt x="673435" y="33859"/>
                        <a:pt x="673758" y="36438"/>
                        <a:pt x="672468" y="38373"/>
                      </a:cubicBezTo>
                      <a:cubicBezTo>
                        <a:pt x="671178" y="39986"/>
                        <a:pt x="670533" y="41275"/>
                        <a:pt x="669888" y="43210"/>
                      </a:cubicBezTo>
                      <a:cubicBezTo>
                        <a:pt x="668921" y="45467"/>
                        <a:pt x="667631" y="48370"/>
                        <a:pt x="665374" y="50950"/>
                      </a:cubicBezTo>
                      <a:cubicBezTo>
                        <a:pt x="664406" y="51917"/>
                        <a:pt x="662794" y="53529"/>
                        <a:pt x="660859" y="54819"/>
                      </a:cubicBezTo>
                      <a:cubicBezTo>
                        <a:pt x="659247" y="56109"/>
                        <a:pt x="657312" y="57721"/>
                        <a:pt x="655377" y="59333"/>
                      </a:cubicBezTo>
                      <a:cubicBezTo>
                        <a:pt x="654410" y="59978"/>
                        <a:pt x="653442" y="60301"/>
                        <a:pt x="652475" y="60301"/>
                      </a:cubicBezTo>
                      <a:close/>
                      <a:moveTo>
                        <a:pt x="755664" y="57399"/>
                      </a:moveTo>
                      <a:cubicBezTo>
                        <a:pt x="754696" y="57399"/>
                        <a:pt x="753406" y="57076"/>
                        <a:pt x="752762" y="56109"/>
                      </a:cubicBezTo>
                      <a:cubicBezTo>
                        <a:pt x="748570" y="51917"/>
                        <a:pt x="743410" y="42565"/>
                        <a:pt x="743410" y="38051"/>
                      </a:cubicBezTo>
                      <a:cubicBezTo>
                        <a:pt x="743410" y="36438"/>
                        <a:pt x="743410" y="32569"/>
                        <a:pt x="742765" y="29344"/>
                      </a:cubicBezTo>
                      <a:cubicBezTo>
                        <a:pt x="742443" y="27087"/>
                        <a:pt x="744055" y="25152"/>
                        <a:pt x="745990" y="24830"/>
                      </a:cubicBezTo>
                      <a:cubicBezTo>
                        <a:pt x="748247" y="24507"/>
                        <a:pt x="750182" y="26120"/>
                        <a:pt x="750504" y="28055"/>
                      </a:cubicBezTo>
                      <a:cubicBezTo>
                        <a:pt x="751149" y="32246"/>
                        <a:pt x="751149" y="36116"/>
                        <a:pt x="751149" y="38051"/>
                      </a:cubicBezTo>
                      <a:cubicBezTo>
                        <a:pt x="751149" y="39663"/>
                        <a:pt x="754696" y="46757"/>
                        <a:pt x="758243" y="50304"/>
                      </a:cubicBezTo>
                      <a:cubicBezTo>
                        <a:pt x="759856" y="51917"/>
                        <a:pt x="759856" y="54497"/>
                        <a:pt x="758243" y="56109"/>
                      </a:cubicBezTo>
                      <a:cubicBezTo>
                        <a:pt x="757599" y="57076"/>
                        <a:pt x="756631" y="57399"/>
                        <a:pt x="755664" y="57399"/>
                      </a:cubicBezTo>
                      <a:close/>
                      <a:moveTo>
                        <a:pt x="702135" y="24830"/>
                      </a:moveTo>
                      <a:cubicBezTo>
                        <a:pt x="701167" y="24830"/>
                        <a:pt x="700522" y="24507"/>
                        <a:pt x="699555" y="23862"/>
                      </a:cubicBezTo>
                      <a:cubicBezTo>
                        <a:pt x="697943" y="22572"/>
                        <a:pt x="697620" y="19993"/>
                        <a:pt x="698910" y="18058"/>
                      </a:cubicBezTo>
                      <a:cubicBezTo>
                        <a:pt x="700200" y="16123"/>
                        <a:pt x="701490" y="13543"/>
                        <a:pt x="703102" y="8384"/>
                      </a:cubicBezTo>
                      <a:cubicBezTo>
                        <a:pt x="703747" y="6449"/>
                        <a:pt x="705682" y="0"/>
                        <a:pt x="711809" y="0"/>
                      </a:cubicBezTo>
                      <a:lnTo>
                        <a:pt x="711809" y="0"/>
                      </a:lnTo>
                      <a:cubicBezTo>
                        <a:pt x="714388" y="0"/>
                        <a:pt x="716645" y="1290"/>
                        <a:pt x="718903" y="2580"/>
                      </a:cubicBezTo>
                      <a:lnTo>
                        <a:pt x="720193" y="3225"/>
                      </a:lnTo>
                      <a:cubicBezTo>
                        <a:pt x="722128" y="4192"/>
                        <a:pt x="722772" y="6772"/>
                        <a:pt x="721805" y="8706"/>
                      </a:cubicBezTo>
                      <a:cubicBezTo>
                        <a:pt x="720838" y="10641"/>
                        <a:pt x="718258" y="11286"/>
                        <a:pt x="716323" y="10319"/>
                      </a:cubicBezTo>
                      <a:lnTo>
                        <a:pt x="715033" y="9352"/>
                      </a:lnTo>
                      <a:cubicBezTo>
                        <a:pt x="714066" y="8706"/>
                        <a:pt x="712776" y="8062"/>
                        <a:pt x="712131" y="7739"/>
                      </a:cubicBezTo>
                      <a:cubicBezTo>
                        <a:pt x="712131" y="8062"/>
                        <a:pt x="711486" y="8706"/>
                        <a:pt x="711164" y="10319"/>
                      </a:cubicBezTo>
                      <a:cubicBezTo>
                        <a:pt x="709229" y="16446"/>
                        <a:pt x="707616" y="19670"/>
                        <a:pt x="705682" y="22250"/>
                      </a:cubicBezTo>
                      <a:cubicBezTo>
                        <a:pt x="704714" y="24507"/>
                        <a:pt x="703425" y="24830"/>
                        <a:pt x="702135" y="2483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4" name="Graphic 4">
                <a:extLst>
                  <a:ext uri="{FF2B5EF4-FFF2-40B4-BE49-F238E27FC236}">
                    <a16:creationId xmlns:a16="http://schemas.microsoft.com/office/drawing/2014/main" id="{697F8D98-B0F3-3D83-500A-3BC46BDD9CF2}"/>
                  </a:ext>
                </a:extLst>
              </p:cNvPr>
              <p:cNvGrpSpPr/>
              <p:nvPr/>
            </p:nvGrpSpPr>
            <p:grpSpPr>
              <a:xfrm>
                <a:off x="6166543" y="3492338"/>
                <a:ext cx="1120120" cy="959067"/>
                <a:chOff x="6166543" y="3492338"/>
                <a:chExt cx="1120120" cy="959067"/>
              </a:xfrm>
              <a:grpFill/>
            </p:grpSpPr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1590C42A-EAD0-151A-3EFD-36BCB68A3482}"/>
                    </a:ext>
                  </a:extLst>
                </p:cNvPr>
                <p:cNvSpPr/>
                <p:nvPr/>
              </p:nvSpPr>
              <p:spPr>
                <a:xfrm>
                  <a:off x="7118755" y="3545518"/>
                  <a:ext cx="32246" cy="32246"/>
                </a:xfrm>
                <a:custGeom>
                  <a:avLst/>
                  <a:gdLst>
                    <a:gd name="connsiteX0" fmla="*/ 23244 w 0"/>
                    <a:gd name="connsiteY0" fmla="*/ 23566 h 0"/>
                    <a:gd name="connsiteX1" fmla="*/ 20341 w 0"/>
                    <a:gd name="connsiteY1" fmla="*/ 22276 h 0"/>
                    <a:gd name="connsiteX2" fmla="*/ 17762 w 0"/>
                    <a:gd name="connsiteY2" fmla="*/ 18084 h 0"/>
                    <a:gd name="connsiteX3" fmla="*/ 14537 w 0"/>
                    <a:gd name="connsiteY3" fmla="*/ 11957 h 0"/>
                    <a:gd name="connsiteX4" fmla="*/ 14215 w 0"/>
                    <a:gd name="connsiteY4" fmla="*/ 11957 h 0"/>
                    <a:gd name="connsiteX5" fmla="*/ 1961 w 0"/>
                    <a:gd name="connsiteY5" fmla="*/ 7443 h 0"/>
                    <a:gd name="connsiteX6" fmla="*/ 671 w 0"/>
                    <a:gd name="connsiteY6" fmla="*/ 1961 h 0"/>
                    <a:gd name="connsiteX7" fmla="*/ 6153 w 0"/>
                    <a:gd name="connsiteY7" fmla="*/ 671 h 0"/>
                    <a:gd name="connsiteX8" fmla="*/ 15504 w 0"/>
                    <a:gd name="connsiteY8" fmla="*/ 3896 h 0"/>
                    <a:gd name="connsiteX9" fmla="*/ 18407 w 0"/>
                    <a:gd name="connsiteY9" fmla="*/ 3251 h 0"/>
                    <a:gd name="connsiteX10" fmla="*/ 20019 w 0"/>
                    <a:gd name="connsiteY10" fmla="*/ 5831 h 0"/>
                    <a:gd name="connsiteX11" fmla="*/ 25178 w 0"/>
                    <a:gd name="connsiteY11" fmla="*/ 15827 h 0"/>
                    <a:gd name="connsiteX12" fmla="*/ 25501 w 0"/>
                    <a:gd name="connsiteY12" fmla="*/ 16794 h 0"/>
                    <a:gd name="connsiteX13" fmla="*/ 25501 w 0"/>
                    <a:gd name="connsiteY13" fmla="*/ 22599 h 0"/>
                    <a:gd name="connsiteX14" fmla="*/ 23244 w 0"/>
                    <a:gd name="connsiteY14" fmla="*/ 23566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>
                      <a:moveTo>
                        <a:pt x="23244" y="23566"/>
                      </a:moveTo>
                      <a:cubicBezTo>
                        <a:pt x="22276" y="23566"/>
                        <a:pt x="21309" y="23243"/>
                        <a:pt x="20341" y="22276"/>
                      </a:cubicBezTo>
                      <a:cubicBezTo>
                        <a:pt x="19374" y="21309"/>
                        <a:pt x="18407" y="19697"/>
                        <a:pt x="17762" y="18084"/>
                      </a:cubicBezTo>
                      <a:cubicBezTo>
                        <a:pt x="17439" y="17117"/>
                        <a:pt x="16472" y="15182"/>
                        <a:pt x="14537" y="11957"/>
                      </a:cubicBezTo>
                      <a:cubicBezTo>
                        <a:pt x="14537" y="11957"/>
                        <a:pt x="14537" y="11957"/>
                        <a:pt x="14215" y="11957"/>
                      </a:cubicBezTo>
                      <a:cubicBezTo>
                        <a:pt x="9700" y="11957"/>
                        <a:pt x="5508" y="9700"/>
                        <a:pt x="1961" y="7443"/>
                      </a:cubicBezTo>
                      <a:cubicBezTo>
                        <a:pt x="26" y="6153"/>
                        <a:pt x="-619" y="3896"/>
                        <a:pt x="671" y="1961"/>
                      </a:cubicBezTo>
                      <a:cubicBezTo>
                        <a:pt x="1961" y="26"/>
                        <a:pt x="4218" y="-619"/>
                        <a:pt x="6153" y="671"/>
                      </a:cubicBezTo>
                      <a:cubicBezTo>
                        <a:pt x="10668" y="3573"/>
                        <a:pt x="13247" y="4218"/>
                        <a:pt x="15504" y="3896"/>
                      </a:cubicBezTo>
                      <a:lnTo>
                        <a:pt x="18407" y="3251"/>
                      </a:lnTo>
                      <a:lnTo>
                        <a:pt x="20019" y="5831"/>
                      </a:lnTo>
                      <a:cubicBezTo>
                        <a:pt x="22599" y="10345"/>
                        <a:pt x="24534" y="13570"/>
                        <a:pt x="25178" y="15827"/>
                      </a:cubicBezTo>
                      <a:cubicBezTo>
                        <a:pt x="25178" y="16149"/>
                        <a:pt x="25501" y="16472"/>
                        <a:pt x="25501" y="16794"/>
                      </a:cubicBezTo>
                      <a:cubicBezTo>
                        <a:pt x="27113" y="18407"/>
                        <a:pt x="27113" y="20986"/>
                        <a:pt x="25501" y="22599"/>
                      </a:cubicBezTo>
                      <a:cubicBezTo>
                        <a:pt x="25178" y="22921"/>
                        <a:pt x="24211" y="23566"/>
                        <a:pt x="23244" y="2356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F572F232-F1F9-F3E7-EC56-4DC6BFF58146}"/>
                    </a:ext>
                  </a:extLst>
                </p:cNvPr>
                <p:cNvSpPr/>
                <p:nvPr/>
              </p:nvSpPr>
              <p:spPr>
                <a:xfrm>
                  <a:off x="6681793" y="3492338"/>
                  <a:ext cx="386958" cy="96739"/>
                </a:xfrm>
                <a:custGeom>
                  <a:avLst/>
                  <a:gdLst>
                    <a:gd name="connsiteX0" fmla="*/ 302843 w 386957"/>
                    <a:gd name="connsiteY0" fmla="*/ 120602 h 96739"/>
                    <a:gd name="connsiteX1" fmla="*/ 298974 w 386957"/>
                    <a:gd name="connsiteY1" fmla="*/ 117700 h 96739"/>
                    <a:gd name="connsiteX2" fmla="*/ 301553 w 386957"/>
                    <a:gd name="connsiteY2" fmla="*/ 112540 h 96739"/>
                    <a:gd name="connsiteX3" fmla="*/ 315742 w 386957"/>
                    <a:gd name="connsiteY3" fmla="*/ 94805 h 96739"/>
                    <a:gd name="connsiteX4" fmla="*/ 321224 w 386957"/>
                    <a:gd name="connsiteY4" fmla="*/ 92870 h 96739"/>
                    <a:gd name="connsiteX5" fmla="*/ 323159 w 386957"/>
                    <a:gd name="connsiteY5" fmla="*/ 98352 h 96739"/>
                    <a:gd name="connsiteX6" fmla="*/ 304133 w 386957"/>
                    <a:gd name="connsiteY6" fmla="*/ 120279 h 96739"/>
                    <a:gd name="connsiteX7" fmla="*/ 302843 w 386957"/>
                    <a:gd name="connsiteY7" fmla="*/ 120602 h 96739"/>
                    <a:gd name="connsiteX8" fmla="*/ 159991 w 386957"/>
                    <a:gd name="connsiteY8" fmla="*/ 107381 h 96739"/>
                    <a:gd name="connsiteX9" fmla="*/ 158379 w 386957"/>
                    <a:gd name="connsiteY9" fmla="*/ 107058 h 96739"/>
                    <a:gd name="connsiteX10" fmla="*/ 151930 w 386957"/>
                    <a:gd name="connsiteY10" fmla="*/ 103834 h 96739"/>
                    <a:gd name="connsiteX11" fmla="*/ 143223 w 386957"/>
                    <a:gd name="connsiteY11" fmla="*/ 86098 h 96739"/>
                    <a:gd name="connsiteX12" fmla="*/ 143546 w 386957"/>
                    <a:gd name="connsiteY12" fmla="*/ 82228 h 96739"/>
                    <a:gd name="connsiteX13" fmla="*/ 148060 w 386957"/>
                    <a:gd name="connsiteY13" fmla="*/ 78682 h 96739"/>
                    <a:gd name="connsiteX14" fmla="*/ 151608 w 386957"/>
                    <a:gd name="connsiteY14" fmla="*/ 83196 h 96739"/>
                    <a:gd name="connsiteX15" fmla="*/ 151285 w 386957"/>
                    <a:gd name="connsiteY15" fmla="*/ 86098 h 96739"/>
                    <a:gd name="connsiteX16" fmla="*/ 156444 w 386957"/>
                    <a:gd name="connsiteY16" fmla="*/ 97062 h 96739"/>
                    <a:gd name="connsiteX17" fmla="*/ 161281 w 386957"/>
                    <a:gd name="connsiteY17" fmla="*/ 99642 h 96739"/>
                    <a:gd name="connsiteX18" fmla="*/ 163539 w 386957"/>
                    <a:gd name="connsiteY18" fmla="*/ 104801 h 96739"/>
                    <a:gd name="connsiteX19" fmla="*/ 159991 w 386957"/>
                    <a:gd name="connsiteY19" fmla="*/ 107381 h 96739"/>
                    <a:gd name="connsiteX20" fmla="*/ 257698 w 386957"/>
                    <a:gd name="connsiteY20" fmla="*/ 104479 h 96739"/>
                    <a:gd name="connsiteX21" fmla="*/ 251572 w 386957"/>
                    <a:gd name="connsiteY21" fmla="*/ 104156 h 96739"/>
                    <a:gd name="connsiteX22" fmla="*/ 248024 w 386957"/>
                    <a:gd name="connsiteY22" fmla="*/ 99642 h 96739"/>
                    <a:gd name="connsiteX23" fmla="*/ 252539 w 386957"/>
                    <a:gd name="connsiteY23" fmla="*/ 96094 h 96739"/>
                    <a:gd name="connsiteX24" fmla="*/ 261890 w 386957"/>
                    <a:gd name="connsiteY24" fmla="*/ 96094 h 96739"/>
                    <a:gd name="connsiteX25" fmla="*/ 269630 w 386957"/>
                    <a:gd name="connsiteY25" fmla="*/ 94805 h 96739"/>
                    <a:gd name="connsiteX26" fmla="*/ 278336 w 386957"/>
                    <a:gd name="connsiteY26" fmla="*/ 93515 h 96739"/>
                    <a:gd name="connsiteX27" fmla="*/ 282528 w 386957"/>
                    <a:gd name="connsiteY27" fmla="*/ 97384 h 96739"/>
                    <a:gd name="connsiteX28" fmla="*/ 278658 w 386957"/>
                    <a:gd name="connsiteY28" fmla="*/ 101576 h 96739"/>
                    <a:gd name="connsiteX29" fmla="*/ 270919 w 386957"/>
                    <a:gd name="connsiteY29" fmla="*/ 102544 h 96739"/>
                    <a:gd name="connsiteX30" fmla="*/ 262213 w 386957"/>
                    <a:gd name="connsiteY30" fmla="*/ 103834 h 96739"/>
                    <a:gd name="connsiteX31" fmla="*/ 257698 w 386957"/>
                    <a:gd name="connsiteY31" fmla="*/ 104479 h 96739"/>
                    <a:gd name="connsiteX32" fmla="*/ 194495 w 386957"/>
                    <a:gd name="connsiteY32" fmla="*/ 103511 h 96739"/>
                    <a:gd name="connsiteX33" fmla="*/ 191916 w 386957"/>
                    <a:gd name="connsiteY33" fmla="*/ 102544 h 96739"/>
                    <a:gd name="connsiteX34" fmla="*/ 191271 w 386957"/>
                    <a:gd name="connsiteY34" fmla="*/ 96739 h 96739"/>
                    <a:gd name="connsiteX35" fmla="*/ 191593 w 386957"/>
                    <a:gd name="connsiteY35" fmla="*/ 96094 h 96739"/>
                    <a:gd name="connsiteX36" fmla="*/ 211908 w 386957"/>
                    <a:gd name="connsiteY36" fmla="*/ 83518 h 96739"/>
                    <a:gd name="connsiteX37" fmla="*/ 217390 w 386957"/>
                    <a:gd name="connsiteY37" fmla="*/ 84163 h 96739"/>
                    <a:gd name="connsiteX38" fmla="*/ 220292 w 386957"/>
                    <a:gd name="connsiteY38" fmla="*/ 89000 h 96739"/>
                    <a:gd name="connsiteX39" fmla="*/ 215455 w 386957"/>
                    <a:gd name="connsiteY39" fmla="*/ 91902 h 96739"/>
                    <a:gd name="connsiteX40" fmla="*/ 197720 w 386957"/>
                    <a:gd name="connsiteY40" fmla="*/ 100931 h 96739"/>
                    <a:gd name="connsiteX41" fmla="*/ 197397 w 386957"/>
                    <a:gd name="connsiteY41" fmla="*/ 101576 h 96739"/>
                    <a:gd name="connsiteX42" fmla="*/ 194495 w 386957"/>
                    <a:gd name="connsiteY42" fmla="*/ 103511 h 96739"/>
                    <a:gd name="connsiteX43" fmla="*/ 323481 w 386957"/>
                    <a:gd name="connsiteY43" fmla="*/ 64816 h 96739"/>
                    <a:gd name="connsiteX44" fmla="*/ 319934 w 386957"/>
                    <a:gd name="connsiteY44" fmla="*/ 62558 h 96739"/>
                    <a:gd name="connsiteX45" fmla="*/ 319612 w 386957"/>
                    <a:gd name="connsiteY45" fmla="*/ 61913 h 96739"/>
                    <a:gd name="connsiteX46" fmla="*/ 317032 w 386957"/>
                    <a:gd name="connsiteY46" fmla="*/ 48047 h 96739"/>
                    <a:gd name="connsiteX47" fmla="*/ 318967 w 386957"/>
                    <a:gd name="connsiteY47" fmla="*/ 34504 h 96739"/>
                    <a:gd name="connsiteX48" fmla="*/ 319289 w 386957"/>
                    <a:gd name="connsiteY48" fmla="*/ 33859 h 96739"/>
                    <a:gd name="connsiteX49" fmla="*/ 324126 w 386957"/>
                    <a:gd name="connsiteY49" fmla="*/ 30957 h 96739"/>
                    <a:gd name="connsiteX50" fmla="*/ 327028 w 386957"/>
                    <a:gd name="connsiteY50" fmla="*/ 35794 h 96739"/>
                    <a:gd name="connsiteX51" fmla="*/ 326706 w 386957"/>
                    <a:gd name="connsiteY51" fmla="*/ 36438 h 96739"/>
                    <a:gd name="connsiteX52" fmla="*/ 325093 w 386957"/>
                    <a:gd name="connsiteY52" fmla="*/ 48047 h 96739"/>
                    <a:gd name="connsiteX53" fmla="*/ 327351 w 386957"/>
                    <a:gd name="connsiteY53" fmla="*/ 59333 h 96739"/>
                    <a:gd name="connsiteX54" fmla="*/ 325093 w 386957"/>
                    <a:gd name="connsiteY54" fmla="*/ 64493 h 96739"/>
                    <a:gd name="connsiteX55" fmla="*/ 323481 w 386957"/>
                    <a:gd name="connsiteY55" fmla="*/ 64816 h 96739"/>
                    <a:gd name="connsiteX56" fmla="*/ 8756 w 386957"/>
                    <a:gd name="connsiteY56" fmla="*/ 52239 h 96739"/>
                    <a:gd name="connsiteX57" fmla="*/ 3274 w 386957"/>
                    <a:gd name="connsiteY57" fmla="*/ 51594 h 96739"/>
                    <a:gd name="connsiteX58" fmla="*/ 49 w 386957"/>
                    <a:gd name="connsiteY58" fmla="*/ 46757 h 96739"/>
                    <a:gd name="connsiteX59" fmla="*/ 4886 w 386957"/>
                    <a:gd name="connsiteY59" fmla="*/ 43533 h 96739"/>
                    <a:gd name="connsiteX60" fmla="*/ 17785 w 386957"/>
                    <a:gd name="connsiteY60" fmla="*/ 42888 h 96739"/>
                    <a:gd name="connsiteX61" fmla="*/ 28748 w 386957"/>
                    <a:gd name="connsiteY61" fmla="*/ 40308 h 96739"/>
                    <a:gd name="connsiteX62" fmla="*/ 33908 w 386957"/>
                    <a:gd name="connsiteY62" fmla="*/ 42888 h 96739"/>
                    <a:gd name="connsiteX63" fmla="*/ 31328 w 386957"/>
                    <a:gd name="connsiteY63" fmla="*/ 48047 h 96739"/>
                    <a:gd name="connsiteX64" fmla="*/ 19075 w 386957"/>
                    <a:gd name="connsiteY64" fmla="*/ 50950 h 96739"/>
                    <a:gd name="connsiteX65" fmla="*/ 8756 w 386957"/>
                    <a:gd name="connsiteY65" fmla="*/ 52239 h 96739"/>
                    <a:gd name="connsiteX66" fmla="*/ 151285 w 386957"/>
                    <a:gd name="connsiteY66" fmla="*/ 50627 h 96739"/>
                    <a:gd name="connsiteX67" fmla="*/ 147738 w 386957"/>
                    <a:gd name="connsiteY67" fmla="*/ 48692 h 96739"/>
                    <a:gd name="connsiteX68" fmla="*/ 131937 w 386957"/>
                    <a:gd name="connsiteY68" fmla="*/ 36761 h 96739"/>
                    <a:gd name="connsiteX69" fmla="*/ 128713 w 386957"/>
                    <a:gd name="connsiteY69" fmla="*/ 35794 h 96739"/>
                    <a:gd name="connsiteX70" fmla="*/ 125488 w 386957"/>
                    <a:gd name="connsiteY70" fmla="*/ 30957 h 96739"/>
                    <a:gd name="connsiteX71" fmla="*/ 130325 w 386957"/>
                    <a:gd name="connsiteY71" fmla="*/ 27732 h 96739"/>
                    <a:gd name="connsiteX72" fmla="*/ 135807 w 386957"/>
                    <a:gd name="connsiteY72" fmla="*/ 29667 h 96739"/>
                    <a:gd name="connsiteX73" fmla="*/ 154510 w 386957"/>
                    <a:gd name="connsiteY73" fmla="*/ 44500 h 96739"/>
                    <a:gd name="connsiteX74" fmla="*/ 153220 w 386957"/>
                    <a:gd name="connsiteY74" fmla="*/ 49982 h 96739"/>
                    <a:gd name="connsiteX75" fmla="*/ 151285 w 386957"/>
                    <a:gd name="connsiteY75" fmla="*/ 50627 h 96739"/>
                    <a:gd name="connsiteX76" fmla="*/ 408612 w 386957"/>
                    <a:gd name="connsiteY76" fmla="*/ 43855 h 96739"/>
                    <a:gd name="connsiteX77" fmla="*/ 407967 w 386957"/>
                    <a:gd name="connsiteY77" fmla="*/ 43855 h 96739"/>
                    <a:gd name="connsiteX78" fmla="*/ 399905 w 386957"/>
                    <a:gd name="connsiteY78" fmla="*/ 42565 h 96739"/>
                    <a:gd name="connsiteX79" fmla="*/ 392166 w 386957"/>
                    <a:gd name="connsiteY79" fmla="*/ 41275 h 96739"/>
                    <a:gd name="connsiteX80" fmla="*/ 380557 w 386957"/>
                    <a:gd name="connsiteY80" fmla="*/ 37084 h 96739"/>
                    <a:gd name="connsiteX81" fmla="*/ 379912 w 386957"/>
                    <a:gd name="connsiteY81" fmla="*/ 31279 h 96739"/>
                    <a:gd name="connsiteX82" fmla="*/ 385717 w 386957"/>
                    <a:gd name="connsiteY82" fmla="*/ 30634 h 96739"/>
                    <a:gd name="connsiteX83" fmla="*/ 393778 w 386957"/>
                    <a:gd name="connsiteY83" fmla="*/ 33214 h 96739"/>
                    <a:gd name="connsiteX84" fmla="*/ 401195 w 386957"/>
                    <a:gd name="connsiteY84" fmla="*/ 34504 h 96739"/>
                    <a:gd name="connsiteX85" fmla="*/ 409902 w 386957"/>
                    <a:gd name="connsiteY85" fmla="*/ 35794 h 96739"/>
                    <a:gd name="connsiteX86" fmla="*/ 413126 w 386957"/>
                    <a:gd name="connsiteY86" fmla="*/ 40631 h 96739"/>
                    <a:gd name="connsiteX87" fmla="*/ 408612 w 386957"/>
                    <a:gd name="connsiteY87" fmla="*/ 43855 h 96739"/>
                    <a:gd name="connsiteX88" fmla="*/ 73893 w 386957"/>
                    <a:gd name="connsiteY88" fmla="*/ 41920 h 96739"/>
                    <a:gd name="connsiteX89" fmla="*/ 69701 w 386957"/>
                    <a:gd name="connsiteY89" fmla="*/ 41920 h 96739"/>
                    <a:gd name="connsiteX90" fmla="*/ 66799 w 386957"/>
                    <a:gd name="connsiteY90" fmla="*/ 41920 h 96739"/>
                    <a:gd name="connsiteX91" fmla="*/ 62930 w 386957"/>
                    <a:gd name="connsiteY91" fmla="*/ 37728 h 96739"/>
                    <a:gd name="connsiteX92" fmla="*/ 67122 w 386957"/>
                    <a:gd name="connsiteY92" fmla="*/ 33859 h 96739"/>
                    <a:gd name="connsiteX93" fmla="*/ 67122 w 386957"/>
                    <a:gd name="connsiteY93" fmla="*/ 33859 h 96739"/>
                    <a:gd name="connsiteX94" fmla="*/ 70346 w 386957"/>
                    <a:gd name="connsiteY94" fmla="*/ 33859 h 96739"/>
                    <a:gd name="connsiteX95" fmla="*/ 92919 w 386957"/>
                    <a:gd name="connsiteY95" fmla="*/ 32246 h 96739"/>
                    <a:gd name="connsiteX96" fmla="*/ 97433 w 386957"/>
                    <a:gd name="connsiteY96" fmla="*/ 35471 h 96739"/>
                    <a:gd name="connsiteX97" fmla="*/ 94209 w 386957"/>
                    <a:gd name="connsiteY97" fmla="*/ 39986 h 96739"/>
                    <a:gd name="connsiteX98" fmla="*/ 73893 w 386957"/>
                    <a:gd name="connsiteY98" fmla="*/ 41920 h 96739"/>
                    <a:gd name="connsiteX99" fmla="*/ 351213 w 386957"/>
                    <a:gd name="connsiteY99" fmla="*/ 22895 h 96739"/>
                    <a:gd name="connsiteX100" fmla="*/ 349278 w 386957"/>
                    <a:gd name="connsiteY100" fmla="*/ 22250 h 96739"/>
                    <a:gd name="connsiteX101" fmla="*/ 347021 w 386957"/>
                    <a:gd name="connsiteY101" fmla="*/ 20960 h 96739"/>
                    <a:gd name="connsiteX102" fmla="*/ 337347 w 386957"/>
                    <a:gd name="connsiteY102" fmla="*/ 13543 h 96739"/>
                    <a:gd name="connsiteX103" fmla="*/ 329285 w 386957"/>
                    <a:gd name="connsiteY103" fmla="*/ 8062 h 96739"/>
                    <a:gd name="connsiteX104" fmla="*/ 325416 w 386957"/>
                    <a:gd name="connsiteY104" fmla="*/ 3869 h 96739"/>
                    <a:gd name="connsiteX105" fmla="*/ 329608 w 386957"/>
                    <a:gd name="connsiteY105" fmla="*/ 0 h 96739"/>
                    <a:gd name="connsiteX106" fmla="*/ 342507 w 386957"/>
                    <a:gd name="connsiteY106" fmla="*/ 7094 h 96739"/>
                    <a:gd name="connsiteX107" fmla="*/ 351858 w 386957"/>
                    <a:gd name="connsiteY107" fmla="*/ 14189 h 96739"/>
                    <a:gd name="connsiteX108" fmla="*/ 353470 w 386957"/>
                    <a:gd name="connsiteY108" fmla="*/ 15156 h 96739"/>
                    <a:gd name="connsiteX109" fmla="*/ 354760 w 386957"/>
                    <a:gd name="connsiteY109" fmla="*/ 20638 h 96739"/>
                    <a:gd name="connsiteX110" fmla="*/ 351213 w 386957"/>
                    <a:gd name="connsiteY110" fmla="*/ 22895 h 96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</a:cxnLst>
                  <a:rect l="l" t="t" r="r" b="b"/>
                  <a:pathLst>
                    <a:path w="386957" h="96739">
                      <a:moveTo>
                        <a:pt x="302843" y="120602"/>
                      </a:moveTo>
                      <a:cubicBezTo>
                        <a:pt x="301231" y="120602"/>
                        <a:pt x="299619" y="119634"/>
                        <a:pt x="298974" y="117700"/>
                      </a:cubicBezTo>
                      <a:cubicBezTo>
                        <a:pt x="298329" y="115442"/>
                        <a:pt x="299296" y="113185"/>
                        <a:pt x="301553" y="112540"/>
                      </a:cubicBezTo>
                      <a:cubicBezTo>
                        <a:pt x="306068" y="110928"/>
                        <a:pt x="311550" y="104479"/>
                        <a:pt x="315742" y="94805"/>
                      </a:cubicBezTo>
                      <a:cubicBezTo>
                        <a:pt x="316709" y="92870"/>
                        <a:pt x="318967" y="91902"/>
                        <a:pt x="321224" y="92870"/>
                      </a:cubicBezTo>
                      <a:cubicBezTo>
                        <a:pt x="323159" y="93837"/>
                        <a:pt x="324126" y="96094"/>
                        <a:pt x="323159" y="98352"/>
                      </a:cubicBezTo>
                      <a:cubicBezTo>
                        <a:pt x="319934" y="105124"/>
                        <a:pt x="313485" y="117377"/>
                        <a:pt x="304133" y="120279"/>
                      </a:cubicBezTo>
                      <a:cubicBezTo>
                        <a:pt x="303488" y="120602"/>
                        <a:pt x="303166" y="120602"/>
                        <a:pt x="302843" y="120602"/>
                      </a:cubicBezTo>
                      <a:close/>
                      <a:moveTo>
                        <a:pt x="159991" y="107381"/>
                      </a:moveTo>
                      <a:cubicBezTo>
                        <a:pt x="159347" y="107381"/>
                        <a:pt x="159024" y="107381"/>
                        <a:pt x="158379" y="107058"/>
                      </a:cubicBezTo>
                      <a:cubicBezTo>
                        <a:pt x="156122" y="106091"/>
                        <a:pt x="153865" y="105124"/>
                        <a:pt x="151930" y="103834"/>
                      </a:cubicBezTo>
                      <a:cubicBezTo>
                        <a:pt x="146125" y="99964"/>
                        <a:pt x="143223" y="93837"/>
                        <a:pt x="143223" y="86098"/>
                      </a:cubicBezTo>
                      <a:cubicBezTo>
                        <a:pt x="143223" y="84808"/>
                        <a:pt x="143223" y="83518"/>
                        <a:pt x="143546" y="82228"/>
                      </a:cubicBezTo>
                      <a:cubicBezTo>
                        <a:pt x="143868" y="79971"/>
                        <a:pt x="145803" y="78359"/>
                        <a:pt x="148060" y="78682"/>
                      </a:cubicBezTo>
                      <a:cubicBezTo>
                        <a:pt x="150318" y="79004"/>
                        <a:pt x="151930" y="80939"/>
                        <a:pt x="151608" y="83196"/>
                      </a:cubicBezTo>
                      <a:cubicBezTo>
                        <a:pt x="151608" y="84163"/>
                        <a:pt x="151285" y="85131"/>
                        <a:pt x="151285" y="86098"/>
                      </a:cubicBezTo>
                      <a:cubicBezTo>
                        <a:pt x="151285" y="91258"/>
                        <a:pt x="152897" y="94805"/>
                        <a:pt x="156444" y="97062"/>
                      </a:cubicBezTo>
                      <a:cubicBezTo>
                        <a:pt x="157734" y="98029"/>
                        <a:pt x="159347" y="98997"/>
                        <a:pt x="161281" y="99642"/>
                      </a:cubicBezTo>
                      <a:cubicBezTo>
                        <a:pt x="163216" y="100609"/>
                        <a:pt x="164184" y="102866"/>
                        <a:pt x="163539" y="104801"/>
                      </a:cubicBezTo>
                      <a:cubicBezTo>
                        <a:pt x="163216" y="106413"/>
                        <a:pt x="161604" y="107381"/>
                        <a:pt x="159991" y="107381"/>
                      </a:cubicBezTo>
                      <a:close/>
                      <a:moveTo>
                        <a:pt x="257698" y="104479"/>
                      </a:moveTo>
                      <a:cubicBezTo>
                        <a:pt x="255764" y="104479"/>
                        <a:pt x="253829" y="104479"/>
                        <a:pt x="251572" y="104156"/>
                      </a:cubicBezTo>
                      <a:cubicBezTo>
                        <a:pt x="249314" y="103834"/>
                        <a:pt x="247702" y="101899"/>
                        <a:pt x="248024" y="99642"/>
                      </a:cubicBezTo>
                      <a:cubicBezTo>
                        <a:pt x="248347" y="97384"/>
                        <a:pt x="250282" y="95772"/>
                        <a:pt x="252539" y="96094"/>
                      </a:cubicBezTo>
                      <a:cubicBezTo>
                        <a:pt x="255764" y="96417"/>
                        <a:pt x="258666" y="96417"/>
                        <a:pt x="261890" y="96094"/>
                      </a:cubicBezTo>
                      <a:cubicBezTo>
                        <a:pt x="264148" y="96094"/>
                        <a:pt x="267050" y="95450"/>
                        <a:pt x="269630" y="94805"/>
                      </a:cubicBezTo>
                      <a:cubicBezTo>
                        <a:pt x="272532" y="94160"/>
                        <a:pt x="275756" y="93837"/>
                        <a:pt x="278336" y="93515"/>
                      </a:cubicBezTo>
                      <a:cubicBezTo>
                        <a:pt x="280593" y="93192"/>
                        <a:pt x="282528" y="95127"/>
                        <a:pt x="282528" y="97384"/>
                      </a:cubicBezTo>
                      <a:cubicBezTo>
                        <a:pt x="282528" y="99642"/>
                        <a:pt x="280916" y="101576"/>
                        <a:pt x="278658" y="101576"/>
                      </a:cubicBezTo>
                      <a:cubicBezTo>
                        <a:pt x="276401" y="101576"/>
                        <a:pt x="273822" y="102221"/>
                        <a:pt x="270919" y="102544"/>
                      </a:cubicBezTo>
                      <a:cubicBezTo>
                        <a:pt x="268017" y="103189"/>
                        <a:pt x="265115" y="103511"/>
                        <a:pt x="262213" y="103834"/>
                      </a:cubicBezTo>
                      <a:cubicBezTo>
                        <a:pt x="260601" y="104479"/>
                        <a:pt x="258988" y="104479"/>
                        <a:pt x="257698" y="104479"/>
                      </a:cubicBezTo>
                      <a:close/>
                      <a:moveTo>
                        <a:pt x="194495" y="103511"/>
                      </a:moveTo>
                      <a:cubicBezTo>
                        <a:pt x="193528" y="103511"/>
                        <a:pt x="192560" y="103189"/>
                        <a:pt x="191916" y="102544"/>
                      </a:cubicBezTo>
                      <a:cubicBezTo>
                        <a:pt x="190303" y="101254"/>
                        <a:pt x="189981" y="98674"/>
                        <a:pt x="191271" y="96739"/>
                      </a:cubicBezTo>
                      <a:lnTo>
                        <a:pt x="191593" y="96094"/>
                      </a:lnTo>
                      <a:cubicBezTo>
                        <a:pt x="196108" y="90613"/>
                        <a:pt x="201589" y="83518"/>
                        <a:pt x="211908" y="83518"/>
                      </a:cubicBezTo>
                      <a:cubicBezTo>
                        <a:pt x="213521" y="83518"/>
                        <a:pt x="215455" y="83841"/>
                        <a:pt x="217390" y="84163"/>
                      </a:cubicBezTo>
                      <a:cubicBezTo>
                        <a:pt x="219648" y="84486"/>
                        <a:pt x="220937" y="86743"/>
                        <a:pt x="220292" y="89000"/>
                      </a:cubicBezTo>
                      <a:cubicBezTo>
                        <a:pt x="219648" y="91258"/>
                        <a:pt x="217713" y="92547"/>
                        <a:pt x="215455" y="91902"/>
                      </a:cubicBezTo>
                      <a:cubicBezTo>
                        <a:pt x="207072" y="89968"/>
                        <a:pt x="202234" y="95127"/>
                        <a:pt x="197720" y="100931"/>
                      </a:cubicBezTo>
                      <a:lnTo>
                        <a:pt x="197397" y="101576"/>
                      </a:lnTo>
                      <a:cubicBezTo>
                        <a:pt x="196752" y="103189"/>
                        <a:pt x="195463" y="103511"/>
                        <a:pt x="194495" y="103511"/>
                      </a:cubicBezTo>
                      <a:close/>
                      <a:moveTo>
                        <a:pt x="323481" y="64816"/>
                      </a:moveTo>
                      <a:cubicBezTo>
                        <a:pt x="321869" y="64816"/>
                        <a:pt x="320579" y="64170"/>
                        <a:pt x="319934" y="62558"/>
                      </a:cubicBezTo>
                      <a:cubicBezTo>
                        <a:pt x="319934" y="62236"/>
                        <a:pt x="319612" y="62236"/>
                        <a:pt x="319612" y="61913"/>
                      </a:cubicBezTo>
                      <a:cubicBezTo>
                        <a:pt x="317999" y="57399"/>
                        <a:pt x="317032" y="52884"/>
                        <a:pt x="317032" y="48047"/>
                      </a:cubicBezTo>
                      <a:cubicBezTo>
                        <a:pt x="317032" y="42565"/>
                        <a:pt x="317999" y="38051"/>
                        <a:pt x="318967" y="34504"/>
                      </a:cubicBezTo>
                      <a:lnTo>
                        <a:pt x="319289" y="33859"/>
                      </a:lnTo>
                      <a:cubicBezTo>
                        <a:pt x="319934" y="31601"/>
                        <a:pt x="321869" y="30312"/>
                        <a:pt x="324126" y="30957"/>
                      </a:cubicBezTo>
                      <a:cubicBezTo>
                        <a:pt x="326383" y="31601"/>
                        <a:pt x="327673" y="33536"/>
                        <a:pt x="327028" y="35794"/>
                      </a:cubicBezTo>
                      <a:lnTo>
                        <a:pt x="326706" y="36438"/>
                      </a:lnTo>
                      <a:cubicBezTo>
                        <a:pt x="325738" y="39663"/>
                        <a:pt x="325093" y="43533"/>
                        <a:pt x="325093" y="48047"/>
                      </a:cubicBezTo>
                      <a:cubicBezTo>
                        <a:pt x="325093" y="51917"/>
                        <a:pt x="325738" y="55464"/>
                        <a:pt x="327351" y="59333"/>
                      </a:cubicBezTo>
                      <a:cubicBezTo>
                        <a:pt x="327996" y="61268"/>
                        <a:pt x="327351" y="63526"/>
                        <a:pt x="325093" y="64493"/>
                      </a:cubicBezTo>
                      <a:cubicBezTo>
                        <a:pt x="324771" y="64816"/>
                        <a:pt x="324126" y="64816"/>
                        <a:pt x="323481" y="64816"/>
                      </a:cubicBezTo>
                      <a:close/>
                      <a:moveTo>
                        <a:pt x="8756" y="52239"/>
                      </a:moveTo>
                      <a:cubicBezTo>
                        <a:pt x="6821" y="52239"/>
                        <a:pt x="4886" y="51917"/>
                        <a:pt x="3274" y="51594"/>
                      </a:cubicBezTo>
                      <a:cubicBezTo>
                        <a:pt x="1016" y="51272"/>
                        <a:pt x="-273" y="49015"/>
                        <a:pt x="49" y="46757"/>
                      </a:cubicBezTo>
                      <a:cubicBezTo>
                        <a:pt x="372" y="44500"/>
                        <a:pt x="2629" y="43210"/>
                        <a:pt x="4886" y="43533"/>
                      </a:cubicBezTo>
                      <a:cubicBezTo>
                        <a:pt x="7788" y="44178"/>
                        <a:pt x="11658" y="43855"/>
                        <a:pt x="17785" y="42888"/>
                      </a:cubicBezTo>
                      <a:cubicBezTo>
                        <a:pt x="21654" y="42243"/>
                        <a:pt x="25201" y="41275"/>
                        <a:pt x="28748" y="40308"/>
                      </a:cubicBezTo>
                      <a:cubicBezTo>
                        <a:pt x="31006" y="39663"/>
                        <a:pt x="33263" y="40953"/>
                        <a:pt x="33908" y="42888"/>
                      </a:cubicBezTo>
                      <a:cubicBezTo>
                        <a:pt x="34553" y="45145"/>
                        <a:pt x="33263" y="47402"/>
                        <a:pt x="31328" y="48047"/>
                      </a:cubicBezTo>
                      <a:cubicBezTo>
                        <a:pt x="27136" y="49337"/>
                        <a:pt x="23266" y="50304"/>
                        <a:pt x="19075" y="50950"/>
                      </a:cubicBezTo>
                      <a:cubicBezTo>
                        <a:pt x="14882" y="51917"/>
                        <a:pt x="11658" y="52239"/>
                        <a:pt x="8756" y="52239"/>
                      </a:cubicBezTo>
                      <a:close/>
                      <a:moveTo>
                        <a:pt x="151285" y="50627"/>
                      </a:moveTo>
                      <a:cubicBezTo>
                        <a:pt x="149995" y="50627"/>
                        <a:pt x="148705" y="49982"/>
                        <a:pt x="147738" y="48692"/>
                      </a:cubicBezTo>
                      <a:cubicBezTo>
                        <a:pt x="144836" y="43855"/>
                        <a:pt x="139031" y="40308"/>
                        <a:pt x="131937" y="36761"/>
                      </a:cubicBezTo>
                      <a:cubicBezTo>
                        <a:pt x="130970" y="36116"/>
                        <a:pt x="130002" y="35794"/>
                        <a:pt x="128713" y="35794"/>
                      </a:cubicBezTo>
                      <a:cubicBezTo>
                        <a:pt x="126455" y="35471"/>
                        <a:pt x="125165" y="33214"/>
                        <a:pt x="125488" y="30957"/>
                      </a:cubicBezTo>
                      <a:cubicBezTo>
                        <a:pt x="125810" y="28699"/>
                        <a:pt x="128068" y="27409"/>
                        <a:pt x="130325" y="27732"/>
                      </a:cubicBezTo>
                      <a:cubicBezTo>
                        <a:pt x="132259" y="28054"/>
                        <a:pt x="134194" y="28699"/>
                        <a:pt x="135807" y="29667"/>
                      </a:cubicBezTo>
                      <a:cubicBezTo>
                        <a:pt x="143223" y="33859"/>
                        <a:pt x="150318" y="38051"/>
                        <a:pt x="154510" y="44500"/>
                      </a:cubicBezTo>
                      <a:cubicBezTo>
                        <a:pt x="155800" y="46435"/>
                        <a:pt x="155155" y="49015"/>
                        <a:pt x="153220" y="49982"/>
                      </a:cubicBezTo>
                      <a:cubicBezTo>
                        <a:pt x="152897" y="50304"/>
                        <a:pt x="151930" y="50627"/>
                        <a:pt x="151285" y="50627"/>
                      </a:cubicBezTo>
                      <a:close/>
                      <a:moveTo>
                        <a:pt x="408612" y="43855"/>
                      </a:moveTo>
                      <a:cubicBezTo>
                        <a:pt x="408289" y="43855"/>
                        <a:pt x="407967" y="43855"/>
                        <a:pt x="407967" y="43855"/>
                      </a:cubicBezTo>
                      <a:cubicBezTo>
                        <a:pt x="405387" y="43210"/>
                        <a:pt x="402808" y="42888"/>
                        <a:pt x="399905" y="42565"/>
                      </a:cubicBezTo>
                      <a:cubicBezTo>
                        <a:pt x="397648" y="42243"/>
                        <a:pt x="395068" y="41920"/>
                        <a:pt x="392166" y="41275"/>
                      </a:cubicBezTo>
                      <a:cubicBezTo>
                        <a:pt x="386362" y="40308"/>
                        <a:pt x="382815" y="39018"/>
                        <a:pt x="380557" y="37084"/>
                      </a:cubicBezTo>
                      <a:cubicBezTo>
                        <a:pt x="378945" y="35794"/>
                        <a:pt x="378623" y="33214"/>
                        <a:pt x="379912" y="31279"/>
                      </a:cubicBezTo>
                      <a:cubicBezTo>
                        <a:pt x="381202" y="29667"/>
                        <a:pt x="383782" y="29344"/>
                        <a:pt x="385717" y="30634"/>
                      </a:cubicBezTo>
                      <a:cubicBezTo>
                        <a:pt x="386362" y="31279"/>
                        <a:pt x="388619" y="32246"/>
                        <a:pt x="393778" y="33214"/>
                      </a:cubicBezTo>
                      <a:cubicBezTo>
                        <a:pt x="396358" y="33536"/>
                        <a:pt x="398938" y="34181"/>
                        <a:pt x="401195" y="34504"/>
                      </a:cubicBezTo>
                      <a:cubicBezTo>
                        <a:pt x="404420" y="34826"/>
                        <a:pt x="407000" y="35471"/>
                        <a:pt x="409902" y="35794"/>
                      </a:cubicBezTo>
                      <a:cubicBezTo>
                        <a:pt x="412159" y="36116"/>
                        <a:pt x="413449" y="38373"/>
                        <a:pt x="413126" y="40631"/>
                      </a:cubicBezTo>
                      <a:cubicBezTo>
                        <a:pt x="412159" y="42565"/>
                        <a:pt x="410547" y="43855"/>
                        <a:pt x="408612" y="43855"/>
                      </a:cubicBezTo>
                      <a:close/>
                      <a:moveTo>
                        <a:pt x="73893" y="41920"/>
                      </a:moveTo>
                      <a:cubicBezTo>
                        <a:pt x="72604" y="41920"/>
                        <a:pt x="70991" y="41920"/>
                        <a:pt x="69701" y="41920"/>
                      </a:cubicBezTo>
                      <a:cubicBezTo>
                        <a:pt x="68734" y="41920"/>
                        <a:pt x="67767" y="41920"/>
                        <a:pt x="66799" y="41920"/>
                      </a:cubicBezTo>
                      <a:cubicBezTo>
                        <a:pt x="64542" y="41920"/>
                        <a:pt x="62930" y="39986"/>
                        <a:pt x="62930" y="37728"/>
                      </a:cubicBezTo>
                      <a:cubicBezTo>
                        <a:pt x="62930" y="35471"/>
                        <a:pt x="64864" y="33859"/>
                        <a:pt x="67122" y="33859"/>
                      </a:cubicBezTo>
                      <a:cubicBezTo>
                        <a:pt x="67122" y="33859"/>
                        <a:pt x="67122" y="33859"/>
                        <a:pt x="67122" y="33859"/>
                      </a:cubicBezTo>
                      <a:cubicBezTo>
                        <a:pt x="68089" y="33859"/>
                        <a:pt x="69379" y="33859"/>
                        <a:pt x="70346" y="33859"/>
                      </a:cubicBezTo>
                      <a:cubicBezTo>
                        <a:pt x="77441" y="34181"/>
                        <a:pt x="84212" y="33536"/>
                        <a:pt x="92919" y="32246"/>
                      </a:cubicBezTo>
                      <a:cubicBezTo>
                        <a:pt x="95176" y="31924"/>
                        <a:pt x="97111" y="33536"/>
                        <a:pt x="97433" y="35471"/>
                      </a:cubicBezTo>
                      <a:cubicBezTo>
                        <a:pt x="97756" y="37728"/>
                        <a:pt x="96144" y="39663"/>
                        <a:pt x="94209" y="39986"/>
                      </a:cubicBezTo>
                      <a:cubicBezTo>
                        <a:pt x="86147" y="41598"/>
                        <a:pt x="80020" y="41920"/>
                        <a:pt x="73893" y="41920"/>
                      </a:cubicBezTo>
                      <a:close/>
                      <a:moveTo>
                        <a:pt x="351213" y="22895"/>
                      </a:moveTo>
                      <a:cubicBezTo>
                        <a:pt x="350568" y="22895"/>
                        <a:pt x="349923" y="22572"/>
                        <a:pt x="349278" y="22250"/>
                      </a:cubicBezTo>
                      <a:cubicBezTo>
                        <a:pt x="348633" y="21928"/>
                        <a:pt x="347666" y="21283"/>
                        <a:pt x="347021" y="20960"/>
                      </a:cubicBezTo>
                      <a:cubicBezTo>
                        <a:pt x="343151" y="18058"/>
                        <a:pt x="339927" y="15478"/>
                        <a:pt x="337347" y="13543"/>
                      </a:cubicBezTo>
                      <a:cubicBezTo>
                        <a:pt x="333800" y="10641"/>
                        <a:pt x="330898" y="8384"/>
                        <a:pt x="329285" y="8062"/>
                      </a:cubicBezTo>
                      <a:cubicBezTo>
                        <a:pt x="327028" y="8062"/>
                        <a:pt x="325416" y="6127"/>
                        <a:pt x="325416" y="3869"/>
                      </a:cubicBezTo>
                      <a:cubicBezTo>
                        <a:pt x="325416" y="1612"/>
                        <a:pt x="327351" y="0"/>
                        <a:pt x="329608" y="0"/>
                      </a:cubicBezTo>
                      <a:cubicBezTo>
                        <a:pt x="333800" y="323"/>
                        <a:pt x="337347" y="2902"/>
                        <a:pt x="342507" y="7094"/>
                      </a:cubicBezTo>
                      <a:cubicBezTo>
                        <a:pt x="345086" y="9352"/>
                        <a:pt x="347988" y="11609"/>
                        <a:pt x="351858" y="14189"/>
                      </a:cubicBezTo>
                      <a:cubicBezTo>
                        <a:pt x="352503" y="14511"/>
                        <a:pt x="353148" y="14833"/>
                        <a:pt x="353470" y="15156"/>
                      </a:cubicBezTo>
                      <a:cubicBezTo>
                        <a:pt x="355405" y="16446"/>
                        <a:pt x="356050" y="18703"/>
                        <a:pt x="354760" y="20638"/>
                      </a:cubicBezTo>
                      <a:cubicBezTo>
                        <a:pt x="353793" y="22250"/>
                        <a:pt x="352503" y="22895"/>
                        <a:pt x="351213" y="2289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5B46FE8B-222A-9DD1-5A89-953AB8CA4E94}"/>
                    </a:ext>
                  </a:extLst>
                </p:cNvPr>
                <p:cNvSpPr/>
                <p:nvPr/>
              </p:nvSpPr>
              <p:spPr>
                <a:xfrm>
                  <a:off x="6633795" y="3504914"/>
                  <a:ext cx="32246" cy="32246"/>
                </a:xfrm>
                <a:custGeom>
                  <a:avLst/>
                  <a:gdLst>
                    <a:gd name="connsiteX0" fmla="*/ 15156 w 0"/>
                    <a:gd name="connsiteY0" fmla="*/ 23540 h 0"/>
                    <a:gd name="connsiteX1" fmla="*/ 11286 w 0"/>
                    <a:gd name="connsiteY1" fmla="*/ 20315 h 0"/>
                    <a:gd name="connsiteX2" fmla="*/ 9996 w 0"/>
                    <a:gd name="connsiteY2" fmla="*/ 15478 h 0"/>
                    <a:gd name="connsiteX3" fmla="*/ 6772 w 0"/>
                    <a:gd name="connsiteY3" fmla="*/ 9674 h 0"/>
                    <a:gd name="connsiteX4" fmla="*/ 0 w 0"/>
                    <a:gd name="connsiteY4" fmla="*/ 0 h 0"/>
                    <a:gd name="connsiteX5" fmla="*/ 11286 w 0"/>
                    <a:gd name="connsiteY5" fmla="*/ 3225 h 0"/>
                    <a:gd name="connsiteX6" fmla="*/ 24507 w 0"/>
                    <a:gd name="connsiteY6" fmla="*/ 8706 h 0"/>
                    <a:gd name="connsiteX7" fmla="*/ 26120 w 0"/>
                    <a:gd name="connsiteY7" fmla="*/ 14189 h 0"/>
                    <a:gd name="connsiteX8" fmla="*/ 20638 w 0"/>
                    <a:gd name="connsiteY8" fmla="*/ 15801 h 0"/>
                    <a:gd name="connsiteX9" fmla="*/ 18380 w 0"/>
                    <a:gd name="connsiteY9" fmla="*/ 14511 h 0"/>
                    <a:gd name="connsiteX10" fmla="*/ 19348 w 0"/>
                    <a:gd name="connsiteY10" fmla="*/ 18703 h 0"/>
                    <a:gd name="connsiteX11" fmla="*/ 16123 w 0"/>
                    <a:gd name="connsiteY11" fmla="*/ 23218 h 0"/>
                    <a:gd name="connsiteX12" fmla="*/ 15156 w 0"/>
                    <a:gd name="connsiteY12" fmla="*/ 2354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>
                      <a:moveTo>
                        <a:pt x="15156" y="23540"/>
                      </a:moveTo>
                      <a:cubicBezTo>
                        <a:pt x="13221" y="23540"/>
                        <a:pt x="11609" y="22250"/>
                        <a:pt x="11286" y="20315"/>
                      </a:cubicBezTo>
                      <a:cubicBezTo>
                        <a:pt x="10964" y="18703"/>
                        <a:pt x="10641" y="17091"/>
                        <a:pt x="9996" y="15478"/>
                      </a:cubicBezTo>
                      <a:cubicBezTo>
                        <a:pt x="9029" y="13221"/>
                        <a:pt x="8062" y="11286"/>
                        <a:pt x="6772" y="9674"/>
                      </a:cubicBezTo>
                      <a:lnTo>
                        <a:pt x="0" y="0"/>
                      </a:lnTo>
                      <a:lnTo>
                        <a:pt x="11286" y="3225"/>
                      </a:lnTo>
                      <a:cubicBezTo>
                        <a:pt x="16446" y="4837"/>
                        <a:pt x="20638" y="6449"/>
                        <a:pt x="24507" y="8706"/>
                      </a:cubicBezTo>
                      <a:cubicBezTo>
                        <a:pt x="26442" y="9674"/>
                        <a:pt x="27087" y="12254"/>
                        <a:pt x="26120" y="14189"/>
                      </a:cubicBezTo>
                      <a:cubicBezTo>
                        <a:pt x="25152" y="16123"/>
                        <a:pt x="22572" y="16768"/>
                        <a:pt x="20638" y="15801"/>
                      </a:cubicBezTo>
                      <a:cubicBezTo>
                        <a:pt x="19993" y="15478"/>
                        <a:pt x="19025" y="14833"/>
                        <a:pt x="18380" y="14511"/>
                      </a:cubicBezTo>
                      <a:cubicBezTo>
                        <a:pt x="18703" y="15801"/>
                        <a:pt x="19025" y="17413"/>
                        <a:pt x="19348" y="18703"/>
                      </a:cubicBezTo>
                      <a:cubicBezTo>
                        <a:pt x="19670" y="20960"/>
                        <a:pt x="18380" y="22895"/>
                        <a:pt x="16123" y="23218"/>
                      </a:cubicBezTo>
                      <a:cubicBezTo>
                        <a:pt x="15478" y="23540"/>
                        <a:pt x="15478" y="23540"/>
                        <a:pt x="15156" y="2354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7D3C6BEF-8F06-FD26-2670-676AABAB2E73}"/>
                    </a:ext>
                  </a:extLst>
                </p:cNvPr>
                <p:cNvSpPr/>
                <p:nvPr/>
              </p:nvSpPr>
              <p:spPr>
                <a:xfrm>
                  <a:off x="6192283" y="3548002"/>
                  <a:ext cx="419204" cy="838409"/>
                </a:xfrm>
                <a:custGeom>
                  <a:avLst/>
                  <a:gdLst>
                    <a:gd name="connsiteX0" fmla="*/ 4249 w 419204"/>
                    <a:gd name="connsiteY0" fmla="*/ 843690 h 838408"/>
                    <a:gd name="connsiteX1" fmla="*/ 2314 w 419204"/>
                    <a:gd name="connsiteY1" fmla="*/ 843368 h 838408"/>
                    <a:gd name="connsiteX2" fmla="*/ 379 w 419204"/>
                    <a:gd name="connsiteY2" fmla="*/ 837886 h 838408"/>
                    <a:gd name="connsiteX3" fmla="*/ 10698 w 419204"/>
                    <a:gd name="connsiteY3" fmla="*/ 824020 h 838408"/>
                    <a:gd name="connsiteX4" fmla="*/ 15213 w 419204"/>
                    <a:gd name="connsiteY4" fmla="*/ 815636 h 838408"/>
                    <a:gd name="connsiteX5" fmla="*/ 20372 w 419204"/>
                    <a:gd name="connsiteY5" fmla="*/ 813378 h 838408"/>
                    <a:gd name="connsiteX6" fmla="*/ 22630 w 419204"/>
                    <a:gd name="connsiteY6" fmla="*/ 818538 h 838408"/>
                    <a:gd name="connsiteX7" fmla="*/ 14890 w 419204"/>
                    <a:gd name="connsiteY7" fmla="*/ 830469 h 838408"/>
                    <a:gd name="connsiteX8" fmla="*/ 7796 w 419204"/>
                    <a:gd name="connsiteY8" fmla="*/ 841110 h 838408"/>
                    <a:gd name="connsiteX9" fmla="*/ 4249 w 419204"/>
                    <a:gd name="connsiteY9" fmla="*/ 843690 h 838408"/>
                    <a:gd name="connsiteX10" fmla="*/ 40688 w 419204"/>
                    <a:gd name="connsiteY10" fmla="*/ 790483 h 838408"/>
                    <a:gd name="connsiteX11" fmla="*/ 37140 w 419204"/>
                    <a:gd name="connsiteY11" fmla="*/ 788549 h 838408"/>
                    <a:gd name="connsiteX12" fmla="*/ 38430 w 419204"/>
                    <a:gd name="connsiteY12" fmla="*/ 783067 h 838408"/>
                    <a:gd name="connsiteX13" fmla="*/ 57778 w 419204"/>
                    <a:gd name="connsiteY13" fmla="*/ 765976 h 838408"/>
                    <a:gd name="connsiteX14" fmla="*/ 63583 w 419204"/>
                    <a:gd name="connsiteY14" fmla="*/ 765654 h 838408"/>
                    <a:gd name="connsiteX15" fmla="*/ 63905 w 419204"/>
                    <a:gd name="connsiteY15" fmla="*/ 771458 h 838408"/>
                    <a:gd name="connsiteX16" fmla="*/ 42622 w 419204"/>
                    <a:gd name="connsiteY16" fmla="*/ 790161 h 838408"/>
                    <a:gd name="connsiteX17" fmla="*/ 40688 w 419204"/>
                    <a:gd name="connsiteY17" fmla="*/ 790483 h 838408"/>
                    <a:gd name="connsiteX18" fmla="*/ 84543 w 419204"/>
                    <a:gd name="connsiteY18" fmla="*/ 742436 h 838408"/>
                    <a:gd name="connsiteX19" fmla="*/ 82286 w 419204"/>
                    <a:gd name="connsiteY19" fmla="*/ 741791 h 838408"/>
                    <a:gd name="connsiteX20" fmla="*/ 80996 w 419204"/>
                    <a:gd name="connsiteY20" fmla="*/ 736309 h 838408"/>
                    <a:gd name="connsiteX21" fmla="*/ 86155 w 419204"/>
                    <a:gd name="connsiteY21" fmla="*/ 727925 h 838408"/>
                    <a:gd name="connsiteX22" fmla="*/ 96152 w 419204"/>
                    <a:gd name="connsiteY22" fmla="*/ 713092 h 838408"/>
                    <a:gd name="connsiteX23" fmla="*/ 101956 w 419204"/>
                    <a:gd name="connsiteY23" fmla="*/ 712447 h 838408"/>
                    <a:gd name="connsiteX24" fmla="*/ 102601 w 419204"/>
                    <a:gd name="connsiteY24" fmla="*/ 718251 h 838408"/>
                    <a:gd name="connsiteX25" fmla="*/ 93249 w 419204"/>
                    <a:gd name="connsiteY25" fmla="*/ 732117 h 838408"/>
                    <a:gd name="connsiteX26" fmla="*/ 88090 w 419204"/>
                    <a:gd name="connsiteY26" fmla="*/ 740824 h 838408"/>
                    <a:gd name="connsiteX27" fmla="*/ 84543 w 419204"/>
                    <a:gd name="connsiteY27" fmla="*/ 742436 h 838408"/>
                    <a:gd name="connsiteX28" fmla="*/ 124206 w 419204"/>
                    <a:gd name="connsiteY28" fmla="*/ 692132 h 838408"/>
                    <a:gd name="connsiteX29" fmla="*/ 123238 w 419204"/>
                    <a:gd name="connsiteY29" fmla="*/ 692132 h 838408"/>
                    <a:gd name="connsiteX30" fmla="*/ 120336 w 419204"/>
                    <a:gd name="connsiteY30" fmla="*/ 687295 h 838408"/>
                    <a:gd name="connsiteX31" fmla="*/ 123238 w 419204"/>
                    <a:gd name="connsiteY31" fmla="*/ 671171 h 838408"/>
                    <a:gd name="connsiteX32" fmla="*/ 124851 w 419204"/>
                    <a:gd name="connsiteY32" fmla="*/ 660853 h 838408"/>
                    <a:gd name="connsiteX33" fmla="*/ 129365 w 419204"/>
                    <a:gd name="connsiteY33" fmla="*/ 657628 h 838408"/>
                    <a:gd name="connsiteX34" fmla="*/ 132590 w 419204"/>
                    <a:gd name="connsiteY34" fmla="*/ 662143 h 838408"/>
                    <a:gd name="connsiteX35" fmla="*/ 130978 w 419204"/>
                    <a:gd name="connsiteY35" fmla="*/ 672139 h 838408"/>
                    <a:gd name="connsiteX36" fmla="*/ 127753 w 419204"/>
                    <a:gd name="connsiteY36" fmla="*/ 689229 h 838408"/>
                    <a:gd name="connsiteX37" fmla="*/ 124206 w 419204"/>
                    <a:gd name="connsiteY37" fmla="*/ 692132 h 838408"/>
                    <a:gd name="connsiteX38" fmla="*/ 134525 w 419204"/>
                    <a:gd name="connsiteY38" fmla="*/ 627639 h 838408"/>
                    <a:gd name="connsiteX39" fmla="*/ 130655 w 419204"/>
                    <a:gd name="connsiteY39" fmla="*/ 624092 h 838408"/>
                    <a:gd name="connsiteX40" fmla="*/ 129043 w 419204"/>
                    <a:gd name="connsiteY40" fmla="*/ 615062 h 838408"/>
                    <a:gd name="connsiteX41" fmla="*/ 123561 w 419204"/>
                    <a:gd name="connsiteY41" fmla="*/ 598939 h 838408"/>
                    <a:gd name="connsiteX42" fmla="*/ 125818 w 419204"/>
                    <a:gd name="connsiteY42" fmla="*/ 593780 h 838408"/>
                    <a:gd name="connsiteX43" fmla="*/ 130978 w 419204"/>
                    <a:gd name="connsiteY43" fmla="*/ 596037 h 838408"/>
                    <a:gd name="connsiteX44" fmla="*/ 136782 w 419204"/>
                    <a:gd name="connsiteY44" fmla="*/ 612805 h 838408"/>
                    <a:gd name="connsiteX45" fmla="*/ 138717 w 419204"/>
                    <a:gd name="connsiteY45" fmla="*/ 623447 h 838408"/>
                    <a:gd name="connsiteX46" fmla="*/ 135170 w 419204"/>
                    <a:gd name="connsiteY46" fmla="*/ 627639 h 838408"/>
                    <a:gd name="connsiteX47" fmla="*/ 134525 w 419204"/>
                    <a:gd name="connsiteY47" fmla="*/ 627639 h 838408"/>
                    <a:gd name="connsiteX48" fmla="*/ 115177 w 419204"/>
                    <a:gd name="connsiteY48" fmla="*/ 565403 h 838408"/>
                    <a:gd name="connsiteX49" fmla="*/ 110985 w 419204"/>
                    <a:gd name="connsiteY49" fmla="*/ 561533 h 838408"/>
                    <a:gd name="connsiteX50" fmla="*/ 102601 w 419204"/>
                    <a:gd name="connsiteY50" fmla="*/ 544120 h 838408"/>
                    <a:gd name="connsiteX51" fmla="*/ 99376 w 419204"/>
                    <a:gd name="connsiteY51" fmla="*/ 539606 h 838408"/>
                    <a:gd name="connsiteX52" fmla="*/ 100666 w 419204"/>
                    <a:gd name="connsiteY52" fmla="*/ 534124 h 838408"/>
                    <a:gd name="connsiteX53" fmla="*/ 106148 w 419204"/>
                    <a:gd name="connsiteY53" fmla="*/ 535414 h 838408"/>
                    <a:gd name="connsiteX54" fmla="*/ 109050 w 419204"/>
                    <a:gd name="connsiteY54" fmla="*/ 539928 h 838408"/>
                    <a:gd name="connsiteX55" fmla="*/ 118724 w 419204"/>
                    <a:gd name="connsiteY55" fmla="*/ 561533 h 838408"/>
                    <a:gd name="connsiteX56" fmla="*/ 115177 w 419204"/>
                    <a:gd name="connsiteY56" fmla="*/ 565403 h 838408"/>
                    <a:gd name="connsiteX57" fmla="*/ 115177 w 419204"/>
                    <a:gd name="connsiteY57" fmla="*/ 565403 h 838408"/>
                    <a:gd name="connsiteX58" fmla="*/ 89380 w 419204"/>
                    <a:gd name="connsiteY58" fmla="*/ 505747 h 838408"/>
                    <a:gd name="connsiteX59" fmla="*/ 85510 w 419204"/>
                    <a:gd name="connsiteY59" fmla="*/ 503167 h 838408"/>
                    <a:gd name="connsiteX60" fmla="*/ 82286 w 419204"/>
                    <a:gd name="connsiteY60" fmla="*/ 496718 h 838408"/>
                    <a:gd name="connsiteX61" fmla="*/ 81963 w 419204"/>
                    <a:gd name="connsiteY61" fmla="*/ 496395 h 838408"/>
                    <a:gd name="connsiteX62" fmla="*/ 71967 w 419204"/>
                    <a:gd name="connsiteY62" fmla="*/ 479627 h 838408"/>
                    <a:gd name="connsiteX63" fmla="*/ 74224 w 419204"/>
                    <a:gd name="connsiteY63" fmla="*/ 474468 h 838408"/>
                    <a:gd name="connsiteX64" fmla="*/ 79383 w 419204"/>
                    <a:gd name="connsiteY64" fmla="*/ 476725 h 838408"/>
                    <a:gd name="connsiteX65" fmla="*/ 88090 w 419204"/>
                    <a:gd name="connsiteY65" fmla="*/ 491236 h 838408"/>
                    <a:gd name="connsiteX66" fmla="*/ 88412 w 419204"/>
                    <a:gd name="connsiteY66" fmla="*/ 491559 h 838408"/>
                    <a:gd name="connsiteX67" fmla="*/ 92927 w 419204"/>
                    <a:gd name="connsiteY67" fmla="*/ 500265 h 838408"/>
                    <a:gd name="connsiteX68" fmla="*/ 90670 w 419204"/>
                    <a:gd name="connsiteY68" fmla="*/ 505425 h 838408"/>
                    <a:gd name="connsiteX69" fmla="*/ 89380 w 419204"/>
                    <a:gd name="connsiteY69" fmla="*/ 505747 h 838408"/>
                    <a:gd name="connsiteX70" fmla="*/ 209659 w 419204"/>
                    <a:gd name="connsiteY70" fmla="*/ 501232 h 838408"/>
                    <a:gd name="connsiteX71" fmla="*/ 199340 w 419204"/>
                    <a:gd name="connsiteY71" fmla="*/ 494783 h 838408"/>
                    <a:gd name="connsiteX72" fmla="*/ 186442 w 419204"/>
                    <a:gd name="connsiteY72" fmla="*/ 489946 h 838408"/>
                    <a:gd name="connsiteX73" fmla="*/ 182895 w 419204"/>
                    <a:gd name="connsiteY73" fmla="*/ 485432 h 838408"/>
                    <a:gd name="connsiteX74" fmla="*/ 187409 w 419204"/>
                    <a:gd name="connsiteY74" fmla="*/ 481885 h 838408"/>
                    <a:gd name="connsiteX75" fmla="*/ 206112 w 419204"/>
                    <a:gd name="connsiteY75" fmla="*/ 489946 h 838408"/>
                    <a:gd name="connsiteX76" fmla="*/ 209982 w 419204"/>
                    <a:gd name="connsiteY76" fmla="*/ 492848 h 838408"/>
                    <a:gd name="connsiteX77" fmla="*/ 214819 w 419204"/>
                    <a:gd name="connsiteY77" fmla="*/ 496395 h 838408"/>
                    <a:gd name="connsiteX78" fmla="*/ 211594 w 419204"/>
                    <a:gd name="connsiteY78" fmla="*/ 500910 h 838408"/>
                    <a:gd name="connsiteX79" fmla="*/ 209659 w 419204"/>
                    <a:gd name="connsiteY79" fmla="*/ 501232 h 838408"/>
                    <a:gd name="connsiteX80" fmla="*/ 152260 w 419204"/>
                    <a:gd name="connsiteY80" fmla="*/ 481562 h 838408"/>
                    <a:gd name="connsiteX81" fmla="*/ 148391 w 419204"/>
                    <a:gd name="connsiteY81" fmla="*/ 478660 h 838408"/>
                    <a:gd name="connsiteX82" fmla="*/ 132268 w 419204"/>
                    <a:gd name="connsiteY82" fmla="*/ 461892 h 838408"/>
                    <a:gd name="connsiteX83" fmla="*/ 130333 w 419204"/>
                    <a:gd name="connsiteY83" fmla="*/ 456410 h 838408"/>
                    <a:gd name="connsiteX84" fmla="*/ 135815 w 419204"/>
                    <a:gd name="connsiteY84" fmla="*/ 454475 h 838408"/>
                    <a:gd name="connsiteX85" fmla="*/ 156130 w 419204"/>
                    <a:gd name="connsiteY85" fmla="*/ 476403 h 838408"/>
                    <a:gd name="connsiteX86" fmla="*/ 153550 w 419204"/>
                    <a:gd name="connsiteY86" fmla="*/ 481562 h 838408"/>
                    <a:gd name="connsiteX87" fmla="*/ 152260 w 419204"/>
                    <a:gd name="connsiteY87" fmla="*/ 481562 h 838408"/>
                    <a:gd name="connsiteX88" fmla="*/ 223525 w 419204"/>
                    <a:gd name="connsiteY88" fmla="*/ 469953 h 838408"/>
                    <a:gd name="connsiteX89" fmla="*/ 220300 w 419204"/>
                    <a:gd name="connsiteY89" fmla="*/ 468341 h 838408"/>
                    <a:gd name="connsiteX90" fmla="*/ 217398 w 419204"/>
                    <a:gd name="connsiteY90" fmla="*/ 467051 h 838408"/>
                    <a:gd name="connsiteX91" fmla="*/ 196438 w 419204"/>
                    <a:gd name="connsiteY91" fmla="*/ 464471 h 838408"/>
                    <a:gd name="connsiteX92" fmla="*/ 193536 w 419204"/>
                    <a:gd name="connsiteY92" fmla="*/ 459634 h 838408"/>
                    <a:gd name="connsiteX93" fmla="*/ 198373 w 419204"/>
                    <a:gd name="connsiteY93" fmla="*/ 456732 h 838408"/>
                    <a:gd name="connsiteX94" fmla="*/ 217398 w 419204"/>
                    <a:gd name="connsiteY94" fmla="*/ 458990 h 838408"/>
                    <a:gd name="connsiteX95" fmla="*/ 226750 w 419204"/>
                    <a:gd name="connsiteY95" fmla="*/ 463504 h 838408"/>
                    <a:gd name="connsiteX96" fmla="*/ 226105 w 419204"/>
                    <a:gd name="connsiteY96" fmla="*/ 469308 h 838408"/>
                    <a:gd name="connsiteX97" fmla="*/ 223525 w 419204"/>
                    <a:gd name="connsiteY97" fmla="*/ 469953 h 838408"/>
                    <a:gd name="connsiteX98" fmla="*/ 164514 w 419204"/>
                    <a:gd name="connsiteY98" fmla="*/ 447058 h 838408"/>
                    <a:gd name="connsiteX99" fmla="*/ 161289 w 419204"/>
                    <a:gd name="connsiteY99" fmla="*/ 445124 h 838408"/>
                    <a:gd name="connsiteX100" fmla="*/ 157742 w 419204"/>
                    <a:gd name="connsiteY100" fmla="*/ 434482 h 838408"/>
                    <a:gd name="connsiteX101" fmla="*/ 156775 w 419204"/>
                    <a:gd name="connsiteY101" fmla="*/ 421583 h 838408"/>
                    <a:gd name="connsiteX102" fmla="*/ 156453 w 419204"/>
                    <a:gd name="connsiteY102" fmla="*/ 416747 h 838408"/>
                    <a:gd name="connsiteX103" fmla="*/ 160322 w 419204"/>
                    <a:gd name="connsiteY103" fmla="*/ 412555 h 838408"/>
                    <a:gd name="connsiteX104" fmla="*/ 164514 w 419204"/>
                    <a:gd name="connsiteY104" fmla="*/ 416424 h 838408"/>
                    <a:gd name="connsiteX105" fmla="*/ 164836 w 419204"/>
                    <a:gd name="connsiteY105" fmla="*/ 421261 h 838408"/>
                    <a:gd name="connsiteX106" fmla="*/ 165804 w 419204"/>
                    <a:gd name="connsiteY106" fmla="*/ 434482 h 838408"/>
                    <a:gd name="connsiteX107" fmla="*/ 168061 w 419204"/>
                    <a:gd name="connsiteY107" fmla="*/ 441254 h 838408"/>
                    <a:gd name="connsiteX108" fmla="*/ 166771 w 419204"/>
                    <a:gd name="connsiteY108" fmla="*/ 446736 h 838408"/>
                    <a:gd name="connsiteX109" fmla="*/ 164514 w 419204"/>
                    <a:gd name="connsiteY109" fmla="*/ 447058 h 838408"/>
                    <a:gd name="connsiteX110" fmla="*/ 79706 w 419204"/>
                    <a:gd name="connsiteY110" fmla="*/ 445446 h 838408"/>
                    <a:gd name="connsiteX111" fmla="*/ 77771 w 419204"/>
                    <a:gd name="connsiteY111" fmla="*/ 444801 h 838408"/>
                    <a:gd name="connsiteX112" fmla="*/ 76159 w 419204"/>
                    <a:gd name="connsiteY112" fmla="*/ 439319 h 838408"/>
                    <a:gd name="connsiteX113" fmla="*/ 90347 w 419204"/>
                    <a:gd name="connsiteY113" fmla="*/ 429000 h 838408"/>
                    <a:gd name="connsiteX114" fmla="*/ 104536 w 419204"/>
                    <a:gd name="connsiteY114" fmla="*/ 435127 h 838408"/>
                    <a:gd name="connsiteX115" fmla="*/ 105181 w 419204"/>
                    <a:gd name="connsiteY115" fmla="*/ 440932 h 838408"/>
                    <a:gd name="connsiteX116" fmla="*/ 99376 w 419204"/>
                    <a:gd name="connsiteY116" fmla="*/ 441576 h 838408"/>
                    <a:gd name="connsiteX117" fmla="*/ 90025 w 419204"/>
                    <a:gd name="connsiteY117" fmla="*/ 437062 h 838408"/>
                    <a:gd name="connsiteX118" fmla="*/ 82608 w 419204"/>
                    <a:gd name="connsiteY118" fmla="*/ 443189 h 838408"/>
                    <a:gd name="connsiteX119" fmla="*/ 79706 w 419204"/>
                    <a:gd name="connsiteY119" fmla="*/ 445446 h 838408"/>
                    <a:gd name="connsiteX120" fmla="*/ 157420 w 419204"/>
                    <a:gd name="connsiteY120" fmla="*/ 382243 h 838408"/>
                    <a:gd name="connsiteX121" fmla="*/ 153550 w 419204"/>
                    <a:gd name="connsiteY121" fmla="*/ 379018 h 838408"/>
                    <a:gd name="connsiteX122" fmla="*/ 150326 w 419204"/>
                    <a:gd name="connsiteY122" fmla="*/ 366765 h 838408"/>
                    <a:gd name="connsiteX123" fmla="*/ 147423 w 419204"/>
                    <a:gd name="connsiteY123" fmla="*/ 356768 h 838408"/>
                    <a:gd name="connsiteX124" fmla="*/ 146779 w 419204"/>
                    <a:gd name="connsiteY124" fmla="*/ 351931 h 838408"/>
                    <a:gd name="connsiteX125" fmla="*/ 150648 w 419204"/>
                    <a:gd name="connsiteY125" fmla="*/ 347739 h 838408"/>
                    <a:gd name="connsiteX126" fmla="*/ 150648 w 419204"/>
                    <a:gd name="connsiteY126" fmla="*/ 347739 h 838408"/>
                    <a:gd name="connsiteX127" fmla="*/ 154840 w 419204"/>
                    <a:gd name="connsiteY127" fmla="*/ 351609 h 838408"/>
                    <a:gd name="connsiteX128" fmla="*/ 155163 w 419204"/>
                    <a:gd name="connsiteY128" fmla="*/ 354833 h 838408"/>
                    <a:gd name="connsiteX129" fmla="*/ 157742 w 419204"/>
                    <a:gd name="connsiteY129" fmla="*/ 364185 h 838408"/>
                    <a:gd name="connsiteX130" fmla="*/ 161289 w 419204"/>
                    <a:gd name="connsiteY130" fmla="*/ 377083 h 838408"/>
                    <a:gd name="connsiteX131" fmla="*/ 158065 w 419204"/>
                    <a:gd name="connsiteY131" fmla="*/ 381920 h 838408"/>
                    <a:gd name="connsiteX132" fmla="*/ 157420 w 419204"/>
                    <a:gd name="connsiteY132" fmla="*/ 382243 h 838408"/>
                    <a:gd name="connsiteX133" fmla="*/ 155485 w 419204"/>
                    <a:gd name="connsiteY133" fmla="*/ 318072 h 838408"/>
                    <a:gd name="connsiteX134" fmla="*/ 154840 w 419204"/>
                    <a:gd name="connsiteY134" fmla="*/ 318072 h 838408"/>
                    <a:gd name="connsiteX135" fmla="*/ 151616 w 419204"/>
                    <a:gd name="connsiteY135" fmla="*/ 313558 h 838408"/>
                    <a:gd name="connsiteX136" fmla="*/ 167094 w 419204"/>
                    <a:gd name="connsiteY136" fmla="*/ 296790 h 838408"/>
                    <a:gd name="connsiteX137" fmla="*/ 172576 w 419204"/>
                    <a:gd name="connsiteY137" fmla="*/ 295177 h 838408"/>
                    <a:gd name="connsiteX138" fmla="*/ 178058 w 419204"/>
                    <a:gd name="connsiteY138" fmla="*/ 296790 h 838408"/>
                    <a:gd name="connsiteX139" fmla="*/ 176445 w 419204"/>
                    <a:gd name="connsiteY139" fmla="*/ 302272 h 838408"/>
                    <a:gd name="connsiteX140" fmla="*/ 167094 w 419204"/>
                    <a:gd name="connsiteY140" fmla="*/ 304851 h 838408"/>
                    <a:gd name="connsiteX141" fmla="*/ 159677 w 419204"/>
                    <a:gd name="connsiteY141" fmla="*/ 314848 h 838408"/>
                    <a:gd name="connsiteX142" fmla="*/ 155485 w 419204"/>
                    <a:gd name="connsiteY142" fmla="*/ 318072 h 838408"/>
                    <a:gd name="connsiteX143" fmla="*/ 191601 w 419204"/>
                    <a:gd name="connsiteY143" fmla="*/ 270670 h 838408"/>
                    <a:gd name="connsiteX144" fmla="*/ 189989 w 419204"/>
                    <a:gd name="connsiteY144" fmla="*/ 270348 h 838408"/>
                    <a:gd name="connsiteX145" fmla="*/ 188054 w 419204"/>
                    <a:gd name="connsiteY145" fmla="*/ 264866 h 838408"/>
                    <a:gd name="connsiteX146" fmla="*/ 192246 w 419204"/>
                    <a:gd name="connsiteY146" fmla="*/ 260029 h 838408"/>
                    <a:gd name="connsiteX147" fmla="*/ 197083 w 419204"/>
                    <a:gd name="connsiteY147" fmla="*/ 252934 h 838408"/>
                    <a:gd name="connsiteX148" fmla="*/ 203855 w 419204"/>
                    <a:gd name="connsiteY148" fmla="*/ 241971 h 838408"/>
                    <a:gd name="connsiteX149" fmla="*/ 209659 w 419204"/>
                    <a:gd name="connsiteY149" fmla="*/ 241326 h 838408"/>
                    <a:gd name="connsiteX150" fmla="*/ 210304 w 419204"/>
                    <a:gd name="connsiteY150" fmla="*/ 247130 h 838408"/>
                    <a:gd name="connsiteX151" fmla="*/ 204177 w 419204"/>
                    <a:gd name="connsiteY151" fmla="*/ 256804 h 838408"/>
                    <a:gd name="connsiteX152" fmla="*/ 196438 w 419204"/>
                    <a:gd name="connsiteY152" fmla="*/ 267123 h 838408"/>
                    <a:gd name="connsiteX153" fmla="*/ 195148 w 419204"/>
                    <a:gd name="connsiteY153" fmla="*/ 268413 h 838408"/>
                    <a:gd name="connsiteX154" fmla="*/ 191601 w 419204"/>
                    <a:gd name="connsiteY154" fmla="*/ 270670 h 838408"/>
                    <a:gd name="connsiteX155" fmla="*/ 269637 w 419204"/>
                    <a:gd name="connsiteY155" fmla="*/ 241648 h 838408"/>
                    <a:gd name="connsiteX156" fmla="*/ 269637 w 419204"/>
                    <a:gd name="connsiteY156" fmla="*/ 241648 h 838408"/>
                    <a:gd name="connsiteX157" fmla="*/ 242228 w 419204"/>
                    <a:gd name="connsiteY157" fmla="*/ 240358 h 838408"/>
                    <a:gd name="connsiteX158" fmla="*/ 238358 w 419204"/>
                    <a:gd name="connsiteY158" fmla="*/ 236166 h 838408"/>
                    <a:gd name="connsiteX159" fmla="*/ 242551 w 419204"/>
                    <a:gd name="connsiteY159" fmla="*/ 232297 h 838408"/>
                    <a:gd name="connsiteX160" fmla="*/ 242551 w 419204"/>
                    <a:gd name="connsiteY160" fmla="*/ 232297 h 838408"/>
                    <a:gd name="connsiteX161" fmla="*/ 269960 w 419204"/>
                    <a:gd name="connsiteY161" fmla="*/ 233587 h 838408"/>
                    <a:gd name="connsiteX162" fmla="*/ 273830 w 419204"/>
                    <a:gd name="connsiteY162" fmla="*/ 237779 h 838408"/>
                    <a:gd name="connsiteX163" fmla="*/ 269637 w 419204"/>
                    <a:gd name="connsiteY163" fmla="*/ 241648 h 838408"/>
                    <a:gd name="connsiteX164" fmla="*/ 304786 w 419204"/>
                    <a:gd name="connsiteY164" fmla="*/ 230684 h 838408"/>
                    <a:gd name="connsiteX165" fmla="*/ 301884 w 419204"/>
                    <a:gd name="connsiteY165" fmla="*/ 229394 h 838408"/>
                    <a:gd name="connsiteX166" fmla="*/ 301884 w 419204"/>
                    <a:gd name="connsiteY166" fmla="*/ 223590 h 838408"/>
                    <a:gd name="connsiteX167" fmla="*/ 309946 w 419204"/>
                    <a:gd name="connsiteY167" fmla="*/ 212626 h 838408"/>
                    <a:gd name="connsiteX168" fmla="*/ 314460 w 419204"/>
                    <a:gd name="connsiteY168" fmla="*/ 201985 h 838408"/>
                    <a:gd name="connsiteX169" fmla="*/ 319620 w 419204"/>
                    <a:gd name="connsiteY169" fmla="*/ 199405 h 838408"/>
                    <a:gd name="connsiteX170" fmla="*/ 322199 w 419204"/>
                    <a:gd name="connsiteY170" fmla="*/ 204565 h 838408"/>
                    <a:gd name="connsiteX171" fmla="*/ 317040 w 419204"/>
                    <a:gd name="connsiteY171" fmla="*/ 216496 h 838408"/>
                    <a:gd name="connsiteX172" fmla="*/ 307688 w 419204"/>
                    <a:gd name="connsiteY172" fmla="*/ 229394 h 838408"/>
                    <a:gd name="connsiteX173" fmla="*/ 304786 w 419204"/>
                    <a:gd name="connsiteY173" fmla="*/ 230684 h 838408"/>
                    <a:gd name="connsiteX174" fmla="*/ 333486 w 419204"/>
                    <a:gd name="connsiteY174" fmla="*/ 176510 h 838408"/>
                    <a:gd name="connsiteX175" fmla="*/ 329616 w 419204"/>
                    <a:gd name="connsiteY175" fmla="*/ 172963 h 838408"/>
                    <a:gd name="connsiteX176" fmla="*/ 328326 w 419204"/>
                    <a:gd name="connsiteY176" fmla="*/ 165224 h 838408"/>
                    <a:gd name="connsiteX177" fmla="*/ 328004 w 419204"/>
                    <a:gd name="connsiteY177" fmla="*/ 163612 h 838408"/>
                    <a:gd name="connsiteX178" fmla="*/ 327681 w 419204"/>
                    <a:gd name="connsiteY178" fmla="*/ 158130 h 838408"/>
                    <a:gd name="connsiteX179" fmla="*/ 330261 w 419204"/>
                    <a:gd name="connsiteY179" fmla="*/ 144264 h 838408"/>
                    <a:gd name="connsiteX180" fmla="*/ 335420 w 419204"/>
                    <a:gd name="connsiteY180" fmla="*/ 141684 h 838408"/>
                    <a:gd name="connsiteX181" fmla="*/ 338000 w 419204"/>
                    <a:gd name="connsiteY181" fmla="*/ 146844 h 838408"/>
                    <a:gd name="connsiteX182" fmla="*/ 336065 w 419204"/>
                    <a:gd name="connsiteY182" fmla="*/ 158130 h 838408"/>
                    <a:gd name="connsiteX183" fmla="*/ 336388 w 419204"/>
                    <a:gd name="connsiteY183" fmla="*/ 162322 h 838408"/>
                    <a:gd name="connsiteX184" fmla="*/ 336710 w 419204"/>
                    <a:gd name="connsiteY184" fmla="*/ 163934 h 838408"/>
                    <a:gd name="connsiteX185" fmla="*/ 338000 w 419204"/>
                    <a:gd name="connsiteY185" fmla="*/ 171996 h 838408"/>
                    <a:gd name="connsiteX186" fmla="*/ 334453 w 419204"/>
                    <a:gd name="connsiteY186" fmla="*/ 176510 h 838408"/>
                    <a:gd name="connsiteX187" fmla="*/ 333486 w 419204"/>
                    <a:gd name="connsiteY187" fmla="*/ 176510 h 838408"/>
                    <a:gd name="connsiteX188" fmla="*/ 353801 w 419204"/>
                    <a:gd name="connsiteY188" fmla="*/ 117177 h 838408"/>
                    <a:gd name="connsiteX189" fmla="*/ 351544 w 419204"/>
                    <a:gd name="connsiteY189" fmla="*/ 116532 h 838408"/>
                    <a:gd name="connsiteX190" fmla="*/ 350576 w 419204"/>
                    <a:gd name="connsiteY190" fmla="*/ 111050 h 838408"/>
                    <a:gd name="connsiteX191" fmla="*/ 362507 w 419204"/>
                    <a:gd name="connsiteY191" fmla="*/ 100086 h 838408"/>
                    <a:gd name="connsiteX192" fmla="*/ 370569 w 419204"/>
                    <a:gd name="connsiteY192" fmla="*/ 93637 h 838408"/>
                    <a:gd name="connsiteX193" fmla="*/ 376051 w 419204"/>
                    <a:gd name="connsiteY193" fmla="*/ 92669 h 838408"/>
                    <a:gd name="connsiteX194" fmla="*/ 377018 w 419204"/>
                    <a:gd name="connsiteY194" fmla="*/ 98151 h 838408"/>
                    <a:gd name="connsiteX195" fmla="*/ 363152 w 419204"/>
                    <a:gd name="connsiteY195" fmla="*/ 108148 h 838408"/>
                    <a:gd name="connsiteX196" fmla="*/ 357025 w 419204"/>
                    <a:gd name="connsiteY196" fmla="*/ 115564 h 838408"/>
                    <a:gd name="connsiteX197" fmla="*/ 353801 w 419204"/>
                    <a:gd name="connsiteY197" fmla="*/ 117177 h 838408"/>
                    <a:gd name="connsiteX198" fmla="*/ 366055 w 419204"/>
                    <a:gd name="connsiteY198" fmla="*/ 63970 h 838408"/>
                    <a:gd name="connsiteX199" fmla="*/ 365732 w 419204"/>
                    <a:gd name="connsiteY199" fmla="*/ 63970 h 838408"/>
                    <a:gd name="connsiteX200" fmla="*/ 362185 w 419204"/>
                    <a:gd name="connsiteY200" fmla="*/ 59456 h 838408"/>
                    <a:gd name="connsiteX201" fmla="*/ 369924 w 419204"/>
                    <a:gd name="connsiteY201" fmla="*/ 42687 h 838408"/>
                    <a:gd name="connsiteX202" fmla="*/ 377986 w 419204"/>
                    <a:gd name="connsiteY202" fmla="*/ 34626 h 838408"/>
                    <a:gd name="connsiteX203" fmla="*/ 383790 w 419204"/>
                    <a:gd name="connsiteY203" fmla="*/ 34948 h 838408"/>
                    <a:gd name="connsiteX204" fmla="*/ 383467 w 419204"/>
                    <a:gd name="connsiteY204" fmla="*/ 40753 h 838408"/>
                    <a:gd name="connsiteX205" fmla="*/ 376373 w 419204"/>
                    <a:gd name="connsiteY205" fmla="*/ 48169 h 838408"/>
                    <a:gd name="connsiteX206" fmla="*/ 370247 w 419204"/>
                    <a:gd name="connsiteY206" fmla="*/ 60745 h 838408"/>
                    <a:gd name="connsiteX207" fmla="*/ 366055 w 419204"/>
                    <a:gd name="connsiteY207" fmla="*/ 63970 h 838408"/>
                    <a:gd name="connsiteX208" fmla="*/ 413457 w 419204"/>
                    <a:gd name="connsiteY208" fmla="*/ 22372 h 838408"/>
                    <a:gd name="connsiteX209" fmla="*/ 409910 w 419204"/>
                    <a:gd name="connsiteY209" fmla="*/ 20437 h 838408"/>
                    <a:gd name="connsiteX210" fmla="*/ 411199 w 419204"/>
                    <a:gd name="connsiteY210" fmla="*/ 14956 h 838408"/>
                    <a:gd name="connsiteX211" fmla="*/ 413779 w 419204"/>
                    <a:gd name="connsiteY211" fmla="*/ 13343 h 838408"/>
                    <a:gd name="connsiteX212" fmla="*/ 434417 w 419204"/>
                    <a:gd name="connsiteY212" fmla="*/ 444 h 838408"/>
                    <a:gd name="connsiteX213" fmla="*/ 439899 w 419204"/>
                    <a:gd name="connsiteY213" fmla="*/ 2057 h 838408"/>
                    <a:gd name="connsiteX214" fmla="*/ 438287 w 419204"/>
                    <a:gd name="connsiteY214" fmla="*/ 7539 h 838408"/>
                    <a:gd name="connsiteX215" fmla="*/ 418294 w 419204"/>
                    <a:gd name="connsiteY215" fmla="*/ 20115 h 838408"/>
                    <a:gd name="connsiteX216" fmla="*/ 415392 w 419204"/>
                    <a:gd name="connsiteY216" fmla="*/ 22050 h 838408"/>
                    <a:gd name="connsiteX217" fmla="*/ 413457 w 419204"/>
                    <a:gd name="connsiteY217" fmla="*/ 22372 h 838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</a:cxnLst>
                  <a:rect l="l" t="t" r="r" b="b"/>
                  <a:pathLst>
                    <a:path w="419204" h="838408">
                      <a:moveTo>
                        <a:pt x="4249" y="843690"/>
                      </a:moveTo>
                      <a:cubicBezTo>
                        <a:pt x="3604" y="843690"/>
                        <a:pt x="2959" y="843690"/>
                        <a:pt x="2314" y="843368"/>
                      </a:cubicBezTo>
                      <a:cubicBezTo>
                        <a:pt x="379" y="842400"/>
                        <a:pt x="-588" y="839820"/>
                        <a:pt x="379" y="837886"/>
                      </a:cubicBezTo>
                      <a:cubicBezTo>
                        <a:pt x="4249" y="830147"/>
                        <a:pt x="7474" y="825954"/>
                        <a:pt x="10698" y="824020"/>
                      </a:cubicBezTo>
                      <a:cubicBezTo>
                        <a:pt x="11988" y="823052"/>
                        <a:pt x="14245" y="817893"/>
                        <a:pt x="15213" y="815636"/>
                      </a:cubicBezTo>
                      <a:cubicBezTo>
                        <a:pt x="16180" y="813701"/>
                        <a:pt x="18437" y="812734"/>
                        <a:pt x="20372" y="813378"/>
                      </a:cubicBezTo>
                      <a:cubicBezTo>
                        <a:pt x="22307" y="814346"/>
                        <a:pt x="23274" y="816603"/>
                        <a:pt x="22630" y="818538"/>
                      </a:cubicBezTo>
                      <a:cubicBezTo>
                        <a:pt x="20372" y="824020"/>
                        <a:pt x="18115" y="828534"/>
                        <a:pt x="14890" y="830469"/>
                      </a:cubicBezTo>
                      <a:cubicBezTo>
                        <a:pt x="13923" y="831114"/>
                        <a:pt x="11666" y="833049"/>
                        <a:pt x="7796" y="841110"/>
                      </a:cubicBezTo>
                      <a:cubicBezTo>
                        <a:pt x="7151" y="843045"/>
                        <a:pt x="5861" y="843690"/>
                        <a:pt x="4249" y="843690"/>
                      </a:cubicBezTo>
                      <a:close/>
                      <a:moveTo>
                        <a:pt x="40688" y="790483"/>
                      </a:moveTo>
                      <a:cubicBezTo>
                        <a:pt x="39398" y="790483"/>
                        <a:pt x="38108" y="789839"/>
                        <a:pt x="37140" y="788549"/>
                      </a:cubicBezTo>
                      <a:cubicBezTo>
                        <a:pt x="35851" y="786614"/>
                        <a:pt x="36496" y="784034"/>
                        <a:pt x="38430" y="783067"/>
                      </a:cubicBezTo>
                      <a:cubicBezTo>
                        <a:pt x="45525" y="778552"/>
                        <a:pt x="51652" y="773393"/>
                        <a:pt x="57778" y="765976"/>
                      </a:cubicBezTo>
                      <a:cubicBezTo>
                        <a:pt x="59391" y="764364"/>
                        <a:pt x="61648" y="764041"/>
                        <a:pt x="63583" y="765654"/>
                      </a:cubicBezTo>
                      <a:cubicBezTo>
                        <a:pt x="65195" y="767266"/>
                        <a:pt x="65517" y="769523"/>
                        <a:pt x="63905" y="771458"/>
                      </a:cubicBezTo>
                      <a:cubicBezTo>
                        <a:pt x="57133" y="779520"/>
                        <a:pt x="50362" y="785324"/>
                        <a:pt x="42622" y="790161"/>
                      </a:cubicBezTo>
                      <a:cubicBezTo>
                        <a:pt x="42300" y="790483"/>
                        <a:pt x="41332" y="790483"/>
                        <a:pt x="40688" y="790483"/>
                      </a:cubicBezTo>
                      <a:close/>
                      <a:moveTo>
                        <a:pt x="84543" y="742436"/>
                      </a:moveTo>
                      <a:cubicBezTo>
                        <a:pt x="83898" y="742436"/>
                        <a:pt x="82930" y="742114"/>
                        <a:pt x="82286" y="741791"/>
                      </a:cubicBezTo>
                      <a:cubicBezTo>
                        <a:pt x="80351" y="740501"/>
                        <a:pt x="80028" y="738244"/>
                        <a:pt x="80996" y="736309"/>
                      </a:cubicBezTo>
                      <a:cubicBezTo>
                        <a:pt x="82930" y="733407"/>
                        <a:pt x="84543" y="730505"/>
                        <a:pt x="86155" y="727925"/>
                      </a:cubicBezTo>
                      <a:cubicBezTo>
                        <a:pt x="89380" y="722443"/>
                        <a:pt x="92282" y="717606"/>
                        <a:pt x="96152" y="713092"/>
                      </a:cubicBezTo>
                      <a:cubicBezTo>
                        <a:pt x="97441" y="711480"/>
                        <a:pt x="100021" y="711157"/>
                        <a:pt x="101956" y="712447"/>
                      </a:cubicBezTo>
                      <a:cubicBezTo>
                        <a:pt x="103568" y="713737"/>
                        <a:pt x="103891" y="716317"/>
                        <a:pt x="102601" y="718251"/>
                      </a:cubicBezTo>
                      <a:cubicBezTo>
                        <a:pt x="99376" y="722443"/>
                        <a:pt x="96474" y="726958"/>
                        <a:pt x="93249" y="732117"/>
                      </a:cubicBezTo>
                      <a:cubicBezTo>
                        <a:pt x="91637" y="735019"/>
                        <a:pt x="90025" y="737922"/>
                        <a:pt x="88090" y="740824"/>
                      </a:cubicBezTo>
                      <a:cubicBezTo>
                        <a:pt x="87123" y="741791"/>
                        <a:pt x="85833" y="742436"/>
                        <a:pt x="84543" y="742436"/>
                      </a:cubicBezTo>
                      <a:close/>
                      <a:moveTo>
                        <a:pt x="124206" y="692132"/>
                      </a:moveTo>
                      <a:cubicBezTo>
                        <a:pt x="123884" y="692132"/>
                        <a:pt x="123561" y="692132"/>
                        <a:pt x="123238" y="692132"/>
                      </a:cubicBezTo>
                      <a:cubicBezTo>
                        <a:pt x="120981" y="691487"/>
                        <a:pt x="119691" y="689229"/>
                        <a:pt x="120336" y="687295"/>
                      </a:cubicBezTo>
                      <a:cubicBezTo>
                        <a:pt x="121304" y="683425"/>
                        <a:pt x="122271" y="677943"/>
                        <a:pt x="123238" y="671171"/>
                      </a:cubicBezTo>
                      <a:cubicBezTo>
                        <a:pt x="123884" y="667302"/>
                        <a:pt x="124206" y="663755"/>
                        <a:pt x="124851" y="660853"/>
                      </a:cubicBezTo>
                      <a:cubicBezTo>
                        <a:pt x="125173" y="658595"/>
                        <a:pt x="127431" y="657305"/>
                        <a:pt x="129365" y="657628"/>
                      </a:cubicBezTo>
                      <a:cubicBezTo>
                        <a:pt x="131623" y="657950"/>
                        <a:pt x="132913" y="660208"/>
                        <a:pt x="132590" y="662143"/>
                      </a:cubicBezTo>
                      <a:cubicBezTo>
                        <a:pt x="131945" y="665367"/>
                        <a:pt x="131623" y="668592"/>
                        <a:pt x="130978" y="672139"/>
                      </a:cubicBezTo>
                      <a:cubicBezTo>
                        <a:pt x="130010" y="679233"/>
                        <a:pt x="129043" y="684715"/>
                        <a:pt x="127753" y="689229"/>
                      </a:cubicBezTo>
                      <a:cubicBezTo>
                        <a:pt x="127431" y="690842"/>
                        <a:pt x="125818" y="692132"/>
                        <a:pt x="124206" y="692132"/>
                      </a:cubicBezTo>
                      <a:close/>
                      <a:moveTo>
                        <a:pt x="134525" y="627639"/>
                      </a:moveTo>
                      <a:cubicBezTo>
                        <a:pt x="132590" y="627639"/>
                        <a:pt x="130655" y="626026"/>
                        <a:pt x="130655" y="624092"/>
                      </a:cubicBezTo>
                      <a:cubicBezTo>
                        <a:pt x="130333" y="621189"/>
                        <a:pt x="130010" y="618287"/>
                        <a:pt x="129043" y="615062"/>
                      </a:cubicBezTo>
                      <a:cubicBezTo>
                        <a:pt x="127753" y="610870"/>
                        <a:pt x="126141" y="605711"/>
                        <a:pt x="123561" y="598939"/>
                      </a:cubicBezTo>
                      <a:cubicBezTo>
                        <a:pt x="122916" y="597004"/>
                        <a:pt x="123884" y="594425"/>
                        <a:pt x="125818" y="593780"/>
                      </a:cubicBezTo>
                      <a:cubicBezTo>
                        <a:pt x="127753" y="593135"/>
                        <a:pt x="130333" y="594102"/>
                        <a:pt x="130978" y="596037"/>
                      </a:cubicBezTo>
                      <a:cubicBezTo>
                        <a:pt x="133557" y="602809"/>
                        <a:pt x="135492" y="607968"/>
                        <a:pt x="136782" y="612805"/>
                      </a:cubicBezTo>
                      <a:cubicBezTo>
                        <a:pt x="137750" y="616675"/>
                        <a:pt x="138394" y="619899"/>
                        <a:pt x="138717" y="623447"/>
                      </a:cubicBezTo>
                      <a:cubicBezTo>
                        <a:pt x="139039" y="625704"/>
                        <a:pt x="137104" y="627639"/>
                        <a:pt x="135170" y="627639"/>
                      </a:cubicBezTo>
                      <a:cubicBezTo>
                        <a:pt x="134847" y="627639"/>
                        <a:pt x="134525" y="627639"/>
                        <a:pt x="134525" y="627639"/>
                      </a:cubicBezTo>
                      <a:close/>
                      <a:moveTo>
                        <a:pt x="115177" y="565403"/>
                      </a:moveTo>
                      <a:cubicBezTo>
                        <a:pt x="112920" y="565403"/>
                        <a:pt x="111307" y="563468"/>
                        <a:pt x="110985" y="561533"/>
                      </a:cubicBezTo>
                      <a:cubicBezTo>
                        <a:pt x="110985" y="556696"/>
                        <a:pt x="106793" y="550247"/>
                        <a:pt x="102601" y="544120"/>
                      </a:cubicBezTo>
                      <a:cubicBezTo>
                        <a:pt x="101633" y="542508"/>
                        <a:pt x="100666" y="540896"/>
                        <a:pt x="99376" y="539606"/>
                      </a:cubicBezTo>
                      <a:cubicBezTo>
                        <a:pt x="98086" y="537671"/>
                        <a:pt x="98731" y="535091"/>
                        <a:pt x="100666" y="534124"/>
                      </a:cubicBezTo>
                      <a:cubicBezTo>
                        <a:pt x="102601" y="532834"/>
                        <a:pt x="105181" y="533479"/>
                        <a:pt x="106148" y="535414"/>
                      </a:cubicBezTo>
                      <a:cubicBezTo>
                        <a:pt x="107115" y="537026"/>
                        <a:pt x="108083" y="538316"/>
                        <a:pt x="109050" y="539928"/>
                      </a:cubicBezTo>
                      <a:cubicBezTo>
                        <a:pt x="114209" y="547345"/>
                        <a:pt x="118724" y="554439"/>
                        <a:pt x="118724" y="561533"/>
                      </a:cubicBezTo>
                      <a:cubicBezTo>
                        <a:pt x="119047" y="563468"/>
                        <a:pt x="117434" y="565081"/>
                        <a:pt x="115177" y="565403"/>
                      </a:cubicBezTo>
                      <a:lnTo>
                        <a:pt x="115177" y="565403"/>
                      </a:lnTo>
                      <a:close/>
                      <a:moveTo>
                        <a:pt x="89380" y="505747"/>
                      </a:moveTo>
                      <a:cubicBezTo>
                        <a:pt x="87767" y="505747"/>
                        <a:pt x="86155" y="504779"/>
                        <a:pt x="85510" y="503167"/>
                      </a:cubicBezTo>
                      <a:cubicBezTo>
                        <a:pt x="84543" y="500265"/>
                        <a:pt x="83253" y="498008"/>
                        <a:pt x="82286" y="496718"/>
                      </a:cubicBezTo>
                      <a:lnTo>
                        <a:pt x="81963" y="496395"/>
                      </a:lnTo>
                      <a:cubicBezTo>
                        <a:pt x="79383" y="493171"/>
                        <a:pt x="74869" y="487366"/>
                        <a:pt x="71967" y="479627"/>
                      </a:cubicBezTo>
                      <a:cubicBezTo>
                        <a:pt x="71322" y="477693"/>
                        <a:pt x="72289" y="475113"/>
                        <a:pt x="74224" y="474468"/>
                      </a:cubicBezTo>
                      <a:cubicBezTo>
                        <a:pt x="76159" y="473823"/>
                        <a:pt x="78738" y="474790"/>
                        <a:pt x="79383" y="476725"/>
                      </a:cubicBezTo>
                      <a:cubicBezTo>
                        <a:pt x="81963" y="483174"/>
                        <a:pt x="85510" y="488011"/>
                        <a:pt x="88090" y="491236"/>
                      </a:cubicBezTo>
                      <a:lnTo>
                        <a:pt x="88412" y="491559"/>
                      </a:lnTo>
                      <a:cubicBezTo>
                        <a:pt x="90025" y="493493"/>
                        <a:pt x="91315" y="496395"/>
                        <a:pt x="92927" y="500265"/>
                      </a:cubicBezTo>
                      <a:cubicBezTo>
                        <a:pt x="93572" y="502200"/>
                        <a:pt x="92604" y="504779"/>
                        <a:pt x="90670" y="505425"/>
                      </a:cubicBezTo>
                      <a:cubicBezTo>
                        <a:pt x="90347" y="505747"/>
                        <a:pt x="90025" y="505747"/>
                        <a:pt x="89380" y="505747"/>
                      </a:cubicBezTo>
                      <a:close/>
                      <a:moveTo>
                        <a:pt x="209659" y="501232"/>
                      </a:moveTo>
                      <a:cubicBezTo>
                        <a:pt x="206757" y="501232"/>
                        <a:pt x="202887" y="500265"/>
                        <a:pt x="199340" y="494783"/>
                      </a:cubicBezTo>
                      <a:cubicBezTo>
                        <a:pt x="197728" y="492203"/>
                        <a:pt x="193536" y="490913"/>
                        <a:pt x="186442" y="489946"/>
                      </a:cubicBezTo>
                      <a:cubicBezTo>
                        <a:pt x="184184" y="489624"/>
                        <a:pt x="182572" y="487689"/>
                        <a:pt x="182895" y="485432"/>
                      </a:cubicBezTo>
                      <a:cubicBezTo>
                        <a:pt x="183217" y="483174"/>
                        <a:pt x="185152" y="481562"/>
                        <a:pt x="187409" y="481885"/>
                      </a:cubicBezTo>
                      <a:cubicBezTo>
                        <a:pt x="193536" y="482530"/>
                        <a:pt x="201920" y="483819"/>
                        <a:pt x="206112" y="489946"/>
                      </a:cubicBezTo>
                      <a:cubicBezTo>
                        <a:pt x="207402" y="491881"/>
                        <a:pt x="208692" y="492848"/>
                        <a:pt x="209982" y="492848"/>
                      </a:cubicBezTo>
                      <a:cubicBezTo>
                        <a:pt x="212239" y="492526"/>
                        <a:pt x="214496" y="494138"/>
                        <a:pt x="214819" y="496395"/>
                      </a:cubicBezTo>
                      <a:cubicBezTo>
                        <a:pt x="215141" y="498653"/>
                        <a:pt x="213851" y="500588"/>
                        <a:pt x="211594" y="500910"/>
                      </a:cubicBezTo>
                      <a:cubicBezTo>
                        <a:pt x="210626" y="501232"/>
                        <a:pt x="209982" y="501232"/>
                        <a:pt x="209659" y="501232"/>
                      </a:cubicBezTo>
                      <a:close/>
                      <a:moveTo>
                        <a:pt x="152260" y="481562"/>
                      </a:moveTo>
                      <a:cubicBezTo>
                        <a:pt x="150648" y="481562"/>
                        <a:pt x="149036" y="480595"/>
                        <a:pt x="148391" y="478660"/>
                      </a:cubicBezTo>
                      <a:cubicBezTo>
                        <a:pt x="146456" y="471888"/>
                        <a:pt x="140329" y="465761"/>
                        <a:pt x="132268" y="461892"/>
                      </a:cubicBezTo>
                      <a:cubicBezTo>
                        <a:pt x="130333" y="460924"/>
                        <a:pt x="129365" y="458667"/>
                        <a:pt x="130333" y="456410"/>
                      </a:cubicBezTo>
                      <a:cubicBezTo>
                        <a:pt x="131300" y="454475"/>
                        <a:pt x="133557" y="453508"/>
                        <a:pt x="135815" y="454475"/>
                      </a:cubicBezTo>
                      <a:cubicBezTo>
                        <a:pt x="146133" y="459312"/>
                        <a:pt x="153228" y="467051"/>
                        <a:pt x="156130" y="476403"/>
                      </a:cubicBezTo>
                      <a:cubicBezTo>
                        <a:pt x="156775" y="478660"/>
                        <a:pt x="155485" y="480917"/>
                        <a:pt x="153550" y="481562"/>
                      </a:cubicBezTo>
                      <a:cubicBezTo>
                        <a:pt x="153228" y="481562"/>
                        <a:pt x="152583" y="481562"/>
                        <a:pt x="152260" y="481562"/>
                      </a:cubicBezTo>
                      <a:close/>
                      <a:moveTo>
                        <a:pt x="223525" y="469953"/>
                      </a:moveTo>
                      <a:cubicBezTo>
                        <a:pt x="222235" y="469953"/>
                        <a:pt x="220945" y="469308"/>
                        <a:pt x="220300" y="468341"/>
                      </a:cubicBezTo>
                      <a:cubicBezTo>
                        <a:pt x="219978" y="467696"/>
                        <a:pt x="219333" y="467051"/>
                        <a:pt x="217398" y="467051"/>
                      </a:cubicBezTo>
                      <a:cubicBezTo>
                        <a:pt x="210626" y="467051"/>
                        <a:pt x="203532" y="466084"/>
                        <a:pt x="196438" y="464471"/>
                      </a:cubicBezTo>
                      <a:cubicBezTo>
                        <a:pt x="194181" y="463827"/>
                        <a:pt x="192891" y="461892"/>
                        <a:pt x="193536" y="459634"/>
                      </a:cubicBezTo>
                      <a:cubicBezTo>
                        <a:pt x="194181" y="457377"/>
                        <a:pt x="196116" y="456087"/>
                        <a:pt x="198373" y="456732"/>
                      </a:cubicBezTo>
                      <a:cubicBezTo>
                        <a:pt x="204822" y="458345"/>
                        <a:pt x="211594" y="458990"/>
                        <a:pt x="217398" y="458990"/>
                      </a:cubicBezTo>
                      <a:cubicBezTo>
                        <a:pt x="222558" y="458990"/>
                        <a:pt x="225137" y="461247"/>
                        <a:pt x="226750" y="463504"/>
                      </a:cubicBezTo>
                      <a:cubicBezTo>
                        <a:pt x="228039" y="465116"/>
                        <a:pt x="227717" y="467696"/>
                        <a:pt x="226105" y="469308"/>
                      </a:cubicBezTo>
                      <a:cubicBezTo>
                        <a:pt x="225137" y="469631"/>
                        <a:pt x="224170" y="469953"/>
                        <a:pt x="223525" y="469953"/>
                      </a:cubicBezTo>
                      <a:close/>
                      <a:moveTo>
                        <a:pt x="164514" y="447058"/>
                      </a:moveTo>
                      <a:cubicBezTo>
                        <a:pt x="163224" y="447058"/>
                        <a:pt x="161934" y="446413"/>
                        <a:pt x="161289" y="445124"/>
                      </a:cubicBezTo>
                      <a:cubicBezTo>
                        <a:pt x="159032" y="441899"/>
                        <a:pt x="158065" y="438352"/>
                        <a:pt x="157742" y="434482"/>
                      </a:cubicBezTo>
                      <a:cubicBezTo>
                        <a:pt x="157420" y="430935"/>
                        <a:pt x="157097" y="426421"/>
                        <a:pt x="156775" y="421583"/>
                      </a:cubicBezTo>
                      <a:lnTo>
                        <a:pt x="156453" y="416747"/>
                      </a:lnTo>
                      <a:cubicBezTo>
                        <a:pt x="156130" y="414489"/>
                        <a:pt x="158065" y="412555"/>
                        <a:pt x="160322" y="412555"/>
                      </a:cubicBezTo>
                      <a:cubicBezTo>
                        <a:pt x="162579" y="412555"/>
                        <a:pt x="164514" y="414167"/>
                        <a:pt x="164514" y="416424"/>
                      </a:cubicBezTo>
                      <a:lnTo>
                        <a:pt x="164836" y="421261"/>
                      </a:lnTo>
                      <a:cubicBezTo>
                        <a:pt x="165159" y="426098"/>
                        <a:pt x="165482" y="430935"/>
                        <a:pt x="165804" y="434482"/>
                      </a:cubicBezTo>
                      <a:cubicBezTo>
                        <a:pt x="165804" y="436739"/>
                        <a:pt x="166771" y="438997"/>
                        <a:pt x="168061" y="441254"/>
                      </a:cubicBezTo>
                      <a:cubicBezTo>
                        <a:pt x="169351" y="443189"/>
                        <a:pt x="168706" y="445768"/>
                        <a:pt x="166771" y="446736"/>
                      </a:cubicBezTo>
                      <a:cubicBezTo>
                        <a:pt x="165804" y="446736"/>
                        <a:pt x="165159" y="447058"/>
                        <a:pt x="164514" y="447058"/>
                      </a:cubicBezTo>
                      <a:close/>
                      <a:moveTo>
                        <a:pt x="79706" y="445446"/>
                      </a:moveTo>
                      <a:cubicBezTo>
                        <a:pt x="79061" y="445446"/>
                        <a:pt x="78416" y="445124"/>
                        <a:pt x="77771" y="444801"/>
                      </a:cubicBezTo>
                      <a:cubicBezTo>
                        <a:pt x="75836" y="443834"/>
                        <a:pt x="75191" y="441254"/>
                        <a:pt x="76159" y="439319"/>
                      </a:cubicBezTo>
                      <a:cubicBezTo>
                        <a:pt x="80028" y="432547"/>
                        <a:pt x="84865" y="429000"/>
                        <a:pt x="90347" y="429000"/>
                      </a:cubicBezTo>
                      <a:cubicBezTo>
                        <a:pt x="95829" y="429000"/>
                        <a:pt x="100989" y="432547"/>
                        <a:pt x="104536" y="435127"/>
                      </a:cubicBezTo>
                      <a:cubicBezTo>
                        <a:pt x="106148" y="436417"/>
                        <a:pt x="106470" y="438997"/>
                        <a:pt x="105181" y="440932"/>
                      </a:cubicBezTo>
                      <a:cubicBezTo>
                        <a:pt x="103891" y="442544"/>
                        <a:pt x="101311" y="443189"/>
                        <a:pt x="99376" y="441576"/>
                      </a:cubicBezTo>
                      <a:cubicBezTo>
                        <a:pt x="95506" y="438674"/>
                        <a:pt x="92604" y="437062"/>
                        <a:pt x="90025" y="437062"/>
                      </a:cubicBezTo>
                      <a:cubicBezTo>
                        <a:pt x="89057" y="437062"/>
                        <a:pt x="86155" y="437062"/>
                        <a:pt x="82608" y="443189"/>
                      </a:cubicBezTo>
                      <a:cubicBezTo>
                        <a:pt x="82608" y="444801"/>
                        <a:pt x="81318" y="445446"/>
                        <a:pt x="79706" y="445446"/>
                      </a:cubicBezTo>
                      <a:close/>
                      <a:moveTo>
                        <a:pt x="157420" y="382243"/>
                      </a:moveTo>
                      <a:cubicBezTo>
                        <a:pt x="155485" y="382243"/>
                        <a:pt x="153873" y="380953"/>
                        <a:pt x="153550" y="379018"/>
                      </a:cubicBezTo>
                      <a:cubicBezTo>
                        <a:pt x="152583" y="374826"/>
                        <a:pt x="151293" y="370634"/>
                        <a:pt x="150326" y="366765"/>
                      </a:cubicBezTo>
                      <a:cubicBezTo>
                        <a:pt x="149358" y="363217"/>
                        <a:pt x="148068" y="359670"/>
                        <a:pt x="147423" y="356768"/>
                      </a:cubicBezTo>
                      <a:cubicBezTo>
                        <a:pt x="147101" y="355156"/>
                        <a:pt x="146779" y="353544"/>
                        <a:pt x="146779" y="351931"/>
                      </a:cubicBezTo>
                      <a:cubicBezTo>
                        <a:pt x="146779" y="349674"/>
                        <a:pt x="148391" y="347739"/>
                        <a:pt x="150648" y="347739"/>
                      </a:cubicBezTo>
                      <a:lnTo>
                        <a:pt x="150648" y="347739"/>
                      </a:lnTo>
                      <a:cubicBezTo>
                        <a:pt x="152905" y="347739"/>
                        <a:pt x="154518" y="349674"/>
                        <a:pt x="154840" y="351609"/>
                      </a:cubicBezTo>
                      <a:cubicBezTo>
                        <a:pt x="154840" y="352576"/>
                        <a:pt x="154840" y="353544"/>
                        <a:pt x="155163" y="354833"/>
                      </a:cubicBezTo>
                      <a:cubicBezTo>
                        <a:pt x="155807" y="357736"/>
                        <a:pt x="156775" y="360960"/>
                        <a:pt x="157742" y="364185"/>
                      </a:cubicBezTo>
                      <a:cubicBezTo>
                        <a:pt x="159032" y="368377"/>
                        <a:pt x="160322" y="372569"/>
                        <a:pt x="161289" y="377083"/>
                      </a:cubicBezTo>
                      <a:cubicBezTo>
                        <a:pt x="161612" y="379341"/>
                        <a:pt x="160322" y="381275"/>
                        <a:pt x="158065" y="381920"/>
                      </a:cubicBezTo>
                      <a:cubicBezTo>
                        <a:pt x="158065" y="382243"/>
                        <a:pt x="157742" y="382243"/>
                        <a:pt x="157420" y="382243"/>
                      </a:cubicBezTo>
                      <a:close/>
                      <a:moveTo>
                        <a:pt x="155485" y="318072"/>
                      </a:moveTo>
                      <a:cubicBezTo>
                        <a:pt x="155163" y="318072"/>
                        <a:pt x="155163" y="318072"/>
                        <a:pt x="154840" y="318072"/>
                      </a:cubicBezTo>
                      <a:cubicBezTo>
                        <a:pt x="152583" y="317750"/>
                        <a:pt x="151293" y="315493"/>
                        <a:pt x="151616" y="313558"/>
                      </a:cubicBezTo>
                      <a:cubicBezTo>
                        <a:pt x="153873" y="299692"/>
                        <a:pt x="161289" y="296790"/>
                        <a:pt x="167094" y="296790"/>
                      </a:cubicBezTo>
                      <a:cubicBezTo>
                        <a:pt x="169029" y="296790"/>
                        <a:pt x="170641" y="296145"/>
                        <a:pt x="172576" y="295177"/>
                      </a:cubicBezTo>
                      <a:cubicBezTo>
                        <a:pt x="174510" y="294210"/>
                        <a:pt x="177090" y="294855"/>
                        <a:pt x="178058" y="296790"/>
                      </a:cubicBezTo>
                      <a:cubicBezTo>
                        <a:pt x="179025" y="298724"/>
                        <a:pt x="178380" y="301304"/>
                        <a:pt x="176445" y="302272"/>
                      </a:cubicBezTo>
                      <a:cubicBezTo>
                        <a:pt x="173221" y="303884"/>
                        <a:pt x="170318" y="304851"/>
                        <a:pt x="167094" y="304851"/>
                      </a:cubicBezTo>
                      <a:cubicBezTo>
                        <a:pt x="165159" y="304851"/>
                        <a:pt x="161289" y="304851"/>
                        <a:pt x="159677" y="314848"/>
                      </a:cubicBezTo>
                      <a:cubicBezTo>
                        <a:pt x="159032" y="316460"/>
                        <a:pt x="157420" y="318072"/>
                        <a:pt x="155485" y="318072"/>
                      </a:cubicBezTo>
                      <a:close/>
                      <a:moveTo>
                        <a:pt x="191601" y="270670"/>
                      </a:moveTo>
                      <a:cubicBezTo>
                        <a:pt x="190956" y="270670"/>
                        <a:pt x="190634" y="270670"/>
                        <a:pt x="189989" y="270348"/>
                      </a:cubicBezTo>
                      <a:cubicBezTo>
                        <a:pt x="188054" y="269380"/>
                        <a:pt x="187087" y="267123"/>
                        <a:pt x="188054" y="264866"/>
                      </a:cubicBezTo>
                      <a:cubicBezTo>
                        <a:pt x="189021" y="262931"/>
                        <a:pt x="190311" y="261319"/>
                        <a:pt x="192246" y="260029"/>
                      </a:cubicBezTo>
                      <a:cubicBezTo>
                        <a:pt x="193536" y="259384"/>
                        <a:pt x="195471" y="255837"/>
                        <a:pt x="197083" y="252934"/>
                      </a:cubicBezTo>
                      <a:cubicBezTo>
                        <a:pt x="199018" y="249387"/>
                        <a:pt x="200953" y="245518"/>
                        <a:pt x="203855" y="241971"/>
                      </a:cubicBezTo>
                      <a:cubicBezTo>
                        <a:pt x="205145" y="240358"/>
                        <a:pt x="207724" y="240036"/>
                        <a:pt x="209659" y="241326"/>
                      </a:cubicBezTo>
                      <a:cubicBezTo>
                        <a:pt x="211271" y="242616"/>
                        <a:pt x="211594" y="245195"/>
                        <a:pt x="210304" y="247130"/>
                      </a:cubicBezTo>
                      <a:cubicBezTo>
                        <a:pt x="208047" y="250032"/>
                        <a:pt x="206112" y="253579"/>
                        <a:pt x="204177" y="256804"/>
                      </a:cubicBezTo>
                      <a:cubicBezTo>
                        <a:pt x="201597" y="261319"/>
                        <a:pt x="199663" y="265188"/>
                        <a:pt x="196438" y="267123"/>
                      </a:cubicBezTo>
                      <a:cubicBezTo>
                        <a:pt x="195793" y="267445"/>
                        <a:pt x="195471" y="267768"/>
                        <a:pt x="195148" y="268413"/>
                      </a:cubicBezTo>
                      <a:cubicBezTo>
                        <a:pt x="194826" y="270025"/>
                        <a:pt x="193213" y="270670"/>
                        <a:pt x="191601" y="270670"/>
                      </a:cubicBezTo>
                      <a:close/>
                      <a:moveTo>
                        <a:pt x="269637" y="241648"/>
                      </a:moveTo>
                      <a:cubicBezTo>
                        <a:pt x="269637" y="241648"/>
                        <a:pt x="269637" y="241648"/>
                        <a:pt x="269637" y="241648"/>
                      </a:cubicBezTo>
                      <a:cubicBezTo>
                        <a:pt x="261898" y="241326"/>
                        <a:pt x="251902" y="240681"/>
                        <a:pt x="242228" y="240358"/>
                      </a:cubicBezTo>
                      <a:cubicBezTo>
                        <a:pt x="239971" y="240358"/>
                        <a:pt x="238358" y="238423"/>
                        <a:pt x="238358" y="236166"/>
                      </a:cubicBezTo>
                      <a:cubicBezTo>
                        <a:pt x="238358" y="233909"/>
                        <a:pt x="240293" y="232297"/>
                        <a:pt x="242551" y="232297"/>
                      </a:cubicBezTo>
                      <a:cubicBezTo>
                        <a:pt x="242551" y="232297"/>
                        <a:pt x="242551" y="232297"/>
                        <a:pt x="242551" y="232297"/>
                      </a:cubicBezTo>
                      <a:cubicBezTo>
                        <a:pt x="252224" y="232619"/>
                        <a:pt x="262221" y="232942"/>
                        <a:pt x="269960" y="233587"/>
                      </a:cubicBezTo>
                      <a:cubicBezTo>
                        <a:pt x="272217" y="233587"/>
                        <a:pt x="273830" y="235521"/>
                        <a:pt x="273830" y="237779"/>
                      </a:cubicBezTo>
                      <a:cubicBezTo>
                        <a:pt x="273830" y="240036"/>
                        <a:pt x="271895" y="241648"/>
                        <a:pt x="269637" y="241648"/>
                      </a:cubicBezTo>
                      <a:close/>
                      <a:moveTo>
                        <a:pt x="304786" y="230684"/>
                      </a:moveTo>
                      <a:cubicBezTo>
                        <a:pt x="303819" y="230684"/>
                        <a:pt x="302851" y="230362"/>
                        <a:pt x="301884" y="229394"/>
                      </a:cubicBezTo>
                      <a:cubicBezTo>
                        <a:pt x="300272" y="227782"/>
                        <a:pt x="300272" y="225202"/>
                        <a:pt x="301884" y="223590"/>
                      </a:cubicBezTo>
                      <a:cubicBezTo>
                        <a:pt x="305109" y="220365"/>
                        <a:pt x="307688" y="216818"/>
                        <a:pt x="309946" y="212626"/>
                      </a:cubicBezTo>
                      <a:cubicBezTo>
                        <a:pt x="312525" y="207789"/>
                        <a:pt x="313815" y="204242"/>
                        <a:pt x="314460" y="201985"/>
                      </a:cubicBezTo>
                      <a:cubicBezTo>
                        <a:pt x="315105" y="199728"/>
                        <a:pt x="317362" y="198760"/>
                        <a:pt x="319620" y="199405"/>
                      </a:cubicBezTo>
                      <a:cubicBezTo>
                        <a:pt x="321877" y="200050"/>
                        <a:pt x="322844" y="202308"/>
                        <a:pt x="322199" y="204565"/>
                      </a:cubicBezTo>
                      <a:cubicBezTo>
                        <a:pt x="320909" y="208757"/>
                        <a:pt x="319297" y="212626"/>
                        <a:pt x="317040" y="216496"/>
                      </a:cubicBezTo>
                      <a:cubicBezTo>
                        <a:pt x="314460" y="221333"/>
                        <a:pt x="311235" y="225847"/>
                        <a:pt x="307688" y="229394"/>
                      </a:cubicBezTo>
                      <a:cubicBezTo>
                        <a:pt x="306721" y="230362"/>
                        <a:pt x="305754" y="230684"/>
                        <a:pt x="304786" y="230684"/>
                      </a:cubicBezTo>
                      <a:close/>
                      <a:moveTo>
                        <a:pt x="333486" y="176510"/>
                      </a:moveTo>
                      <a:cubicBezTo>
                        <a:pt x="331551" y="176510"/>
                        <a:pt x="329616" y="174898"/>
                        <a:pt x="329616" y="172963"/>
                      </a:cubicBezTo>
                      <a:cubicBezTo>
                        <a:pt x="329293" y="170384"/>
                        <a:pt x="328971" y="167804"/>
                        <a:pt x="328326" y="165224"/>
                      </a:cubicBezTo>
                      <a:lnTo>
                        <a:pt x="328004" y="163612"/>
                      </a:lnTo>
                      <a:cubicBezTo>
                        <a:pt x="327681" y="161677"/>
                        <a:pt x="327681" y="160065"/>
                        <a:pt x="327681" y="158130"/>
                      </a:cubicBezTo>
                      <a:cubicBezTo>
                        <a:pt x="327681" y="153615"/>
                        <a:pt x="328649" y="149101"/>
                        <a:pt x="330261" y="144264"/>
                      </a:cubicBezTo>
                      <a:cubicBezTo>
                        <a:pt x="330906" y="142007"/>
                        <a:pt x="333163" y="141039"/>
                        <a:pt x="335420" y="141684"/>
                      </a:cubicBezTo>
                      <a:cubicBezTo>
                        <a:pt x="337678" y="142329"/>
                        <a:pt x="338645" y="144586"/>
                        <a:pt x="338000" y="146844"/>
                      </a:cubicBezTo>
                      <a:cubicBezTo>
                        <a:pt x="336710" y="150713"/>
                        <a:pt x="336065" y="154583"/>
                        <a:pt x="336065" y="158130"/>
                      </a:cubicBezTo>
                      <a:cubicBezTo>
                        <a:pt x="336065" y="159420"/>
                        <a:pt x="336065" y="161032"/>
                        <a:pt x="336388" y="162322"/>
                      </a:cubicBezTo>
                      <a:lnTo>
                        <a:pt x="336710" y="163934"/>
                      </a:lnTo>
                      <a:cubicBezTo>
                        <a:pt x="337033" y="166514"/>
                        <a:pt x="337678" y="169416"/>
                        <a:pt x="338000" y="171996"/>
                      </a:cubicBezTo>
                      <a:cubicBezTo>
                        <a:pt x="338323" y="174253"/>
                        <a:pt x="336710" y="176188"/>
                        <a:pt x="334453" y="176510"/>
                      </a:cubicBezTo>
                      <a:cubicBezTo>
                        <a:pt x="334130" y="176510"/>
                        <a:pt x="333808" y="176510"/>
                        <a:pt x="333486" y="176510"/>
                      </a:cubicBezTo>
                      <a:close/>
                      <a:moveTo>
                        <a:pt x="353801" y="117177"/>
                      </a:moveTo>
                      <a:cubicBezTo>
                        <a:pt x="352833" y="117177"/>
                        <a:pt x="352189" y="116854"/>
                        <a:pt x="351544" y="116532"/>
                      </a:cubicBezTo>
                      <a:cubicBezTo>
                        <a:pt x="349609" y="115242"/>
                        <a:pt x="349286" y="112662"/>
                        <a:pt x="350576" y="111050"/>
                      </a:cubicBezTo>
                      <a:cubicBezTo>
                        <a:pt x="356381" y="102666"/>
                        <a:pt x="359283" y="100086"/>
                        <a:pt x="362507" y="100086"/>
                      </a:cubicBezTo>
                      <a:cubicBezTo>
                        <a:pt x="363475" y="99764"/>
                        <a:pt x="367989" y="97184"/>
                        <a:pt x="370569" y="93637"/>
                      </a:cubicBezTo>
                      <a:cubicBezTo>
                        <a:pt x="371859" y="91702"/>
                        <a:pt x="374438" y="91380"/>
                        <a:pt x="376051" y="92669"/>
                      </a:cubicBezTo>
                      <a:cubicBezTo>
                        <a:pt x="377986" y="93959"/>
                        <a:pt x="378308" y="96539"/>
                        <a:pt x="377018" y="98151"/>
                      </a:cubicBezTo>
                      <a:cubicBezTo>
                        <a:pt x="373794" y="102988"/>
                        <a:pt x="367022" y="107503"/>
                        <a:pt x="363152" y="108148"/>
                      </a:cubicBezTo>
                      <a:cubicBezTo>
                        <a:pt x="362507" y="108470"/>
                        <a:pt x="360895" y="110405"/>
                        <a:pt x="357025" y="115564"/>
                      </a:cubicBezTo>
                      <a:cubicBezTo>
                        <a:pt x="356381" y="116532"/>
                        <a:pt x="355091" y="117177"/>
                        <a:pt x="353801" y="117177"/>
                      </a:cubicBezTo>
                      <a:close/>
                      <a:moveTo>
                        <a:pt x="366055" y="63970"/>
                      </a:moveTo>
                      <a:cubicBezTo>
                        <a:pt x="366055" y="63970"/>
                        <a:pt x="365732" y="63970"/>
                        <a:pt x="365732" y="63970"/>
                      </a:cubicBezTo>
                      <a:cubicBezTo>
                        <a:pt x="363475" y="63648"/>
                        <a:pt x="361862" y="61713"/>
                        <a:pt x="362185" y="59456"/>
                      </a:cubicBezTo>
                      <a:cubicBezTo>
                        <a:pt x="362830" y="53651"/>
                        <a:pt x="365410" y="48169"/>
                        <a:pt x="369924" y="42687"/>
                      </a:cubicBezTo>
                      <a:cubicBezTo>
                        <a:pt x="372504" y="39785"/>
                        <a:pt x="375084" y="36883"/>
                        <a:pt x="377986" y="34626"/>
                      </a:cubicBezTo>
                      <a:cubicBezTo>
                        <a:pt x="379598" y="33013"/>
                        <a:pt x="382178" y="33336"/>
                        <a:pt x="383790" y="34948"/>
                      </a:cubicBezTo>
                      <a:cubicBezTo>
                        <a:pt x="385402" y="36561"/>
                        <a:pt x="385080" y="39140"/>
                        <a:pt x="383467" y="40753"/>
                      </a:cubicBezTo>
                      <a:cubicBezTo>
                        <a:pt x="380888" y="43010"/>
                        <a:pt x="378631" y="45267"/>
                        <a:pt x="376373" y="48169"/>
                      </a:cubicBezTo>
                      <a:cubicBezTo>
                        <a:pt x="372826" y="52361"/>
                        <a:pt x="370891" y="56553"/>
                        <a:pt x="370247" y="60745"/>
                      </a:cubicBezTo>
                      <a:cubicBezTo>
                        <a:pt x="369924" y="62680"/>
                        <a:pt x="368312" y="63970"/>
                        <a:pt x="366055" y="63970"/>
                      </a:cubicBezTo>
                      <a:close/>
                      <a:moveTo>
                        <a:pt x="413457" y="22372"/>
                      </a:moveTo>
                      <a:cubicBezTo>
                        <a:pt x="412167" y="22372"/>
                        <a:pt x="410877" y="21727"/>
                        <a:pt x="409910" y="20437"/>
                      </a:cubicBezTo>
                      <a:cubicBezTo>
                        <a:pt x="408620" y="18502"/>
                        <a:pt x="409265" y="15923"/>
                        <a:pt x="411199" y="14956"/>
                      </a:cubicBezTo>
                      <a:cubicBezTo>
                        <a:pt x="412167" y="14310"/>
                        <a:pt x="412812" y="13988"/>
                        <a:pt x="413779" y="13343"/>
                      </a:cubicBezTo>
                      <a:cubicBezTo>
                        <a:pt x="420551" y="8829"/>
                        <a:pt x="427968" y="3992"/>
                        <a:pt x="434417" y="444"/>
                      </a:cubicBezTo>
                      <a:cubicBezTo>
                        <a:pt x="436352" y="-523"/>
                        <a:pt x="438931" y="122"/>
                        <a:pt x="439899" y="2057"/>
                      </a:cubicBezTo>
                      <a:cubicBezTo>
                        <a:pt x="440866" y="3992"/>
                        <a:pt x="440221" y="6571"/>
                        <a:pt x="438287" y="7539"/>
                      </a:cubicBezTo>
                      <a:cubicBezTo>
                        <a:pt x="433450" y="10441"/>
                        <a:pt x="427645" y="13988"/>
                        <a:pt x="418294" y="20115"/>
                      </a:cubicBezTo>
                      <a:cubicBezTo>
                        <a:pt x="417326" y="20760"/>
                        <a:pt x="416359" y="21405"/>
                        <a:pt x="415392" y="22050"/>
                      </a:cubicBezTo>
                      <a:cubicBezTo>
                        <a:pt x="414747" y="22050"/>
                        <a:pt x="414102" y="22372"/>
                        <a:pt x="413457" y="2237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74E26362-FA4C-DC0C-467E-E7044C8EE3F7}"/>
                    </a:ext>
                  </a:extLst>
                </p:cNvPr>
                <p:cNvSpPr/>
                <p:nvPr/>
              </p:nvSpPr>
              <p:spPr>
                <a:xfrm>
                  <a:off x="6166543" y="4419159"/>
                  <a:ext cx="32246" cy="32246"/>
                </a:xfrm>
                <a:custGeom>
                  <a:avLst/>
                  <a:gdLst>
                    <a:gd name="connsiteX0" fmla="*/ 0 w 0"/>
                    <a:gd name="connsiteY0" fmla="*/ 20903 h 0"/>
                    <a:gd name="connsiteX1" fmla="*/ 3547 w 0"/>
                    <a:gd name="connsiteY1" fmla="*/ 14131 h 0"/>
                    <a:gd name="connsiteX2" fmla="*/ 9674 w 0"/>
                    <a:gd name="connsiteY2" fmla="*/ 2200 h 0"/>
                    <a:gd name="connsiteX3" fmla="*/ 15156 w 0"/>
                    <a:gd name="connsiteY3" fmla="*/ 587 h 0"/>
                    <a:gd name="connsiteX4" fmla="*/ 16768 w 0"/>
                    <a:gd name="connsiteY4" fmla="*/ 6069 h 0"/>
                    <a:gd name="connsiteX5" fmla="*/ 14188 w 0"/>
                    <a:gd name="connsiteY5" fmla="*/ 11228 h 0"/>
                    <a:gd name="connsiteX6" fmla="*/ 19993 w 0"/>
                    <a:gd name="connsiteY6" fmla="*/ 10584 h 0"/>
                    <a:gd name="connsiteX7" fmla="*/ 24507 w 0"/>
                    <a:gd name="connsiteY7" fmla="*/ 14131 h 0"/>
                    <a:gd name="connsiteX8" fmla="*/ 20960 w 0"/>
                    <a:gd name="connsiteY8" fmla="*/ 18645 h 0"/>
                    <a:gd name="connsiteX9" fmla="*/ 8706 w 0"/>
                    <a:gd name="connsiteY9" fmla="*/ 20257 h 0"/>
                    <a:gd name="connsiteX10" fmla="*/ 0 w 0"/>
                    <a:gd name="connsiteY10" fmla="*/ 20903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>
                      <a:moveTo>
                        <a:pt x="0" y="20903"/>
                      </a:moveTo>
                      <a:lnTo>
                        <a:pt x="3547" y="14131"/>
                      </a:lnTo>
                      <a:cubicBezTo>
                        <a:pt x="5804" y="9939"/>
                        <a:pt x="8062" y="5747"/>
                        <a:pt x="9674" y="2200"/>
                      </a:cubicBezTo>
                      <a:cubicBezTo>
                        <a:pt x="10641" y="265"/>
                        <a:pt x="13221" y="-703"/>
                        <a:pt x="15156" y="587"/>
                      </a:cubicBezTo>
                      <a:cubicBezTo>
                        <a:pt x="17091" y="1555"/>
                        <a:pt x="18058" y="4134"/>
                        <a:pt x="16768" y="6069"/>
                      </a:cubicBezTo>
                      <a:cubicBezTo>
                        <a:pt x="15801" y="7681"/>
                        <a:pt x="15156" y="9294"/>
                        <a:pt x="14188" y="11228"/>
                      </a:cubicBezTo>
                      <a:cubicBezTo>
                        <a:pt x="15801" y="10906"/>
                        <a:pt x="17735" y="10906"/>
                        <a:pt x="19993" y="10584"/>
                      </a:cubicBezTo>
                      <a:cubicBezTo>
                        <a:pt x="22250" y="10261"/>
                        <a:pt x="24185" y="11874"/>
                        <a:pt x="24507" y="14131"/>
                      </a:cubicBezTo>
                      <a:cubicBezTo>
                        <a:pt x="24830" y="16388"/>
                        <a:pt x="23217" y="18323"/>
                        <a:pt x="20960" y="18645"/>
                      </a:cubicBezTo>
                      <a:cubicBezTo>
                        <a:pt x="16123" y="19290"/>
                        <a:pt x="12254" y="19613"/>
                        <a:pt x="8706" y="20257"/>
                      </a:cubicBezTo>
                      <a:lnTo>
                        <a:pt x="0" y="20903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24E9DB94-9D22-D84E-E29A-4BB8EC079E84}"/>
                    </a:ext>
                  </a:extLst>
                </p:cNvPr>
                <p:cNvSpPr/>
                <p:nvPr/>
              </p:nvSpPr>
              <p:spPr>
                <a:xfrm>
                  <a:off x="6218584" y="4182816"/>
                  <a:ext cx="515943" cy="225725"/>
                </a:xfrm>
                <a:custGeom>
                  <a:avLst/>
                  <a:gdLst>
                    <a:gd name="connsiteX0" fmla="*/ 4069 w 515943"/>
                    <a:gd name="connsiteY0" fmla="*/ 246927 h 225725"/>
                    <a:gd name="connsiteX1" fmla="*/ 199 w 515943"/>
                    <a:gd name="connsiteY1" fmla="*/ 244348 h 225725"/>
                    <a:gd name="connsiteX2" fmla="*/ 2456 w 515943"/>
                    <a:gd name="connsiteY2" fmla="*/ 239188 h 225725"/>
                    <a:gd name="connsiteX3" fmla="*/ 24706 w 515943"/>
                    <a:gd name="connsiteY3" fmla="*/ 227580 h 225725"/>
                    <a:gd name="connsiteX4" fmla="*/ 30188 w 515943"/>
                    <a:gd name="connsiteY4" fmla="*/ 228547 h 225725"/>
                    <a:gd name="connsiteX5" fmla="*/ 29221 w 515943"/>
                    <a:gd name="connsiteY5" fmla="*/ 234029 h 225725"/>
                    <a:gd name="connsiteX6" fmla="*/ 5036 w 515943"/>
                    <a:gd name="connsiteY6" fmla="*/ 246605 h 225725"/>
                    <a:gd name="connsiteX7" fmla="*/ 4069 w 515943"/>
                    <a:gd name="connsiteY7" fmla="*/ 246927 h 225725"/>
                    <a:gd name="connsiteX8" fmla="*/ 62112 w 515943"/>
                    <a:gd name="connsiteY8" fmla="*/ 225322 h 225725"/>
                    <a:gd name="connsiteX9" fmla="*/ 61467 w 515943"/>
                    <a:gd name="connsiteY9" fmla="*/ 221453 h 225725"/>
                    <a:gd name="connsiteX10" fmla="*/ 61467 w 515943"/>
                    <a:gd name="connsiteY10" fmla="*/ 217261 h 225725"/>
                    <a:gd name="connsiteX11" fmla="*/ 61790 w 515943"/>
                    <a:gd name="connsiteY11" fmla="*/ 217261 h 225725"/>
                    <a:gd name="connsiteX12" fmla="*/ 79525 w 515943"/>
                    <a:gd name="connsiteY12" fmla="*/ 206297 h 225725"/>
                    <a:gd name="connsiteX13" fmla="*/ 79848 w 515943"/>
                    <a:gd name="connsiteY13" fmla="*/ 205652 h 225725"/>
                    <a:gd name="connsiteX14" fmla="*/ 85652 w 515943"/>
                    <a:gd name="connsiteY14" fmla="*/ 205007 h 225725"/>
                    <a:gd name="connsiteX15" fmla="*/ 86297 w 515943"/>
                    <a:gd name="connsiteY15" fmla="*/ 210811 h 225725"/>
                    <a:gd name="connsiteX16" fmla="*/ 85975 w 515943"/>
                    <a:gd name="connsiteY16" fmla="*/ 211456 h 225725"/>
                    <a:gd name="connsiteX17" fmla="*/ 62112 w 515943"/>
                    <a:gd name="connsiteY17" fmla="*/ 225322 h 225725"/>
                    <a:gd name="connsiteX18" fmla="*/ 115964 w 515943"/>
                    <a:gd name="connsiteY18" fmla="*/ 208877 h 225725"/>
                    <a:gd name="connsiteX19" fmla="*/ 112094 w 515943"/>
                    <a:gd name="connsiteY19" fmla="*/ 205652 h 225725"/>
                    <a:gd name="connsiteX20" fmla="*/ 115319 w 515943"/>
                    <a:gd name="connsiteY20" fmla="*/ 200815 h 225725"/>
                    <a:gd name="connsiteX21" fmla="*/ 127573 w 515943"/>
                    <a:gd name="connsiteY21" fmla="*/ 188884 h 225725"/>
                    <a:gd name="connsiteX22" fmla="*/ 127573 w 515943"/>
                    <a:gd name="connsiteY22" fmla="*/ 186949 h 225725"/>
                    <a:gd name="connsiteX23" fmla="*/ 131442 w 515943"/>
                    <a:gd name="connsiteY23" fmla="*/ 182757 h 225725"/>
                    <a:gd name="connsiteX24" fmla="*/ 135634 w 515943"/>
                    <a:gd name="connsiteY24" fmla="*/ 186626 h 225725"/>
                    <a:gd name="connsiteX25" fmla="*/ 135634 w 515943"/>
                    <a:gd name="connsiteY25" fmla="*/ 189206 h 225725"/>
                    <a:gd name="connsiteX26" fmla="*/ 117254 w 515943"/>
                    <a:gd name="connsiteY26" fmla="*/ 208877 h 225725"/>
                    <a:gd name="connsiteX27" fmla="*/ 115964 w 515943"/>
                    <a:gd name="connsiteY27" fmla="*/ 208877 h 225725"/>
                    <a:gd name="connsiteX28" fmla="*/ 197225 w 515943"/>
                    <a:gd name="connsiteY28" fmla="*/ 155670 h 225725"/>
                    <a:gd name="connsiteX29" fmla="*/ 193355 w 515943"/>
                    <a:gd name="connsiteY29" fmla="*/ 152768 h 225725"/>
                    <a:gd name="connsiteX30" fmla="*/ 195935 w 515943"/>
                    <a:gd name="connsiteY30" fmla="*/ 147608 h 225725"/>
                    <a:gd name="connsiteX31" fmla="*/ 207544 w 515943"/>
                    <a:gd name="connsiteY31" fmla="*/ 145351 h 225725"/>
                    <a:gd name="connsiteX32" fmla="*/ 213026 w 515943"/>
                    <a:gd name="connsiteY32" fmla="*/ 138257 h 225725"/>
                    <a:gd name="connsiteX33" fmla="*/ 213348 w 515943"/>
                    <a:gd name="connsiteY33" fmla="*/ 137289 h 225725"/>
                    <a:gd name="connsiteX34" fmla="*/ 218508 w 515943"/>
                    <a:gd name="connsiteY34" fmla="*/ 135032 h 225725"/>
                    <a:gd name="connsiteX35" fmla="*/ 220765 w 515943"/>
                    <a:gd name="connsiteY35" fmla="*/ 140192 h 225725"/>
                    <a:gd name="connsiteX36" fmla="*/ 220442 w 515943"/>
                    <a:gd name="connsiteY36" fmla="*/ 141159 h 225725"/>
                    <a:gd name="connsiteX37" fmla="*/ 207544 w 515943"/>
                    <a:gd name="connsiteY37" fmla="*/ 153735 h 225725"/>
                    <a:gd name="connsiteX38" fmla="*/ 198192 w 515943"/>
                    <a:gd name="connsiteY38" fmla="*/ 155670 h 225725"/>
                    <a:gd name="connsiteX39" fmla="*/ 197225 w 515943"/>
                    <a:gd name="connsiteY39" fmla="*/ 155670 h 225725"/>
                    <a:gd name="connsiteX40" fmla="*/ 125315 w 515943"/>
                    <a:gd name="connsiteY40" fmla="*/ 154702 h 225725"/>
                    <a:gd name="connsiteX41" fmla="*/ 121446 w 515943"/>
                    <a:gd name="connsiteY41" fmla="*/ 151155 h 225725"/>
                    <a:gd name="connsiteX42" fmla="*/ 120478 w 515943"/>
                    <a:gd name="connsiteY42" fmla="*/ 139547 h 225725"/>
                    <a:gd name="connsiteX43" fmla="*/ 122736 w 515943"/>
                    <a:gd name="connsiteY43" fmla="*/ 129550 h 225725"/>
                    <a:gd name="connsiteX44" fmla="*/ 127895 w 515943"/>
                    <a:gd name="connsiteY44" fmla="*/ 123746 h 225725"/>
                    <a:gd name="connsiteX45" fmla="*/ 133699 w 515943"/>
                    <a:gd name="connsiteY45" fmla="*/ 123746 h 225725"/>
                    <a:gd name="connsiteX46" fmla="*/ 133699 w 515943"/>
                    <a:gd name="connsiteY46" fmla="*/ 129550 h 225725"/>
                    <a:gd name="connsiteX47" fmla="*/ 129507 w 515943"/>
                    <a:gd name="connsiteY47" fmla="*/ 134387 h 225725"/>
                    <a:gd name="connsiteX48" fmla="*/ 128863 w 515943"/>
                    <a:gd name="connsiteY48" fmla="*/ 139547 h 225725"/>
                    <a:gd name="connsiteX49" fmla="*/ 129830 w 515943"/>
                    <a:gd name="connsiteY49" fmla="*/ 150188 h 225725"/>
                    <a:gd name="connsiteX50" fmla="*/ 126283 w 515943"/>
                    <a:gd name="connsiteY50" fmla="*/ 154702 h 225725"/>
                    <a:gd name="connsiteX51" fmla="*/ 125315 w 515943"/>
                    <a:gd name="connsiteY51" fmla="*/ 154702 h 225725"/>
                    <a:gd name="connsiteX52" fmla="*/ 168848 w 515943"/>
                    <a:gd name="connsiteY52" fmla="*/ 149221 h 225725"/>
                    <a:gd name="connsiteX53" fmla="*/ 168848 w 515943"/>
                    <a:gd name="connsiteY53" fmla="*/ 149221 h 225725"/>
                    <a:gd name="connsiteX54" fmla="*/ 164656 w 515943"/>
                    <a:gd name="connsiteY54" fmla="*/ 145028 h 225725"/>
                    <a:gd name="connsiteX55" fmla="*/ 164978 w 515943"/>
                    <a:gd name="connsiteY55" fmla="*/ 140192 h 225725"/>
                    <a:gd name="connsiteX56" fmla="*/ 165301 w 515943"/>
                    <a:gd name="connsiteY56" fmla="*/ 135355 h 225725"/>
                    <a:gd name="connsiteX57" fmla="*/ 160464 w 515943"/>
                    <a:gd name="connsiteY57" fmla="*/ 123746 h 225725"/>
                    <a:gd name="connsiteX58" fmla="*/ 160141 w 515943"/>
                    <a:gd name="connsiteY58" fmla="*/ 117942 h 225725"/>
                    <a:gd name="connsiteX59" fmla="*/ 165946 w 515943"/>
                    <a:gd name="connsiteY59" fmla="*/ 117619 h 225725"/>
                    <a:gd name="connsiteX60" fmla="*/ 173363 w 515943"/>
                    <a:gd name="connsiteY60" fmla="*/ 135355 h 225725"/>
                    <a:gd name="connsiteX61" fmla="*/ 173040 w 515943"/>
                    <a:gd name="connsiteY61" fmla="*/ 140836 h 225725"/>
                    <a:gd name="connsiteX62" fmla="*/ 172718 w 515943"/>
                    <a:gd name="connsiteY62" fmla="*/ 145028 h 225725"/>
                    <a:gd name="connsiteX63" fmla="*/ 168848 w 515943"/>
                    <a:gd name="connsiteY63" fmla="*/ 149221 h 225725"/>
                    <a:gd name="connsiteX64" fmla="*/ 247530 w 515943"/>
                    <a:gd name="connsiteY64" fmla="*/ 145028 h 225725"/>
                    <a:gd name="connsiteX65" fmla="*/ 243337 w 515943"/>
                    <a:gd name="connsiteY65" fmla="*/ 141159 h 225725"/>
                    <a:gd name="connsiteX66" fmla="*/ 247207 w 515943"/>
                    <a:gd name="connsiteY66" fmla="*/ 136967 h 225725"/>
                    <a:gd name="connsiteX67" fmla="*/ 254624 w 515943"/>
                    <a:gd name="connsiteY67" fmla="*/ 127938 h 225725"/>
                    <a:gd name="connsiteX68" fmla="*/ 256236 w 515943"/>
                    <a:gd name="connsiteY68" fmla="*/ 120199 h 225725"/>
                    <a:gd name="connsiteX69" fmla="*/ 261073 w 515943"/>
                    <a:gd name="connsiteY69" fmla="*/ 116974 h 225725"/>
                    <a:gd name="connsiteX70" fmla="*/ 264298 w 515943"/>
                    <a:gd name="connsiteY70" fmla="*/ 121811 h 225725"/>
                    <a:gd name="connsiteX71" fmla="*/ 262685 w 515943"/>
                    <a:gd name="connsiteY71" fmla="*/ 129873 h 225725"/>
                    <a:gd name="connsiteX72" fmla="*/ 247530 w 515943"/>
                    <a:gd name="connsiteY72" fmla="*/ 145028 h 225725"/>
                    <a:gd name="connsiteX73" fmla="*/ 247530 w 515943"/>
                    <a:gd name="connsiteY73" fmla="*/ 145028 h 225725"/>
                    <a:gd name="connsiteX74" fmla="*/ 269779 w 515943"/>
                    <a:gd name="connsiteY74" fmla="*/ 89565 h 225725"/>
                    <a:gd name="connsiteX75" fmla="*/ 267845 w 515943"/>
                    <a:gd name="connsiteY75" fmla="*/ 88920 h 225725"/>
                    <a:gd name="connsiteX76" fmla="*/ 266232 w 515943"/>
                    <a:gd name="connsiteY76" fmla="*/ 83438 h 225725"/>
                    <a:gd name="connsiteX77" fmla="*/ 283323 w 515943"/>
                    <a:gd name="connsiteY77" fmla="*/ 62155 h 225725"/>
                    <a:gd name="connsiteX78" fmla="*/ 289127 w 515943"/>
                    <a:gd name="connsiteY78" fmla="*/ 62478 h 225725"/>
                    <a:gd name="connsiteX79" fmla="*/ 288805 w 515943"/>
                    <a:gd name="connsiteY79" fmla="*/ 68282 h 225725"/>
                    <a:gd name="connsiteX80" fmla="*/ 273327 w 515943"/>
                    <a:gd name="connsiteY80" fmla="*/ 87630 h 225725"/>
                    <a:gd name="connsiteX81" fmla="*/ 269779 w 515943"/>
                    <a:gd name="connsiteY81" fmla="*/ 89565 h 225725"/>
                    <a:gd name="connsiteX82" fmla="*/ 436816 w 515943"/>
                    <a:gd name="connsiteY82" fmla="*/ 70539 h 225725"/>
                    <a:gd name="connsiteX83" fmla="*/ 421338 w 515943"/>
                    <a:gd name="connsiteY83" fmla="*/ 66025 h 225725"/>
                    <a:gd name="connsiteX84" fmla="*/ 420693 w 515943"/>
                    <a:gd name="connsiteY84" fmla="*/ 60220 h 225725"/>
                    <a:gd name="connsiteX85" fmla="*/ 426497 w 515943"/>
                    <a:gd name="connsiteY85" fmla="*/ 59575 h 225725"/>
                    <a:gd name="connsiteX86" fmla="*/ 448425 w 515943"/>
                    <a:gd name="connsiteY86" fmla="*/ 61188 h 225725"/>
                    <a:gd name="connsiteX87" fmla="*/ 453262 w 515943"/>
                    <a:gd name="connsiteY87" fmla="*/ 64412 h 225725"/>
                    <a:gd name="connsiteX88" fmla="*/ 450037 w 515943"/>
                    <a:gd name="connsiteY88" fmla="*/ 69249 h 225725"/>
                    <a:gd name="connsiteX89" fmla="*/ 436816 w 515943"/>
                    <a:gd name="connsiteY89" fmla="*/ 70539 h 225725"/>
                    <a:gd name="connsiteX90" fmla="*/ 316859 w 515943"/>
                    <a:gd name="connsiteY90" fmla="*/ 69572 h 225725"/>
                    <a:gd name="connsiteX91" fmla="*/ 314280 w 515943"/>
                    <a:gd name="connsiteY91" fmla="*/ 68604 h 225725"/>
                    <a:gd name="connsiteX92" fmla="*/ 313957 w 515943"/>
                    <a:gd name="connsiteY92" fmla="*/ 62800 h 225725"/>
                    <a:gd name="connsiteX93" fmla="*/ 322664 w 515943"/>
                    <a:gd name="connsiteY93" fmla="*/ 49257 h 225725"/>
                    <a:gd name="connsiteX94" fmla="*/ 326856 w 515943"/>
                    <a:gd name="connsiteY94" fmla="*/ 41517 h 225725"/>
                    <a:gd name="connsiteX95" fmla="*/ 330403 w 515943"/>
                    <a:gd name="connsiteY95" fmla="*/ 43130 h 225725"/>
                    <a:gd name="connsiteX96" fmla="*/ 333950 w 515943"/>
                    <a:gd name="connsiteY96" fmla="*/ 45064 h 225725"/>
                    <a:gd name="connsiteX97" fmla="*/ 329758 w 515943"/>
                    <a:gd name="connsiteY97" fmla="*/ 52803 h 225725"/>
                    <a:gd name="connsiteX98" fmla="*/ 319762 w 515943"/>
                    <a:gd name="connsiteY98" fmla="*/ 68282 h 225725"/>
                    <a:gd name="connsiteX99" fmla="*/ 316859 w 515943"/>
                    <a:gd name="connsiteY99" fmla="*/ 69572 h 225725"/>
                    <a:gd name="connsiteX100" fmla="*/ 492280 w 515943"/>
                    <a:gd name="connsiteY100" fmla="*/ 66992 h 225725"/>
                    <a:gd name="connsiteX101" fmla="*/ 485186 w 515943"/>
                    <a:gd name="connsiteY101" fmla="*/ 66669 h 225725"/>
                    <a:gd name="connsiteX102" fmla="*/ 481639 w 515943"/>
                    <a:gd name="connsiteY102" fmla="*/ 62478 h 225725"/>
                    <a:gd name="connsiteX103" fmla="*/ 485831 w 515943"/>
                    <a:gd name="connsiteY103" fmla="*/ 58930 h 225725"/>
                    <a:gd name="connsiteX104" fmla="*/ 497762 w 515943"/>
                    <a:gd name="connsiteY104" fmla="*/ 58608 h 225725"/>
                    <a:gd name="connsiteX105" fmla="*/ 500342 w 515943"/>
                    <a:gd name="connsiteY105" fmla="*/ 54416 h 225725"/>
                    <a:gd name="connsiteX106" fmla="*/ 505501 w 515943"/>
                    <a:gd name="connsiteY106" fmla="*/ 56673 h 225725"/>
                    <a:gd name="connsiteX107" fmla="*/ 506146 w 515943"/>
                    <a:gd name="connsiteY107" fmla="*/ 56673 h 225725"/>
                    <a:gd name="connsiteX108" fmla="*/ 510016 w 515943"/>
                    <a:gd name="connsiteY108" fmla="*/ 60865 h 225725"/>
                    <a:gd name="connsiteX109" fmla="*/ 510016 w 515943"/>
                    <a:gd name="connsiteY109" fmla="*/ 64090 h 225725"/>
                    <a:gd name="connsiteX110" fmla="*/ 506146 w 515943"/>
                    <a:gd name="connsiteY110" fmla="*/ 65057 h 225725"/>
                    <a:gd name="connsiteX111" fmla="*/ 502276 w 515943"/>
                    <a:gd name="connsiteY111" fmla="*/ 66025 h 225725"/>
                    <a:gd name="connsiteX112" fmla="*/ 492280 w 515943"/>
                    <a:gd name="connsiteY112" fmla="*/ 66992 h 225725"/>
                    <a:gd name="connsiteX113" fmla="*/ 402312 w 515943"/>
                    <a:gd name="connsiteY113" fmla="*/ 39583 h 225725"/>
                    <a:gd name="connsiteX114" fmla="*/ 400378 w 515943"/>
                    <a:gd name="connsiteY114" fmla="*/ 39260 h 225725"/>
                    <a:gd name="connsiteX115" fmla="*/ 384577 w 515943"/>
                    <a:gd name="connsiteY115" fmla="*/ 27329 h 225725"/>
                    <a:gd name="connsiteX116" fmla="*/ 380063 w 515943"/>
                    <a:gd name="connsiteY116" fmla="*/ 21202 h 225725"/>
                    <a:gd name="connsiteX117" fmla="*/ 380707 w 515943"/>
                    <a:gd name="connsiteY117" fmla="*/ 15398 h 225725"/>
                    <a:gd name="connsiteX118" fmla="*/ 386189 w 515943"/>
                    <a:gd name="connsiteY118" fmla="*/ 16042 h 225725"/>
                    <a:gd name="connsiteX119" fmla="*/ 386512 w 515943"/>
                    <a:gd name="connsiteY119" fmla="*/ 16365 h 225725"/>
                    <a:gd name="connsiteX120" fmla="*/ 391026 w 515943"/>
                    <a:gd name="connsiteY120" fmla="*/ 22169 h 225725"/>
                    <a:gd name="connsiteX121" fmla="*/ 404247 w 515943"/>
                    <a:gd name="connsiteY121" fmla="*/ 31843 h 225725"/>
                    <a:gd name="connsiteX122" fmla="*/ 405860 w 515943"/>
                    <a:gd name="connsiteY122" fmla="*/ 37325 h 225725"/>
                    <a:gd name="connsiteX123" fmla="*/ 402312 w 515943"/>
                    <a:gd name="connsiteY123" fmla="*/ 39583 h 225725"/>
                    <a:gd name="connsiteX124" fmla="*/ 517432 w 515943"/>
                    <a:gd name="connsiteY124" fmla="*/ 29264 h 225725"/>
                    <a:gd name="connsiteX125" fmla="*/ 515498 w 515943"/>
                    <a:gd name="connsiteY125" fmla="*/ 28619 h 225725"/>
                    <a:gd name="connsiteX126" fmla="*/ 513885 w 515943"/>
                    <a:gd name="connsiteY126" fmla="*/ 23137 h 225725"/>
                    <a:gd name="connsiteX127" fmla="*/ 529686 w 515943"/>
                    <a:gd name="connsiteY127" fmla="*/ 1209 h 225725"/>
                    <a:gd name="connsiteX128" fmla="*/ 535491 w 515943"/>
                    <a:gd name="connsiteY128" fmla="*/ 1209 h 225725"/>
                    <a:gd name="connsiteX129" fmla="*/ 535491 w 515943"/>
                    <a:gd name="connsiteY129" fmla="*/ 7014 h 225725"/>
                    <a:gd name="connsiteX130" fmla="*/ 520979 w 515943"/>
                    <a:gd name="connsiteY130" fmla="*/ 27329 h 225725"/>
                    <a:gd name="connsiteX131" fmla="*/ 517432 w 515943"/>
                    <a:gd name="connsiteY131" fmla="*/ 29264 h 225725"/>
                    <a:gd name="connsiteX132" fmla="*/ 331370 w 515943"/>
                    <a:gd name="connsiteY132" fmla="*/ 21525 h 225725"/>
                    <a:gd name="connsiteX133" fmla="*/ 327501 w 515943"/>
                    <a:gd name="connsiteY133" fmla="*/ 17977 h 225725"/>
                    <a:gd name="connsiteX134" fmla="*/ 331048 w 515943"/>
                    <a:gd name="connsiteY134" fmla="*/ 13463 h 225725"/>
                    <a:gd name="connsiteX135" fmla="*/ 353620 w 515943"/>
                    <a:gd name="connsiteY135" fmla="*/ 6046 h 225725"/>
                    <a:gd name="connsiteX136" fmla="*/ 359102 w 515943"/>
                    <a:gd name="connsiteY136" fmla="*/ 7014 h 225725"/>
                    <a:gd name="connsiteX137" fmla="*/ 358135 w 515943"/>
                    <a:gd name="connsiteY137" fmla="*/ 12495 h 225725"/>
                    <a:gd name="connsiteX138" fmla="*/ 331693 w 515943"/>
                    <a:gd name="connsiteY138" fmla="*/ 21525 h 225725"/>
                    <a:gd name="connsiteX139" fmla="*/ 331370 w 515943"/>
                    <a:gd name="connsiteY139" fmla="*/ 21525 h 22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</a:cxnLst>
                  <a:rect l="l" t="t" r="r" b="b"/>
                  <a:pathLst>
                    <a:path w="515943" h="225725">
                      <a:moveTo>
                        <a:pt x="4069" y="246927"/>
                      </a:moveTo>
                      <a:cubicBezTo>
                        <a:pt x="2456" y="246927"/>
                        <a:pt x="844" y="245960"/>
                        <a:pt x="199" y="244348"/>
                      </a:cubicBezTo>
                      <a:cubicBezTo>
                        <a:pt x="-446" y="242413"/>
                        <a:pt x="521" y="239833"/>
                        <a:pt x="2456" y="239188"/>
                      </a:cubicBezTo>
                      <a:cubicBezTo>
                        <a:pt x="10840" y="235964"/>
                        <a:pt x="18579" y="232094"/>
                        <a:pt x="24706" y="227580"/>
                      </a:cubicBezTo>
                      <a:cubicBezTo>
                        <a:pt x="26641" y="226290"/>
                        <a:pt x="28898" y="226612"/>
                        <a:pt x="30188" y="228547"/>
                      </a:cubicBezTo>
                      <a:cubicBezTo>
                        <a:pt x="31478" y="230482"/>
                        <a:pt x="31156" y="232739"/>
                        <a:pt x="29221" y="234029"/>
                      </a:cubicBezTo>
                      <a:cubicBezTo>
                        <a:pt x="22449" y="238866"/>
                        <a:pt x="14387" y="243058"/>
                        <a:pt x="5036" y="246605"/>
                      </a:cubicBezTo>
                      <a:cubicBezTo>
                        <a:pt x="5036" y="246927"/>
                        <a:pt x="4713" y="246927"/>
                        <a:pt x="4069" y="246927"/>
                      </a:cubicBezTo>
                      <a:close/>
                      <a:moveTo>
                        <a:pt x="62112" y="225322"/>
                      </a:moveTo>
                      <a:lnTo>
                        <a:pt x="61467" y="221453"/>
                      </a:lnTo>
                      <a:lnTo>
                        <a:pt x="61467" y="217261"/>
                      </a:lnTo>
                      <a:lnTo>
                        <a:pt x="61790" y="217261"/>
                      </a:lnTo>
                      <a:cubicBezTo>
                        <a:pt x="71141" y="216938"/>
                        <a:pt x="75333" y="211456"/>
                        <a:pt x="79525" y="206297"/>
                      </a:cubicBezTo>
                      <a:lnTo>
                        <a:pt x="79848" y="205652"/>
                      </a:lnTo>
                      <a:cubicBezTo>
                        <a:pt x="81138" y="204040"/>
                        <a:pt x="83717" y="203717"/>
                        <a:pt x="85652" y="205007"/>
                      </a:cubicBezTo>
                      <a:cubicBezTo>
                        <a:pt x="87265" y="206297"/>
                        <a:pt x="87587" y="208877"/>
                        <a:pt x="86297" y="210811"/>
                      </a:cubicBezTo>
                      <a:lnTo>
                        <a:pt x="85975" y="211456"/>
                      </a:lnTo>
                      <a:cubicBezTo>
                        <a:pt x="81138" y="217261"/>
                        <a:pt x="74688" y="225000"/>
                        <a:pt x="62112" y="225322"/>
                      </a:cubicBezTo>
                      <a:close/>
                      <a:moveTo>
                        <a:pt x="115964" y="208877"/>
                      </a:moveTo>
                      <a:cubicBezTo>
                        <a:pt x="114029" y="208877"/>
                        <a:pt x="112417" y="207587"/>
                        <a:pt x="112094" y="205652"/>
                      </a:cubicBezTo>
                      <a:cubicBezTo>
                        <a:pt x="111772" y="203395"/>
                        <a:pt x="113062" y="201460"/>
                        <a:pt x="115319" y="200815"/>
                      </a:cubicBezTo>
                      <a:cubicBezTo>
                        <a:pt x="120801" y="199525"/>
                        <a:pt x="127573" y="195655"/>
                        <a:pt x="127573" y="188884"/>
                      </a:cubicBezTo>
                      <a:cubicBezTo>
                        <a:pt x="127573" y="188239"/>
                        <a:pt x="127573" y="187594"/>
                        <a:pt x="127573" y="186949"/>
                      </a:cubicBezTo>
                      <a:cubicBezTo>
                        <a:pt x="127573" y="184692"/>
                        <a:pt x="129185" y="182757"/>
                        <a:pt x="131442" y="182757"/>
                      </a:cubicBezTo>
                      <a:cubicBezTo>
                        <a:pt x="133699" y="182434"/>
                        <a:pt x="135634" y="184369"/>
                        <a:pt x="135634" y="186626"/>
                      </a:cubicBezTo>
                      <a:cubicBezTo>
                        <a:pt x="135634" y="187594"/>
                        <a:pt x="135634" y="188561"/>
                        <a:pt x="135634" y="189206"/>
                      </a:cubicBezTo>
                      <a:cubicBezTo>
                        <a:pt x="135634" y="198558"/>
                        <a:pt x="128217" y="206619"/>
                        <a:pt x="117254" y="208877"/>
                      </a:cubicBezTo>
                      <a:cubicBezTo>
                        <a:pt x="116286" y="208877"/>
                        <a:pt x="115964" y="208877"/>
                        <a:pt x="115964" y="208877"/>
                      </a:cubicBezTo>
                      <a:close/>
                      <a:moveTo>
                        <a:pt x="197225" y="155670"/>
                      </a:moveTo>
                      <a:cubicBezTo>
                        <a:pt x="195613" y="155670"/>
                        <a:pt x="194000" y="154702"/>
                        <a:pt x="193355" y="152768"/>
                      </a:cubicBezTo>
                      <a:cubicBezTo>
                        <a:pt x="192710" y="150511"/>
                        <a:pt x="193678" y="148253"/>
                        <a:pt x="195935" y="147608"/>
                      </a:cubicBezTo>
                      <a:cubicBezTo>
                        <a:pt x="200772" y="145996"/>
                        <a:pt x="204319" y="145351"/>
                        <a:pt x="207544" y="145351"/>
                      </a:cubicBezTo>
                      <a:cubicBezTo>
                        <a:pt x="209801" y="145351"/>
                        <a:pt x="210769" y="143416"/>
                        <a:pt x="213026" y="138257"/>
                      </a:cubicBezTo>
                      <a:lnTo>
                        <a:pt x="213348" y="137289"/>
                      </a:lnTo>
                      <a:cubicBezTo>
                        <a:pt x="213993" y="135355"/>
                        <a:pt x="216573" y="134065"/>
                        <a:pt x="218508" y="135032"/>
                      </a:cubicBezTo>
                      <a:cubicBezTo>
                        <a:pt x="220442" y="135677"/>
                        <a:pt x="221732" y="138257"/>
                        <a:pt x="220765" y="140192"/>
                      </a:cubicBezTo>
                      <a:lnTo>
                        <a:pt x="220442" y="141159"/>
                      </a:lnTo>
                      <a:cubicBezTo>
                        <a:pt x="218508" y="145996"/>
                        <a:pt x="215605" y="153735"/>
                        <a:pt x="207544" y="153735"/>
                      </a:cubicBezTo>
                      <a:cubicBezTo>
                        <a:pt x="204964" y="153735"/>
                        <a:pt x="202062" y="154380"/>
                        <a:pt x="198192" y="155670"/>
                      </a:cubicBezTo>
                      <a:cubicBezTo>
                        <a:pt x="198192" y="155347"/>
                        <a:pt x="197870" y="155670"/>
                        <a:pt x="197225" y="155670"/>
                      </a:cubicBezTo>
                      <a:close/>
                      <a:moveTo>
                        <a:pt x="125315" y="154702"/>
                      </a:moveTo>
                      <a:cubicBezTo>
                        <a:pt x="123380" y="154702"/>
                        <a:pt x="121768" y="153090"/>
                        <a:pt x="121446" y="151155"/>
                      </a:cubicBezTo>
                      <a:cubicBezTo>
                        <a:pt x="120801" y="146318"/>
                        <a:pt x="120478" y="142449"/>
                        <a:pt x="120478" y="139547"/>
                      </a:cubicBezTo>
                      <a:cubicBezTo>
                        <a:pt x="120478" y="135032"/>
                        <a:pt x="121123" y="131808"/>
                        <a:pt x="122736" y="129550"/>
                      </a:cubicBezTo>
                      <a:cubicBezTo>
                        <a:pt x="123703" y="128260"/>
                        <a:pt x="125315" y="126003"/>
                        <a:pt x="127895" y="123746"/>
                      </a:cubicBezTo>
                      <a:cubicBezTo>
                        <a:pt x="129507" y="122133"/>
                        <a:pt x="132087" y="122133"/>
                        <a:pt x="133699" y="123746"/>
                      </a:cubicBezTo>
                      <a:cubicBezTo>
                        <a:pt x="135312" y="125358"/>
                        <a:pt x="135312" y="127938"/>
                        <a:pt x="133699" y="129550"/>
                      </a:cubicBezTo>
                      <a:cubicBezTo>
                        <a:pt x="132087" y="131162"/>
                        <a:pt x="130475" y="132775"/>
                        <a:pt x="129507" y="134387"/>
                      </a:cubicBezTo>
                      <a:cubicBezTo>
                        <a:pt x="129507" y="134387"/>
                        <a:pt x="128863" y="135355"/>
                        <a:pt x="128863" y="139547"/>
                      </a:cubicBezTo>
                      <a:cubicBezTo>
                        <a:pt x="128863" y="142126"/>
                        <a:pt x="129185" y="145674"/>
                        <a:pt x="129830" y="150188"/>
                      </a:cubicBezTo>
                      <a:cubicBezTo>
                        <a:pt x="130152" y="152445"/>
                        <a:pt x="128540" y="154380"/>
                        <a:pt x="126283" y="154702"/>
                      </a:cubicBezTo>
                      <a:cubicBezTo>
                        <a:pt x="125638" y="154702"/>
                        <a:pt x="125315" y="154702"/>
                        <a:pt x="125315" y="154702"/>
                      </a:cubicBezTo>
                      <a:close/>
                      <a:moveTo>
                        <a:pt x="168848" y="149221"/>
                      </a:moveTo>
                      <a:lnTo>
                        <a:pt x="168848" y="149221"/>
                      </a:lnTo>
                      <a:cubicBezTo>
                        <a:pt x="166591" y="149221"/>
                        <a:pt x="164656" y="147286"/>
                        <a:pt x="164656" y="145028"/>
                      </a:cubicBezTo>
                      <a:cubicBezTo>
                        <a:pt x="164656" y="143416"/>
                        <a:pt x="164656" y="141804"/>
                        <a:pt x="164978" y="140192"/>
                      </a:cubicBezTo>
                      <a:cubicBezTo>
                        <a:pt x="164978" y="138579"/>
                        <a:pt x="165301" y="136967"/>
                        <a:pt x="165301" y="135355"/>
                      </a:cubicBezTo>
                      <a:cubicBezTo>
                        <a:pt x="165301" y="129873"/>
                        <a:pt x="164011" y="126648"/>
                        <a:pt x="160464" y="123746"/>
                      </a:cubicBezTo>
                      <a:cubicBezTo>
                        <a:pt x="158852" y="122456"/>
                        <a:pt x="158529" y="119876"/>
                        <a:pt x="160141" y="117942"/>
                      </a:cubicBezTo>
                      <a:cubicBezTo>
                        <a:pt x="161754" y="116329"/>
                        <a:pt x="164011" y="116007"/>
                        <a:pt x="165946" y="117619"/>
                      </a:cubicBezTo>
                      <a:cubicBezTo>
                        <a:pt x="172718" y="123423"/>
                        <a:pt x="173363" y="130518"/>
                        <a:pt x="173363" y="135355"/>
                      </a:cubicBezTo>
                      <a:cubicBezTo>
                        <a:pt x="173363" y="137289"/>
                        <a:pt x="173363" y="138902"/>
                        <a:pt x="173040" y="140836"/>
                      </a:cubicBezTo>
                      <a:cubicBezTo>
                        <a:pt x="173040" y="142449"/>
                        <a:pt x="172718" y="143739"/>
                        <a:pt x="172718" y="145028"/>
                      </a:cubicBezTo>
                      <a:cubicBezTo>
                        <a:pt x="172718" y="147286"/>
                        <a:pt x="171105" y="149221"/>
                        <a:pt x="168848" y="149221"/>
                      </a:cubicBezTo>
                      <a:close/>
                      <a:moveTo>
                        <a:pt x="247530" y="145028"/>
                      </a:moveTo>
                      <a:cubicBezTo>
                        <a:pt x="245272" y="145028"/>
                        <a:pt x="243660" y="143094"/>
                        <a:pt x="243337" y="141159"/>
                      </a:cubicBezTo>
                      <a:cubicBezTo>
                        <a:pt x="243337" y="138902"/>
                        <a:pt x="245272" y="136967"/>
                        <a:pt x="247207" y="136967"/>
                      </a:cubicBezTo>
                      <a:cubicBezTo>
                        <a:pt x="248497" y="136967"/>
                        <a:pt x="252366" y="136967"/>
                        <a:pt x="254624" y="127938"/>
                      </a:cubicBezTo>
                      <a:cubicBezTo>
                        <a:pt x="254946" y="126003"/>
                        <a:pt x="255591" y="123423"/>
                        <a:pt x="256236" y="120199"/>
                      </a:cubicBezTo>
                      <a:cubicBezTo>
                        <a:pt x="256559" y="117942"/>
                        <a:pt x="258816" y="116652"/>
                        <a:pt x="261073" y="116974"/>
                      </a:cubicBezTo>
                      <a:cubicBezTo>
                        <a:pt x="263330" y="117296"/>
                        <a:pt x="264620" y="119554"/>
                        <a:pt x="264298" y="121811"/>
                      </a:cubicBezTo>
                      <a:cubicBezTo>
                        <a:pt x="263653" y="125036"/>
                        <a:pt x="263008" y="127938"/>
                        <a:pt x="262685" y="129873"/>
                      </a:cubicBezTo>
                      <a:cubicBezTo>
                        <a:pt x="259461" y="142449"/>
                        <a:pt x="252689" y="145028"/>
                        <a:pt x="247530" y="145028"/>
                      </a:cubicBezTo>
                      <a:cubicBezTo>
                        <a:pt x="247530" y="145028"/>
                        <a:pt x="247530" y="145028"/>
                        <a:pt x="247530" y="145028"/>
                      </a:cubicBezTo>
                      <a:close/>
                      <a:moveTo>
                        <a:pt x="269779" y="89565"/>
                      </a:moveTo>
                      <a:cubicBezTo>
                        <a:pt x="269135" y="89565"/>
                        <a:pt x="268490" y="89242"/>
                        <a:pt x="267845" y="88920"/>
                      </a:cubicBezTo>
                      <a:cubicBezTo>
                        <a:pt x="265910" y="87952"/>
                        <a:pt x="265265" y="85372"/>
                        <a:pt x="266232" y="83438"/>
                      </a:cubicBezTo>
                      <a:cubicBezTo>
                        <a:pt x="269457" y="77311"/>
                        <a:pt x="276551" y="67959"/>
                        <a:pt x="283323" y="62155"/>
                      </a:cubicBezTo>
                      <a:cubicBezTo>
                        <a:pt x="284935" y="60543"/>
                        <a:pt x="287515" y="60865"/>
                        <a:pt x="289127" y="62478"/>
                      </a:cubicBezTo>
                      <a:cubicBezTo>
                        <a:pt x="290740" y="64090"/>
                        <a:pt x="290417" y="66669"/>
                        <a:pt x="288805" y="68282"/>
                      </a:cubicBezTo>
                      <a:cubicBezTo>
                        <a:pt x="282678" y="73441"/>
                        <a:pt x="276551" y="81825"/>
                        <a:pt x="273327" y="87630"/>
                      </a:cubicBezTo>
                      <a:cubicBezTo>
                        <a:pt x="272682" y="88920"/>
                        <a:pt x="271392" y="89565"/>
                        <a:pt x="269779" y="89565"/>
                      </a:cubicBezTo>
                      <a:close/>
                      <a:moveTo>
                        <a:pt x="436816" y="70539"/>
                      </a:moveTo>
                      <a:cubicBezTo>
                        <a:pt x="430044" y="70539"/>
                        <a:pt x="424885" y="68927"/>
                        <a:pt x="421338" y="66025"/>
                      </a:cubicBezTo>
                      <a:cubicBezTo>
                        <a:pt x="419726" y="64735"/>
                        <a:pt x="419403" y="62155"/>
                        <a:pt x="420693" y="60220"/>
                      </a:cubicBezTo>
                      <a:cubicBezTo>
                        <a:pt x="421983" y="58608"/>
                        <a:pt x="424563" y="58286"/>
                        <a:pt x="426497" y="59575"/>
                      </a:cubicBezTo>
                      <a:cubicBezTo>
                        <a:pt x="430367" y="62800"/>
                        <a:pt x="437461" y="63122"/>
                        <a:pt x="448425" y="61188"/>
                      </a:cubicBezTo>
                      <a:cubicBezTo>
                        <a:pt x="450682" y="60865"/>
                        <a:pt x="452617" y="62155"/>
                        <a:pt x="453262" y="64412"/>
                      </a:cubicBezTo>
                      <a:cubicBezTo>
                        <a:pt x="453584" y="66669"/>
                        <a:pt x="452295" y="68604"/>
                        <a:pt x="450037" y="69249"/>
                      </a:cubicBezTo>
                      <a:cubicBezTo>
                        <a:pt x="445200" y="69894"/>
                        <a:pt x="440686" y="70539"/>
                        <a:pt x="436816" y="70539"/>
                      </a:cubicBezTo>
                      <a:close/>
                      <a:moveTo>
                        <a:pt x="316859" y="69572"/>
                      </a:moveTo>
                      <a:cubicBezTo>
                        <a:pt x="315892" y="69572"/>
                        <a:pt x="314925" y="69249"/>
                        <a:pt x="314280" y="68604"/>
                      </a:cubicBezTo>
                      <a:cubicBezTo>
                        <a:pt x="312667" y="66992"/>
                        <a:pt x="312667" y="64412"/>
                        <a:pt x="313957" y="62800"/>
                      </a:cubicBezTo>
                      <a:cubicBezTo>
                        <a:pt x="317504" y="58930"/>
                        <a:pt x="319439" y="55061"/>
                        <a:pt x="322664" y="49257"/>
                      </a:cubicBezTo>
                      <a:cubicBezTo>
                        <a:pt x="323954" y="46999"/>
                        <a:pt x="325243" y="44420"/>
                        <a:pt x="326856" y="41517"/>
                      </a:cubicBezTo>
                      <a:lnTo>
                        <a:pt x="330403" y="43130"/>
                      </a:lnTo>
                      <a:lnTo>
                        <a:pt x="333950" y="45064"/>
                      </a:lnTo>
                      <a:cubicBezTo>
                        <a:pt x="332338" y="47967"/>
                        <a:pt x="331048" y="50546"/>
                        <a:pt x="329758" y="52803"/>
                      </a:cubicBezTo>
                      <a:cubicBezTo>
                        <a:pt x="326533" y="58930"/>
                        <a:pt x="323954" y="63767"/>
                        <a:pt x="319762" y="68282"/>
                      </a:cubicBezTo>
                      <a:cubicBezTo>
                        <a:pt x="318794" y="68927"/>
                        <a:pt x="317827" y="69572"/>
                        <a:pt x="316859" y="69572"/>
                      </a:cubicBezTo>
                      <a:close/>
                      <a:moveTo>
                        <a:pt x="492280" y="66992"/>
                      </a:moveTo>
                      <a:cubicBezTo>
                        <a:pt x="490023" y="66992"/>
                        <a:pt x="487766" y="66669"/>
                        <a:pt x="485186" y="66669"/>
                      </a:cubicBezTo>
                      <a:cubicBezTo>
                        <a:pt x="482929" y="66347"/>
                        <a:pt x="481316" y="64412"/>
                        <a:pt x="481639" y="62478"/>
                      </a:cubicBezTo>
                      <a:cubicBezTo>
                        <a:pt x="481961" y="60220"/>
                        <a:pt x="483896" y="58608"/>
                        <a:pt x="485831" y="58930"/>
                      </a:cubicBezTo>
                      <a:cubicBezTo>
                        <a:pt x="490345" y="59253"/>
                        <a:pt x="494215" y="59575"/>
                        <a:pt x="497762" y="58608"/>
                      </a:cubicBezTo>
                      <a:cubicBezTo>
                        <a:pt x="497440" y="56673"/>
                        <a:pt x="498729" y="55061"/>
                        <a:pt x="500342" y="54416"/>
                      </a:cubicBezTo>
                      <a:cubicBezTo>
                        <a:pt x="502276" y="53771"/>
                        <a:pt x="504856" y="54738"/>
                        <a:pt x="505501" y="56673"/>
                      </a:cubicBezTo>
                      <a:cubicBezTo>
                        <a:pt x="505501" y="56351"/>
                        <a:pt x="505824" y="56673"/>
                        <a:pt x="506146" y="56673"/>
                      </a:cubicBezTo>
                      <a:cubicBezTo>
                        <a:pt x="508081" y="56996"/>
                        <a:pt x="510016" y="58608"/>
                        <a:pt x="510016" y="60865"/>
                      </a:cubicBezTo>
                      <a:lnTo>
                        <a:pt x="510016" y="64090"/>
                      </a:lnTo>
                      <a:lnTo>
                        <a:pt x="506146" y="65057"/>
                      </a:lnTo>
                      <a:cubicBezTo>
                        <a:pt x="505501" y="65380"/>
                        <a:pt x="504211" y="65380"/>
                        <a:pt x="502276" y="66025"/>
                      </a:cubicBezTo>
                      <a:cubicBezTo>
                        <a:pt x="499052" y="66347"/>
                        <a:pt x="495827" y="66992"/>
                        <a:pt x="492280" y="66992"/>
                      </a:cubicBezTo>
                      <a:close/>
                      <a:moveTo>
                        <a:pt x="402312" y="39583"/>
                      </a:moveTo>
                      <a:cubicBezTo>
                        <a:pt x="401668" y="39583"/>
                        <a:pt x="401023" y="39583"/>
                        <a:pt x="400378" y="39260"/>
                      </a:cubicBezTo>
                      <a:cubicBezTo>
                        <a:pt x="395218" y="36680"/>
                        <a:pt x="389414" y="33456"/>
                        <a:pt x="384577" y="27329"/>
                      </a:cubicBezTo>
                      <a:cubicBezTo>
                        <a:pt x="382965" y="25394"/>
                        <a:pt x="381675" y="23459"/>
                        <a:pt x="380063" y="21202"/>
                      </a:cubicBezTo>
                      <a:cubicBezTo>
                        <a:pt x="378773" y="19267"/>
                        <a:pt x="379095" y="16688"/>
                        <a:pt x="380707" y="15398"/>
                      </a:cubicBezTo>
                      <a:cubicBezTo>
                        <a:pt x="382642" y="14108"/>
                        <a:pt x="384899" y="14430"/>
                        <a:pt x="386189" y="16042"/>
                      </a:cubicBezTo>
                      <a:lnTo>
                        <a:pt x="386512" y="16365"/>
                      </a:lnTo>
                      <a:cubicBezTo>
                        <a:pt x="388124" y="18300"/>
                        <a:pt x="389414" y="20235"/>
                        <a:pt x="391026" y="22169"/>
                      </a:cubicBezTo>
                      <a:cubicBezTo>
                        <a:pt x="394896" y="27006"/>
                        <a:pt x="399410" y="29586"/>
                        <a:pt x="404247" y="31843"/>
                      </a:cubicBezTo>
                      <a:cubicBezTo>
                        <a:pt x="406182" y="32811"/>
                        <a:pt x="407149" y="35391"/>
                        <a:pt x="405860" y="37325"/>
                      </a:cubicBezTo>
                      <a:cubicBezTo>
                        <a:pt x="405215" y="38615"/>
                        <a:pt x="403602" y="39583"/>
                        <a:pt x="402312" y="39583"/>
                      </a:cubicBezTo>
                      <a:close/>
                      <a:moveTo>
                        <a:pt x="517432" y="29264"/>
                      </a:moveTo>
                      <a:cubicBezTo>
                        <a:pt x="516788" y="29264"/>
                        <a:pt x="516142" y="28941"/>
                        <a:pt x="515498" y="28619"/>
                      </a:cubicBezTo>
                      <a:cubicBezTo>
                        <a:pt x="513563" y="27651"/>
                        <a:pt x="512918" y="25072"/>
                        <a:pt x="513885" y="23137"/>
                      </a:cubicBezTo>
                      <a:cubicBezTo>
                        <a:pt x="517110" y="17332"/>
                        <a:pt x="522592" y="8626"/>
                        <a:pt x="529686" y="1209"/>
                      </a:cubicBezTo>
                      <a:cubicBezTo>
                        <a:pt x="531298" y="-403"/>
                        <a:pt x="533878" y="-403"/>
                        <a:pt x="535491" y="1209"/>
                      </a:cubicBezTo>
                      <a:cubicBezTo>
                        <a:pt x="537103" y="2822"/>
                        <a:pt x="537103" y="5401"/>
                        <a:pt x="535491" y="7014"/>
                      </a:cubicBezTo>
                      <a:cubicBezTo>
                        <a:pt x="528719" y="14108"/>
                        <a:pt x="523882" y="21847"/>
                        <a:pt x="520979" y="27329"/>
                      </a:cubicBezTo>
                      <a:cubicBezTo>
                        <a:pt x="520012" y="28619"/>
                        <a:pt x="518722" y="29264"/>
                        <a:pt x="517432" y="29264"/>
                      </a:cubicBezTo>
                      <a:close/>
                      <a:moveTo>
                        <a:pt x="331370" y="21525"/>
                      </a:moveTo>
                      <a:cubicBezTo>
                        <a:pt x="329435" y="21525"/>
                        <a:pt x="327501" y="19912"/>
                        <a:pt x="327501" y="17977"/>
                      </a:cubicBezTo>
                      <a:cubicBezTo>
                        <a:pt x="327178" y="15720"/>
                        <a:pt x="328791" y="13785"/>
                        <a:pt x="331048" y="13463"/>
                      </a:cubicBezTo>
                      <a:cubicBezTo>
                        <a:pt x="340722" y="12495"/>
                        <a:pt x="347816" y="10238"/>
                        <a:pt x="353620" y="6046"/>
                      </a:cubicBezTo>
                      <a:cubicBezTo>
                        <a:pt x="355555" y="4756"/>
                        <a:pt x="357812" y="5079"/>
                        <a:pt x="359102" y="7014"/>
                      </a:cubicBezTo>
                      <a:cubicBezTo>
                        <a:pt x="360392" y="8948"/>
                        <a:pt x="360070" y="11206"/>
                        <a:pt x="358135" y="12495"/>
                      </a:cubicBezTo>
                      <a:cubicBezTo>
                        <a:pt x="351363" y="17655"/>
                        <a:pt x="342657" y="20557"/>
                        <a:pt x="331693" y="21525"/>
                      </a:cubicBezTo>
                      <a:cubicBezTo>
                        <a:pt x="331693" y="21525"/>
                        <a:pt x="331693" y="21525"/>
                        <a:pt x="331370" y="2152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3130E528-8176-4827-C35F-8774FD84625A}"/>
                    </a:ext>
                  </a:extLst>
                </p:cNvPr>
                <p:cNvSpPr/>
                <p:nvPr/>
              </p:nvSpPr>
              <p:spPr>
                <a:xfrm>
                  <a:off x="6779500" y="4153298"/>
                  <a:ext cx="32246" cy="32246"/>
                </a:xfrm>
                <a:custGeom>
                  <a:avLst/>
                  <a:gdLst>
                    <a:gd name="connsiteX0" fmla="*/ 3919 w 0"/>
                    <a:gd name="connsiteY0" fmla="*/ 19118 h 0"/>
                    <a:gd name="connsiteX1" fmla="*/ 49 w 0"/>
                    <a:gd name="connsiteY1" fmla="*/ 15893 h 0"/>
                    <a:gd name="connsiteX2" fmla="*/ 3274 w 0"/>
                    <a:gd name="connsiteY2" fmla="*/ 11056 h 0"/>
                    <a:gd name="connsiteX3" fmla="*/ 14883 w 0"/>
                    <a:gd name="connsiteY3" fmla="*/ 9444 h 0"/>
                    <a:gd name="connsiteX4" fmla="*/ 21009 w 0"/>
                    <a:gd name="connsiteY4" fmla="*/ 3317 h 0"/>
                    <a:gd name="connsiteX5" fmla="*/ 23912 w 0"/>
                    <a:gd name="connsiteY5" fmla="*/ 1060 h 0"/>
                    <a:gd name="connsiteX6" fmla="*/ 29716 w 0"/>
                    <a:gd name="connsiteY6" fmla="*/ 1383 h 0"/>
                    <a:gd name="connsiteX7" fmla="*/ 29393 w 0"/>
                    <a:gd name="connsiteY7" fmla="*/ 7187 h 0"/>
                    <a:gd name="connsiteX8" fmla="*/ 26491 w 0"/>
                    <a:gd name="connsiteY8" fmla="*/ 9767 h 0"/>
                    <a:gd name="connsiteX9" fmla="*/ 21332 w 0"/>
                    <a:gd name="connsiteY9" fmla="*/ 15571 h 0"/>
                    <a:gd name="connsiteX10" fmla="*/ 20364 w 0"/>
                    <a:gd name="connsiteY10" fmla="*/ 17828 h 0"/>
                    <a:gd name="connsiteX11" fmla="*/ 17785 w 0"/>
                    <a:gd name="connsiteY11" fmla="*/ 17828 h 0"/>
                    <a:gd name="connsiteX12" fmla="*/ 5209 w 0"/>
                    <a:gd name="connsiteY12" fmla="*/ 19118 h 0"/>
                    <a:gd name="connsiteX13" fmla="*/ 3919 w 0"/>
                    <a:gd name="connsiteY13" fmla="*/ 19118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3919" y="19118"/>
                      </a:moveTo>
                      <a:cubicBezTo>
                        <a:pt x="1984" y="19118"/>
                        <a:pt x="372" y="17828"/>
                        <a:pt x="49" y="15893"/>
                      </a:cubicBezTo>
                      <a:cubicBezTo>
                        <a:pt x="-273" y="13636"/>
                        <a:pt x="1017" y="11701"/>
                        <a:pt x="3274" y="11056"/>
                      </a:cubicBezTo>
                      <a:cubicBezTo>
                        <a:pt x="7143" y="10412"/>
                        <a:pt x="11013" y="9767"/>
                        <a:pt x="14883" y="9444"/>
                      </a:cubicBezTo>
                      <a:cubicBezTo>
                        <a:pt x="16495" y="7187"/>
                        <a:pt x="18429" y="5575"/>
                        <a:pt x="21009" y="3317"/>
                      </a:cubicBezTo>
                      <a:cubicBezTo>
                        <a:pt x="21977" y="2672"/>
                        <a:pt x="22622" y="1705"/>
                        <a:pt x="23912" y="1060"/>
                      </a:cubicBezTo>
                      <a:cubicBezTo>
                        <a:pt x="25524" y="-552"/>
                        <a:pt x="28104" y="-230"/>
                        <a:pt x="29716" y="1383"/>
                      </a:cubicBezTo>
                      <a:cubicBezTo>
                        <a:pt x="31328" y="2995"/>
                        <a:pt x="31006" y="5575"/>
                        <a:pt x="29393" y="7187"/>
                      </a:cubicBezTo>
                      <a:cubicBezTo>
                        <a:pt x="28426" y="8154"/>
                        <a:pt x="27459" y="8799"/>
                        <a:pt x="26491" y="9767"/>
                      </a:cubicBezTo>
                      <a:cubicBezTo>
                        <a:pt x="23266" y="12669"/>
                        <a:pt x="21977" y="13636"/>
                        <a:pt x="21332" y="15571"/>
                      </a:cubicBezTo>
                      <a:lnTo>
                        <a:pt x="20364" y="17828"/>
                      </a:lnTo>
                      <a:lnTo>
                        <a:pt x="17785" y="17828"/>
                      </a:lnTo>
                      <a:cubicBezTo>
                        <a:pt x="13270" y="17828"/>
                        <a:pt x="9078" y="18473"/>
                        <a:pt x="5209" y="19118"/>
                      </a:cubicBezTo>
                      <a:cubicBezTo>
                        <a:pt x="4241" y="19118"/>
                        <a:pt x="3919" y="19118"/>
                        <a:pt x="3919" y="1911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0873E20D-20F1-2BE3-BF1E-8DEC16C1B9AB}"/>
                    </a:ext>
                  </a:extLst>
                </p:cNvPr>
                <p:cNvSpPr/>
                <p:nvPr/>
              </p:nvSpPr>
              <p:spPr>
                <a:xfrm>
                  <a:off x="6828644" y="3672554"/>
                  <a:ext cx="386958" cy="451451"/>
                </a:xfrm>
                <a:custGeom>
                  <a:avLst/>
                  <a:gdLst>
                    <a:gd name="connsiteX0" fmla="*/ 4111 w 386957"/>
                    <a:gd name="connsiteY0" fmla="*/ 463101 h 451450"/>
                    <a:gd name="connsiteX1" fmla="*/ 1209 w 386957"/>
                    <a:gd name="connsiteY1" fmla="*/ 461811 h 451450"/>
                    <a:gd name="connsiteX2" fmla="*/ 1209 w 386957"/>
                    <a:gd name="connsiteY2" fmla="*/ 456006 h 451450"/>
                    <a:gd name="connsiteX3" fmla="*/ 16687 w 386957"/>
                    <a:gd name="connsiteY3" fmla="*/ 437626 h 451450"/>
                    <a:gd name="connsiteX4" fmla="*/ 17655 w 386957"/>
                    <a:gd name="connsiteY4" fmla="*/ 436014 h 451450"/>
                    <a:gd name="connsiteX5" fmla="*/ 23137 w 386957"/>
                    <a:gd name="connsiteY5" fmla="*/ 435046 h 451450"/>
                    <a:gd name="connsiteX6" fmla="*/ 24104 w 386957"/>
                    <a:gd name="connsiteY6" fmla="*/ 440528 h 451450"/>
                    <a:gd name="connsiteX7" fmla="*/ 23459 w 386957"/>
                    <a:gd name="connsiteY7" fmla="*/ 441818 h 451450"/>
                    <a:gd name="connsiteX8" fmla="*/ 6691 w 386957"/>
                    <a:gd name="connsiteY8" fmla="*/ 461811 h 451450"/>
                    <a:gd name="connsiteX9" fmla="*/ 4111 w 386957"/>
                    <a:gd name="connsiteY9" fmla="*/ 463101 h 451450"/>
                    <a:gd name="connsiteX10" fmla="*/ 47967 w 386957"/>
                    <a:gd name="connsiteY10" fmla="*/ 417633 h 451450"/>
                    <a:gd name="connsiteX11" fmla="*/ 46354 w 386957"/>
                    <a:gd name="connsiteY11" fmla="*/ 417311 h 451450"/>
                    <a:gd name="connsiteX12" fmla="*/ 44419 w 386957"/>
                    <a:gd name="connsiteY12" fmla="*/ 411829 h 451450"/>
                    <a:gd name="connsiteX13" fmla="*/ 67637 w 386957"/>
                    <a:gd name="connsiteY13" fmla="*/ 394416 h 451450"/>
                    <a:gd name="connsiteX14" fmla="*/ 72797 w 386957"/>
                    <a:gd name="connsiteY14" fmla="*/ 396350 h 451450"/>
                    <a:gd name="connsiteX15" fmla="*/ 70862 w 386957"/>
                    <a:gd name="connsiteY15" fmla="*/ 401510 h 451450"/>
                    <a:gd name="connsiteX16" fmla="*/ 51836 w 386957"/>
                    <a:gd name="connsiteY16" fmla="*/ 414731 h 451450"/>
                    <a:gd name="connsiteX17" fmla="*/ 47967 w 386957"/>
                    <a:gd name="connsiteY17" fmla="*/ 417633 h 451450"/>
                    <a:gd name="connsiteX18" fmla="*/ 103431 w 386957"/>
                    <a:gd name="connsiteY18" fmla="*/ 387966 h 451450"/>
                    <a:gd name="connsiteX19" fmla="*/ 99883 w 386957"/>
                    <a:gd name="connsiteY19" fmla="*/ 385709 h 451450"/>
                    <a:gd name="connsiteX20" fmla="*/ 101818 w 386957"/>
                    <a:gd name="connsiteY20" fmla="*/ 380227 h 451450"/>
                    <a:gd name="connsiteX21" fmla="*/ 114072 w 386957"/>
                    <a:gd name="connsiteY21" fmla="*/ 373133 h 451450"/>
                    <a:gd name="connsiteX22" fmla="*/ 124391 w 386957"/>
                    <a:gd name="connsiteY22" fmla="*/ 366361 h 451450"/>
                    <a:gd name="connsiteX23" fmla="*/ 129873 w 386957"/>
                    <a:gd name="connsiteY23" fmla="*/ 367974 h 451450"/>
                    <a:gd name="connsiteX24" fmla="*/ 128260 w 386957"/>
                    <a:gd name="connsiteY24" fmla="*/ 373455 h 451450"/>
                    <a:gd name="connsiteX25" fmla="*/ 119231 w 386957"/>
                    <a:gd name="connsiteY25" fmla="*/ 379582 h 451450"/>
                    <a:gd name="connsiteX26" fmla="*/ 105688 w 386957"/>
                    <a:gd name="connsiteY26" fmla="*/ 387644 h 451450"/>
                    <a:gd name="connsiteX27" fmla="*/ 103431 w 386957"/>
                    <a:gd name="connsiteY27" fmla="*/ 387966 h 451450"/>
                    <a:gd name="connsiteX28" fmla="*/ 160829 w 386957"/>
                    <a:gd name="connsiteY28" fmla="*/ 361524 h 451450"/>
                    <a:gd name="connsiteX29" fmla="*/ 156960 w 386957"/>
                    <a:gd name="connsiteY29" fmla="*/ 358622 h 451450"/>
                    <a:gd name="connsiteX30" fmla="*/ 159539 w 386957"/>
                    <a:gd name="connsiteY30" fmla="*/ 353785 h 451450"/>
                    <a:gd name="connsiteX31" fmla="*/ 183402 w 386957"/>
                    <a:gd name="connsiteY31" fmla="*/ 346046 h 451450"/>
                    <a:gd name="connsiteX32" fmla="*/ 184692 w 386957"/>
                    <a:gd name="connsiteY32" fmla="*/ 345723 h 451450"/>
                    <a:gd name="connsiteX33" fmla="*/ 189851 w 386957"/>
                    <a:gd name="connsiteY33" fmla="*/ 347981 h 451450"/>
                    <a:gd name="connsiteX34" fmla="*/ 187594 w 386957"/>
                    <a:gd name="connsiteY34" fmla="*/ 353140 h 451450"/>
                    <a:gd name="connsiteX35" fmla="*/ 186627 w 386957"/>
                    <a:gd name="connsiteY35" fmla="*/ 353463 h 451450"/>
                    <a:gd name="connsiteX36" fmla="*/ 162119 w 386957"/>
                    <a:gd name="connsiteY36" fmla="*/ 361524 h 451450"/>
                    <a:gd name="connsiteX37" fmla="*/ 160829 w 386957"/>
                    <a:gd name="connsiteY37" fmla="*/ 361524 h 451450"/>
                    <a:gd name="connsiteX38" fmla="*/ 220808 w 386957"/>
                    <a:gd name="connsiteY38" fmla="*/ 339274 h 451450"/>
                    <a:gd name="connsiteX39" fmla="*/ 216938 w 386957"/>
                    <a:gd name="connsiteY39" fmla="*/ 336694 h 451450"/>
                    <a:gd name="connsiteX40" fmla="*/ 219195 w 386957"/>
                    <a:gd name="connsiteY40" fmla="*/ 331535 h 451450"/>
                    <a:gd name="connsiteX41" fmla="*/ 238866 w 386957"/>
                    <a:gd name="connsiteY41" fmla="*/ 323796 h 451450"/>
                    <a:gd name="connsiteX42" fmla="*/ 244025 w 386957"/>
                    <a:gd name="connsiteY42" fmla="*/ 321861 h 451450"/>
                    <a:gd name="connsiteX43" fmla="*/ 249184 w 386957"/>
                    <a:gd name="connsiteY43" fmla="*/ 324118 h 451450"/>
                    <a:gd name="connsiteX44" fmla="*/ 246927 w 386957"/>
                    <a:gd name="connsiteY44" fmla="*/ 329278 h 451450"/>
                    <a:gd name="connsiteX45" fmla="*/ 241768 w 386957"/>
                    <a:gd name="connsiteY45" fmla="*/ 331213 h 451450"/>
                    <a:gd name="connsiteX46" fmla="*/ 222098 w 386957"/>
                    <a:gd name="connsiteY46" fmla="*/ 338952 h 451450"/>
                    <a:gd name="connsiteX47" fmla="*/ 220808 w 386957"/>
                    <a:gd name="connsiteY47" fmla="*/ 339274 h 451450"/>
                    <a:gd name="connsiteX48" fmla="*/ 270145 w 386957"/>
                    <a:gd name="connsiteY48" fmla="*/ 303158 h 451450"/>
                    <a:gd name="connsiteX49" fmla="*/ 268210 w 386957"/>
                    <a:gd name="connsiteY49" fmla="*/ 302513 h 451450"/>
                    <a:gd name="connsiteX50" fmla="*/ 266598 w 386957"/>
                    <a:gd name="connsiteY50" fmla="*/ 297031 h 451450"/>
                    <a:gd name="connsiteX51" fmla="*/ 267565 w 386957"/>
                    <a:gd name="connsiteY51" fmla="*/ 295096 h 451450"/>
                    <a:gd name="connsiteX52" fmla="*/ 281109 w 386957"/>
                    <a:gd name="connsiteY52" fmla="*/ 273814 h 451450"/>
                    <a:gd name="connsiteX53" fmla="*/ 286913 w 386957"/>
                    <a:gd name="connsiteY53" fmla="*/ 273491 h 451450"/>
                    <a:gd name="connsiteX54" fmla="*/ 287235 w 386957"/>
                    <a:gd name="connsiteY54" fmla="*/ 279296 h 451450"/>
                    <a:gd name="connsiteX55" fmla="*/ 274982 w 386957"/>
                    <a:gd name="connsiteY55" fmla="*/ 298966 h 451450"/>
                    <a:gd name="connsiteX56" fmla="*/ 274014 w 386957"/>
                    <a:gd name="connsiteY56" fmla="*/ 300901 h 451450"/>
                    <a:gd name="connsiteX57" fmla="*/ 270145 w 386957"/>
                    <a:gd name="connsiteY57" fmla="*/ 303158 h 451450"/>
                    <a:gd name="connsiteX58" fmla="*/ 315290 w 386957"/>
                    <a:gd name="connsiteY58" fmla="*/ 259948 h 451450"/>
                    <a:gd name="connsiteX59" fmla="*/ 311743 w 386957"/>
                    <a:gd name="connsiteY59" fmla="*/ 258013 h 451450"/>
                    <a:gd name="connsiteX60" fmla="*/ 313033 w 386957"/>
                    <a:gd name="connsiteY60" fmla="*/ 252531 h 451450"/>
                    <a:gd name="connsiteX61" fmla="*/ 323996 w 386957"/>
                    <a:gd name="connsiteY61" fmla="*/ 244469 h 451450"/>
                    <a:gd name="connsiteX62" fmla="*/ 325609 w 386957"/>
                    <a:gd name="connsiteY62" fmla="*/ 240600 h 451450"/>
                    <a:gd name="connsiteX63" fmla="*/ 324964 w 386957"/>
                    <a:gd name="connsiteY63" fmla="*/ 237375 h 451450"/>
                    <a:gd name="connsiteX64" fmla="*/ 327543 w 386957"/>
                    <a:gd name="connsiteY64" fmla="*/ 232216 h 451450"/>
                    <a:gd name="connsiteX65" fmla="*/ 332703 w 386957"/>
                    <a:gd name="connsiteY65" fmla="*/ 234795 h 451450"/>
                    <a:gd name="connsiteX66" fmla="*/ 333670 w 386957"/>
                    <a:gd name="connsiteY66" fmla="*/ 240278 h 451450"/>
                    <a:gd name="connsiteX67" fmla="*/ 329801 w 386957"/>
                    <a:gd name="connsiteY67" fmla="*/ 249951 h 451450"/>
                    <a:gd name="connsiteX68" fmla="*/ 317547 w 386957"/>
                    <a:gd name="connsiteY68" fmla="*/ 258980 h 451450"/>
                    <a:gd name="connsiteX69" fmla="*/ 315290 w 386957"/>
                    <a:gd name="connsiteY69" fmla="*/ 259948 h 451450"/>
                    <a:gd name="connsiteX70" fmla="*/ 332380 w 386957"/>
                    <a:gd name="connsiteY70" fmla="*/ 206419 h 451450"/>
                    <a:gd name="connsiteX71" fmla="*/ 329478 w 386957"/>
                    <a:gd name="connsiteY71" fmla="*/ 205451 h 451450"/>
                    <a:gd name="connsiteX72" fmla="*/ 329156 w 386957"/>
                    <a:gd name="connsiteY72" fmla="*/ 199647 h 451450"/>
                    <a:gd name="connsiteX73" fmla="*/ 338830 w 386957"/>
                    <a:gd name="connsiteY73" fmla="*/ 189973 h 451450"/>
                    <a:gd name="connsiteX74" fmla="*/ 349794 w 386957"/>
                    <a:gd name="connsiteY74" fmla="*/ 181266 h 451450"/>
                    <a:gd name="connsiteX75" fmla="*/ 355275 w 386957"/>
                    <a:gd name="connsiteY75" fmla="*/ 182556 h 451450"/>
                    <a:gd name="connsiteX76" fmla="*/ 353986 w 386957"/>
                    <a:gd name="connsiteY76" fmla="*/ 188038 h 451450"/>
                    <a:gd name="connsiteX77" fmla="*/ 344312 w 386957"/>
                    <a:gd name="connsiteY77" fmla="*/ 195777 h 451450"/>
                    <a:gd name="connsiteX78" fmla="*/ 334960 w 386957"/>
                    <a:gd name="connsiteY78" fmla="*/ 205129 h 451450"/>
                    <a:gd name="connsiteX79" fmla="*/ 332380 w 386957"/>
                    <a:gd name="connsiteY79" fmla="*/ 206419 h 451450"/>
                    <a:gd name="connsiteX80" fmla="*/ 350761 w 386957"/>
                    <a:gd name="connsiteY80" fmla="*/ 162886 h 451450"/>
                    <a:gd name="connsiteX81" fmla="*/ 346892 w 386957"/>
                    <a:gd name="connsiteY81" fmla="*/ 162563 h 451450"/>
                    <a:gd name="connsiteX82" fmla="*/ 340120 w 386957"/>
                    <a:gd name="connsiteY82" fmla="*/ 157404 h 451450"/>
                    <a:gd name="connsiteX83" fmla="*/ 347214 w 386957"/>
                    <a:gd name="connsiteY83" fmla="*/ 151277 h 451450"/>
                    <a:gd name="connsiteX84" fmla="*/ 350439 w 386957"/>
                    <a:gd name="connsiteY84" fmla="*/ 149987 h 451450"/>
                    <a:gd name="connsiteX85" fmla="*/ 355920 w 386957"/>
                    <a:gd name="connsiteY85" fmla="*/ 151922 h 451450"/>
                    <a:gd name="connsiteX86" fmla="*/ 356243 w 386957"/>
                    <a:gd name="connsiteY86" fmla="*/ 154179 h 451450"/>
                    <a:gd name="connsiteX87" fmla="*/ 362047 w 386957"/>
                    <a:gd name="connsiteY87" fmla="*/ 154179 h 451450"/>
                    <a:gd name="connsiteX88" fmla="*/ 365272 w 386957"/>
                    <a:gd name="connsiteY88" fmla="*/ 158694 h 451450"/>
                    <a:gd name="connsiteX89" fmla="*/ 360758 w 386957"/>
                    <a:gd name="connsiteY89" fmla="*/ 161919 h 451450"/>
                    <a:gd name="connsiteX90" fmla="*/ 356888 w 386957"/>
                    <a:gd name="connsiteY90" fmla="*/ 162241 h 451450"/>
                    <a:gd name="connsiteX91" fmla="*/ 350761 w 386957"/>
                    <a:gd name="connsiteY91" fmla="*/ 162886 h 451450"/>
                    <a:gd name="connsiteX92" fmla="*/ 351728 w 386957"/>
                    <a:gd name="connsiteY92" fmla="*/ 129350 h 451450"/>
                    <a:gd name="connsiteX93" fmla="*/ 348504 w 386957"/>
                    <a:gd name="connsiteY93" fmla="*/ 127737 h 451450"/>
                    <a:gd name="connsiteX94" fmla="*/ 341732 w 386957"/>
                    <a:gd name="connsiteY94" fmla="*/ 118063 h 451450"/>
                    <a:gd name="connsiteX95" fmla="*/ 340765 w 386957"/>
                    <a:gd name="connsiteY95" fmla="*/ 116451 h 451450"/>
                    <a:gd name="connsiteX96" fmla="*/ 333348 w 386957"/>
                    <a:gd name="connsiteY96" fmla="*/ 105165 h 451450"/>
                    <a:gd name="connsiteX97" fmla="*/ 334638 w 386957"/>
                    <a:gd name="connsiteY97" fmla="*/ 99683 h 451450"/>
                    <a:gd name="connsiteX98" fmla="*/ 340120 w 386957"/>
                    <a:gd name="connsiteY98" fmla="*/ 100973 h 451450"/>
                    <a:gd name="connsiteX99" fmla="*/ 347214 w 386957"/>
                    <a:gd name="connsiteY99" fmla="*/ 111936 h 451450"/>
                    <a:gd name="connsiteX100" fmla="*/ 348181 w 386957"/>
                    <a:gd name="connsiteY100" fmla="*/ 113549 h 451450"/>
                    <a:gd name="connsiteX101" fmla="*/ 354953 w 386957"/>
                    <a:gd name="connsiteY101" fmla="*/ 122900 h 451450"/>
                    <a:gd name="connsiteX102" fmla="*/ 353986 w 386957"/>
                    <a:gd name="connsiteY102" fmla="*/ 128705 h 451450"/>
                    <a:gd name="connsiteX103" fmla="*/ 351728 w 386957"/>
                    <a:gd name="connsiteY103" fmla="*/ 129350 h 451450"/>
                    <a:gd name="connsiteX104" fmla="*/ 331736 w 386957"/>
                    <a:gd name="connsiteY104" fmla="*/ 71951 h 451450"/>
                    <a:gd name="connsiteX105" fmla="*/ 330446 w 386957"/>
                    <a:gd name="connsiteY105" fmla="*/ 71628 h 451450"/>
                    <a:gd name="connsiteX106" fmla="*/ 328189 w 386957"/>
                    <a:gd name="connsiteY106" fmla="*/ 66469 h 451450"/>
                    <a:gd name="connsiteX107" fmla="*/ 332703 w 386957"/>
                    <a:gd name="connsiteY107" fmla="*/ 56795 h 451450"/>
                    <a:gd name="connsiteX108" fmla="*/ 342377 w 386957"/>
                    <a:gd name="connsiteY108" fmla="*/ 42606 h 451450"/>
                    <a:gd name="connsiteX109" fmla="*/ 348181 w 386957"/>
                    <a:gd name="connsiteY109" fmla="*/ 41962 h 451450"/>
                    <a:gd name="connsiteX110" fmla="*/ 348826 w 386957"/>
                    <a:gd name="connsiteY110" fmla="*/ 47766 h 451450"/>
                    <a:gd name="connsiteX111" fmla="*/ 339797 w 386957"/>
                    <a:gd name="connsiteY111" fmla="*/ 60987 h 451450"/>
                    <a:gd name="connsiteX112" fmla="*/ 335605 w 386957"/>
                    <a:gd name="connsiteY112" fmla="*/ 69371 h 451450"/>
                    <a:gd name="connsiteX113" fmla="*/ 331736 w 386957"/>
                    <a:gd name="connsiteY113" fmla="*/ 71951 h 451450"/>
                    <a:gd name="connsiteX114" fmla="*/ 371076 w 386957"/>
                    <a:gd name="connsiteY114" fmla="*/ 21969 h 451450"/>
                    <a:gd name="connsiteX115" fmla="*/ 368174 w 386957"/>
                    <a:gd name="connsiteY115" fmla="*/ 20679 h 451450"/>
                    <a:gd name="connsiteX116" fmla="*/ 368497 w 386957"/>
                    <a:gd name="connsiteY116" fmla="*/ 14874 h 451450"/>
                    <a:gd name="connsiteX117" fmla="*/ 390424 w 386957"/>
                    <a:gd name="connsiteY117" fmla="*/ 364 h 451450"/>
                    <a:gd name="connsiteX118" fmla="*/ 393004 w 386957"/>
                    <a:gd name="connsiteY118" fmla="*/ 41 h 451450"/>
                    <a:gd name="connsiteX119" fmla="*/ 397518 w 386957"/>
                    <a:gd name="connsiteY119" fmla="*/ 3588 h 451450"/>
                    <a:gd name="connsiteX120" fmla="*/ 393971 w 386957"/>
                    <a:gd name="connsiteY120" fmla="*/ 8103 h 451450"/>
                    <a:gd name="connsiteX121" fmla="*/ 392359 w 386957"/>
                    <a:gd name="connsiteY121" fmla="*/ 8425 h 451450"/>
                    <a:gd name="connsiteX122" fmla="*/ 373978 w 386957"/>
                    <a:gd name="connsiteY122" fmla="*/ 21001 h 451450"/>
                    <a:gd name="connsiteX123" fmla="*/ 371076 w 386957"/>
                    <a:gd name="connsiteY123" fmla="*/ 21969 h 45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</a:cxnLst>
                  <a:rect l="l" t="t" r="r" b="b"/>
                  <a:pathLst>
                    <a:path w="386957" h="451450">
                      <a:moveTo>
                        <a:pt x="4111" y="463101"/>
                      </a:moveTo>
                      <a:cubicBezTo>
                        <a:pt x="3144" y="463101"/>
                        <a:pt x="2177" y="462778"/>
                        <a:pt x="1209" y="461811"/>
                      </a:cubicBezTo>
                      <a:cubicBezTo>
                        <a:pt x="-403" y="460199"/>
                        <a:pt x="-403" y="457619"/>
                        <a:pt x="1209" y="456006"/>
                      </a:cubicBezTo>
                      <a:cubicBezTo>
                        <a:pt x="6369" y="451170"/>
                        <a:pt x="12496" y="444720"/>
                        <a:pt x="16687" y="437626"/>
                      </a:cubicBezTo>
                      <a:cubicBezTo>
                        <a:pt x="17010" y="436981"/>
                        <a:pt x="17333" y="436336"/>
                        <a:pt x="17655" y="436014"/>
                      </a:cubicBezTo>
                      <a:cubicBezTo>
                        <a:pt x="18945" y="434079"/>
                        <a:pt x="21525" y="433756"/>
                        <a:pt x="23137" y="435046"/>
                      </a:cubicBezTo>
                      <a:cubicBezTo>
                        <a:pt x="25072" y="436336"/>
                        <a:pt x="25394" y="438916"/>
                        <a:pt x="24104" y="440528"/>
                      </a:cubicBezTo>
                      <a:cubicBezTo>
                        <a:pt x="23782" y="440851"/>
                        <a:pt x="23459" y="441173"/>
                        <a:pt x="23459" y="441818"/>
                      </a:cubicBezTo>
                      <a:cubicBezTo>
                        <a:pt x="18945" y="449557"/>
                        <a:pt x="12173" y="456329"/>
                        <a:pt x="6691" y="461811"/>
                      </a:cubicBezTo>
                      <a:cubicBezTo>
                        <a:pt x="6369" y="462778"/>
                        <a:pt x="5401" y="463101"/>
                        <a:pt x="4111" y="463101"/>
                      </a:cubicBezTo>
                      <a:close/>
                      <a:moveTo>
                        <a:pt x="47967" y="417633"/>
                      </a:moveTo>
                      <a:cubicBezTo>
                        <a:pt x="47322" y="417633"/>
                        <a:pt x="46677" y="417633"/>
                        <a:pt x="46354" y="417311"/>
                      </a:cubicBezTo>
                      <a:cubicBezTo>
                        <a:pt x="44419" y="416343"/>
                        <a:pt x="43452" y="414086"/>
                        <a:pt x="44419" y="411829"/>
                      </a:cubicBezTo>
                      <a:cubicBezTo>
                        <a:pt x="47967" y="404089"/>
                        <a:pt x="58285" y="398608"/>
                        <a:pt x="67637" y="394416"/>
                      </a:cubicBezTo>
                      <a:cubicBezTo>
                        <a:pt x="69572" y="393448"/>
                        <a:pt x="72151" y="394416"/>
                        <a:pt x="72797" y="396350"/>
                      </a:cubicBezTo>
                      <a:cubicBezTo>
                        <a:pt x="73764" y="398285"/>
                        <a:pt x="72797" y="400865"/>
                        <a:pt x="70862" y="401510"/>
                      </a:cubicBezTo>
                      <a:cubicBezTo>
                        <a:pt x="63767" y="404735"/>
                        <a:pt x="54094" y="409249"/>
                        <a:pt x="51836" y="414731"/>
                      </a:cubicBezTo>
                      <a:cubicBezTo>
                        <a:pt x="50869" y="416988"/>
                        <a:pt x="49256" y="417633"/>
                        <a:pt x="47967" y="417633"/>
                      </a:cubicBezTo>
                      <a:close/>
                      <a:moveTo>
                        <a:pt x="103431" y="387966"/>
                      </a:moveTo>
                      <a:cubicBezTo>
                        <a:pt x="101818" y="387966"/>
                        <a:pt x="100529" y="386999"/>
                        <a:pt x="99883" y="385709"/>
                      </a:cubicBezTo>
                      <a:cubicBezTo>
                        <a:pt x="98916" y="383774"/>
                        <a:pt x="99883" y="381195"/>
                        <a:pt x="101818" y="380227"/>
                      </a:cubicBezTo>
                      <a:cubicBezTo>
                        <a:pt x="106978" y="377647"/>
                        <a:pt x="110847" y="375390"/>
                        <a:pt x="114072" y="373133"/>
                      </a:cubicBezTo>
                      <a:cubicBezTo>
                        <a:pt x="117297" y="370553"/>
                        <a:pt x="120521" y="368296"/>
                        <a:pt x="124391" y="366361"/>
                      </a:cubicBezTo>
                      <a:cubicBezTo>
                        <a:pt x="126326" y="365394"/>
                        <a:pt x="128905" y="366039"/>
                        <a:pt x="129873" y="367974"/>
                      </a:cubicBezTo>
                      <a:cubicBezTo>
                        <a:pt x="130840" y="369908"/>
                        <a:pt x="130195" y="372488"/>
                        <a:pt x="128260" y="373455"/>
                      </a:cubicBezTo>
                      <a:cubicBezTo>
                        <a:pt x="125036" y="375068"/>
                        <a:pt x="122134" y="377325"/>
                        <a:pt x="119231" y="379582"/>
                      </a:cubicBezTo>
                      <a:cubicBezTo>
                        <a:pt x="115684" y="382162"/>
                        <a:pt x="111170" y="385064"/>
                        <a:pt x="105688" y="387644"/>
                      </a:cubicBezTo>
                      <a:cubicBezTo>
                        <a:pt x="104720" y="387966"/>
                        <a:pt x="104075" y="387966"/>
                        <a:pt x="103431" y="387966"/>
                      </a:cubicBezTo>
                      <a:close/>
                      <a:moveTo>
                        <a:pt x="160829" y="361524"/>
                      </a:moveTo>
                      <a:cubicBezTo>
                        <a:pt x="159217" y="361524"/>
                        <a:pt x="157605" y="360234"/>
                        <a:pt x="156960" y="358622"/>
                      </a:cubicBezTo>
                      <a:cubicBezTo>
                        <a:pt x="156315" y="356365"/>
                        <a:pt x="157605" y="354108"/>
                        <a:pt x="159539" y="353785"/>
                      </a:cubicBezTo>
                      <a:cubicBezTo>
                        <a:pt x="166634" y="351850"/>
                        <a:pt x="174373" y="349271"/>
                        <a:pt x="183402" y="346046"/>
                      </a:cubicBezTo>
                      <a:lnTo>
                        <a:pt x="184692" y="345723"/>
                      </a:lnTo>
                      <a:cubicBezTo>
                        <a:pt x="186627" y="345079"/>
                        <a:pt x="189206" y="346046"/>
                        <a:pt x="189851" y="347981"/>
                      </a:cubicBezTo>
                      <a:cubicBezTo>
                        <a:pt x="190496" y="349916"/>
                        <a:pt x="189529" y="352495"/>
                        <a:pt x="187594" y="353140"/>
                      </a:cubicBezTo>
                      <a:lnTo>
                        <a:pt x="186627" y="353463"/>
                      </a:lnTo>
                      <a:cubicBezTo>
                        <a:pt x="177275" y="357010"/>
                        <a:pt x="169213" y="359589"/>
                        <a:pt x="162119" y="361524"/>
                      </a:cubicBezTo>
                      <a:cubicBezTo>
                        <a:pt x="161797" y="361202"/>
                        <a:pt x="161474" y="361524"/>
                        <a:pt x="160829" y="361524"/>
                      </a:cubicBezTo>
                      <a:close/>
                      <a:moveTo>
                        <a:pt x="220808" y="339274"/>
                      </a:moveTo>
                      <a:cubicBezTo>
                        <a:pt x="219195" y="339274"/>
                        <a:pt x="217583" y="338307"/>
                        <a:pt x="216938" y="336694"/>
                      </a:cubicBezTo>
                      <a:cubicBezTo>
                        <a:pt x="215971" y="334760"/>
                        <a:pt x="217261" y="332180"/>
                        <a:pt x="219195" y="331535"/>
                      </a:cubicBezTo>
                      <a:cubicBezTo>
                        <a:pt x="226612" y="328633"/>
                        <a:pt x="233384" y="325731"/>
                        <a:pt x="238866" y="323796"/>
                      </a:cubicBezTo>
                      <a:lnTo>
                        <a:pt x="244025" y="321861"/>
                      </a:lnTo>
                      <a:cubicBezTo>
                        <a:pt x="245960" y="320894"/>
                        <a:pt x="248540" y="322184"/>
                        <a:pt x="249184" y="324118"/>
                      </a:cubicBezTo>
                      <a:cubicBezTo>
                        <a:pt x="250152" y="326053"/>
                        <a:pt x="248862" y="328633"/>
                        <a:pt x="246927" y="329278"/>
                      </a:cubicBezTo>
                      <a:lnTo>
                        <a:pt x="241768" y="331213"/>
                      </a:lnTo>
                      <a:cubicBezTo>
                        <a:pt x="236286" y="333470"/>
                        <a:pt x="229514" y="336050"/>
                        <a:pt x="222098" y="338952"/>
                      </a:cubicBezTo>
                      <a:cubicBezTo>
                        <a:pt x="222098" y="339274"/>
                        <a:pt x="221453" y="339274"/>
                        <a:pt x="220808" y="339274"/>
                      </a:cubicBezTo>
                      <a:close/>
                      <a:moveTo>
                        <a:pt x="270145" y="303158"/>
                      </a:moveTo>
                      <a:cubicBezTo>
                        <a:pt x="269500" y="303158"/>
                        <a:pt x="268855" y="303158"/>
                        <a:pt x="268210" y="302513"/>
                      </a:cubicBezTo>
                      <a:cubicBezTo>
                        <a:pt x="266275" y="301546"/>
                        <a:pt x="265630" y="298966"/>
                        <a:pt x="266598" y="297031"/>
                      </a:cubicBezTo>
                      <a:lnTo>
                        <a:pt x="267565" y="295096"/>
                      </a:lnTo>
                      <a:cubicBezTo>
                        <a:pt x="271112" y="288647"/>
                        <a:pt x="275627" y="279618"/>
                        <a:pt x="281109" y="273814"/>
                      </a:cubicBezTo>
                      <a:cubicBezTo>
                        <a:pt x="282721" y="272201"/>
                        <a:pt x="285301" y="271879"/>
                        <a:pt x="286913" y="273491"/>
                      </a:cubicBezTo>
                      <a:cubicBezTo>
                        <a:pt x="288525" y="275104"/>
                        <a:pt x="288848" y="277361"/>
                        <a:pt x="287235" y="279296"/>
                      </a:cubicBezTo>
                      <a:cubicBezTo>
                        <a:pt x="282721" y="284455"/>
                        <a:pt x="278206" y="292839"/>
                        <a:pt x="274982" y="298966"/>
                      </a:cubicBezTo>
                      <a:lnTo>
                        <a:pt x="274014" y="300901"/>
                      </a:lnTo>
                      <a:cubicBezTo>
                        <a:pt x="273047" y="302191"/>
                        <a:pt x="271757" y="303158"/>
                        <a:pt x="270145" y="303158"/>
                      </a:cubicBezTo>
                      <a:close/>
                      <a:moveTo>
                        <a:pt x="315290" y="259948"/>
                      </a:moveTo>
                      <a:cubicBezTo>
                        <a:pt x="314000" y="259948"/>
                        <a:pt x="312710" y="259303"/>
                        <a:pt x="311743" y="258013"/>
                      </a:cubicBezTo>
                      <a:cubicBezTo>
                        <a:pt x="310453" y="256078"/>
                        <a:pt x="311098" y="253498"/>
                        <a:pt x="313033" y="252531"/>
                      </a:cubicBezTo>
                      <a:cubicBezTo>
                        <a:pt x="318837" y="248661"/>
                        <a:pt x="322707" y="246082"/>
                        <a:pt x="323996" y="244469"/>
                      </a:cubicBezTo>
                      <a:cubicBezTo>
                        <a:pt x="325286" y="243180"/>
                        <a:pt x="325609" y="242212"/>
                        <a:pt x="325609" y="240600"/>
                      </a:cubicBezTo>
                      <a:cubicBezTo>
                        <a:pt x="325609" y="239632"/>
                        <a:pt x="325286" y="238665"/>
                        <a:pt x="324964" y="237375"/>
                      </a:cubicBezTo>
                      <a:cubicBezTo>
                        <a:pt x="324319" y="235118"/>
                        <a:pt x="325609" y="232861"/>
                        <a:pt x="327543" y="232216"/>
                      </a:cubicBezTo>
                      <a:cubicBezTo>
                        <a:pt x="329801" y="231571"/>
                        <a:pt x="332058" y="232861"/>
                        <a:pt x="332703" y="234795"/>
                      </a:cubicBezTo>
                      <a:cubicBezTo>
                        <a:pt x="333348" y="236730"/>
                        <a:pt x="333670" y="238665"/>
                        <a:pt x="333670" y="240278"/>
                      </a:cubicBezTo>
                      <a:cubicBezTo>
                        <a:pt x="333670" y="244147"/>
                        <a:pt x="332380" y="247372"/>
                        <a:pt x="329801" y="249951"/>
                      </a:cubicBezTo>
                      <a:cubicBezTo>
                        <a:pt x="327866" y="251886"/>
                        <a:pt x="323996" y="254788"/>
                        <a:pt x="317547" y="258980"/>
                      </a:cubicBezTo>
                      <a:cubicBezTo>
                        <a:pt x="316580" y="259625"/>
                        <a:pt x="315935" y="259948"/>
                        <a:pt x="315290" y="259948"/>
                      </a:cubicBezTo>
                      <a:close/>
                      <a:moveTo>
                        <a:pt x="332380" y="206419"/>
                      </a:moveTo>
                      <a:cubicBezTo>
                        <a:pt x="331413" y="206419"/>
                        <a:pt x="330446" y="206096"/>
                        <a:pt x="329478" y="205451"/>
                      </a:cubicBezTo>
                      <a:cubicBezTo>
                        <a:pt x="327866" y="203839"/>
                        <a:pt x="327866" y="201259"/>
                        <a:pt x="329156" y="199647"/>
                      </a:cubicBezTo>
                      <a:cubicBezTo>
                        <a:pt x="331736" y="197067"/>
                        <a:pt x="334638" y="193843"/>
                        <a:pt x="338830" y="189973"/>
                      </a:cubicBezTo>
                      <a:cubicBezTo>
                        <a:pt x="343022" y="185781"/>
                        <a:pt x="346892" y="183201"/>
                        <a:pt x="349794" y="181266"/>
                      </a:cubicBezTo>
                      <a:cubicBezTo>
                        <a:pt x="351728" y="179977"/>
                        <a:pt x="354308" y="180622"/>
                        <a:pt x="355275" y="182556"/>
                      </a:cubicBezTo>
                      <a:cubicBezTo>
                        <a:pt x="356565" y="184491"/>
                        <a:pt x="355920" y="187071"/>
                        <a:pt x="353986" y="188038"/>
                      </a:cubicBezTo>
                      <a:cubicBezTo>
                        <a:pt x="351406" y="189651"/>
                        <a:pt x="347859" y="192230"/>
                        <a:pt x="344312" y="195777"/>
                      </a:cubicBezTo>
                      <a:cubicBezTo>
                        <a:pt x="340442" y="199647"/>
                        <a:pt x="337217" y="202549"/>
                        <a:pt x="334960" y="205129"/>
                      </a:cubicBezTo>
                      <a:cubicBezTo>
                        <a:pt x="334315" y="205774"/>
                        <a:pt x="333348" y="206419"/>
                        <a:pt x="332380" y="206419"/>
                      </a:cubicBezTo>
                      <a:close/>
                      <a:moveTo>
                        <a:pt x="350761" y="162886"/>
                      </a:moveTo>
                      <a:cubicBezTo>
                        <a:pt x="349471" y="162886"/>
                        <a:pt x="348181" y="162886"/>
                        <a:pt x="346892" y="162563"/>
                      </a:cubicBezTo>
                      <a:cubicBezTo>
                        <a:pt x="344957" y="162241"/>
                        <a:pt x="340120" y="161919"/>
                        <a:pt x="340120" y="157404"/>
                      </a:cubicBezTo>
                      <a:cubicBezTo>
                        <a:pt x="340120" y="154179"/>
                        <a:pt x="343022" y="152890"/>
                        <a:pt x="347214" y="151277"/>
                      </a:cubicBezTo>
                      <a:cubicBezTo>
                        <a:pt x="348181" y="150955"/>
                        <a:pt x="349471" y="150310"/>
                        <a:pt x="350439" y="149987"/>
                      </a:cubicBezTo>
                      <a:cubicBezTo>
                        <a:pt x="352373" y="149020"/>
                        <a:pt x="354953" y="149987"/>
                        <a:pt x="355920" y="151922"/>
                      </a:cubicBezTo>
                      <a:cubicBezTo>
                        <a:pt x="356243" y="152567"/>
                        <a:pt x="356243" y="153534"/>
                        <a:pt x="356243" y="154179"/>
                      </a:cubicBezTo>
                      <a:cubicBezTo>
                        <a:pt x="358500" y="153857"/>
                        <a:pt x="360112" y="153857"/>
                        <a:pt x="362047" y="154179"/>
                      </a:cubicBezTo>
                      <a:cubicBezTo>
                        <a:pt x="364304" y="154502"/>
                        <a:pt x="365594" y="156759"/>
                        <a:pt x="365272" y="158694"/>
                      </a:cubicBezTo>
                      <a:cubicBezTo>
                        <a:pt x="364949" y="160951"/>
                        <a:pt x="362692" y="162241"/>
                        <a:pt x="360758" y="161919"/>
                      </a:cubicBezTo>
                      <a:cubicBezTo>
                        <a:pt x="359790" y="161596"/>
                        <a:pt x="358500" y="161919"/>
                        <a:pt x="356888" y="162241"/>
                      </a:cubicBezTo>
                      <a:cubicBezTo>
                        <a:pt x="355275" y="162563"/>
                        <a:pt x="353018" y="162886"/>
                        <a:pt x="350761" y="162886"/>
                      </a:cubicBezTo>
                      <a:close/>
                      <a:moveTo>
                        <a:pt x="351728" y="129350"/>
                      </a:moveTo>
                      <a:cubicBezTo>
                        <a:pt x="350439" y="129350"/>
                        <a:pt x="349149" y="128705"/>
                        <a:pt x="348504" y="127737"/>
                      </a:cubicBezTo>
                      <a:cubicBezTo>
                        <a:pt x="346569" y="125158"/>
                        <a:pt x="344312" y="121933"/>
                        <a:pt x="341732" y="118063"/>
                      </a:cubicBezTo>
                      <a:lnTo>
                        <a:pt x="340765" y="116451"/>
                      </a:lnTo>
                      <a:cubicBezTo>
                        <a:pt x="338185" y="112581"/>
                        <a:pt x="335605" y="108712"/>
                        <a:pt x="333348" y="105165"/>
                      </a:cubicBezTo>
                      <a:cubicBezTo>
                        <a:pt x="332058" y="103230"/>
                        <a:pt x="332703" y="100650"/>
                        <a:pt x="334638" y="99683"/>
                      </a:cubicBezTo>
                      <a:cubicBezTo>
                        <a:pt x="336573" y="98393"/>
                        <a:pt x="339152" y="99038"/>
                        <a:pt x="340120" y="100973"/>
                      </a:cubicBezTo>
                      <a:cubicBezTo>
                        <a:pt x="342054" y="104520"/>
                        <a:pt x="344634" y="108067"/>
                        <a:pt x="347214" y="111936"/>
                      </a:cubicBezTo>
                      <a:lnTo>
                        <a:pt x="348181" y="113549"/>
                      </a:lnTo>
                      <a:cubicBezTo>
                        <a:pt x="350761" y="117418"/>
                        <a:pt x="353018" y="120321"/>
                        <a:pt x="354953" y="122900"/>
                      </a:cubicBezTo>
                      <a:cubicBezTo>
                        <a:pt x="356243" y="124835"/>
                        <a:pt x="355920" y="127092"/>
                        <a:pt x="353986" y="128705"/>
                      </a:cubicBezTo>
                      <a:cubicBezTo>
                        <a:pt x="353341" y="129027"/>
                        <a:pt x="352696" y="129350"/>
                        <a:pt x="351728" y="129350"/>
                      </a:cubicBezTo>
                      <a:close/>
                      <a:moveTo>
                        <a:pt x="331736" y="71951"/>
                      </a:moveTo>
                      <a:cubicBezTo>
                        <a:pt x="331413" y="71951"/>
                        <a:pt x="330768" y="71951"/>
                        <a:pt x="330446" y="71628"/>
                      </a:cubicBezTo>
                      <a:cubicBezTo>
                        <a:pt x="328511" y="70983"/>
                        <a:pt x="327221" y="68404"/>
                        <a:pt x="328189" y="66469"/>
                      </a:cubicBezTo>
                      <a:cubicBezTo>
                        <a:pt x="329478" y="63244"/>
                        <a:pt x="330768" y="60020"/>
                        <a:pt x="332703" y="56795"/>
                      </a:cubicBezTo>
                      <a:cubicBezTo>
                        <a:pt x="335283" y="52280"/>
                        <a:pt x="338507" y="47443"/>
                        <a:pt x="342377" y="42606"/>
                      </a:cubicBezTo>
                      <a:cubicBezTo>
                        <a:pt x="343667" y="40994"/>
                        <a:pt x="346246" y="40672"/>
                        <a:pt x="348181" y="41962"/>
                      </a:cubicBezTo>
                      <a:cubicBezTo>
                        <a:pt x="349794" y="43251"/>
                        <a:pt x="350116" y="45831"/>
                        <a:pt x="348826" y="47766"/>
                      </a:cubicBezTo>
                      <a:cubicBezTo>
                        <a:pt x="345279" y="52280"/>
                        <a:pt x="342377" y="56795"/>
                        <a:pt x="339797" y="60987"/>
                      </a:cubicBezTo>
                      <a:cubicBezTo>
                        <a:pt x="338185" y="63889"/>
                        <a:pt x="336573" y="66791"/>
                        <a:pt x="335605" y="69371"/>
                      </a:cubicBezTo>
                      <a:cubicBezTo>
                        <a:pt x="334638" y="70983"/>
                        <a:pt x="333348" y="71951"/>
                        <a:pt x="331736" y="71951"/>
                      </a:cubicBezTo>
                      <a:close/>
                      <a:moveTo>
                        <a:pt x="371076" y="21969"/>
                      </a:moveTo>
                      <a:cubicBezTo>
                        <a:pt x="370109" y="21969"/>
                        <a:pt x="368819" y="21646"/>
                        <a:pt x="368174" y="20679"/>
                      </a:cubicBezTo>
                      <a:cubicBezTo>
                        <a:pt x="366562" y="19067"/>
                        <a:pt x="366884" y="16487"/>
                        <a:pt x="368497" y="14874"/>
                      </a:cubicBezTo>
                      <a:cubicBezTo>
                        <a:pt x="373978" y="10038"/>
                        <a:pt x="383975" y="1976"/>
                        <a:pt x="390424" y="364"/>
                      </a:cubicBezTo>
                      <a:cubicBezTo>
                        <a:pt x="391392" y="41"/>
                        <a:pt x="392036" y="41"/>
                        <a:pt x="393004" y="41"/>
                      </a:cubicBezTo>
                      <a:cubicBezTo>
                        <a:pt x="395261" y="-281"/>
                        <a:pt x="397196" y="1331"/>
                        <a:pt x="397518" y="3588"/>
                      </a:cubicBezTo>
                      <a:cubicBezTo>
                        <a:pt x="397841" y="5845"/>
                        <a:pt x="396229" y="7780"/>
                        <a:pt x="393971" y="8103"/>
                      </a:cubicBezTo>
                      <a:cubicBezTo>
                        <a:pt x="393326" y="8103"/>
                        <a:pt x="392681" y="8425"/>
                        <a:pt x="392359" y="8425"/>
                      </a:cubicBezTo>
                      <a:cubicBezTo>
                        <a:pt x="389779" y="9070"/>
                        <a:pt x="383652" y="12617"/>
                        <a:pt x="373978" y="21001"/>
                      </a:cubicBezTo>
                      <a:cubicBezTo>
                        <a:pt x="372689" y="21646"/>
                        <a:pt x="372044" y="21969"/>
                        <a:pt x="371076" y="21969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Freeform: Shape 135">
                  <a:extLst>
                    <a:ext uri="{FF2B5EF4-FFF2-40B4-BE49-F238E27FC236}">
                      <a16:creationId xmlns:a16="http://schemas.microsoft.com/office/drawing/2014/main" id="{A4B9D27E-819A-BC97-BA8F-FCF286907B90}"/>
                    </a:ext>
                  </a:extLst>
                </p:cNvPr>
                <p:cNvSpPr/>
                <p:nvPr/>
              </p:nvSpPr>
              <p:spPr>
                <a:xfrm>
                  <a:off x="7254417" y="3646435"/>
                  <a:ext cx="32246" cy="32246"/>
                </a:xfrm>
                <a:custGeom>
                  <a:avLst/>
                  <a:gdLst>
                    <a:gd name="connsiteX0" fmla="*/ 3992 w 0"/>
                    <a:gd name="connsiteY0" fmla="*/ 29063 h 0"/>
                    <a:gd name="connsiteX1" fmla="*/ 444 w 0"/>
                    <a:gd name="connsiteY1" fmla="*/ 27128 h 0"/>
                    <a:gd name="connsiteX2" fmla="*/ 2057 w 0"/>
                    <a:gd name="connsiteY2" fmla="*/ 21646 h 0"/>
                    <a:gd name="connsiteX3" fmla="*/ 10763 w 0"/>
                    <a:gd name="connsiteY3" fmla="*/ 15842 h 0"/>
                    <a:gd name="connsiteX4" fmla="*/ 9796 w 0"/>
                    <a:gd name="connsiteY4" fmla="*/ 4556 h 0"/>
                    <a:gd name="connsiteX5" fmla="*/ 13343 w 0"/>
                    <a:gd name="connsiteY5" fmla="*/ 41 h 0"/>
                    <a:gd name="connsiteX6" fmla="*/ 17858 w 0"/>
                    <a:gd name="connsiteY6" fmla="*/ 3588 h 0"/>
                    <a:gd name="connsiteX7" fmla="*/ 19147 w 0"/>
                    <a:gd name="connsiteY7" fmla="*/ 17132 h 0"/>
                    <a:gd name="connsiteX8" fmla="*/ 19147 w 0"/>
                    <a:gd name="connsiteY8" fmla="*/ 19066 h 0"/>
                    <a:gd name="connsiteX9" fmla="*/ 17858 w 0"/>
                    <a:gd name="connsiteY9" fmla="*/ 20356 h 0"/>
                    <a:gd name="connsiteX10" fmla="*/ 6249 w 0"/>
                    <a:gd name="connsiteY10" fmla="*/ 28740 h 0"/>
                    <a:gd name="connsiteX11" fmla="*/ 3992 w 0"/>
                    <a:gd name="connsiteY11" fmla="*/ 29063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3992" y="29063"/>
                      </a:moveTo>
                      <a:cubicBezTo>
                        <a:pt x="2702" y="29063"/>
                        <a:pt x="1089" y="28418"/>
                        <a:pt x="444" y="27128"/>
                      </a:cubicBezTo>
                      <a:cubicBezTo>
                        <a:pt x="-523" y="25193"/>
                        <a:pt x="122" y="22614"/>
                        <a:pt x="2057" y="21646"/>
                      </a:cubicBezTo>
                      <a:cubicBezTo>
                        <a:pt x="5926" y="19389"/>
                        <a:pt x="8828" y="17132"/>
                        <a:pt x="10763" y="15842"/>
                      </a:cubicBezTo>
                      <a:cubicBezTo>
                        <a:pt x="10441" y="12295"/>
                        <a:pt x="10118" y="8748"/>
                        <a:pt x="9796" y="4556"/>
                      </a:cubicBezTo>
                      <a:cubicBezTo>
                        <a:pt x="9473" y="2298"/>
                        <a:pt x="11086" y="364"/>
                        <a:pt x="13343" y="41"/>
                      </a:cubicBezTo>
                      <a:cubicBezTo>
                        <a:pt x="15600" y="-281"/>
                        <a:pt x="17535" y="1331"/>
                        <a:pt x="17858" y="3588"/>
                      </a:cubicBezTo>
                      <a:cubicBezTo>
                        <a:pt x="18502" y="8425"/>
                        <a:pt x="18825" y="12940"/>
                        <a:pt x="19147" y="17132"/>
                      </a:cubicBezTo>
                      <a:lnTo>
                        <a:pt x="19147" y="19066"/>
                      </a:lnTo>
                      <a:lnTo>
                        <a:pt x="17858" y="20356"/>
                      </a:lnTo>
                      <a:cubicBezTo>
                        <a:pt x="15600" y="22291"/>
                        <a:pt x="11731" y="25516"/>
                        <a:pt x="6249" y="28740"/>
                      </a:cubicBezTo>
                      <a:cubicBezTo>
                        <a:pt x="5281" y="29063"/>
                        <a:pt x="4636" y="29063"/>
                        <a:pt x="3992" y="2906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Freeform: Shape 136">
                  <a:extLst>
                    <a:ext uri="{FF2B5EF4-FFF2-40B4-BE49-F238E27FC236}">
                      <a16:creationId xmlns:a16="http://schemas.microsoft.com/office/drawing/2014/main" id="{0AAC3C6B-2AAA-87E4-FB12-F71C5597B16B}"/>
                    </a:ext>
                  </a:extLst>
                </p:cNvPr>
                <p:cNvSpPr/>
                <p:nvPr/>
              </p:nvSpPr>
              <p:spPr>
                <a:xfrm>
                  <a:off x="7171789" y="3574690"/>
                  <a:ext cx="64493" cy="32246"/>
                </a:xfrm>
                <a:custGeom>
                  <a:avLst/>
                  <a:gdLst>
                    <a:gd name="connsiteX0" fmla="*/ 71141 w 64492"/>
                    <a:gd name="connsiteY0" fmla="*/ 55985 h 32246"/>
                    <a:gd name="connsiteX1" fmla="*/ 69851 w 64492"/>
                    <a:gd name="connsiteY1" fmla="*/ 55663 h 32246"/>
                    <a:gd name="connsiteX2" fmla="*/ 61790 w 64492"/>
                    <a:gd name="connsiteY2" fmla="*/ 45667 h 32246"/>
                    <a:gd name="connsiteX3" fmla="*/ 51793 w 64492"/>
                    <a:gd name="connsiteY3" fmla="*/ 33090 h 32246"/>
                    <a:gd name="connsiteX4" fmla="*/ 49859 w 64492"/>
                    <a:gd name="connsiteY4" fmla="*/ 27608 h 32246"/>
                    <a:gd name="connsiteX5" fmla="*/ 55340 w 64492"/>
                    <a:gd name="connsiteY5" fmla="*/ 25674 h 32246"/>
                    <a:gd name="connsiteX6" fmla="*/ 69206 w 64492"/>
                    <a:gd name="connsiteY6" fmla="*/ 42442 h 32246"/>
                    <a:gd name="connsiteX7" fmla="*/ 72754 w 64492"/>
                    <a:gd name="connsiteY7" fmla="*/ 48246 h 32246"/>
                    <a:gd name="connsiteX8" fmla="*/ 75011 w 64492"/>
                    <a:gd name="connsiteY8" fmla="*/ 53406 h 32246"/>
                    <a:gd name="connsiteX9" fmla="*/ 71141 w 64492"/>
                    <a:gd name="connsiteY9" fmla="*/ 55985 h 32246"/>
                    <a:gd name="connsiteX10" fmla="*/ 15677 w 64492"/>
                    <a:gd name="connsiteY10" fmla="*/ 35025 h 32246"/>
                    <a:gd name="connsiteX11" fmla="*/ 12453 w 64492"/>
                    <a:gd name="connsiteY11" fmla="*/ 33413 h 32246"/>
                    <a:gd name="connsiteX12" fmla="*/ 521 w 64492"/>
                    <a:gd name="connsiteY12" fmla="*/ 6003 h 32246"/>
                    <a:gd name="connsiteX13" fmla="*/ 199 w 64492"/>
                    <a:gd name="connsiteY13" fmla="*/ 5358 h 32246"/>
                    <a:gd name="connsiteX14" fmla="*/ 2456 w 64492"/>
                    <a:gd name="connsiteY14" fmla="*/ 199 h 32246"/>
                    <a:gd name="connsiteX15" fmla="*/ 7616 w 64492"/>
                    <a:gd name="connsiteY15" fmla="*/ 2456 h 32246"/>
                    <a:gd name="connsiteX16" fmla="*/ 7938 w 64492"/>
                    <a:gd name="connsiteY16" fmla="*/ 3101 h 32246"/>
                    <a:gd name="connsiteX17" fmla="*/ 18902 w 64492"/>
                    <a:gd name="connsiteY17" fmla="*/ 28576 h 32246"/>
                    <a:gd name="connsiteX18" fmla="*/ 17934 w 64492"/>
                    <a:gd name="connsiteY18" fmla="*/ 34058 h 32246"/>
                    <a:gd name="connsiteX19" fmla="*/ 15677 w 64492"/>
                    <a:gd name="connsiteY19" fmla="*/ 35025 h 32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4492" h="32246">
                      <a:moveTo>
                        <a:pt x="71141" y="55985"/>
                      </a:moveTo>
                      <a:cubicBezTo>
                        <a:pt x="70819" y="55985"/>
                        <a:pt x="70174" y="55985"/>
                        <a:pt x="69851" y="55663"/>
                      </a:cubicBezTo>
                      <a:cubicBezTo>
                        <a:pt x="65337" y="54051"/>
                        <a:pt x="63402" y="49536"/>
                        <a:pt x="61790" y="45667"/>
                      </a:cubicBezTo>
                      <a:cubicBezTo>
                        <a:pt x="59855" y="40830"/>
                        <a:pt x="57598" y="35993"/>
                        <a:pt x="51793" y="33090"/>
                      </a:cubicBezTo>
                      <a:cubicBezTo>
                        <a:pt x="49859" y="32123"/>
                        <a:pt x="48891" y="29543"/>
                        <a:pt x="49859" y="27608"/>
                      </a:cubicBezTo>
                      <a:cubicBezTo>
                        <a:pt x="50826" y="25674"/>
                        <a:pt x="53406" y="24706"/>
                        <a:pt x="55340" y="25674"/>
                      </a:cubicBezTo>
                      <a:cubicBezTo>
                        <a:pt x="64047" y="29866"/>
                        <a:pt x="66949" y="37282"/>
                        <a:pt x="69206" y="42442"/>
                      </a:cubicBezTo>
                      <a:cubicBezTo>
                        <a:pt x="70496" y="45022"/>
                        <a:pt x="71464" y="47601"/>
                        <a:pt x="72754" y="48246"/>
                      </a:cubicBezTo>
                      <a:cubicBezTo>
                        <a:pt x="74688" y="48891"/>
                        <a:pt x="75978" y="51471"/>
                        <a:pt x="75011" y="53406"/>
                      </a:cubicBezTo>
                      <a:cubicBezTo>
                        <a:pt x="74366" y="55018"/>
                        <a:pt x="72754" y="55985"/>
                        <a:pt x="71141" y="55985"/>
                      </a:cubicBezTo>
                      <a:close/>
                      <a:moveTo>
                        <a:pt x="15677" y="35025"/>
                      </a:moveTo>
                      <a:cubicBezTo>
                        <a:pt x="14387" y="35025"/>
                        <a:pt x="13097" y="34380"/>
                        <a:pt x="12453" y="33413"/>
                      </a:cubicBezTo>
                      <a:cubicBezTo>
                        <a:pt x="8583" y="27931"/>
                        <a:pt x="5036" y="18257"/>
                        <a:pt x="521" y="6003"/>
                      </a:cubicBezTo>
                      <a:lnTo>
                        <a:pt x="199" y="5358"/>
                      </a:lnTo>
                      <a:cubicBezTo>
                        <a:pt x="-446" y="3424"/>
                        <a:pt x="521" y="844"/>
                        <a:pt x="2456" y="199"/>
                      </a:cubicBezTo>
                      <a:cubicBezTo>
                        <a:pt x="4391" y="-446"/>
                        <a:pt x="6971" y="521"/>
                        <a:pt x="7616" y="2456"/>
                      </a:cubicBezTo>
                      <a:lnTo>
                        <a:pt x="7938" y="3101"/>
                      </a:lnTo>
                      <a:cubicBezTo>
                        <a:pt x="12130" y="14387"/>
                        <a:pt x="15677" y="24061"/>
                        <a:pt x="18902" y="28576"/>
                      </a:cubicBezTo>
                      <a:cubicBezTo>
                        <a:pt x="20192" y="30511"/>
                        <a:pt x="19547" y="32768"/>
                        <a:pt x="17934" y="34058"/>
                      </a:cubicBezTo>
                      <a:cubicBezTo>
                        <a:pt x="16967" y="34703"/>
                        <a:pt x="16322" y="35025"/>
                        <a:pt x="15677" y="3502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B0CF7B0-4196-947B-DBBC-57C0600A6650}"/>
                  </a:ext>
                </a:extLst>
              </p:cNvPr>
              <p:cNvSpPr/>
              <p:nvPr/>
            </p:nvSpPr>
            <p:spPr>
              <a:xfrm>
                <a:off x="7309953" y="2389960"/>
                <a:ext cx="128986" cy="193479"/>
              </a:xfrm>
              <a:custGeom>
                <a:avLst/>
                <a:gdLst>
                  <a:gd name="connsiteX0" fmla="*/ 3597 w 128985"/>
                  <a:gd name="connsiteY0" fmla="*/ 172389 h 193478"/>
                  <a:gd name="connsiteX1" fmla="*/ 1985 w 128985"/>
                  <a:gd name="connsiteY1" fmla="*/ 168197 h 193478"/>
                  <a:gd name="connsiteX2" fmla="*/ 3597 w 128985"/>
                  <a:gd name="connsiteY2" fmla="*/ 172389 h 193478"/>
                  <a:gd name="connsiteX3" fmla="*/ 124199 w 128985"/>
                  <a:gd name="connsiteY3" fmla="*/ 176904 h 193478"/>
                  <a:gd name="connsiteX4" fmla="*/ 141612 w 128985"/>
                  <a:gd name="connsiteY4" fmla="*/ 154009 h 193478"/>
                  <a:gd name="connsiteX5" fmla="*/ 140322 w 128985"/>
                  <a:gd name="connsiteY5" fmla="*/ 138531 h 193478"/>
                  <a:gd name="connsiteX6" fmla="*/ 129681 w 128985"/>
                  <a:gd name="connsiteY6" fmla="*/ 126277 h 193478"/>
                  <a:gd name="connsiteX7" fmla="*/ 128391 w 128985"/>
                  <a:gd name="connsiteY7" fmla="*/ 105317 h 193478"/>
                  <a:gd name="connsiteX8" fmla="*/ 138388 w 128985"/>
                  <a:gd name="connsiteY8" fmla="*/ 87259 h 193478"/>
                  <a:gd name="connsiteX9" fmla="*/ 144514 w 128985"/>
                  <a:gd name="connsiteY9" fmla="*/ 53077 h 193478"/>
                  <a:gd name="connsiteX10" fmla="*/ 137098 w 128985"/>
                  <a:gd name="connsiteY10" fmla="*/ 22766 h 193478"/>
                  <a:gd name="connsiteX11" fmla="*/ 104206 w 128985"/>
                  <a:gd name="connsiteY11" fmla="*/ 3418 h 193478"/>
                  <a:gd name="connsiteX12" fmla="*/ 84213 w 128985"/>
                  <a:gd name="connsiteY12" fmla="*/ 4063 h 193478"/>
                  <a:gd name="connsiteX13" fmla="*/ 68735 w 128985"/>
                  <a:gd name="connsiteY13" fmla="*/ 17606 h 193478"/>
                  <a:gd name="connsiteX14" fmla="*/ 51322 w 128985"/>
                  <a:gd name="connsiteY14" fmla="*/ 33085 h 193478"/>
                  <a:gd name="connsiteX15" fmla="*/ 28427 w 128985"/>
                  <a:gd name="connsiteY15" fmla="*/ 33085 h 193478"/>
                  <a:gd name="connsiteX16" fmla="*/ 8112 w 128985"/>
                  <a:gd name="connsiteY16" fmla="*/ 38566 h 193478"/>
                  <a:gd name="connsiteX17" fmla="*/ 16173 w 128985"/>
                  <a:gd name="connsiteY17" fmla="*/ 55335 h 193478"/>
                  <a:gd name="connsiteX18" fmla="*/ 22945 w 128985"/>
                  <a:gd name="connsiteY18" fmla="*/ 73393 h 193478"/>
                  <a:gd name="connsiteX19" fmla="*/ 12949 w 128985"/>
                  <a:gd name="connsiteY19" fmla="*/ 90161 h 193478"/>
                  <a:gd name="connsiteX20" fmla="*/ 8112 w 128985"/>
                  <a:gd name="connsiteY20" fmla="*/ 115636 h 193478"/>
                  <a:gd name="connsiteX21" fmla="*/ 50 w 128985"/>
                  <a:gd name="connsiteY21" fmla="*/ 147237 h 193478"/>
                  <a:gd name="connsiteX22" fmla="*/ 2307 w 128985"/>
                  <a:gd name="connsiteY22" fmla="*/ 167875 h 193478"/>
                  <a:gd name="connsiteX23" fmla="*/ 6499 w 128985"/>
                  <a:gd name="connsiteY23" fmla="*/ 171744 h 193478"/>
                  <a:gd name="connsiteX24" fmla="*/ 30684 w 128985"/>
                  <a:gd name="connsiteY24" fmla="*/ 200444 h 193478"/>
                  <a:gd name="connsiteX25" fmla="*/ 57449 w 128985"/>
                  <a:gd name="connsiteY25" fmla="*/ 199476 h 193478"/>
                  <a:gd name="connsiteX26" fmla="*/ 91630 w 128985"/>
                  <a:gd name="connsiteY26" fmla="*/ 191415 h 193478"/>
                  <a:gd name="connsiteX27" fmla="*/ 124199 w 128985"/>
                  <a:gd name="connsiteY27" fmla="*/ 178839 h 193478"/>
                  <a:gd name="connsiteX28" fmla="*/ 124199 w 128985"/>
                  <a:gd name="connsiteY28" fmla="*/ 176904 h 193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28985" h="193478">
                    <a:moveTo>
                      <a:pt x="3597" y="172389"/>
                    </a:moveTo>
                    <a:cubicBezTo>
                      <a:pt x="3275" y="171100"/>
                      <a:pt x="2630" y="169810"/>
                      <a:pt x="1985" y="168197"/>
                    </a:cubicBezTo>
                    <a:cubicBezTo>
                      <a:pt x="2630" y="169810"/>
                      <a:pt x="3275" y="171100"/>
                      <a:pt x="3597" y="172389"/>
                    </a:cubicBezTo>
                    <a:close/>
                    <a:moveTo>
                      <a:pt x="124199" y="176904"/>
                    </a:moveTo>
                    <a:cubicBezTo>
                      <a:pt x="125489" y="172712"/>
                      <a:pt x="137742" y="159491"/>
                      <a:pt x="141612" y="154009"/>
                    </a:cubicBezTo>
                    <a:cubicBezTo>
                      <a:pt x="145804" y="148527"/>
                      <a:pt x="149674" y="143368"/>
                      <a:pt x="140322" y="138531"/>
                    </a:cubicBezTo>
                    <a:cubicBezTo>
                      <a:pt x="130971" y="133694"/>
                      <a:pt x="133551" y="131759"/>
                      <a:pt x="129681" y="126277"/>
                    </a:cubicBezTo>
                    <a:cubicBezTo>
                      <a:pt x="125489" y="120795"/>
                      <a:pt x="125489" y="113378"/>
                      <a:pt x="128391" y="105317"/>
                    </a:cubicBezTo>
                    <a:cubicBezTo>
                      <a:pt x="130971" y="97255"/>
                      <a:pt x="137742" y="96610"/>
                      <a:pt x="138388" y="87259"/>
                    </a:cubicBezTo>
                    <a:cubicBezTo>
                      <a:pt x="139032" y="77907"/>
                      <a:pt x="139032" y="68556"/>
                      <a:pt x="144514" y="53077"/>
                    </a:cubicBezTo>
                    <a:cubicBezTo>
                      <a:pt x="149996" y="37599"/>
                      <a:pt x="143225" y="30182"/>
                      <a:pt x="137098" y="22766"/>
                    </a:cubicBezTo>
                    <a:cubicBezTo>
                      <a:pt x="130971" y="15349"/>
                      <a:pt x="124199" y="10512"/>
                      <a:pt x="104206" y="3418"/>
                    </a:cubicBezTo>
                    <a:cubicBezTo>
                      <a:pt x="84213" y="-3999"/>
                      <a:pt x="94855" y="2773"/>
                      <a:pt x="84213" y="4063"/>
                    </a:cubicBezTo>
                    <a:cubicBezTo>
                      <a:pt x="73572" y="5353"/>
                      <a:pt x="74862" y="10834"/>
                      <a:pt x="68735" y="17606"/>
                    </a:cubicBezTo>
                    <a:cubicBezTo>
                      <a:pt x="62608" y="24378"/>
                      <a:pt x="59384" y="26958"/>
                      <a:pt x="51322" y="33085"/>
                    </a:cubicBezTo>
                    <a:cubicBezTo>
                      <a:pt x="43260" y="39211"/>
                      <a:pt x="38424" y="33085"/>
                      <a:pt x="28427" y="33085"/>
                    </a:cubicBezTo>
                    <a:cubicBezTo>
                      <a:pt x="18431" y="33085"/>
                      <a:pt x="10369" y="33730"/>
                      <a:pt x="8112" y="38566"/>
                    </a:cubicBezTo>
                    <a:cubicBezTo>
                      <a:pt x="6177" y="43403"/>
                      <a:pt x="12949" y="47918"/>
                      <a:pt x="16173" y="55335"/>
                    </a:cubicBezTo>
                    <a:cubicBezTo>
                      <a:pt x="19398" y="62751"/>
                      <a:pt x="27460" y="66621"/>
                      <a:pt x="22945" y="73393"/>
                    </a:cubicBezTo>
                    <a:cubicBezTo>
                      <a:pt x="18108" y="80164"/>
                      <a:pt x="20365" y="83389"/>
                      <a:pt x="12949" y="90161"/>
                    </a:cubicBezTo>
                    <a:cubicBezTo>
                      <a:pt x="5532" y="96933"/>
                      <a:pt x="12949" y="106284"/>
                      <a:pt x="8112" y="115636"/>
                    </a:cubicBezTo>
                    <a:cubicBezTo>
                      <a:pt x="3275" y="124987"/>
                      <a:pt x="695" y="126277"/>
                      <a:pt x="50" y="147237"/>
                    </a:cubicBezTo>
                    <a:cubicBezTo>
                      <a:pt x="-272" y="157234"/>
                      <a:pt x="1017" y="163683"/>
                      <a:pt x="2307" y="167875"/>
                    </a:cubicBezTo>
                    <a:cubicBezTo>
                      <a:pt x="4242" y="168520"/>
                      <a:pt x="5532" y="169810"/>
                      <a:pt x="6499" y="171744"/>
                    </a:cubicBezTo>
                    <a:cubicBezTo>
                      <a:pt x="13594" y="187868"/>
                      <a:pt x="15528" y="200444"/>
                      <a:pt x="30684" y="200444"/>
                    </a:cubicBezTo>
                    <a:cubicBezTo>
                      <a:pt x="45840" y="200444"/>
                      <a:pt x="38746" y="193350"/>
                      <a:pt x="57449" y="199476"/>
                    </a:cubicBezTo>
                    <a:cubicBezTo>
                      <a:pt x="76152" y="205603"/>
                      <a:pt x="79699" y="196897"/>
                      <a:pt x="91630" y="191415"/>
                    </a:cubicBezTo>
                    <a:cubicBezTo>
                      <a:pt x="100337" y="187545"/>
                      <a:pt x="110333" y="181418"/>
                      <a:pt x="124199" y="178839"/>
                    </a:cubicBezTo>
                    <a:cubicBezTo>
                      <a:pt x="123876" y="178516"/>
                      <a:pt x="123876" y="177549"/>
                      <a:pt x="124199" y="17690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56" name="Graphic 4">
                <a:extLst>
                  <a:ext uri="{FF2B5EF4-FFF2-40B4-BE49-F238E27FC236}">
                    <a16:creationId xmlns:a16="http://schemas.microsoft.com/office/drawing/2014/main" id="{00A21A30-0344-4FFF-98C8-6CC87008AF96}"/>
                  </a:ext>
                </a:extLst>
              </p:cNvPr>
              <p:cNvGrpSpPr/>
              <p:nvPr/>
            </p:nvGrpSpPr>
            <p:grpSpPr>
              <a:xfrm>
                <a:off x="7308391" y="2548332"/>
                <a:ext cx="141040" cy="67487"/>
                <a:chOff x="7308391" y="2548332"/>
                <a:chExt cx="141040" cy="67487"/>
              </a:xfrm>
              <a:grpFill/>
            </p:grpSpPr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A7BC5AB0-AD8E-65DE-E6BE-C062D4220872}"/>
                    </a:ext>
                  </a:extLst>
                </p:cNvPr>
                <p:cNvSpPr/>
                <p:nvPr/>
              </p:nvSpPr>
              <p:spPr>
                <a:xfrm>
                  <a:off x="7308391" y="2556545"/>
                  <a:ext cx="32246" cy="32246"/>
                </a:xfrm>
                <a:custGeom>
                  <a:avLst/>
                  <a:gdLst>
                    <a:gd name="connsiteX0" fmla="*/ 1612 w 0"/>
                    <a:gd name="connsiteY0" fmla="*/ 7094 h 0"/>
                    <a:gd name="connsiteX1" fmla="*/ 967 w 0"/>
                    <a:gd name="connsiteY1" fmla="*/ 5482 h 0"/>
                    <a:gd name="connsiteX2" fmla="*/ 0 w 0"/>
                    <a:gd name="connsiteY2" fmla="*/ 2580 h 0"/>
                    <a:gd name="connsiteX3" fmla="*/ 0 w 0"/>
                    <a:gd name="connsiteY3" fmla="*/ 2580 h 0"/>
                    <a:gd name="connsiteX4" fmla="*/ 7739 w 0"/>
                    <a:gd name="connsiteY4" fmla="*/ 0 h 0"/>
                    <a:gd name="connsiteX5" fmla="*/ 7739 w 0"/>
                    <a:gd name="connsiteY5" fmla="*/ 0 h 0"/>
                    <a:gd name="connsiteX6" fmla="*/ 7739 w 0"/>
                    <a:gd name="connsiteY6" fmla="*/ 0 h 0"/>
                    <a:gd name="connsiteX7" fmla="*/ 7739 w 0"/>
                    <a:gd name="connsiteY7" fmla="*/ 0 h 0"/>
                    <a:gd name="connsiteX8" fmla="*/ 8707 w 0"/>
                    <a:gd name="connsiteY8" fmla="*/ 2580 h 0"/>
                    <a:gd name="connsiteX9" fmla="*/ 9029 w 0"/>
                    <a:gd name="connsiteY9" fmla="*/ 3870 h 0"/>
                    <a:gd name="connsiteX10" fmla="*/ 9029 w 0"/>
                    <a:gd name="connsiteY10" fmla="*/ 3870 h 0"/>
                    <a:gd name="connsiteX11" fmla="*/ 9029 w 0"/>
                    <a:gd name="connsiteY11" fmla="*/ 4192 h 0"/>
                    <a:gd name="connsiteX12" fmla="*/ 1612 w 0"/>
                    <a:gd name="connsiteY12" fmla="*/ 7094 h 0"/>
                    <a:gd name="connsiteX13" fmla="*/ 4192 w 0"/>
                    <a:gd name="connsiteY13" fmla="*/ 6127 h 0"/>
                    <a:gd name="connsiteX14" fmla="*/ 1935 w 0"/>
                    <a:gd name="connsiteY14" fmla="*/ 7094 h 0"/>
                    <a:gd name="connsiteX15" fmla="*/ 5482 w 0"/>
                    <a:gd name="connsiteY15" fmla="*/ 5804 h 0"/>
                    <a:gd name="connsiteX16" fmla="*/ 4192 w 0"/>
                    <a:gd name="connsiteY16" fmla="*/ 6127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>
                      <a:moveTo>
                        <a:pt x="1612" y="7094"/>
                      </a:moveTo>
                      <a:cubicBezTo>
                        <a:pt x="1290" y="6772"/>
                        <a:pt x="1290" y="6127"/>
                        <a:pt x="967" y="5482"/>
                      </a:cubicBezTo>
                      <a:cubicBezTo>
                        <a:pt x="645" y="4514"/>
                        <a:pt x="323" y="3547"/>
                        <a:pt x="0" y="2580"/>
                      </a:cubicBezTo>
                      <a:lnTo>
                        <a:pt x="0" y="2580"/>
                      </a:lnTo>
                      <a:lnTo>
                        <a:pt x="7739" y="0"/>
                      </a:lnTo>
                      <a:lnTo>
                        <a:pt x="7739" y="0"/>
                      </a:lnTo>
                      <a:lnTo>
                        <a:pt x="7739" y="0"/>
                      </a:lnTo>
                      <a:cubicBezTo>
                        <a:pt x="7739" y="0"/>
                        <a:pt x="7739" y="0"/>
                        <a:pt x="7739" y="0"/>
                      </a:cubicBezTo>
                      <a:cubicBezTo>
                        <a:pt x="8062" y="967"/>
                        <a:pt x="8384" y="1935"/>
                        <a:pt x="8707" y="2580"/>
                      </a:cubicBezTo>
                      <a:cubicBezTo>
                        <a:pt x="8707" y="2902"/>
                        <a:pt x="9029" y="3547"/>
                        <a:pt x="9029" y="3870"/>
                      </a:cubicBezTo>
                      <a:lnTo>
                        <a:pt x="9029" y="3870"/>
                      </a:lnTo>
                      <a:cubicBezTo>
                        <a:pt x="9029" y="3870"/>
                        <a:pt x="9029" y="3870"/>
                        <a:pt x="9029" y="4192"/>
                      </a:cubicBezTo>
                      <a:lnTo>
                        <a:pt x="1612" y="7094"/>
                      </a:lnTo>
                      <a:close/>
                      <a:moveTo>
                        <a:pt x="4192" y="6127"/>
                      </a:moveTo>
                      <a:lnTo>
                        <a:pt x="1935" y="7094"/>
                      </a:lnTo>
                      <a:lnTo>
                        <a:pt x="5482" y="5804"/>
                      </a:lnTo>
                      <a:lnTo>
                        <a:pt x="4192" y="6127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grpSp>
              <p:nvGrpSpPr>
                <p:cNvPr id="124" name="Graphic 4">
                  <a:extLst>
                    <a:ext uri="{FF2B5EF4-FFF2-40B4-BE49-F238E27FC236}">
                      <a16:creationId xmlns:a16="http://schemas.microsoft.com/office/drawing/2014/main" id="{21FACFC2-1D2C-C85F-DB67-ADA3C02BD8D3}"/>
                    </a:ext>
                  </a:extLst>
                </p:cNvPr>
                <p:cNvGrpSpPr/>
                <p:nvPr/>
              </p:nvGrpSpPr>
              <p:grpSpPr>
                <a:xfrm>
                  <a:off x="7310120" y="2548332"/>
                  <a:ext cx="139311" cy="67487"/>
                  <a:chOff x="7310120" y="2548332"/>
                  <a:chExt cx="139311" cy="67487"/>
                </a:xfrm>
                <a:grpFill/>
              </p:grpSpPr>
              <p:sp>
                <p:nvSpPr>
                  <p:cNvPr id="125" name="Freeform: Shape 124">
                    <a:extLst>
                      <a:ext uri="{FF2B5EF4-FFF2-40B4-BE49-F238E27FC236}">
                        <a16:creationId xmlns:a16="http://schemas.microsoft.com/office/drawing/2014/main" id="{B610B58D-7A13-7F81-52FA-1FDD4BBB67B5}"/>
                      </a:ext>
                    </a:extLst>
                  </p:cNvPr>
                  <p:cNvSpPr/>
                  <p:nvPr/>
                </p:nvSpPr>
                <p:spPr>
                  <a:xfrm>
                    <a:off x="7310120" y="2554906"/>
                    <a:ext cx="32246" cy="32246"/>
                  </a:xfrm>
                  <a:custGeom>
                    <a:avLst/>
                    <a:gdLst>
                      <a:gd name="connsiteX0" fmla="*/ 9880 w 0"/>
                      <a:gd name="connsiteY0" fmla="*/ 19374 h 0"/>
                      <a:gd name="connsiteX1" fmla="*/ 6333 w 0"/>
                      <a:gd name="connsiteY1" fmla="*/ 17117 h 0"/>
                      <a:gd name="connsiteX2" fmla="*/ 2785 w 0"/>
                      <a:gd name="connsiteY2" fmla="*/ 8733 h 0"/>
                      <a:gd name="connsiteX3" fmla="*/ 1818 w 0"/>
                      <a:gd name="connsiteY3" fmla="*/ 7443 h 0"/>
                      <a:gd name="connsiteX4" fmla="*/ 528 w 0"/>
                      <a:gd name="connsiteY4" fmla="*/ 1961 h 0"/>
                      <a:gd name="connsiteX5" fmla="*/ 6010 w 0"/>
                      <a:gd name="connsiteY5" fmla="*/ 671 h 0"/>
                      <a:gd name="connsiteX6" fmla="*/ 10202 w 0"/>
                      <a:gd name="connsiteY6" fmla="*/ 5508 h 0"/>
                      <a:gd name="connsiteX7" fmla="*/ 13749 w 0"/>
                      <a:gd name="connsiteY7" fmla="*/ 13892 h 0"/>
                      <a:gd name="connsiteX8" fmla="*/ 11492 w 0"/>
                      <a:gd name="connsiteY8" fmla="*/ 19374 h 0"/>
                      <a:gd name="connsiteX9" fmla="*/ 9880 w 0"/>
                      <a:gd name="connsiteY9" fmla="*/ 19374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>
                        <a:moveTo>
                          <a:pt x="9880" y="19374"/>
                        </a:moveTo>
                        <a:cubicBezTo>
                          <a:pt x="8268" y="19374"/>
                          <a:pt x="6978" y="18407"/>
                          <a:pt x="6333" y="17117"/>
                        </a:cubicBezTo>
                        <a:cubicBezTo>
                          <a:pt x="5043" y="14215"/>
                          <a:pt x="4075" y="11635"/>
                          <a:pt x="2785" y="8733"/>
                        </a:cubicBezTo>
                        <a:cubicBezTo>
                          <a:pt x="2463" y="7765"/>
                          <a:pt x="2141" y="7443"/>
                          <a:pt x="1818" y="7443"/>
                        </a:cubicBezTo>
                        <a:cubicBezTo>
                          <a:pt x="-117" y="6153"/>
                          <a:pt x="-439" y="3896"/>
                          <a:pt x="528" y="1961"/>
                        </a:cubicBezTo>
                        <a:cubicBezTo>
                          <a:pt x="1818" y="26"/>
                          <a:pt x="4075" y="-619"/>
                          <a:pt x="6010" y="671"/>
                        </a:cubicBezTo>
                        <a:cubicBezTo>
                          <a:pt x="7945" y="1961"/>
                          <a:pt x="9235" y="3573"/>
                          <a:pt x="10202" y="5508"/>
                        </a:cubicBezTo>
                        <a:cubicBezTo>
                          <a:pt x="11492" y="8410"/>
                          <a:pt x="12782" y="11312"/>
                          <a:pt x="13749" y="13892"/>
                        </a:cubicBezTo>
                        <a:cubicBezTo>
                          <a:pt x="14717" y="15827"/>
                          <a:pt x="13749" y="18407"/>
                          <a:pt x="11492" y="19374"/>
                        </a:cubicBezTo>
                        <a:cubicBezTo>
                          <a:pt x="10847" y="19374"/>
                          <a:pt x="10202" y="19374"/>
                          <a:pt x="9880" y="19374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6" name="Freeform: Shape 125">
                    <a:extLst>
                      <a:ext uri="{FF2B5EF4-FFF2-40B4-BE49-F238E27FC236}">
                        <a16:creationId xmlns:a16="http://schemas.microsoft.com/office/drawing/2014/main" id="{D7BC713F-8C5E-89AB-2540-447279EFADC2}"/>
                      </a:ext>
                    </a:extLst>
                  </p:cNvPr>
                  <p:cNvSpPr/>
                  <p:nvPr/>
                </p:nvSpPr>
                <p:spPr>
                  <a:xfrm>
                    <a:off x="7348319" y="2583573"/>
                    <a:ext cx="32246" cy="32246"/>
                  </a:xfrm>
                  <a:custGeom>
                    <a:avLst/>
                    <a:gdLst>
                      <a:gd name="connsiteX0" fmla="*/ 30691 w 32246"/>
                      <a:gd name="connsiteY0" fmla="*/ 12313 h 0"/>
                      <a:gd name="connsiteX1" fmla="*/ 18115 w 32246"/>
                      <a:gd name="connsiteY1" fmla="*/ 10055 h 0"/>
                      <a:gd name="connsiteX2" fmla="*/ 8119 w 32246"/>
                      <a:gd name="connsiteY2" fmla="*/ 7798 h 0"/>
                      <a:gd name="connsiteX3" fmla="*/ 5861 w 32246"/>
                      <a:gd name="connsiteY3" fmla="*/ 8443 h 0"/>
                      <a:gd name="connsiteX4" fmla="*/ 379 w 32246"/>
                      <a:gd name="connsiteY4" fmla="*/ 6508 h 0"/>
                      <a:gd name="connsiteX5" fmla="*/ 2314 w 32246"/>
                      <a:gd name="connsiteY5" fmla="*/ 1026 h 0"/>
                      <a:gd name="connsiteX6" fmla="*/ 20372 w 32246"/>
                      <a:gd name="connsiteY6" fmla="*/ 2639 h 0"/>
                      <a:gd name="connsiteX7" fmla="*/ 33271 w 32246"/>
                      <a:gd name="connsiteY7" fmla="*/ 4251 h 0"/>
                      <a:gd name="connsiteX8" fmla="*/ 37786 w 32246"/>
                      <a:gd name="connsiteY8" fmla="*/ 7476 h 0"/>
                      <a:gd name="connsiteX9" fmla="*/ 34561 w 32246"/>
                      <a:gd name="connsiteY9" fmla="*/ 11990 h 0"/>
                      <a:gd name="connsiteX10" fmla="*/ 30691 w 32246"/>
                      <a:gd name="connsiteY10" fmla="*/ 12313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2246">
                        <a:moveTo>
                          <a:pt x="30691" y="12313"/>
                        </a:moveTo>
                        <a:cubicBezTo>
                          <a:pt x="26822" y="12313"/>
                          <a:pt x="22952" y="11668"/>
                          <a:pt x="18115" y="10055"/>
                        </a:cubicBezTo>
                        <a:cubicBezTo>
                          <a:pt x="13278" y="8443"/>
                          <a:pt x="10054" y="7798"/>
                          <a:pt x="8119" y="7798"/>
                        </a:cubicBezTo>
                        <a:cubicBezTo>
                          <a:pt x="7151" y="7798"/>
                          <a:pt x="6506" y="8121"/>
                          <a:pt x="5861" y="8443"/>
                        </a:cubicBezTo>
                        <a:cubicBezTo>
                          <a:pt x="3927" y="9410"/>
                          <a:pt x="1347" y="8443"/>
                          <a:pt x="379" y="6508"/>
                        </a:cubicBezTo>
                        <a:cubicBezTo>
                          <a:pt x="-588" y="4573"/>
                          <a:pt x="379" y="1994"/>
                          <a:pt x="2314" y="1026"/>
                        </a:cubicBezTo>
                        <a:cubicBezTo>
                          <a:pt x="5217" y="-264"/>
                          <a:pt x="9731" y="-908"/>
                          <a:pt x="20372" y="2639"/>
                        </a:cubicBezTo>
                        <a:cubicBezTo>
                          <a:pt x="25854" y="4573"/>
                          <a:pt x="30046" y="4896"/>
                          <a:pt x="33271" y="4251"/>
                        </a:cubicBezTo>
                        <a:cubicBezTo>
                          <a:pt x="35528" y="3929"/>
                          <a:pt x="37463" y="5218"/>
                          <a:pt x="37786" y="7476"/>
                        </a:cubicBezTo>
                        <a:cubicBezTo>
                          <a:pt x="38108" y="9733"/>
                          <a:pt x="36818" y="11668"/>
                          <a:pt x="34561" y="11990"/>
                        </a:cubicBezTo>
                        <a:cubicBezTo>
                          <a:pt x="33593" y="12313"/>
                          <a:pt x="31981" y="12313"/>
                          <a:pt x="30691" y="12313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7" name="Freeform: Shape 126">
                    <a:extLst>
                      <a:ext uri="{FF2B5EF4-FFF2-40B4-BE49-F238E27FC236}">
                        <a16:creationId xmlns:a16="http://schemas.microsoft.com/office/drawing/2014/main" id="{5B584996-B526-8FE3-13D9-7F562DC09C79}"/>
                      </a:ext>
                    </a:extLst>
                  </p:cNvPr>
                  <p:cNvSpPr/>
                  <p:nvPr/>
                </p:nvSpPr>
                <p:spPr>
                  <a:xfrm>
                    <a:off x="7417185" y="2548332"/>
                    <a:ext cx="32246" cy="32246"/>
                  </a:xfrm>
                  <a:custGeom>
                    <a:avLst/>
                    <a:gdLst>
                      <a:gd name="connsiteX0" fmla="*/ 4068 w 0"/>
                      <a:gd name="connsiteY0" fmla="*/ 28205 h 0"/>
                      <a:gd name="connsiteX1" fmla="*/ 199 w 0"/>
                      <a:gd name="connsiteY1" fmla="*/ 25626 h 0"/>
                      <a:gd name="connsiteX2" fmla="*/ 2456 w 0"/>
                      <a:gd name="connsiteY2" fmla="*/ 20466 h 0"/>
                      <a:gd name="connsiteX3" fmla="*/ 12775 w 0"/>
                      <a:gd name="connsiteY3" fmla="*/ 17242 h 0"/>
                      <a:gd name="connsiteX4" fmla="*/ 12775 w 0"/>
                      <a:gd name="connsiteY4" fmla="*/ 17242 h 0"/>
                      <a:gd name="connsiteX5" fmla="*/ 24384 w 0"/>
                      <a:gd name="connsiteY5" fmla="*/ 1441 h 0"/>
                      <a:gd name="connsiteX6" fmla="*/ 30188 w 0"/>
                      <a:gd name="connsiteY6" fmla="*/ 796 h 0"/>
                      <a:gd name="connsiteX7" fmla="*/ 30833 w 0"/>
                      <a:gd name="connsiteY7" fmla="*/ 6600 h 0"/>
                      <a:gd name="connsiteX8" fmla="*/ 21159 w 0"/>
                      <a:gd name="connsiteY8" fmla="*/ 19499 h 0"/>
                      <a:gd name="connsiteX9" fmla="*/ 23416 w 0"/>
                      <a:gd name="connsiteY9" fmla="*/ 23691 h 0"/>
                      <a:gd name="connsiteX10" fmla="*/ 17934 w 0"/>
                      <a:gd name="connsiteY10" fmla="*/ 24658 h 0"/>
                      <a:gd name="connsiteX11" fmla="*/ 5681 w 0"/>
                      <a:gd name="connsiteY11" fmla="*/ 28205 h 0"/>
                      <a:gd name="connsiteX12" fmla="*/ 4068 w 0"/>
                      <a:gd name="connsiteY12" fmla="*/ 2820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>
                        <a:moveTo>
                          <a:pt x="4068" y="28205"/>
                        </a:moveTo>
                        <a:cubicBezTo>
                          <a:pt x="2456" y="28205"/>
                          <a:pt x="844" y="27238"/>
                          <a:pt x="199" y="25626"/>
                        </a:cubicBezTo>
                        <a:cubicBezTo>
                          <a:pt x="-446" y="23691"/>
                          <a:pt x="521" y="21111"/>
                          <a:pt x="2456" y="20466"/>
                        </a:cubicBezTo>
                        <a:cubicBezTo>
                          <a:pt x="6003" y="19176"/>
                          <a:pt x="9228" y="18209"/>
                          <a:pt x="12775" y="17242"/>
                        </a:cubicBezTo>
                        <a:cubicBezTo>
                          <a:pt x="12775" y="17242"/>
                          <a:pt x="12775" y="17242"/>
                          <a:pt x="12775" y="17242"/>
                        </a:cubicBezTo>
                        <a:cubicBezTo>
                          <a:pt x="13743" y="14339"/>
                          <a:pt x="17290" y="9503"/>
                          <a:pt x="24384" y="1441"/>
                        </a:cubicBezTo>
                        <a:cubicBezTo>
                          <a:pt x="25674" y="-172"/>
                          <a:pt x="28253" y="-494"/>
                          <a:pt x="30188" y="796"/>
                        </a:cubicBezTo>
                        <a:cubicBezTo>
                          <a:pt x="31800" y="2086"/>
                          <a:pt x="32123" y="4665"/>
                          <a:pt x="30833" y="6600"/>
                        </a:cubicBezTo>
                        <a:cubicBezTo>
                          <a:pt x="28576" y="9503"/>
                          <a:pt x="22449" y="16597"/>
                          <a:pt x="21159" y="19499"/>
                        </a:cubicBezTo>
                        <a:lnTo>
                          <a:pt x="23416" y="23691"/>
                        </a:lnTo>
                        <a:lnTo>
                          <a:pt x="17934" y="24658"/>
                        </a:lnTo>
                        <a:cubicBezTo>
                          <a:pt x="13743" y="25626"/>
                          <a:pt x="9873" y="26593"/>
                          <a:pt x="5681" y="28205"/>
                        </a:cubicBezTo>
                        <a:cubicBezTo>
                          <a:pt x="5036" y="28205"/>
                          <a:pt x="4714" y="28205"/>
                          <a:pt x="4068" y="28205"/>
                        </a:cubicBezTo>
                        <a:close/>
                      </a:path>
                    </a:pathLst>
                  </a:custGeom>
                  <a:grpFill/>
                  <a:ln w="3175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buntu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276E9742-1EE6-7D83-D297-067A90D378DD}"/>
                  </a:ext>
                </a:extLst>
              </p:cNvPr>
              <p:cNvSpPr/>
              <p:nvPr/>
            </p:nvSpPr>
            <p:spPr>
              <a:xfrm>
                <a:off x="6964028" y="2557835"/>
                <a:ext cx="644929" cy="1096381"/>
              </a:xfrm>
              <a:custGeom>
                <a:avLst/>
                <a:gdLst>
                  <a:gd name="connsiteX0" fmla="*/ 668762 w 644929"/>
                  <a:gd name="connsiteY0" fmla="*/ 86420 h 1096380"/>
                  <a:gd name="connsiteX1" fmla="*/ 663602 w 644929"/>
                  <a:gd name="connsiteY1" fmla="*/ 86098 h 1096380"/>
                  <a:gd name="connsiteX2" fmla="*/ 644899 w 644929"/>
                  <a:gd name="connsiteY2" fmla="*/ 82873 h 1096380"/>
                  <a:gd name="connsiteX3" fmla="*/ 626197 w 644929"/>
                  <a:gd name="connsiteY3" fmla="*/ 81584 h 1096380"/>
                  <a:gd name="connsiteX4" fmla="*/ 603946 w 644929"/>
                  <a:gd name="connsiteY4" fmla="*/ 68040 h 1096380"/>
                  <a:gd name="connsiteX5" fmla="*/ 580406 w 644929"/>
                  <a:gd name="connsiteY5" fmla="*/ 61268 h 1096380"/>
                  <a:gd name="connsiteX6" fmla="*/ 559446 w 644929"/>
                  <a:gd name="connsiteY6" fmla="*/ 74812 h 1096380"/>
                  <a:gd name="connsiteX7" fmla="*/ 550095 w 644929"/>
                  <a:gd name="connsiteY7" fmla="*/ 74812 h 1096380"/>
                  <a:gd name="connsiteX8" fmla="*/ 525910 w 644929"/>
                  <a:gd name="connsiteY8" fmla="*/ 58689 h 1096380"/>
                  <a:gd name="connsiteX9" fmla="*/ 501725 w 644929"/>
                  <a:gd name="connsiteY9" fmla="*/ 50627 h 1096380"/>
                  <a:gd name="connsiteX10" fmla="*/ 496888 w 644929"/>
                  <a:gd name="connsiteY10" fmla="*/ 35793 h 1096380"/>
                  <a:gd name="connsiteX11" fmla="*/ 481410 w 644929"/>
                  <a:gd name="connsiteY11" fmla="*/ 15478 h 1096380"/>
                  <a:gd name="connsiteX12" fmla="*/ 470123 w 644929"/>
                  <a:gd name="connsiteY12" fmla="*/ 10964 h 1096380"/>
                  <a:gd name="connsiteX13" fmla="*/ 437554 w 644929"/>
                  <a:gd name="connsiteY13" fmla="*/ 23540 h 1096380"/>
                  <a:gd name="connsiteX14" fmla="*/ 403373 w 644929"/>
                  <a:gd name="connsiteY14" fmla="*/ 31602 h 1096380"/>
                  <a:gd name="connsiteX15" fmla="*/ 376609 w 644929"/>
                  <a:gd name="connsiteY15" fmla="*/ 32569 h 1096380"/>
                  <a:gd name="connsiteX16" fmla="*/ 352424 w 644929"/>
                  <a:gd name="connsiteY16" fmla="*/ 3870 h 1096380"/>
                  <a:gd name="connsiteX17" fmla="*/ 348232 w 644929"/>
                  <a:gd name="connsiteY17" fmla="*/ 0 h 1096380"/>
                  <a:gd name="connsiteX18" fmla="*/ 350489 w 644929"/>
                  <a:gd name="connsiteY18" fmla="*/ 8706 h 1096380"/>
                  <a:gd name="connsiteX19" fmla="*/ 339203 w 644929"/>
                  <a:gd name="connsiteY19" fmla="*/ 26120 h 1096380"/>
                  <a:gd name="connsiteX20" fmla="*/ 359518 w 644929"/>
                  <a:gd name="connsiteY20" fmla="*/ 55141 h 1096380"/>
                  <a:gd name="connsiteX21" fmla="*/ 379833 w 644929"/>
                  <a:gd name="connsiteY21" fmla="*/ 86098 h 1096380"/>
                  <a:gd name="connsiteX22" fmla="*/ 377254 w 644929"/>
                  <a:gd name="connsiteY22" fmla="*/ 117700 h 1096380"/>
                  <a:gd name="connsiteX23" fmla="*/ 367257 w 644929"/>
                  <a:gd name="connsiteY23" fmla="*/ 140595 h 1096380"/>
                  <a:gd name="connsiteX24" fmla="*/ 364355 w 644929"/>
                  <a:gd name="connsiteY24" fmla="*/ 145754 h 1096380"/>
                  <a:gd name="connsiteX25" fmla="*/ 373384 w 644929"/>
                  <a:gd name="connsiteY25" fmla="*/ 146077 h 1096380"/>
                  <a:gd name="connsiteX26" fmla="*/ 392087 w 644929"/>
                  <a:gd name="connsiteY26" fmla="*/ 160910 h 1096380"/>
                  <a:gd name="connsiteX27" fmla="*/ 378544 w 644929"/>
                  <a:gd name="connsiteY27" fmla="*/ 202508 h 1096380"/>
                  <a:gd name="connsiteX28" fmla="*/ 350167 w 644929"/>
                  <a:gd name="connsiteY28" fmla="*/ 224113 h 1096380"/>
                  <a:gd name="connsiteX29" fmla="*/ 327272 w 644929"/>
                  <a:gd name="connsiteY29" fmla="*/ 242816 h 1096380"/>
                  <a:gd name="connsiteX30" fmla="*/ 336623 w 644929"/>
                  <a:gd name="connsiteY30" fmla="*/ 278287 h 1096380"/>
                  <a:gd name="connsiteX31" fmla="*/ 360808 w 644929"/>
                  <a:gd name="connsiteY31" fmla="*/ 309244 h 1096380"/>
                  <a:gd name="connsiteX32" fmla="*/ 359518 w 644929"/>
                  <a:gd name="connsiteY32" fmla="*/ 335363 h 1096380"/>
                  <a:gd name="connsiteX33" fmla="*/ 340815 w 644929"/>
                  <a:gd name="connsiteY33" fmla="*/ 351487 h 1096380"/>
                  <a:gd name="connsiteX34" fmla="*/ 330819 w 644929"/>
                  <a:gd name="connsiteY34" fmla="*/ 376317 h 1096380"/>
                  <a:gd name="connsiteX35" fmla="*/ 330174 w 644929"/>
                  <a:gd name="connsiteY35" fmla="*/ 418559 h 1096380"/>
                  <a:gd name="connsiteX36" fmla="*/ 338558 w 644929"/>
                  <a:gd name="connsiteY36" fmla="*/ 429846 h 1096380"/>
                  <a:gd name="connsiteX37" fmla="*/ 344685 w 644929"/>
                  <a:gd name="connsiteY37" fmla="*/ 447904 h 1096380"/>
                  <a:gd name="connsiteX38" fmla="*/ 340170 w 644929"/>
                  <a:gd name="connsiteY38" fmla="*/ 484987 h 1096380"/>
                  <a:gd name="connsiteX39" fmla="*/ 345007 w 644929"/>
                  <a:gd name="connsiteY39" fmla="*/ 500143 h 1096380"/>
                  <a:gd name="connsiteX40" fmla="*/ 349844 w 644929"/>
                  <a:gd name="connsiteY40" fmla="*/ 518201 h 1096380"/>
                  <a:gd name="connsiteX41" fmla="*/ 340493 w 644929"/>
                  <a:gd name="connsiteY41" fmla="*/ 535292 h 1096380"/>
                  <a:gd name="connsiteX42" fmla="*/ 338236 w 644929"/>
                  <a:gd name="connsiteY42" fmla="*/ 561411 h 1096380"/>
                  <a:gd name="connsiteX43" fmla="*/ 317598 w 644929"/>
                  <a:gd name="connsiteY43" fmla="*/ 590111 h 1096380"/>
                  <a:gd name="connsiteX44" fmla="*/ 290833 w 644929"/>
                  <a:gd name="connsiteY44" fmla="*/ 624937 h 1096380"/>
                  <a:gd name="connsiteX45" fmla="*/ 274710 w 644929"/>
                  <a:gd name="connsiteY45" fmla="*/ 642995 h 1096380"/>
                  <a:gd name="connsiteX46" fmla="*/ 255040 w 644929"/>
                  <a:gd name="connsiteY46" fmla="*/ 654604 h 1096380"/>
                  <a:gd name="connsiteX47" fmla="*/ 243431 w 644929"/>
                  <a:gd name="connsiteY47" fmla="*/ 667180 h 1096380"/>
                  <a:gd name="connsiteX48" fmla="*/ 213764 w 644929"/>
                  <a:gd name="connsiteY48" fmla="*/ 681691 h 1096380"/>
                  <a:gd name="connsiteX49" fmla="*/ 190869 w 644929"/>
                  <a:gd name="connsiteY49" fmla="*/ 669437 h 1096380"/>
                  <a:gd name="connsiteX50" fmla="*/ 176036 w 644929"/>
                  <a:gd name="connsiteY50" fmla="*/ 681691 h 1096380"/>
                  <a:gd name="connsiteX51" fmla="*/ 171199 w 644929"/>
                  <a:gd name="connsiteY51" fmla="*/ 698459 h 1096380"/>
                  <a:gd name="connsiteX52" fmla="*/ 144434 w 644929"/>
                  <a:gd name="connsiteY52" fmla="*/ 710712 h 1096380"/>
                  <a:gd name="connsiteX53" fmla="*/ 115412 w 644929"/>
                  <a:gd name="connsiteY53" fmla="*/ 724256 h 1096380"/>
                  <a:gd name="connsiteX54" fmla="*/ 97999 w 644929"/>
                  <a:gd name="connsiteY54" fmla="*/ 742959 h 1096380"/>
                  <a:gd name="connsiteX55" fmla="*/ 77039 w 644929"/>
                  <a:gd name="connsiteY55" fmla="*/ 761017 h 1096380"/>
                  <a:gd name="connsiteX56" fmla="*/ 60271 w 644929"/>
                  <a:gd name="connsiteY56" fmla="*/ 743604 h 1096380"/>
                  <a:gd name="connsiteX57" fmla="*/ 39311 w 644929"/>
                  <a:gd name="connsiteY57" fmla="*/ 736832 h 1096380"/>
                  <a:gd name="connsiteX58" fmla="*/ 31249 w 644929"/>
                  <a:gd name="connsiteY58" fmla="*/ 753600 h 1096380"/>
                  <a:gd name="connsiteX59" fmla="*/ 18995 w 644929"/>
                  <a:gd name="connsiteY59" fmla="*/ 755535 h 1096380"/>
                  <a:gd name="connsiteX60" fmla="*/ 8354 w 644929"/>
                  <a:gd name="connsiteY60" fmla="*/ 772948 h 1096380"/>
                  <a:gd name="connsiteX61" fmla="*/ 2227 w 644929"/>
                  <a:gd name="connsiteY61" fmla="*/ 790361 h 1096380"/>
                  <a:gd name="connsiteX62" fmla="*/ 14481 w 644929"/>
                  <a:gd name="connsiteY62" fmla="*/ 821963 h 1096380"/>
                  <a:gd name="connsiteX63" fmla="*/ 41245 w 644929"/>
                  <a:gd name="connsiteY63" fmla="*/ 830025 h 1096380"/>
                  <a:gd name="connsiteX64" fmla="*/ 64785 w 644929"/>
                  <a:gd name="connsiteY64" fmla="*/ 849372 h 1096380"/>
                  <a:gd name="connsiteX65" fmla="*/ 101224 w 644929"/>
                  <a:gd name="connsiteY65" fmla="*/ 848727 h 1096380"/>
                  <a:gd name="connsiteX66" fmla="*/ 122184 w 644929"/>
                  <a:gd name="connsiteY66" fmla="*/ 858724 h 1096380"/>
                  <a:gd name="connsiteX67" fmla="*/ 117347 w 644929"/>
                  <a:gd name="connsiteY67" fmla="*/ 864851 h 1096380"/>
                  <a:gd name="connsiteX68" fmla="*/ 116057 w 644929"/>
                  <a:gd name="connsiteY68" fmla="*/ 893873 h 1096380"/>
                  <a:gd name="connsiteX69" fmla="*/ 137662 w 644929"/>
                  <a:gd name="connsiteY69" fmla="*/ 904514 h 1096380"/>
                  <a:gd name="connsiteX70" fmla="*/ 163782 w 644929"/>
                  <a:gd name="connsiteY70" fmla="*/ 924829 h 1096380"/>
                  <a:gd name="connsiteX71" fmla="*/ 176036 w 644929"/>
                  <a:gd name="connsiteY71" fmla="*/ 941597 h 1096380"/>
                  <a:gd name="connsiteX72" fmla="*/ 186032 w 644929"/>
                  <a:gd name="connsiteY72" fmla="*/ 958366 h 1096380"/>
                  <a:gd name="connsiteX73" fmla="*/ 194739 w 644929"/>
                  <a:gd name="connsiteY73" fmla="*/ 978681 h 1096380"/>
                  <a:gd name="connsiteX74" fmla="*/ 175391 w 644929"/>
                  <a:gd name="connsiteY74" fmla="*/ 994159 h 1096380"/>
                  <a:gd name="connsiteX75" fmla="*/ 171844 w 644929"/>
                  <a:gd name="connsiteY75" fmla="*/ 995772 h 1096380"/>
                  <a:gd name="connsiteX76" fmla="*/ 171844 w 644929"/>
                  <a:gd name="connsiteY76" fmla="*/ 995772 h 1096380"/>
                  <a:gd name="connsiteX77" fmla="*/ 176681 w 644929"/>
                  <a:gd name="connsiteY77" fmla="*/ 1005123 h 1096380"/>
                  <a:gd name="connsiteX78" fmla="*/ 210217 w 644929"/>
                  <a:gd name="connsiteY78" fmla="*/ 1017377 h 1096380"/>
                  <a:gd name="connsiteX79" fmla="*/ 230532 w 644929"/>
                  <a:gd name="connsiteY79" fmla="*/ 1052203 h 1096380"/>
                  <a:gd name="connsiteX80" fmla="*/ 261489 w 644929"/>
                  <a:gd name="connsiteY80" fmla="*/ 1046721 h 1096380"/>
                  <a:gd name="connsiteX81" fmla="*/ 280192 w 644929"/>
                  <a:gd name="connsiteY81" fmla="*/ 1069616 h 1096380"/>
                  <a:gd name="connsiteX82" fmla="*/ 303087 w 644929"/>
                  <a:gd name="connsiteY82" fmla="*/ 1078967 h 1096380"/>
                  <a:gd name="connsiteX83" fmla="*/ 305667 w 644929"/>
                  <a:gd name="connsiteY83" fmla="*/ 1106377 h 1096380"/>
                  <a:gd name="connsiteX84" fmla="*/ 306956 w 644929"/>
                  <a:gd name="connsiteY84" fmla="*/ 1105087 h 1096380"/>
                  <a:gd name="connsiteX85" fmla="*/ 351456 w 644929"/>
                  <a:gd name="connsiteY85" fmla="*/ 1094768 h 1096380"/>
                  <a:gd name="connsiteX86" fmla="*/ 372094 w 644929"/>
                  <a:gd name="connsiteY86" fmla="*/ 1078967 h 1096380"/>
                  <a:gd name="connsiteX87" fmla="*/ 405308 w 644929"/>
                  <a:gd name="connsiteY87" fmla="*/ 1030920 h 1096380"/>
                  <a:gd name="connsiteX88" fmla="*/ 426268 w 644929"/>
                  <a:gd name="connsiteY88" fmla="*/ 1008992 h 1096380"/>
                  <a:gd name="connsiteX89" fmla="*/ 420464 w 644929"/>
                  <a:gd name="connsiteY89" fmla="*/ 989322 h 1096380"/>
                  <a:gd name="connsiteX90" fmla="*/ 431750 w 644929"/>
                  <a:gd name="connsiteY90" fmla="*/ 989645 h 1096380"/>
                  <a:gd name="connsiteX91" fmla="*/ 442069 w 644929"/>
                  <a:gd name="connsiteY91" fmla="*/ 997706 h 1096380"/>
                  <a:gd name="connsiteX92" fmla="*/ 439489 w 644929"/>
                  <a:gd name="connsiteY92" fmla="*/ 1008348 h 1096380"/>
                  <a:gd name="connsiteX93" fmla="*/ 430460 w 644929"/>
                  <a:gd name="connsiteY93" fmla="*/ 1027050 h 1096380"/>
                  <a:gd name="connsiteX94" fmla="*/ 432718 w 644929"/>
                  <a:gd name="connsiteY94" fmla="*/ 1045753 h 1096380"/>
                  <a:gd name="connsiteX95" fmla="*/ 440134 w 644929"/>
                  <a:gd name="connsiteY95" fmla="*/ 1057362 h 1096380"/>
                  <a:gd name="connsiteX96" fmla="*/ 455290 w 644929"/>
                  <a:gd name="connsiteY96" fmla="*/ 1062522 h 1096380"/>
                  <a:gd name="connsiteX97" fmla="*/ 472058 w 644929"/>
                  <a:gd name="connsiteY97" fmla="*/ 1059619 h 1096380"/>
                  <a:gd name="connsiteX98" fmla="*/ 482377 w 644929"/>
                  <a:gd name="connsiteY98" fmla="*/ 1049623 h 1096380"/>
                  <a:gd name="connsiteX99" fmla="*/ 491406 w 644929"/>
                  <a:gd name="connsiteY99" fmla="*/ 1039949 h 1096380"/>
                  <a:gd name="connsiteX100" fmla="*/ 499468 w 644929"/>
                  <a:gd name="connsiteY100" fmla="*/ 1029630 h 1096380"/>
                  <a:gd name="connsiteX101" fmla="*/ 504950 w 644929"/>
                  <a:gd name="connsiteY101" fmla="*/ 1010927 h 1096380"/>
                  <a:gd name="connsiteX102" fmla="*/ 511076 w 644929"/>
                  <a:gd name="connsiteY102" fmla="*/ 1004155 h 1096380"/>
                  <a:gd name="connsiteX103" fmla="*/ 523330 w 644929"/>
                  <a:gd name="connsiteY103" fmla="*/ 1004478 h 1096380"/>
                  <a:gd name="connsiteX104" fmla="*/ 530102 w 644929"/>
                  <a:gd name="connsiteY104" fmla="*/ 1009960 h 1096380"/>
                  <a:gd name="connsiteX105" fmla="*/ 535261 w 644929"/>
                  <a:gd name="connsiteY105" fmla="*/ 1024471 h 1096380"/>
                  <a:gd name="connsiteX106" fmla="*/ 556222 w 644929"/>
                  <a:gd name="connsiteY106" fmla="*/ 1026728 h 1096380"/>
                  <a:gd name="connsiteX107" fmla="*/ 577182 w 644929"/>
                  <a:gd name="connsiteY107" fmla="*/ 1029953 h 1096380"/>
                  <a:gd name="connsiteX108" fmla="*/ 585566 w 644929"/>
                  <a:gd name="connsiteY108" fmla="*/ 1013830 h 1096380"/>
                  <a:gd name="connsiteX109" fmla="*/ 585243 w 644929"/>
                  <a:gd name="connsiteY109" fmla="*/ 1001253 h 1096380"/>
                  <a:gd name="connsiteX110" fmla="*/ 584276 w 644929"/>
                  <a:gd name="connsiteY110" fmla="*/ 982873 h 1096380"/>
                  <a:gd name="connsiteX111" fmla="*/ 571700 w 644929"/>
                  <a:gd name="connsiteY111" fmla="*/ 963525 h 1096380"/>
                  <a:gd name="connsiteX112" fmla="*/ 567185 w 644929"/>
                  <a:gd name="connsiteY112" fmla="*/ 950949 h 1096380"/>
                  <a:gd name="connsiteX113" fmla="*/ 564606 w 644929"/>
                  <a:gd name="connsiteY113" fmla="*/ 908061 h 1096380"/>
                  <a:gd name="connsiteX114" fmla="*/ 552997 w 644929"/>
                  <a:gd name="connsiteY114" fmla="*/ 797778 h 1096380"/>
                  <a:gd name="connsiteX115" fmla="*/ 555254 w 644929"/>
                  <a:gd name="connsiteY115" fmla="*/ 781655 h 1096380"/>
                  <a:gd name="connsiteX116" fmla="*/ 515591 w 644929"/>
                  <a:gd name="connsiteY116" fmla="*/ 771981 h 1096380"/>
                  <a:gd name="connsiteX117" fmla="*/ 515591 w 644929"/>
                  <a:gd name="connsiteY117" fmla="*/ 753923 h 1096380"/>
                  <a:gd name="connsiteX118" fmla="*/ 477218 w 644929"/>
                  <a:gd name="connsiteY118" fmla="*/ 670082 h 1096380"/>
                  <a:gd name="connsiteX119" fmla="*/ 506884 w 644929"/>
                  <a:gd name="connsiteY119" fmla="*/ 635578 h 1096380"/>
                  <a:gd name="connsiteX120" fmla="*/ 498500 w 644929"/>
                  <a:gd name="connsiteY120" fmla="*/ 608814 h 1096380"/>
                  <a:gd name="connsiteX121" fmla="*/ 501080 w 644929"/>
                  <a:gd name="connsiteY121" fmla="*/ 582372 h 1096380"/>
                  <a:gd name="connsiteX122" fmla="*/ 490439 w 644929"/>
                  <a:gd name="connsiteY122" fmla="*/ 565926 h 1096380"/>
                  <a:gd name="connsiteX123" fmla="*/ 460772 w 644929"/>
                  <a:gd name="connsiteY123" fmla="*/ 565926 h 1096380"/>
                  <a:gd name="connsiteX124" fmla="*/ 421754 w 644929"/>
                  <a:gd name="connsiteY124" fmla="*/ 555607 h 1096380"/>
                  <a:gd name="connsiteX125" fmla="*/ 402083 w 644929"/>
                  <a:gd name="connsiteY125" fmla="*/ 538194 h 1096380"/>
                  <a:gd name="connsiteX126" fmla="*/ 384025 w 644929"/>
                  <a:gd name="connsiteY126" fmla="*/ 515299 h 1096380"/>
                  <a:gd name="connsiteX127" fmla="*/ 377899 w 644929"/>
                  <a:gd name="connsiteY127" fmla="*/ 496918 h 1096380"/>
                  <a:gd name="connsiteX128" fmla="*/ 387895 w 644929"/>
                  <a:gd name="connsiteY128" fmla="*/ 480473 h 1096380"/>
                  <a:gd name="connsiteX129" fmla="*/ 397891 w 644929"/>
                  <a:gd name="connsiteY129" fmla="*/ 465639 h 1096380"/>
                  <a:gd name="connsiteX130" fmla="*/ 406275 w 644929"/>
                  <a:gd name="connsiteY130" fmla="*/ 453386 h 1096380"/>
                  <a:gd name="connsiteX131" fmla="*/ 416272 w 644929"/>
                  <a:gd name="connsiteY131" fmla="*/ 463705 h 1096380"/>
                  <a:gd name="connsiteX132" fmla="*/ 426268 w 644929"/>
                  <a:gd name="connsiteY132" fmla="*/ 455320 h 1096380"/>
                  <a:gd name="connsiteX133" fmla="*/ 437877 w 644929"/>
                  <a:gd name="connsiteY133" fmla="*/ 441132 h 1096380"/>
                  <a:gd name="connsiteX134" fmla="*/ 445616 w 644929"/>
                  <a:gd name="connsiteY134" fmla="*/ 430168 h 1096380"/>
                  <a:gd name="connsiteX135" fmla="*/ 443359 w 644929"/>
                  <a:gd name="connsiteY135" fmla="*/ 412110 h 1096380"/>
                  <a:gd name="connsiteX136" fmla="*/ 450131 w 644929"/>
                  <a:gd name="connsiteY136" fmla="*/ 402436 h 1096380"/>
                  <a:gd name="connsiteX137" fmla="*/ 467544 w 644929"/>
                  <a:gd name="connsiteY137" fmla="*/ 402759 h 1096380"/>
                  <a:gd name="connsiteX138" fmla="*/ 480442 w 644929"/>
                  <a:gd name="connsiteY138" fmla="*/ 396632 h 1096380"/>
                  <a:gd name="connsiteX139" fmla="*/ 493664 w 644929"/>
                  <a:gd name="connsiteY139" fmla="*/ 401469 h 1096380"/>
                  <a:gd name="connsiteX140" fmla="*/ 512366 w 644929"/>
                  <a:gd name="connsiteY140" fmla="*/ 399856 h 1096380"/>
                  <a:gd name="connsiteX141" fmla="*/ 526877 w 644929"/>
                  <a:gd name="connsiteY141" fmla="*/ 392762 h 1096380"/>
                  <a:gd name="connsiteX142" fmla="*/ 531392 w 644929"/>
                  <a:gd name="connsiteY142" fmla="*/ 382443 h 1096380"/>
                  <a:gd name="connsiteX143" fmla="*/ 523975 w 644929"/>
                  <a:gd name="connsiteY143" fmla="*/ 369545 h 1096380"/>
                  <a:gd name="connsiteX144" fmla="*/ 503660 w 644929"/>
                  <a:gd name="connsiteY144" fmla="*/ 358581 h 1096380"/>
                  <a:gd name="connsiteX145" fmla="*/ 504305 w 644929"/>
                  <a:gd name="connsiteY145" fmla="*/ 336976 h 1096380"/>
                  <a:gd name="connsiteX146" fmla="*/ 490116 w 644929"/>
                  <a:gd name="connsiteY146" fmla="*/ 336653 h 1096380"/>
                  <a:gd name="connsiteX147" fmla="*/ 461739 w 644929"/>
                  <a:gd name="connsiteY147" fmla="*/ 338588 h 1096380"/>
                  <a:gd name="connsiteX148" fmla="*/ 445616 w 644929"/>
                  <a:gd name="connsiteY148" fmla="*/ 327302 h 1096380"/>
                  <a:gd name="connsiteX149" fmla="*/ 439489 w 644929"/>
                  <a:gd name="connsiteY149" fmla="*/ 314403 h 1096380"/>
                  <a:gd name="connsiteX150" fmla="*/ 424011 w 644929"/>
                  <a:gd name="connsiteY150" fmla="*/ 300860 h 1096380"/>
                  <a:gd name="connsiteX151" fmla="*/ 411112 w 644929"/>
                  <a:gd name="connsiteY151" fmla="*/ 286026 h 1096380"/>
                  <a:gd name="connsiteX152" fmla="*/ 386928 w 644929"/>
                  <a:gd name="connsiteY152" fmla="*/ 286671 h 1096380"/>
                  <a:gd name="connsiteX153" fmla="*/ 375641 w 644929"/>
                  <a:gd name="connsiteY153" fmla="*/ 276030 h 1096380"/>
                  <a:gd name="connsiteX154" fmla="*/ 378221 w 644929"/>
                  <a:gd name="connsiteY154" fmla="*/ 255070 h 1096380"/>
                  <a:gd name="connsiteX155" fmla="*/ 376286 w 644929"/>
                  <a:gd name="connsiteY155" fmla="*/ 234754 h 1096380"/>
                  <a:gd name="connsiteX156" fmla="*/ 394344 w 644929"/>
                  <a:gd name="connsiteY156" fmla="*/ 211859 h 1096380"/>
                  <a:gd name="connsiteX157" fmla="*/ 410468 w 644929"/>
                  <a:gd name="connsiteY157" fmla="*/ 198316 h 1096380"/>
                  <a:gd name="connsiteX158" fmla="*/ 415305 w 644929"/>
                  <a:gd name="connsiteY158" fmla="*/ 180903 h 1096380"/>
                  <a:gd name="connsiteX159" fmla="*/ 438200 w 644929"/>
                  <a:gd name="connsiteY159" fmla="*/ 176066 h 1096380"/>
                  <a:gd name="connsiteX160" fmla="*/ 432718 w 644929"/>
                  <a:gd name="connsiteY160" fmla="*/ 162522 h 1096380"/>
                  <a:gd name="connsiteX161" fmla="*/ 420464 w 644929"/>
                  <a:gd name="connsiteY161" fmla="*/ 153171 h 1096380"/>
                  <a:gd name="connsiteX162" fmla="*/ 414982 w 644929"/>
                  <a:gd name="connsiteY162" fmla="*/ 145109 h 1096380"/>
                  <a:gd name="connsiteX163" fmla="*/ 424334 w 644929"/>
                  <a:gd name="connsiteY163" fmla="*/ 137692 h 1096380"/>
                  <a:gd name="connsiteX164" fmla="*/ 434975 w 644929"/>
                  <a:gd name="connsiteY164" fmla="*/ 143819 h 1096380"/>
                  <a:gd name="connsiteX165" fmla="*/ 450453 w 644929"/>
                  <a:gd name="connsiteY165" fmla="*/ 155106 h 1096380"/>
                  <a:gd name="connsiteX166" fmla="*/ 464642 w 644929"/>
                  <a:gd name="connsiteY166" fmla="*/ 165102 h 1096380"/>
                  <a:gd name="connsiteX167" fmla="*/ 465932 w 644929"/>
                  <a:gd name="connsiteY167" fmla="*/ 186062 h 1096380"/>
                  <a:gd name="connsiteX168" fmla="*/ 474638 w 644929"/>
                  <a:gd name="connsiteY168" fmla="*/ 191544 h 1096380"/>
                  <a:gd name="connsiteX169" fmla="*/ 478830 w 644929"/>
                  <a:gd name="connsiteY169" fmla="*/ 207023 h 1096380"/>
                  <a:gd name="connsiteX170" fmla="*/ 486247 w 644929"/>
                  <a:gd name="connsiteY170" fmla="*/ 206377 h 1096380"/>
                  <a:gd name="connsiteX171" fmla="*/ 493664 w 644929"/>
                  <a:gd name="connsiteY171" fmla="*/ 190254 h 1096380"/>
                  <a:gd name="connsiteX172" fmla="*/ 509787 w 644929"/>
                  <a:gd name="connsiteY172" fmla="*/ 176066 h 1096380"/>
                  <a:gd name="connsiteX173" fmla="*/ 513979 w 644929"/>
                  <a:gd name="connsiteY173" fmla="*/ 154461 h 1096380"/>
                  <a:gd name="connsiteX174" fmla="*/ 532682 w 644929"/>
                  <a:gd name="connsiteY174" fmla="*/ 151236 h 1096380"/>
                  <a:gd name="connsiteX175" fmla="*/ 539453 w 644929"/>
                  <a:gd name="connsiteY175" fmla="*/ 172841 h 1096380"/>
                  <a:gd name="connsiteX176" fmla="*/ 548160 w 644929"/>
                  <a:gd name="connsiteY176" fmla="*/ 190254 h 1096380"/>
                  <a:gd name="connsiteX177" fmla="*/ 559446 w 644929"/>
                  <a:gd name="connsiteY177" fmla="*/ 203153 h 1096380"/>
                  <a:gd name="connsiteX178" fmla="*/ 574925 w 644929"/>
                  <a:gd name="connsiteY178" fmla="*/ 223468 h 1096380"/>
                  <a:gd name="connsiteX179" fmla="*/ 605881 w 644929"/>
                  <a:gd name="connsiteY179" fmla="*/ 228305 h 1096380"/>
                  <a:gd name="connsiteX180" fmla="*/ 630711 w 644929"/>
                  <a:gd name="connsiteY180" fmla="*/ 217019 h 1096380"/>
                  <a:gd name="connsiteX181" fmla="*/ 632646 w 644929"/>
                  <a:gd name="connsiteY181" fmla="*/ 193479 h 1096380"/>
                  <a:gd name="connsiteX182" fmla="*/ 646512 w 644929"/>
                  <a:gd name="connsiteY182" fmla="*/ 189932 h 1096380"/>
                  <a:gd name="connsiteX183" fmla="*/ 650704 w 644929"/>
                  <a:gd name="connsiteY183" fmla="*/ 181548 h 1096380"/>
                  <a:gd name="connsiteX184" fmla="*/ 664892 w 644929"/>
                  <a:gd name="connsiteY184" fmla="*/ 138660 h 1096380"/>
                  <a:gd name="connsiteX185" fmla="*/ 670374 w 644929"/>
                  <a:gd name="connsiteY185" fmla="*/ 93837 h 1096380"/>
                  <a:gd name="connsiteX186" fmla="*/ 668762 w 644929"/>
                  <a:gd name="connsiteY186" fmla="*/ 86420 h 1096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</a:cxnLst>
                <a:rect l="l" t="t" r="r" b="b"/>
                <a:pathLst>
                  <a:path w="644929" h="1096380">
                    <a:moveTo>
                      <a:pt x="668762" y="86420"/>
                    </a:moveTo>
                    <a:cubicBezTo>
                      <a:pt x="666505" y="86743"/>
                      <a:pt x="664892" y="86743"/>
                      <a:pt x="663602" y="86098"/>
                    </a:cubicBezTo>
                    <a:cubicBezTo>
                      <a:pt x="658120" y="84163"/>
                      <a:pt x="650704" y="86098"/>
                      <a:pt x="644899" y="82873"/>
                    </a:cubicBezTo>
                    <a:cubicBezTo>
                      <a:pt x="638773" y="79649"/>
                      <a:pt x="636838" y="81584"/>
                      <a:pt x="626197" y="81584"/>
                    </a:cubicBezTo>
                    <a:cubicBezTo>
                      <a:pt x="615555" y="81584"/>
                      <a:pt x="613943" y="76102"/>
                      <a:pt x="603946" y="68040"/>
                    </a:cubicBezTo>
                    <a:cubicBezTo>
                      <a:pt x="593950" y="59978"/>
                      <a:pt x="589113" y="61268"/>
                      <a:pt x="580406" y="61268"/>
                    </a:cubicBezTo>
                    <a:cubicBezTo>
                      <a:pt x="571700" y="61268"/>
                      <a:pt x="569120" y="69330"/>
                      <a:pt x="559446" y="74812"/>
                    </a:cubicBezTo>
                    <a:cubicBezTo>
                      <a:pt x="550095" y="80294"/>
                      <a:pt x="552674" y="74812"/>
                      <a:pt x="550095" y="74812"/>
                    </a:cubicBezTo>
                    <a:cubicBezTo>
                      <a:pt x="547515" y="74812"/>
                      <a:pt x="535906" y="65460"/>
                      <a:pt x="525910" y="58689"/>
                    </a:cubicBezTo>
                    <a:cubicBezTo>
                      <a:pt x="515913" y="51917"/>
                      <a:pt x="516558" y="50627"/>
                      <a:pt x="501725" y="50627"/>
                    </a:cubicBezTo>
                    <a:cubicBezTo>
                      <a:pt x="486892" y="50627"/>
                      <a:pt x="496888" y="41920"/>
                      <a:pt x="496888" y="35793"/>
                    </a:cubicBezTo>
                    <a:cubicBezTo>
                      <a:pt x="496888" y="29667"/>
                      <a:pt x="486892" y="17091"/>
                      <a:pt x="481410" y="15478"/>
                    </a:cubicBezTo>
                    <a:cubicBezTo>
                      <a:pt x="477218" y="14511"/>
                      <a:pt x="471736" y="13221"/>
                      <a:pt x="470123" y="10964"/>
                    </a:cubicBezTo>
                    <a:cubicBezTo>
                      <a:pt x="455935" y="13866"/>
                      <a:pt x="445939" y="19670"/>
                      <a:pt x="437554" y="23540"/>
                    </a:cubicBezTo>
                    <a:cubicBezTo>
                      <a:pt x="425946" y="29022"/>
                      <a:pt x="422399" y="37728"/>
                      <a:pt x="403373" y="31602"/>
                    </a:cubicBezTo>
                    <a:cubicBezTo>
                      <a:pt x="384670" y="25475"/>
                      <a:pt x="391765" y="32569"/>
                      <a:pt x="376609" y="32569"/>
                    </a:cubicBezTo>
                    <a:cubicBezTo>
                      <a:pt x="361453" y="32569"/>
                      <a:pt x="359518" y="19993"/>
                      <a:pt x="352424" y="3870"/>
                    </a:cubicBezTo>
                    <a:cubicBezTo>
                      <a:pt x="351456" y="1935"/>
                      <a:pt x="350167" y="645"/>
                      <a:pt x="348232" y="0"/>
                    </a:cubicBezTo>
                    <a:cubicBezTo>
                      <a:pt x="349844" y="4837"/>
                      <a:pt x="351134" y="7094"/>
                      <a:pt x="350489" y="8706"/>
                    </a:cubicBezTo>
                    <a:cubicBezTo>
                      <a:pt x="349199" y="11931"/>
                      <a:pt x="339203" y="19993"/>
                      <a:pt x="339203" y="26120"/>
                    </a:cubicBezTo>
                    <a:cubicBezTo>
                      <a:pt x="339203" y="32246"/>
                      <a:pt x="344685" y="44823"/>
                      <a:pt x="359518" y="55141"/>
                    </a:cubicBezTo>
                    <a:cubicBezTo>
                      <a:pt x="374351" y="65138"/>
                      <a:pt x="376286" y="75457"/>
                      <a:pt x="379833" y="86098"/>
                    </a:cubicBezTo>
                    <a:cubicBezTo>
                      <a:pt x="383058" y="96739"/>
                      <a:pt x="381768" y="115120"/>
                      <a:pt x="377254" y="117700"/>
                    </a:cubicBezTo>
                    <a:cubicBezTo>
                      <a:pt x="372739" y="120279"/>
                      <a:pt x="371772" y="136403"/>
                      <a:pt x="367257" y="140595"/>
                    </a:cubicBezTo>
                    <a:cubicBezTo>
                      <a:pt x="366290" y="141562"/>
                      <a:pt x="365322" y="143174"/>
                      <a:pt x="364355" y="145754"/>
                    </a:cubicBezTo>
                    <a:cubicBezTo>
                      <a:pt x="367257" y="146077"/>
                      <a:pt x="370159" y="146399"/>
                      <a:pt x="373384" y="146077"/>
                    </a:cubicBezTo>
                    <a:cubicBezTo>
                      <a:pt x="386928" y="144787"/>
                      <a:pt x="390797" y="148656"/>
                      <a:pt x="392087" y="160910"/>
                    </a:cubicBezTo>
                    <a:cubicBezTo>
                      <a:pt x="393377" y="172841"/>
                      <a:pt x="386605" y="195736"/>
                      <a:pt x="378544" y="202508"/>
                    </a:cubicBezTo>
                    <a:cubicBezTo>
                      <a:pt x="370482" y="209280"/>
                      <a:pt x="351779" y="210569"/>
                      <a:pt x="350167" y="224113"/>
                    </a:cubicBezTo>
                    <a:cubicBezTo>
                      <a:pt x="348877" y="237657"/>
                      <a:pt x="328562" y="236367"/>
                      <a:pt x="327272" y="242816"/>
                    </a:cubicBezTo>
                    <a:cubicBezTo>
                      <a:pt x="325982" y="249588"/>
                      <a:pt x="327272" y="268291"/>
                      <a:pt x="336623" y="278287"/>
                    </a:cubicBezTo>
                    <a:cubicBezTo>
                      <a:pt x="345975" y="288284"/>
                      <a:pt x="353391" y="292476"/>
                      <a:pt x="360808" y="309244"/>
                    </a:cubicBezTo>
                    <a:cubicBezTo>
                      <a:pt x="368225" y="326012"/>
                      <a:pt x="365645" y="334074"/>
                      <a:pt x="359518" y="335363"/>
                    </a:cubicBezTo>
                    <a:cubicBezTo>
                      <a:pt x="353391" y="336653"/>
                      <a:pt x="349522" y="344715"/>
                      <a:pt x="340815" y="351487"/>
                    </a:cubicBezTo>
                    <a:cubicBezTo>
                      <a:pt x="332109" y="358258"/>
                      <a:pt x="327917" y="366965"/>
                      <a:pt x="330819" y="376317"/>
                    </a:cubicBezTo>
                    <a:cubicBezTo>
                      <a:pt x="333076" y="384700"/>
                      <a:pt x="351134" y="403081"/>
                      <a:pt x="330174" y="418559"/>
                    </a:cubicBezTo>
                    <a:cubicBezTo>
                      <a:pt x="332109" y="423074"/>
                      <a:pt x="335656" y="428233"/>
                      <a:pt x="338558" y="429846"/>
                    </a:cubicBezTo>
                    <a:cubicBezTo>
                      <a:pt x="343072" y="432425"/>
                      <a:pt x="344685" y="437907"/>
                      <a:pt x="344685" y="447904"/>
                    </a:cubicBezTo>
                    <a:cubicBezTo>
                      <a:pt x="344685" y="457900"/>
                      <a:pt x="345975" y="480150"/>
                      <a:pt x="340170" y="484987"/>
                    </a:cubicBezTo>
                    <a:cubicBezTo>
                      <a:pt x="334366" y="489824"/>
                      <a:pt x="342105" y="496596"/>
                      <a:pt x="345007" y="500143"/>
                    </a:cubicBezTo>
                    <a:cubicBezTo>
                      <a:pt x="347909" y="503690"/>
                      <a:pt x="349844" y="509172"/>
                      <a:pt x="349844" y="518201"/>
                    </a:cubicBezTo>
                    <a:cubicBezTo>
                      <a:pt x="349844" y="527230"/>
                      <a:pt x="346619" y="528198"/>
                      <a:pt x="340493" y="535292"/>
                    </a:cubicBezTo>
                    <a:cubicBezTo>
                      <a:pt x="334366" y="542386"/>
                      <a:pt x="344685" y="548835"/>
                      <a:pt x="338236" y="561411"/>
                    </a:cubicBezTo>
                    <a:cubicBezTo>
                      <a:pt x="332109" y="573987"/>
                      <a:pt x="329206" y="585596"/>
                      <a:pt x="317598" y="590111"/>
                    </a:cubicBezTo>
                    <a:cubicBezTo>
                      <a:pt x="305989" y="594625"/>
                      <a:pt x="307601" y="614296"/>
                      <a:pt x="290833" y="624937"/>
                    </a:cubicBezTo>
                    <a:cubicBezTo>
                      <a:pt x="273743" y="635578"/>
                      <a:pt x="280837" y="643640"/>
                      <a:pt x="274710" y="642995"/>
                    </a:cubicBezTo>
                    <a:cubicBezTo>
                      <a:pt x="268583" y="642028"/>
                      <a:pt x="264069" y="638480"/>
                      <a:pt x="255040" y="654604"/>
                    </a:cubicBezTo>
                    <a:cubicBezTo>
                      <a:pt x="246011" y="670727"/>
                      <a:pt x="252460" y="667180"/>
                      <a:pt x="243431" y="667180"/>
                    </a:cubicBezTo>
                    <a:cubicBezTo>
                      <a:pt x="234402" y="667180"/>
                      <a:pt x="219569" y="684270"/>
                      <a:pt x="213764" y="681691"/>
                    </a:cubicBezTo>
                    <a:cubicBezTo>
                      <a:pt x="207637" y="679111"/>
                      <a:pt x="198286" y="671049"/>
                      <a:pt x="190869" y="669437"/>
                    </a:cubicBezTo>
                    <a:cubicBezTo>
                      <a:pt x="183452" y="668147"/>
                      <a:pt x="177971" y="676854"/>
                      <a:pt x="176036" y="681691"/>
                    </a:cubicBezTo>
                    <a:cubicBezTo>
                      <a:pt x="174101" y="686528"/>
                      <a:pt x="174101" y="692977"/>
                      <a:pt x="171199" y="698459"/>
                    </a:cubicBezTo>
                    <a:cubicBezTo>
                      <a:pt x="168619" y="703941"/>
                      <a:pt x="161847" y="708455"/>
                      <a:pt x="144434" y="710712"/>
                    </a:cubicBezTo>
                    <a:cubicBezTo>
                      <a:pt x="127021" y="712970"/>
                      <a:pt x="125731" y="719419"/>
                      <a:pt x="115412" y="724256"/>
                    </a:cubicBezTo>
                    <a:cubicBezTo>
                      <a:pt x="105416" y="729093"/>
                      <a:pt x="98644" y="739090"/>
                      <a:pt x="97999" y="742959"/>
                    </a:cubicBezTo>
                    <a:cubicBezTo>
                      <a:pt x="97354" y="747151"/>
                      <a:pt x="90583" y="761017"/>
                      <a:pt x="77039" y="761017"/>
                    </a:cubicBezTo>
                    <a:cubicBezTo>
                      <a:pt x="63495" y="761017"/>
                      <a:pt x="60271" y="752310"/>
                      <a:pt x="60271" y="743604"/>
                    </a:cubicBezTo>
                    <a:cubicBezTo>
                      <a:pt x="60271" y="734897"/>
                      <a:pt x="48017" y="736187"/>
                      <a:pt x="39311" y="736832"/>
                    </a:cubicBezTo>
                    <a:cubicBezTo>
                      <a:pt x="30604" y="737477"/>
                      <a:pt x="35119" y="747473"/>
                      <a:pt x="31249" y="753600"/>
                    </a:cubicBezTo>
                    <a:cubicBezTo>
                      <a:pt x="27379" y="759727"/>
                      <a:pt x="24477" y="755535"/>
                      <a:pt x="18995" y="755535"/>
                    </a:cubicBezTo>
                    <a:cubicBezTo>
                      <a:pt x="13514" y="755535"/>
                      <a:pt x="7709" y="767789"/>
                      <a:pt x="8354" y="772948"/>
                    </a:cubicBezTo>
                    <a:cubicBezTo>
                      <a:pt x="8999" y="778430"/>
                      <a:pt x="8999" y="781655"/>
                      <a:pt x="2227" y="790361"/>
                    </a:cubicBezTo>
                    <a:cubicBezTo>
                      <a:pt x="-4545" y="799068"/>
                      <a:pt x="5452" y="821318"/>
                      <a:pt x="14481" y="821963"/>
                    </a:cubicBezTo>
                    <a:cubicBezTo>
                      <a:pt x="23187" y="822608"/>
                      <a:pt x="32539" y="828735"/>
                      <a:pt x="41245" y="830025"/>
                    </a:cubicBezTo>
                    <a:cubicBezTo>
                      <a:pt x="49952" y="831314"/>
                      <a:pt x="56724" y="843568"/>
                      <a:pt x="64785" y="849372"/>
                    </a:cubicBezTo>
                    <a:cubicBezTo>
                      <a:pt x="72847" y="855177"/>
                      <a:pt x="85101" y="850017"/>
                      <a:pt x="101224" y="848727"/>
                    </a:cubicBezTo>
                    <a:cubicBezTo>
                      <a:pt x="117347" y="847438"/>
                      <a:pt x="119927" y="854209"/>
                      <a:pt x="122184" y="858724"/>
                    </a:cubicBezTo>
                    <a:cubicBezTo>
                      <a:pt x="124119" y="863561"/>
                      <a:pt x="122184" y="858724"/>
                      <a:pt x="117347" y="864851"/>
                    </a:cubicBezTo>
                    <a:cubicBezTo>
                      <a:pt x="112510" y="870978"/>
                      <a:pt x="112510" y="890325"/>
                      <a:pt x="116057" y="893873"/>
                    </a:cubicBezTo>
                    <a:cubicBezTo>
                      <a:pt x="119604" y="897420"/>
                      <a:pt x="126054" y="899999"/>
                      <a:pt x="137662" y="904514"/>
                    </a:cubicBezTo>
                    <a:cubicBezTo>
                      <a:pt x="148949" y="909351"/>
                      <a:pt x="151851" y="922572"/>
                      <a:pt x="163782" y="924829"/>
                    </a:cubicBezTo>
                    <a:cubicBezTo>
                      <a:pt x="175713" y="927086"/>
                      <a:pt x="174423" y="937083"/>
                      <a:pt x="176036" y="941597"/>
                    </a:cubicBezTo>
                    <a:cubicBezTo>
                      <a:pt x="177325" y="946434"/>
                      <a:pt x="178615" y="955786"/>
                      <a:pt x="186032" y="958366"/>
                    </a:cubicBezTo>
                    <a:cubicBezTo>
                      <a:pt x="193449" y="960945"/>
                      <a:pt x="189257" y="973199"/>
                      <a:pt x="194739" y="978681"/>
                    </a:cubicBezTo>
                    <a:cubicBezTo>
                      <a:pt x="200220" y="984163"/>
                      <a:pt x="182485" y="989322"/>
                      <a:pt x="175391" y="994159"/>
                    </a:cubicBezTo>
                    <a:cubicBezTo>
                      <a:pt x="174101" y="994804"/>
                      <a:pt x="173134" y="995449"/>
                      <a:pt x="171844" y="995772"/>
                    </a:cubicBezTo>
                    <a:lnTo>
                      <a:pt x="171844" y="995772"/>
                    </a:lnTo>
                    <a:cubicBezTo>
                      <a:pt x="174101" y="999641"/>
                      <a:pt x="176036" y="1002866"/>
                      <a:pt x="176681" y="1005123"/>
                    </a:cubicBezTo>
                    <a:cubicBezTo>
                      <a:pt x="180873" y="1017377"/>
                      <a:pt x="202155" y="995772"/>
                      <a:pt x="210217" y="1017377"/>
                    </a:cubicBezTo>
                    <a:cubicBezTo>
                      <a:pt x="218279" y="1038982"/>
                      <a:pt x="223760" y="1055105"/>
                      <a:pt x="230532" y="1052203"/>
                    </a:cubicBezTo>
                    <a:cubicBezTo>
                      <a:pt x="237304" y="1049623"/>
                      <a:pt x="247945" y="1039949"/>
                      <a:pt x="261489" y="1046721"/>
                    </a:cubicBezTo>
                    <a:cubicBezTo>
                      <a:pt x="275032" y="1053493"/>
                      <a:pt x="272130" y="1068326"/>
                      <a:pt x="280192" y="1069616"/>
                    </a:cubicBezTo>
                    <a:cubicBezTo>
                      <a:pt x="288253" y="1070906"/>
                      <a:pt x="303087" y="1072196"/>
                      <a:pt x="303087" y="1078967"/>
                    </a:cubicBezTo>
                    <a:cubicBezTo>
                      <a:pt x="303087" y="1083482"/>
                      <a:pt x="305021" y="1093156"/>
                      <a:pt x="305667" y="1106377"/>
                    </a:cubicBezTo>
                    <a:cubicBezTo>
                      <a:pt x="306634" y="1105409"/>
                      <a:pt x="306956" y="1105087"/>
                      <a:pt x="306956" y="1105087"/>
                    </a:cubicBezTo>
                    <a:cubicBezTo>
                      <a:pt x="335978" y="1101863"/>
                      <a:pt x="335333" y="1100250"/>
                      <a:pt x="351456" y="1094768"/>
                    </a:cubicBezTo>
                    <a:cubicBezTo>
                      <a:pt x="367580" y="1089286"/>
                      <a:pt x="363710" y="1089931"/>
                      <a:pt x="372094" y="1078967"/>
                    </a:cubicBezTo>
                    <a:cubicBezTo>
                      <a:pt x="380478" y="1068326"/>
                      <a:pt x="402083" y="1044786"/>
                      <a:pt x="405308" y="1030920"/>
                    </a:cubicBezTo>
                    <a:cubicBezTo>
                      <a:pt x="408533" y="1017054"/>
                      <a:pt x="421109" y="1020279"/>
                      <a:pt x="426268" y="1008992"/>
                    </a:cubicBezTo>
                    <a:cubicBezTo>
                      <a:pt x="431428" y="997706"/>
                      <a:pt x="424011" y="998996"/>
                      <a:pt x="420464" y="989322"/>
                    </a:cubicBezTo>
                    <a:cubicBezTo>
                      <a:pt x="416917" y="979326"/>
                      <a:pt x="429815" y="987387"/>
                      <a:pt x="431750" y="989645"/>
                    </a:cubicBezTo>
                    <a:cubicBezTo>
                      <a:pt x="433685" y="991902"/>
                      <a:pt x="439489" y="994159"/>
                      <a:pt x="442069" y="997706"/>
                    </a:cubicBezTo>
                    <a:cubicBezTo>
                      <a:pt x="444326" y="1001253"/>
                      <a:pt x="441747" y="1002543"/>
                      <a:pt x="439489" y="1008348"/>
                    </a:cubicBezTo>
                    <a:cubicBezTo>
                      <a:pt x="437232" y="1014474"/>
                      <a:pt x="435297" y="1018989"/>
                      <a:pt x="430460" y="1027050"/>
                    </a:cubicBezTo>
                    <a:cubicBezTo>
                      <a:pt x="425301" y="1035112"/>
                      <a:pt x="435620" y="1041562"/>
                      <a:pt x="432718" y="1045753"/>
                    </a:cubicBezTo>
                    <a:cubicBezTo>
                      <a:pt x="430138" y="1050268"/>
                      <a:pt x="437877" y="1057040"/>
                      <a:pt x="440134" y="1057362"/>
                    </a:cubicBezTo>
                    <a:cubicBezTo>
                      <a:pt x="442392" y="1057685"/>
                      <a:pt x="443681" y="1058007"/>
                      <a:pt x="455290" y="1062522"/>
                    </a:cubicBezTo>
                    <a:cubicBezTo>
                      <a:pt x="466576" y="1067036"/>
                      <a:pt x="464642" y="1063812"/>
                      <a:pt x="472058" y="1059619"/>
                    </a:cubicBezTo>
                    <a:cubicBezTo>
                      <a:pt x="479475" y="1055105"/>
                      <a:pt x="477540" y="1056395"/>
                      <a:pt x="482377" y="1049623"/>
                    </a:cubicBezTo>
                    <a:cubicBezTo>
                      <a:pt x="487537" y="1042851"/>
                      <a:pt x="491406" y="1045431"/>
                      <a:pt x="491406" y="1039949"/>
                    </a:cubicBezTo>
                    <a:cubicBezTo>
                      <a:pt x="491406" y="1034145"/>
                      <a:pt x="494308" y="1035112"/>
                      <a:pt x="499468" y="1029630"/>
                    </a:cubicBezTo>
                    <a:cubicBezTo>
                      <a:pt x="504627" y="1023826"/>
                      <a:pt x="504305" y="1020601"/>
                      <a:pt x="504950" y="1010927"/>
                    </a:cubicBezTo>
                    <a:cubicBezTo>
                      <a:pt x="505595" y="1001253"/>
                      <a:pt x="509142" y="1008992"/>
                      <a:pt x="511076" y="1004155"/>
                    </a:cubicBezTo>
                    <a:cubicBezTo>
                      <a:pt x="513011" y="999319"/>
                      <a:pt x="516558" y="1004478"/>
                      <a:pt x="523330" y="1004478"/>
                    </a:cubicBezTo>
                    <a:cubicBezTo>
                      <a:pt x="530102" y="1004478"/>
                      <a:pt x="530102" y="1005768"/>
                      <a:pt x="530102" y="1009960"/>
                    </a:cubicBezTo>
                    <a:cubicBezTo>
                      <a:pt x="530102" y="1014152"/>
                      <a:pt x="530747" y="1021569"/>
                      <a:pt x="535261" y="1024471"/>
                    </a:cubicBezTo>
                    <a:cubicBezTo>
                      <a:pt x="539776" y="1027373"/>
                      <a:pt x="545258" y="1026728"/>
                      <a:pt x="556222" y="1026728"/>
                    </a:cubicBezTo>
                    <a:cubicBezTo>
                      <a:pt x="567185" y="1026728"/>
                      <a:pt x="567830" y="1032855"/>
                      <a:pt x="577182" y="1029953"/>
                    </a:cubicBezTo>
                    <a:cubicBezTo>
                      <a:pt x="586533" y="1026728"/>
                      <a:pt x="581696" y="1020601"/>
                      <a:pt x="585566" y="1013830"/>
                    </a:cubicBezTo>
                    <a:cubicBezTo>
                      <a:pt x="589758" y="1007058"/>
                      <a:pt x="587501" y="1006090"/>
                      <a:pt x="585243" y="1001253"/>
                    </a:cubicBezTo>
                    <a:cubicBezTo>
                      <a:pt x="582986" y="996416"/>
                      <a:pt x="584276" y="991257"/>
                      <a:pt x="584276" y="982873"/>
                    </a:cubicBezTo>
                    <a:cubicBezTo>
                      <a:pt x="584276" y="974489"/>
                      <a:pt x="582341" y="969329"/>
                      <a:pt x="571700" y="963525"/>
                    </a:cubicBezTo>
                    <a:cubicBezTo>
                      <a:pt x="561059" y="957721"/>
                      <a:pt x="569120" y="955141"/>
                      <a:pt x="567185" y="950949"/>
                    </a:cubicBezTo>
                    <a:cubicBezTo>
                      <a:pt x="563316" y="942565"/>
                      <a:pt x="566863" y="919670"/>
                      <a:pt x="564606" y="908061"/>
                    </a:cubicBezTo>
                    <a:cubicBezTo>
                      <a:pt x="557834" y="872590"/>
                      <a:pt x="539131" y="833894"/>
                      <a:pt x="552997" y="797778"/>
                    </a:cubicBezTo>
                    <a:cubicBezTo>
                      <a:pt x="554932" y="792619"/>
                      <a:pt x="557511" y="786814"/>
                      <a:pt x="555254" y="781655"/>
                    </a:cubicBezTo>
                    <a:cubicBezTo>
                      <a:pt x="549127" y="768434"/>
                      <a:pt x="524942" y="782945"/>
                      <a:pt x="515591" y="771981"/>
                    </a:cubicBezTo>
                    <a:cubicBezTo>
                      <a:pt x="511399" y="767144"/>
                      <a:pt x="512689" y="759727"/>
                      <a:pt x="515591" y="753923"/>
                    </a:cubicBezTo>
                    <a:cubicBezTo>
                      <a:pt x="536229" y="708778"/>
                      <a:pt x="460127" y="718129"/>
                      <a:pt x="477218" y="670082"/>
                    </a:cubicBezTo>
                    <a:cubicBezTo>
                      <a:pt x="482377" y="655248"/>
                      <a:pt x="499468" y="652024"/>
                      <a:pt x="506884" y="635578"/>
                    </a:cubicBezTo>
                    <a:cubicBezTo>
                      <a:pt x="509464" y="629774"/>
                      <a:pt x="503015" y="618488"/>
                      <a:pt x="498500" y="608814"/>
                    </a:cubicBezTo>
                    <a:cubicBezTo>
                      <a:pt x="493986" y="598817"/>
                      <a:pt x="498178" y="588498"/>
                      <a:pt x="501080" y="582372"/>
                    </a:cubicBezTo>
                    <a:cubicBezTo>
                      <a:pt x="504305" y="576245"/>
                      <a:pt x="496566" y="567538"/>
                      <a:pt x="490439" y="565926"/>
                    </a:cubicBezTo>
                    <a:cubicBezTo>
                      <a:pt x="484312" y="563991"/>
                      <a:pt x="468834" y="561411"/>
                      <a:pt x="460772" y="565926"/>
                    </a:cubicBezTo>
                    <a:cubicBezTo>
                      <a:pt x="452710" y="570440"/>
                      <a:pt x="433363" y="563346"/>
                      <a:pt x="421754" y="555607"/>
                    </a:cubicBezTo>
                    <a:cubicBezTo>
                      <a:pt x="410145" y="547868"/>
                      <a:pt x="405631" y="545288"/>
                      <a:pt x="402083" y="538194"/>
                    </a:cubicBezTo>
                    <a:cubicBezTo>
                      <a:pt x="398536" y="531100"/>
                      <a:pt x="386928" y="524328"/>
                      <a:pt x="384025" y="515299"/>
                    </a:cubicBezTo>
                    <a:cubicBezTo>
                      <a:pt x="381446" y="506270"/>
                      <a:pt x="374997" y="504980"/>
                      <a:pt x="377899" y="496918"/>
                    </a:cubicBezTo>
                    <a:cubicBezTo>
                      <a:pt x="380478" y="488857"/>
                      <a:pt x="382091" y="486922"/>
                      <a:pt x="387895" y="480473"/>
                    </a:cubicBezTo>
                    <a:cubicBezTo>
                      <a:pt x="393699" y="473701"/>
                      <a:pt x="397891" y="471444"/>
                      <a:pt x="397891" y="465639"/>
                    </a:cubicBezTo>
                    <a:cubicBezTo>
                      <a:pt x="397891" y="459835"/>
                      <a:pt x="394667" y="455643"/>
                      <a:pt x="406275" y="453386"/>
                    </a:cubicBezTo>
                    <a:cubicBezTo>
                      <a:pt x="417884" y="451128"/>
                      <a:pt x="410790" y="459190"/>
                      <a:pt x="416272" y="463705"/>
                    </a:cubicBezTo>
                    <a:cubicBezTo>
                      <a:pt x="421754" y="468219"/>
                      <a:pt x="420786" y="463382"/>
                      <a:pt x="426268" y="455320"/>
                    </a:cubicBezTo>
                    <a:cubicBezTo>
                      <a:pt x="431750" y="447259"/>
                      <a:pt x="436587" y="444034"/>
                      <a:pt x="437877" y="441132"/>
                    </a:cubicBezTo>
                    <a:cubicBezTo>
                      <a:pt x="439167" y="438552"/>
                      <a:pt x="444326" y="434038"/>
                      <a:pt x="445616" y="430168"/>
                    </a:cubicBezTo>
                    <a:cubicBezTo>
                      <a:pt x="446906" y="425976"/>
                      <a:pt x="443359" y="417592"/>
                      <a:pt x="443359" y="412110"/>
                    </a:cubicBezTo>
                    <a:cubicBezTo>
                      <a:pt x="443359" y="406628"/>
                      <a:pt x="448518" y="404048"/>
                      <a:pt x="450131" y="402436"/>
                    </a:cubicBezTo>
                    <a:cubicBezTo>
                      <a:pt x="451743" y="400824"/>
                      <a:pt x="459160" y="403081"/>
                      <a:pt x="467544" y="402759"/>
                    </a:cubicBezTo>
                    <a:cubicBezTo>
                      <a:pt x="475928" y="402436"/>
                      <a:pt x="475605" y="398566"/>
                      <a:pt x="480442" y="396632"/>
                    </a:cubicBezTo>
                    <a:cubicBezTo>
                      <a:pt x="485279" y="394697"/>
                      <a:pt x="485924" y="396632"/>
                      <a:pt x="493664" y="401469"/>
                    </a:cubicBezTo>
                    <a:cubicBezTo>
                      <a:pt x="501403" y="406306"/>
                      <a:pt x="503337" y="401469"/>
                      <a:pt x="512366" y="399856"/>
                    </a:cubicBezTo>
                    <a:cubicBezTo>
                      <a:pt x="521396" y="398244"/>
                      <a:pt x="526877" y="397277"/>
                      <a:pt x="526877" y="392762"/>
                    </a:cubicBezTo>
                    <a:cubicBezTo>
                      <a:pt x="526877" y="388248"/>
                      <a:pt x="529135" y="387925"/>
                      <a:pt x="531392" y="382443"/>
                    </a:cubicBezTo>
                    <a:cubicBezTo>
                      <a:pt x="533649" y="376961"/>
                      <a:pt x="530424" y="372447"/>
                      <a:pt x="523975" y="369545"/>
                    </a:cubicBezTo>
                    <a:cubicBezTo>
                      <a:pt x="517526" y="366965"/>
                      <a:pt x="509787" y="363418"/>
                      <a:pt x="503660" y="358581"/>
                    </a:cubicBezTo>
                    <a:cubicBezTo>
                      <a:pt x="497533" y="353421"/>
                      <a:pt x="508497" y="346005"/>
                      <a:pt x="504305" y="336976"/>
                    </a:cubicBezTo>
                    <a:cubicBezTo>
                      <a:pt x="500113" y="327947"/>
                      <a:pt x="497533" y="334074"/>
                      <a:pt x="490116" y="336653"/>
                    </a:cubicBezTo>
                    <a:cubicBezTo>
                      <a:pt x="482700" y="339233"/>
                      <a:pt x="472058" y="337298"/>
                      <a:pt x="461739" y="338588"/>
                    </a:cubicBezTo>
                    <a:cubicBezTo>
                      <a:pt x="451743" y="339878"/>
                      <a:pt x="447551" y="337943"/>
                      <a:pt x="445616" y="327302"/>
                    </a:cubicBezTo>
                    <a:cubicBezTo>
                      <a:pt x="443681" y="316660"/>
                      <a:pt x="438844" y="317305"/>
                      <a:pt x="439489" y="314403"/>
                    </a:cubicBezTo>
                    <a:cubicBezTo>
                      <a:pt x="440134" y="311824"/>
                      <a:pt x="435297" y="303117"/>
                      <a:pt x="424011" y="300860"/>
                    </a:cubicBezTo>
                    <a:cubicBezTo>
                      <a:pt x="412725" y="298925"/>
                      <a:pt x="416594" y="295378"/>
                      <a:pt x="411112" y="286026"/>
                    </a:cubicBezTo>
                    <a:cubicBezTo>
                      <a:pt x="405631" y="276675"/>
                      <a:pt x="404341" y="278610"/>
                      <a:pt x="386928" y="286671"/>
                    </a:cubicBezTo>
                    <a:cubicBezTo>
                      <a:pt x="369514" y="294733"/>
                      <a:pt x="376931" y="279899"/>
                      <a:pt x="375641" y="276030"/>
                    </a:cubicBezTo>
                    <a:cubicBezTo>
                      <a:pt x="374351" y="271838"/>
                      <a:pt x="375641" y="263131"/>
                      <a:pt x="378221" y="255070"/>
                    </a:cubicBezTo>
                    <a:cubicBezTo>
                      <a:pt x="380801" y="247008"/>
                      <a:pt x="375641" y="240881"/>
                      <a:pt x="376286" y="234754"/>
                    </a:cubicBezTo>
                    <a:cubicBezTo>
                      <a:pt x="376931" y="228628"/>
                      <a:pt x="389185" y="220566"/>
                      <a:pt x="394344" y="211859"/>
                    </a:cubicBezTo>
                    <a:cubicBezTo>
                      <a:pt x="399826" y="203153"/>
                      <a:pt x="404986" y="206377"/>
                      <a:pt x="410468" y="198316"/>
                    </a:cubicBezTo>
                    <a:cubicBezTo>
                      <a:pt x="415949" y="190254"/>
                      <a:pt x="413047" y="185417"/>
                      <a:pt x="415305" y="180903"/>
                    </a:cubicBezTo>
                    <a:cubicBezTo>
                      <a:pt x="417239" y="176066"/>
                      <a:pt x="433363" y="178323"/>
                      <a:pt x="438200" y="176066"/>
                    </a:cubicBezTo>
                    <a:cubicBezTo>
                      <a:pt x="443037" y="174131"/>
                      <a:pt x="434007" y="167359"/>
                      <a:pt x="432718" y="162522"/>
                    </a:cubicBezTo>
                    <a:cubicBezTo>
                      <a:pt x="431428" y="157685"/>
                      <a:pt x="422721" y="153171"/>
                      <a:pt x="420464" y="153171"/>
                    </a:cubicBezTo>
                    <a:cubicBezTo>
                      <a:pt x="418207" y="153171"/>
                      <a:pt x="414982" y="145109"/>
                      <a:pt x="414982" y="145109"/>
                    </a:cubicBezTo>
                    <a:cubicBezTo>
                      <a:pt x="414982" y="145109"/>
                      <a:pt x="420464" y="137692"/>
                      <a:pt x="424334" y="137692"/>
                    </a:cubicBezTo>
                    <a:cubicBezTo>
                      <a:pt x="428203" y="137692"/>
                      <a:pt x="430460" y="141884"/>
                      <a:pt x="434975" y="143819"/>
                    </a:cubicBezTo>
                    <a:cubicBezTo>
                      <a:pt x="439489" y="145754"/>
                      <a:pt x="444326" y="150591"/>
                      <a:pt x="450453" y="155106"/>
                    </a:cubicBezTo>
                    <a:cubicBezTo>
                      <a:pt x="456580" y="159943"/>
                      <a:pt x="461095" y="161877"/>
                      <a:pt x="464642" y="165102"/>
                    </a:cubicBezTo>
                    <a:cubicBezTo>
                      <a:pt x="467866" y="168327"/>
                      <a:pt x="468834" y="178645"/>
                      <a:pt x="465932" y="186062"/>
                    </a:cubicBezTo>
                    <a:cubicBezTo>
                      <a:pt x="463352" y="193479"/>
                      <a:pt x="474638" y="191544"/>
                      <a:pt x="474638" y="191544"/>
                    </a:cubicBezTo>
                    <a:cubicBezTo>
                      <a:pt x="474638" y="191544"/>
                      <a:pt x="475283" y="205088"/>
                      <a:pt x="478830" y="207023"/>
                    </a:cubicBezTo>
                    <a:cubicBezTo>
                      <a:pt x="482055" y="208957"/>
                      <a:pt x="482055" y="207023"/>
                      <a:pt x="486247" y="206377"/>
                    </a:cubicBezTo>
                    <a:cubicBezTo>
                      <a:pt x="490439" y="205733"/>
                      <a:pt x="490439" y="198316"/>
                      <a:pt x="493664" y="190254"/>
                    </a:cubicBezTo>
                    <a:cubicBezTo>
                      <a:pt x="496888" y="182193"/>
                      <a:pt x="505917" y="180903"/>
                      <a:pt x="509787" y="176066"/>
                    </a:cubicBezTo>
                    <a:cubicBezTo>
                      <a:pt x="513656" y="171229"/>
                      <a:pt x="513011" y="162522"/>
                      <a:pt x="513979" y="154461"/>
                    </a:cubicBezTo>
                    <a:cubicBezTo>
                      <a:pt x="514624" y="146399"/>
                      <a:pt x="526877" y="148979"/>
                      <a:pt x="532682" y="151236"/>
                    </a:cubicBezTo>
                    <a:cubicBezTo>
                      <a:pt x="538486" y="153493"/>
                      <a:pt x="538164" y="161877"/>
                      <a:pt x="539453" y="172841"/>
                    </a:cubicBezTo>
                    <a:cubicBezTo>
                      <a:pt x="540743" y="183482"/>
                      <a:pt x="548160" y="185095"/>
                      <a:pt x="548160" y="190254"/>
                    </a:cubicBezTo>
                    <a:cubicBezTo>
                      <a:pt x="548160" y="195414"/>
                      <a:pt x="553642" y="195091"/>
                      <a:pt x="559446" y="203153"/>
                    </a:cubicBezTo>
                    <a:cubicBezTo>
                      <a:pt x="565250" y="211214"/>
                      <a:pt x="566218" y="217986"/>
                      <a:pt x="574925" y="223468"/>
                    </a:cubicBezTo>
                    <a:cubicBezTo>
                      <a:pt x="583631" y="228950"/>
                      <a:pt x="598465" y="228305"/>
                      <a:pt x="605881" y="228305"/>
                    </a:cubicBezTo>
                    <a:cubicBezTo>
                      <a:pt x="613298" y="228305"/>
                      <a:pt x="624584" y="222823"/>
                      <a:pt x="630711" y="217019"/>
                    </a:cubicBezTo>
                    <a:cubicBezTo>
                      <a:pt x="636838" y="210892"/>
                      <a:pt x="630711" y="200896"/>
                      <a:pt x="632646" y="193479"/>
                    </a:cubicBezTo>
                    <a:cubicBezTo>
                      <a:pt x="634258" y="187997"/>
                      <a:pt x="641030" y="188964"/>
                      <a:pt x="646512" y="189932"/>
                    </a:cubicBezTo>
                    <a:cubicBezTo>
                      <a:pt x="647479" y="187030"/>
                      <a:pt x="649092" y="184772"/>
                      <a:pt x="650704" y="181548"/>
                    </a:cubicBezTo>
                    <a:cubicBezTo>
                      <a:pt x="656186" y="171551"/>
                      <a:pt x="664892" y="157363"/>
                      <a:pt x="664892" y="138660"/>
                    </a:cubicBezTo>
                    <a:cubicBezTo>
                      <a:pt x="664892" y="119957"/>
                      <a:pt x="670374" y="113508"/>
                      <a:pt x="670374" y="93837"/>
                    </a:cubicBezTo>
                    <a:cubicBezTo>
                      <a:pt x="669407" y="91257"/>
                      <a:pt x="669084" y="89000"/>
                      <a:pt x="668762" y="8642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58" name="Graphic 4">
                <a:extLst>
                  <a:ext uri="{FF2B5EF4-FFF2-40B4-BE49-F238E27FC236}">
                    <a16:creationId xmlns:a16="http://schemas.microsoft.com/office/drawing/2014/main" id="{6B1D3C8A-0748-96D0-6B7C-6D980A100D91}"/>
                  </a:ext>
                </a:extLst>
              </p:cNvPr>
              <p:cNvGrpSpPr/>
              <p:nvPr/>
            </p:nvGrpSpPr>
            <p:grpSpPr>
              <a:xfrm>
                <a:off x="6965262" y="2689394"/>
                <a:ext cx="600091" cy="988964"/>
                <a:chOff x="6965262" y="2689394"/>
                <a:chExt cx="600091" cy="988964"/>
              </a:xfrm>
              <a:grpFill/>
            </p:grpSpPr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DDE64D2A-1D27-3621-B4C8-F2BFD3D5BA12}"/>
                    </a:ext>
                  </a:extLst>
                </p:cNvPr>
                <p:cNvSpPr/>
                <p:nvPr/>
              </p:nvSpPr>
              <p:spPr>
                <a:xfrm>
                  <a:off x="7321934" y="2689394"/>
                  <a:ext cx="32246" cy="32246"/>
                </a:xfrm>
                <a:custGeom>
                  <a:avLst/>
                  <a:gdLst>
                    <a:gd name="connsiteX0" fmla="*/ 11609 w 0"/>
                    <a:gd name="connsiteY0" fmla="*/ 18710 h 0"/>
                    <a:gd name="connsiteX1" fmla="*/ 5160 w 0"/>
                    <a:gd name="connsiteY1" fmla="*/ 18065 h 0"/>
                    <a:gd name="connsiteX2" fmla="*/ 0 w 0"/>
                    <a:gd name="connsiteY2" fmla="*/ 17097 h 0"/>
                    <a:gd name="connsiteX3" fmla="*/ 1935 w 0"/>
                    <a:gd name="connsiteY3" fmla="*/ 12260 h 0"/>
                    <a:gd name="connsiteX4" fmla="*/ 5804 w 0"/>
                    <a:gd name="connsiteY4" fmla="*/ 5811 h 0"/>
                    <a:gd name="connsiteX5" fmla="*/ 7417 w 0"/>
                    <a:gd name="connsiteY5" fmla="*/ 2586 h 0"/>
                    <a:gd name="connsiteX6" fmla="*/ 12576 w 0"/>
                    <a:gd name="connsiteY6" fmla="*/ 329 h 0"/>
                    <a:gd name="connsiteX7" fmla="*/ 14834 w 0"/>
                    <a:gd name="connsiteY7" fmla="*/ 5488 h 0"/>
                    <a:gd name="connsiteX8" fmla="*/ 12254 w 0"/>
                    <a:gd name="connsiteY8" fmla="*/ 10325 h 0"/>
                    <a:gd name="connsiteX9" fmla="*/ 13866 w 0"/>
                    <a:gd name="connsiteY9" fmla="*/ 10325 h 0"/>
                    <a:gd name="connsiteX10" fmla="*/ 18703 w 0"/>
                    <a:gd name="connsiteY10" fmla="*/ 10003 h 0"/>
                    <a:gd name="connsiteX11" fmla="*/ 22895 w 0"/>
                    <a:gd name="connsiteY11" fmla="*/ 14195 h 0"/>
                    <a:gd name="connsiteX12" fmla="*/ 18703 w 0"/>
                    <a:gd name="connsiteY12" fmla="*/ 18387 h 0"/>
                    <a:gd name="connsiteX13" fmla="*/ 14511 w 0"/>
                    <a:gd name="connsiteY13" fmla="*/ 18710 h 0"/>
                    <a:gd name="connsiteX14" fmla="*/ 11609 w 0"/>
                    <a:gd name="connsiteY14" fmla="*/ 1871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>
                      <a:moveTo>
                        <a:pt x="11609" y="18710"/>
                      </a:moveTo>
                      <a:cubicBezTo>
                        <a:pt x="9674" y="18710"/>
                        <a:pt x="7417" y="18387"/>
                        <a:pt x="5160" y="18065"/>
                      </a:cubicBezTo>
                      <a:lnTo>
                        <a:pt x="0" y="17097"/>
                      </a:lnTo>
                      <a:lnTo>
                        <a:pt x="1935" y="12260"/>
                      </a:lnTo>
                      <a:cubicBezTo>
                        <a:pt x="3225" y="8713"/>
                        <a:pt x="4515" y="6778"/>
                        <a:pt x="5804" y="5811"/>
                      </a:cubicBezTo>
                      <a:cubicBezTo>
                        <a:pt x="6127" y="5488"/>
                        <a:pt x="6772" y="4844"/>
                        <a:pt x="7417" y="2586"/>
                      </a:cubicBezTo>
                      <a:cubicBezTo>
                        <a:pt x="8062" y="651"/>
                        <a:pt x="10641" y="-638"/>
                        <a:pt x="12576" y="329"/>
                      </a:cubicBezTo>
                      <a:cubicBezTo>
                        <a:pt x="14511" y="974"/>
                        <a:pt x="15801" y="3554"/>
                        <a:pt x="14834" y="5488"/>
                      </a:cubicBezTo>
                      <a:cubicBezTo>
                        <a:pt x="14189" y="7423"/>
                        <a:pt x="13221" y="9035"/>
                        <a:pt x="12254" y="10325"/>
                      </a:cubicBezTo>
                      <a:cubicBezTo>
                        <a:pt x="12899" y="10325"/>
                        <a:pt x="13221" y="10325"/>
                        <a:pt x="13866" y="10325"/>
                      </a:cubicBezTo>
                      <a:cubicBezTo>
                        <a:pt x="15478" y="10003"/>
                        <a:pt x="17091" y="10003"/>
                        <a:pt x="18703" y="10003"/>
                      </a:cubicBezTo>
                      <a:cubicBezTo>
                        <a:pt x="20960" y="10003"/>
                        <a:pt x="22895" y="11938"/>
                        <a:pt x="22895" y="14195"/>
                      </a:cubicBezTo>
                      <a:cubicBezTo>
                        <a:pt x="22895" y="16452"/>
                        <a:pt x="20960" y="18387"/>
                        <a:pt x="18703" y="18387"/>
                      </a:cubicBezTo>
                      <a:cubicBezTo>
                        <a:pt x="17413" y="18387"/>
                        <a:pt x="16123" y="18387"/>
                        <a:pt x="14511" y="18710"/>
                      </a:cubicBezTo>
                      <a:cubicBezTo>
                        <a:pt x="13866" y="18710"/>
                        <a:pt x="12576" y="18710"/>
                        <a:pt x="11609" y="1871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803EA83A-DFEF-4707-BDCA-25D0B73F822C}"/>
                    </a:ext>
                  </a:extLst>
                </p:cNvPr>
                <p:cNvSpPr/>
                <p:nvPr/>
              </p:nvSpPr>
              <p:spPr>
                <a:xfrm>
                  <a:off x="7287704" y="2725153"/>
                  <a:ext cx="64493" cy="193479"/>
                </a:xfrm>
                <a:custGeom>
                  <a:avLst/>
                  <a:gdLst>
                    <a:gd name="connsiteX0" fmla="*/ 6498 w 64492"/>
                    <a:gd name="connsiteY0" fmla="*/ 212545 h 193478"/>
                    <a:gd name="connsiteX1" fmla="*/ 2629 w 64492"/>
                    <a:gd name="connsiteY1" fmla="*/ 209643 h 193478"/>
                    <a:gd name="connsiteX2" fmla="*/ 1984 w 64492"/>
                    <a:gd name="connsiteY2" fmla="*/ 203516 h 193478"/>
                    <a:gd name="connsiteX3" fmla="*/ 11658 w 64492"/>
                    <a:gd name="connsiteY3" fmla="*/ 183524 h 193478"/>
                    <a:gd name="connsiteX4" fmla="*/ 17462 w 64492"/>
                    <a:gd name="connsiteY4" fmla="*/ 183846 h 193478"/>
                    <a:gd name="connsiteX5" fmla="*/ 17140 w 64492"/>
                    <a:gd name="connsiteY5" fmla="*/ 189650 h 193478"/>
                    <a:gd name="connsiteX6" fmla="*/ 10045 w 64492"/>
                    <a:gd name="connsiteY6" fmla="*/ 203839 h 193478"/>
                    <a:gd name="connsiteX7" fmla="*/ 10690 w 64492"/>
                    <a:gd name="connsiteY7" fmla="*/ 207709 h 193478"/>
                    <a:gd name="connsiteX8" fmla="*/ 7788 w 64492"/>
                    <a:gd name="connsiteY8" fmla="*/ 212545 h 193478"/>
                    <a:gd name="connsiteX9" fmla="*/ 6498 w 64492"/>
                    <a:gd name="connsiteY9" fmla="*/ 212545 h 193478"/>
                    <a:gd name="connsiteX10" fmla="*/ 40357 w 64492"/>
                    <a:gd name="connsiteY10" fmla="*/ 168368 h 193478"/>
                    <a:gd name="connsiteX11" fmla="*/ 38745 w 64492"/>
                    <a:gd name="connsiteY11" fmla="*/ 168045 h 193478"/>
                    <a:gd name="connsiteX12" fmla="*/ 36810 w 64492"/>
                    <a:gd name="connsiteY12" fmla="*/ 162563 h 193478"/>
                    <a:gd name="connsiteX13" fmla="*/ 37455 w 64492"/>
                    <a:gd name="connsiteY13" fmla="*/ 159016 h 193478"/>
                    <a:gd name="connsiteX14" fmla="*/ 33263 w 64492"/>
                    <a:gd name="connsiteY14" fmla="*/ 143860 h 193478"/>
                    <a:gd name="connsiteX15" fmla="*/ 32618 w 64492"/>
                    <a:gd name="connsiteY15" fmla="*/ 142571 h 193478"/>
                    <a:gd name="connsiteX16" fmla="*/ 34553 w 64492"/>
                    <a:gd name="connsiteY16" fmla="*/ 137089 h 193478"/>
                    <a:gd name="connsiteX17" fmla="*/ 40035 w 64492"/>
                    <a:gd name="connsiteY17" fmla="*/ 139023 h 193478"/>
                    <a:gd name="connsiteX18" fmla="*/ 40680 w 64492"/>
                    <a:gd name="connsiteY18" fmla="*/ 140636 h 193478"/>
                    <a:gd name="connsiteX19" fmla="*/ 45517 w 64492"/>
                    <a:gd name="connsiteY19" fmla="*/ 159016 h 193478"/>
                    <a:gd name="connsiteX20" fmla="*/ 44227 w 64492"/>
                    <a:gd name="connsiteY20" fmla="*/ 166111 h 193478"/>
                    <a:gd name="connsiteX21" fmla="*/ 40357 w 64492"/>
                    <a:gd name="connsiteY21" fmla="*/ 168368 h 193478"/>
                    <a:gd name="connsiteX22" fmla="*/ 14882 w 64492"/>
                    <a:gd name="connsiteY22" fmla="*/ 117418 h 193478"/>
                    <a:gd name="connsiteX23" fmla="*/ 11980 w 64492"/>
                    <a:gd name="connsiteY23" fmla="*/ 116128 h 193478"/>
                    <a:gd name="connsiteX24" fmla="*/ 9723 w 64492"/>
                    <a:gd name="connsiteY24" fmla="*/ 113549 h 193478"/>
                    <a:gd name="connsiteX25" fmla="*/ 49 w 64492"/>
                    <a:gd name="connsiteY25" fmla="*/ 92266 h 193478"/>
                    <a:gd name="connsiteX26" fmla="*/ 3274 w 64492"/>
                    <a:gd name="connsiteY26" fmla="*/ 87429 h 193478"/>
                    <a:gd name="connsiteX27" fmla="*/ 8111 w 64492"/>
                    <a:gd name="connsiteY27" fmla="*/ 90654 h 193478"/>
                    <a:gd name="connsiteX28" fmla="*/ 15850 w 64492"/>
                    <a:gd name="connsiteY28" fmla="*/ 107744 h 193478"/>
                    <a:gd name="connsiteX29" fmla="*/ 18107 w 64492"/>
                    <a:gd name="connsiteY29" fmla="*/ 110001 h 193478"/>
                    <a:gd name="connsiteX30" fmla="*/ 18107 w 64492"/>
                    <a:gd name="connsiteY30" fmla="*/ 115806 h 193478"/>
                    <a:gd name="connsiteX31" fmla="*/ 14882 w 64492"/>
                    <a:gd name="connsiteY31" fmla="*/ 117418 h 193478"/>
                    <a:gd name="connsiteX32" fmla="*/ 18752 w 64492"/>
                    <a:gd name="connsiteY32" fmla="*/ 70661 h 193478"/>
                    <a:gd name="connsiteX33" fmla="*/ 15205 w 64492"/>
                    <a:gd name="connsiteY33" fmla="*/ 68726 h 193478"/>
                    <a:gd name="connsiteX34" fmla="*/ 16817 w 64492"/>
                    <a:gd name="connsiteY34" fmla="*/ 63244 h 193478"/>
                    <a:gd name="connsiteX35" fmla="*/ 22299 w 64492"/>
                    <a:gd name="connsiteY35" fmla="*/ 56150 h 193478"/>
                    <a:gd name="connsiteX36" fmla="*/ 29393 w 64492"/>
                    <a:gd name="connsiteY36" fmla="*/ 43574 h 193478"/>
                    <a:gd name="connsiteX37" fmla="*/ 35198 w 64492"/>
                    <a:gd name="connsiteY37" fmla="*/ 44219 h 193478"/>
                    <a:gd name="connsiteX38" fmla="*/ 34553 w 64492"/>
                    <a:gd name="connsiteY38" fmla="*/ 50023 h 193478"/>
                    <a:gd name="connsiteX39" fmla="*/ 30361 w 64492"/>
                    <a:gd name="connsiteY39" fmla="*/ 57117 h 193478"/>
                    <a:gd name="connsiteX40" fmla="*/ 20687 w 64492"/>
                    <a:gd name="connsiteY40" fmla="*/ 70338 h 193478"/>
                    <a:gd name="connsiteX41" fmla="*/ 18752 w 64492"/>
                    <a:gd name="connsiteY41" fmla="*/ 70661 h 193478"/>
                    <a:gd name="connsiteX42" fmla="*/ 59705 w 64492"/>
                    <a:gd name="connsiteY42" fmla="*/ 31965 h 193478"/>
                    <a:gd name="connsiteX43" fmla="*/ 57770 w 64492"/>
                    <a:gd name="connsiteY43" fmla="*/ 31320 h 193478"/>
                    <a:gd name="connsiteX44" fmla="*/ 56158 w 64492"/>
                    <a:gd name="connsiteY44" fmla="*/ 25838 h 193478"/>
                    <a:gd name="connsiteX45" fmla="*/ 63252 w 64492"/>
                    <a:gd name="connsiteY45" fmla="*/ 3588 h 193478"/>
                    <a:gd name="connsiteX46" fmla="*/ 67767 w 64492"/>
                    <a:gd name="connsiteY46" fmla="*/ 41 h 193478"/>
                    <a:gd name="connsiteX47" fmla="*/ 71314 w 64492"/>
                    <a:gd name="connsiteY47" fmla="*/ 4556 h 193478"/>
                    <a:gd name="connsiteX48" fmla="*/ 63252 w 64492"/>
                    <a:gd name="connsiteY48" fmla="*/ 29385 h 193478"/>
                    <a:gd name="connsiteX49" fmla="*/ 59705 w 64492"/>
                    <a:gd name="connsiteY49" fmla="*/ 31965 h 193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</a:cxnLst>
                  <a:rect l="l" t="t" r="r" b="b"/>
                  <a:pathLst>
                    <a:path w="64492" h="193478">
                      <a:moveTo>
                        <a:pt x="6498" y="212545"/>
                      </a:moveTo>
                      <a:cubicBezTo>
                        <a:pt x="4564" y="212545"/>
                        <a:pt x="2951" y="211256"/>
                        <a:pt x="2629" y="209643"/>
                      </a:cubicBezTo>
                      <a:cubicBezTo>
                        <a:pt x="1984" y="207709"/>
                        <a:pt x="1984" y="205774"/>
                        <a:pt x="1984" y="203516"/>
                      </a:cubicBezTo>
                      <a:cubicBezTo>
                        <a:pt x="1984" y="196100"/>
                        <a:pt x="5209" y="189328"/>
                        <a:pt x="11658" y="183524"/>
                      </a:cubicBezTo>
                      <a:cubicBezTo>
                        <a:pt x="13270" y="181911"/>
                        <a:pt x="15850" y="182234"/>
                        <a:pt x="17462" y="183846"/>
                      </a:cubicBezTo>
                      <a:cubicBezTo>
                        <a:pt x="19075" y="185458"/>
                        <a:pt x="18752" y="188038"/>
                        <a:pt x="17140" y="189650"/>
                      </a:cubicBezTo>
                      <a:cubicBezTo>
                        <a:pt x="13915" y="192553"/>
                        <a:pt x="10045" y="197390"/>
                        <a:pt x="10045" y="203839"/>
                      </a:cubicBezTo>
                      <a:cubicBezTo>
                        <a:pt x="10045" y="205129"/>
                        <a:pt x="10368" y="206419"/>
                        <a:pt x="10690" y="207709"/>
                      </a:cubicBezTo>
                      <a:cubicBezTo>
                        <a:pt x="11335" y="209966"/>
                        <a:pt x="10045" y="211901"/>
                        <a:pt x="7788" y="212545"/>
                      </a:cubicBezTo>
                      <a:cubicBezTo>
                        <a:pt x="7143" y="212545"/>
                        <a:pt x="6821" y="212545"/>
                        <a:pt x="6498" y="212545"/>
                      </a:cubicBezTo>
                      <a:close/>
                      <a:moveTo>
                        <a:pt x="40357" y="168368"/>
                      </a:moveTo>
                      <a:cubicBezTo>
                        <a:pt x="39712" y="168368"/>
                        <a:pt x="39067" y="168368"/>
                        <a:pt x="38745" y="168045"/>
                      </a:cubicBezTo>
                      <a:cubicBezTo>
                        <a:pt x="36810" y="167078"/>
                        <a:pt x="35843" y="164821"/>
                        <a:pt x="36810" y="162563"/>
                      </a:cubicBezTo>
                      <a:cubicBezTo>
                        <a:pt x="37133" y="161596"/>
                        <a:pt x="37455" y="160306"/>
                        <a:pt x="37455" y="159016"/>
                      </a:cubicBezTo>
                      <a:cubicBezTo>
                        <a:pt x="37455" y="156437"/>
                        <a:pt x="36810" y="151599"/>
                        <a:pt x="33263" y="143860"/>
                      </a:cubicBezTo>
                      <a:lnTo>
                        <a:pt x="32618" y="142571"/>
                      </a:lnTo>
                      <a:cubicBezTo>
                        <a:pt x="31651" y="140636"/>
                        <a:pt x="32618" y="138056"/>
                        <a:pt x="34553" y="137089"/>
                      </a:cubicBezTo>
                      <a:cubicBezTo>
                        <a:pt x="36488" y="136121"/>
                        <a:pt x="39067" y="137089"/>
                        <a:pt x="40035" y="139023"/>
                      </a:cubicBezTo>
                      <a:lnTo>
                        <a:pt x="40680" y="140636"/>
                      </a:lnTo>
                      <a:cubicBezTo>
                        <a:pt x="43904" y="147730"/>
                        <a:pt x="45517" y="154179"/>
                        <a:pt x="45517" y="159016"/>
                      </a:cubicBezTo>
                      <a:cubicBezTo>
                        <a:pt x="45517" y="161596"/>
                        <a:pt x="45194" y="164176"/>
                        <a:pt x="44227" y="166111"/>
                      </a:cubicBezTo>
                      <a:cubicBezTo>
                        <a:pt x="43259" y="167400"/>
                        <a:pt x="41970" y="168368"/>
                        <a:pt x="40357" y="168368"/>
                      </a:cubicBezTo>
                      <a:close/>
                      <a:moveTo>
                        <a:pt x="14882" y="117418"/>
                      </a:moveTo>
                      <a:cubicBezTo>
                        <a:pt x="13915" y="117418"/>
                        <a:pt x="12948" y="117096"/>
                        <a:pt x="11980" y="116128"/>
                      </a:cubicBezTo>
                      <a:cubicBezTo>
                        <a:pt x="11335" y="115484"/>
                        <a:pt x="10368" y="114516"/>
                        <a:pt x="9723" y="113549"/>
                      </a:cubicBezTo>
                      <a:cubicBezTo>
                        <a:pt x="3919" y="107099"/>
                        <a:pt x="1016" y="98393"/>
                        <a:pt x="49" y="92266"/>
                      </a:cubicBezTo>
                      <a:cubicBezTo>
                        <a:pt x="-273" y="90009"/>
                        <a:pt x="1016" y="88074"/>
                        <a:pt x="3274" y="87429"/>
                      </a:cubicBezTo>
                      <a:cubicBezTo>
                        <a:pt x="5531" y="87107"/>
                        <a:pt x="7466" y="88396"/>
                        <a:pt x="8111" y="90654"/>
                      </a:cubicBezTo>
                      <a:cubicBezTo>
                        <a:pt x="9078" y="95813"/>
                        <a:pt x="11335" y="102907"/>
                        <a:pt x="15850" y="107744"/>
                      </a:cubicBezTo>
                      <a:cubicBezTo>
                        <a:pt x="16495" y="108712"/>
                        <a:pt x="17462" y="109357"/>
                        <a:pt x="18107" y="110001"/>
                      </a:cubicBezTo>
                      <a:cubicBezTo>
                        <a:pt x="19719" y="111614"/>
                        <a:pt x="19719" y="114194"/>
                        <a:pt x="18107" y="115806"/>
                      </a:cubicBezTo>
                      <a:cubicBezTo>
                        <a:pt x="17140" y="117096"/>
                        <a:pt x="15850" y="117418"/>
                        <a:pt x="14882" y="117418"/>
                      </a:cubicBezTo>
                      <a:close/>
                      <a:moveTo>
                        <a:pt x="18752" y="70661"/>
                      </a:moveTo>
                      <a:cubicBezTo>
                        <a:pt x="17462" y="70661"/>
                        <a:pt x="15850" y="70016"/>
                        <a:pt x="15205" y="68726"/>
                      </a:cubicBezTo>
                      <a:cubicBezTo>
                        <a:pt x="14238" y="66791"/>
                        <a:pt x="14882" y="64212"/>
                        <a:pt x="16817" y="63244"/>
                      </a:cubicBezTo>
                      <a:cubicBezTo>
                        <a:pt x="20364" y="61309"/>
                        <a:pt x="21977" y="59375"/>
                        <a:pt x="22299" y="56150"/>
                      </a:cubicBezTo>
                      <a:cubicBezTo>
                        <a:pt x="22944" y="51313"/>
                        <a:pt x="25201" y="47121"/>
                        <a:pt x="29393" y="43574"/>
                      </a:cubicBezTo>
                      <a:cubicBezTo>
                        <a:pt x="31006" y="42284"/>
                        <a:pt x="33585" y="42606"/>
                        <a:pt x="35198" y="44219"/>
                      </a:cubicBezTo>
                      <a:cubicBezTo>
                        <a:pt x="36488" y="45831"/>
                        <a:pt x="36165" y="48411"/>
                        <a:pt x="34553" y="50023"/>
                      </a:cubicBezTo>
                      <a:cubicBezTo>
                        <a:pt x="31973" y="51958"/>
                        <a:pt x="30683" y="54215"/>
                        <a:pt x="30361" y="57117"/>
                      </a:cubicBezTo>
                      <a:cubicBezTo>
                        <a:pt x="29716" y="62922"/>
                        <a:pt x="26814" y="67114"/>
                        <a:pt x="20687" y="70338"/>
                      </a:cubicBezTo>
                      <a:cubicBezTo>
                        <a:pt x="20042" y="70661"/>
                        <a:pt x="19397" y="70661"/>
                        <a:pt x="18752" y="70661"/>
                      </a:cubicBezTo>
                      <a:close/>
                      <a:moveTo>
                        <a:pt x="59705" y="31965"/>
                      </a:moveTo>
                      <a:cubicBezTo>
                        <a:pt x="59060" y="31965"/>
                        <a:pt x="58415" y="31965"/>
                        <a:pt x="57770" y="31320"/>
                      </a:cubicBezTo>
                      <a:cubicBezTo>
                        <a:pt x="55836" y="30353"/>
                        <a:pt x="55190" y="27773"/>
                        <a:pt x="56158" y="25838"/>
                      </a:cubicBezTo>
                      <a:cubicBezTo>
                        <a:pt x="59383" y="20034"/>
                        <a:pt x="61962" y="11327"/>
                        <a:pt x="63252" y="3588"/>
                      </a:cubicBezTo>
                      <a:cubicBezTo>
                        <a:pt x="63575" y="1331"/>
                        <a:pt x="65832" y="-281"/>
                        <a:pt x="67767" y="41"/>
                      </a:cubicBezTo>
                      <a:cubicBezTo>
                        <a:pt x="70024" y="364"/>
                        <a:pt x="71636" y="2298"/>
                        <a:pt x="71314" y="4556"/>
                      </a:cubicBezTo>
                      <a:cubicBezTo>
                        <a:pt x="70024" y="13262"/>
                        <a:pt x="67122" y="22614"/>
                        <a:pt x="63252" y="29385"/>
                      </a:cubicBezTo>
                      <a:cubicBezTo>
                        <a:pt x="62607" y="31320"/>
                        <a:pt x="61317" y="31965"/>
                        <a:pt x="59705" y="3196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A3A83126-5111-CECB-7F17-8A6F1C4C68EB}"/>
                    </a:ext>
                  </a:extLst>
                </p:cNvPr>
                <p:cNvSpPr/>
                <p:nvPr/>
              </p:nvSpPr>
              <p:spPr>
                <a:xfrm>
                  <a:off x="7289043" y="2962974"/>
                  <a:ext cx="32246" cy="32246"/>
                </a:xfrm>
                <a:custGeom>
                  <a:avLst/>
                  <a:gdLst>
                    <a:gd name="connsiteX0" fmla="*/ 12576 w 0"/>
                    <a:gd name="connsiteY0" fmla="*/ 28576 h 0"/>
                    <a:gd name="connsiteX1" fmla="*/ 10319 w 0"/>
                    <a:gd name="connsiteY1" fmla="*/ 27931 h 0"/>
                    <a:gd name="connsiteX2" fmla="*/ 1290 w 0"/>
                    <a:gd name="connsiteY2" fmla="*/ 15677 h 0"/>
                    <a:gd name="connsiteX3" fmla="*/ 0 w 0"/>
                    <a:gd name="connsiteY3" fmla="*/ 12775 h 0"/>
                    <a:gd name="connsiteX4" fmla="*/ 2580 w 0"/>
                    <a:gd name="connsiteY4" fmla="*/ 10840 h 0"/>
                    <a:gd name="connsiteX5" fmla="*/ 9996 w 0"/>
                    <a:gd name="connsiteY5" fmla="*/ 2456 h 0"/>
                    <a:gd name="connsiteX6" fmla="*/ 15156 w 0"/>
                    <a:gd name="connsiteY6" fmla="*/ 199 h 0"/>
                    <a:gd name="connsiteX7" fmla="*/ 17413 w 0"/>
                    <a:gd name="connsiteY7" fmla="*/ 5358 h 0"/>
                    <a:gd name="connsiteX8" fmla="*/ 10319 w 0"/>
                    <a:gd name="connsiteY8" fmla="*/ 15032 h 0"/>
                    <a:gd name="connsiteX9" fmla="*/ 15478 w 0"/>
                    <a:gd name="connsiteY9" fmla="*/ 21482 h 0"/>
                    <a:gd name="connsiteX10" fmla="*/ 16446 w 0"/>
                    <a:gd name="connsiteY10" fmla="*/ 26964 h 0"/>
                    <a:gd name="connsiteX11" fmla="*/ 12576 w 0"/>
                    <a:gd name="connsiteY11" fmla="*/ 28576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12576" y="28576"/>
                      </a:moveTo>
                      <a:cubicBezTo>
                        <a:pt x="11609" y="28576"/>
                        <a:pt x="10964" y="28253"/>
                        <a:pt x="10319" y="27931"/>
                      </a:cubicBezTo>
                      <a:cubicBezTo>
                        <a:pt x="6772" y="25351"/>
                        <a:pt x="3225" y="19869"/>
                        <a:pt x="1290" y="15677"/>
                      </a:cubicBezTo>
                      <a:lnTo>
                        <a:pt x="0" y="12775"/>
                      </a:lnTo>
                      <a:lnTo>
                        <a:pt x="2580" y="10840"/>
                      </a:lnTo>
                      <a:cubicBezTo>
                        <a:pt x="6127" y="8261"/>
                        <a:pt x="8706" y="5358"/>
                        <a:pt x="9996" y="2456"/>
                      </a:cubicBezTo>
                      <a:cubicBezTo>
                        <a:pt x="10964" y="521"/>
                        <a:pt x="13221" y="-446"/>
                        <a:pt x="15156" y="199"/>
                      </a:cubicBezTo>
                      <a:cubicBezTo>
                        <a:pt x="17091" y="1166"/>
                        <a:pt x="18058" y="3424"/>
                        <a:pt x="17413" y="5358"/>
                      </a:cubicBezTo>
                      <a:cubicBezTo>
                        <a:pt x="15801" y="8906"/>
                        <a:pt x="13543" y="12130"/>
                        <a:pt x="10319" y="15032"/>
                      </a:cubicBezTo>
                      <a:cubicBezTo>
                        <a:pt x="11931" y="17935"/>
                        <a:pt x="13866" y="20514"/>
                        <a:pt x="15478" y="21482"/>
                      </a:cubicBezTo>
                      <a:cubicBezTo>
                        <a:pt x="17413" y="22772"/>
                        <a:pt x="17736" y="25351"/>
                        <a:pt x="16446" y="26964"/>
                      </a:cubicBezTo>
                      <a:cubicBezTo>
                        <a:pt x="14833" y="27931"/>
                        <a:pt x="13543" y="28576"/>
                        <a:pt x="12576" y="2857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79C0D917-E44E-1F29-AAA8-0645AD28E306}"/>
                    </a:ext>
                  </a:extLst>
                </p:cNvPr>
                <p:cNvSpPr/>
                <p:nvPr/>
              </p:nvSpPr>
              <p:spPr>
                <a:xfrm>
                  <a:off x="6965262" y="3017992"/>
                  <a:ext cx="322465" cy="483697"/>
                </a:xfrm>
                <a:custGeom>
                  <a:avLst/>
                  <a:gdLst>
                    <a:gd name="connsiteX0" fmla="*/ 186733 w 322464"/>
                    <a:gd name="connsiteY0" fmla="*/ 503368 h 483697"/>
                    <a:gd name="connsiteX1" fmla="*/ 183831 w 322464"/>
                    <a:gd name="connsiteY1" fmla="*/ 502400 h 483697"/>
                    <a:gd name="connsiteX2" fmla="*/ 182863 w 322464"/>
                    <a:gd name="connsiteY2" fmla="*/ 501755 h 483697"/>
                    <a:gd name="connsiteX3" fmla="*/ 170932 w 322464"/>
                    <a:gd name="connsiteY3" fmla="*/ 484342 h 483697"/>
                    <a:gd name="connsiteX4" fmla="*/ 170287 w 322464"/>
                    <a:gd name="connsiteY4" fmla="*/ 482407 h 483697"/>
                    <a:gd name="connsiteX5" fmla="*/ 169643 w 322464"/>
                    <a:gd name="connsiteY5" fmla="*/ 478860 h 483697"/>
                    <a:gd name="connsiteX6" fmla="*/ 173190 w 322464"/>
                    <a:gd name="connsiteY6" fmla="*/ 474346 h 483697"/>
                    <a:gd name="connsiteX7" fmla="*/ 177704 w 322464"/>
                    <a:gd name="connsiteY7" fmla="*/ 477893 h 483697"/>
                    <a:gd name="connsiteX8" fmla="*/ 178027 w 322464"/>
                    <a:gd name="connsiteY8" fmla="*/ 480473 h 483697"/>
                    <a:gd name="connsiteX9" fmla="*/ 178672 w 322464"/>
                    <a:gd name="connsiteY9" fmla="*/ 482730 h 483697"/>
                    <a:gd name="connsiteX10" fmla="*/ 185766 w 322464"/>
                    <a:gd name="connsiteY10" fmla="*/ 494661 h 483697"/>
                    <a:gd name="connsiteX11" fmla="*/ 189313 w 322464"/>
                    <a:gd name="connsiteY11" fmla="*/ 496918 h 483697"/>
                    <a:gd name="connsiteX12" fmla="*/ 189313 w 322464"/>
                    <a:gd name="connsiteY12" fmla="*/ 502723 h 483697"/>
                    <a:gd name="connsiteX13" fmla="*/ 186733 w 322464"/>
                    <a:gd name="connsiteY13" fmla="*/ 503368 h 483697"/>
                    <a:gd name="connsiteX14" fmla="*/ 149005 w 322464"/>
                    <a:gd name="connsiteY14" fmla="*/ 459190 h 483697"/>
                    <a:gd name="connsiteX15" fmla="*/ 146103 w 322464"/>
                    <a:gd name="connsiteY15" fmla="*/ 457900 h 483697"/>
                    <a:gd name="connsiteX16" fmla="*/ 145458 w 322464"/>
                    <a:gd name="connsiteY16" fmla="*/ 457255 h 483697"/>
                    <a:gd name="connsiteX17" fmla="*/ 135139 w 322464"/>
                    <a:gd name="connsiteY17" fmla="*/ 448226 h 483697"/>
                    <a:gd name="connsiteX18" fmla="*/ 133204 w 322464"/>
                    <a:gd name="connsiteY18" fmla="*/ 447581 h 483697"/>
                    <a:gd name="connsiteX19" fmla="*/ 126110 w 322464"/>
                    <a:gd name="connsiteY19" fmla="*/ 444679 h 483697"/>
                    <a:gd name="connsiteX20" fmla="*/ 123853 w 322464"/>
                    <a:gd name="connsiteY20" fmla="*/ 439520 h 483697"/>
                    <a:gd name="connsiteX21" fmla="*/ 129012 w 322464"/>
                    <a:gd name="connsiteY21" fmla="*/ 437262 h 483697"/>
                    <a:gd name="connsiteX22" fmla="*/ 135784 w 322464"/>
                    <a:gd name="connsiteY22" fmla="*/ 440165 h 483697"/>
                    <a:gd name="connsiteX23" fmla="*/ 137719 w 322464"/>
                    <a:gd name="connsiteY23" fmla="*/ 440809 h 483697"/>
                    <a:gd name="connsiteX24" fmla="*/ 151262 w 322464"/>
                    <a:gd name="connsiteY24" fmla="*/ 451773 h 483697"/>
                    <a:gd name="connsiteX25" fmla="*/ 151907 w 322464"/>
                    <a:gd name="connsiteY25" fmla="*/ 452418 h 483697"/>
                    <a:gd name="connsiteX26" fmla="*/ 151585 w 322464"/>
                    <a:gd name="connsiteY26" fmla="*/ 458223 h 483697"/>
                    <a:gd name="connsiteX27" fmla="*/ 149005 w 322464"/>
                    <a:gd name="connsiteY27" fmla="*/ 459190 h 483697"/>
                    <a:gd name="connsiteX28" fmla="*/ 113211 w 322464"/>
                    <a:gd name="connsiteY28" fmla="*/ 416302 h 483697"/>
                    <a:gd name="connsiteX29" fmla="*/ 112566 w 322464"/>
                    <a:gd name="connsiteY29" fmla="*/ 416302 h 483697"/>
                    <a:gd name="connsiteX30" fmla="*/ 109342 w 322464"/>
                    <a:gd name="connsiteY30" fmla="*/ 411465 h 483697"/>
                    <a:gd name="connsiteX31" fmla="*/ 112889 w 322464"/>
                    <a:gd name="connsiteY31" fmla="*/ 402114 h 483697"/>
                    <a:gd name="connsiteX32" fmla="*/ 116436 w 322464"/>
                    <a:gd name="connsiteY32" fmla="*/ 398567 h 483697"/>
                    <a:gd name="connsiteX33" fmla="*/ 113534 w 322464"/>
                    <a:gd name="connsiteY33" fmla="*/ 394374 h 483697"/>
                    <a:gd name="connsiteX34" fmla="*/ 112566 w 322464"/>
                    <a:gd name="connsiteY34" fmla="*/ 388893 h 483697"/>
                    <a:gd name="connsiteX35" fmla="*/ 118048 w 322464"/>
                    <a:gd name="connsiteY35" fmla="*/ 387925 h 483697"/>
                    <a:gd name="connsiteX36" fmla="*/ 124175 w 322464"/>
                    <a:gd name="connsiteY36" fmla="*/ 396632 h 483697"/>
                    <a:gd name="connsiteX37" fmla="*/ 125465 w 322464"/>
                    <a:gd name="connsiteY37" fmla="*/ 400501 h 483697"/>
                    <a:gd name="connsiteX38" fmla="*/ 121595 w 322464"/>
                    <a:gd name="connsiteY38" fmla="*/ 405016 h 483697"/>
                    <a:gd name="connsiteX39" fmla="*/ 119016 w 322464"/>
                    <a:gd name="connsiteY39" fmla="*/ 406951 h 483697"/>
                    <a:gd name="connsiteX40" fmla="*/ 117081 w 322464"/>
                    <a:gd name="connsiteY40" fmla="*/ 412755 h 483697"/>
                    <a:gd name="connsiteX41" fmla="*/ 113211 w 322464"/>
                    <a:gd name="connsiteY41" fmla="*/ 416302 h 483697"/>
                    <a:gd name="connsiteX42" fmla="*/ 73548 w 322464"/>
                    <a:gd name="connsiteY42" fmla="*/ 395987 h 483697"/>
                    <a:gd name="connsiteX43" fmla="*/ 61294 w 322464"/>
                    <a:gd name="connsiteY43" fmla="*/ 392440 h 483697"/>
                    <a:gd name="connsiteX44" fmla="*/ 54200 w 322464"/>
                    <a:gd name="connsiteY44" fmla="*/ 385668 h 483697"/>
                    <a:gd name="connsiteX45" fmla="*/ 54523 w 322464"/>
                    <a:gd name="connsiteY45" fmla="*/ 379864 h 483697"/>
                    <a:gd name="connsiteX46" fmla="*/ 60327 w 322464"/>
                    <a:gd name="connsiteY46" fmla="*/ 380186 h 483697"/>
                    <a:gd name="connsiteX47" fmla="*/ 66454 w 322464"/>
                    <a:gd name="connsiteY47" fmla="*/ 385990 h 483697"/>
                    <a:gd name="connsiteX48" fmla="*/ 79997 w 322464"/>
                    <a:gd name="connsiteY48" fmla="*/ 387603 h 483697"/>
                    <a:gd name="connsiteX49" fmla="*/ 84512 w 322464"/>
                    <a:gd name="connsiteY49" fmla="*/ 391150 h 483697"/>
                    <a:gd name="connsiteX50" fmla="*/ 80965 w 322464"/>
                    <a:gd name="connsiteY50" fmla="*/ 395664 h 483697"/>
                    <a:gd name="connsiteX51" fmla="*/ 73548 w 322464"/>
                    <a:gd name="connsiteY51" fmla="*/ 395987 h 483697"/>
                    <a:gd name="connsiteX52" fmla="*/ 26146 w 322464"/>
                    <a:gd name="connsiteY52" fmla="*/ 369222 h 483697"/>
                    <a:gd name="connsiteX53" fmla="*/ 24856 w 322464"/>
                    <a:gd name="connsiteY53" fmla="*/ 368900 h 483697"/>
                    <a:gd name="connsiteX54" fmla="*/ 13247 w 322464"/>
                    <a:gd name="connsiteY54" fmla="*/ 365675 h 483697"/>
                    <a:gd name="connsiteX55" fmla="*/ 671 w 322464"/>
                    <a:gd name="connsiteY55" fmla="*/ 355679 h 483697"/>
                    <a:gd name="connsiteX56" fmla="*/ 1961 w 322464"/>
                    <a:gd name="connsiteY56" fmla="*/ 350197 h 483697"/>
                    <a:gd name="connsiteX57" fmla="*/ 7443 w 322464"/>
                    <a:gd name="connsiteY57" fmla="*/ 351487 h 483697"/>
                    <a:gd name="connsiteX58" fmla="*/ 13892 w 322464"/>
                    <a:gd name="connsiteY58" fmla="*/ 357613 h 483697"/>
                    <a:gd name="connsiteX59" fmla="*/ 27758 w 322464"/>
                    <a:gd name="connsiteY59" fmla="*/ 361483 h 483697"/>
                    <a:gd name="connsiteX60" fmla="*/ 30015 w 322464"/>
                    <a:gd name="connsiteY60" fmla="*/ 366642 h 483697"/>
                    <a:gd name="connsiteX61" fmla="*/ 26146 w 322464"/>
                    <a:gd name="connsiteY61" fmla="*/ 369222 h 483697"/>
                    <a:gd name="connsiteX62" fmla="*/ 7120 w 322464"/>
                    <a:gd name="connsiteY62" fmla="*/ 324077 h 483697"/>
                    <a:gd name="connsiteX63" fmla="*/ 6153 w 322464"/>
                    <a:gd name="connsiteY63" fmla="*/ 324077 h 483697"/>
                    <a:gd name="connsiteX64" fmla="*/ 3251 w 322464"/>
                    <a:gd name="connsiteY64" fmla="*/ 319240 h 483697"/>
                    <a:gd name="connsiteX65" fmla="*/ 3573 w 322464"/>
                    <a:gd name="connsiteY65" fmla="*/ 316660 h 483697"/>
                    <a:gd name="connsiteX66" fmla="*/ 3251 w 322464"/>
                    <a:gd name="connsiteY66" fmla="*/ 313436 h 483697"/>
                    <a:gd name="connsiteX67" fmla="*/ 3251 w 322464"/>
                    <a:gd name="connsiteY67" fmla="*/ 312146 h 483697"/>
                    <a:gd name="connsiteX68" fmla="*/ 12925 w 322464"/>
                    <a:gd name="connsiteY68" fmla="*/ 293443 h 483697"/>
                    <a:gd name="connsiteX69" fmla="*/ 18407 w 322464"/>
                    <a:gd name="connsiteY69" fmla="*/ 294410 h 483697"/>
                    <a:gd name="connsiteX70" fmla="*/ 17439 w 322464"/>
                    <a:gd name="connsiteY70" fmla="*/ 299892 h 483697"/>
                    <a:gd name="connsiteX71" fmla="*/ 11312 w 322464"/>
                    <a:gd name="connsiteY71" fmla="*/ 312146 h 483697"/>
                    <a:gd name="connsiteX72" fmla="*/ 11635 w 322464"/>
                    <a:gd name="connsiteY72" fmla="*/ 316660 h 483697"/>
                    <a:gd name="connsiteX73" fmla="*/ 10990 w 322464"/>
                    <a:gd name="connsiteY73" fmla="*/ 321498 h 483697"/>
                    <a:gd name="connsiteX74" fmla="*/ 7120 w 322464"/>
                    <a:gd name="connsiteY74" fmla="*/ 324077 h 483697"/>
                    <a:gd name="connsiteX75" fmla="*/ 85157 w 322464"/>
                    <a:gd name="connsiteY75" fmla="*/ 302149 h 483697"/>
                    <a:gd name="connsiteX76" fmla="*/ 81610 w 322464"/>
                    <a:gd name="connsiteY76" fmla="*/ 300215 h 483697"/>
                    <a:gd name="connsiteX77" fmla="*/ 82899 w 322464"/>
                    <a:gd name="connsiteY77" fmla="*/ 294733 h 483697"/>
                    <a:gd name="connsiteX78" fmla="*/ 92574 w 322464"/>
                    <a:gd name="connsiteY78" fmla="*/ 281834 h 483697"/>
                    <a:gd name="connsiteX79" fmla="*/ 95798 w 322464"/>
                    <a:gd name="connsiteY79" fmla="*/ 274417 h 483697"/>
                    <a:gd name="connsiteX80" fmla="*/ 101280 w 322464"/>
                    <a:gd name="connsiteY80" fmla="*/ 273128 h 483697"/>
                    <a:gd name="connsiteX81" fmla="*/ 102570 w 322464"/>
                    <a:gd name="connsiteY81" fmla="*/ 278610 h 483697"/>
                    <a:gd name="connsiteX82" fmla="*/ 100635 w 322464"/>
                    <a:gd name="connsiteY82" fmla="*/ 282802 h 483697"/>
                    <a:gd name="connsiteX83" fmla="*/ 87414 w 322464"/>
                    <a:gd name="connsiteY83" fmla="*/ 301182 h 483697"/>
                    <a:gd name="connsiteX84" fmla="*/ 85157 w 322464"/>
                    <a:gd name="connsiteY84" fmla="*/ 302149 h 483697"/>
                    <a:gd name="connsiteX85" fmla="*/ 59037 w 322464"/>
                    <a:gd name="connsiteY85" fmla="*/ 288283 h 483697"/>
                    <a:gd name="connsiteX86" fmla="*/ 54845 w 322464"/>
                    <a:gd name="connsiteY86" fmla="*/ 284414 h 483697"/>
                    <a:gd name="connsiteX87" fmla="*/ 54845 w 322464"/>
                    <a:gd name="connsiteY87" fmla="*/ 283447 h 483697"/>
                    <a:gd name="connsiteX88" fmla="*/ 47106 w 322464"/>
                    <a:gd name="connsiteY88" fmla="*/ 280222 h 483697"/>
                    <a:gd name="connsiteX89" fmla="*/ 39689 w 322464"/>
                    <a:gd name="connsiteY89" fmla="*/ 280544 h 483697"/>
                    <a:gd name="connsiteX90" fmla="*/ 38399 w 322464"/>
                    <a:gd name="connsiteY90" fmla="*/ 280544 h 483697"/>
                    <a:gd name="connsiteX91" fmla="*/ 33885 w 322464"/>
                    <a:gd name="connsiteY91" fmla="*/ 276997 h 483697"/>
                    <a:gd name="connsiteX92" fmla="*/ 37110 w 322464"/>
                    <a:gd name="connsiteY92" fmla="*/ 272483 h 483697"/>
                    <a:gd name="connsiteX93" fmla="*/ 38722 w 322464"/>
                    <a:gd name="connsiteY93" fmla="*/ 272483 h 483697"/>
                    <a:gd name="connsiteX94" fmla="*/ 46784 w 322464"/>
                    <a:gd name="connsiteY94" fmla="*/ 272160 h 483697"/>
                    <a:gd name="connsiteX95" fmla="*/ 62584 w 322464"/>
                    <a:gd name="connsiteY95" fmla="*/ 283447 h 483697"/>
                    <a:gd name="connsiteX96" fmla="*/ 62584 w 322464"/>
                    <a:gd name="connsiteY96" fmla="*/ 284414 h 483697"/>
                    <a:gd name="connsiteX97" fmla="*/ 59037 w 322464"/>
                    <a:gd name="connsiteY97" fmla="*/ 288283 h 483697"/>
                    <a:gd name="connsiteX98" fmla="*/ 59037 w 322464"/>
                    <a:gd name="connsiteY98" fmla="*/ 288283 h 483697"/>
                    <a:gd name="connsiteX99" fmla="*/ 128045 w 322464"/>
                    <a:gd name="connsiteY99" fmla="*/ 258617 h 483697"/>
                    <a:gd name="connsiteX100" fmla="*/ 124497 w 322464"/>
                    <a:gd name="connsiteY100" fmla="*/ 256682 h 483697"/>
                    <a:gd name="connsiteX101" fmla="*/ 126110 w 322464"/>
                    <a:gd name="connsiteY101" fmla="*/ 251200 h 483697"/>
                    <a:gd name="connsiteX102" fmla="*/ 142555 w 322464"/>
                    <a:gd name="connsiteY102" fmla="*/ 246363 h 483697"/>
                    <a:gd name="connsiteX103" fmla="*/ 152229 w 322464"/>
                    <a:gd name="connsiteY103" fmla="*/ 244751 h 483697"/>
                    <a:gd name="connsiteX104" fmla="*/ 157066 w 322464"/>
                    <a:gd name="connsiteY104" fmla="*/ 247653 h 483697"/>
                    <a:gd name="connsiteX105" fmla="*/ 154164 w 322464"/>
                    <a:gd name="connsiteY105" fmla="*/ 252490 h 483697"/>
                    <a:gd name="connsiteX106" fmla="*/ 143523 w 322464"/>
                    <a:gd name="connsiteY106" fmla="*/ 254425 h 483697"/>
                    <a:gd name="connsiteX107" fmla="*/ 129979 w 322464"/>
                    <a:gd name="connsiteY107" fmla="*/ 258294 h 483697"/>
                    <a:gd name="connsiteX108" fmla="*/ 128045 w 322464"/>
                    <a:gd name="connsiteY108" fmla="*/ 258617 h 483697"/>
                    <a:gd name="connsiteX109" fmla="*/ 174157 w 322464"/>
                    <a:gd name="connsiteY109" fmla="*/ 226370 h 483697"/>
                    <a:gd name="connsiteX110" fmla="*/ 172867 w 322464"/>
                    <a:gd name="connsiteY110" fmla="*/ 226048 h 483697"/>
                    <a:gd name="connsiteX111" fmla="*/ 170287 w 322464"/>
                    <a:gd name="connsiteY111" fmla="*/ 220888 h 483697"/>
                    <a:gd name="connsiteX112" fmla="*/ 170610 w 322464"/>
                    <a:gd name="connsiteY112" fmla="*/ 219598 h 483697"/>
                    <a:gd name="connsiteX113" fmla="*/ 189958 w 322464"/>
                    <a:gd name="connsiteY113" fmla="*/ 205088 h 483697"/>
                    <a:gd name="connsiteX114" fmla="*/ 195117 w 322464"/>
                    <a:gd name="connsiteY114" fmla="*/ 206700 h 483697"/>
                    <a:gd name="connsiteX115" fmla="*/ 197052 w 322464"/>
                    <a:gd name="connsiteY115" fmla="*/ 211859 h 483697"/>
                    <a:gd name="connsiteX116" fmla="*/ 191893 w 322464"/>
                    <a:gd name="connsiteY116" fmla="*/ 213794 h 483697"/>
                    <a:gd name="connsiteX117" fmla="*/ 188346 w 322464"/>
                    <a:gd name="connsiteY117" fmla="*/ 212504 h 483697"/>
                    <a:gd name="connsiteX118" fmla="*/ 178027 w 322464"/>
                    <a:gd name="connsiteY118" fmla="*/ 222178 h 483697"/>
                    <a:gd name="connsiteX119" fmla="*/ 177704 w 322464"/>
                    <a:gd name="connsiteY119" fmla="*/ 222823 h 483697"/>
                    <a:gd name="connsiteX120" fmla="*/ 174157 w 322464"/>
                    <a:gd name="connsiteY120" fmla="*/ 226370 h 483697"/>
                    <a:gd name="connsiteX121" fmla="*/ 225751 w 322464"/>
                    <a:gd name="connsiteY121" fmla="*/ 219276 h 483697"/>
                    <a:gd name="connsiteX122" fmla="*/ 222527 w 322464"/>
                    <a:gd name="connsiteY122" fmla="*/ 217664 h 483697"/>
                    <a:gd name="connsiteX123" fmla="*/ 223494 w 322464"/>
                    <a:gd name="connsiteY123" fmla="*/ 212182 h 483697"/>
                    <a:gd name="connsiteX124" fmla="*/ 224139 w 322464"/>
                    <a:gd name="connsiteY124" fmla="*/ 211859 h 483697"/>
                    <a:gd name="connsiteX125" fmla="*/ 242197 w 322464"/>
                    <a:gd name="connsiteY125" fmla="*/ 203153 h 483697"/>
                    <a:gd name="connsiteX126" fmla="*/ 245422 w 322464"/>
                    <a:gd name="connsiteY126" fmla="*/ 203153 h 483697"/>
                    <a:gd name="connsiteX127" fmla="*/ 250259 w 322464"/>
                    <a:gd name="connsiteY127" fmla="*/ 201541 h 483697"/>
                    <a:gd name="connsiteX128" fmla="*/ 252516 w 322464"/>
                    <a:gd name="connsiteY128" fmla="*/ 206700 h 483697"/>
                    <a:gd name="connsiteX129" fmla="*/ 247034 w 322464"/>
                    <a:gd name="connsiteY129" fmla="*/ 211214 h 483697"/>
                    <a:gd name="connsiteX130" fmla="*/ 245422 w 322464"/>
                    <a:gd name="connsiteY130" fmla="*/ 211214 h 483697"/>
                    <a:gd name="connsiteX131" fmla="*/ 242197 w 322464"/>
                    <a:gd name="connsiteY131" fmla="*/ 210892 h 483697"/>
                    <a:gd name="connsiteX132" fmla="*/ 228976 w 322464"/>
                    <a:gd name="connsiteY132" fmla="*/ 218309 h 483697"/>
                    <a:gd name="connsiteX133" fmla="*/ 228331 w 322464"/>
                    <a:gd name="connsiteY133" fmla="*/ 218631 h 483697"/>
                    <a:gd name="connsiteX134" fmla="*/ 225751 w 322464"/>
                    <a:gd name="connsiteY134" fmla="*/ 219276 h 483697"/>
                    <a:gd name="connsiteX135" fmla="*/ 274121 w 322464"/>
                    <a:gd name="connsiteY135" fmla="*/ 186707 h 483697"/>
                    <a:gd name="connsiteX136" fmla="*/ 272831 w 322464"/>
                    <a:gd name="connsiteY136" fmla="*/ 186707 h 483697"/>
                    <a:gd name="connsiteX137" fmla="*/ 271541 w 322464"/>
                    <a:gd name="connsiteY137" fmla="*/ 186385 h 483697"/>
                    <a:gd name="connsiteX138" fmla="*/ 268317 w 322464"/>
                    <a:gd name="connsiteY138" fmla="*/ 181548 h 483697"/>
                    <a:gd name="connsiteX139" fmla="*/ 273154 w 322464"/>
                    <a:gd name="connsiteY139" fmla="*/ 178323 h 483697"/>
                    <a:gd name="connsiteX140" fmla="*/ 273154 w 322464"/>
                    <a:gd name="connsiteY140" fmla="*/ 178323 h 483697"/>
                    <a:gd name="connsiteX141" fmla="*/ 287020 w 322464"/>
                    <a:gd name="connsiteY141" fmla="*/ 161232 h 483697"/>
                    <a:gd name="connsiteX142" fmla="*/ 292502 w 322464"/>
                    <a:gd name="connsiteY142" fmla="*/ 162522 h 483697"/>
                    <a:gd name="connsiteX143" fmla="*/ 291212 w 322464"/>
                    <a:gd name="connsiteY143" fmla="*/ 168004 h 483697"/>
                    <a:gd name="connsiteX144" fmla="*/ 280570 w 322464"/>
                    <a:gd name="connsiteY144" fmla="*/ 180580 h 483697"/>
                    <a:gd name="connsiteX145" fmla="*/ 274121 w 322464"/>
                    <a:gd name="connsiteY145" fmla="*/ 186707 h 483697"/>
                    <a:gd name="connsiteX146" fmla="*/ 309592 w 322464"/>
                    <a:gd name="connsiteY146" fmla="*/ 139305 h 483697"/>
                    <a:gd name="connsiteX147" fmla="*/ 307335 w 322464"/>
                    <a:gd name="connsiteY147" fmla="*/ 138660 h 483697"/>
                    <a:gd name="connsiteX148" fmla="*/ 306368 w 322464"/>
                    <a:gd name="connsiteY148" fmla="*/ 133178 h 483697"/>
                    <a:gd name="connsiteX149" fmla="*/ 314752 w 322464"/>
                    <a:gd name="connsiteY149" fmla="*/ 126084 h 483697"/>
                    <a:gd name="connsiteX150" fmla="*/ 325071 w 322464"/>
                    <a:gd name="connsiteY150" fmla="*/ 116410 h 483697"/>
                    <a:gd name="connsiteX151" fmla="*/ 330552 w 322464"/>
                    <a:gd name="connsiteY151" fmla="*/ 114797 h 483697"/>
                    <a:gd name="connsiteX152" fmla="*/ 332165 w 322464"/>
                    <a:gd name="connsiteY152" fmla="*/ 120279 h 483697"/>
                    <a:gd name="connsiteX153" fmla="*/ 317654 w 322464"/>
                    <a:gd name="connsiteY153" fmla="*/ 133500 h 483697"/>
                    <a:gd name="connsiteX154" fmla="*/ 313139 w 322464"/>
                    <a:gd name="connsiteY154" fmla="*/ 137692 h 483697"/>
                    <a:gd name="connsiteX155" fmla="*/ 309592 w 322464"/>
                    <a:gd name="connsiteY155" fmla="*/ 139305 h 483697"/>
                    <a:gd name="connsiteX156" fmla="*/ 337324 w 322464"/>
                    <a:gd name="connsiteY156" fmla="*/ 88033 h 483697"/>
                    <a:gd name="connsiteX157" fmla="*/ 333455 w 322464"/>
                    <a:gd name="connsiteY157" fmla="*/ 84808 h 483697"/>
                    <a:gd name="connsiteX158" fmla="*/ 332810 w 322464"/>
                    <a:gd name="connsiteY158" fmla="*/ 80616 h 483697"/>
                    <a:gd name="connsiteX159" fmla="*/ 336034 w 322464"/>
                    <a:gd name="connsiteY159" fmla="*/ 72555 h 483697"/>
                    <a:gd name="connsiteX160" fmla="*/ 339581 w 322464"/>
                    <a:gd name="connsiteY160" fmla="*/ 68685 h 483697"/>
                    <a:gd name="connsiteX161" fmla="*/ 344096 w 322464"/>
                    <a:gd name="connsiteY161" fmla="*/ 61268 h 483697"/>
                    <a:gd name="connsiteX162" fmla="*/ 348610 w 322464"/>
                    <a:gd name="connsiteY162" fmla="*/ 57721 h 483697"/>
                    <a:gd name="connsiteX163" fmla="*/ 352157 w 322464"/>
                    <a:gd name="connsiteY163" fmla="*/ 62236 h 483697"/>
                    <a:gd name="connsiteX164" fmla="*/ 345386 w 322464"/>
                    <a:gd name="connsiteY164" fmla="*/ 74167 h 483697"/>
                    <a:gd name="connsiteX165" fmla="*/ 341839 w 322464"/>
                    <a:gd name="connsiteY165" fmla="*/ 77714 h 483697"/>
                    <a:gd name="connsiteX166" fmla="*/ 340871 w 322464"/>
                    <a:gd name="connsiteY166" fmla="*/ 80294 h 483697"/>
                    <a:gd name="connsiteX167" fmla="*/ 341194 w 322464"/>
                    <a:gd name="connsiteY167" fmla="*/ 82873 h 483697"/>
                    <a:gd name="connsiteX168" fmla="*/ 338291 w 322464"/>
                    <a:gd name="connsiteY168" fmla="*/ 87710 h 483697"/>
                    <a:gd name="connsiteX169" fmla="*/ 337324 w 322464"/>
                    <a:gd name="connsiteY169" fmla="*/ 88033 h 483697"/>
                    <a:gd name="connsiteX170" fmla="*/ 336679 w 322464"/>
                    <a:gd name="connsiteY170" fmla="*/ 32246 h 483697"/>
                    <a:gd name="connsiteX171" fmla="*/ 336034 w 322464"/>
                    <a:gd name="connsiteY171" fmla="*/ 32246 h 483697"/>
                    <a:gd name="connsiteX172" fmla="*/ 332810 w 322464"/>
                    <a:gd name="connsiteY172" fmla="*/ 27732 h 483697"/>
                    <a:gd name="connsiteX173" fmla="*/ 336357 w 322464"/>
                    <a:gd name="connsiteY173" fmla="*/ 21928 h 483697"/>
                    <a:gd name="connsiteX174" fmla="*/ 339581 w 322464"/>
                    <a:gd name="connsiteY174" fmla="*/ 3869 h 483697"/>
                    <a:gd name="connsiteX175" fmla="*/ 343774 w 322464"/>
                    <a:gd name="connsiteY175" fmla="*/ 0 h 483697"/>
                    <a:gd name="connsiteX176" fmla="*/ 347643 w 322464"/>
                    <a:gd name="connsiteY176" fmla="*/ 4192 h 483697"/>
                    <a:gd name="connsiteX177" fmla="*/ 341516 w 322464"/>
                    <a:gd name="connsiteY177" fmla="*/ 28377 h 483697"/>
                    <a:gd name="connsiteX178" fmla="*/ 340871 w 322464"/>
                    <a:gd name="connsiteY178" fmla="*/ 29344 h 483697"/>
                    <a:gd name="connsiteX179" fmla="*/ 336679 w 322464"/>
                    <a:gd name="connsiteY179" fmla="*/ 32246 h 4836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</a:cxnLst>
                  <a:rect l="l" t="t" r="r" b="b"/>
                  <a:pathLst>
                    <a:path w="322464" h="483697">
                      <a:moveTo>
                        <a:pt x="186733" y="503368"/>
                      </a:moveTo>
                      <a:cubicBezTo>
                        <a:pt x="185766" y="503368"/>
                        <a:pt x="184798" y="503045"/>
                        <a:pt x="183831" y="502400"/>
                      </a:cubicBezTo>
                      <a:cubicBezTo>
                        <a:pt x="183509" y="502078"/>
                        <a:pt x="183509" y="502078"/>
                        <a:pt x="182863" y="501755"/>
                      </a:cubicBezTo>
                      <a:cubicBezTo>
                        <a:pt x="174480" y="498853"/>
                        <a:pt x="172222" y="489502"/>
                        <a:pt x="170932" y="484342"/>
                      </a:cubicBezTo>
                      <a:cubicBezTo>
                        <a:pt x="170610" y="483697"/>
                        <a:pt x="170610" y="483052"/>
                        <a:pt x="170287" y="482407"/>
                      </a:cubicBezTo>
                      <a:cubicBezTo>
                        <a:pt x="169965" y="481440"/>
                        <a:pt x="169643" y="480150"/>
                        <a:pt x="169643" y="478860"/>
                      </a:cubicBezTo>
                      <a:cubicBezTo>
                        <a:pt x="169320" y="476603"/>
                        <a:pt x="170932" y="474668"/>
                        <a:pt x="173190" y="474346"/>
                      </a:cubicBezTo>
                      <a:cubicBezTo>
                        <a:pt x="175447" y="474023"/>
                        <a:pt x="177382" y="475636"/>
                        <a:pt x="177704" y="477893"/>
                      </a:cubicBezTo>
                      <a:cubicBezTo>
                        <a:pt x="177704" y="478860"/>
                        <a:pt x="178027" y="479828"/>
                        <a:pt x="178027" y="480473"/>
                      </a:cubicBezTo>
                      <a:cubicBezTo>
                        <a:pt x="178349" y="481118"/>
                        <a:pt x="178349" y="481762"/>
                        <a:pt x="178672" y="482730"/>
                      </a:cubicBezTo>
                      <a:cubicBezTo>
                        <a:pt x="179639" y="486922"/>
                        <a:pt x="181251" y="493049"/>
                        <a:pt x="185766" y="494661"/>
                      </a:cubicBezTo>
                      <a:cubicBezTo>
                        <a:pt x="187056" y="495306"/>
                        <a:pt x="188346" y="495951"/>
                        <a:pt x="189313" y="496918"/>
                      </a:cubicBezTo>
                      <a:cubicBezTo>
                        <a:pt x="190925" y="498531"/>
                        <a:pt x="190925" y="501110"/>
                        <a:pt x="189313" y="502723"/>
                      </a:cubicBezTo>
                      <a:cubicBezTo>
                        <a:pt x="188990" y="503045"/>
                        <a:pt x="188023" y="503368"/>
                        <a:pt x="186733" y="503368"/>
                      </a:cubicBezTo>
                      <a:close/>
                      <a:moveTo>
                        <a:pt x="149005" y="459190"/>
                      </a:moveTo>
                      <a:cubicBezTo>
                        <a:pt x="147715" y="459190"/>
                        <a:pt x="146748" y="458867"/>
                        <a:pt x="146103" y="457900"/>
                      </a:cubicBezTo>
                      <a:lnTo>
                        <a:pt x="145458" y="457255"/>
                      </a:lnTo>
                      <a:cubicBezTo>
                        <a:pt x="142233" y="453708"/>
                        <a:pt x="139331" y="450161"/>
                        <a:pt x="135139" y="448226"/>
                      </a:cubicBezTo>
                      <a:lnTo>
                        <a:pt x="133204" y="447581"/>
                      </a:lnTo>
                      <a:cubicBezTo>
                        <a:pt x="130624" y="446614"/>
                        <a:pt x="128367" y="445646"/>
                        <a:pt x="126110" y="444679"/>
                      </a:cubicBezTo>
                      <a:cubicBezTo>
                        <a:pt x="124175" y="443711"/>
                        <a:pt x="123208" y="441454"/>
                        <a:pt x="123853" y="439520"/>
                      </a:cubicBezTo>
                      <a:cubicBezTo>
                        <a:pt x="124820" y="437585"/>
                        <a:pt x="127077" y="436617"/>
                        <a:pt x="129012" y="437262"/>
                      </a:cubicBezTo>
                      <a:cubicBezTo>
                        <a:pt x="130947" y="438230"/>
                        <a:pt x="133204" y="439197"/>
                        <a:pt x="135784" y="440165"/>
                      </a:cubicBezTo>
                      <a:lnTo>
                        <a:pt x="137719" y="440809"/>
                      </a:lnTo>
                      <a:cubicBezTo>
                        <a:pt x="143845" y="443389"/>
                        <a:pt x="147715" y="447904"/>
                        <a:pt x="151262" y="451773"/>
                      </a:cubicBezTo>
                      <a:lnTo>
                        <a:pt x="151907" y="452418"/>
                      </a:lnTo>
                      <a:cubicBezTo>
                        <a:pt x="153197" y="454030"/>
                        <a:pt x="153197" y="456610"/>
                        <a:pt x="151585" y="458223"/>
                      </a:cubicBezTo>
                      <a:cubicBezTo>
                        <a:pt x="150617" y="458867"/>
                        <a:pt x="149650" y="459190"/>
                        <a:pt x="149005" y="459190"/>
                      </a:cubicBezTo>
                      <a:close/>
                      <a:moveTo>
                        <a:pt x="113211" y="416302"/>
                      </a:moveTo>
                      <a:cubicBezTo>
                        <a:pt x="112889" y="416302"/>
                        <a:pt x="112566" y="416302"/>
                        <a:pt x="112566" y="416302"/>
                      </a:cubicBezTo>
                      <a:cubicBezTo>
                        <a:pt x="110309" y="415980"/>
                        <a:pt x="109019" y="413722"/>
                        <a:pt x="109342" y="411465"/>
                      </a:cubicBezTo>
                      <a:cubicBezTo>
                        <a:pt x="109987" y="407596"/>
                        <a:pt x="111277" y="404371"/>
                        <a:pt x="112889" y="402114"/>
                      </a:cubicBezTo>
                      <a:cubicBezTo>
                        <a:pt x="114179" y="400501"/>
                        <a:pt x="115468" y="399534"/>
                        <a:pt x="116436" y="398567"/>
                      </a:cubicBezTo>
                      <a:cubicBezTo>
                        <a:pt x="115791" y="396954"/>
                        <a:pt x="114823" y="395664"/>
                        <a:pt x="113534" y="394374"/>
                      </a:cubicBezTo>
                      <a:cubicBezTo>
                        <a:pt x="111599" y="393085"/>
                        <a:pt x="111277" y="390505"/>
                        <a:pt x="112566" y="388893"/>
                      </a:cubicBezTo>
                      <a:cubicBezTo>
                        <a:pt x="113856" y="386958"/>
                        <a:pt x="116436" y="386635"/>
                        <a:pt x="118048" y="387925"/>
                      </a:cubicBezTo>
                      <a:cubicBezTo>
                        <a:pt x="121595" y="390505"/>
                        <a:pt x="123208" y="394052"/>
                        <a:pt x="124175" y="396632"/>
                      </a:cubicBezTo>
                      <a:cubicBezTo>
                        <a:pt x="125143" y="398567"/>
                        <a:pt x="125465" y="399534"/>
                        <a:pt x="125465" y="400501"/>
                      </a:cubicBezTo>
                      <a:cubicBezTo>
                        <a:pt x="125465" y="401146"/>
                        <a:pt x="125143" y="404048"/>
                        <a:pt x="121595" y="405016"/>
                      </a:cubicBezTo>
                      <a:cubicBezTo>
                        <a:pt x="121273" y="405016"/>
                        <a:pt x="120628" y="405338"/>
                        <a:pt x="119016" y="406951"/>
                      </a:cubicBezTo>
                      <a:cubicBezTo>
                        <a:pt x="118693" y="407596"/>
                        <a:pt x="117726" y="408885"/>
                        <a:pt x="117081" y="412755"/>
                      </a:cubicBezTo>
                      <a:cubicBezTo>
                        <a:pt x="116758" y="415012"/>
                        <a:pt x="115146" y="416302"/>
                        <a:pt x="113211" y="416302"/>
                      </a:cubicBezTo>
                      <a:close/>
                      <a:moveTo>
                        <a:pt x="73548" y="395987"/>
                      </a:moveTo>
                      <a:cubicBezTo>
                        <a:pt x="68711" y="395987"/>
                        <a:pt x="64519" y="394697"/>
                        <a:pt x="61294" y="392440"/>
                      </a:cubicBezTo>
                      <a:cubicBezTo>
                        <a:pt x="58715" y="390505"/>
                        <a:pt x="56135" y="387925"/>
                        <a:pt x="54200" y="385668"/>
                      </a:cubicBezTo>
                      <a:cubicBezTo>
                        <a:pt x="52588" y="384056"/>
                        <a:pt x="52910" y="381476"/>
                        <a:pt x="54523" y="379864"/>
                      </a:cubicBezTo>
                      <a:cubicBezTo>
                        <a:pt x="56135" y="378251"/>
                        <a:pt x="58715" y="378574"/>
                        <a:pt x="60327" y="380186"/>
                      </a:cubicBezTo>
                      <a:cubicBezTo>
                        <a:pt x="62262" y="382121"/>
                        <a:pt x="64196" y="384378"/>
                        <a:pt x="66454" y="385990"/>
                      </a:cubicBezTo>
                      <a:cubicBezTo>
                        <a:pt x="69356" y="388248"/>
                        <a:pt x="72581" y="388570"/>
                        <a:pt x="79997" y="387603"/>
                      </a:cubicBezTo>
                      <a:cubicBezTo>
                        <a:pt x="82255" y="387280"/>
                        <a:pt x="84189" y="388893"/>
                        <a:pt x="84512" y="391150"/>
                      </a:cubicBezTo>
                      <a:cubicBezTo>
                        <a:pt x="84834" y="393407"/>
                        <a:pt x="83222" y="395342"/>
                        <a:pt x="80965" y="395664"/>
                      </a:cubicBezTo>
                      <a:cubicBezTo>
                        <a:pt x="77740" y="395987"/>
                        <a:pt x="75483" y="395987"/>
                        <a:pt x="73548" y="395987"/>
                      </a:cubicBezTo>
                      <a:close/>
                      <a:moveTo>
                        <a:pt x="26146" y="369222"/>
                      </a:moveTo>
                      <a:cubicBezTo>
                        <a:pt x="25823" y="369222"/>
                        <a:pt x="25178" y="369222"/>
                        <a:pt x="24856" y="368900"/>
                      </a:cubicBezTo>
                      <a:cubicBezTo>
                        <a:pt x="20986" y="367287"/>
                        <a:pt x="16794" y="365998"/>
                        <a:pt x="13247" y="365675"/>
                      </a:cubicBezTo>
                      <a:cubicBezTo>
                        <a:pt x="7120" y="365353"/>
                        <a:pt x="2606" y="359226"/>
                        <a:pt x="671" y="355679"/>
                      </a:cubicBezTo>
                      <a:cubicBezTo>
                        <a:pt x="-619" y="353744"/>
                        <a:pt x="26" y="351164"/>
                        <a:pt x="1961" y="350197"/>
                      </a:cubicBezTo>
                      <a:cubicBezTo>
                        <a:pt x="3896" y="348907"/>
                        <a:pt x="6475" y="349552"/>
                        <a:pt x="7443" y="351487"/>
                      </a:cubicBezTo>
                      <a:cubicBezTo>
                        <a:pt x="10022" y="355679"/>
                        <a:pt x="12280" y="357613"/>
                        <a:pt x="13892" y="357613"/>
                      </a:cubicBezTo>
                      <a:cubicBezTo>
                        <a:pt x="18729" y="357936"/>
                        <a:pt x="23244" y="359548"/>
                        <a:pt x="27758" y="361483"/>
                      </a:cubicBezTo>
                      <a:cubicBezTo>
                        <a:pt x="29693" y="362128"/>
                        <a:pt x="30983" y="364708"/>
                        <a:pt x="30015" y="366642"/>
                      </a:cubicBezTo>
                      <a:cubicBezTo>
                        <a:pt x="29370" y="368255"/>
                        <a:pt x="27758" y="369222"/>
                        <a:pt x="26146" y="369222"/>
                      </a:cubicBezTo>
                      <a:close/>
                      <a:moveTo>
                        <a:pt x="7120" y="324077"/>
                      </a:moveTo>
                      <a:cubicBezTo>
                        <a:pt x="6798" y="324077"/>
                        <a:pt x="6475" y="324077"/>
                        <a:pt x="6153" y="324077"/>
                      </a:cubicBezTo>
                      <a:cubicBezTo>
                        <a:pt x="3896" y="323432"/>
                        <a:pt x="2606" y="321175"/>
                        <a:pt x="3251" y="319240"/>
                      </a:cubicBezTo>
                      <a:cubicBezTo>
                        <a:pt x="3573" y="318273"/>
                        <a:pt x="3573" y="317628"/>
                        <a:pt x="3573" y="316660"/>
                      </a:cubicBezTo>
                      <a:cubicBezTo>
                        <a:pt x="3573" y="315693"/>
                        <a:pt x="3573" y="314726"/>
                        <a:pt x="3251" y="313436"/>
                      </a:cubicBezTo>
                      <a:cubicBezTo>
                        <a:pt x="3251" y="313113"/>
                        <a:pt x="3251" y="312468"/>
                        <a:pt x="3251" y="312146"/>
                      </a:cubicBezTo>
                      <a:cubicBezTo>
                        <a:pt x="3251" y="306342"/>
                        <a:pt x="7443" y="296990"/>
                        <a:pt x="12925" y="293443"/>
                      </a:cubicBezTo>
                      <a:cubicBezTo>
                        <a:pt x="14859" y="292153"/>
                        <a:pt x="17117" y="292476"/>
                        <a:pt x="18407" y="294410"/>
                      </a:cubicBezTo>
                      <a:cubicBezTo>
                        <a:pt x="19696" y="296345"/>
                        <a:pt x="19052" y="298602"/>
                        <a:pt x="17439" y="299892"/>
                      </a:cubicBezTo>
                      <a:cubicBezTo>
                        <a:pt x="14537" y="302149"/>
                        <a:pt x="11312" y="308921"/>
                        <a:pt x="11312" y="312146"/>
                      </a:cubicBezTo>
                      <a:cubicBezTo>
                        <a:pt x="11635" y="314081"/>
                        <a:pt x="11635" y="315371"/>
                        <a:pt x="11635" y="316660"/>
                      </a:cubicBezTo>
                      <a:cubicBezTo>
                        <a:pt x="11635" y="318273"/>
                        <a:pt x="11312" y="319885"/>
                        <a:pt x="10990" y="321498"/>
                      </a:cubicBezTo>
                      <a:cubicBezTo>
                        <a:pt x="10345" y="322787"/>
                        <a:pt x="8733" y="324077"/>
                        <a:pt x="7120" y="324077"/>
                      </a:cubicBezTo>
                      <a:close/>
                      <a:moveTo>
                        <a:pt x="85157" y="302149"/>
                      </a:moveTo>
                      <a:cubicBezTo>
                        <a:pt x="83867" y="302149"/>
                        <a:pt x="82577" y="301505"/>
                        <a:pt x="81610" y="300215"/>
                      </a:cubicBezTo>
                      <a:cubicBezTo>
                        <a:pt x="80320" y="298280"/>
                        <a:pt x="80965" y="295700"/>
                        <a:pt x="82899" y="294733"/>
                      </a:cubicBezTo>
                      <a:cubicBezTo>
                        <a:pt x="89026" y="291186"/>
                        <a:pt x="92251" y="283769"/>
                        <a:pt x="92574" y="281834"/>
                      </a:cubicBezTo>
                      <a:cubicBezTo>
                        <a:pt x="92896" y="279254"/>
                        <a:pt x="94508" y="276352"/>
                        <a:pt x="95798" y="274417"/>
                      </a:cubicBezTo>
                      <a:cubicBezTo>
                        <a:pt x="97088" y="272483"/>
                        <a:pt x="99345" y="272160"/>
                        <a:pt x="101280" y="273128"/>
                      </a:cubicBezTo>
                      <a:cubicBezTo>
                        <a:pt x="103215" y="274417"/>
                        <a:pt x="103537" y="276997"/>
                        <a:pt x="102570" y="278610"/>
                      </a:cubicBezTo>
                      <a:cubicBezTo>
                        <a:pt x="101280" y="280867"/>
                        <a:pt x="100635" y="282157"/>
                        <a:pt x="100635" y="282802"/>
                      </a:cubicBezTo>
                      <a:cubicBezTo>
                        <a:pt x="99990" y="286349"/>
                        <a:pt x="95798" y="296023"/>
                        <a:pt x="87414" y="301182"/>
                      </a:cubicBezTo>
                      <a:cubicBezTo>
                        <a:pt x="86447" y="301827"/>
                        <a:pt x="85802" y="302149"/>
                        <a:pt x="85157" y="302149"/>
                      </a:cubicBezTo>
                      <a:close/>
                      <a:moveTo>
                        <a:pt x="59037" y="288283"/>
                      </a:moveTo>
                      <a:cubicBezTo>
                        <a:pt x="56780" y="288283"/>
                        <a:pt x="55167" y="286671"/>
                        <a:pt x="54845" y="284414"/>
                      </a:cubicBezTo>
                      <a:lnTo>
                        <a:pt x="54845" y="283447"/>
                      </a:lnTo>
                      <a:cubicBezTo>
                        <a:pt x="54845" y="282479"/>
                        <a:pt x="54845" y="280222"/>
                        <a:pt x="47106" y="280222"/>
                      </a:cubicBezTo>
                      <a:cubicBezTo>
                        <a:pt x="44526" y="280222"/>
                        <a:pt x="41947" y="280544"/>
                        <a:pt x="39689" y="280544"/>
                      </a:cubicBezTo>
                      <a:lnTo>
                        <a:pt x="38399" y="280544"/>
                      </a:lnTo>
                      <a:cubicBezTo>
                        <a:pt x="36142" y="280867"/>
                        <a:pt x="34207" y="279254"/>
                        <a:pt x="33885" y="276997"/>
                      </a:cubicBezTo>
                      <a:cubicBezTo>
                        <a:pt x="33562" y="274740"/>
                        <a:pt x="35175" y="272805"/>
                        <a:pt x="37110" y="272483"/>
                      </a:cubicBezTo>
                      <a:lnTo>
                        <a:pt x="38722" y="272483"/>
                      </a:lnTo>
                      <a:cubicBezTo>
                        <a:pt x="41301" y="272160"/>
                        <a:pt x="44204" y="272160"/>
                        <a:pt x="46784" y="272160"/>
                      </a:cubicBezTo>
                      <a:cubicBezTo>
                        <a:pt x="60005" y="272160"/>
                        <a:pt x="62584" y="278287"/>
                        <a:pt x="62584" y="283447"/>
                      </a:cubicBezTo>
                      <a:lnTo>
                        <a:pt x="62584" y="284414"/>
                      </a:lnTo>
                      <a:cubicBezTo>
                        <a:pt x="63229" y="286349"/>
                        <a:pt x="61294" y="287961"/>
                        <a:pt x="59037" y="288283"/>
                      </a:cubicBezTo>
                      <a:cubicBezTo>
                        <a:pt x="59037" y="288283"/>
                        <a:pt x="59037" y="288283"/>
                        <a:pt x="59037" y="288283"/>
                      </a:cubicBezTo>
                      <a:close/>
                      <a:moveTo>
                        <a:pt x="128045" y="258617"/>
                      </a:moveTo>
                      <a:cubicBezTo>
                        <a:pt x="126755" y="258617"/>
                        <a:pt x="125143" y="257972"/>
                        <a:pt x="124497" y="256682"/>
                      </a:cubicBezTo>
                      <a:cubicBezTo>
                        <a:pt x="123530" y="254747"/>
                        <a:pt x="124175" y="252168"/>
                        <a:pt x="126110" y="251200"/>
                      </a:cubicBezTo>
                      <a:cubicBezTo>
                        <a:pt x="130624" y="248620"/>
                        <a:pt x="135784" y="247008"/>
                        <a:pt x="142555" y="246363"/>
                      </a:cubicBezTo>
                      <a:cubicBezTo>
                        <a:pt x="146103" y="246041"/>
                        <a:pt x="149650" y="245396"/>
                        <a:pt x="152229" y="244751"/>
                      </a:cubicBezTo>
                      <a:cubicBezTo>
                        <a:pt x="154487" y="244106"/>
                        <a:pt x="156421" y="245396"/>
                        <a:pt x="157066" y="247653"/>
                      </a:cubicBezTo>
                      <a:cubicBezTo>
                        <a:pt x="157711" y="249910"/>
                        <a:pt x="156421" y="251845"/>
                        <a:pt x="154164" y="252490"/>
                      </a:cubicBezTo>
                      <a:cubicBezTo>
                        <a:pt x="150940" y="253135"/>
                        <a:pt x="147392" y="253780"/>
                        <a:pt x="143523" y="254425"/>
                      </a:cubicBezTo>
                      <a:cubicBezTo>
                        <a:pt x="136106" y="255392"/>
                        <a:pt x="132237" y="257005"/>
                        <a:pt x="129979" y="258294"/>
                      </a:cubicBezTo>
                      <a:cubicBezTo>
                        <a:pt x="129334" y="258294"/>
                        <a:pt x="128689" y="258617"/>
                        <a:pt x="128045" y="258617"/>
                      </a:cubicBezTo>
                      <a:close/>
                      <a:moveTo>
                        <a:pt x="174157" y="226370"/>
                      </a:moveTo>
                      <a:cubicBezTo>
                        <a:pt x="173835" y="226370"/>
                        <a:pt x="173190" y="226370"/>
                        <a:pt x="172867" y="226048"/>
                      </a:cubicBezTo>
                      <a:cubicBezTo>
                        <a:pt x="170610" y="225403"/>
                        <a:pt x="169643" y="223146"/>
                        <a:pt x="170287" y="220888"/>
                      </a:cubicBezTo>
                      <a:cubicBezTo>
                        <a:pt x="170287" y="220566"/>
                        <a:pt x="170610" y="219921"/>
                        <a:pt x="170610" y="219598"/>
                      </a:cubicBezTo>
                      <a:cubicBezTo>
                        <a:pt x="173835" y="211859"/>
                        <a:pt x="180929" y="203475"/>
                        <a:pt x="189958" y="205088"/>
                      </a:cubicBezTo>
                      <a:cubicBezTo>
                        <a:pt x="191570" y="205410"/>
                        <a:pt x="193182" y="206055"/>
                        <a:pt x="195117" y="206700"/>
                      </a:cubicBezTo>
                      <a:cubicBezTo>
                        <a:pt x="197052" y="207667"/>
                        <a:pt x="198019" y="209924"/>
                        <a:pt x="197052" y="211859"/>
                      </a:cubicBezTo>
                      <a:cubicBezTo>
                        <a:pt x="196085" y="213794"/>
                        <a:pt x="193827" y="214761"/>
                        <a:pt x="191893" y="213794"/>
                      </a:cubicBezTo>
                      <a:cubicBezTo>
                        <a:pt x="190603" y="213149"/>
                        <a:pt x="189313" y="212827"/>
                        <a:pt x="188346" y="212504"/>
                      </a:cubicBezTo>
                      <a:cubicBezTo>
                        <a:pt x="184153" y="211859"/>
                        <a:pt x="180284" y="217019"/>
                        <a:pt x="178027" y="222178"/>
                      </a:cubicBezTo>
                      <a:cubicBezTo>
                        <a:pt x="178027" y="222501"/>
                        <a:pt x="177704" y="222501"/>
                        <a:pt x="177704" y="222823"/>
                      </a:cubicBezTo>
                      <a:cubicBezTo>
                        <a:pt x="177382" y="225403"/>
                        <a:pt x="175769" y="226370"/>
                        <a:pt x="174157" y="226370"/>
                      </a:cubicBezTo>
                      <a:close/>
                      <a:moveTo>
                        <a:pt x="225751" y="219276"/>
                      </a:moveTo>
                      <a:cubicBezTo>
                        <a:pt x="224461" y="219276"/>
                        <a:pt x="223172" y="218631"/>
                        <a:pt x="222527" y="217664"/>
                      </a:cubicBezTo>
                      <a:cubicBezTo>
                        <a:pt x="221237" y="215729"/>
                        <a:pt x="221559" y="213472"/>
                        <a:pt x="223494" y="212182"/>
                      </a:cubicBezTo>
                      <a:lnTo>
                        <a:pt x="224139" y="211859"/>
                      </a:lnTo>
                      <a:cubicBezTo>
                        <a:pt x="230266" y="207667"/>
                        <a:pt x="236393" y="203153"/>
                        <a:pt x="242197" y="203153"/>
                      </a:cubicBezTo>
                      <a:cubicBezTo>
                        <a:pt x="243487" y="203153"/>
                        <a:pt x="244454" y="203153"/>
                        <a:pt x="245422" y="203153"/>
                      </a:cubicBezTo>
                      <a:cubicBezTo>
                        <a:pt x="246389" y="201541"/>
                        <a:pt x="248324" y="200895"/>
                        <a:pt x="250259" y="201541"/>
                      </a:cubicBezTo>
                      <a:cubicBezTo>
                        <a:pt x="252193" y="202508"/>
                        <a:pt x="253483" y="204765"/>
                        <a:pt x="252516" y="206700"/>
                      </a:cubicBezTo>
                      <a:cubicBezTo>
                        <a:pt x="251871" y="208312"/>
                        <a:pt x="250581" y="211214"/>
                        <a:pt x="247034" y="211214"/>
                      </a:cubicBezTo>
                      <a:cubicBezTo>
                        <a:pt x="246712" y="211214"/>
                        <a:pt x="246067" y="211214"/>
                        <a:pt x="245422" y="211214"/>
                      </a:cubicBezTo>
                      <a:cubicBezTo>
                        <a:pt x="244777" y="211214"/>
                        <a:pt x="243809" y="210892"/>
                        <a:pt x="242197" y="210892"/>
                      </a:cubicBezTo>
                      <a:cubicBezTo>
                        <a:pt x="238973" y="210892"/>
                        <a:pt x="233490" y="214761"/>
                        <a:pt x="228976" y="218309"/>
                      </a:cubicBezTo>
                      <a:lnTo>
                        <a:pt x="228331" y="218631"/>
                      </a:lnTo>
                      <a:cubicBezTo>
                        <a:pt x="227364" y="218954"/>
                        <a:pt x="226396" y="219276"/>
                        <a:pt x="225751" y="219276"/>
                      </a:cubicBezTo>
                      <a:close/>
                      <a:moveTo>
                        <a:pt x="274121" y="186707"/>
                      </a:moveTo>
                      <a:cubicBezTo>
                        <a:pt x="273799" y="186707"/>
                        <a:pt x="273154" y="186707"/>
                        <a:pt x="272831" y="186707"/>
                      </a:cubicBezTo>
                      <a:lnTo>
                        <a:pt x="271541" y="186385"/>
                      </a:lnTo>
                      <a:cubicBezTo>
                        <a:pt x="269284" y="186062"/>
                        <a:pt x="267994" y="183805"/>
                        <a:pt x="268317" y="181548"/>
                      </a:cubicBezTo>
                      <a:cubicBezTo>
                        <a:pt x="268639" y="179290"/>
                        <a:pt x="270896" y="178001"/>
                        <a:pt x="273154" y="178323"/>
                      </a:cubicBezTo>
                      <a:lnTo>
                        <a:pt x="273154" y="178323"/>
                      </a:lnTo>
                      <a:cubicBezTo>
                        <a:pt x="274121" y="174776"/>
                        <a:pt x="276056" y="168327"/>
                        <a:pt x="287020" y="161232"/>
                      </a:cubicBezTo>
                      <a:cubicBezTo>
                        <a:pt x="288954" y="159943"/>
                        <a:pt x="291534" y="160587"/>
                        <a:pt x="292502" y="162522"/>
                      </a:cubicBezTo>
                      <a:cubicBezTo>
                        <a:pt x="293791" y="164457"/>
                        <a:pt x="293147" y="167037"/>
                        <a:pt x="291212" y="168004"/>
                      </a:cubicBezTo>
                      <a:cubicBezTo>
                        <a:pt x="282828" y="173486"/>
                        <a:pt x="281538" y="177678"/>
                        <a:pt x="280570" y="180580"/>
                      </a:cubicBezTo>
                      <a:cubicBezTo>
                        <a:pt x="280248" y="182838"/>
                        <a:pt x="278958" y="186707"/>
                        <a:pt x="274121" y="186707"/>
                      </a:cubicBezTo>
                      <a:close/>
                      <a:moveTo>
                        <a:pt x="309592" y="139305"/>
                      </a:moveTo>
                      <a:cubicBezTo>
                        <a:pt x="308947" y="139305"/>
                        <a:pt x="307980" y="138982"/>
                        <a:pt x="307335" y="138660"/>
                      </a:cubicBezTo>
                      <a:cubicBezTo>
                        <a:pt x="305400" y="137370"/>
                        <a:pt x="305078" y="134790"/>
                        <a:pt x="306368" y="133178"/>
                      </a:cubicBezTo>
                      <a:cubicBezTo>
                        <a:pt x="308625" y="129631"/>
                        <a:pt x="311527" y="127374"/>
                        <a:pt x="314752" y="126084"/>
                      </a:cubicBezTo>
                      <a:cubicBezTo>
                        <a:pt x="318944" y="124471"/>
                        <a:pt x="322168" y="121569"/>
                        <a:pt x="325071" y="116410"/>
                      </a:cubicBezTo>
                      <a:cubicBezTo>
                        <a:pt x="326038" y="114475"/>
                        <a:pt x="328618" y="113830"/>
                        <a:pt x="330552" y="114797"/>
                      </a:cubicBezTo>
                      <a:cubicBezTo>
                        <a:pt x="332487" y="115765"/>
                        <a:pt x="333132" y="118345"/>
                        <a:pt x="332165" y="120279"/>
                      </a:cubicBezTo>
                      <a:cubicBezTo>
                        <a:pt x="328295" y="127051"/>
                        <a:pt x="323781" y="131243"/>
                        <a:pt x="317654" y="133500"/>
                      </a:cubicBezTo>
                      <a:cubicBezTo>
                        <a:pt x="315719" y="134145"/>
                        <a:pt x="314429" y="135435"/>
                        <a:pt x="313139" y="137692"/>
                      </a:cubicBezTo>
                      <a:cubicBezTo>
                        <a:pt x="312172" y="138660"/>
                        <a:pt x="310882" y="139305"/>
                        <a:pt x="309592" y="139305"/>
                      </a:cubicBezTo>
                      <a:close/>
                      <a:moveTo>
                        <a:pt x="337324" y="88033"/>
                      </a:moveTo>
                      <a:cubicBezTo>
                        <a:pt x="335389" y="88033"/>
                        <a:pt x="333777" y="86743"/>
                        <a:pt x="333455" y="84808"/>
                      </a:cubicBezTo>
                      <a:cubicBezTo>
                        <a:pt x="333132" y="83518"/>
                        <a:pt x="332810" y="82228"/>
                        <a:pt x="332810" y="80616"/>
                      </a:cubicBezTo>
                      <a:cubicBezTo>
                        <a:pt x="332810" y="77714"/>
                        <a:pt x="333777" y="74812"/>
                        <a:pt x="336034" y="72555"/>
                      </a:cubicBezTo>
                      <a:cubicBezTo>
                        <a:pt x="337324" y="70942"/>
                        <a:pt x="338614" y="69652"/>
                        <a:pt x="339581" y="68685"/>
                      </a:cubicBezTo>
                      <a:cubicBezTo>
                        <a:pt x="342484" y="65460"/>
                        <a:pt x="343774" y="64493"/>
                        <a:pt x="344096" y="61268"/>
                      </a:cubicBezTo>
                      <a:cubicBezTo>
                        <a:pt x="344418" y="59011"/>
                        <a:pt x="346353" y="57399"/>
                        <a:pt x="348610" y="57721"/>
                      </a:cubicBezTo>
                      <a:cubicBezTo>
                        <a:pt x="350868" y="58044"/>
                        <a:pt x="352480" y="59978"/>
                        <a:pt x="352157" y="62236"/>
                      </a:cubicBezTo>
                      <a:cubicBezTo>
                        <a:pt x="351513" y="68040"/>
                        <a:pt x="348610" y="70620"/>
                        <a:pt x="345386" y="74167"/>
                      </a:cubicBezTo>
                      <a:cubicBezTo>
                        <a:pt x="344418" y="75134"/>
                        <a:pt x="343128" y="76424"/>
                        <a:pt x="341839" y="77714"/>
                      </a:cubicBezTo>
                      <a:cubicBezTo>
                        <a:pt x="340871" y="78681"/>
                        <a:pt x="340871" y="79649"/>
                        <a:pt x="340871" y="80294"/>
                      </a:cubicBezTo>
                      <a:cubicBezTo>
                        <a:pt x="340871" y="80939"/>
                        <a:pt x="340871" y="81584"/>
                        <a:pt x="341194" y="82873"/>
                      </a:cubicBezTo>
                      <a:cubicBezTo>
                        <a:pt x="341839" y="85131"/>
                        <a:pt x="340226" y="87065"/>
                        <a:pt x="338291" y="87710"/>
                      </a:cubicBezTo>
                      <a:cubicBezTo>
                        <a:pt x="337969" y="88033"/>
                        <a:pt x="337647" y="88033"/>
                        <a:pt x="337324" y="88033"/>
                      </a:cubicBezTo>
                      <a:close/>
                      <a:moveTo>
                        <a:pt x="336679" y="32246"/>
                      </a:moveTo>
                      <a:cubicBezTo>
                        <a:pt x="336357" y="32246"/>
                        <a:pt x="336357" y="32246"/>
                        <a:pt x="336034" y="32246"/>
                      </a:cubicBezTo>
                      <a:cubicBezTo>
                        <a:pt x="333777" y="31924"/>
                        <a:pt x="332165" y="29989"/>
                        <a:pt x="332810" y="27732"/>
                      </a:cubicBezTo>
                      <a:cubicBezTo>
                        <a:pt x="333132" y="25475"/>
                        <a:pt x="334422" y="23540"/>
                        <a:pt x="336357" y="21928"/>
                      </a:cubicBezTo>
                      <a:cubicBezTo>
                        <a:pt x="337002" y="21283"/>
                        <a:pt x="339259" y="18380"/>
                        <a:pt x="339581" y="3869"/>
                      </a:cubicBezTo>
                      <a:cubicBezTo>
                        <a:pt x="339581" y="1612"/>
                        <a:pt x="341516" y="0"/>
                        <a:pt x="343774" y="0"/>
                      </a:cubicBezTo>
                      <a:cubicBezTo>
                        <a:pt x="346031" y="0"/>
                        <a:pt x="347643" y="1935"/>
                        <a:pt x="347643" y="4192"/>
                      </a:cubicBezTo>
                      <a:cubicBezTo>
                        <a:pt x="347321" y="17735"/>
                        <a:pt x="345708" y="25152"/>
                        <a:pt x="341516" y="28377"/>
                      </a:cubicBezTo>
                      <a:cubicBezTo>
                        <a:pt x="341194" y="28699"/>
                        <a:pt x="340871" y="29022"/>
                        <a:pt x="340871" y="29344"/>
                      </a:cubicBezTo>
                      <a:cubicBezTo>
                        <a:pt x="340226" y="30957"/>
                        <a:pt x="338614" y="32246"/>
                        <a:pt x="336679" y="3224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272E38E7-6560-67A4-73CF-D3C892DD6BC7}"/>
                    </a:ext>
                  </a:extLst>
                </p:cNvPr>
                <p:cNvSpPr/>
                <p:nvPr/>
              </p:nvSpPr>
              <p:spPr>
                <a:xfrm>
                  <a:off x="7129100" y="3543230"/>
                  <a:ext cx="32246" cy="32246"/>
                </a:xfrm>
                <a:custGeom>
                  <a:avLst/>
                  <a:gdLst>
                    <a:gd name="connsiteX0" fmla="*/ 12899 w 0"/>
                    <a:gd name="connsiteY0" fmla="*/ 25854 h 0"/>
                    <a:gd name="connsiteX1" fmla="*/ 9996 w 0"/>
                    <a:gd name="connsiteY1" fmla="*/ 24564 h 0"/>
                    <a:gd name="connsiteX2" fmla="*/ 7417 w 0"/>
                    <a:gd name="connsiteY2" fmla="*/ 20372 h 0"/>
                    <a:gd name="connsiteX3" fmla="*/ 2902 w 0"/>
                    <a:gd name="connsiteY3" fmla="*/ 11988 h 0"/>
                    <a:gd name="connsiteX4" fmla="*/ 0 w 0"/>
                    <a:gd name="connsiteY4" fmla="*/ 7151 h 0"/>
                    <a:gd name="connsiteX5" fmla="*/ 5482 w 0"/>
                    <a:gd name="connsiteY5" fmla="*/ 5862 h 0"/>
                    <a:gd name="connsiteX6" fmla="*/ 7739 w 0"/>
                    <a:gd name="connsiteY6" fmla="*/ 4894 h 0"/>
                    <a:gd name="connsiteX7" fmla="*/ 15801 w 0"/>
                    <a:gd name="connsiteY7" fmla="*/ 702 h 0"/>
                    <a:gd name="connsiteX8" fmla="*/ 16446 w 0"/>
                    <a:gd name="connsiteY8" fmla="*/ 379 h 0"/>
                    <a:gd name="connsiteX9" fmla="*/ 21928 w 0"/>
                    <a:gd name="connsiteY9" fmla="*/ 2314 h 0"/>
                    <a:gd name="connsiteX10" fmla="*/ 19993 w 0"/>
                    <a:gd name="connsiteY10" fmla="*/ 7796 h 0"/>
                    <a:gd name="connsiteX11" fmla="*/ 19348 w 0"/>
                    <a:gd name="connsiteY11" fmla="*/ 8119 h 0"/>
                    <a:gd name="connsiteX12" fmla="*/ 12254 w 0"/>
                    <a:gd name="connsiteY12" fmla="*/ 11988 h 0"/>
                    <a:gd name="connsiteX13" fmla="*/ 15156 w 0"/>
                    <a:gd name="connsiteY13" fmla="*/ 18115 h 0"/>
                    <a:gd name="connsiteX14" fmla="*/ 15478 w 0"/>
                    <a:gd name="connsiteY14" fmla="*/ 19083 h 0"/>
                    <a:gd name="connsiteX15" fmla="*/ 15478 w 0"/>
                    <a:gd name="connsiteY15" fmla="*/ 24887 h 0"/>
                    <a:gd name="connsiteX16" fmla="*/ 12899 w 0"/>
                    <a:gd name="connsiteY16" fmla="*/ 2585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>
                      <a:moveTo>
                        <a:pt x="12899" y="25854"/>
                      </a:moveTo>
                      <a:cubicBezTo>
                        <a:pt x="11931" y="25854"/>
                        <a:pt x="10964" y="25532"/>
                        <a:pt x="9996" y="24564"/>
                      </a:cubicBezTo>
                      <a:cubicBezTo>
                        <a:pt x="9029" y="23597"/>
                        <a:pt x="8062" y="21985"/>
                        <a:pt x="7417" y="20372"/>
                      </a:cubicBezTo>
                      <a:cubicBezTo>
                        <a:pt x="7094" y="19083"/>
                        <a:pt x="5804" y="16825"/>
                        <a:pt x="2902" y="11988"/>
                      </a:cubicBezTo>
                      <a:lnTo>
                        <a:pt x="0" y="7151"/>
                      </a:lnTo>
                      <a:lnTo>
                        <a:pt x="5482" y="5862"/>
                      </a:lnTo>
                      <a:cubicBezTo>
                        <a:pt x="6449" y="5539"/>
                        <a:pt x="7094" y="5217"/>
                        <a:pt x="7739" y="4894"/>
                      </a:cubicBezTo>
                      <a:cubicBezTo>
                        <a:pt x="9996" y="3604"/>
                        <a:pt x="12899" y="1992"/>
                        <a:pt x="15801" y="702"/>
                      </a:cubicBezTo>
                      <a:lnTo>
                        <a:pt x="16446" y="379"/>
                      </a:lnTo>
                      <a:cubicBezTo>
                        <a:pt x="18380" y="-588"/>
                        <a:pt x="20960" y="379"/>
                        <a:pt x="21928" y="2314"/>
                      </a:cubicBezTo>
                      <a:cubicBezTo>
                        <a:pt x="22895" y="4249"/>
                        <a:pt x="21928" y="6829"/>
                        <a:pt x="19993" y="7796"/>
                      </a:cubicBezTo>
                      <a:lnTo>
                        <a:pt x="19348" y="8119"/>
                      </a:lnTo>
                      <a:cubicBezTo>
                        <a:pt x="16446" y="9408"/>
                        <a:pt x="13866" y="10698"/>
                        <a:pt x="12254" y="11988"/>
                      </a:cubicBezTo>
                      <a:cubicBezTo>
                        <a:pt x="13543" y="14568"/>
                        <a:pt x="14511" y="16503"/>
                        <a:pt x="15156" y="18115"/>
                      </a:cubicBezTo>
                      <a:cubicBezTo>
                        <a:pt x="15156" y="18438"/>
                        <a:pt x="15478" y="18760"/>
                        <a:pt x="15478" y="19083"/>
                      </a:cubicBezTo>
                      <a:cubicBezTo>
                        <a:pt x="17091" y="20695"/>
                        <a:pt x="17091" y="23274"/>
                        <a:pt x="15478" y="24887"/>
                      </a:cubicBezTo>
                      <a:cubicBezTo>
                        <a:pt x="14833" y="25209"/>
                        <a:pt x="13866" y="25854"/>
                        <a:pt x="12899" y="25854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A34CB8F7-7AFE-0050-9CF5-914262F5E731}"/>
                    </a:ext>
                  </a:extLst>
                </p:cNvPr>
                <p:cNvSpPr/>
                <p:nvPr/>
              </p:nvSpPr>
              <p:spPr>
                <a:xfrm>
                  <a:off x="7171467" y="3574367"/>
                  <a:ext cx="64493" cy="32246"/>
                </a:xfrm>
                <a:custGeom>
                  <a:avLst/>
                  <a:gdLst>
                    <a:gd name="connsiteX0" fmla="*/ 71141 w 64492"/>
                    <a:gd name="connsiteY0" fmla="*/ 56308 h 32246"/>
                    <a:gd name="connsiteX1" fmla="*/ 69529 w 64492"/>
                    <a:gd name="connsiteY1" fmla="*/ 55985 h 32246"/>
                    <a:gd name="connsiteX2" fmla="*/ 61790 w 64492"/>
                    <a:gd name="connsiteY2" fmla="*/ 45989 h 32246"/>
                    <a:gd name="connsiteX3" fmla="*/ 51793 w 64492"/>
                    <a:gd name="connsiteY3" fmla="*/ 33413 h 32246"/>
                    <a:gd name="connsiteX4" fmla="*/ 49859 w 64492"/>
                    <a:gd name="connsiteY4" fmla="*/ 27931 h 32246"/>
                    <a:gd name="connsiteX5" fmla="*/ 55018 w 64492"/>
                    <a:gd name="connsiteY5" fmla="*/ 25996 h 32246"/>
                    <a:gd name="connsiteX6" fmla="*/ 55340 w 64492"/>
                    <a:gd name="connsiteY6" fmla="*/ 26319 h 32246"/>
                    <a:gd name="connsiteX7" fmla="*/ 69206 w 64492"/>
                    <a:gd name="connsiteY7" fmla="*/ 43087 h 32246"/>
                    <a:gd name="connsiteX8" fmla="*/ 72753 w 64492"/>
                    <a:gd name="connsiteY8" fmla="*/ 48891 h 32246"/>
                    <a:gd name="connsiteX9" fmla="*/ 75011 w 64492"/>
                    <a:gd name="connsiteY9" fmla="*/ 54051 h 32246"/>
                    <a:gd name="connsiteX10" fmla="*/ 71141 w 64492"/>
                    <a:gd name="connsiteY10" fmla="*/ 56308 h 32246"/>
                    <a:gd name="connsiteX11" fmla="*/ 15677 w 64492"/>
                    <a:gd name="connsiteY11" fmla="*/ 35348 h 32246"/>
                    <a:gd name="connsiteX12" fmla="*/ 12452 w 64492"/>
                    <a:gd name="connsiteY12" fmla="*/ 33413 h 32246"/>
                    <a:gd name="connsiteX13" fmla="*/ 521 w 64492"/>
                    <a:gd name="connsiteY13" fmla="*/ 6326 h 32246"/>
                    <a:gd name="connsiteX14" fmla="*/ 199 w 64492"/>
                    <a:gd name="connsiteY14" fmla="*/ 5358 h 32246"/>
                    <a:gd name="connsiteX15" fmla="*/ 2456 w 64492"/>
                    <a:gd name="connsiteY15" fmla="*/ 199 h 32246"/>
                    <a:gd name="connsiteX16" fmla="*/ 7616 w 64492"/>
                    <a:gd name="connsiteY16" fmla="*/ 2456 h 32246"/>
                    <a:gd name="connsiteX17" fmla="*/ 7938 w 64492"/>
                    <a:gd name="connsiteY17" fmla="*/ 3424 h 32246"/>
                    <a:gd name="connsiteX18" fmla="*/ 18902 w 64492"/>
                    <a:gd name="connsiteY18" fmla="*/ 28899 h 32246"/>
                    <a:gd name="connsiteX19" fmla="*/ 17935 w 64492"/>
                    <a:gd name="connsiteY19" fmla="*/ 34380 h 32246"/>
                    <a:gd name="connsiteX20" fmla="*/ 15677 w 64492"/>
                    <a:gd name="connsiteY20" fmla="*/ 35348 h 32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4492" h="32246">
                      <a:moveTo>
                        <a:pt x="71141" y="56308"/>
                      </a:moveTo>
                      <a:cubicBezTo>
                        <a:pt x="70496" y="56308"/>
                        <a:pt x="70174" y="56308"/>
                        <a:pt x="69529" y="55985"/>
                      </a:cubicBezTo>
                      <a:cubicBezTo>
                        <a:pt x="65337" y="54373"/>
                        <a:pt x="63402" y="50181"/>
                        <a:pt x="61790" y="45989"/>
                      </a:cubicBezTo>
                      <a:cubicBezTo>
                        <a:pt x="59855" y="41152"/>
                        <a:pt x="57598" y="36315"/>
                        <a:pt x="51793" y="33413"/>
                      </a:cubicBezTo>
                      <a:cubicBezTo>
                        <a:pt x="49859" y="32445"/>
                        <a:pt x="48891" y="29866"/>
                        <a:pt x="49859" y="27931"/>
                      </a:cubicBezTo>
                      <a:cubicBezTo>
                        <a:pt x="50826" y="25996"/>
                        <a:pt x="53083" y="25029"/>
                        <a:pt x="55018" y="25996"/>
                      </a:cubicBezTo>
                      <a:cubicBezTo>
                        <a:pt x="55018" y="25996"/>
                        <a:pt x="55340" y="26319"/>
                        <a:pt x="55340" y="26319"/>
                      </a:cubicBezTo>
                      <a:cubicBezTo>
                        <a:pt x="63725" y="30511"/>
                        <a:pt x="66949" y="37605"/>
                        <a:pt x="69206" y="43087"/>
                      </a:cubicBezTo>
                      <a:cubicBezTo>
                        <a:pt x="70174" y="45667"/>
                        <a:pt x="71464" y="48246"/>
                        <a:pt x="72753" y="48891"/>
                      </a:cubicBezTo>
                      <a:cubicBezTo>
                        <a:pt x="74688" y="49859"/>
                        <a:pt x="75978" y="52116"/>
                        <a:pt x="75011" y="54051"/>
                      </a:cubicBezTo>
                      <a:cubicBezTo>
                        <a:pt x="74366" y="55341"/>
                        <a:pt x="72753" y="56308"/>
                        <a:pt x="71141" y="56308"/>
                      </a:cubicBezTo>
                      <a:close/>
                      <a:moveTo>
                        <a:pt x="15677" y="35348"/>
                      </a:moveTo>
                      <a:cubicBezTo>
                        <a:pt x="14387" y="35348"/>
                        <a:pt x="13098" y="34703"/>
                        <a:pt x="12452" y="33413"/>
                      </a:cubicBezTo>
                      <a:cubicBezTo>
                        <a:pt x="8583" y="27931"/>
                        <a:pt x="5036" y="18257"/>
                        <a:pt x="521" y="6326"/>
                      </a:cubicBezTo>
                      <a:lnTo>
                        <a:pt x="199" y="5358"/>
                      </a:lnTo>
                      <a:cubicBezTo>
                        <a:pt x="-446" y="3424"/>
                        <a:pt x="521" y="844"/>
                        <a:pt x="2456" y="199"/>
                      </a:cubicBezTo>
                      <a:cubicBezTo>
                        <a:pt x="4391" y="-446"/>
                        <a:pt x="6971" y="521"/>
                        <a:pt x="7616" y="2456"/>
                      </a:cubicBezTo>
                      <a:lnTo>
                        <a:pt x="7938" y="3424"/>
                      </a:lnTo>
                      <a:cubicBezTo>
                        <a:pt x="12130" y="14387"/>
                        <a:pt x="15677" y="24062"/>
                        <a:pt x="18902" y="28899"/>
                      </a:cubicBezTo>
                      <a:cubicBezTo>
                        <a:pt x="20192" y="30833"/>
                        <a:pt x="19547" y="33090"/>
                        <a:pt x="17935" y="34380"/>
                      </a:cubicBezTo>
                      <a:cubicBezTo>
                        <a:pt x="17290" y="35025"/>
                        <a:pt x="16645" y="35348"/>
                        <a:pt x="15677" y="3534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FBF1F6F0-D43B-BDE6-3796-95A706799125}"/>
                    </a:ext>
                  </a:extLst>
                </p:cNvPr>
                <p:cNvSpPr/>
                <p:nvPr/>
              </p:nvSpPr>
              <p:spPr>
                <a:xfrm>
                  <a:off x="7263850" y="3646112"/>
                  <a:ext cx="32246" cy="32246"/>
                </a:xfrm>
                <a:custGeom>
                  <a:avLst/>
                  <a:gdLst>
                    <a:gd name="connsiteX0" fmla="*/ 1976 w 0"/>
                    <a:gd name="connsiteY0" fmla="*/ 26483 h 0"/>
                    <a:gd name="connsiteX1" fmla="*/ 1331 w 0"/>
                    <a:gd name="connsiteY1" fmla="*/ 17777 h 0"/>
                    <a:gd name="connsiteX2" fmla="*/ 41 w 0"/>
                    <a:gd name="connsiteY2" fmla="*/ 4556 h 0"/>
                    <a:gd name="connsiteX3" fmla="*/ 3588 w 0"/>
                    <a:gd name="connsiteY3" fmla="*/ 41 h 0"/>
                    <a:gd name="connsiteX4" fmla="*/ 8103 w 0"/>
                    <a:gd name="connsiteY4" fmla="*/ 3588 h 0"/>
                    <a:gd name="connsiteX5" fmla="*/ 9070 w 0"/>
                    <a:gd name="connsiteY5" fmla="*/ 11650 h 0"/>
                    <a:gd name="connsiteX6" fmla="*/ 17777 w 0"/>
                    <a:gd name="connsiteY6" fmla="*/ 10682 h 0"/>
                    <a:gd name="connsiteX7" fmla="*/ 22291 w 0"/>
                    <a:gd name="connsiteY7" fmla="*/ 14230 h 0"/>
                    <a:gd name="connsiteX8" fmla="*/ 18744 w 0"/>
                    <a:gd name="connsiteY8" fmla="*/ 18744 h 0"/>
                    <a:gd name="connsiteX9" fmla="*/ 8748 w 0"/>
                    <a:gd name="connsiteY9" fmla="*/ 20034 h 0"/>
                    <a:gd name="connsiteX10" fmla="*/ 8103 w 0"/>
                    <a:gd name="connsiteY10" fmla="*/ 20679 h 0"/>
                    <a:gd name="connsiteX11" fmla="*/ 1976 w 0"/>
                    <a:gd name="connsiteY11" fmla="*/ 26483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1976" y="26483"/>
                      </a:moveTo>
                      <a:lnTo>
                        <a:pt x="1331" y="17777"/>
                      </a:lnTo>
                      <a:cubicBezTo>
                        <a:pt x="1008" y="13585"/>
                        <a:pt x="686" y="9393"/>
                        <a:pt x="41" y="4556"/>
                      </a:cubicBezTo>
                      <a:cubicBezTo>
                        <a:pt x="-281" y="2298"/>
                        <a:pt x="1331" y="364"/>
                        <a:pt x="3588" y="41"/>
                      </a:cubicBezTo>
                      <a:cubicBezTo>
                        <a:pt x="5845" y="-281"/>
                        <a:pt x="7780" y="1331"/>
                        <a:pt x="8103" y="3588"/>
                      </a:cubicBezTo>
                      <a:cubicBezTo>
                        <a:pt x="8425" y="6490"/>
                        <a:pt x="8748" y="9070"/>
                        <a:pt x="9070" y="11650"/>
                      </a:cubicBezTo>
                      <a:cubicBezTo>
                        <a:pt x="12295" y="11327"/>
                        <a:pt x="15197" y="11005"/>
                        <a:pt x="17777" y="10682"/>
                      </a:cubicBezTo>
                      <a:cubicBezTo>
                        <a:pt x="20034" y="10360"/>
                        <a:pt x="21969" y="11972"/>
                        <a:pt x="22291" y="14230"/>
                      </a:cubicBezTo>
                      <a:cubicBezTo>
                        <a:pt x="22614" y="16487"/>
                        <a:pt x="21001" y="18422"/>
                        <a:pt x="18744" y="18744"/>
                      </a:cubicBezTo>
                      <a:cubicBezTo>
                        <a:pt x="15842" y="19067"/>
                        <a:pt x="12617" y="19389"/>
                        <a:pt x="8748" y="20034"/>
                      </a:cubicBezTo>
                      <a:cubicBezTo>
                        <a:pt x="8425" y="20034"/>
                        <a:pt x="8425" y="20356"/>
                        <a:pt x="8103" y="20679"/>
                      </a:cubicBezTo>
                      <a:lnTo>
                        <a:pt x="1976" y="26483"/>
                      </a:ln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Freeform: Shape 120">
                  <a:extLst>
                    <a:ext uri="{FF2B5EF4-FFF2-40B4-BE49-F238E27FC236}">
                      <a16:creationId xmlns:a16="http://schemas.microsoft.com/office/drawing/2014/main" id="{C18F839A-14F8-6CE2-8E74-C76CB877B4FC}"/>
                    </a:ext>
                  </a:extLst>
                </p:cNvPr>
                <p:cNvSpPr/>
                <p:nvPr/>
              </p:nvSpPr>
              <p:spPr>
                <a:xfrm>
                  <a:off x="7312064" y="3538290"/>
                  <a:ext cx="193479" cy="96739"/>
                </a:xfrm>
                <a:custGeom>
                  <a:avLst/>
                  <a:gdLst>
                    <a:gd name="connsiteX0" fmla="*/ 4066 w 193478"/>
                    <a:gd name="connsiteY0" fmla="*/ 117537 h 96739"/>
                    <a:gd name="connsiteX1" fmla="*/ 196 w 193478"/>
                    <a:gd name="connsiteY1" fmla="*/ 114635 h 96739"/>
                    <a:gd name="connsiteX2" fmla="*/ 2776 w 193478"/>
                    <a:gd name="connsiteY2" fmla="*/ 109476 h 96739"/>
                    <a:gd name="connsiteX3" fmla="*/ 15997 w 193478"/>
                    <a:gd name="connsiteY3" fmla="*/ 101414 h 96739"/>
                    <a:gd name="connsiteX4" fmla="*/ 20189 w 193478"/>
                    <a:gd name="connsiteY4" fmla="*/ 95932 h 96739"/>
                    <a:gd name="connsiteX5" fmla="*/ 25993 w 193478"/>
                    <a:gd name="connsiteY5" fmla="*/ 95287 h 96739"/>
                    <a:gd name="connsiteX6" fmla="*/ 26638 w 193478"/>
                    <a:gd name="connsiteY6" fmla="*/ 101091 h 96739"/>
                    <a:gd name="connsiteX7" fmla="*/ 22769 w 193478"/>
                    <a:gd name="connsiteY7" fmla="*/ 106251 h 96739"/>
                    <a:gd name="connsiteX8" fmla="*/ 5355 w 193478"/>
                    <a:gd name="connsiteY8" fmla="*/ 117215 h 96739"/>
                    <a:gd name="connsiteX9" fmla="*/ 4066 w 193478"/>
                    <a:gd name="connsiteY9" fmla="*/ 117537 h 96739"/>
                    <a:gd name="connsiteX10" fmla="*/ 114349 w 193478"/>
                    <a:gd name="connsiteY10" fmla="*/ 88515 h 96739"/>
                    <a:gd name="connsiteX11" fmla="*/ 104997 w 193478"/>
                    <a:gd name="connsiteY11" fmla="*/ 86258 h 96739"/>
                    <a:gd name="connsiteX12" fmla="*/ 95323 w 193478"/>
                    <a:gd name="connsiteY12" fmla="*/ 82711 h 96739"/>
                    <a:gd name="connsiteX13" fmla="*/ 92744 w 193478"/>
                    <a:gd name="connsiteY13" fmla="*/ 77552 h 96739"/>
                    <a:gd name="connsiteX14" fmla="*/ 97903 w 193478"/>
                    <a:gd name="connsiteY14" fmla="*/ 74972 h 96739"/>
                    <a:gd name="connsiteX15" fmla="*/ 107899 w 193478"/>
                    <a:gd name="connsiteY15" fmla="*/ 78519 h 96739"/>
                    <a:gd name="connsiteX16" fmla="*/ 114349 w 193478"/>
                    <a:gd name="connsiteY16" fmla="*/ 80454 h 96739"/>
                    <a:gd name="connsiteX17" fmla="*/ 116606 w 193478"/>
                    <a:gd name="connsiteY17" fmla="*/ 79164 h 96739"/>
                    <a:gd name="connsiteX18" fmla="*/ 117573 w 193478"/>
                    <a:gd name="connsiteY18" fmla="*/ 78519 h 96739"/>
                    <a:gd name="connsiteX19" fmla="*/ 123378 w 193478"/>
                    <a:gd name="connsiteY19" fmla="*/ 79164 h 96739"/>
                    <a:gd name="connsiteX20" fmla="*/ 122733 w 193478"/>
                    <a:gd name="connsiteY20" fmla="*/ 84968 h 96739"/>
                    <a:gd name="connsiteX21" fmla="*/ 121765 w 193478"/>
                    <a:gd name="connsiteY21" fmla="*/ 85613 h 96739"/>
                    <a:gd name="connsiteX22" fmla="*/ 114349 w 193478"/>
                    <a:gd name="connsiteY22" fmla="*/ 88515 h 96739"/>
                    <a:gd name="connsiteX23" fmla="*/ 45341 w 193478"/>
                    <a:gd name="connsiteY23" fmla="*/ 74972 h 96739"/>
                    <a:gd name="connsiteX24" fmla="*/ 43084 w 193478"/>
                    <a:gd name="connsiteY24" fmla="*/ 74327 h 96739"/>
                    <a:gd name="connsiteX25" fmla="*/ 42116 w 193478"/>
                    <a:gd name="connsiteY25" fmla="*/ 68845 h 96739"/>
                    <a:gd name="connsiteX26" fmla="*/ 52758 w 193478"/>
                    <a:gd name="connsiteY26" fmla="*/ 49497 h 96739"/>
                    <a:gd name="connsiteX27" fmla="*/ 53080 w 193478"/>
                    <a:gd name="connsiteY27" fmla="*/ 47885 h 96739"/>
                    <a:gd name="connsiteX28" fmla="*/ 58240 w 193478"/>
                    <a:gd name="connsiteY28" fmla="*/ 45305 h 96739"/>
                    <a:gd name="connsiteX29" fmla="*/ 60819 w 193478"/>
                    <a:gd name="connsiteY29" fmla="*/ 50464 h 96739"/>
                    <a:gd name="connsiteX30" fmla="*/ 60497 w 193478"/>
                    <a:gd name="connsiteY30" fmla="*/ 51432 h 96739"/>
                    <a:gd name="connsiteX31" fmla="*/ 48566 w 193478"/>
                    <a:gd name="connsiteY31" fmla="*/ 73682 h 96739"/>
                    <a:gd name="connsiteX32" fmla="*/ 45341 w 193478"/>
                    <a:gd name="connsiteY32" fmla="*/ 74972 h 96739"/>
                    <a:gd name="connsiteX33" fmla="*/ 143048 w 193478"/>
                    <a:gd name="connsiteY33" fmla="*/ 60783 h 96739"/>
                    <a:gd name="connsiteX34" fmla="*/ 141758 w 193478"/>
                    <a:gd name="connsiteY34" fmla="*/ 60461 h 96739"/>
                    <a:gd name="connsiteX35" fmla="*/ 139178 w 193478"/>
                    <a:gd name="connsiteY35" fmla="*/ 55302 h 96739"/>
                    <a:gd name="connsiteX36" fmla="*/ 143693 w 193478"/>
                    <a:gd name="connsiteY36" fmla="*/ 49497 h 96739"/>
                    <a:gd name="connsiteX37" fmla="*/ 147885 w 193478"/>
                    <a:gd name="connsiteY37" fmla="*/ 45950 h 96739"/>
                    <a:gd name="connsiteX38" fmla="*/ 151754 w 193478"/>
                    <a:gd name="connsiteY38" fmla="*/ 35631 h 96739"/>
                    <a:gd name="connsiteX39" fmla="*/ 155947 w 193478"/>
                    <a:gd name="connsiteY39" fmla="*/ 32084 h 96739"/>
                    <a:gd name="connsiteX40" fmla="*/ 159494 w 193478"/>
                    <a:gd name="connsiteY40" fmla="*/ 36276 h 96739"/>
                    <a:gd name="connsiteX41" fmla="*/ 153367 w 193478"/>
                    <a:gd name="connsiteY41" fmla="*/ 51432 h 96739"/>
                    <a:gd name="connsiteX42" fmla="*/ 148207 w 193478"/>
                    <a:gd name="connsiteY42" fmla="*/ 56269 h 96739"/>
                    <a:gd name="connsiteX43" fmla="*/ 146595 w 193478"/>
                    <a:gd name="connsiteY43" fmla="*/ 57881 h 96739"/>
                    <a:gd name="connsiteX44" fmla="*/ 143048 w 193478"/>
                    <a:gd name="connsiteY44" fmla="*/ 60783 h 96739"/>
                    <a:gd name="connsiteX45" fmla="*/ 80167 w 193478"/>
                    <a:gd name="connsiteY45" fmla="*/ 55624 h 96739"/>
                    <a:gd name="connsiteX46" fmla="*/ 76298 w 193478"/>
                    <a:gd name="connsiteY46" fmla="*/ 52077 h 96739"/>
                    <a:gd name="connsiteX47" fmla="*/ 76298 w 193478"/>
                    <a:gd name="connsiteY47" fmla="*/ 51432 h 96739"/>
                    <a:gd name="connsiteX48" fmla="*/ 78233 w 193478"/>
                    <a:gd name="connsiteY48" fmla="*/ 44660 h 96739"/>
                    <a:gd name="connsiteX49" fmla="*/ 86617 w 193478"/>
                    <a:gd name="connsiteY49" fmla="*/ 27892 h 96739"/>
                    <a:gd name="connsiteX50" fmla="*/ 90486 w 193478"/>
                    <a:gd name="connsiteY50" fmla="*/ 29182 h 96739"/>
                    <a:gd name="connsiteX51" fmla="*/ 94033 w 193478"/>
                    <a:gd name="connsiteY51" fmla="*/ 30794 h 96739"/>
                    <a:gd name="connsiteX52" fmla="*/ 85004 w 193478"/>
                    <a:gd name="connsiteY52" fmla="*/ 49175 h 96739"/>
                    <a:gd name="connsiteX53" fmla="*/ 84037 w 193478"/>
                    <a:gd name="connsiteY53" fmla="*/ 51754 h 96739"/>
                    <a:gd name="connsiteX54" fmla="*/ 80167 w 193478"/>
                    <a:gd name="connsiteY54" fmla="*/ 55624 h 96739"/>
                    <a:gd name="connsiteX55" fmla="*/ 80167 w 193478"/>
                    <a:gd name="connsiteY55" fmla="*/ 55624 h 96739"/>
                    <a:gd name="connsiteX56" fmla="*/ 189483 w 193478"/>
                    <a:gd name="connsiteY56" fmla="*/ 49497 h 96739"/>
                    <a:gd name="connsiteX57" fmla="*/ 188193 w 193478"/>
                    <a:gd name="connsiteY57" fmla="*/ 49175 h 96739"/>
                    <a:gd name="connsiteX58" fmla="*/ 183679 w 193478"/>
                    <a:gd name="connsiteY58" fmla="*/ 46917 h 96739"/>
                    <a:gd name="connsiteX59" fmla="*/ 176907 w 193478"/>
                    <a:gd name="connsiteY59" fmla="*/ 28859 h 96739"/>
                    <a:gd name="connsiteX60" fmla="*/ 176907 w 193478"/>
                    <a:gd name="connsiteY60" fmla="*/ 27247 h 96739"/>
                    <a:gd name="connsiteX61" fmla="*/ 175617 w 193478"/>
                    <a:gd name="connsiteY61" fmla="*/ 22410 h 96739"/>
                    <a:gd name="connsiteX62" fmla="*/ 180776 w 193478"/>
                    <a:gd name="connsiteY62" fmla="*/ 20153 h 96739"/>
                    <a:gd name="connsiteX63" fmla="*/ 184968 w 193478"/>
                    <a:gd name="connsiteY63" fmla="*/ 28537 h 96739"/>
                    <a:gd name="connsiteX64" fmla="*/ 188515 w 193478"/>
                    <a:gd name="connsiteY64" fmla="*/ 39823 h 96739"/>
                    <a:gd name="connsiteX65" fmla="*/ 190773 w 193478"/>
                    <a:gd name="connsiteY65" fmla="*/ 40791 h 96739"/>
                    <a:gd name="connsiteX66" fmla="*/ 193352 w 193478"/>
                    <a:gd name="connsiteY66" fmla="*/ 45950 h 96739"/>
                    <a:gd name="connsiteX67" fmla="*/ 189483 w 193478"/>
                    <a:gd name="connsiteY67" fmla="*/ 49497 h 96739"/>
                    <a:gd name="connsiteX68" fmla="*/ 79522 w 193478"/>
                    <a:gd name="connsiteY68" fmla="*/ 27247 h 96739"/>
                    <a:gd name="connsiteX69" fmla="*/ 78878 w 193478"/>
                    <a:gd name="connsiteY69" fmla="*/ 27247 h 96739"/>
                    <a:gd name="connsiteX70" fmla="*/ 75653 w 193478"/>
                    <a:gd name="connsiteY70" fmla="*/ 22732 h 96739"/>
                    <a:gd name="connsiteX71" fmla="*/ 75653 w 193478"/>
                    <a:gd name="connsiteY71" fmla="*/ 22088 h 96739"/>
                    <a:gd name="connsiteX72" fmla="*/ 73718 w 193478"/>
                    <a:gd name="connsiteY72" fmla="*/ 18863 h 96739"/>
                    <a:gd name="connsiteX73" fmla="*/ 68236 w 193478"/>
                    <a:gd name="connsiteY73" fmla="*/ 10156 h 96739"/>
                    <a:gd name="connsiteX74" fmla="*/ 67269 w 193478"/>
                    <a:gd name="connsiteY74" fmla="*/ 5964 h 96739"/>
                    <a:gd name="connsiteX75" fmla="*/ 76620 w 193478"/>
                    <a:gd name="connsiteY75" fmla="*/ 483 h 96739"/>
                    <a:gd name="connsiteX76" fmla="*/ 79200 w 193478"/>
                    <a:gd name="connsiteY76" fmla="*/ 5642 h 96739"/>
                    <a:gd name="connsiteX77" fmla="*/ 76298 w 193478"/>
                    <a:gd name="connsiteY77" fmla="*/ 8222 h 96739"/>
                    <a:gd name="connsiteX78" fmla="*/ 79845 w 193478"/>
                    <a:gd name="connsiteY78" fmla="*/ 13381 h 96739"/>
                    <a:gd name="connsiteX79" fmla="*/ 83714 w 193478"/>
                    <a:gd name="connsiteY79" fmla="*/ 21765 h 96739"/>
                    <a:gd name="connsiteX80" fmla="*/ 83392 w 193478"/>
                    <a:gd name="connsiteY80" fmla="*/ 23700 h 96739"/>
                    <a:gd name="connsiteX81" fmla="*/ 79522 w 193478"/>
                    <a:gd name="connsiteY81" fmla="*/ 27247 h 96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</a:cxnLst>
                  <a:rect l="l" t="t" r="r" b="b"/>
                  <a:pathLst>
                    <a:path w="193478" h="96739">
                      <a:moveTo>
                        <a:pt x="4066" y="117537"/>
                      </a:moveTo>
                      <a:cubicBezTo>
                        <a:pt x="2453" y="117537"/>
                        <a:pt x="841" y="116570"/>
                        <a:pt x="196" y="114635"/>
                      </a:cubicBezTo>
                      <a:cubicBezTo>
                        <a:pt x="-449" y="112378"/>
                        <a:pt x="519" y="110120"/>
                        <a:pt x="2776" y="109476"/>
                      </a:cubicBezTo>
                      <a:cubicBezTo>
                        <a:pt x="12772" y="105928"/>
                        <a:pt x="13095" y="105928"/>
                        <a:pt x="15997" y="101414"/>
                      </a:cubicBezTo>
                      <a:cubicBezTo>
                        <a:pt x="16964" y="100124"/>
                        <a:pt x="18254" y="98189"/>
                        <a:pt x="20189" y="95932"/>
                      </a:cubicBezTo>
                      <a:cubicBezTo>
                        <a:pt x="21479" y="94320"/>
                        <a:pt x="24059" y="93997"/>
                        <a:pt x="25993" y="95287"/>
                      </a:cubicBezTo>
                      <a:cubicBezTo>
                        <a:pt x="27606" y="96577"/>
                        <a:pt x="27928" y="99157"/>
                        <a:pt x="26638" y="101091"/>
                      </a:cubicBezTo>
                      <a:cubicBezTo>
                        <a:pt x="25026" y="103349"/>
                        <a:pt x="23736" y="104961"/>
                        <a:pt x="22769" y="106251"/>
                      </a:cubicBezTo>
                      <a:cubicBezTo>
                        <a:pt x="18899" y="112055"/>
                        <a:pt x="17287" y="113345"/>
                        <a:pt x="5355" y="117215"/>
                      </a:cubicBezTo>
                      <a:cubicBezTo>
                        <a:pt x="5033" y="117215"/>
                        <a:pt x="4388" y="117537"/>
                        <a:pt x="4066" y="117537"/>
                      </a:cubicBezTo>
                      <a:close/>
                      <a:moveTo>
                        <a:pt x="114349" y="88515"/>
                      </a:moveTo>
                      <a:cubicBezTo>
                        <a:pt x="112091" y="88515"/>
                        <a:pt x="109512" y="87871"/>
                        <a:pt x="104997" y="86258"/>
                      </a:cubicBezTo>
                      <a:cubicBezTo>
                        <a:pt x="100160" y="84323"/>
                        <a:pt x="97258" y="83356"/>
                        <a:pt x="95323" y="82711"/>
                      </a:cubicBezTo>
                      <a:cubicBezTo>
                        <a:pt x="93066" y="82066"/>
                        <a:pt x="92099" y="79809"/>
                        <a:pt x="92744" y="77552"/>
                      </a:cubicBezTo>
                      <a:cubicBezTo>
                        <a:pt x="93388" y="75294"/>
                        <a:pt x="95646" y="74327"/>
                        <a:pt x="97903" y="74972"/>
                      </a:cubicBezTo>
                      <a:cubicBezTo>
                        <a:pt x="99838" y="75617"/>
                        <a:pt x="103063" y="76907"/>
                        <a:pt x="107899" y="78519"/>
                      </a:cubicBezTo>
                      <a:cubicBezTo>
                        <a:pt x="109189" y="78841"/>
                        <a:pt x="112736" y="80454"/>
                        <a:pt x="114349" y="80454"/>
                      </a:cubicBezTo>
                      <a:cubicBezTo>
                        <a:pt x="114671" y="80454"/>
                        <a:pt x="114994" y="80454"/>
                        <a:pt x="116606" y="79164"/>
                      </a:cubicBezTo>
                      <a:lnTo>
                        <a:pt x="117573" y="78519"/>
                      </a:lnTo>
                      <a:cubicBezTo>
                        <a:pt x="119186" y="77229"/>
                        <a:pt x="121765" y="77552"/>
                        <a:pt x="123378" y="79164"/>
                      </a:cubicBezTo>
                      <a:cubicBezTo>
                        <a:pt x="124668" y="80776"/>
                        <a:pt x="124345" y="83356"/>
                        <a:pt x="122733" y="84968"/>
                      </a:cubicBezTo>
                      <a:lnTo>
                        <a:pt x="121765" y="85613"/>
                      </a:lnTo>
                      <a:cubicBezTo>
                        <a:pt x="119831" y="86903"/>
                        <a:pt x="117896" y="88515"/>
                        <a:pt x="114349" y="88515"/>
                      </a:cubicBezTo>
                      <a:close/>
                      <a:moveTo>
                        <a:pt x="45341" y="74972"/>
                      </a:moveTo>
                      <a:cubicBezTo>
                        <a:pt x="44374" y="74972"/>
                        <a:pt x="43729" y="74649"/>
                        <a:pt x="43084" y="74327"/>
                      </a:cubicBezTo>
                      <a:cubicBezTo>
                        <a:pt x="41149" y="73037"/>
                        <a:pt x="40827" y="70457"/>
                        <a:pt x="42116" y="68845"/>
                      </a:cubicBezTo>
                      <a:cubicBezTo>
                        <a:pt x="48243" y="60461"/>
                        <a:pt x="51790" y="54012"/>
                        <a:pt x="52758" y="49497"/>
                      </a:cubicBezTo>
                      <a:cubicBezTo>
                        <a:pt x="52758" y="48852"/>
                        <a:pt x="53080" y="48530"/>
                        <a:pt x="53080" y="47885"/>
                      </a:cubicBezTo>
                      <a:cubicBezTo>
                        <a:pt x="53725" y="45627"/>
                        <a:pt x="55982" y="44660"/>
                        <a:pt x="58240" y="45305"/>
                      </a:cubicBezTo>
                      <a:cubicBezTo>
                        <a:pt x="60497" y="45950"/>
                        <a:pt x="61465" y="48207"/>
                        <a:pt x="60819" y="50464"/>
                      </a:cubicBezTo>
                      <a:cubicBezTo>
                        <a:pt x="60819" y="50787"/>
                        <a:pt x="60497" y="51110"/>
                        <a:pt x="60497" y="51432"/>
                      </a:cubicBezTo>
                      <a:cubicBezTo>
                        <a:pt x="59207" y="57236"/>
                        <a:pt x="55338" y="64330"/>
                        <a:pt x="48566" y="73682"/>
                      </a:cubicBezTo>
                      <a:cubicBezTo>
                        <a:pt x="47921" y="74327"/>
                        <a:pt x="46631" y="74972"/>
                        <a:pt x="45341" y="74972"/>
                      </a:cubicBezTo>
                      <a:close/>
                      <a:moveTo>
                        <a:pt x="143048" y="60783"/>
                      </a:moveTo>
                      <a:cubicBezTo>
                        <a:pt x="142726" y="60783"/>
                        <a:pt x="142403" y="60783"/>
                        <a:pt x="141758" y="60461"/>
                      </a:cubicBezTo>
                      <a:cubicBezTo>
                        <a:pt x="139501" y="59816"/>
                        <a:pt x="138534" y="57559"/>
                        <a:pt x="139178" y="55302"/>
                      </a:cubicBezTo>
                      <a:cubicBezTo>
                        <a:pt x="140146" y="52399"/>
                        <a:pt x="142081" y="50787"/>
                        <a:pt x="143693" y="49497"/>
                      </a:cubicBezTo>
                      <a:cubicBezTo>
                        <a:pt x="144983" y="48530"/>
                        <a:pt x="146273" y="47562"/>
                        <a:pt x="147885" y="45950"/>
                      </a:cubicBezTo>
                      <a:cubicBezTo>
                        <a:pt x="150787" y="42403"/>
                        <a:pt x="151432" y="40468"/>
                        <a:pt x="151754" y="35631"/>
                      </a:cubicBezTo>
                      <a:cubicBezTo>
                        <a:pt x="152077" y="33374"/>
                        <a:pt x="153689" y="31761"/>
                        <a:pt x="155947" y="32084"/>
                      </a:cubicBezTo>
                      <a:cubicBezTo>
                        <a:pt x="158204" y="32407"/>
                        <a:pt x="159816" y="34341"/>
                        <a:pt x="159494" y="36276"/>
                      </a:cubicBezTo>
                      <a:cubicBezTo>
                        <a:pt x="158849" y="42403"/>
                        <a:pt x="157881" y="46273"/>
                        <a:pt x="153367" y="51432"/>
                      </a:cubicBezTo>
                      <a:cubicBezTo>
                        <a:pt x="151110" y="53689"/>
                        <a:pt x="149497" y="55302"/>
                        <a:pt x="148207" y="56269"/>
                      </a:cubicBezTo>
                      <a:cubicBezTo>
                        <a:pt x="146917" y="57236"/>
                        <a:pt x="146595" y="57559"/>
                        <a:pt x="146595" y="57881"/>
                      </a:cubicBezTo>
                      <a:cubicBezTo>
                        <a:pt x="146595" y="59816"/>
                        <a:pt x="144983" y="60783"/>
                        <a:pt x="143048" y="60783"/>
                      </a:cubicBezTo>
                      <a:close/>
                      <a:moveTo>
                        <a:pt x="80167" y="55624"/>
                      </a:moveTo>
                      <a:cubicBezTo>
                        <a:pt x="77910" y="55624"/>
                        <a:pt x="76298" y="54012"/>
                        <a:pt x="76298" y="52077"/>
                      </a:cubicBezTo>
                      <a:cubicBezTo>
                        <a:pt x="76298" y="52077"/>
                        <a:pt x="76298" y="51432"/>
                        <a:pt x="76298" y="51432"/>
                      </a:cubicBezTo>
                      <a:cubicBezTo>
                        <a:pt x="76298" y="49175"/>
                        <a:pt x="76943" y="46595"/>
                        <a:pt x="78233" y="44660"/>
                      </a:cubicBezTo>
                      <a:cubicBezTo>
                        <a:pt x="82747" y="37566"/>
                        <a:pt x="84359" y="33051"/>
                        <a:pt x="86617" y="27892"/>
                      </a:cubicBezTo>
                      <a:lnTo>
                        <a:pt x="90486" y="29182"/>
                      </a:lnTo>
                      <a:lnTo>
                        <a:pt x="94033" y="30794"/>
                      </a:lnTo>
                      <a:cubicBezTo>
                        <a:pt x="91776" y="36276"/>
                        <a:pt x="89841" y="41113"/>
                        <a:pt x="85004" y="49175"/>
                      </a:cubicBezTo>
                      <a:cubicBezTo>
                        <a:pt x="84359" y="50142"/>
                        <a:pt x="84037" y="50787"/>
                        <a:pt x="84037" y="51754"/>
                      </a:cubicBezTo>
                      <a:cubicBezTo>
                        <a:pt x="84359" y="53689"/>
                        <a:pt x="82425" y="55624"/>
                        <a:pt x="80167" y="55624"/>
                      </a:cubicBezTo>
                      <a:cubicBezTo>
                        <a:pt x="80167" y="55624"/>
                        <a:pt x="80167" y="55624"/>
                        <a:pt x="80167" y="55624"/>
                      </a:cubicBezTo>
                      <a:close/>
                      <a:moveTo>
                        <a:pt x="189483" y="49497"/>
                      </a:moveTo>
                      <a:cubicBezTo>
                        <a:pt x="189161" y="49497"/>
                        <a:pt x="188838" y="49497"/>
                        <a:pt x="188193" y="49175"/>
                      </a:cubicBezTo>
                      <a:cubicBezTo>
                        <a:pt x="186581" y="48852"/>
                        <a:pt x="184968" y="47885"/>
                        <a:pt x="183679" y="46917"/>
                      </a:cubicBezTo>
                      <a:cubicBezTo>
                        <a:pt x="177552" y="42725"/>
                        <a:pt x="176907" y="34019"/>
                        <a:pt x="176907" y="28859"/>
                      </a:cubicBezTo>
                      <a:cubicBezTo>
                        <a:pt x="176907" y="28214"/>
                        <a:pt x="176907" y="27892"/>
                        <a:pt x="176907" y="27247"/>
                      </a:cubicBezTo>
                      <a:cubicBezTo>
                        <a:pt x="175295" y="26280"/>
                        <a:pt x="174649" y="24022"/>
                        <a:pt x="175617" y="22410"/>
                      </a:cubicBezTo>
                      <a:cubicBezTo>
                        <a:pt x="176584" y="20475"/>
                        <a:pt x="178842" y="19508"/>
                        <a:pt x="180776" y="20153"/>
                      </a:cubicBezTo>
                      <a:cubicBezTo>
                        <a:pt x="184968" y="22088"/>
                        <a:pt x="184968" y="25957"/>
                        <a:pt x="184968" y="28537"/>
                      </a:cubicBezTo>
                      <a:cubicBezTo>
                        <a:pt x="184968" y="34019"/>
                        <a:pt x="186258" y="38533"/>
                        <a:pt x="188515" y="39823"/>
                      </a:cubicBezTo>
                      <a:cubicBezTo>
                        <a:pt x="189161" y="40146"/>
                        <a:pt x="189805" y="40468"/>
                        <a:pt x="190773" y="40791"/>
                      </a:cubicBezTo>
                      <a:cubicBezTo>
                        <a:pt x="193030" y="41436"/>
                        <a:pt x="193998" y="43693"/>
                        <a:pt x="193352" y="45950"/>
                      </a:cubicBezTo>
                      <a:cubicBezTo>
                        <a:pt x="193030" y="48207"/>
                        <a:pt x="191418" y="49497"/>
                        <a:pt x="189483" y="49497"/>
                      </a:cubicBezTo>
                      <a:close/>
                      <a:moveTo>
                        <a:pt x="79522" y="27247"/>
                      </a:moveTo>
                      <a:cubicBezTo>
                        <a:pt x="79200" y="27247"/>
                        <a:pt x="79200" y="27247"/>
                        <a:pt x="78878" y="27247"/>
                      </a:cubicBezTo>
                      <a:cubicBezTo>
                        <a:pt x="76620" y="26925"/>
                        <a:pt x="75331" y="24667"/>
                        <a:pt x="75653" y="22732"/>
                      </a:cubicBezTo>
                      <a:cubicBezTo>
                        <a:pt x="75653" y="22410"/>
                        <a:pt x="75653" y="22410"/>
                        <a:pt x="75653" y="22088"/>
                      </a:cubicBezTo>
                      <a:cubicBezTo>
                        <a:pt x="75653" y="21120"/>
                        <a:pt x="75331" y="20798"/>
                        <a:pt x="73718" y="18863"/>
                      </a:cubicBezTo>
                      <a:cubicBezTo>
                        <a:pt x="72106" y="16928"/>
                        <a:pt x="69848" y="14348"/>
                        <a:pt x="68236" y="10156"/>
                      </a:cubicBezTo>
                      <a:cubicBezTo>
                        <a:pt x="67591" y="8544"/>
                        <a:pt x="67269" y="7254"/>
                        <a:pt x="67269" y="5964"/>
                      </a:cubicBezTo>
                      <a:cubicBezTo>
                        <a:pt x="67269" y="1450"/>
                        <a:pt x="71138" y="-1130"/>
                        <a:pt x="76620" y="483"/>
                      </a:cubicBezTo>
                      <a:cubicBezTo>
                        <a:pt x="78878" y="1127"/>
                        <a:pt x="79845" y="3385"/>
                        <a:pt x="79200" y="5642"/>
                      </a:cubicBezTo>
                      <a:cubicBezTo>
                        <a:pt x="78878" y="6932"/>
                        <a:pt x="77588" y="7899"/>
                        <a:pt x="76298" y="8222"/>
                      </a:cubicBezTo>
                      <a:cubicBezTo>
                        <a:pt x="77265" y="10479"/>
                        <a:pt x="78555" y="12091"/>
                        <a:pt x="79845" y="13381"/>
                      </a:cubicBezTo>
                      <a:cubicBezTo>
                        <a:pt x="81780" y="15638"/>
                        <a:pt x="83714" y="17895"/>
                        <a:pt x="83714" y="21765"/>
                      </a:cubicBezTo>
                      <a:cubicBezTo>
                        <a:pt x="83714" y="22410"/>
                        <a:pt x="83714" y="23055"/>
                        <a:pt x="83392" y="23700"/>
                      </a:cubicBezTo>
                      <a:cubicBezTo>
                        <a:pt x="83392" y="25957"/>
                        <a:pt x="81457" y="27247"/>
                        <a:pt x="79522" y="27247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71C5B8D6-29DD-86A2-7CF5-61CD0A6AE9D5}"/>
                    </a:ext>
                  </a:extLst>
                </p:cNvPr>
                <p:cNvSpPr/>
                <p:nvPr/>
              </p:nvSpPr>
              <p:spPr>
                <a:xfrm>
                  <a:off x="7533107" y="3576501"/>
                  <a:ext cx="32246" cy="32246"/>
                </a:xfrm>
                <a:custGeom>
                  <a:avLst/>
                  <a:gdLst>
                    <a:gd name="connsiteX0" fmla="*/ 3911 w 0"/>
                    <a:gd name="connsiteY0" fmla="*/ 15801 h 0"/>
                    <a:gd name="connsiteX1" fmla="*/ 41 w 0"/>
                    <a:gd name="connsiteY1" fmla="*/ 12254 h 0"/>
                    <a:gd name="connsiteX2" fmla="*/ 3588 w 0"/>
                    <a:gd name="connsiteY2" fmla="*/ 7739 h 0"/>
                    <a:gd name="connsiteX3" fmla="*/ 6168 w 0"/>
                    <a:gd name="connsiteY3" fmla="*/ 7094 h 0"/>
                    <a:gd name="connsiteX4" fmla="*/ 9715 w 0"/>
                    <a:gd name="connsiteY4" fmla="*/ 3547 h 0"/>
                    <a:gd name="connsiteX5" fmla="*/ 14230 w 0"/>
                    <a:gd name="connsiteY5" fmla="*/ 0 h 0"/>
                    <a:gd name="connsiteX6" fmla="*/ 17777 w 0"/>
                    <a:gd name="connsiteY6" fmla="*/ 4514 h 0"/>
                    <a:gd name="connsiteX7" fmla="*/ 8748 w 0"/>
                    <a:gd name="connsiteY7" fmla="*/ 14511 h 0"/>
                    <a:gd name="connsiteX8" fmla="*/ 4556 w 0"/>
                    <a:gd name="connsiteY8" fmla="*/ 15478 h 0"/>
                    <a:gd name="connsiteX9" fmla="*/ 3911 w 0"/>
                    <a:gd name="connsiteY9" fmla="*/ 15801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3911" y="15801"/>
                      </a:moveTo>
                      <a:cubicBezTo>
                        <a:pt x="1976" y="15801"/>
                        <a:pt x="41" y="14188"/>
                        <a:pt x="41" y="12254"/>
                      </a:cubicBezTo>
                      <a:cubicBezTo>
                        <a:pt x="-281" y="9996"/>
                        <a:pt x="1331" y="8062"/>
                        <a:pt x="3588" y="7739"/>
                      </a:cubicBezTo>
                      <a:cubicBezTo>
                        <a:pt x="4233" y="7739"/>
                        <a:pt x="5201" y="7417"/>
                        <a:pt x="6168" y="7094"/>
                      </a:cubicBezTo>
                      <a:cubicBezTo>
                        <a:pt x="9393" y="6127"/>
                        <a:pt x="9393" y="4837"/>
                        <a:pt x="9715" y="3547"/>
                      </a:cubicBezTo>
                      <a:cubicBezTo>
                        <a:pt x="10037" y="1290"/>
                        <a:pt x="11972" y="0"/>
                        <a:pt x="14230" y="0"/>
                      </a:cubicBezTo>
                      <a:cubicBezTo>
                        <a:pt x="16487" y="322"/>
                        <a:pt x="18099" y="2257"/>
                        <a:pt x="17777" y="4514"/>
                      </a:cubicBezTo>
                      <a:cubicBezTo>
                        <a:pt x="17132" y="8062"/>
                        <a:pt x="15842" y="12254"/>
                        <a:pt x="8748" y="14511"/>
                      </a:cubicBezTo>
                      <a:cubicBezTo>
                        <a:pt x="7135" y="15156"/>
                        <a:pt x="5845" y="15478"/>
                        <a:pt x="4556" y="15478"/>
                      </a:cubicBezTo>
                      <a:cubicBezTo>
                        <a:pt x="4233" y="15801"/>
                        <a:pt x="3911" y="15801"/>
                        <a:pt x="3911" y="15801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9" name="Graphic 4">
                <a:extLst>
                  <a:ext uri="{FF2B5EF4-FFF2-40B4-BE49-F238E27FC236}">
                    <a16:creationId xmlns:a16="http://schemas.microsoft.com/office/drawing/2014/main" id="{E39DB1FE-94F9-10C3-832D-3ED71133C4A3}"/>
                  </a:ext>
                </a:extLst>
              </p:cNvPr>
              <p:cNvGrpSpPr/>
              <p:nvPr/>
            </p:nvGrpSpPr>
            <p:grpSpPr>
              <a:xfrm>
                <a:off x="7605827" y="2640241"/>
                <a:ext cx="55518" cy="123526"/>
                <a:chOff x="7605827" y="2640241"/>
                <a:chExt cx="55518" cy="123526"/>
              </a:xfrm>
              <a:grpFill/>
            </p:grpSpPr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B195EE4F-2096-221F-9486-2B4672508299}"/>
                    </a:ext>
                  </a:extLst>
                </p:cNvPr>
                <p:cNvSpPr/>
                <p:nvPr/>
              </p:nvSpPr>
              <p:spPr>
                <a:xfrm>
                  <a:off x="7605827" y="2731521"/>
                  <a:ext cx="32246" cy="32246"/>
                </a:xfrm>
                <a:custGeom>
                  <a:avLst/>
                  <a:gdLst>
                    <a:gd name="connsiteX0" fmla="*/ 4068 w 0"/>
                    <a:gd name="connsiteY0" fmla="*/ 20115 h 0"/>
                    <a:gd name="connsiteX1" fmla="*/ 2456 w 0"/>
                    <a:gd name="connsiteY1" fmla="*/ 19792 h 0"/>
                    <a:gd name="connsiteX2" fmla="*/ 199 w 0"/>
                    <a:gd name="connsiteY2" fmla="*/ 14633 h 0"/>
                    <a:gd name="connsiteX3" fmla="*/ 4391 w 0"/>
                    <a:gd name="connsiteY3" fmla="*/ 5926 h 0"/>
                    <a:gd name="connsiteX4" fmla="*/ 6326 w 0"/>
                    <a:gd name="connsiteY4" fmla="*/ 2057 h 0"/>
                    <a:gd name="connsiteX5" fmla="*/ 11808 w 0"/>
                    <a:gd name="connsiteY5" fmla="*/ 444 h 0"/>
                    <a:gd name="connsiteX6" fmla="*/ 13420 w 0"/>
                    <a:gd name="connsiteY6" fmla="*/ 5926 h 0"/>
                    <a:gd name="connsiteX7" fmla="*/ 11485 w 0"/>
                    <a:gd name="connsiteY7" fmla="*/ 9473 h 0"/>
                    <a:gd name="connsiteX8" fmla="*/ 7616 w 0"/>
                    <a:gd name="connsiteY8" fmla="*/ 17213 h 0"/>
                    <a:gd name="connsiteX9" fmla="*/ 4068 w 0"/>
                    <a:gd name="connsiteY9" fmla="*/ 2011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4068" y="20115"/>
                      </a:moveTo>
                      <a:cubicBezTo>
                        <a:pt x="3424" y="20115"/>
                        <a:pt x="3101" y="20115"/>
                        <a:pt x="2456" y="19792"/>
                      </a:cubicBezTo>
                      <a:cubicBezTo>
                        <a:pt x="522" y="18825"/>
                        <a:pt x="-446" y="16568"/>
                        <a:pt x="199" y="14633"/>
                      </a:cubicBezTo>
                      <a:cubicBezTo>
                        <a:pt x="1489" y="11731"/>
                        <a:pt x="2779" y="8829"/>
                        <a:pt x="4391" y="5926"/>
                      </a:cubicBezTo>
                      <a:lnTo>
                        <a:pt x="6326" y="2057"/>
                      </a:lnTo>
                      <a:cubicBezTo>
                        <a:pt x="7293" y="122"/>
                        <a:pt x="9873" y="-523"/>
                        <a:pt x="11808" y="444"/>
                      </a:cubicBezTo>
                      <a:cubicBezTo>
                        <a:pt x="13742" y="1412"/>
                        <a:pt x="14387" y="3992"/>
                        <a:pt x="13420" y="5926"/>
                      </a:cubicBezTo>
                      <a:lnTo>
                        <a:pt x="11485" y="9473"/>
                      </a:lnTo>
                      <a:cubicBezTo>
                        <a:pt x="9873" y="12376"/>
                        <a:pt x="8583" y="14633"/>
                        <a:pt x="7616" y="17213"/>
                      </a:cubicBezTo>
                      <a:cubicBezTo>
                        <a:pt x="6971" y="19147"/>
                        <a:pt x="5681" y="20115"/>
                        <a:pt x="4068" y="2011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FEF6F60E-E39E-287E-B117-354D95861DD7}"/>
                    </a:ext>
                  </a:extLst>
                </p:cNvPr>
                <p:cNvSpPr/>
                <p:nvPr/>
              </p:nvSpPr>
              <p:spPr>
                <a:xfrm>
                  <a:off x="7623067" y="2683232"/>
                  <a:ext cx="32246" cy="32246"/>
                </a:xfrm>
                <a:custGeom>
                  <a:avLst/>
                  <a:gdLst>
                    <a:gd name="connsiteX0" fmla="*/ 3919 w 0"/>
                    <a:gd name="connsiteY0" fmla="*/ 29063 h 0"/>
                    <a:gd name="connsiteX1" fmla="*/ 3274 w 0"/>
                    <a:gd name="connsiteY1" fmla="*/ 29063 h 0"/>
                    <a:gd name="connsiteX2" fmla="*/ 49 w 0"/>
                    <a:gd name="connsiteY2" fmla="*/ 24226 h 0"/>
                    <a:gd name="connsiteX3" fmla="*/ 1016 w 0"/>
                    <a:gd name="connsiteY3" fmla="*/ 13262 h 0"/>
                    <a:gd name="connsiteX4" fmla="*/ 1661 w 0"/>
                    <a:gd name="connsiteY4" fmla="*/ 3588 h 0"/>
                    <a:gd name="connsiteX5" fmla="*/ 6176 w 0"/>
                    <a:gd name="connsiteY5" fmla="*/ 41 h 0"/>
                    <a:gd name="connsiteX6" fmla="*/ 9723 w 0"/>
                    <a:gd name="connsiteY6" fmla="*/ 4556 h 0"/>
                    <a:gd name="connsiteX7" fmla="*/ 9401 w 0"/>
                    <a:gd name="connsiteY7" fmla="*/ 13262 h 0"/>
                    <a:gd name="connsiteX8" fmla="*/ 8111 w 0"/>
                    <a:gd name="connsiteY8" fmla="*/ 25838 h 0"/>
                    <a:gd name="connsiteX9" fmla="*/ 3919 w 0"/>
                    <a:gd name="connsiteY9" fmla="*/ 29063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3919" y="29063"/>
                      </a:moveTo>
                      <a:cubicBezTo>
                        <a:pt x="3596" y="29063"/>
                        <a:pt x="3274" y="29063"/>
                        <a:pt x="3274" y="29063"/>
                      </a:cubicBezTo>
                      <a:cubicBezTo>
                        <a:pt x="1016" y="28740"/>
                        <a:pt x="-273" y="26483"/>
                        <a:pt x="49" y="24226"/>
                      </a:cubicBezTo>
                      <a:cubicBezTo>
                        <a:pt x="694" y="20679"/>
                        <a:pt x="1016" y="16809"/>
                        <a:pt x="1016" y="13262"/>
                      </a:cubicBezTo>
                      <a:cubicBezTo>
                        <a:pt x="1016" y="10037"/>
                        <a:pt x="1339" y="6813"/>
                        <a:pt x="1661" y="3588"/>
                      </a:cubicBezTo>
                      <a:cubicBezTo>
                        <a:pt x="1984" y="1331"/>
                        <a:pt x="3919" y="-281"/>
                        <a:pt x="6176" y="41"/>
                      </a:cubicBezTo>
                      <a:cubicBezTo>
                        <a:pt x="8433" y="364"/>
                        <a:pt x="10045" y="2298"/>
                        <a:pt x="9723" y="4556"/>
                      </a:cubicBezTo>
                      <a:cubicBezTo>
                        <a:pt x="9401" y="7458"/>
                        <a:pt x="9401" y="10360"/>
                        <a:pt x="9401" y="13262"/>
                      </a:cubicBezTo>
                      <a:cubicBezTo>
                        <a:pt x="9401" y="17454"/>
                        <a:pt x="9078" y="21646"/>
                        <a:pt x="8111" y="25838"/>
                      </a:cubicBezTo>
                      <a:cubicBezTo>
                        <a:pt x="7466" y="27451"/>
                        <a:pt x="5853" y="29063"/>
                        <a:pt x="3919" y="2906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A79A92D2-2DED-A0DC-64FA-E748BB5BDFE0}"/>
                    </a:ext>
                  </a:extLst>
                </p:cNvPr>
                <p:cNvSpPr/>
                <p:nvPr/>
              </p:nvSpPr>
              <p:spPr>
                <a:xfrm>
                  <a:off x="7629099" y="2640241"/>
                  <a:ext cx="32246" cy="32246"/>
                </a:xfrm>
                <a:custGeom>
                  <a:avLst/>
                  <a:gdLst>
                    <a:gd name="connsiteX0" fmla="*/ 4336 w 0"/>
                    <a:gd name="connsiteY0" fmla="*/ 21427 h 0"/>
                    <a:gd name="connsiteX1" fmla="*/ 4336 w 0"/>
                    <a:gd name="connsiteY1" fmla="*/ 21427 h 0"/>
                    <a:gd name="connsiteX2" fmla="*/ 467 w 0"/>
                    <a:gd name="connsiteY2" fmla="*/ 17235 h 0"/>
                    <a:gd name="connsiteX3" fmla="*/ 789 w 0"/>
                    <a:gd name="connsiteY3" fmla="*/ 11431 h 0"/>
                    <a:gd name="connsiteX4" fmla="*/ 144 w 0"/>
                    <a:gd name="connsiteY4" fmla="*/ 4981 h 0"/>
                    <a:gd name="connsiteX5" fmla="*/ 3047 w 0"/>
                    <a:gd name="connsiteY5" fmla="*/ 144 h 0"/>
                    <a:gd name="connsiteX6" fmla="*/ 7884 w 0"/>
                    <a:gd name="connsiteY6" fmla="*/ 3047 h 0"/>
                    <a:gd name="connsiteX7" fmla="*/ 8851 w 0"/>
                    <a:gd name="connsiteY7" fmla="*/ 11108 h 0"/>
                    <a:gd name="connsiteX8" fmla="*/ 8528 w 0"/>
                    <a:gd name="connsiteY8" fmla="*/ 17558 h 0"/>
                    <a:gd name="connsiteX9" fmla="*/ 4336 w 0"/>
                    <a:gd name="connsiteY9" fmla="*/ 21427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4336" y="21427"/>
                      </a:moveTo>
                      <a:cubicBezTo>
                        <a:pt x="4336" y="21427"/>
                        <a:pt x="4014" y="21427"/>
                        <a:pt x="4336" y="21427"/>
                      </a:cubicBezTo>
                      <a:cubicBezTo>
                        <a:pt x="1757" y="21427"/>
                        <a:pt x="144" y="19492"/>
                        <a:pt x="467" y="17235"/>
                      </a:cubicBezTo>
                      <a:cubicBezTo>
                        <a:pt x="467" y="15300"/>
                        <a:pt x="789" y="13365"/>
                        <a:pt x="789" y="11431"/>
                      </a:cubicBezTo>
                      <a:cubicBezTo>
                        <a:pt x="789" y="9496"/>
                        <a:pt x="467" y="7239"/>
                        <a:pt x="144" y="4981"/>
                      </a:cubicBezTo>
                      <a:cubicBezTo>
                        <a:pt x="-501" y="2724"/>
                        <a:pt x="1112" y="789"/>
                        <a:pt x="3047" y="144"/>
                      </a:cubicBezTo>
                      <a:cubicBezTo>
                        <a:pt x="5304" y="-501"/>
                        <a:pt x="7238" y="1112"/>
                        <a:pt x="7884" y="3047"/>
                      </a:cubicBezTo>
                      <a:cubicBezTo>
                        <a:pt x="8528" y="5949"/>
                        <a:pt x="8851" y="8529"/>
                        <a:pt x="8851" y="11108"/>
                      </a:cubicBezTo>
                      <a:cubicBezTo>
                        <a:pt x="8851" y="13365"/>
                        <a:pt x="8851" y="15623"/>
                        <a:pt x="8528" y="17558"/>
                      </a:cubicBezTo>
                      <a:cubicBezTo>
                        <a:pt x="8206" y="19815"/>
                        <a:pt x="6271" y="21427"/>
                        <a:pt x="4336" y="21427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0" name="Graphic 4">
                <a:extLst>
                  <a:ext uri="{FF2B5EF4-FFF2-40B4-BE49-F238E27FC236}">
                    <a16:creationId xmlns:a16="http://schemas.microsoft.com/office/drawing/2014/main" id="{BD04B5C4-4F92-EB58-A644-A16C5A971280}"/>
                  </a:ext>
                </a:extLst>
              </p:cNvPr>
              <p:cNvGrpSpPr/>
              <p:nvPr/>
            </p:nvGrpSpPr>
            <p:grpSpPr>
              <a:xfrm>
                <a:off x="7307872" y="2553769"/>
                <a:ext cx="141559" cy="62147"/>
                <a:chOff x="7307872" y="2553769"/>
                <a:chExt cx="141559" cy="62147"/>
              </a:xfrm>
              <a:grpFill/>
            </p:grpSpPr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67D8D7DE-0136-2CBE-A044-21EBD9BE7E07}"/>
                    </a:ext>
                  </a:extLst>
                </p:cNvPr>
                <p:cNvSpPr/>
                <p:nvPr/>
              </p:nvSpPr>
              <p:spPr>
                <a:xfrm>
                  <a:off x="7417185" y="2564284"/>
                  <a:ext cx="32246" cy="32246"/>
                </a:xfrm>
                <a:custGeom>
                  <a:avLst/>
                  <a:gdLst>
                    <a:gd name="connsiteX0" fmla="*/ 4068 w 0"/>
                    <a:gd name="connsiteY0" fmla="*/ 12254 h 0"/>
                    <a:gd name="connsiteX1" fmla="*/ 199 w 0"/>
                    <a:gd name="connsiteY1" fmla="*/ 9674 h 0"/>
                    <a:gd name="connsiteX2" fmla="*/ 2456 w 0"/>
                    <a:gd name="connsiteY2" fmla="*/ 4515 h 0"/>
                    <a:gd name="connsiteX3" fmla="*/ 16000 w 0"/>
                    <a:gd name="connsiteY3" fmla="*/ 645 h 0"/>
                    <a:gd name="connsiteX4" fmla="*/ 18902 w 0"/>
                    <a:gd name="connsiteY4" fmla="*/ 0 h 0"/>
                    <a:gd name="connsiteX5" fmla="*/ 20192 w 0"/>
                    <a:gd name="connsiteY5" fmla="*/ 2580 h 0"/>
                    <a:gd name="connsiteX6" fmla="*/ 21804 w 0"/>
                    <a:gd name="connsiteY6" fmla="*/ 8062 h 0"/>
                    <a:gd name="connsiteX7" fmla="*/ 16322 w 0"/>
                    <a:gd name="connsiteY7" fmla="*/ 9352 h 0"/>
                    <a:gd name="connsiteX8" fmla="*/ 15355 w 0"/>
                    <a:gd name="connsiteY8" fmla="*/ 8707 h 0"/>
                    <a:gd name="connsiteX9" fmla="*/ 5036 w 0"/>
                    <a:gd name="connsiteY9" fmla="*/ 11931 h 0"/>
                    <a:gd name="connsiteX10" fmla="*/ 4068 w 0"/>
                    <a:gd name="connsiteY10" fmla="*/ 1225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>
                      <a:moveTo>
                        <a:pt x="4068" y="12254"/>
                      </a:moveTo>
                      <a:cubicBezTo>
                        <a:pt x="2456" y="12254"/>
                        <a:pt x="844" y="11286"/>
                        <a:pt x="199" y="9674"/>
                      </a:cubicBezTo>
                      <a:cubicBezTo>
                        <a:pt x="-446" y="7739"/>
                        <a:pt x="521" y="5159"/>
                        <a:pt x="2456" y="4515"/>
                      </a:cubicBezTo>
                      <a:cubicBezTo>
                        <a:pt x="6971" y="2902"/>
                        <a:pt x="11485" y="1612"/>
                        <a:pt x="16000" y="645"/>
                      </a:cubicBezTo>
                      <a:lnTo>
                        <a:pt x="18902" y="0"/>
                      </a:lnTo>
                      <a:lnTo>
                        <a:pt x="20192" y="2580"/>
                      </a:lnTo>
                      <a:cubicBezTo>
                        <a:pt x="22127" y="3870"/>
                        <a:pt x="22771" y="6127"/>
                        <a:pt x="21804" y="8062"/>
                      </a:cubicBezTo>
                      <a:cubicBezTo>
                        <a:pt x="20514" y="9996"/>
                        <a:pt x="18257" y="10641"/>
                        <a:pt x="16322" y="9352"/>
                      </a:cubicBezTo>
                      <a:cubicBezTo>
                        <a:pt x="16000" y="9029"/>
                        <a:pt x="15677" y="9029"/>
                        <a:pt x="15355" y="8707"/>
                      </a:cubicBezTo>
                      <a:cubicBezTo>
                        <a:pt x="11808" y="9352"/>
                        <a:pt x="8583" y="10641"/>
                        <a:pt x="5036" y="11931"/>
                      </a:cubicBezTo>
                      <a:cubicBezTo>
                        <a:pt x="5036" y="12254"/>
                        <a:pt x="4714" y="12254"/>
                        <a:pt x="4068" y="12254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541C29A5-177C-1281-6B33-7EDDC5D1418C}"/>
                    </a:ext>
                  </a:extLst>
                </p:cNvPr>
                <p:cNvSpPr/>
                <p:nvPr/>
              </p:nvSpPr>
              <p:spPr>
                <a:xfrm>
                  <a:off x="7349666" y="2583670"/>
                  <a:ext cx="32246" cy="32246"/>
                </a:xfrm>
                <a:custGeom>
                  <a:avLst/>
                  <a:gdLst>
                    <a:gd name="connsiteX0" fmla="*/ 29022 w 32246"/>
                    <a:gd name="connsiteY0" fmla="*/ 12215 h 0"/>
                    <a:gd name="connsiteX1" fmla="*/ 16446 w 32246"/>
                    <a:gd name="connsiteY1" fmla="*/ 9958 h 0"/>
                    <a:gd name="connsiteX2" fmla="*/ 6449 w 32246"/>
                    <a:gd name="connsiteY2" fmla="*/ 7701 h 0"/>
                    <a:gd name="connsiteX3" fmla="*/ 3547 w 32246"/>
                    <a:gd name="connsiteY3" fmla="*/ 8668 h 0"/>
                    <a:gd name="connsiteX4" fmla="*/ 0 w 32246"/>
                    <a:gd name="connsiteY4" fmla="*/ 1574 h 0"/>
                    <a:gd name="connsiteX5" fmla="*/ 19348 w 32246"/>
                    <a:gd name="connsiteY5" fmla="*/ 2541 h 0"/>
                    <a:gd name="connsiteX6" fmla="*/ 31924 w 32246"/>
                    <a:gd name="connsiteY6" fmla="*/ 4153 h 0"/>
                    <a:gd name="connsiteX7" fmla="*/ 36439 w 32246"/>
                    <a:gd name="connsiteY7" fmla="*/ 7701 h 0"/>
                    <a:gd name="connsiteX8" fmla="*/ 32892 w 32246"/>
                    <a:gd name="connsiteY8" fmla="*/ 12215 h 0"/>
                    <a:gd name="connsiteX9" fmla="*/ 29022 w 32246"/>
                    <a:gd name="connsiteY9" fmla="*/ 1221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246">
                      <a:moveTo>
                        <a:pt x="29022" y="12215"/>
                      </a:moveTo>
                      <a:cubicBezTo>
                        <a:pt x="25152" y="12215"/>
                        <a:pt x="21283" y="11570"/>
                        <a:pt x="16446" y="9958"/>
                      </a:cubicBezTo>
                      <a:cubicBezTo>
                        <a:pt x="11609" y="8346"/>
                        <a:pt x="8384" y="7701"/>
                        <a:pt x="6449" y="7701"/>
                      </a:cubicBezTo>
                      <a:cubicBezTo>
                        <a:pt x="5160" y="7701"/>
                        <a:pt x="4514" y="8023"/>
                        <a:pt x="3547" y="8668"/>
                      </a:cubicBezTo>
                      <a:lnTo>
                        <a:pt x="0" y="1574"/>
                      </a:lnTo>
                      <a:cubicBezTo>
                        <a:pt x="3225" y="-39"/>
                        <a:pt x="7417" y="-1328"/>
                        <a:pt x="19348" y="2541"/>
                      </a:cubicBezTo>
                      <a:cubicBezTo>
                        <a:pt x="24507" y="4153"/>
                        <a:pt x="28377" y="4798"/>
                        <a:pt x="31924" y="4153"/>
                      </a:cubicBezTo>
                      <a:cubicBezTo>
                        <a:pt x="34181" y="3831"/>
                        <a:pt x="36116" y="5443"/>
                        <a:pt x="36439" y="7701"/>
                      </a:cubicBezTo>
                      <a:cubicBezTo>
                        <a:pt x="36761" y="9958"/>
                        <a:pt x="35149" y="11893"/>
                        <a:pt x="32892" y="12215"/>
                      </a:cubicBezTo>
                      <a:cubicBezTo>
                        <a:pt x="31602" y="12215"/>
                        <a:pt x="30312" y="12215"/>
                        <a:pt x="29022" y="1221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2F0449AD-C7CC-CAD4-916C-9CDAF037C0E4}"/>
                    </a:ext>
                  </a:extLst>
                </p:cNvPr>
                <p:cNvSpPr/>
                <p:nvPr/>
              </p:nvSpPr>
              <p:spPr>
                <a:xfrm>
                  <a:off x="7307872" y="2553769"/>
                  <a:ext cx="32246" cy="32246"/>
                </a:xfrm>
                <a:custGeom>
                  <a:avLst/>
                  <a:gdLst>
                    <a:gd name="connsiteX0" fmla="*/ 11482 w 0"/>
                    <a:gd name="connsiteY0" fmla="*/ 18899 h 0"/>
                    <a:gd name="connsiteX1" fmla="*/ 7613 w 0"/>
                    <a:gd name="connsiteY1" fmla="*/ 16319 h 0"/>
                    <a:gd name="connsiteX2" fmla="*/ 4711 w 0"/>
                    <a:gd name="connsiteY2" fmla="*/ 9548 h 0"/>
                    <a:gd name="connsiteX3" fmla="*/ 2776 w 0"/>
                    <a:gd name="connsiteY3" fmla="*/ 7935 h 0"/>
                    <a:gd name="connsiteX4" fmla="*/ 196 w 0"/>
                    <a:gd name="connsiteY4" fmla="*/ 2776 h 0"/>
                    <a:gd name="connsiteX5" fmla="*/ 5356 w 0"/>
                    <a:gd name="connsiteY5" fmla="*/ 196 h 0"/>
                    <a:gd name="connsiteX6" fmla="*/ 12127 w 0"/>
                    <a:gd name="connsiteY6" fmla="*/ 6323 h 0"/>
                    <a:gd name="connsiteX7" fmla="*/ 15030 w 0"/>
                    <a:gd name="connsiteY7" fmla="*/ 13417 h 0"/>
                    <a:gd name="connsiteX8" fmla="*/ 12772 w 0"/>
                    <a:gd name="connsiteY8" fmla="*/ 18577 h 0"/>
                    <a:gd name="connsiteX9" fmla="*/ 11482 w 0"/>
                    <a:gd name="connsiteY9" fmla="*/ 1889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11482" y="18899"/>
                      </a:moveTo>
                      <a:cubicBezTo>
                        <a:pt x="9870" y="18899"/>
                        <a:pt x="8258" y="17932"/>
                        <a:pt x="7613" y="16319"/>
                      </a:cubicBezTo>
                      <a:cubicBezTo>
                        <a:pt x="6645" y="14062"/>
                        <a:pt x="5678" y="11805"/>
                        <a:pt x="4711" y="9548"/>
                      </a:cubicBezTo>
                      <a:cubicBezTo>
                        <a:pt x="4388" y="8580"/>
                        <a:pt x="3743" y="8258"/>
                        <a:pt x="2776" y="7935"/>
                      </a:cubicBezTo>
                      <a:cubicBezTo>
                        <a:pt x="518" y="7290"/>
                        <a:pt x="-449" y="5033"/>
                        <a:pt x="196" y="2776"/>
                      </a:cubicBezTo>
                      <a:cubicBezTo>
                        <a:pt x="841" y="519"/>
                        <a:pt x="3098" y="-449"/>
                        <a:pt x="5356" y="196"/>
                      </a:cubicBezTo>
                      <a:cubicBezTo>
                        <a:pt x="8580" y="1164"/>
                        <a:pt x="10837" y="3421"/>
                        <a:pt x="12127" y="6323"/>
                      </a:cubicBezTo>
                      <a:cubicBezTo>
                        <a:pt x="13095" y="8903"/>
                        <a:pt x="14062" y="11160"/>
                        <a:pt x="15030" y="13417"/>
                      </a:cubicBezTo>
                      <a:cubicBezTo>
                        <a:pt x="15997" y="15352"/>
                        <a:pt x="14707" y="17932"/>
                        <a:pt x="12772" y="18577"/>
                      </a:cubicBezTo>
                      <a:cubicBezTo>
                        <a:pt x="12450" y="18899"/>
                        <a:pt x="12127" y="18899"/>
                        <a:pt x="11482" y="18899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1" name="Graphic 4">
                <a:extLst>
                  <a:ext uri="{FF2B5EF4-FFF2-40B4-BE49-F238E27FC236}">
                    <a16:creationId xmlns:a16="http://schemas.microsoft.com/office/drawing/2014/main" id="{788E0472-95C9-E0F5-51E4-F9EADC818AAE}"/>
                  </a:ext>
                </a:extLst>
              </p:cNvPr>
              <p:cNvGrpSpPr/>
              <p:nvPr/>
            </p:nvGrpSpPr>
            <p:grpSpPr>
              <a:xfrm>
                <a:off x="7647301" y="2738944"/>
                <a:ext cx="489350" cy="214870"/>
                <a:chOff x="7647301" y="2738944"/>
                <a:chExt cx="489350" cy="214870"/>
              </a:xfrm>
              <a:grpFill/>
            </p:grpSpPr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24113E18-76AB-D431-04E4-951B73BD6D53}"/>
                    </a:ext>
                  </a:extLst>
                </p:cNvPr>
                <p:cNvSpPr/>
                <p:nvPr/>
              </p:nvSpPr>
              <p:spPr>
                <a:xfrm>
                  <a:off x="8099590" y="2921568"/>
                  <a:ext cx="32246" cy="32246"/>
                </a:xfrm>
                <a:custGeom>
                  <a:avLst/>
                  <a:gdLst>
                    <a:gd name="connsiteX0" fmla="*/ 3999 w 0"/>
                    <a:gd name="connsiteY0" fmla="*/ 13872 h 0"/>
                    <a:gd name="connsiteX1" fmla="*/ 774 w 0"/>
                    <a:gd name="connsiteY1" fmla="*/ 12260 h 0"/>
                    <a:gd name="connsiteX2" fmla="*/ 1741 w 0"/>
                    <a:gd name="connsiteY2" fmla="*/ 6778 h 0"/>
                    <a:gd name="connsiteX3" fmla="*/ 14640 w 0"/>
                    <a:gd name="connsiteY3" fmla="*/ 329 h 0"/>
                    <a:gd name="connsiteX4" fmla="*/ 19800 w 0"/>
                    <a:gd name="connsiteY4" fmla="*/ 2586 h 0"/>
                    <a:gd name="connsiteX5" fmla="*/ 17542 w 0"/>
                    <a:gd name="connsiteY5" fmla="*/ 7746 h 0"/>
                    <a:gd name="connsiteX6" fmla="*/ 6256 w 0"/>
                    <a:gd name="connsiteY6" fmla="*/ 13550 h 0"/>
                    <a:gd name="connsiteX7" fmla="*/ 3999 w 0"/>
                    <a:gd name="connsiteY7" fmla="*/ 1387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>
                      <a:moveTo>
                        <a:pt x="3999" y="13872"/>
                      </a:moveTo>
                      <a:cubicBezTo>
                        <a:pt x="2709" y="13872"/>
                        <a:pt x="1419" y="13228"/>
                        <a:pt x="774" y="12260"/>
                      </a:cubicBezTo>
                      <a:cubicBezTo>
                        <a:pt x="-516" y="10325"/>
                        <a:pt x="-194" y="8068"/>
                        <a:pt x="1741" y="6778"/>
                      </a:cubicBezTo>
                      <a:cubicBezTo>
                        <a:pt x="6256" y="3554"/>
                        <a:pt x="10770" y="1619"/>
                        <a:pt x="14640" y="329"/>
                      </a:cubicBezTo>
                      <a:cubicBezTo>
                        <a:pt x="16575" y="-638"/>
                        <a:pt x="19155" y="651"/>
                        <a:pt x="19800" y="2586"/>
                      </a:cubicBezTo>
                      <a:cubicBezTo>
                        <a:pt x="20767" y="4521"/>
                        <a:pt x="19477" y="7101"/>
                        <a:pt x="17542" y="7746"/>
                      </a:cubicBezTo>
                      <a:cubicBezTo>
                        <a:pt x="13995" y="9036"/>
                        <a:pt x="10126" y="10648"/>
                        <a:pt x="6256" y="13550"/>
                      </a:cubicBezTo>
                      <a:cubicBezTo>
                        <a:pt x="5611" y="13550"/>
                        <a:pt x="4966" y="13872"/>
                        <a:pt x="3999" y="1387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771771BD-CAAF-7A0C-61CA-8AFE88BB7A78}"/>
                    </a:ext>
                  </a:extLst>
                </p:cNvPr>
                <p:cNvSpPr/>
                <p:nvPr/>
              </p:nvSpPr>
              <p:spPr>
                <a:xfrm>
                  <a:off x="7652954" y="2738944"/>
                  <a:ext cx="483697" cy="161232"/>
                </a:xfrm>
                <a:custGeom>
                  <a:avLst/>
                  <a:gdLst>
                    <a:gd name="connsiteX0" fmla="*/ 494167 w 483697"/>
                    <a:gd name="connsiteY0" fmla="*/ 169088 h 161232"/>
                    <a:gd name="connsiteX1" fmla="*/ 491910 w 483697"/>
                    <a:gd name="connsiteY1" fmla="*/ 168443 h 161232"/>
                    <a:gd name="connsiteX2" fmla="*/ 490620 w 483697"/>
                    <a:gd name="connsiteY2" fmla="*/ 162961 h 161232"/>
                    <a:gd name="connsiteX3" fmla="*/ 493199 w 483697"/>
                    <a:gd name="connsiteY3" fmla="*/ 155867 h 161232"/>
                    <a:gd name="connsiteX4" fmla="*/ 494490 w 483697"/>
                    <a:gd name="connsiteY4" fmla="*/ 149095 h 161232"/>
                    <a:gd name="connsiteX5" fmla="*/ 495135 w 483697"/>
                    <a:gd name="connsiteY5" fmla="*/ 145226 h 161232"/>
                    <a:gd name="connsiteX6" fmla="*/ 493522 w 483697"/>
                    <a:gd name="connsiteY6" fmla="*/ 140389 h 161232"/>
                    <a:gd name="connsiteX7" fmla="*/ 495779 w 483697"/>
                    <a:gd name="connsiteY7" fmla="*/ 135229 h 161232"/>
                    <a:gd name="connsiteX8" fmla="*/ 500939 w 483697"/>
                    <a:gd name="connsiteY8" fmla="*/ 137486 h 161232"/>
                    <a:gd name="connsiteX9" fmla="*/ 503196 w 483697"/>
                    <a:gd name="connsiteY9" fmla="*/ 145548 h 161232"/>
                    <a:gd name="connsiteX10" fmla="*/ 502228 w 483697"/>
                    <a:gd name="connsiteY10" fmla="*/ 151352 h 161232"/>
                    <a:gd name="connsiteX11" fmla="*/ 500939 w 483697"/>
                    <a:gd name="connsiteY11" fmla="*/ 157802 h 161232"/>
                    <a:gd name="connsiteX12" fmla="*/ 497392 w 483697"/>
                    <a:gd name="connsiteY12" fmla="*/ 167798 h 161232"/>
                    <a:gd name="connsiteX13" fmla="*/ 494167 w 483697"/>
                    <a:gd name="connsiteY13" fmla="*/ 169088 h 161232"/>
                    <a:gd name="connsiteX14" fmla="*/ 475464 w 483697"/>
                    <a:gd name="connsiteY14" fmla="*/ 112979 h 161232"/>
                    <a:gd name="connsiteX15" fmla="*/ 475464 w 483697"/>
                    <a:gd name="connsiteY15" fmla="*/ 112979 h 161232"/>
                    <a:gd name="connsiteX16" fmla="*/ 471272 w 483697"/>
                    <a:gd name="connsiteY16" fmla="*/ 108787 h 161232"/>
                    <a:gd name="connsiteX17" fmla="*/ 475141 w 483697"/>
                    <a:gd name="connsiteY17" fmla="*/ 96856 h 161232"/>
                    <a:gd name="connsiteX18" fmla="*/ 477076 w 483697"/>
                    <a:gd name="connsiteY18" fmla="*/ 92986 h 161232"/>
                    <a:gd name="connsiteX19" fmla="*/ 472884 w 483697"/>
                    <a:gd name="connsiteY19" fmla="*/ 92019 h 161232"/>
                    <a:gd name="connsiteX20" fmla="*/ 469660 w 483697"/>
                    <a:gd name="connsiteY20" fmla="*/ 87504 h 161232"/>
                    <a:gd name="connsiteX21" fmla="*/ 474174 w 483697"/>
                    <a:gd name="connsiteY21" fmla="*/ 84280 h 161232"/>
                    <a:gd name="connsiteX22" fmla="*/ 485138 w 483697"/>
                    <a:gd name="connsiteY22" fmla="*/ 92986 h 161232"/>
                    <a:gd name="connsiteX23" fmla="*/ 484815 w 483697"/>
                    <a:gd name="connsiteY23" fmla="*/ 95243 h 161232"/>
                    <a:gd name="connsiteX24" fmla="*/ 482236 w 483697"/>
                    <a:gd name="connsiteY24" fmla="*/ 101048 h 161232"/>
                    <a:gd name="connsiteX25" fmla="*/ 479011 w 483697"/>
                    <a:gd name="connsiteY25" fmla="*/ 110077 h 161232"/>
                    <a:gd name="connsiteX26" fmla="*/ 475464 w 483697"/>
                    <a:gd name="connsiteY26" fmla="*/ 112979 h 161232"/>
                    <a:gd name="connsiteX27" fmla="*/ 4021 w 483697"/>
                    <a:gd name="connsiteY27" fmla="*/ 92341 h 161232"/>
                    <a:gd name="connsiteX28" fmla="*/ 796 w 483697"/>
                    <a:gd name="connsiteY28" fmla="*/ 90729 h 161232"/>
                    <a:gd name="connsiteX29" fmla="*/ 1441 w 483697"/>
                    <a:gd name="connsiteY29" fmla="*/ 84925 h 161232"/>
                    <a:gd name="connsiteX30" fmla="*/ 3053 w 483697"/>
                    <a:gd name="connsiteY30" fmla="*/ 83635 h 161232"/>
                    <a:gd name="connsiteX31" fmla="*/ 18532 w 483697"/>
                    <a:gd name="connsiteY31" fmla="*/ 66867 h 161232"/>
                    <a:gd name="connsiteX32" fmla="*/ 23691 w 483697"/>
                    <a:gd name="connsiteY32" fmla="*/ 64609 h 161232"/>
                    <a:gd name="connsiteX33" fmla="*/ 25948 w 483697"/>
                    <a:gd name="connsiteY33" fmla="*/ 69769 h 161232"/>
                    <a:gd name="connsiteX34" fmla="*/ 7245 w 483697"/>
                    <a:gd name="connsiteY34" fmla="*/ 90407 h 161232"/>
                    <a:gd name="connsiteX35" fmla="*/ 5955 w 483697"/>
                    <a:gd name="connsiteY35" fmla="*/ 91374 h 161232"/>
                    <a:gd name="connsiteX36" fmla="*/ 4021 w 483697"/>
                    <a:gd name="connsiteY36" fmla="*/ 92341 h 161232"/>
                    <a:gd name="connsiteX37" fmla="*/ 226844 w 483697"/>
                    <a:gd name="connsiteY37" fmla="*/ 83957 h 161232"/>
                    <a:gd name="connsiteX38" fmla="*/ 216525 w 483697"/>
                    <a:gd name="connsiteY38" fmla="*/ 75896 h 161232"/>
                    <a:gd name="connsiteX39" fmla="*/ 212978 w 483697"/>
                    <a:gd name="connsiteY39" fmla="*/ 69769 h 161232"/>
                    <a:gd name="connsiteX40" fmla="*/ 214912 w 483697"/>
                    <a:gd name="connsiteY40" fmla="*/ 64609 h 161232"/>
                    <a:gd name="connsiteX41" fmla="*/ 220072 w 483697"/>
                    <a:gd name="connsiteY41" fmla="*/ 66544 h 161232"/>
                    <a:gd name="connsiteX42" fmla="*/ 222652 w 483697"/>
                    <a:gd name="connsiteY42" fmla="*/ 71381 h 161232"/>
                    <a:gd name="connsiteX43" fmla="*/ 226199 w 483697"/>
                    <a:gd name="connsiteY43" fmla="*/ 75573 h 161232"/>
                    <a:gd name="connsiteX44" fmla="*/ 228134 w 483697"/>
                    <a:gd name="connsiteY44" fmla="*/ 72993 h 161232"/>
                    <a:gd name="connsiteX45" fmla="*/ 229746 w 483697"/>
                    <a:gd name="connsiteY45" fmla="*/ 69769 h 161232"/>
                    <a:gd name="connsiteX46" fmla="*/ 234905 w 483697"/>
                    <a:gd name="connsiteY46" fmla="*/ 67511 h 161232"/>
                    <a:gd name="connsiteX47" fmla="*/ 237163 w 483697"/>
                    <a:gd name="connsiteY47" fmla="*/ 72671 h 161232"/>
                    <a:gd name="connsiteX48" fmla="*/ 234583 w 483697"/>
                    <a:gd name="connsiteY48" fmla="*/ 77830 h 161232"/>
                    <a:gd name="connsiteX49" fmla="*/ 226844 w 483697"/>
                    <a:gd name="connsiteY49" fmla="*/ 83957 h 161232"/>
                    <a:gd name="connsiteX50" fmla="*/ 445152 w 483697"/>
                    <a:gd name="connsiteY50" fmla="*/ 72993 h 161232"/>
                    <a:gd name="connsiteX51" fmla="*/ 442250 w 483697"/>
                    <a:gd name="connsiteY51" fmla="*/ 71704 h 161232"/>
                    <a:gd name="connsiteX52" fmla="*/ 440315 w 483697"/>
                    <a:gd name="connsiteY52" fmla="*/ 69446 h 161232"/>
                    <a:gd name="connsiteX53" fmla="*/ 421612 w 483697"/>
                    <a:gd name="connsiteY53" fmla="*/ 66867 h 161232"/>
                    <a:gd name="connsiteX54" fmla="*/ 416453 w 483697"/>
                    <a:gd name="connsiteY54" fmla="*/ 64287 h 161232"/>
                    <a:gd name="connsiteX55" fmla="*/ 419033 w 483697"/>
                    <a:gd name="connsiteY55" fmla="*/ 59127 h 161232"/>
                    <a:gd name="connsiteX56" fmla="*/ 445797 w 483697"/>
                    <a:gd name="connsiteY56" fmla="*/ 63964 h 161232"/>
                    <a:gd name="connsiteX57" fmla="*/ 448377 w 483697"/>
                    <a:gd name="connsiteY57" fmla="*/ 66544 h 161232"/>
                    <a:gd name="connsiteX58" fmla="*/ 448055 w 483697"/>
                    <a:gd name="connsiteY58" fmla="*/ 72348 h 161232"/>
                    <a:gd name="connsiteX59" fmla="*/ 445152 w 483697"/>
                    <a:gd name="connsiteY59" fmla="*/ 72993 h 161232"/>
                    <a:gd name="connsiteX60" fmla="*/ 388721 w 483697"/>
                    <a:gd name="connsiteY60" fmla="*/ 64287 h 161232"/>
                    <a:gd name="connsiteX61" fmla="*/ 384851 w 483697"/>
                    <a:gd name="connsiteY61" fmla="*/ 60095 h 161232"/>
                    <a:gd name="connsiteX62" fmla="*/ 384851 w 483697"/>
                    <a:gd name="connsiteY62" fmla="*/ 60095 h 161232"/>
                    <a:gd name="connsiteX63" fmla="*/ 385174 w 483697"/>
                    <a:gd name="connsiteY63" fmla="*/ 57515 h 161232"/>
                    <a:gd name="connsiteX64" fmla="*/ 388398 w 483697"/>
                    <a:gd name="connsiteY64" fmla="*/ 36877 h 161232"/>
                    <a:gd name="connsiteX65" fmla="*/ 388076 w 483697"/>
                    <a:gd name="connsiteY65" fmla="*/ 33008 h 161232"/>
                    <a:gd name="connsiteX66" fmla="*/ 391623 w 483697"/>
                    <a:gd name="connsiteY66" fmla="*/ 28493 h 161232"/>
                    <a:gd name="connsiteX67" fmla="*/ 396138 w 483697"/>
                    <a:gd name="connsiteY67" fmla="*/ 32040 h 161232"/>
                    <a:gd name="connsiteX68" fmla="*/ 396460 w 483697"/>
                    <a:gd name="connsiteY68" fmla="*/ 36877 h 161232"/>
                    <a:gd name="connsiteX69" fmla="*/ 392913 w 483697"/>
                    <a:gd name="connsiteY69" fmla="*/ 59772 h 161232"/>
                    <a:gd name="connsiteX70" fmla="*/ 388721 w 483697"/>
                    <a:gd name="connsiteY70" fmla="*/ 64287 h 161232"/>
                    <a:gd name="connsiteX71" fmla="*/ 103985 w 483697"/>
                    <a:gd name="connsiteY71" fmla="*/ 61062 h 161232"/>
                    <a:gd name="connsiteX72" fmla="*/ 99470 w 483697"/>
                    <a:gd name="connsiteY72" fmla="*/ 60095 h 161232"/>
                    <a:gd name="connsiteX73" fmla="*/ 97858 w 483697"/>
                    <a:gd name="connsiteY73" fmla="*/ 54613 h 161232"/>
                    <a:gd name="connsiteX74" fmla="*/ 103340 w 483697"/>
                    <a:gd name="connsiteY74" fmla="*/ 53001 h 161232"/>
                    <a:gd name="connsiteX75" fmla="*/ 103340 w 483697"/>
                    <a:gd name="connsiteY75" fmla="*/ 53001 h 161232"/>
                    <a:gd name="connsiteX76" fmla="*/ 103985 w 483697"/>
                    <a:gd name="connsiteY76" fmla="*/ 53001 h 161232"/>
                    <a:gd name="connsiteX77" fmla="*/ 112691 w 483697"/>
                    <a:gd name="connsiteY77" fmla="*/ 49776 h 161232"/>
                    <a:gd name="connsiteX78" fmla="*/ 126557 w 483697"/>
                    <a:gd name="connsiteY78" fmla="*/ 44294 h 161232"/>
                    <a:gd name="connsiteX79" fmla="*/ 131072 w 483697"/>
                    <a:gd name="connsiteY79" fmla="*/ 47841 h 161232"/>
                    <a:gd name="connsiteX80" fmla="*/ 127525 w 483697"/>
                    <a:gd name="connsiteY80" fmla="*/ 52356 h 161232"/>
                    <a:gd name="connsiteX81" fmla="*/ 116561 w 483697"/>
                    <a:gd name="connsiteY81" fmla="*/ 56870 h 161232"/>
                    <a:gd name="connsiteX82" fmla="*/ 104952 w 483697"/>
                    <a:gd name="connsiteY82" fmla="*/ 61385 h 161232"/>
                    <a:gd name="connsiteX83" fmla="*/ 103985 w 483697"/>
                    <a:gd name="connsiteY83" fmla="*/ 61062 h 161232"/>
                    <a:gd name="connsiteX84" fmla="*/ 190083 w 483697"/>
                    <a:gd name="connsiteY84" fmla="*/ 60417 h 161232"/>
                    <a:gd name="connsiteX85" fmla="*/ 187503 w 483697"/>
                    <a:gd name="connsiteY85" fmla="*/ 59450 h 161232"/>
                    <a:gd name="connsiteX86" fmla="*/ 186536 w 483697"/>
                    <a:gd name="connsiteY86" fmla="*/ 58482 h 161232"/>
                    <a:gd name="connsiteX87" fmla="*/ 165898 w 483697"/>
                    <a:gd name="connsiteY87" fmla="*/ 52356 h 161232"/>
                    <a:gd name="connsiteX88" fmla="*/ 161061 w 483697"/>
                    <a:gd name="connsiteY88" fmla="*/ 49131 h 161232"/>
                    <a:gd name="connsiteX89" fmla="*/ 164285 w 483697"/>
                    <a:gd name="connsiteY89" fmla="*/ 44294 h 161232"/>
                    <a:gd name="connsiteX90" fmla="*/ 192340 w 483697"/>
                    <a:gd name="connsiteY90" fmla="*/ 53001 h 161232"/>
                    <a:gd name="connsiteX91" fmla="*/ 192985 w 483697"/>
                    <a:gd name="connsiteY91" fmla="*/ 58805 h 161232"/>
                    <a:gd name="connsiteX92" fmla="*/ 190083 w 483697"/>
                    <a:gd name="connsiteY92" fmla="*/ 60417 h 161232"/>
                    <a:gd name="connsiteX93" fmla="*/ 262960 w 483697"/>
                    <a:gd name="connsiteY93" fmla="*/ 56225 h 161232"/>
                    <a:gd name="connsiteX94" fmla="*/ 259090 w 483697"/>
                    <a:gd name="connsiteY94" fmla="*/ 52678 h 161232"/>
                    <a:gd name="connsiteX95" fmla="*/ 262637 w 483697"/>
                    <a:gd name="connsiteY95" fmla="*/ 48486 h 161232"/>
                    <a:gd name="connsiteX96" fmla="*/ 266829 w 483697"/>
                    <a:gd name="connsiteY96" fmla="*/ 47841 h 161232"/>
                    <a:gd name="connsiteX97" fmla="*/ 266829 w 483697"/>
                    <a:gd name="connsiteY97" fmla="*/ 47196 h 161232"/>
                    <a:gd name="connsiteX98" fmla="*/ 270699 w 483697"/>
                    <a:gd name="connsiteY98" fmla="*/ 39135 h 161232"/>
                    <a:gd name="connsiteX99" fmla="*/ 272634 w 483697"/>
                    <a:gd name="connsiteY99" fmla="*/ 32040 h 161232"/>
                    <a:gd name="connsiteX100" fmla="*/ 276826 w 483697"/>
                    <a:gd name="connsiteY100" fmla="*/ 27848 h 161232"/>
                    <a:gd name="connsiteX101" fmla="*/ 280695 w 483697"/>
                    <a:gd name="connsiteY101" fmla="*/ 31718 h 161232"/>
                    <a:gd name="connsiteX102" fmla="*/ 280695 w 483697"/>
                    <a:gd name="connsiteY102" fmla="*/ 32040 h 161232"/>
                    <a:gd name="connsiteX103" fmla="*/ 276826 w 483697"/>
                    <a:gd name="connsiteY103" fmla="*/ 44616 h 161232"/>
                    <a:gd name="connsiteX104" fmla="*/ 274891 w 483697"/>
                    <a:gd name="connsiteY104" fmla="*/ 48486 h 161232"/>
                    <a:gd name="connsiteX105" fmla="*/ 263282 w 483697"/>
                    <a:gd name="connsiteY105" fmla="*/ 56548 h 161232"/>
                    <a:gd name="connsiteX106" fmla="*/ 262960 w 483697"/>
                    <a:gd name="connsiteY106" fmla="*/ 56225 h 161232"/>
                    <a:gd name="connsiteX107" fmla="*/ 51745 w 483697"/>
                    <a:gd name="connsiteY107" fmla="*/ 52678 h 161232"/>
                    <a:gd name="connsiteX108" fmla="*/ 47876 w 483697"/>
                    <a:gd name="connsiteY108" fmla="*/ 49776 h 161232"/>
                    <a:gd name="connsiteX109" fmla="*/ 50455 w 483697"/>
                    <a:gd name="connsiteY109" fmla="*/ 44616 h 161232"/>
                    <a:gd name="connsiteX110" fmla="*/ 57872 w 483697"/>
                    <a:gd name="connsiteY110" fmla="*/ 41392 h 161232"/>
                    <a:gd name="connsiteX111" fmla="*/ 72706 w 483697"/>
                    <a:gd name="connsiteY111" fmla="*/ 37200 h 161232"/>
                    <a:gd name="connsiteX112" fmla="*/ 77220 w 483697"/>
                    <a:gd name="connsiteY112" fmla="*/ 36877 h 161232"/>
                    <a:gd name="connsiteX113" fmla="*/ 81735 w 483697"/>
                    <a:gd name="connsiteY113" fmla="*/ 40102 h 161232"/>
                    <a:gd name="connsiteX114" fmla="*/ 78510 w 483697"/>
                    <a:gd name="connsiteY114" fmla="*/ 44616 h 161232"/>
                    <a:gd name="connsiteX115" fmla="*/ 72706 w 483697"/>
                    <a:gd name="connsiteY115" fmla="*/ 45261 h 161232"/>
                    <a:gd name="connsiteX116" fmla="*/ 61097 w 483697"/>
                    <a:gd name="connsiteY116" fmla="*/ 48809 h 161232"/>
                    <a:gd name="connsiteX117" fmla="*/ 52713 w 483697"/>
                    <a:gd name="connsiteY117" fmla="*/ 52356 h 161232"/>
                    <a:gd name="connsiteX118" fmla="*/ 51745 w 483697"/>
                    <a:gd name="connsiteY118" fmla="*/ 52678 h 161232"/>
                    <a:gd name="connsiteX119" fmla="*/ 305525 w 483697"/>
                    <a:gd name="connsiteY119" fmla="*/ 27203 h 161232"/>
                    <a:gd name="connsiteX120" fmla="*/ 304235 w 483697"/>
                    <a:gd name="connsiteY120" fmla="*/ 27203 h 161232"/>
                    <a:gd name="connsiteX121" fmla="*/ 300688 w 483697"/>
                    <a:gd name="connsiteY121" fmla="*/ 22689 h 161232"/>
                    <a:gd name="connsiteX122" fmla="*/ 305203 w 483697"/>
                    <a:gd name="connsiteY122" fmla="*/ 19142 h 161232"/>
                    <a:gd name="connsiteX123" fmla="*/ 305203 w 483697"/>
                    <a:gd name="connsiteY123" fmla="*/ 19142 h 161232"/>
                    <a:gd name="connsiteX124" fmla="*/ 314232 w 483697"/>
                    <a:gd name="connsiteY124" fmla="*/ 12370 h 161232"/>
                    <a:gd name="connsiteX125" fmla="*/ 323905 w 483697"/>
                    <a:gd name="connsiteY125" fmla="*/ 3341 h 161232"/>
                    <a:gd name="connsiteX126" fmla="*/ 329065 w 483697"/>
                    <a:gd name="connsiteY126" fmla="*/ 5276 h 161232"/>
                    <a:gd name="connsiteX127" fmla="*/ 327130 w 483697"/>
                    <a:gd name="connsiteY127" fmla="*/ 10435 h 161232"/>
                    <a:gd name="connsiteX128" fmla="*/ 321648 w 483697"/>
                    <a:gd name="connsiteY128" fmla="*/ 15595 h 161232"/>
                    <a:gd name="connsiteX129" fmla="*/ 305525 w 483697"/>
                    <a:gd name="connsiteY129" fmla="*/ 27203 h 161232"/>
                    <a:gd name="connsiteX130" fmla="*/ 363246 w 483697"/>
                    <a:gd name="connsiteY130" fmla="*/ 11725 h 161232"/>
                    <a:gd name="connsiteX131" fmla="*/ 359377 w 483697"/>
                    <a:gd name="connsiteY131" fmla="*/ 8500 h 161232"/>
                    <a:gd name="connsiteX132" fmla="*/ 362279 w 483697"/>
                    <a:gd name="connsiteY132" fmla="*/ 3663 h 161232"/>
                    <a:gd name="connsiteX133" fmla="*/ 368728 w 483697"/>
                    <a:gd name="connsiteY133" fmla="*/ 2051 h 161232"/>
                    <a:gd name="connsiteX134" fmla="*/ 371308 w 483697"/>
                    <a:gd name="connsiteY134" fmla="*/ 1406 h 161232"/>
                    <a:gd name="connsiteX135" fmla="*/ 390656 w 483697"/>
                    <a:gd name="connsiteY135" fmla="*/ 116 h 161232"/>
                    <a:gd name="connsiteX136" fmla="*/ 394203 w 483697"/>
                    <a:gd name="connsiteY136" fmla="*/ 4631 h 161232"/>
                    <a:gd name="connsiteX137" fmla="*/ 390011 w 483697"/>
                    <a:gd name="connsiteY137" fmla="*/ 8178 h 161232"/>
                    <a:gd name="connsiteX138" fmla="*/ 373242 w 483697"/>
                    <a:gd name="connsiteY138" fmla="*/ 9145 h 161232"/>
                    <a:gd name="connsiteX139" fmla="*/ 370663 w 483697"/>
                    <a:gd name="connsiteY139" fmla="*/ 9790 h 161232"/>
                    <a:gd name="connsiteX140" fmla="*/ 363891 w 483697"/>
                    <a:gd name="connsiteY140" fmla="*/ 11725 h 161232"/>
                    <a:gd name="connsiteX141" fmla="*/ 363246 w 483697"/>
                    <a:gd name="connsiteY141" fmla="*/ 11725 h 161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</a:cxnLst>
                  <a:rect l="l" t="t" r="r" b="b"/>
                  <a:pathLst>
                    <a:path w="483697" h="161232">
                      <a:moveTo>
                        <a:pt x="494167" y="169088"/>
                      </a:moveTo>
                      <a:cubicBezTo>
                        <a:pt x="493522" y="169088"/>
                        <a:pt x="492555" y="168765"/>
                        <a:pt x="491910" y="168443"/>
                      </a:cubicBezTo>
                      <a:cubicBezTo>
                        <a:pt x="489975" y="167153"/>
                        <a:pt x="489330" y="164896"/>
                        <a:pt x="490620" y="162961"/>
                      </a:cubicBezTo>
                      <a:cubicBezTo>
                        <a:pt x="491910" y="161026"/>
                        <a:pt x="492555" y="158769"/>
                        <a:pt x="493199" y="155867"/>
                      </a:cubicBezTo>
                      <a:cubicBezTo>
                        <a:pt x="493844" y="152965"/>
                        <a:pt x="494167" y="150707"/>
                        <a:pt x="494490" y="149095"/>
                      </a:cubicBezTo>
                      <a:cubicBezTo>
                        <a:pt x="494812" y="147483"/>
                        <a:pt x="495135" y="146193"/>
                        <a:pt x="495135" y="145226"/>
                      </a:cubicBezTo>
                      <a:cubicBezTo>
                        <a:pt x="495135" y="144258"/>
                        <a:pt x="494812" y="142968"/>
                        <a:pt x="493522" y="140389"/>
                      </a:cubicBezTo>
                      <a:cubicBezTo>
                        <a:pt x="492555" y="138454"/>
                        <a:pt x="493522" y="135874"/>
                        <a:pt x="495779" y="135229"/>
                      </a:cubicBezTo>
                      <a:cubicBezTo>
                        <a:pt x="497714" y="134262"/>
                        <a:pt x="500294" y="135229"/>
                        <a:pt x="500939" y="137486"/>
                      </a:cubicBezTo>
                      <a:cubicBezTo>
                        <a:pt x="502228" y="140389"/>
                        <a:pt x="503196" y="142968"/>
                        <a:pt x="503196" y="145548"/>
                      </a:cubicBezTo>
                      <a:cubicBezTo>
                        <a:pt x="503196" y="147483"/>
                        <a:pt x="502873" y="149095"/>
                        <a:pt x="502228" y="151352"/>
                      </a:cubicBezTo>
                      <a:cubicBezTo>
                        <a:pt x="501906" y="152965"/>
                        <a:pt x="501261" y="154900"/>
                        <a:pt x="500939" y="157802"/>
                      </a:cubicBezTo>
                      <a:cubicBezTo>
                        <a:pt x="500294" y="161671"/>
                        <a:pt x="499004" y="165218"/>
                        <a:pt x="497392" y="167798"/>
                      </a:cubicBezTo>
                      <a:cubicBezTo>
                        <a:pt x="496747" y="168443"/>
                        <a:pt x="495457" y="169088"/>
                        <a:pt x="494167" y="169088"/>
                      </a:cubicBezTo>
                      <a:close/>
                      <a:moveTo>
                        <a:pt x="475464" y="112979"/>
                      </a:moveTo>
                      <a:cubicBezTo>
                        <a:pt x="475464" y="112979"/>
                        <a:pt x="475141" y="112979"/>
                        <a:pt x="475464" y="112979"/>
                      </a:cubicBezTo>
                      <a:cubicBezTo>
                        <a:pt x="472884" y="112979"/>
                        <a:pt x="471272" y="111044"/>
                        <a:pt x="471272" y="108787"/>
                      </a:cubicBezTo>
                      <a:cubicBezTo>
                        <a:pt x="471594" y="104272"/>
                        <a:pt x="473529" y="100403"/>
                        <a:pt x="475141" y="96856"/>
                      </a:cubicBezTo>
                      <a:cubicBezTo>
                        <a:pt x="475786" y="95243"/>
                        <a:pt x="476432" y="93953"/>
                        <a:pt x="477076" y="92986"/>
                      </a:cubicBezTo>
                      <a:cubicBezTo>
                        <a:pt x="476432" y="92664"/>
                        <a:pt x="475464" y="92341"/>
                        <a:pt x="472884" y="92019"/>
                      </a:cubicBezTo>
                      <a:cubicBezTo>
                        <a:pt x="470627" y="91696"/>
                        <a:pt x="469337" y="89439"/>
                        <a:pt x="469660" y="87504"/>
                      </a:cubicBezTo>
                      <a:cubicBezTo>
                        <a:pt x="469982" y="85247"/>
                        <a:pt x="472239" y="83957"/>
                        <a:pt x="474174" y="84280"/>
                      </a:cubicBezTo>
                      <a:cubicBezTo>
                        <a:pt x="477076" y="84602"/>
                        <a:pt x="485138" y="86214"/>
                        <a:pt x="485138" y="92986"/>
                      </a:cubicBezTo>
                      <a:cubicBezTo>
                        <a:pt x="485138" y="93631"/>
                        <a:pt x="485138" y="94599"/>
                        <a:pt x="484815" y="95243"/>
                      </a:cubicBezTo>
                      <a:cubicBezTo>
                        <a:pt x="484170" y="97178"/>
                        <a:pt x="483203" y="99113"/>
                        <a:pt x="482236" y="101048"/>
                      </a:cubicBezTo>
                      <a:cubicBezTo>
                        <a:pt x="480946" y="103950"/>
                        <a:pt x="479334" y="107175"/>
                        <a:pt x="479011" y="110077"/>
                      </a:cubicBezTo>
                      <a:cubicBezTo>
                        <a:pt x="479334" y="111044"/>
                        <a:pt x="477399" y="112979"/>
                        <a:pt x="475464" y="112979"/>
                      </a:cubicBezTo>
                      <a:close/>
                      <a:moveTo>
                        <a:pt x="4021" y="92341"/>
                      </a:moveTo>
                      <a:cubicBezTo>
                        <a:pt x="2731" y="92341"/>
                        <a:pt x="1763" y="91696"/>
                        <a:pt x="796" y="90729"/>
                      </a:cubicBezTo>
                      <a:cubicBezTo>
                        <a:pt x="-494" y="89117"/>
                        <a:pt x="-171" y="86537"/>
                        <a:pt x="1441" y="84925"/>
                      </a:cubicBezTo>
                      <a:cubicBezTo>
                        <a:pt x="2086" y="84602"/>
                        <a:pt x="2408" y="83957"/>
                        <a:pt x="3053" y="83635"/>
                      </a:cubicBezTo>
                      <a:cubicBezTo>
                        <a:pt x="11437" y="77830"/>
                        <a:pt x="16274" y="72671"/>
                        <a:pt x="18532" y="66867"/>
                      </a:cubicBezTo>
                      <a:cubicBezTo>
                        <a:pt x="19176" y="64932"/>
                        <a:pt x="21756" y="63642"/>
                        <a:pt x="23691" y="64609"/>
                      </a:cubicBezTo>
                      <a:cubicBezTo>
                        <a:pt x="25626" y="65254"/>
                        <a:pt x="26916" y="67834"/>
                        <a:pt x="25948" y="69769"/>
                      </a:cubicBezTo>
                      <a:cubicBezTo>
                        <a:pt x="23046" y="77508"/>
                        <a:pt x="17242" y="83635"/>
                        <a:pt x="7245" y="90407"/>
                      </a:cubicBezTo>
                      <a:cubicBezTo>
                        <a:pt x="6923" y="90729"/>
                        <a:pt x="6278" y="91051"/>
                        <a:pt x="5955" y="91374"/>
                      </a:cubicBezTo>
                      <a:cubicBezTo>
                        <a:pt x="5633" y="92019"/>
                        <a:pt x="4988" y="92341"/>
                        <a:pt x="4021" y="92341"/>
                      </a:cubicBezTo>
                      <a:close/>
                      <a:moveTo>
                        <a:pt x="226844" y="83957"/>
                      </a:moveTo>
                      <a:cubicBezTo>
                        <a:pt x="222974" y="83957"/>
                        <a:pt x="220072" y="80733"/>
                        <a:pt x="216525" y="75896"/>
                      </a:cubicBezTo>
                      <a:cubicBezTo>
                        <a:pt x="215235" y="74283"/>
                        <a:pt x="214268" y="72026"/>
                        <a:pt x="212978" y="69769"/>
                      </a:cubicBezTo>
                      <a:cubicBezTo>
                        <a:pt x="212010" y="67834"/>
                        <a:pt x="212978" y="65254"/>
                        <a:pt x="214912" y="64609"/>
                      </a:cubicBezTo>
                      <a:cubicBezTo>
                        <a:pt x="216847" y="63642"/>
                        <a:pt x="219427" y="64609"/>
                        <a:pt x="220072" y="66544"/>
                      </a:cubicBezTo>
                      <a:cubicBezTo>
                        <a:pt x="221039" y="68479"/>
                        <a:pt x="221684" y="70091"/>
                        <a:pt x="222652" y="71381"/>
                      </a:cubicBezTo>
                      <a:cubicBezTo>
                        <a:pt x="224586" y="73961"/>
                        <a:pt x="225554" y="75251"/>
                        <a:pt x="226199" y="75573"/>
                      </a:cubicBezTo>
                      <a:cubicBezTo>
                        <a:pt x="226521" y="75251"/>
                        <a:pt x="227166" y="74606"/>
                        <a:pt x="228134" y="72993"/>
                      </a:cubicBezTo>
                      <a:cubicBezTo>
                        <a:pt x="228778" y="72348"/>
                        <a:pt x="229101" y="71381"/>
                        <a:pt x="229746" y="69769"/>
                      </a:cubicBezTo>
                      <a:cubicBezTo>
                        <a:pt x="230713" y="67834"/>
                        <a:pt x="232971" y="66544"/>
                        <a:pt x="234905" y="67511"/>
                      </a:cubicBezTo>
                      <a:cubicBezTo>
                        <a:pt x="236840" y="68479"/>
                        <a:pt x="238130" y="70736"/>
                        <a:pt x="237163" y="72671"/>
                      </a:cubicBezTo>
                      <a:cubicBezTo>
                        <a:pt x="236195" y="74928"/>
                        <a:pt x="235550" y="76541"/>
                        <a:pt x="234583" y="77830"/>
                      </a:cubicBezTo>
                      <a:cubicBezTo>
                        <a:pt x="233293" y="80733"/>
                        <a:pt x="230713" y="83957"/>
                        <a:pt x="226844" y="83957"/>
                      </a:cubicBezTo>
                      <a:close/>
                      <a:moveTo>
                        <a:pt x="445152" y="72993"/>
                      </a:moveTo>
                      <a:cubicBezTo>
                        <a:pt x="443862" y="72993"/>
                        <a:pt x="442895" y="72671"/>
                        <a:pt x="442250" y="71704"/>
                      </a:cubicBezTo>
                      <a:cubicBezTo>
                        <a:pt x="441605" y="71059"/>
                        <a:pt x="440960" y="70414"/>
                        <a:pt x="440315" y="69446"/>
                      </a:cubicBezTo>
                      <a:cubicBezTo>
                        <a:pt x="435801" y="65254"/>
                        <a:pt x="429997" y="64287"/>
                        <a:pt x="421612" y="66867"/>
                      </a:cubicBezTo>
                      <a:cubicBezTo>
                        <a:pt x="419355" y="67511"/>
                        <a:pt x="417098" y="66222"/>
                        <a:pt x="416453" y="64287"/>
                      </a:cubicBezTo>
                      <a:cubicBezTo>
                        <a:pt x="415808" y="62030"/>
                        <a:pt x="417098" y="59772"/>
                        <a:pt x="419033" y="59127"/>
                      </a:cubicBezTo>
                      <a:cubicBezTo>
                        <a:pt x="430319" y="55903"/>
                        <a:pt x="439348" y="57515"/>
                        <a:pt x="445797" y="63964"/>
                      </a:cubicBezTo>
                      <a:cubicBezTo>
                        <a:pt x="446765" y="64932"/>
                        <a:pt x="447409" y="65899"/>
                        <a:pt x="448377" y="66544"/>
                      </a:cubicBezTo>
                      <a:cubicBezTo>
                        <a:pt x="449667" y="68156"/>
                        <a:pt x="449667" y="70736"/>
                        <a:pt x="448055" y="72348"/>
                      </a:cubicBezTo>
                      <a:cubicBezTo>
                        <a:pt x="447087" y="72671"/>
                        <a:pt x="446120" y="72993"/>
                        <a:pt x="445152" y="72993"/>
                      </a:cubicBezTo>
                      <a:close/>
                      <a:moveTo>
                        <a:pt x="388721" y="64287"/>
                      </a:moveTo>
                      <a:cubicBezTo>
                        <a:pt x="386464" y="64287"/>
                        <a:pt x="384851" y="62352"/>
                        <a:pt x="384851" y="60095"/>
                      </a:cubicBezTo>
                      <a:lnTo>
                        <a:pt x="384851" y="60095"/>
                      </a:lnTo>
                      <a:cubicBezTo>
                        <a:pt x="384851" y="59127"/>
                        <a:pt x="384851" y="58482"/>
                        <a:pt x="385174" y="57515"/>
                      </a:cubicBezTo>
                      <a:cubicBezTo>
                        <a:pt x="386141" y="54935"/>
                        <a:pt x="388398" y="45261"/>
                        <a:pt x="388398" y="36877"/>
                      </a:cubicBezTo>
                      <a:cubicBezTo>
                        <a:pt x="388398" y="35587"/>
                        <a:pt x="388398" y="34298"/>
                        <a:pt x="388076" y="33008"/>
                      </a:cubicBezTo>
                      <a:cubicBezTo>
                        <a:pt x="387754" y="30750"/>
                        <a:pt x="389366" y="28816"/>
                        <a:pt x="391623" y="28493"/>
                      </a:cubicBezTo>
                      <a:cubicBezTo>
                        <a:pt x="393881" y="28171"/>
                        <a:pt x="395815" y="29783"/>
                        <a:pt x="396138" y="32040"/>
                      </a:cubicBezTo>
                      <a:cubicBezTo>
                        <a:pt x="396460" y="33653"/>
                        <a:pt x="396460" y="35265"/>
                        <a:pt x="396460" y="36877"/>
                      </a:cubicBezTo>
                      <a:cubicBezTo>
                        <a:pt x="396460" y="45906"/>
                        <a:pt x="393881" y="56548"/>
                        <a:pt x="392913" y="59772"/>
                      </a:cubicBezTo>
                      <a:cubicBezTo>
                        <a:pt x="392913" y="62352"/>
                        <a:pt x="390978" y="64287"/>
                        <a:pt x="388721" y="64287"/>
                      </a:cubicBezTo>
                      <a:close/>
                      <a:moveTo>
                        <a:pt x="103985" y="61062"/>
                      </a:moveTo>
                      <a:cubicBezTo>
                        <a:pt x="102372" y="61062"/>
                        <a:pt x="100760" y="60740"/>
                        <a:pt x="99470" y="60095"/>
                      </a:cubicBezTo>
                      <a:cubicBezTo>
                        <a:pt x="97535" y="59127"/>
                        <a:pt x="96890" y="56548"/>
                        <a:pt x="97858" y="54613"/>
                      </a:cubicBezTo>
                      <a:cubicBezTo>
                        <a:pt x="98825" y="52678"/>
                        <a:pt x="101405" y="52033"/>
                        <a:pt x="103340" y="53001"/>
                      </a:cubicBezTo>
                      <a:lnTo>
                        <a:pt x="103340" y="53001"/>
                      </a:lnTo>
                      <a:cubicBezTo>
                        <a:pt x="103340" y="53001"/>
                        <a:pt x="103662" y="53001"/>
                        <a:pt x="103985" y="53001"/>
                      </a:cubicBezTo>
                      <a:cubicBezTo>
                        <a:pt x="107209" y="52678"/>
                        <a:pt x="109789" y="51388"/>
                        <a:pt x="112691" y="49776"/>
                      </a:cubicBezTo>
                      <a:cubicBezTo>
                        <a:pt x="116238" y="47519"/>
                        <a:pt x="120430" y="45261"/>
                        <a:pt x="126557" y="44294"/>
                      </a:cubicBezTo>
                      <a:cubicBezTo>
                        <a:pt x="128814" y="43972"/>
                        <a:pt x="130749" y="45584"/>
                        <a:pt x="131072" y="47841"/>
                      </a:cubicBezTo>
                      <a:cubicBezTo>
                        <a:pt x="131394" y="50098"/>
                        <a:pt x="129782" y="52033"/>
                        <a:pt x="127525" y="52356"/>
                      </a:cubicBezTo>
                      <a:cubicBezTo>
                        <a:pt x="123010" y="53001"/>
                        <a:pt x="120108" y="54935"/>
                        <a:pt x="116561" y="56870"/>
                      </a:cubicBezTo>
                      <a:cubicBezTo>
                        <a:pt x="113014" y="58805"/>
                        <a:pt x="109467" y="61062"/>
                        <a:pt x="104952" y="61385"/>
                      </a:cubicBezTo>
                      <a:cubicBezTo>
                        <a:pt x="104952" y="61062"/>
                        <a:pt x="104307" y="61062"/>
                        <a:pt x="103985" y="61062"/>
                      </a:cubicBezTo>
                      <a:close/>
                      <a:moveTo>
                        <a:pt x="190083" y="60417"/>
                      </a:moveTo>
                      <a:cubicBezTo>
                        <a:pt x="189115" y="60417"/>
                        <a:pt x="188470" y="60095"/>
                        <a:pt x="187503" y="59450"/>
                      </a:cubicBezTo>
                      <a:cubicBezTo>
                        <a:pt x="187181" y="59127"/>
                        <a:pt x="186858" y="58805"/>
                        <a:pt x="186536" y="58482"/>
                      </a:cubicBezTo>
                      <a:cubicBezTo>
                        <a:pt x="182021" y="53645"/>
                        <a:pt x="173637" y="50743"/>
                        <a:pt x="165898" y="52356"/>
                      </a:cubicBezTo>
                      <a:cubicBezTo>
                        <a:pt x="163641" y="52678"/>
                        <a:pt x="161706" y="51388"/>
                        <a:pt x="161061" y="49131"/>
                      </a:cubicBezTo>
                      <a:cubicBezTo>
                        <a:pt x="160738" y="46874"/>
                        <a:pt x="162028" y="44939"/>
                        <a:pt x="164285" y="44294"/>
                      </a:cubicBezTo>
                      <a:cubicBezTo>
                        <a:pt x="174604" y="42037"/>
                        <a:pt x="186213" y="45906"/>
                        <a:pt x="192340" y="53001"/>
                      </a:cubicBezTo>
                      <a:cubicBezTo>
                        <a:pt x="193952" y="54613"/>
                        <a:pt x="194275" y="57193"/>
                        <a:pt x="192985" y="58805"/>
                      </a:cubicBezTo>
                      <a:cubicBezTo>
                        <a:pt x="192340" y="59772"/>
                        <a:pt x="191050" y="60417"/>
                        <a:pt x="190083" y="60417"/>
                      </a:cubicBezTo>
                      <a:close/>
                      <a:moveTo>
                        <a:pt x="262960" y="56225"/>
                      </a:moveTo>
                      <a:cubicBezTo>
                        <a:pt x="261025" y="56225"/>
                        <a:pt x="259090" y="54613"/>
                        <a:pt x="259090" y="52678"/>
                      </a:cubicBezTo>
                      <a:cubicBezTo>
                        <a:pt x="258768" y="50421"/>
                        <a:pt x="260703" y="48486"/>
                        <a:pt x="262637" y="48486"/>
                      </a:cubicBezTo>
                      <a:cubicBezTo>
                        <a:pt x="265217" y="48164"/>
                        <a:pt x="266184" y="47841"/>
                        <a:pt x="266829" y="47841"/>
                      </a:cubicBezTo>
                      <a:cubicBezTo>
                        <a:pt x="266829" y="47519"/>
                        <a:pt x="266829" y="47519"/>
                        <a:pt x="266829" y="47196"/>
                      </a:cubicBezTo>
                      <a:cubicBezTo>
                        <a:pt x="267152" y="45584"/>
                        <a:pt x="267797" y="42359"/>
                        <a:pt x="270699" y="39135"/>
                      </a:cubicBezTo>
                      <a:cubicBezTo>
                        <a:pt x="272311" y="37200"/>
                        <a:pt x="272634" y="34943"/>
                        <a:pt x="272634" y="32040"/>
                      </a:cubicBezTo>
                      <a:cubicBezTo>
                        <a:pt x="272634" y="29783"/>
                        <a:pt x="274569" y="27848"/>
                        <a:pt x="276826" y="27848"/>
                      </a:cubicBezTo>
                      <a:cubicBezTo>
                        <a:pt x="279083" y="27848"/>
                        <a:pt x="280695" y="29461"/>
                        <a:pt x="280695" y="31718"/>
                      </a:cubicBezTo>
                      <a:lnTo>
                        <a:pt x="280695" y="32040"/>
                      </a:lnTo>
                      <a:cubicBezTo>
                        <a:pt x="280695" y="35265"/>
                        <a:pt x="280695" y="40102"/>
                        <a:pt x="276826" y="44616"/>
                      </a:cubicBezTo>
                      <a:cubicBezTo>
                        <a:pt x="275536" y="46229"/>
                        <a:pt x="275213" y="47196"/>
                        <a:pt x="274891" y="48486"/>
                      </a:cubicBezTo>
                      <a:cubicBezTo>
                        <a:pt x="273924" y="53968"/>
                        <a:pt x="271021" y="55903"/>
                        <a:pt x="263282" y="56548"/>
                      </a:cubicBezTo>
                      <a:cubicBezTo>
                        <a:pt x="262960" y="56225"/>
                        <a:pt x="262960" y="56225"/>
                        <a:pt x="262960" y="56225"/>
                      </a:cubicBezTo>
                      <a:close/>
                      <a:moveTo>
                        <a:pt x="51745" y="52678"/>
                      </a:moveTo>
                      <a:cubicBezTo>
                        <a:pt x="50133" y="52678"/>
                        <a:pt x="48521" y="51711"/>
                        <a:pt x="47876" y="49776"/>
                      </a:cubicBezTo>
                      <a:cubicBezTo>
                        <a:pt x="47231" y="47519"/>
                        <a:pt x="48198" y="45261"/>
                        <a:pt x="50455" y="44616"/>
                      </a:cubicBezTo>
                      <a:cubicBezTo>
                        <a:pt x="53035" y="43649"/>
                        <a:pt x="55615" y="42682"/>
                        <a:pt x="57872" y="41392"/>
                      </a:cubicBezTo>
                      <a:cubicBezTo>
                        <a:pt x="62387" y="39135"/>
                        <a:pt x="67224" y="37200"/>
                        <a:pt x="72706" y="37200"/>
                      </a:cubicBezTo>
                      <a:cubicBezTo>
                        <a:pt x="73996" y="37200"/>
                        <a:pt x="75285" y="37200"/>
                        <a:pt x="77220" y="36877"/>
                      </a:cubicBezTo>
                      <a:cubicBezTo>
                        <a:pt x="79477" y="36555"/>
                        <a:pt x="81412" y="37845"/>
                        <a:pt x="81735" y="40102"/>
                      </a:cubicBezTo>
                      <a:cubicBezTo>
                        <a:pt x="82057" y="42359"/>
                        <a:pt x="80767" y="44294"/>
                        <a:pt x="78510" y="44616"/>
                      </a:cubicBezTo>
                      <a:cubicBezTo>
                        <a:pt x="76253" y="44939"/>
                        <a:pt x="74318" y="45261"/>
                        <a:pt x="72706" y="45261"/>
                      </a:cubicBezTo>
                      <a:cubicBezTo>
                        <a:pt x="68836" y="45261"/>
                        <a:pt x="65289" y="46874"/>
                        <a:pt x="61097" y="48809"/>
                      </a:cubicBezTo>
                      <a:cubicBezTo>
                        <a:pt x="58517" y="50098"/>
                        <a:pt x="55937" y="51066"/>
                        <a:pt x="52713" y="52356"/>
                      </a:cubicBezTo>
                      <a:cubicBezTo>
                        <a:pt x="52390" y="52678"/>
                        <a:pt x="52068" y="52678"/>
                        <a:pt x="51745" y="52678"/>
                      </a:cubicBezTo>
                      <a:close/>
                      <a:moveTo>
                        <a:pt x="305525" y="27203"/>
                      </a:moveTo>
                      <a:cubicBezTo>
                        <a:pt x="305203" y="27203"/>
                        <a:pt x="304558" y="27203"/>
                        <a:pt x="304235" y="27203"/>
                      </a:cubicBezTo>
                      <a:cubicBezTo>
                        <a:pt x="301978" y="26881"/>
                        <a:pt x="300366" y="24946"/>
                        <a:pt x="300688" y="22689"/>
                      </a:cubicBezTo>
                      <a:cubicBezTo>
                        <a:pt x="301011" y="20432"/>
                        <a:pt x="302945" y="18819"/>
                        <a:pt x="305203" y="19142"/>
                      </a:cubicBezTo>
                      <a:lnTo>
                        <a:pt x="305203" y="19142"/>
                      </a:lnTo>
                      <a:cubicBezTo>
                        <a:pt x="308427" y="19142"/>
                        <a:pt x="312297" y="16562"/>
                        <a:pt x="314232" y="12370"/>
                      </a:cubicBezTo>
                      <a:cubicBezTo>
                        <a:pt x="315844" y="8500"/>
                        <a:pt x="319391" y="5276"/>
                        <a:pt x="323905" y="3341"/>
                      </a:cubicBezTo>
                      <a:cubicBezTo>
                        <a:pt x="325841" y="2374"/>
                        <a:pt x="328420" y="3341"/>
                        <a:pt x="329065" y="5276"/>
                      </a:cubicBezTo>
                      <a:cubicBezTo>
                        <a:pt x="330032" y="7211"/>
                        <a:pt x="329065" y="9790"/>
                        <a:pt x="327130" y="10435"/>
                      </a:cubicBezTo>
                      <a:cubicBezTo>
                        <a:pt x="324550" y="11725"/>
                        <a:pt x="322293" y="13337"/>
                        <a:pt x="321648" y="15595"/>
                      </a:cubicBezTo>
                      <a:cubicBezTo>
                        <a:pt x="318424" y="22366"/>
                        <a:pt x="311974" y="27203"/>
                        <a:pt x="305525" y="27203"/>
                      </a:cubicBezTo>
                      <a:close/>
                      <a:moveTo>
                        <a:pt x="363246" y="11725"/>
                      </a:moveTo>
                      <a:cubicBezTo>
                        <a:pt x="361311" y="11725"/>
                        <a:pt x="359699" y="10435"/>
                        <a:pt x="359377" y="8500"/>
                      </a:cubicBezTo>
                      <a:cubicBezTo>
                        <a:pt x="358732" y="6243"/>
                        <a:pt x="360344" y="4308"/>
                        <a:pt x="362279" y="3663"/>
                      </a:cubicBezTo>
                      <a:cubicBezTo>
                        <a:pt x="364536" y="3018"/>
                        <a:pt x="366793" y="2374"/>
                        <a:pt x="368728" y="2051"/>
                      </a:cubicBezTo>
                      <a:lnTo>
                        <a:pt x="371308" y="1406"/>
                      </a:lnTo>
                      <a:cubicBezTo>
                        <a:pt x="375822" y="116"/>
                        <a:pt x="384207" y="-206"/>
                        <a:pt x="390656" y="116"/>
                      </a:cubicBezTo>
                      <a:cubicBezTo>
                        <a:pt x="392913" y="439"/>
                        <a:pt x="394525" y="2374"/>
                        <a:pt x="394203" y="4631"/>
                      </a:cubicBezTo>
                      <a:cubicBezTo>
                        <a:pt x="393881" y="6888"/>
                        <a:pt x="391945" y="8500"/>
                        <a:pt x="390011" y="8178"/>
                      </a:cubicBezTo>
                      <a:cubicBezTo>
                        <a:pt x="384207" y="7855"/>
                        <a:pt x="376790" y="8178"/>
                        <a:pt x="373242" y="9145"/>
                      </a:cubicBezTo>
                      <a:lnTo>
                        <a:pt x="370663" y="9790"/>
                      </a:lnTo>
                      <a:cubicBezTo>
                        <a:pt x="368728" y="10435"/>
                        <a:pt x="366471" y="11080"/>
                        <a:pt x="363891" y="11725"/>
                      </a:cubicBezTo>
                      <a:cubicBezTo>
                        <a:pt x="363891" y="11725"/>
                        <a:pt x="363569" y="11725"/>
                        <a:pt x="363246" y="1172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E62F183E-2DB6-A3BF-B6C4-2830FA87D098}"/>
                    </a:ext>
                  </a:extLst>
                </p:cNvPr>
                <p:cNvSpPr/>
                <p:nvPr/>
              </p:nvSpPr>
              <p:spPr>
                <a:xfrm>
                  <a:off x="7647301" y="2857764"/>
                  <a:ext cx="32246" cy="32246"/>
                </a:xfrm>
                <a:custGeom>
                  <a:avLst/>
                  <a:gdLst>
                    <a:gd name="connsiteX0" fmla="*/ 6449 w 0"/>
                    <a:gd name="connsiteY0" fmla="*/ 11572 h 0"/>
                    <a:gd name="connsiteX1" fmla="*/ 4192 w 0"/>
                    <a:gd name="connsiteY1" fmla="*/ 11572 h 0"/>
                    <a:gd name="connsiteX2" fmla="*/ 0 w 0"/>
                    <a:gd name="connsiteY2" fmla="*/ 7380 h 0"/>
                    <a:gd name="connsiteX3" fmla="*/ 3870 w 0"/>
                    <a:gd name="connsiteY3" fmla="*/ 3188 h 0"/>
                    <a:gd name="connsiteX4" fmla="*/ 4837 w 0"/>
                    <a:gd name="connsiteY4" fmla="*/ 3188 h 0"/>
                    <a:gd name="connsiteX5" fmla="*/ 13866 w 0"/>
                    <a:gd name="connsiteY5" fmla="*/ 1253 h 0"/>
                    <a:gd name="connsiteX6" fmla="*/ 19670 w 0"/>
                    <a:gd name="connsiteY6" fmla="*/ 930 h 0"/>
                    <a:gd name="connsiteX7" fmla="*/ 19993 w 0"/>
                    <a:gd name="connsiteY7" fmla="*/ 6735 h 0"/>
                    <a:gd name="connsiteX8" fmla="*/ 6449 w 0"/>
                    <a:gd name="connsiteY8" fmla="*/ 1157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>
                      <a:moveTo>
                        <a:pt x="6449" y="11572"/>
                      </a:moveTo>
                      <a:cubicBezTo>
                        <a:pt x="5804" y="11572"/>
                        <a:pt x="5159" y="11572"/>
                        <a:pt x="4192" y="11572"/>
                      </a:cubicBezTo>
                      <a:cubicBezTo>
                        <a:pt x="1935" y="11572"/>
                        <a:pt x="0" y="9637"/>
                        <a:pt x="0" y="7380"/>
                      </a:cubicBezTo>
                      <a:cubicBezTo>
                        <a:pt x="0" y="5122"/>
                        <a:pt x="1612" y="3188"/>
                        <a:pt x="3870" y="3188"/>
                      </a:cubicBezTo>
                      <a:lnTo>
                        <a:pt x="4837" y="3188"/>
                      </a:lnTo>
                      <a:cubicBezTo>
                        <a:pt x="9352" y="3510"/>
                        <a:pt x="12254" y="2865"/>
                        <a:pt x="13866" y="1253"/>
                      </a:cubicBezTo>
                      <a:cubicBezTo>
                        <a:pt x="15478" y="-359"/>
                        <a:pt x="18058" y="-359"/>
                        <a:pt x="19670" y="930"/>
                      </a:cubicBezTo>
                      <a:cubicBezTo>
                        <a:pt x="21283" y="2543"/>
                        <a:pt x="21283" y="5122"/>
                        <a:pt x="19993" y="6735"/>
                      </a:cubicBezTo>
                      <a:cubicBezTo>
                        <a:pt x="16768" y="9959"/>
                        <a:pt x="12254" y="11572"/>
                        <a:pt x="6449" y="1157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2" name="Graphic 4">
                <a:extLst>
                  <a:ext uri="{FF2B5EF4-FFF2-40B4-BE49-F238E27FC236}">
                    <a16:creationId xmlns:a16="http://schemas.microsoft.com/office/drawing/2014/main" id="{42A35D4F-5C3E-682F-7F80-605E4DB34FCE}"/>
                  </a:ext>
                </a:extLst>
              </p:cNvPr>
              <p:cNvGrpSpPr/>
              <p:nvPr/>
            </p:nvGrpSpPr>
            <p:grpSpPr>
              <a:xfrm>
                <a:off x="7605827" y="2640241"/>
                <a:ext cx="55518" cy="123526"/>
                <a:chOff x="7605827" y="2640241"/>
                <a:chExt cx="55518" cy="123526"/>
              </a:xfrm>
              <a:grpFill/>
            </p:grpSpPr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9CFFE3E2-5D3A-BFE8-1A2E-CF19BD4AAE32}"/>
                    </a:ext>
                  </a:extLst>
                </p:cNvPr>
                <p:cNvSpPr/>
                <p:nvPr/>
              </p:nvSpPr>
              <p:spPr>
                <a:xfrm>
                  <a:off x="7629099" y="2640241"/>
                  <a:ext cx="32246" cy="32246"/>
                </a:xfrm>
                <a:custGeom>
                  <a:avLst/>
                  <a:gdLst>
                    <a:gd name="connsiteX0" fmla="*/ 4336 w 0"/>
                    <a:gd name="connsiteY0" fmla="*/ 21427 h 0"/>
                    <a:gd name="connsiteX1" fmla="*/ 4336 w 0"/>
                    <a:gd name="connsiteY1" fmla="*/ 21427 h 0"/>
                    <a:gd name="connsiteX2" fmla="*/ 467 w 0"/>
                    <a:gd name="connsiteY2" fmla="*/ 17235 h 0"/>
                    <a:gd name="connsiteX3" fmla="*/ 789 w 0"/>
                    <a:gd name="connsiteY3" fmla="*/ 11431 h 0"/>
                    <a:gd name="connsiteX4" fmla="*/ 144 w 0"/>
                    <a:gd name="connsiteY4" fmla="*/ 4981 h 0"/>
                    <a:gd name="connsiteX5" fmla="*/ 3047 w 0"/>
                    <a:gd name="connsiteY5" fmla="*/ 144 h 0"/>
                    <a:gd name="connsiteX6" fmla="*/ 7884 w 0"/>
                    <a:gd name="connsiteY6" fmla="*/ 3047 h 0"/>
                    <a:gd name="connsiteX7" fmla="*/ 8851 w 0"/>
                    <a:gd name="connsiteY7" fmla="*/ 11108 h 0"/>
                    <a:gd name="connsiteX8" fmla="*/ 8528 w 0"/>
                    <a:gd name="connsiteY8" fmla="*/ 17558 h 0"/>
                    <a:gd name="connsiteX9" fmla="*/ 4336 w 0"/>
                    <a:gd name="connsiteY9" fmla="*/ 21427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4336" y="21427"/>
                      </a:moveTo>
                      <a:cubicBezTo>
                        <a:pt x="4336" y="21427"/>
                        <a:pt x="4014" y="21427"/>
                        <a:pt x="4336" y="21427"/>
                      </a:cubicBezTo>
                      <a:cubicBezTo>
                        <a:pt x="1757" y="21427"/>
                        <a:pt x="144" y="19492"/>
                        <a:pt x="467" y="17235"/>
                      </a:cubicBezTo>
                      <a:cubicBezTo>
                        <a:pt x="467" y="15300"/>
                        <a:pt x="789" y="13365"/>
                        <a:pt x="789" y="11431"/>
                      </a:cubicBezTo>
                      <a:cubicBezTo>
                        <a:pt x="789" y="9496"/>
                        <a:pt x="467" y="7239"/>
                        <a:pt x="144" y="4981"/>
                      </a:cubicBezTo>
                      <a:cubicBezTo>
                        <a:pt x="-501" y="2724"/>
                        <a:pt x="1112" y="789"/>
                        <a:pt x="3047" y="144"/>
                      </a:cubicBezTo>
                      <a:cubicBezTo>
                        <a:pt x="5304" y="-501"/>
                        <a:pt x="7238" y="1112"/>
                        <a:pt x="7884" y="3047"/>
                      </a:cubicBezTo>
                      <a:cubicBezTo>
                        <a:pt x="8528" y="5949"/>
                        <a:pt x="8851" y="8529"/>
                        <a:pt x="8851" y="11108"/>
                      </a:cubicBezTo>
                      <a:cubicBezTo>
                        <a:pt x="8851" y="13365"/>
                        <a:pt x="8851" y="15623"/>
                        <a:pt x="8528" y="17558"/>
                      </a:cubicBezTo>
                      <a:cubicBezTo>
                        <a:pt x="8206" y="19815"/>
                        <a:pt x="6271" y="21427"/>
                        <a:pt x="4336" y="21427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D42DDEC7-5758-B87D-580E-26C094973F99}"/>
                    </a:ext>
                  </a:extLst>
                </p:cNvPr>
                <p:cNvSpPr/>
                <p:nvPr/>
              </p:nvSpPr>
              <p:spPr>
                <a:xfrm>
                  <a:off x="7623067" y="2682910"/>
                  <a:ext cx="32246" cy="32246"/>
                </a:xfrm>
                <a:custGeom>
                  <a:avLst/>
                  <a:gdLst>
                    <a:gd name="connsiteX0" fmla="*/ 3919 w 0"/>
                    <a:gd name="connsiteY0" fmla="*/ 29063 h 0"/>
                    <a:gd name="connsiteX1" fmla="*/ 3274 w 0"/>
                    <a:gd name="connsiteY1" fmla="*/ 29063 h 0"/>
                    <a:gd name="connsiteX2" fmla="*/ 49 w 0"/>
                    <a:gd name="connsiteY2" fmla="*/ 24226 h 0"/>
                    <a:gd name="connsiteX3" fmla="*/ 1016 w 0"/>
                    <a:gd name="connsiteY3" fmla="*/ 13262 h 0"/>
                    <a:gd name="connsiteX4" fmla="*/ 1661 w 0"/>
                    <a:gd name="connsiteY4" fmla="*/ 3588 h 0"/>
                    <a:gd name="connsiteX5" fmla="*/ 6176 w 0"/>
                    <a:gd name="connsiteY5" fmla="*/ 41 h 0"/>
                    <a:gd name="connsiteX6" fmla="*/ 9723 w 0"/>
                    <a:gd name="connsiteY6" fmla="*/ 4556 h 0"/>
                    <a:gd name="connsiteX7" fmla="*/ 9401 w 0"/>
                    <a:gd name="connsiteY7" fmla="*/ 13585 h 0"/>
                    <a:gd name="connsiteX8" fmla="*/ 8111 w 0"/>
                    <a:gd name="connsiteY8" fmla="*/ 26161 h 0"/>
                    <a:gd name="connsiteX9" fmla="*/ 3919 w 0"/>
                    <a:gd name="connsiteY9" fmla="*/ 29063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3919" y="29063"/>
                      </a:moveTo>
                      <a:cubicBezTo>
                        <a:pt x="3596" y="29063"/>
                        <a:pt x="3274" y="29063"/>
                        <a:pt x="3274" y="29063"/>
                      </a:cubicBezTo>
                      <a:cubicBezTo>
                        <a:pt x="1016" y="28740"/>
                        <a:pt x="-273" y="26483"/>
                        <a:pt x="49" y="24226"/>
                      </a:cubicBezTo>
                      <a:cubicBezTo>
                        <a:pt x="694" y="20679"/>
                        <a:pt x="1016" y="16809"/>
                        <a:pt x="1016" y="13262"/>
                      </a:cubicBezTo>
                      <a:cubicBezTo>
                        <a:pt x="1016" y="9715"/>
                        <a:pt x="1339" y="6813"/>
                        <a:pt x="1661" y="3588"/>
                      </a:cubicBezTo>
                      <a:cubicBezTo>
                        <a:pt x="1984" y="1331"/>
                        <a:pt x="3919" y="-281"/>
                        <a:pt x="6176" y="41"/>
                      </a:cubicBezTo>
                      <a:cubicBezTo>
                        <a:pt x="8433" y="364"/>
                        <a:pt x="10045" y="2298"/>
                        <a:pt x="9723" y="4556"/>
                      </a:cubicBezTo>
                      <a:cubicBezTo>
                        <a:pt x="9401" y="7458"/>
                        <a:pt x="9401" y="10360"/>
                        <a:pt x="9401" y="13585"/>
                      </a:cubicBezTo>
                      <a:cubicBezTo>
                        <a:pt x="9401" y="17777"/>
                        <a:pt x="9078" y="21969"/>
                        <a:pt x="8111" y="26161"/>
                      </a:cubicBezTo>
                      <a:cubicBezTo>
                        <a:pt x="7466" y="27773"/>
                        <a:pt x="5853" y="29063"/>
                        <a:pt x="3919" y="2906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3AF94C71-0225-9074-3076-306C061267DA}"/>
                    </a:ext>
                  </a:extLst>
                </p:cNvPr>
                <p:cNvSpPr/>
                <p:nvPr/>
              </p:nvSpPr>
              <p:spPr>
                <a:xfrm>
                  <a:off x="7605827" y="2731521"/>
                  <a:ext cx="32246" cy="32246"/>
                </a:xfrm>
                <a:custGeom>
                  <a:avLst/>
                  <a:gdLst>
                    <a:gd name="connsiteX0" fmla="*/ 4068 w 0"/>
                    <a:gd name="connsiteY0" fmla="*/ 20115 h 0"/>
                    <a:gd name="connsiteX1" fmla="*/ 2456 w 0"/>
                    <a:gd name="connsiteY1" fmla="*/ 19792 h 0"/>
                    <a:gd name="connsiteX2" fmla="*/ 199 w 0"/>
                    <a:gd name="connsiteY2" fmla="*/ 14633 h 0"/>
                    <a:gd name="connsiteX3" fmla="*/ 4391 w 0"/>
                    <a:gd name="connsiteY3" fmla="*/ 5926 h 0"/>
                    <a:gd name="connsiteX4" fmla="*/ 6326 w 0"/>
                    <a:gd name="connsiteY4" fmla="*/ 2057 h 0"/>
                    <a:gd name="connsiteX5" fmla="*/ 11808 w 0"/>
                    <a:gd name="connsiteY5" fmla="*/ 444 h 0"/>
                    <a:gd name="connsiteX6" fmla="*/ 13420 w 0"/>
                    <a:gd name="connsiteY6" fmla="*/ 5926 h 0"/>
                    <a:gd name="connsiteX7" fmla="*/ 11485 w 0"/>
                    <a:gd name="connsiteY7" fmla="*/ 9473 h 0"/>
                    <a:gd name="connsiteX8" fmla="*/ 7616 w 0"/>
                    <a:gd name="connsiteY8" fmla="*/ 17213 h 0"/>
                    <a:gd name="connsiteX9" fmla="*/ 4068 w 0"/>
                    <a:gd name="connsiteY9" fmla="*/ 2011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4068" y="20115"/>
                      </a:moveTo>
                      <a:cubicBezTo>
                        <a:pt x="3424" y="20115"/>
                        <a:pt x="3101" y="20115"/>
                        <a:pt x="2456" y="19792"/>
                      </a:cubicBezTo>
                      <a:cubicBezTo>
                        <a:pt x="522" y="18825"/>
                        <a:pt x="-446" y="16568"/>
                        <a:pt x="199" y="14633"/>
                      </a:cubicBezTo>
                      <a:cubicBezTo>
                        <a:pt x="1489" y="11731"/>
                        <a:pt x="2779" y="8829"/>
                        <a:pt x="4391" y="5926"/>
                      </a:cubicBezTo>
                      <a:lnTo>
                        <a:pt x="6326" y="2057"/>
                      </a:lnTo>
                      <a:cubicBezTo>
                        <a:pt x="7293" y="122"/>
                        <a:pt x="9873" y="-523"/>
                        <a:pt x="11808" y="444"/>
                      </a:cubicBezTo>
                      <a:cubicBezTo>
                        <a:pt x="13742" y="1412"/>
                        <a:pt x="14387" y="3992"/>
                        <a:pt x="13420" y="5926"/>
                      </a:cubicBezTo>
                      <a:lnTo>
                        <a:pt x="11485" y="9473"/>
                      </a:lnTo>
                      <a:cubicBezTo>
                        <a:pt x="9873" y="12376"/>
                        <a:pt x="8583" y="14633"/>
                        <a:pt x="7616" y="17213"/>
                      </a:cubicBezTo>
                      <a:cubicBezTo>
                        <a:pt x="6971" y="19147"/>
                        <a:pt x="5681" y="20115"/>
                        <a:pt x="4068" y="2011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3" name="Graphic 4">
                <a:extLst>
                  <a:ext uri="{FF2B5EF4-FFF2-40B4-BE49-F238E27FC236}">
                    <a16:creationId xmlns:a16="http://schemas.microsoft.com/office/drawing/2014/main" id="{6F132BB6-E3D0-3BF8-4045-CBE987D1D4DB}"/>
                  </a:ext>
                </a:extLst>
              </p:cNvPr>
              <p:cNvGrpSpPr/>
              <p:nvPr/>
            </p:nvGrpSpPr>
            <p:grpSpPr>
              <a:xfrm>
                <a:off x="7647301" y="2738944"/>
                <a:ext cx="488441" cy="215148"/>
                <a:chOff x="7647301" y="2738944"/>
                <a:chExt cx="488441" cy="215148"/>
              </a:xfrm>
              <a:grpFill/>
            </p:grpSpPr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668006E6-08ED-F774-E6CD-84BD0D937317}"/>
                    </a:ext>
                  </a:extLst>
                </p:cNvPr>
                <p:cNvSpPr/>
                <p:nvPr/>
              </p:nvSpPr>
              <p:spPr>
                <a:xfrm>
                  <a:off x="7647301" y="2857764"/>
                  <a:ext cx="32246" cy="32246"/>
                </a:xfrm>
                <a:custGeom>
                  <a:avLst/>
                  <a:gdLst>
                    <a:gd name="connsiteX0" fmla="*/ 6449 w 0"/>
                    <a:gd name="connsiteY0" fmla="*/ 11572 h 0"/>
                    <a:gd name="connsiteX1" fmla="*/ 4192 w 0"/>
                    <a:gd name="connsiteY1" fmla="*/ 11572 h 0"/>
                    <a:gd name="connsiteX2" fmla="*/ 0 w 0"/>
                    <a:gd name="connsiteY2" fmla="*/ 7380 h 0"/>
                    <a:gd name="connsiteX3" fmla="*/ 3870 w 0"/>
                    <a:gd name="connsiteY3" fmla="*/ 3188 h 0"/>
                    <a:gd name="connsiteX4" fmla="*/ 4837 w 0"/>
                    <a:gd name="connsiteY4" fmla="*/ 3188 h 0"/>
                    <a:gd name="connsiteX5" fmla="*/ 13543 w 0"/>
                    <a:gd name="connsiteY5" fmla="*/ 1253 h 0"/>
                    <a:gd name="connsiteX6" fmla="*/ 19348 w 0"/>
                    <a:gd name="connsiteY6" fmla="*/ 930 h 0"/>
                    <a:gd name="connsiteX7" fmla="*/ 19670 w 0"/>
                    <a:gd name="connsiteY7" fmla="*/ 6735 h 0"/>
                    <a:gd name="connsiteX8" fmla="*/ 6449 w 0"/>
                    <a:gd name="connsiteY8" fmla="*/ 1157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>
                      <a:moveTo>
                        <a:pt x="6449" y="11572"/>
                      </a:moveTo>
                      <a:cubicBezTo>
                        <a:pt x="5804" y="11572"/>
                        <a:pt x="5159" y="11572"/>
                        <a:pt x="4192" y="11572"/>
                      </a:cubicBezTo>
                      <a:cubicBezTo>
                        <a:pt x="1935" y="11572"/>
                        <a:pt x="0" y="9637"/>
                        <a:pt x="0" y="7380"/>
                      </a:cubicBezTo>
                      <a:cubicBezTo>
                        <a:pt x="0" y="5122"/>
                        <a:pt x="1612" y="3188"/>
                        <a:pt x="3870" y="3188"/>
                      </a:cubicBezTo>
                      <a:lnTo>
                        <a:pt x="4837" y="3188"/>
                      </a:lnTo>
                      <a:cubicBezTo>
                        <a:pt x="9352" y="3510"/>
                        <a:pt x="12254" y="2865"/>
                        <a:pt x="13543" y="1253"/>
                      </a:cubicBezTo>
                      <a:cubicBezTo>
                        <a:pt x="15156" y="-359"/>
                        <a:pt x="17736" y="-359"/>
                        <a:pt x="19348" y="930"/>
                      </a:cubicBezTo>
                      <a:cubicBezTo>
                        <a:pt x="20960" y="2543"/>
                        <a:pt x="20960" y="5122"/>
                        <a:pt x="19670" y="6735"/>
                      </a:cubicBezTo>
                      <a:cubicBezTo>
                        <a:pt x="16446" y="9959"/>
                        <a:pt x="12254" y="11572"/>
                        <a:pt x="6449" y="1157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41BF71CF-9B7B-9F58-F6C3-2D3B79365545}"/>
                    </a:ext>
                  </a:extLst>
                </p:cNvPr>
                <p:cNvSpPr/>
                <p:nvPr/>
              </p:nvSpPr>
              <p:spPr>
                <a:xfrm>
                  <a:off x="7652045" y="2738944"/>
                  <a:ext cx="483697" cy="161232"/>
                </a:xfrm>
                <a:custGeom>
                  <a:avLst/>
                  <a:gdLst>
                    <a:gd name="connsiteX0" fmla="*/ 495076 w 483697"/>
                    <a:gd name="connsiteY0" fmla="*/ 168765 h 161232"/>
                    <a:gd name="connsiteX1" fmla="*/ 492819 w 483697"/>
                    <a:gd name="connsiteY1" fmla="*/ 168121 h 161232"/>
                    <a:gd name="connsiteX2" fmla="*/ 491529 w 483697"/>
                    <a:gd name="connsiteY2" fmla="*/ 162639 h 161232"/>
                    <a:gd name="connsiteX3" fmla="*/ 493786 w 483697"/>
                    <a:gd name="connsiteY3" fmla="*/ 155544 h 161232"/>
                    <a:gd name="connsiteX4" fmla="*/ 495076 w 483697"/>
                    <a:gd name="connsiteY4" fmla="*/ 148773 h 161232"/>
                    <a:gd name="connsiteX5" fmla="*/ 495721 w 483697"/>
                    <a:gd name="connsiteY5" fmla="*/ 144903 h 161232"/>
                    <a:gd name="connsiteX6" fmla="*/ 494108 w 483697"/>
                    <a:gd name="connsiteY6" fmla="*/ 139744 h 161232"/>
                    <a:gd name="connsiteX7" fmla="*/ 496044 w 483697"/>
                    <a:gd name="connsiteY7" fmla="*/ 134584 h 161232"/>
                    <a:gd name="connsiteX8" fmla="*/ 501203 w 483697"/>
                    <a:gd name="connsiteY8" fmla="*/ 136519 h 161232"/>
                    <a:gd name="connsiteX9" fmla="*/ 503460 w 483697"/>
                    <a:gd name="connsiteY9" fmla="*/ 144903 h 161232"/>
                    <a:gd name="connsiteX10" fmla="*/ 502493 w 483697"/>
                    <a:gd name="connsiteY10" fmla="*/ 150707 h 161232"/>
                    <a:gd name="connsiteX11" fmla="*/ 501203 w 483697"/>
                    <a:gd name="connsiteY11" fmla="*/ 157157 h 161232"/>
                    <a:gd name="connsiteX12" fmla="*/ 497655 w 483697"/>
                    <a:gd name="connsiteY12" fmla="*/ 167153 h 161232"/>
                    <a:gd name="connsiteX13" fmla="*/ 495076 w 483697"/>
                    <a:gd name="connsiteY13" fmla="*/ 168765 h 161232"/>
                    <a:gd name="connsiteX14" fmla="*/ 476373 w 483697"/>
                    <a:gd name="connsiteY14" fmla="*/ 112657 h 161232"/>
                    <a:gd name="connsiteX15" fmla="*/ 476373 w 483697"/>
                    <a:gd name="connsiteY15" fmla="*/ 112657 h 161232"/>
                    <a:gd name="connsiteX16" fmla="*/ 472503 w 483697"/>
                    <a:gd name="connsiteY16" fmla="*/ 108465 h 161232"/>
                    <a:gd name="connsiteX17" fmla="*/ 476373 w 483697"/>
                    <a:gd name="connsiteY17" fmla="*/ 96856 h 161232"/>
                    <a:gd name="connsiteX18" fmla="*/ 478308 w 483697"/>
                    <a:gd name="connsiteY18" fmla="*/ 92664 h 161232"/>
                    <a:gd name="connsiteX19" fmla="*/ 473793 w 483697"/>
                    <a:gd name="connsiteY19" fmla="*/ 91374 h 161232"/>
                    <a:gd name="connsiteX20" fmla="*/ 470569 w 483697"/>
                    <a:gd name="connsiteY20" fmla="*/ 86859 h 161232"/>
                    <a:gd name="connsiteX21" fmla="*/ 475083 w 483697"/>
                    <a:gd name="connsiteY21" fmla="*/ 83635 h 161232"/>
                    <a:gd name="connsiteX22" fmla="*/ 486370 w 483697"/>
                    <a:gd name="connsiteY22" fmla="*/ 92341 h 161232"/>
                    <a:gd name="connsiteX23" fmla="*/ 486047 w 483697"/>
                    <a:gd name="connsiteY23" fmla="*/ 94599 h 161232"/>
                    <a:gd name="connsiteX24" fmla="*/ 483467 w 483697"/>
                    <a:gd name="connsiteY24" fmla="*/ 100403 h 161232"/>
                    <a:gd name="connsiteX25" fmla="*/ 480243 w 483697"/>
                    <a:gd name="connsiteY25" fmla="*/ 109109 h 161232"/>
                    <a:gd name="connsiteX26" fmla="*/ 476373 w 483697"/>
                    <a:gd name="connsiteY26" fmla="*/ 112657 h 161232"/>
                    <a:gd name="connsiteX27" fmla="*/ 3962 w 483697"/>
                    <a:gd name="connsiteY27" fmla="*/ 93309 h 161232"/>
                    <a:gd name="connsiteX28" fmla="*/ 1060 w 483697"/>
                    <a:gd name="connsiteY28" fmla="*/ 92019 h 161232"/>
                    <a:gd name="connsiteX29" fmla="*/ 1383 w 483697"/>
                    <a:gd name="connsiteY29" fmla="*/ 86214 h 161232"/>
                    <a:gd name="connsiteX30" fmla="*/ 4285 w 483697"/>
                    <a:gd name="connsiteY30" fmla="*/ 83957 h 161232"/>
                    <a:gd name="connsiteX31" fmla="*/ 19441 w 483697"/>
                    <a:gd name="connsiteY31" fmla="*/ 68156 h 161232"/>
                    <a:gd name="connsiteX32" fmla="*/ 24600 w 483697"/>
                    <a:gd name="connsiteY32" fmla="*/ 66222 h 161232"/>
                    <a:gd name="connsiteX33" fmla="*/ 26535 w 483697"/>
                    <a:gd name="connsiteY33" fmla="*/ 71381 h 161232"/>
                    <a:gd name="connsiteX34" fmla="*/ 8477 w 483697"/>
                    <a:gd name="connsiteY34" fmla="*/ 90729 h 161232"/>
                    <a:gd name="connsiteX35" fmla="*/ 6542 w 483697"/>
                    <a:gd name="connsiteY35" fmla="*/ 92341 h 161232"/>
                    <a:gd name="connsiteX36" fmla="*/ 3962 w 483697"/>
                    <a:gd name="connsiteY36" fmla="*/ 93309 h 161232"/>
                    <a:gd name="connsiteX37" fmla="*/ 227753 w 483697"/>
                    <a:gd name="connsiteY37" fmla="*/ 84280 h 161232"/>
                    <a:gd name="connsiteX38" fmla="*/ 217434 w 483697"/>
                    <a:gd name="connsiteY38" fmla="*/ 76218 h 161232"/>
                    <a:gd name="connsiteX39" fmla="*/ 213564 w 483697"/>
                    <a:gd name="connsiteY39" fmla="*/ 69124 h 161232"/>
                    <a:gd name="connsiteX40" fmla="*/ 215821 w 483697"/>
                    <a:gd name="connsiteY40" fmla="*/ 63964 h 161232"/>
                    <a:gd name="connsiteX41" fmla="*/ 220981 w 483697"/>
                    <a:gd name="connsiteY41" fmla="*/ 66222 h 161232"/>
                    <a:gd name="connsiteX42" fmla="*/ 223883 w 483697"/>
                    <a:gd name="connsiteY42" fmla="*/ 71704 h 161232"/>
                    <a:gd name="connsiteX43" fmla="*/ 227430 w 483697"/>
                    <a:gd name="connsiteY43" fmla="*/ 75896 h 161232"/>
                    <a:gd name="connsiteX44" fmla="*/ 229365 w 483697"/>
                    <a:gd name="connsiteY44" fmla="*/ 73316 h 161232"/>
                    <a:gd name="connsiteX45" fmla="*/ 230655 w 483697"/>
                    <a:gd name="connsiteY45" fmla="*/ 70736 h 161232"/>
                    <a:gd name="connsiteX46" fmla="*/ 235814 w 483697"/>
                    <a:gd name="connsiteY46" fmla="*/ 68479 h 161232"/>
                    <a:gd name="connsiteX47" fmla="*/ 238072 w 483697"/>
                    <a:gd name="connsiteY47" fmla="*/ 73638 h 161232"/>
                    <a:gd name="connsiteX48" fmla="*/ 235814 w 483697"/>
                    <a:gd name="connsiteY48" fmla="*/ 77830 h 161232"/>
                    <a:gd name="connsiteX49" fmla="*/ 227753 w 483697"/>
                    <a:gd name="connsiteY49" fmla="*/ 84280 h 161232"/>
                    <a:gd name="connsiteX50" fmla="*/ 445739 w 483697"/>
                    <a:gd name="connsiteY50" fmla="*/ 72671 h 161232"/>
                    <a:gd name="connsiteX51" fmla="*/ 442837 w 483697"/>
                    <a:gd name="connsiteY51" fmla="*/ 71381 h 161232"/>
                    <a:gd name="connsiteX52" fmla="*/ 440902 w 483697"/>
                    <a:gd name="connsiteY52" fmla="*/ 69446 h 161232"/>
                    <a:gd name="connsiteX53" fmla="*/ 421877 w 483697"/>
                    <a:gd name="connsiteY53" fmla="*/ 66867 h 161232"/>
                    <a:gd name="connsiteX54" fmla="*/ 416717 w 483697"/>
                    <a:gd name="connsiteY54" fmla="*/ 64287 h 161232"/>
                    <a:gd name="connsiteX55" fmla="*/ 419297 w 483697"/>
                    <a:gd name="connsiteY55" fmla="*/ 59127 h 161232"/>
                    <a:gd name="connsiteX56" fmla="*/ 446384 w 483697"/>
                    <a:gd name="connsiteY56" fmla="*/ 63642 h 161232"/>
                    <a:gd name="connsiteX57" fmla="*/ 448641 w 483697"/>
                    <a:gd name="connsiteY57" fmla="*/ 65899 h 161232"/>
                    <a:gd name="connsiteX58" fmla="*/ 448318 w 483697"/>
                    <a:gd name="connsiteY58" fmla="*/ 71704 h 161232"/>
                    <a:gd name="connsiteX59" fmla="*/ 445739 w 483697"/>
                    <a:gd name="connsiteY59" fmla="*/ 72671 h 161232"/>
                    <a:gd name="connsiteX60" fmla="*/ 389952 w 483697"/>
                    <a:gd name="connsiteY60" fmla="*/ 63964 h 161232"/>
                    <a:gd name="connsiteX61" fmla="*/ 389630 w 483697"/>
                    <a:gd name="connsiteY61" fmla="*/ 63964 h 161232"/>
                    <a:gd name="connsiteX62" fmla="*/ 386083 w 483697"/>
                    <a:gd name="connsiteY62" fmla="*/ 59450 h 161232"/>
                    <a:gd name="connsiteX63" fmla="*/ 386405 w 483697"/>
                    <a:gd name="connsiteY63" fmla="*/ 57838 h 161232"/>
                    <a:gd name="connsiteX64" fmla="*/ 389630 w 483697"/>
                    <a:gd name="connsiteY64" fmla="*/ 37522 h 161232"/>
                    <a:gd name="connsiteX65" fmla="*/ 389307 w 483697"/>
                    <a:gd name="connsiteY65" fmla="*/ 33330 h 161232"/>
                    <a:gd name="connsiteX66" fmla="*/ 392854 w 483697"/>
                    <a:gd name="connsiteY66" fmla="*/ 28816 h 161232"/>
                    <a:gd name="connsiteX67" fmla="*/ 397369 w 483697"/>
                    <a:gd name="connsiteY67" fmla="*/ 32363 h 161232"/>
                    <a:gd name="connsiteX68" fmla="*/ 397692 w 483697"/>
                    <a:gd name="connsiteY68" fmla="*/ 37522 h 161232"/>
                    <a:gd name="connsiteX69" fmla="*/ 394145 w 483697"/>
                    <a:gd name="connsiteY69" fmla="*/ 60417 h 161232"/>
                    <a:gd name="connsiteX70" fmla="*/ 389952 w 483697"/>
                    <a:gd name="connsiteY70" fmla="*/ 63964 h 161232"/>
                    <a:gd name="connsiteX71" fmla="*/ 104894 w 483697"/>
                    <a:gd name="connsiteY71" fmla="*/ 61062 h 161232"/>
                    <a:gd name="connsiteX72" fmla="*/ 98444 w 483697"/>
                    <a:gd name="connsiteY72" fmla="*/ 58482 h 161232"/>
                    <a:gd name="connsiteX73" fmla="*/ 98767 w 483697"/>
                    <a:gd name="connsiteY73" fmla="*/ 52678 h 161232"/>
                    <a:gd name="connsiteX74" fmla="*/ 104249 w 483697"/>
                    <a:gd name="connsiteY74" fmla="*/ 52678 h 161232"/>
                    <a:gd name="connsiteX75" fmla="*/ 104894 w 483697"/>
                    <a:gd name="connsiteY75" fmla="*/ 52678 h 161232"/>
                    <a:gd name="connsiteX76" fmla="*/ 105539 w 483697"/>
                    <a:gd name="connsiteY76" fmla="*/ 52678 h 161232"/>
                    <a:gd name="connsiteX77" fmla="*/ 113600 w 483697"/>
                    <a:gd name="connsiteY77" fmla="*/ 49453 h 161232"/>
                    <a:gd name="connsiteX78" fmla="*/ 126176 w 483697"/>
                    <a:gd name="connsiteY78" fmla="*/ 44294 h 161232"/>
                    <a:gd name="connsiteX79" fmla="*/ 131013 w 483697"/>
                    <a:gd name="connsiteY79" fmla="*/ 47519 h 161232"/>
                    <a:gd name="connsiteX80" fmla="*/ 127789 w 483697"/>
                    <a:gd name="connsiteY80" fmla="*/ 52356 h 161232"/>
                    <a:gd name="connsiteX81" fmla="*/ 117792 w 483697"/>
                    <a:gd name="connsiteY81" fmla="*/ 56548 h 161232"/>
                    <a:gd name="connsiteX82" fmla="*/ 106184 w 483697"/>
                    <a:gd name="connsiteY82" fmla="*/ 61062 h 161232"/>
                    <a:gd name="connsiteX83" fmla="*/ 104894 w 483697"/>
                    <a:gd name="connsiteY83" fmla="*/ 61062 h 161232"/>
                    <a:gd name="connsiteX84" fmla="*/ 190347 w 483697"/>
                    <a:gd name="connsiteY84" fmla="*/ 59772 h 161232"/>
                    <a:gd name="connsiteX85" fmla="*/ 187767 w 483697"/>
                    <a:gd name="connsiteY85" fmla="*/ 58805 h 161232"/>
                    <a:gd name="connsiteX86" fmla="*/ 187122 w 483697"/>
                    <a:gd name="connsiteY86" fmla="*/ 58160 h 161232"/>
                    <a:gd name="connsiteX87" fmla="*/ 165840 w 483697"/>
                    <a:gd name="connsiteY87" fmla="*/ 52356 h 161232"/>
                    <a:gd name="connsiteX88" fmla="*/ 161003 w 483697"/>
                    <a:gd name="connsiteY88" fmla="*/ 49453 h 161232"/>
                    <a:gd name="connsiteX89" fmla="*/ 163905 w 483697"/>
                    <a:gd name="connsiteY89" fmla="*/ 44616 h 161232"/>
                    <a:gd name="connsiteX90" fmla="*/ 193249 w 483697"/>
                    <a:gd name="connsiteY90" fmla="*/ 53001 h 161232"/>
                    <a:gd name="connsiteX91" fmla="*/ 193249 w 483697"/>
                    <a:gd name="connsiteY91" fmla="*/ 58482 h 161232"/>
                    <a:gd name="connsiteX92" fmla="*/ 190347 w 483697"/>
                    <a:gd name="connsiteY92" fmla="*/ 59772 h 161232"/>
                    <a:gd name="connsiteX93" fmla="*/ 262901 w 483697"/>
                    <a:gd name="connsiteY93" fmla="*/ 56225 h 161232"/>
                    <a:gd name="connsiteX94" fmla="*/ 259032 w 483697"/>
                    <a:gd name="connsiteY94" fmla="*/ 52356 h 161232"/>
                    <a:gd name="connsiteX95" fmla="*/ 262901 w 483697"/>
                    <a:gd name="connsiteY95" fmla="*/ 48164 h 161232"/>
                    <a:gd name="connsiteX96" fmla="*/ 267738 w 483697"/>
                    <a:gd name="connsiteY96" fmla="*/ 47519 h 161232"/>
                    <a:gd name="connsiteX97" fmla="*/ 267738 w 483697"/>
                    <a:gd name="connsiteY97" fmla="*/ 46874 h 161232"/>
                    <a:gd name="connsiteX98" fmla="*/ 271608 w 483697"/>
                    <a:gd name="connsiteY98" fmla="*/ 38812 h 161232"/>
                    <a:gd name="connsiteX99" fmla="*/ 273543 w 483697"/>
                    <a:gd name="connsiteY99" fmla="*/ 32363 h 161232"/>
                    <a:gd name="connsiteX100" fmla="*/ 277735 w 483697"/>
                    <a:gd name="connsiteY100" fmla="*/ 28493 h 161232"/>
                    <a:gd name="connsiteX101" fmla="*/ 277735 w 483697"/>
                    <a:gd name="connsiteY101" fmla="*/ 28493 h 161232"/>
                    <a:gd name="connsiteX102" fmla="*/ 281604 w 483697"/>
                    <a:gd name="connsiteY102" fmla="*/ 32685 h 161232"/>
                    <a:gd name="connsiteX103" fmla="*/ 277735 w 483697"/>
                    <a:gd name="connsiteY103" fmla="*/ 44616 h 161232"/>
                    <a:gd name="connsiteX104" fmla="*/ 275800 w 483697"/>
                    <a:gd name="connsiteY104" fmla="*/ 48486 h 161232"/>
                    <a:gd name="connsiteX105" fmla="*/ 262901 w 483697"/>
                    <a:gd name="connsiteY105" fmla="*/ 56225 h 161232"/>
                    <a:gd name="connsiteX106" fmla="*/ 262901 w 483697"/>
                    <a:gd name="connsiteY106" fmla="*/ 56225 h 161232"/>
                    <a:gd name="connsiteX107" fmla="*/ 51364 w 483697"/>
                    <a:gd name="connsiteY107" fmla="*/ 53001 h 161232"/>
                    <a:gd name="connsiteX108" fmla="*/ 47495 w 483697"/>
                    <a:gd name="connsiteY108" fmla="*/ 50098 h 161232"/>
                    <a:gd name="connsiteX109" fmla="*/ 50075 w 483697"/>
                    <a:gd name="connsiteY109" fmla="*/ 44939 h 161232"/>
                    <a:gd name="connsiteX110" fmla="*/ 58459 w 483697"/>
                    <a:gd name="connsiteY110" fmla="*/ 41392 h 161232"/>
                    <a:gd name="connsiteX111" fmla="*/ 73292 w 483697"/>
                    <a:gd name="connsiteY111" fmla="*/ 37200 h 161232"/>
                    <a:gd name="connsiteX112" fmla="*/ 76839 w 483697"/>
                    <a:gd name="connsiteY112" fmla="*/ 36877 h 161232"/>
                    <a:gd name="connsiteX113" fmla="*/ 81354 w 483697"/>
                    <a:gd name="connsiteY113" fmla="*/ 40424 h 161232"/>
                    <a:gd name="connsiteX114" fmla="*/ 77807 w 483697"/>
                    <a:gd name="connsiteY114" fmla="*/ 44939 h 161232"/>
                    <a:gd name="connsiteX115" fmla="*/ 73292 w 483697"/>
                    <a:gd name="connsiteY115" fmla="*/ 45261 h 161232"/>
                    <a:gd name="connsiteX116" fmla="*/ 61683 w 483697"/>
                    <a:gd name="connsiteY116" fmla="*/ 48809 h 161232"/>
                    <a:gd name="connsiteX117" fmla="*/ 52332 w 483697"/>
                    <a:gd name="connsiteY117" fmla="*/ 52678 h 161232"/>
                    <a:gd name="connsiteX118" fmla="*/ 51364 w 483697"/>
                    <a:gd name="connsiteY118" fmla="*/ 53001 h 161232"/>
                    <a:gd name="connsiteX119" fmla="*/ 306434 w 483697"/>
                    <a:gd name="connsiteY119" fmla="*/ 27203 h 161232"/>
                    <a:gd name="connsiteX120" fmla="*/ 304177 w 483697"/>
                    <a:gd name="connsiteY120" fmla="*/ 26881 h 161232"/>
                    <a:gd name="connsiteX121" fmla="*/ 300952 w 483697"/>
                    <a:gd name="connsiteY121" fmla="*/ 22044 h 161232"/>
                    <a:gd name="connsiteX122" fmla="*/ 305789 w 483697"/>
                    <a:gd name="connsiteY122" fmla="*/ 18819 h 161232"/>
                    <a:gd name="connsiteX123" fmla="*/ 306434 w 483697"/>
                    <a:gd name="connsiteY123" fmla="*/ 18819 h 161232"/>
                    <a:gd name="connsiteX124" fmla="*/ 315141 w 483697"/>
                    <a:gd name="connsiteY124" fmla="*/ 12048 h 161232"/>
                    <a:gd name="connsiteX125" fmla="*/ 324170 w 483697"/>
                    <a:gd name="connsiteY125" fmla="*/ 3341 h 161232"/>
                    <a:gd name="connsiteX126" fmla="*/ 329652 w 483697"/>
                    <a:gd name="connsiteY126" fmla="*/ 5276 h 161232"/>
                    <a:gd name="connsiteX127" fmla="*/ 327717 w 483697"/>
                    <a:gd name="connsiteY127" fmla="*/ 10758 h 161232"/>
                    <a:gd name="connsiteX128" fmla="*/ 322557 w 483697"/>
                    <a:gd name="connsiteY128" fmla="*/ 15595 h 161232"/>
                    <a:gd name="connsiteX129" fmla="*/ 306434 w 483697"/>
                    <a:gd name="connsiteY129" fmla="*/ 27203 h 161232"/>
                    <a:gd name="connsiteX130" fmla="*/ 306434 w 483697"/>
                    <a:gd name="connsiteY130" fmla="*/ 27203 h 161232"/>
                    <a:gd name="connsiteX131" fmla="*/ 363511 w 483697"/>
                    <a:gd name="connsiteY131" fmla="*/ 12048 h 161232"/>
                    <a:gd name="connsiteX132" fmla="*/ 359641 w 483697"/>
                    <a:gd name="connsiteY132" fmla="*/ 8823 h 161232"/>
                    <a:gd name="connsiteX133" fmla="*/ 362543 w 483697"/>
                    <a:gd name="connsiteY133" fmla="*/ 3986 h 161232"/>
                    <a:gd name="connsiteX134" fmla="*/ 369637 w 483697"/>
                    <a:gd name="connsiteY134" fmla="*/ 2051 h 161232"/>
                    <a:gd name="connsiteX135" fmla="*/ 372217 w 483697"/>
                    <a:gd name="connsiteY135" fmla="*/ 1406 h 161232"/>
                    <a:gd name="connsiteX136" fmla="*/ 390920 w 483697"/>
                    <a:gd name="connsiteY136" fmla="*/ 116 h 161232"/>
                    <a:gd name="connsiteX137" fmla="*/ 394790 w 483697"/>
                    <a:gd name="connsiteY137" fmla="*/ 4308 h 161232"/>
                    <a:gd name="connsiteX138" fmla="*/ 390597 w 483697"/>
                    <a:gd name="connsiteY138" fmla="*/ 8178 h 161232"/>
                    <a:gd name="connsiteX139" fmla="*/ 374474 w 483697"/>
                    <a:gd name="connsiteY139" fmla="*/ 9145 h 161232"/>
                    <a:gd name="connsiteX140" fmla="*/ 372217 w 483697"/>
                    <a:gd name="connsiteY140" fmla="*/ 9790 h 161232"/>
                    <a:gd name="connsiteX141" fmla="*/ 364800 w 483697"/>
                    <a:gd name="connsiteY141" fmla="*/ 11725 h 161232"/>
                    <a:gd name="connsiteX142" fmla="*/ 363511 w 483697"/>
                    <a:gd name="connsiteY142" fmla="*/ 12048 h 161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</a:cxnLst>
                  <a:rect l="l" t="t" r="r" b="b"/>
                  <a:pathLst>
                    <a:path w="483697" h="161232">
                      <a:moveTo>
                        <a:pt x="495076" y="168765"/>
                      </a:moveTo>
                      <a:cubicBezTo>
                        <a:pt x="494431" y="168765"/>
                        <a:pt x="493786" y="168443"/>
                        <a:pt x="492819" y="168121"/>
                      </a:cubicBezTo>
                      <a:cubicBezTo>
                        <a:pt x="490884" y="166831"/>
                        <a:pt x="490239" y="164573"/>
                        <a:pt x="491529" y="162639"/>
                      </a:cubicBezTo>
                      <a:cubicBezTo>
                        <a:pt x="492496" y="160704"/>
                        <a:pt x="493464" y="158446"/>
                        <a:pt x="493786" y="155544"/>
                      </a:cubicBezTo>
                      <a:cubicBezTo>
                        <a:pt x="494431" y="152642"/>
                        <a:pt x="494753" y="150385"/>
                        <a:pt x="495076" y="148773"/>
                      </a:cubicBezTo>
                      <a:cubicBezTo>
                        <a:pt x="495399" y="147160"/>
                        <a:pt x="495721" y="145870"/>
                        <a:pt x="495721" y="144903"/>
                      </a:cubicBezTo>
                      <a:cubicBezTo>
                        <a:pt x="495721" y="143936"/>
                        <a:pt x="495399" y="142646"/>
                        <a:pt x="494108" y="139744"/>
                      </a:cubicBezTo>
                      <a:cubicBezTo>
                        <a:pt x="493141" y="137809"/>
                        <a:pt x="494108" y="135229"/>
                        <a:pt x="496044" y="134584"/>
                      </a:cubicBezTo>
                      <a:cubicBezTo>
                        <a:pt x="497978" y="133617"/>
                        <a:pt x="500558" y="134584"/>
                        <a:pt x="501203" y="136519"/>
                      </a:cubicBezTo>
                      <a:cubicBezTo>
                        <a:pt x="502493" y="139744"/>
                        <a:pt x="503460" y="142323"/>
                        <a:pt x="503460" y="144903"/>
                      </a:cubicBezTo>
                      <a:cubicBezTo>
                        <a:pt x="503460" y="146838"/>
                        <a:pt x="503137" y="148450"/>
                        <a:pt x="502493" y="150707"/>
                      </a:cubicBezTo>
                      <a:cubicBezTo>
                        <a:pt x="502170" y="152320"/>
                        <a:pt x="501525" y="154255"/>
                        <a:pt x="501203" y="157157"/>
                      </a:cubicBezTo>
                      <a:cubicBezTo>
                        <a:pt x="500558" y="161026"/>
                        <a:pt x="499268" y="164251"/>
                        <a:pt x="497655" y="167153"/>
                      </a:cubicBezTo>
                      <a:cubicBezTo>
                        <a:pt x="497978" y="168121"/>
                        <a:pt x="496688" y="168765"/>
                        <a:pt x="495076" y="168765"/>
                      </a:cubicBezTo>
                      <a:close/>
                      <a:moveTo>
                        <a:pt x="476373" y="112657"/>
                      </a:moveTo>
                      <a:cubicBezTo>
                        <a:pt x="476373" y="112657"/>
                        <a:pt x="476050" y="112657"/>
                        <a:pt x="476373" y="112657"/>
                      </a:cubicBezTo>
                      <a:cubicBezTo>
                        <a:pt x="473793" y="112334"/>
                        <a:pt x="472181" y="110399"/>
                        <a:pt x="472503" y="108465"/>
                      </a:cubicBezTo>
                      <a:cubicBezTo>
                        <a:pt x="472826" y="104272"/>
                        <a:pt x="474761" y="100403"/>
                        <a:pt x="476373" y="96856"/>
                      </a:cubicBezTo>
                      <a:cubicBezTo>
                        <a:pt x="477018" y="95243"/>
                        <a:pt x="477663" y="93953"/>
                        <a:pt x="478308" y="92664"/>
                      </a:cubicBezTo>
                      <a:cubicBezTo>
                        <a:pt x="477663" y="92341"/>
                        <a:pt x="476373" y="92019"/>
                        <a:pt x="473793" y="91374"/>
                      </a:cubicBezTo>
                      <a:cubicBezTo>
                        <a:pt x="471536" y="91051"/>
                        <a:pt x="470246" y="89117"/>
                        <a:pt x="470569" y="86859"/>
                      </a:cubicBezTo>
                      <a:cubicBezTo>
                        <a:pt x="470891" y="84602"/>
                        <a:pt x="473148" y="83312"/>
                        <a:pt x="475083" y="83635"/>
                      </a:cubicBezTo>
                      <a:cubicBezTo>
                        <a:pt x="477985" y="83957"/>
                        <a:pt x="486370" y="85570"/>
                        <a:pt x="486370" y="92341"/>
                      </a:cubicBezTo>
                      <a:cubicBezTo>
                        <a:pt x="486370" y="92986"/>
                        <a:pt x="486370" y="93953"/>
                        <a:pt x="486047" y="94599"/>
                      </a:cubicBezTo>
                      <a:cubicBezTo>
                        <a:pt x="485402" y="96533"/>
                        <a:pt x="484435" y="98468"/>
                        <a:pt x="483467" y="100403"/>
                      </a:cubicBezTo>
                      <a:cubicBezTo>
                        <a:pt x="482177" y="103305"/>
                        <a:pt x="480565" y="106530"/>
                        <a:pt x="480243" y="109109"/>
                      </a:cubicBezTo>
                      <a:cubicBezTo>
                        <a:pt x="480243" y="111044"/>
                        <a:pt x="478308" y="112657"/>
                        <a:pt x="476373" y="112657"/>
                      </a:cubicBezTo>
                      <a:close/>
                      <a:moveTo>
                        <a:pt x="3962" y="93309"/>
                      </a:moveTo>
                      <a:cubicBezTo>
                        <a:pt x="2995" y="93309"/>
                        <a:pt x="1705" y="92986"/>
                        <a:pt x="1060" y="92019"/>
                      </a:cubicBezTo>
                      <a:cubicBezTo>
                        <a:pt x="-552" y="90407"/>
                        <a:pt x="-230" y="87827"/>
                        <a:pt x="1383" y="86214"/>
                      </a:cubicBezTo>
                      <a:cubicBezTo>
                        <a:pt x="2027" y="85570"/>
                        <a:pt x="2995" y="84602"/>
                        <a:pt x="4285" y="83957"/>
                      </a:cubicBezTo>
                      <a:cubicBezTo>
                        <a:pt x="12346" y="78798"/>
                        <a:pt x="17183" y="73638"/>
                        <a:pt x="19441" y="68156"/>
                      </a:cubicBezTo>
                      <a:cubicBezTo>
                        <a:pt x="20408" y="66222"/>
                        <a:pt x="22665" y="65254"/>
                        <a:pt x="24600" y="66222"/>
                      </a:cubicBezTo>
                      <a:cubicBezTo>
                        <a:pt x="26535" y="67189"/>
                        <a:pt x="27502" y="69446"/>
                        <a:pt x="26535" y="71381"/>
                      </a:cubicBezTo>
                      <a:cubicBezTo>
                        <a:pt x="23632" y="78475"/>
                        <a:pt x="17828" y="84602"/>
                        <a:pt x="8477" y="90729"/>
                      </a:cubicBezTo>
                      <a:cubicBezTo>
                        <a:pt x="7832" y="91374"/>
                        <a:pt x="7187" y="91696"/>
                        <a:pt x="6542" y="92341"/>
                      </a:cubicBezTo>
                      <a:cubicBezTo>
                        <a:pt x="5897" y="92664"/>
                        <a:pt x="4930" y="93309"/>
                        <a:pt x="3962" y="93309"/>
                      </a:cubicBezTo>
                      <a:close/>
                      <a:moveTo>
                        <a:pt x="227753" y="84280"/>
                      </a:moveTo>
                      <a:cubicBezTo>
                        <a:pt x="223883" y="84280"/>
                        <a:pt x="220981" y="81055"/>
                        <a:pt x="217434" y="76218"/>
                      </a:cubicBezTo>
                      <a:cubicBezTo>
                        <a:pt x="216144" y="74283"/>
                        <a:pt x="214854" y="72026"/>
                        <a:pt x="213564" y="69124"/>
                      </a:cubicBezTo>
                      <a:cubicBezTo>
                        <a:pt x="212597" y="67189"/>
                        <a:pt x="213564" y="64609"/>
                        <a:pt x="215821" y="63964"/>
                      </a:cubicBezTo>
                      <a:cubicBezTo>
                        <a:pt x="217756" y="62997"/>
                        <a:pt x="220336" y="63964"/>
                        <a:pt x="220981" y="66222"/>
                      </a:cubicBezTo>
                      <a:cubicBezTo>
                        <a:pt x="221948" y="68479"/>
                        <a:pt x="222916" y="70414"/>
                        <a:pt x="223883" y="71704"/>
                      </a:cubicBezTo>
                      <a:cubicBezTo>
                        <a:pt x="225818" y="74283"/>
                        <a:pt x="226785" y="75573"/>
                        <a:pt x="227430" y="75896"/>
                      </a:cubicBezTo>
                      <a:cubicBezTo>
                        <a:pt x="227753" y="75573"/>
                        <a:pt x="228398" y="74928"/>
                        <a:pt x="229365" y="73316"/>
                      </a:cubicBezTo>
                      <a:cubicBezTo>
                        <a:pt x="229687" y="72671"/>
                        <a:pt x="230332" y="72026"/>
                        <a:pt x="230655" y="70736"/>
                      </a:cubicBezTo>
                      <a:cubicBezTo>
                        <a:pt x="231622" y="68801"/>
                        <a:pt x="233880" y="67834"/>
                        <a:pt x="235814" y="68479"/>
                      </a:cubicBezTo>
                      <a:cubicBezTo>
                        <a:pt x="237749" y="69446"/>
                        <a:pt x="238717" y="71704"/>
                        <a:pt x="238072" y="73638"/>
                      </a:cubicBezTo>
                      <a:cubicBezTo>
                        <a:pt x="237427" y="75251"/>
                        <a:pt x="236459" y="76541"/>
                        <a:pt x="235814" y="77830"/>
                      </a:cubicBezTo>
                      <a:cubicBezTo>
                        <a:pt x="234202" y="80733"/>
                        <a:pt x="231622" y="84280"/>
                        <a:pt x="227753" y="84280"/>
                      </a:cubicBezTo>
                      <a:close/>
                      <a:moveTo>
                        <a:pt x="445739" y="72671"/>
                      </a:moveTo>
                      <a:cubicBezTo>
                        <a:pt x="444771" y="72671"/>
                        <a:pt x="443482" y="72348"/>
                        <a:pt x="442837" y="71381"/>
                      </a:cubicBezTo>
                      <a:cubicBezTo>
                        <a:pt x="442192" y="70736"/>
                        <a:pt x="441547" y="70091"/>
                        <a:pt x="440902" y="69446"/>
                      </a:cubicBezTo>
                      <a:cubicBezTo>
                        <a:pt x="436387" y="64932"/>
                        <a:pt x="430583" y="64287"/>
                        <a:pt x="421877" y="66867"/>
                      </a:cubicBezTo>
                      <a:cubicBezTo>
                        <a:pt x="419619" y="67511"/>
                        <a:pt x="417362" y="66222"/>
                        <a:pt x="416717" y="64287"/>
                      </a:cubicBezTo>
                      <a:cubicBezTo>
                        <a:pt x="416072" y="62030"/>
                        <a:pt x="417362" y="59772"/>
                        <a:pt x="419297" y="59127"/>
                      </a:cubicBezTo>
                      <a:cubicBezTo>
                        <a:pt x="430906" y="55580"/>
                        <a:pt x="439935" y="57193"/>
                        <a:pt x="446384" y="63642"/>
                      </a:cubicBezTo>
                      <a:cubicBezTo>
                        <a:pt x="447351" y="64609"/>
                        <a:pt x="447996" y="65254"/>
                        <a:pt x="448641" y="65899"/>
                      </a:cubicBezTo>
                      <a:cubicBezTo>
                        <a:pt x="450253" y="67511"/>
                        <a:pt x="449931" y="70091"/>
                        <a:pt x="448318" y="71704"/>
                      </a:cubicBezTo>
                      <a:cubicBezTo>
                        <a:pt x="447674" y="72348"/>
                        <a:pt x="446706" y="72671"/>
                        <a:pt x="445739" y="72671"/>
                      </a:cubicBezTo>
                      <a:close/>
                      <a:moveTo>
                        <a:pt x="389952" y="63964"/>
                      </a:moveTo>
                      <a:cubicBezTo>
                        <a:pt x="389952" y="63964"/>
                        <a:pt x="389630" y="63964"/>
                        <a:pt x="389630" y="63964"/>
                      </a:cubicBezTo>
                      <a:cubicBezTo>
                        <a:pt x="387373" y="63642"/>
                        <a:pt x="385760" y="61707"/>
                        <a:pt x="386083" y="59450"/>
                      </a:cubicBezTo>
                      <a:cubicBezTo>
                        <a:pt x="386083" y="58805"/>
                        <a:pt x="386405" y="58160"/>
                        <a:pt x="386405" y="57838"/>
                      </a:cubicBezTo>
                      <a:cubicBezTo>
                        <a:pt x="387373" y="55580"/>
                        <a:pt x="389630" y="45584"/>
                        <a:pt x="389630" y="37522"/>
                      </a:cubicBezTo>
                      <a:cubicBezTo>
                        <a:pt x="389630" y="35910"/>
                        <a:pt x="389630" y="34620"/>
                        <a:pt x="389307" y="33330"/>
                      </a:cubicBezTo>
                      <a:cubicBezTo>
                        <a:pt x="388985" y="31073"/>
                        <a:pt x="390597" y="29138"/>
                        <a:pt x="392854" y="28816"/>
                      </a:cubicBezTo>
                      <a:cubicBezTo>
                        <a:pt x="395112" y="28493"/>
                        <a:pt x="397047" y="30106"/>
                        <a:pt x="397369" y="32363"/>
                      </a:cubicBezTo>
                      <a:cubicBezTo>
                        <a:pt x="397692" y="33975"/>
                        <a:pt x="397692" y="35910"/>
                        <a:pt x="397692" y="37522"/>
                      </a:cubicBezTo>
                      <a:cubicBezTo>
                        <a:pt x="397692" y="46874"/>
                        <a:pt x="395112" y="57515"/>
                        <a:pt x="394145" y="60417"/>
                      </a:cubicBezTo>
                      <a:cubicBezTo>
                        <a:pt x="393500" y="62352"/>
                        <a:pt x="391887" y="63964"/>
                        <a:pt x="389952" y="63964"/>
                      </a:cubicBezTo>
                      <a:close/>
                      <a:moveTo>
                        <a:pt x="104894" y="61062"/>
                      </a:moveTo>
                      <a:cubicBezTo>
                        <a:pt x="101991" y="61062"/>
                        <a:pt x="100057" y="60095"/>
                        <a:pt x="98444" y="58482"/>
                      </a:cubicBezTo>
                      <a:cubicBezTo>
                        <a:pt x="96832" y="56870"/>
                        <a:pt x="97154" y="54290"/>
                        <a:pt x="98767" y="52678"/>
                      </a:cubicBezTo>
                      <a:cubicBezTo>
                        <a:pt x="100379" y="51388"/>
                        <a:pt x="102636" y="51388"/>
                        <a:pt x="104249" y="52678"/>
                      </a:cubicBezTo>
                      <a:cubicBezTo>
                        <a:pt x="104249" y="52678"/>
                        <a:pt x="104571" y="52678"/>
                        <a:pt x="104894" y="52678"/>
                      </a:cubicBezTo>
                      <a:lnTo>
                        <a:pt x="105539" y="52678"/>
                      </a:lnTo>
                      <a:cubicBezTo>
                        <a:pt x="108118" y="52356"/>
                        <a:pt x="110698" y="51066"/>
                        <a:pt x="113600" y="49453"/>
                      </a:cubicBezTo>
                      <a:cubicBezTo>
                        <a:pt x="117147" y="47519"/>
                        <a:pt x="120694" y="45261"/>
                        <a:pt x="126176" y="44294"/>
                      </a:cubicBezTo>
                      <a:cubicBezTo>
                        <a:pt x="128434" y="43972"/>
                        <a:pt x="130368" y="45261"/>
                        <a:pt x="131013" y="47519"/>
                      </a:cubicBezTo>
                      <a:cubicBezTo>
                        <a:pt x="131336" y="49776"/>
                        <a:pt x="130046" y="51711"/>
                        <a:pt x="127789" y="52356"/>
                      </a:cubicBezTo>
                      <a:cubicBezTo>
                        <a:pt x="123919" y="53001"/>
                        <a:pt x="121017" y="54935"/>
                        <a:pt x="117792" y="56548"/>
                      </a:cubicBezTo>
                      <a:cubicBezTo>
                        <a:pt x="114245" y="58482"/>
                        <a:pt x="110698" y="60740"/>
                        <a:pt x="106184" y="61062"/>
                      </a:cubicBezTo>
                      <a:cubicBezTo>
                        <a:pt x="105539" y="61062"/>
                        <a:pt x="105216" y="61062"/>
                        <a:pt x="104894" y="61062"/>
                      </a:cubicBezTo>
                      <a:close/>
                      <a:moveTo>
                        <a:pt x="190347" y="59772"/>
                      </a:moveTo>
                      <a:cubicBezTo>
                        <a:pt x="189379" y="59772"/>
                        <a:pt x="188412" y="59450"/>
                        <a:pt x="187767" y="58805"/>
                      </a:cubicBezTo>
                      <a:cubicBezTo>
                        <a:pt x="187445" y="58482"/>
                        <a:pt x="187445" y="58482"/>
                        <a:pt x="187122" y="58160"/>
                      </a:cubicBezTo>
                      <a:cubicBezTo>
                        <a:pt x="182608" y="53323"/>
                        <a:pt x="173579" y="50421"/>
                        <a:pt x="165840" y="52356"/>
                      </a:cubicBezTo>
                      <a:cubicBezTo>
                        <a:pt x="163582" y="53001"/>
                        <a:pt x="161647" y="51711"/>
                        <a:pt x="161003" y="49453"/>
                      </a:cubicBezTo>
                      <a:cubicBezTo>
                        <a:pt x="160358" y="47196"/>
                        <a:pt x="161647" y="45261"/>
                        <a:pt x="163905" y="44616"/>
                      </a:cubicBezTo>
                      <a:cubicBezTo>
                        <a:pt x="174546" y="42037"/>
                        <a:pt x="186477" y="45584"/>
                        <a:pt x="193249" y="53001"/>
                      </a:cubicBezTo>
                      <a:cubicBezTo>
                        <a:pt x="194539" y="54613"/>
                        <a:pt x="194861" y="56870"/>
                        <a:pt x="193249" y="58482"/>
                      </a:cubicBezTo>
                      <a:cubicBezTo>
                        <a:pt x="192926" y="59127"/>
                        <a:pt x="191637" y="59772"/>
                        <a:pt x="190347" y="59772"/>
                      </a:cubicBezTo>
                      <a:close/>
                      <a:moveTo>
                        <a:pt x="262901" y="56225"/>
                      </a:moveTo>
                      <a:cubicBezTo>
                        <a:pt x="260644" y="56225"/>
                        <a:pt x="259032" y="54613"/>
                        <a:pt x="259032" y="52356"/>
                      </a:cubicBezTo>
                      <a:cubicBezTo>
                        <a:pt x="259032" y="50098"/>
                        <a:pt x="260644" y="48164"/>
                        <a:pt x="262901" y="48164"/>
                      </a:cubicBezTo>
                      <a:cubicBezTo>
                        <a:pt x="266126" y="47841"/>
                        <a:pt x="267416" y="47519"/>
                        <a:pt x="267738" y="47519"/>
                      </a:cubicBezTo>
                      <a:cubicBezTo>
                        <a:pt x="267738" y="47196"/>
                        <a:pt x="267738" y="47196"/>
                        <a:pt x="267738" y="46874"/>
                      </a:cubicBezTo>
                      <a:cubicBezTo>
                        <a:pt x="268061" y="45261"/>
                        <a:pt x="268706" y="42037"/>
                        <a:pt x="271608" y="38812"/>
                      </a:cubicBezTo>
                      <a:cubicBezTo>
                        <a:pt x="273220" y="37200"/>
                        <a:pt x="273543" y="35265"/>
                        <a:pt x="273543" y="32363"/>
                      </a:cubicBezTo>
                      <a:cubicBezTo>
                        <a:pt x="273543" y="30106"/>
                        <a:pt x="275478" y="28493"/>
                        <a:pt x="277735" y="28493"/>
                      </a:cubicBezTo>
                      <a:lnTo>
                        <a:pt x="277735" y="28493"/>
                      </a:lnTo>
                      <a:cubicBezTo>
                        <a:pt x="279992" y="28493"/>
                        <a:pt x="281604" y="30428"/>
                        <a:pt x="281604" y="32685"/>
                      </a:cubicBezTo>
                      <a:cubicBezTo>
                        <a:pt x="281604" y="36555"/>
                        <a:pt x="280959" y="40747"/>
                        <a:pt x="277735" y="44616"/>
                      </a:cubicBezTo>
                      <a:cubicBezTo>
                        <a:pt x="276445" y="46229"/>
                        <a:pt x="276122" y="47196"/>
                        <a:pt x="275800" y="48486"/>
                      </a:cubicBezTo>
                      <a:cubicBezTo>
                        <a:pt x="274510" y="53645"/>
                        <a:pt x="271608" y="55580"/>
                        <a:pt x="262901" y="56225"/>
                      </a:cubicBezTo>
                      <a:cubicBezTo>
                        <a:pt x="263224" y="56225"/>
                        <a:pt x="262901" y="56225"/>
                        <a:pt x="262901" y="56225"/>
                      </a:cubicBezTo>
                      <a:close/>
                      <a:moveTo>
                        <a:pt x="51364" y="53001"/>
                      </a:moveTo>
                      <a:cubicBezTo>
                        <a:pt x="49752" y="53001"/>
                        <a:pt x="48140" y="51711"/>
                        <a:pt x="47495" y="50098"/>
                      </a:cubicBezTo>
                      <a:cubicBezTo>
                        <a:pt x="46850" y="47841"/>
                        <a:pt x="48140" y="45584"/>
                        <a:pt x="50075" y="44939"/>
                      </a:cubicBezTo>
                      <a:cubicBezTo>
                        <a:pt x="52977" y="43972"/>
                        <a:pt x="55879" y="42682"/>
                        <a:pt x="58459" y="41392"/>
                      </a:cubicBezTo>
                      <a:cubicBezTo>
                        <a:pt x="62973" y="39135"/>
                        <a:pt x="67810" y="37200"/>
                        <a:pt x="73292" y="37200"/>
                      </a:cubicBezTo>
                      <a:cubicBezTo>
                        <a:pt x="74259" y="37200"/>
                        <a:pt x="75549" y="37200"/>
                        <a:pt x="76839" y="36877"/>
                      </a:cubicBezTo>
                      <a:cubicBezTo>
                        <a:pt x="79096" y="36555"/>
                        <a:pt x="81031" y="38167"/>
                        <a:pt x="81354" y="40424"/>
                      </a:cubicBezTo>
                      <a:cubicBezTo>
                        <a:pt x="81676" y="42682"/>
                        <a:pt x="80064" y="44616"/>
                        <a:pt x="77807" y="44939"/>
                      </a:cubicBezTo>
                      <a:cubicBezTo>
                        <a:pt x="76194" y="45261"/>
                        <a:pt x="74582" y="45261"/>
                        <a:pt x="73292" y="45261"/>
                      </a:cubicBezTo>
                      <a:cubicBezTo>
                        <a:pt x="69423" y="45261"/>
                        <a:pt x="65876" y="46874"/>
                        <a:pt x="61683" y="48809"/>
                      </a:cubicBezTo>
                      <a:cubicBezTo>
                        <a:pt x="58781" y="50098"/>
                        <a:pt x="55879" y="51388"/>
                        <a:pt x="52332" y="52678"/>
                      </a:cubicBezTo>
                      <a:cubicBezTo>
                        <a:pt x="52332" y="53001"/>
                        <a:pt x="51687" y="53001"/>
                        <a:pt x="51364" y="53001"/>
                      </a:cubicBezTo>
                      <a:close/>
                      <a:moveTo>
                        <a:pt x="306434" y="27203"/>
                      </a:moveTo>
                      <a:cubicBezTo>
                        <a:pt x="305789" y="27203"/>
                        <a:pt x="304822" y="27203"/>
                        <a:pt x="304177" y="26881"/>
                      </a:cubicBezTo>
                      <a:cubicBezTo>
                        <a:pt x="301920" y="26558"/>
                        <a:pt x="300630" y="24301"/>
                        <a:pt x="300952" y="22044"/>
                      </a:cubicBezTo>
                      <a:cubicBezTo>
                        <a:pt x="301275" y="19787"/>
                        <a:pt x="303532" y="18497"/>
                        <a:pt x="305789" y="18819"/>
                      </a:cubicBezTo>
                      <a:cubicBezTo>
                        <a:pt x="306112" y="18819"/>
                        <a:pt x="306112" y="18819"/>
                        <a:pt x="306434" y="18819"/>
                      </a:cubicBezTo>
                      <a:cubicBezTo>
                        <a:pt x="309014" y="18819"/>
                        <a:pt x="313206" y="16240"/>
                        <a:pt x="315141" y="12048"/>
                      </a:cubicBezTo>
                      <a:cubicBezTo>
                        <a:pt x="316753" y="8500"/>
                        <a:pt x="319978" y="5276"/>
                        <a:pt x="324170" y="3341"/>
                      </a:cubicBezTo>
                      <a:cubicBezTo>
                        <a:pt x="326105" y="2374"/>
                        <a:pt x="328684" y="3341"/>
                        <a:pt x="329652" y="5276"/>
                      </a:cubicBezTo>
                      <a:cubicBezTo>
                        <a:pt x="330619" y="7211"/>
                        <a:pt x="329652" y="9790"/>
                        <a:pt x="327717" y="10758"/>
                      </a:cubicBezTo>
                      <a:cubicBezTo>
                        <a:pt x="325137" y="12048"/>
                        <a:pt x="323525" y="13660"/>
                        <a:pt x="322557" y="15595"/>
                      </a:cubicBezTo>
                      <a:cubicBezTo>
                        <a:pt x="319333" y="22366"/>
                        <a:pt x="312883" y="27203"/>
                        <a:pt x="306434" y="27203"/>
                      </a:cubicBezTo>
                      <a:lnTo>
                        <a:pt x="306434" y="27203"/>
                      </a:lnTo>
                      <a:close/>
                      <a:moveTo>
                        <a:pt x="363511" y="12048"/>
                      </a:moveTo>
                      <a:cubicBezTo>
                        <a:pt x="361575" y="12048"/>
                        <a:pt x="359963" y="10758"/>
                        <a:pt x="359641" y="8823"/>
                      </a:cubicBezTo>
                      <a:cubicBezTo>
                        <a:pt x="358996" y="6566"/>
                        <a:pt x="360608" y="4631"/>
                        <a:pt x="362543" y="3986"/>
                      </a:cubicBezTo>
                      <a:cubicBezTo>
                        <a:pt x="365122" y="3341"/>
                        <a:pt x="367380" y="2696"/>
                        <a:pt x="369637" y="2051"/>
                      </a:cubicBezTo>
                      <a:lnTo>
                        <a:pt x="372217" y="1406"/>
                      </a:lnTo>
                      <a:cubicBezTo>
                        <a:pt x="376409" y="116"/>
                        <a:pt x="384471" y="-206"/>
                        <a:pt x="390920" y="116"/>
                      </a:cubicBezTo>
                      <a:cubicBezTo>
                        <a:pt x="393177" y="439"/>
                        <a:pt x="394790" y="2051"/>
                        <a:pt x="394790" y="4308"/>
                      </a:cubicBezTo>
                      <a:cubicBezTo>
                        <a:pt x="394790" y="6566"/>
                        <a:pt x="392532" y="8178"/>
                        <a:pt x="390597" y="8178"/>
                      </a:cubicBezTo>
                      <a:cubicBezTo>
                        <a:pt x="385116" y="7855"/>
                        <a:pt x="377699" y="8178"/>
                        <a:pt x="374474" y="9145"/>
                      </a:cubicBezTo>
                      <a:lnTo>
                        <a:pt x="372217" y="9790"/>
                      </a:lnTo>
                      <a:cubicBezTo>
                        <a:pt x="369960" y="10435"/>
                        <a:pt x="367380" y="11080"/>
                        <a:pt x="364800" y="11725"/>
                      </a:cubicBezTo>
                      <a:cubicBezTo>
                        <a:pt x="364155" y="11725"/>
                        <a:pt x="363833" y="12048"/>
                        <a:pt x="363511" y="1204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13B11F04-CC9F-2141-3228-336896F24495}"/>
                    </a:ext>
                  </a:extLst>
                </p:cNvPr>
                <p:cNvSpPr/>
                <p:nvPr/>
              </p:nvSpPr>
              <p:spPr>
                <a:xfrm>
                  <a:off x="8098623" y="2921846"/>
                  <a:ext cx="32246" cy="32246"/>
                </a:xfrm>
                <a:custGeom>
                  <a:avLst/>
                  <a:gdLst>
                    <a:gd name="connsiteX0" fmla="*/ 3999 w 0"/>
                    <a:gd name="connsiteY0" fmla="*/ 14240 h 0"/>
                    <a:gd name="connsiteX1" fmla="*/ 774 w 0"/>
                    <a:gd name="connsiteY1" fmla="*/ 12627 h 0"/>
                    <a:gd name="connsiteX2" fmla="*/ 1741 w 0"/>
                    <a:gd name="connsiteY2" fmla="*/ 7145 h 0"/>
                    <a:gd name="connsiteX3" fmla="*/ 14317 w 0"/>
                    <a:gd name="connsiteY3" fmla="*/ 374 h 0"/>
                    <a:gd name="connsiteX4" fmla="*/ 19477 w 0"/>
                    <a:gd name="connsiteY4" fmla="*/ 2631 h 0"/>
                    <a:gd name="connsiteX5" fmla="*/ 17220 w 0"/>
                    <a:gd name="connsiteY5" fmla="*/ 7790 h 0"/>
                    <a:gd name="connsiteX6" fmla="*/ 6256 w 0"/>
                    <a:gd name="connsiteY6" fmla="*/ 13594 h 0"/>
                    <a:gd name="connsiteX7" fmla="*/ 3999 w 0"/>
                    <a:gd name="connsiteY7" fmla="*/ 1424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>
                      <a:moveTo>
                        <a:pt x="3999" y="14240"/>
                      </a:moveTo>
                      <a:cubicBezTo>
                        <a:pt x="2709" y="14240"/>
                        <a:pt x="1419" y="13594"/>
                        <a:pt x="774" y="12627"/>
                      </a:cubicBezTo>
                      <a:cubicBezTo>
                        <a:pt x="-516" y="10692"/>
                        <a:pt x="-194" y="8435"/>
                        <a:pt x="1741" y="7145"/>
                      </a:cubicBezTo>
                      <a:cubicBezTo>
                        <a:pt x="6256" y="3921"/>
                        <a:pt x="10770" y="1663"/>
                        <a:pt x="14317" y="374"/>
                      </a:cubicBezTo>
                      <a:cubicBezTo>
                        <a:pt x="16252" y="-594"/>
                        <a:pt x="18832" y="374"/>
                        <a:pt x="19477" y="2631"/>
                      </a:cubicBezTo>
                      <a:cubicBezTo>
                        <a:pt x="20444" y="4565"/>
                        <a:pt x="19477" y="7145"/>
                        <a:pt x="17220" y="7790"/>
                      </a:cubicBezTo>
                      <a:cubicBezTo>
                        <a:pt x="13673" y="9080"/>
                        <a:pt x="10126" y="11015"/>
                        <a:pt x="6256" y="13594"/>
                      </a:cubicBezTo>
                      <a:cubicBezTo>
                        <a:pt x="5611" y="13917"/>
                        <a:pt x="4966" y="14240"/>
                        <a:pt x="3999" y="1424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4" name="Graphic 4">
                <a:extLst>
                  <a:ext uri="{FF2B5EF4-FFF2-40B4-BE49-F238E27FC236}">
                    <a16:creationId xmlns:a16="http://schemas.microsoft.com/office/drawing/2014/main" id="{36E65E07-CCFD-AB50-0A11-F8DFA36B684C}"/>
                  </a:ext>
                </a:extLst>
              </p:cNvPr>
              <p:cNvGrpSpPr/>
              <p:nvPr/>
            </p:nvGrpSpPr>
            <p:grpSpPr>
              <a:xfrm>
                <a:off x="8021486" y="2299540"/>
                <a:ext cx="663661" cy="806162"/>
                <a:chOff x="8021486" y="2299540"/>
                <a:chExt cx="663661" cy="806162"/>
              </a:xfrm>
              <a:grpFill/>
            </p:grpSpPr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B705A5F1-4536-6158-D713-7DF7E281F4E7}"/>
                    </a:ext>
                  </a:extLst>
                </p:cNvPr>
                <p:cNvSpPr/>
                <p:nvPr/>
              </p:nvSpPr>
              <p:spPr>
                <a:xfrm>
                  <a:off x="8069730" y="3035531"/>
                  <a:ext cx="32246" cy="32246"/>
                </a:xfrm>
                <a:custGeom>
                  <a:avLst/>
                  <a:gdLst>
                    <a:gd name="connsiteX0" fmla="*/ 15801 w 0"/>
                    <a:gd name="connsiteY0" fmla="*/ 21801 h 0"/>
                    <a:gd name="connsiteX1" fmla="*/ 12898 w 0"/>
                    <a:gd name="connsiteY1" fmla="*/ 20512 h 0"/>
                    <a:gd name="connsiteX2" fmla="*/ 9674 w 0"/>
                    <a:gd name="connsiteY2" fmla="*/ 16642 h 0"/>
                    <a:gd name="connsiteX3" fmla="*/ 3869 w 0"/>
                    <a:gd name="connsiteY3" fmla="*/ 11805 h 0"/>
                    <a:gd name="connsiteX4" fmla="*/ 0 w 0"/>
                    <a:gd name="connsiteY4" fmla="*/ 9225 h 0"/>
                    <a:gd name="connsiteX5" fmla="*/ 3225 w 0"/>
                    <a:gd name="connsiteY5" fmla="*/ 6000 h 0"/>
                    <a:gd name="connsiteX6" fmla="*/ 4837 w 0"/>
                    <a:gd name="connsiteY6" fmla="*/ 4388 h 0"/>
                    <a:gd name="connsiteX7" fmla="*/ 5482 w 0"/>
                    <a:gd name="connsiteY7" fmla="*/ 2776 h 0"/>
                    <a:gd name="connsiteX8" fmla="*/ 10641 w 0"/>
                    <a:gd name="connsiteY8" fmla="*/ 196 h 0"/>
                    <a:gd name="connsiteX9" fmla="*/ 13221 w 0"/>
                    <a:gd name="connsiteY9" fmla="*/ 5356 h 0"/>
                    <a:gd name="connsiteX10" fmla="*/ 11931 w 0"/>
                    <a:gd name="connsiteY10" fmla="*/ 8258 h 0"/>
                    <a:gd name="connsiteX11" fmla="*/ 15801 w 0"/>
                    <a:gd name="connsiteY11" fmla="*/ 11805 h 0"/>
                    <a:gd name="connsiteX12" fmla="*/ 18703 w 0"/>
                    <a:gd name="connsiteY12" fmla="*/ 15352 h 0"/>
                    <a:gd name="connsiteX13" fmla="*/ 18381 w 0"/>
                    <a:gd name="connsiteY13" fmla="*/ 21156 h 0"/>
                    <a:gd name="connsiteX14" fmla="*/ 15801 w 0"/>
                    <a:gd name="connsiteY14" fmla="*/ 21801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>
                      <a:moveTo>
                        <a:pt x="15801" y="21801"/>
                      </a:moveTo>
                      <a:cubicBezTo>
                        <a:pt x="14834" y="21801"/>
                        <a:pt x="13543" y="21479"/>
                        <a:pt x="12898" y="20512"/>
                      </a:cubicBezTo>
                      <a:cubicBezTo>
                        <a:pt x="11931" y="19544"/>
                        <a:pt x="10964" y="18254"/>
                        <a:pt x="9674" y="16642"/>
                      </a:cubicBezTo>
                      <a:cubicBezTo>
                        <a:pt x="8707" y="15352"/>
                        <a:pt x="6449" y="13417"/>
                        <a:pt x="3869" y="11805"/>
                      </a:cubicBezTo>
                      <a:lnTo>
                        <a:pt x="0" y="9225"/>
                      </a:lnTo>
                      <a:lnTo>
                        <a:pt x="3225" y="6000"/>
                      </a:lnTo>
                      <a:cubicBezTo>
                        <a:pt x="3869" y="5356"/>
                        <a:pt x="4514" y="4711"/>
                        <a:pt x="4837" y="4388"/>
                      </a:cubicBezTo>
                      <a:cubicBezTo>
                        <a:pt x="4837" y="4066"/>
                        <a:pt x="5160" y="3743"/>
                        <a:pt x="5482" y="2776"/>
                      </a:cubicBezTo>
                      <a:cubicBezTo>
                        <a:pt x="6127" y="519"/>
                        <a:pt x="8384" y="-449"/>
                        <a:pt x="10641" y="196"/>
                      </a:cubicBezTo>
                      <a:cubicBezTo>
                        <a:pt x="12898" y="841"/>
                        <a:pt x="13866" y="3098"/>
                        <a:pt x="13221" y="5356"/>
                      </a:cubicBezTo>
                      <a:cubicBezTo>
                        <a:pt x="12898" y="6646"/>
                        <a:pt x="12576" y="7290"/>
                        <a:pt x="11931" y="8258"/>
                      </a:cubicBezTo>
                      <a:cubicBezTo>
                        <a:pt x="13221" y="9548"/>
                        <a:pt x="14834" y="10515"/>
                        <a:pt x="15801" y="11805"/>
                      </a:cubicBezTo>
                      <a:cubicBezTo>
                        <a:pt x="17091" y="13095"/>
                        <a:pt x="18058" y="14385"/>
                        <a:pt x="18703" y="15352"/>
                      </a:cubicBezTo>
                      <a:cubicBezTo>
                        <a:pt x="20315" y="16964"/>
                        <a:pt x="19993" y="19544"/>
                        <a:pt x="18381" y="21156"/>
                      </a:cubicBezTo>
                      <a:cubicBezTo>
                        <a:pt x="17736" y="21479"/>
                        <a:pt x="16768" y="21801"/>
                        <a:pt x="15801" y="21801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3D8B283D-C758-F3D1-EA24-2DCE737DC9A0}"/>
                    </a:ext>
                  </a:extLst>
                </p:cNvPr>
                <p:cNvSpPr/>
                <p:nvPr/>
              </p:nvSpPr>
              <p:spPr>
                <a:xfrm>
                  <a:off x="8072464" y="2299540"/>
                  <a:ext cx="612683" cy="806162"/>
                </a:xfrm>
                <a:custGeom>
                  <a:avLst/>
                  <a:gdLst>
                    <a:gd name="connsiteX0" fmla="*/ 58856 w 612682"/>
                    <a:gd name="connsiteY0" fmla="*/ 823575 h 806162"/>
                    <a:gd name="connsiteX1" fmla="*/ 52407 w 612682"/>
                    <a:gd name="connsiteY1" fmla="*/ 821963 h 806162"/>
                    <a:gd name="connsiteX2" fmla="*/ 51440 w 612682"/>
                    <a:gd name="connsiteY2" fmla="*/ 821318 h 806162"/>
                    <a:gd name="connsiteX3" fmla="*/ 50472 w 612682"/>
                    <a:gd name="connsiteY3" fmla="*/ 816481 h 806162"/>
                    <a:gd name="connsiteX4" fmla="*/ 55954 w 612682"/>
                    <a:gd name="connsiteY4" fmla="*/ 814546 h 806162"/>
                    <a:gd name="connsiteX5" fmla="*/ 59179 w 612682"/>
                    <a:gd name="connsiteY5" fmla="*/ 815514 h 806162"/>
                    <a:gd name="connsiteX6" fmla="*/ 62081 w 612682"/>
                    <a:gd name="connsiteY6" fmla="*/ 808097 h 806162"/>
                    <a:gd name="connsiteX7" fmla="*/ 62726 w 612682"/>
                    <a:gd name="connsiteY7" fmla="*/ 805840 h 806162"/>
                    <a:gd name="connsiteX8" fmla="*/ 64983 w 612682"/>
                    <a:gd name="connsiteY8" fmla="*/ 799390 h 806162"/>
                    <a:gd name="connsiteX9" fmla="*/ 70142 w 612682"/>
                    <a:gd name="connsiteY9" fmla="*/ 797133 h 806162"/>
                    <a:gd name="connsiteX10" fmla="*/ 72400 w 612682"/>
                    <a:gd name="connsiteY10" fmla="*/ 802293 h 806162"/>
                    <a:gd name="connsiteX11" fmla="*/ 70142 w 612682"/>
                    <a:gd name="connsiteY11" fmla="*/ 808420 h 806162"/>
                    <a:gd name="connsiteX12" fmla="*/ 69498 w 612682"/>
                    <a:gd name="connsiteY12" fmla="*/ 810677 h 806162"/>
                    <a:gd name="connsiteX13" fmla="*/ 58856 w 612682"/>
                    <a:gd name="connsiteY13" fmla="*/ 823575 h 806162"/>
                    <a:gd name="connsiteX14" fmla="*/ 28545 w 612682"/>
                    <a:gd name="connsiteY14" fmla="*/ 804872 h 806162"/>
                    <a:gd name="connsiteX15" fmla="*/ 17903 w 612682"/>
                    <a:gd name="connsiteY15" fmla="*/ 799068 h 806162"/>
                    <a:gd name="connsiteX16" fmla="*/ 14679 w 612682"/>
                    <a:gd name="connsiteY16" fmla="*/ 796166 h 806162"/>
                    <a:gd name="connsiteX17" fmla="*/ 8874 w 612682"/>
                    <a:gd name="connsiteY17" fmla="*/ 790684 h 806162"/>
                    <a:gd name="connsiteX18" fmla="*/ 9519 w 612682"/>
                    <a:gd name="connsiteY18" fmla="*/ 784880 h 806162"/>
                    <a:gd name="connsiteX19" fmla="*/ 15324 w 612682"/>
                    <a:gd name="connsiteY19" fmla="*/ 785524 h 806162"/>
                    <a:gd name="connsiteX20" fmla="*/ 19838 w 612682"/>
                    <a:gd name="connsiteY20" fmla="*/ 789717 h 806162"/>
                    <a:gd name="connsiteX21" fmla="*/ 23063 w 612682"/>
                    <a:gd name="connsiteY21" fmla="*/ 792619 h 806162"/>
                    <a:gd name="connsiteX22" fmla="*/ 28222 w 612682"/>
                    <a:gd name="connsiteY22" fmla="*/ 796488 h 806162"/>
                    <a:gd name="connsiteX23" fmla="*/ 30479 w 612682"/>
                    <a:gd name="connsiteY23" fmla="*/ 795198 h 806162"/>
                    <a:gd name="connsiteX24" fmla="*/ 31770 w 612682"/>
                    <a:gd name="connsiteY24" fmla="*/ 794554 h 806162"/>
                    <a:gd name="connsiteX25" fmla="*/ 37251 w 612682"/>
                    <a:gd name="connsiteY25" fmla="*/ 795843 h 806162"/>
                    <a:gd name="connsiteX26" fmla="*/ 35961 w 612682"/>
                    <a:gd name="connsiteY26" fmla="*/ 801325 h 806162"/>
                    <a:gd name="connsiteX27" fmla="*/ 34994 w 612682"/>
                    <a:gd name="connsiteY27" fmla="*/ 801970 h 806162"/>
                    <a:gd name="connsiteX28" fmla="*/ 28545 w 612682"/>
                    <a:gd name="connsiteY28" fmla="*/ 804872 h 806162"/>
                    <a:gd name="connsiteX29" fmla="*/ 92393 w 612682"/>
                    <a:gd name="connsiteY29" fmla="*/ 776495 h 806162"/>
                    <a:gd name="connsiteX30" fmla="*/ 90458 w 612682"/>
                    <a:gd name="connsiteY30" fmla="*/ 775851 h 806162"/>
                    <a:gd name="connsiteX31" fmla="*/ 88845 w 612682"/>
                    <a:gd name="connsiteY31" fmla="*/ 770369 h 806162"/>
                    <a:gd name="connsiteX32" fmla="*/ 91425 w 612682"/>
                    <a:gd name="connsiteY32" fmla="*/ 760050 h 806162"/>
                    <a:gd name="connsiteX33" fmla="*/ 94005 w 612682"/>
                    <a:gd name="connsiteY33" fmla="*/ 744249 h 806162"/>
                    <a:gd name="connsiteX34" fmla="*/ 99487 w 612682"/>
                    <a:gd name="connsiteY34" fmla="*/ 742314 h 806162"/>
                    <a:gd name="connsiteX35" fmla="*/ 101422 w 612682"/>
                    <a:gd name="connsiteY35" fmla="*/ 747796 h 806162"/>
                    <a:gd name="connsiteX36" fmla="*/ 99487 w 612682"/>
                    <a:gd name="connsiteY36" fmla="*/ 760372 h 806162"/>
                    <a:gd name="connsiteX37" fmla="*/ 95940 w 612682"/>
                    <a:gd name="connsiteY37" fmla="*/ 774238 h 806162"/>
                    <a:gd name="connsiteX38" fmla="*/ 92393 w 612682"/>
                    <a:gd name="connsiteY38" fmla="*/ 776495 h 806162"/>
                    <a:gd name="connsiteX39" fmla="*/ 119157 w 612682"/>
                    <a:gd name="connsiteY39" fmla="*/ 769401 h 806162"/>
                    <a:gd name="connsiteX40" fmla="*/ 118190 w 612682"/>
                    <a:gd name="connsiteY40" fmla="*/ 769401 h 806162"/>
                    <a:gd name="connsiteX41" fmla="*/ 114643 w 612682"/>
                    <a:gd name="connsiteY41" fmla="*/ 764887 h 806162"/>
                    <a:gd name="connsiteX42" fmla="*/ 119157 w 612682"/>
                    <a:gd name="connsiteY42" fmla="*/ 761339 h 806162"/>
                    <a:gd name="connsiteX43" fmla="*/ 118835 w 612682"/>
                    <a:gd name="connsiteY43" fmla="*/ 765209 h 806162"/>
                    <a:gd name="connsiteX44" fmla="*/ 119157 w 612682"/>
                    <a:gd name="connsiteY44" fmla="*/ 761339 h 806162"/>
                    <a:gd name="connsiteX45" fmla="*/ 124639 w 612682"/>
                    <a:gd name="connsiteY45" fmla="*/ 759405 h 806162"/>
                    <a:gd name="connsiteX46" fmla="*/ 129476 w 612682"/>
                    <a:gd name="connsiteY46" fmla="*/ 757470 h 806162"/>
                    <a:gd name="connsiteX47" fmla="*/ 143342 w 612682"/>
                    <a:gd name="connsiteY47" fmla="*/ 754568 h 806162"/>
                    <a:gd name="connsiteX48" fmla="*/ 148502 w 612682"/>
                    <a:gd name="connsiteY48" fmla="*/ 756180 h 806162"/>
                    <a:gd name="connsiteX49" fmla="*/ 146567 w 612682"/>
                    <a:gd name="connsiteY49" fmla="*/ 761662 h 806162"/>
                    <a:gd name="connsiteX50" fmla="*/ 143342 w 612682"/>
                    <a:gd name="connsiteY50" fmla="*/ 762629 h 806162"/>
                    <a:gd name="connsiteX51" fmla="*/ 132056 w 612682"/>
                    <a:gd name="connsiteY51" fmla="*/ 765209 h 806162"/>
                    <a:gd name="connsiteX52" fmla="*/ 127542 w 612682"/>
                    <a:gd name="connsiteY52" fmla="*/ 767144 h 806162"/>
                    <a:gd name="connsiteX53" fmla="*/ 119157 w 612682"/>
                    <a:gd name="connsiteY53" fmla="*/ 769401 h 806162"/>
                    <a:gd name="connsiteX54" fmla="*/ 149791 w 612682"/>
                    <a:gd name="connsiteY54" fmla="*/ 729093 h 806162"/>
                    <a:gd name="connsiteX55" fmla="*/ 146244 w 612682"/>
                    <a:gd name="connsiteY55" fmla="*/ 726836 h 806162"/>
                    <a:gd name="connsiteX56" fmla="*/ 144954 w 612682"/>
                    <a:gd name="connsiteY56" fmla="*/ 724256 h 806162"/>
                    <a:gd name="connsiteX57" fmla="*/ 142052 w 612682"/>
                    <a:gd name="connsiteY57" fmla="*/ 714905 h 806162"/>
                    <a:gd name="connsiteX58" fmla="*/ 143665 w 612682"/>
                    <a:gd name="connsiteY58" fmla="*/ 709745 h 806162"/>
                    <a:gd name="connsiteX59" fmla="*/ 144632 w 612682"/>
                    <a:gd name="connsiteY59" fmla="*/ 707166 h 806162"/>
                    <a:gd name="connsiteX60" fmla="*/ 147211 w 612682"/>
                    <a:gd name="connsiteY60" fmla="*/ 702006 h 806162"/>
                    <a:gd name="connsiteX61" fmla="*/ 149147 w 612682"/>
                    <a:gd name="connsiteY61" fmla="*/ 698459 h 806162"/>
                    <a:gd name="connsiteX62" fmla="*/ 154628 w 612682"/>
                    <a:gd name="connsiteY62" fmla="*/ 696524 h 806162"/>
                    <a:gd name="connsiteX63" fmla="*/ 156563 w 612682"/>
                    <a:gd name="connsiteY63" fmla="*/ 702006 h 806162"/>
                    <a:gd name="connsiteX64" fmla="*/ 154306 w 612682"/>
                    <a:gd name="connsiteY64" fmla="*/ 706198 h 806162"/>
                    <a:gd name="connsiteX65" fmla="*/ 152371 w 612682"/>
                    <a:gd name="connsiteY65" fmla="*/ 709745 h 806162"/>
                    <a:gd name="connsiteX66" fmla="*/ 150759 w 612682"/>
                    <a:gd name="connsiteY66" fmla="*/ 713292 h 806162"/>
                    <a:gd name="connsiteX67" fmla="*/ 150114 w 612682"/>
                    <a:gd name="connsiteY67" fmla="*/ 714905 h 806162"/>
                    <a:gd name="connsiteX68" fmla="*/ 152049 w 612682"/>
                    <a:gd name="connsiteY68" fmla="*/ 721031 h 806162"/>
                    <a:gd name="connsiteX69" fmla="*/ 153016 w 612682"/>
                    <a:gd name="connsiteY69" fmla="*/ 722966 h 806162"/>
                    <a:gd name="connsiteX70" fmla="*/ 151404 w 612682"/>
                    <a:gd name="connsiteY70" fmla="*/ 728448 h 806162"/>
                    <a:gd name="connsiteX71" fmla="*/ 149791 w 612682"/>
                    <a:gd name="connsiteY71" fmla="*/ 729093 h 806162"/>
                    <a:gd name="connsiteX72" fmla="*/ 157853 w 612682"/>
                    <a:gd name="connsiteY72" fmla="*/ 670404 h 806162"/>
                    <a:gd name="connsiteX73" fmla="*/ 155596 w 612682"/>
                    <a:gd name="connsiteY73" fmla="*/ 669760 h 806162"/>
                    <a:gd name="connsiteX74" fmla="*/ 154306 w 612682"/>
                    <a:gd name="connsiteY74" fmla="*/ 664278 h 806162"/>
                    <a:gd name="connsiteX75" fmla="*/ 171719 w 612682"/>
                    <a:gd name="connsiteY75" fmla="*/ 642350 h 806162"/>
                    <a:gd name="connsiteX76" fmla="*/ 177523 w 612682"/>
                    <a:gd name="connsiteY76" fmla="*/ 642673 h 806162"/>
                    <a:gd name="connsiteX77" fmla="*/ 177201 w 612682"/>
                    <a:gd name="connsiteY77" fmla="*/ 648477 h 806162"/>
                    <a:gd name="connsiteX78" fmla="*/ 161078 w 612682"/>
                    <a:gd name="connsiteY78" fmla="*/ 668792 h 806162"/>
                    <a:gd name="connsiteX79" fmla="*/ 157853 w 612682"/>
                    <a:gd name="connsiteY79" fmla="*/ 670404 h 806162"/>
                    <a:gd name="connsiteX80" fmla="*/ 183650 w 612682"/>
                    <a:gd name="connsiteY80" fmla="*/ 614941 h 806162"/>
                    <a:gd name="connsiteX81" fmla="*/ 183005 w 612682"/>
                    <a:gd name="connsiteY81" fmla="*/ 614941 h 806162"/>
                    <a:gd name="connsiteX82" fmla="*/ 179781 w 612682"/>
                    <a:gd name="connsiteY82" fmla="*/ 610104 h 806162"/>
                    <a:gd name="connsiteX83" fmla="*/ 183650 w 612682"/>
                    <a:gd name="connsiteY83" fmla="*/ 594625 h 806162"/>
                    <a:gd name="connsiteX84" fmla="*/ 185263 w 612682"/>
                    <a:gd name="connsiteY84" fmla="*/ 588499 h 806162"/>
                    <a:gd name="connsiteX85" fmla="*/ 187197 w 612682"/>
                    <a:gd name="connsiteY85" fmla="*/ 583016 h 806162"/>
                    <a:gd name="connsiteX86" fmla="*/ 192679 w 612682"/>
                    <a:gd name="connsiteY86" fmla="*/ 581082 h 806162"/>
                    <a:gd name="connsiteX87" fmla="*/ 194614 w 612682"/>
                    <a:gd name="connsiteY87" fmla="*/ 586564 h 806162"/>
                    <a:gd name="connsiteX88" fmla="*/ 193324 w 612682"/>
                    <a:gd name="connsiteY88" fmla="*/ 590433 h 806162"/>
                    <a:gd name="connsiteX89" fmla="*/ 191712 w 612682"/>
                    <a:gd name="connsiteY89" fmla="*/ 596882 h 806162"/>
                    <a:gd name="connsiteX90" fmla="*/ 188165 w 612682"/>
                    <a:gd name="connsiteY90" fmla="*/ 611716 h 806162"/>
                    <a:gd name="connsiteX91" fmla="*/ 183650 w 612682"/>
                    <a:gd name="connsiteY91" fmla="*/ 614941 h 806162"/>
                    <a:gd name="connsiteX92" fmla="*/ 208802 w 612682"/>
                    <a:gd name="connsiteY92" fmla="*/ 555930 h 806162"/>
                    <a:gd name="connsiteX93" fmla="*/ 208158 w 612682"/>
                    <a:gd name="connsiteY93" fmla="*/ 555930 h 806162"/>
                    <a:gd name="connsiteX94" fmla="*/ 204611 w 612682"/>
                    <a:gd name="connsiteY94" fmla="*/ 551415 h 806162"/>
                    <a:gd name="connsiteX95" fmla="*/ 204611 w 612682"/>
                    <a:gd name="connsiteY95" fmla="*/ 550125 h 806162"/>
                    <a:gd name="connsiteX96" fmla="*/ 200418 w 612682"/>
                    <a:gd name="connsiteY96" fmla="*/ 543353 h 806162"/>
                    <a:gd name="connsiteX97" fmla="*/ 193969 w 612682"/>
                    <a:gd name="connsiteY97" fmla="*/ 535937 h 806162"/>
                    <a:gd name="connsiteX98" fmla="*/ 191389 w 612682"/>
                    <a:gd name="connsiteY98" fmla="*/ 531422 h 806162"/>
                    <a:gd name="connsiteX99" fmla="*/ 193002 w 612682"/>
                    <a:gd name="connsiteY99" fmla="*/ 525940 h 806162"/>
                    <a:gd name="connsiteX100" fmla="*/ 198484 w 612682"/>
                    <a:gd name="connsiteY100" fmla="*/ 527552 h 806162"/>
                    <a:gd name="connsiteX101" fmla="*/ 200741 w 612682"/>
                    <a:gd name="connsiteY101" fmla="*/ 531422 h 806162"/>
                    <a:gd name="connsiteX102" fmla="*/ 205900 w 612682"/>
                    <a:gd name="connsiteY102" fmla="*/ 537549 h 806162"/>
                    <a:gd name="connsiteX103" fmla="*/ 212349 w 612682"/>
                    <a:gd name="connsiteY103" fmla="*/ 550125 h 806162"/>
                    <a:gd name="connsiteX104" fmla="*/ 212349 w 612682"/>
                    <a:gd name="connsiteY104" fmla="*/ 552382 h 806162"/>
                    <a:gd name="connsiteX105" fmla="*/ 208802 w 612682"/>
                    <a:gd name="connsiteY105" fmla="*/ 555930 h 806162"/>
                    <a:gd name="connsiteX106" fmla="*/ 204288 w 612682"/>
                    <a:gd name="connsiteY106" fmla="*/ 499176 h 806162"/>
                    <a:gd name="connsiteX107" fmla="*/ 202031 w 612682"/>
                    <a:gd name="connsiteY107" fmla="*/ 498531 h 806162"/>
                    <a:gd name="connsiteX108" fmla="*/ 201063 w 612682"/>
                    <a:gd name="connsiteY108" fmla="*/ 493049 h 806162"/>
                    <a:gd name="connsiteX109" fmla="*/ 217831 w 612682"/>
                    <a:gd name="connsiteY109" fmla="*/ 471444 h 806162"/>
                    <a:gd name="connsiteX110" fmla="*/ 223636 w 612682"/>
                    <a:gd name="connsiteY110" fmla="*/ 470799 h 806162"/>
                    <a:gd name="connsiteX111" fmla="*/ 224281 w 612682"/>
                    <a:gd name="connsiteY111" fmla="*/ 476603 h 806162"/>
                    <a:gd name="connsiteX112" fmla="*/ 207835 w 612682"/>
                    <a:gd name="connsiteY112" fmla="*/ 497886 h 806162"/>
                    <a:gd name="connsiteX113" fmla="*/ 204288 w 612682"/>
                    <a:gd name="connsiteY113" fmla="*/ 499176 h 806162"/>
                    <a:gd name="connsiteX114" fmla="*/ 268781 w 612682"/>
                    <a:gd name="connsiteY114" fmla="*/ 467574 h 806162"/>
                    <a:gd name="connsiteX115" fmla="*/ 262332 w 612682"/>
                    <a:gd name="connsiteY115" fmla="*/ 460480 h 806162"/>
                    <a:gd name="connsiteX116" fmla="*/ 259430 w 612682"/>
                    <a:gd name="connsiteY116" fmla="*/ 456610 h 806162"/>
                    <a:gd name="connsiteX117" fmla="*/ 252012 w 612682"/>
                    <a:gd name="connsiteY117" fmla="*/ 457255 h 806162"/>
                    <a:gd name="connsiteX118" fmla="*/ 247176 w 612682"/>
                    <a:gd name="connsiteY118" fmla="*/ 454030 h 806162"/>
                    <a:gd name="connsiteX119" fmla="*/ 250401 w 612682"/>
                    <a:gd name="connsiteY119" fmla="*/ 449194 h 806162"/>
                    <a:gd name="connsiteX120" fmla="*/ 260074 w 612682"/>
                    <a:gd name="connsiteY120" fmla="*/ 448549 h 806162"/>
                    <a:gd name="connsiteX121" fmla="*/ 270071 w 612682"/>
                    <a:gd name="connsiteY121" fmla="*/ 459190 h 806162"/>
                    <a:gd name="connsiteX122" fmla="*/ 270071 w 612682"/>
                    <a:gd name="connsiteY122" fmla="*/ 459190 h 806162"/>
                    <a:gd name="connsiteX123" fmla="*/ 274908 w 612682"/>
                    <a:gd name="connsiteY123" fmla="*/ 461447 h 806162"/>
                    <a:gd name="connsiteX124" fmla="*/ 272651 w 612682"/>
                    <a:gd name="connsiteY124" fmla="*/ 466607 h 806162"/>
                    <a:gd name="connsiteX125" fmla="*/ 271683 w 612682"/>
                    <a:gd name="connsiteY125" fmla="*/ 466929 h 806162"/>
                    <a:gd name="connsiteX126" fmla="*/ 268781 w 612682"/>
                    <a:gd name="connsiteY126" fmla="*/ 467574 h 806162"/>
                    <a:gd name="connsiteX127" fmla="*/ 293933 w 612682"/>
                    <a:gd name="connsiteY127" fmla="*/ 438552 h 806162"/>
                    <a:gd name="connsiteX128" fmla="*/ 290064 w 612682"/>
                    <a:gd name="connsiteY128" fmla="*/ 434683 h 806162"/>
                    <a:gd name="connsiteX129" fmla="*/ 282324 w 612682"/>
                    <a:gd name="connsiteY129" fmla="*/ 414690 h 806162"/>
                    <a:gd name="connsiteX130" fmla="*/ 280390 w 612682"/>
                    <a:gd name="connsiteY130" fmla="*/ 411465 h 806162"/>
                    <a:gd name="connsiteX131" fmla="*/ 282002 w 612682"/>
                    <a:gd name="connsiteY131" fmla="*/ 405983 h 806162"/>
                    <a:gd name="connsiteX132" fmla="*/ 287484 w 612682"/>
                    <a:gd name="connsiteY132" fmla="*/ 407596 h 806162"/>
                    <a:gd name="connsiteX133" fmla="*/ 289096 w 612682"/>
                    <a:gd name="connsiteY133" fmla="*/ 410820 h 806162"/>
                    <a:gd name="connsiteX134" fmla="*/ 297803 w 612682"/>
                    <a:gd name="connsiteY134" fmla="*/ 434038 h 806162"/>
                    <a:gd name="connsiteX135" fmla="*/ 293933 w 612682"/>
                    <a:gd name="connsiteY135" fmla="*/ 438552 h 806162"/>
                    <a:gd name="connsiteX136" fmla="*/ 293933 w 612682"/>
                    <a:gd name="connsiteY136" fmla="*/ 438552 h 806162"/>
                    <a:gd name="connsiteX137" fmla="*/ 282002 w 612682"/>
                    <a:gd name="connsiteY137" fmla="*/ 376961 h 806162"/>
                    <a:gd name="connsiteX138" fmla="*/ 280712 w 612682"/>
                    <a:gd name="connsiteY138" fmla="*/ 376639 h 806162"/>
                    <a:gd name="connsiteX139" fmla="*/ 278133 w 612682"/>
                    <a:gd name="connsiteY139" fmla="*/ 371480 h 806162"/>
                    <a:gd name="connsiteX140" fmla="*/ 293611 w 612682"/>
                    <a:gd name="connsiteY140" fmla="*/ 352777 h 806162"/>
                    <a:gd name="connsiteX141" fmla="*/ 297158 w 612682"/>
                    <a:gd name="connsiteY141" fmla="*/ 350197 h 806162"/>
                    <a:gd name="connsiteX142" fmla="*/ 302962 w 612682"/>
                    <a:gd name="connsiteY142" fmla="*/ 350842 h 806162"/>
                    <a:gd name="connsiteX143" fmla="*/ 302317 w 612682"/>
                    <a:gd name="connsiteY143" fmla="*/ 356646 h 806162"/>
                    <a:gd name="connsiteX144" fmla="*/ 298125 w 612682"/>
                    <a:gd name="connsiteY144" fmla="*/ 359871 h 806162"/>
                    <a:gd name="connsiteX145" fmla="*/ 285871 w 612682"/>
                    <a:gd name="connsiteY145" fmla="*/ 374059 h 806162"/>
                    <a:gd name="connsiteX146" fmla="*/ 282002 w 612682"/>
                    <a:gd name="connsiteY146" fmla="*/ 376961 h 806162"/>
                    <a:gd name="connsiteX147" fmla="*/ 331984 w 612682"/>
                    <a:gd name="connsiteY147" fmla="*/ 324722 h 806162"/>
                    <a:gd name="connsiteX148" fmla="*/ 329727 w 612682"/>
                    <a:gd name="connsiteY148" fmla="*/ 323755 h 806162"/>
                    <a:gd name="connsiteX149" fmla="*/ 325857 w 612682"/>
                    <a:gd name="connsiteY149" fmla="*/ 316660 h 806162"/>
                    <a:gd name="connsiteX150" fmla="*/ 321020 w 612682"/>
                    <a:gd name="connsiteY150" fmla="*/ 322787 h 806162"/>
                    <a:gd name="connsiteX151" fmla="*/ 315538 w 612682"/>
                    <a:gd name="connsiteY151" fmla="*/ 323755 h 806162"/>
                    <a:gd name="connsiteX152" fmla="*/ 314571 w 612682"/>
                    <a:gd name="connsiteY152" fmla="*/ 318273 h 806162"/>
                    <a:gd name="connsiteX153" fmla="*/ 320053 w 612682"/>
                    <a:gd name="connsiteY153" fmla="*/ 310856 h 806162"/>
                    <a:gd name="connsiteX154" fmla="*/ 327147 w 612682"/>
                    <a:gd name="connsiteY154" fmla="*/ 305697 h 806162"/>
                    <a:gd name="connsiteX155" fmla="*/ 332951 w 612682"/>
                    <a:gd name="connsiteY155" fmla="*/ 313113 h 806162"/>
                    <a:gd name="connsiteX156" fmla="*/ 334241 w 612682"/>
                    <a:gd name="connsiteY156" fmla="*/ 317628 h 806162"/>
                    <a:gd name="connsiteX157" fmla="*/ 334564 w 612682"/>
                    <a:gd name="connsiteY157" fmla="*/ 323432 h 806162"/>
                    <a:gd name="connsiteX158" fmla="*/ 331984 w 612682"/>
                    <a:gd name="connsiteY158" fmla="*/ 324722 h 806162"/>
                    <a:gd name="connsiteX159" fmla="*/ 353911 w 612682"/>
                    <a:gd name="connsiteY159" fmla="*/ 298603 h 806162"/>
                    <a:gd name="connsiteX160" fmla="*/ 351654 w 612682"/>
                    <a:gd name="connsiteY160" fmla="*/ 297958 h 806162"/>
                    <a:gd name="connsiteX161" fmla="*/ 350687 w 612682"/>
                    <a:gd name="connsiteY161" fmla="*/ 292476 h 806162"/>
                    <a:gd name="connsiteX162" fmla="*/ 359071 w 612682"/>
                    <a:gd name="connsiteY162" fmla="*/ 282802 h 806162"/>
                    <a:gd name="connsiteX163" fmla="*/ 372614 w 612682"/>
                    <a:gd name="connsiteY163" fmla="*/ 274418 h 806162"/>
                    <a:gd name="connsiteX164" fmla="*/ 378096 w 612682"/>
                    <a:gd name="connsiteY164" fmla="*/ 276030 h 806162"/>
                    <a:gd name="connsiteX165" fmla="*/ 376484 w 612682"/>
                    <a:gd name="connsiteY165" fmla="*/ 281512 h 806162"/>
                    <a:gd name="connsiteX166" fmla="*/ 364553 w 612682"/>
                    <a:gd name="connsiteY166" fmla="*/ 288928 h 806162"/>
                    <a:gd name="connsiteX167" fmla="*/ 357459 w 612682"/>
                    <a:gd name="connsiteY167" fmla="*/ 296990 h 806162"/>
                    <a:gd name="connsiteX168" fmla="*/ 353911 w 612682"/>
                    <a:gd name="connsiteY168" fmla="*/ 298603 h 806162"/>
                    <a:gd name="connsiteX169" fmla="*/ 4038 w 612682"/>
                    <a:gd name="connsiteY169" fmla="*/ 270226 h 806162"/>
                    <a:gd name="connsiteX170" fmla="*/ 168 w 612682"/>
                    <a:gd name="connsiteY170" fmla="*/ 267323 h 806162"/>
                    <a:gd name="connsiteX171" fmla="*/ 2747 w 612682"/>
                    <a:gd name="connsiteY171" fmla="*/ 262164 h 806162"/>
                    <a:gd name="connsiteX172" fmla="*/ 24998 w 612682"/>
                    <a:gd name="connsiteY172" fmla="*/ 250233 h 806162"/>
                    <a:gd name="connsiteX173" fmla="*/ 27577 w 612682"/>
                    <a:gd name="connsiteY173" fmla="*/ 253135 h 806162"/>
                    <a:gd name="connsiteX174" fmla="*/ 29512 w 612682"/>
                    <a:gd name="connsiteY174" fmla="*/ 256682 h 806162"/>
                    <a:gd name="connsiteX175" fmla="*/ 5005 w 612682"/>
                    <a:gd name="connsiteY175" fmla="*/ 269581 h 806162"/>
                    <a:gd name="connsiteX176" fmla="*/ 4038 w 612682"/>
                    <a:gd name="connsiteY176" fmla="*/ 270226 h 806162"/>
                    <a:gd name="connsiteX177" fmla="*/ 125606 w 612682"/>
                    <a:gd name="connsiteY177" fmla="*/ 263131 h 806162"/>
                    <a:gd name="connsiteX178" fmla="*/ 121737 w 612682"/>
                    <a:gd name="connsiteY178" fmla="*/ 260552 h 806162"/>
                    <a:gd name="connsiteX179" fmla="*/ 123994 w 612682"/>
                    <a:gd name="connsiteY179" fmla="*/ 255392 h 806162"/>
                    <a:gd name="connsiteX180" fmla="*/ 128186 w 612682"/>
                    <a:gd name="connsiteY180" fmla="*/ 253780 h 806162"/>
                    <a:gd name="connsiteX181" fmla="*/ 148179 w 612682"/>
                    <a:gd name="connsiteY181" fmla="*/ 247975 h 806162"/>
                    <a:gd name="connsiteX182" fmla="*/ 150759 w 612682"/>
                    <a:gd name="connsiteY182" fmla="*/ 247653 h 806162"/>
                    <a:gd name="connsiteX183" fmla="*/ 155273 w 612682"/>
                    <a:gd name="connsiteY183" fmla="*/ 251200 h 806162"/>
                    <a:gd name="connsiteX184" fmla="*/ 151726 w 612682"/>
                    <a:gd name="connsiteY184" fmla="*/ 255715 h 806162"/>
                    <a:gd name="connsiteX185" fmla="*/ 149147 w 612682"/>
                    <a:gd name="connsiteY185" fmla="*/ 256037 h 806162"/>
                    <a:gd name="connsiteX186" fmla="*/ 131411 w 612682"/>
                    <a:gd name="connsiteY186" fmla="*/ 261519 h 806162"/>
                    <a:gd name="connsiteX187" fmla="*/ 126897 w 612682"/>
                    <a:gd name="connsiteY187" fmla="*/ 263131 h 806162"/>
                    <a:gd name="connsiteX188" fmla="*/ 125606 w 612682"/>
                    <a:gd name="connsiteY188" fmla="*/ 263131 h 806162"/>
                    <a:gd name="connsiteX189" fmla="*/ 407118 w 612682"/>
                    <a:gd name="connsiteY189" fmla="*/ 262486 h 806162"/>
                    <a:gd name="connsiteX190" fmla="*/ 403571 w 612682"/>
                    <a:gd name="connsiteY190" fmla="*/ 260552 h 806162"/>
                    <a:gd name="connsiteX191" fmla="*/ 405183 w 612682"/>
                    <a:gd name="connsiteY191" fmla="*/ 255070 h 806162"/>
                    <a:gd name="connsiteX192" fmla="*/ 416147 w 612682"/>
                    <a:gd name="connsiteY192" fmla="*/ 242494 h 806162"/>
                    <a:gd name="connsiteX193" fmla="*/ 419372 w 612682"/>
                    <a:gd name="connsiteY193" fmla="*/ 235722 h 806162"/>
                    <a:gd name="connsiteX194" fmla="*/ 424854 w 612682"/>
                    <a:gd name="connsiteY194" fmla="*/ 234432 h 806162"/>
                    <a:gd name="connsiteX195" fmla="*/ 426144 w 612682"/>
                    <a:gd name="connsiteY195" fmla="*/ 239914 h 806162"/>
                    <a:gd name="connsiteX196" fmla="*/ 423886 w 612682"/>
                    <a:gd name="connsiteY196" fmla="*/ 245073 h 806162"/>
                    <a:gd name="connsiteX197" fmla="*/ 409053 w 612682"/>
                    <a:gd name="connsiteY197" fmla="*/ 262164 h 806162"/>
                    <a:gd name="connsiteX198" fmla="*/ 407118 w 612682"/>
                    <a:gd name="connsiteY198" fmla="*/ 262486 h 806162"/>
                    <a:gd name="connsiteX199" fmla="*/ 89168 w 612682"/>
                    <a:gd name="connsiteY199" fmla="*/ 260229 h 806162"/>
                    <a:gd name="connsiteX200" fmla="*/ 87556 w 612682"/>
                    <a:gd name="connsiteY200" fmla="*/ 259907 h 806162"/>
                    <a:gd name="connsiteX201" fmla="*/ 79494 w 612682"/>
                    <a:gd name="connsiteY201" fmla="*/ 257327 h 806162"/>
                    <a:gd name="connsiteX202" fmla="*/ 68530 w 612682"/>
                    <a:gd name="connsiteY202" fmla="*/ 254425 h 806162"/>
                    <a:gd name="connsiteX203" fmla="*/ 62081 w 612682"/>
                    <a:gd name="connsiteY203" fmla="*/ 252490 h 806162"/>
                    <a:gd name="connsiteX204" fmla="*/ 59179 w 612682"/>
                    <a:gd name="connsiteY204" fmla="*/ 247653 h 806162"/>
                    <a:gd name="connsiteX205" fmla="*/ 64016 w 612682"/>
                    <a:gd name="connsiteY205" fmla="*/ 244751 h 806162"/>
                    <a:gd name="connsiteX206" fmla="*/ 70787 w 612682"/>
                    <a:gd name="connsiteY206" fmla="*/ 246686 h 806162"/>
                    <a:gd name="connsiteX207" fmla="*/ 81107 w 612682"/>
                    <a:gd name="connsiteY207" fmla="*/ 249588 h 806162"/>
                    <a:gd name="connsiteX208" fmla="*/ 90458 w 612682"/>
                    <a:gd name="connsiteY208" fmla="*/ 252490 h 806162"/>
                    <a:gd name="connsiteX209" fmla="*/ 92715 w 612682"/>
                    <a:gd name="connsiteY209" fmla="*/ 257649 h 806162"/>
                    <a:gd name="connsiteX210" fmla="*/ 89168 w 612682"/>
                    <a:gd name="connsiteY210" fmla="*/ 260229 h 806162"/>
                    <a:gd name="connsiteX211" fmla="*/ 188810 w 612682"/>
                    <a:gd name="connsiteY211" fmla="*/ 251845 h 806162"/>
                    <a:gd name="connsiteX212" fmla="*/ 184940 w 612682"/>
                    <a:gd name="connsiteY212" fmla="*/ 247975 h 806162"/>
                    <a:gd name="connsiteX213" fmla="*/ 188810 w 612682"/>
                    <a:gd name="connsiteY213" fmla="*/ 243783 h 806162"/>
                    <a:gd name="connsiteX214" fmla="*/ 212995 w 612682"/>
                    <a:gd name="connsiteY214" fmla="*/ 236689 h 806162"/>
                    <a:gd name="connsiteX215" fmla="*/ 218476 w 612682"/>
                    <a:gd name="connsiteY215" fmla="*/ 238302 h 806162"/>
                    <a:gd name="connsiteX216" fmla="*/ 216864 w 612682"/>
                    <a:gd name="connsiteY216" fmla="*/ 243783 h 806162"/>
                    <a:gd name="connsiteX217" fmla="*/ 188810 w 612682"/>
                    <a:gd name="connsiteY217" fmla="*/ 251845 h 806162"/>
                    <a:gd name="connsiteX218" fmla="*/ 188810 w 612682"/>
                    <a:gd name="connsiteY218" fmla="*/ 251845 h 806162"/>
                    <a:gd name="connsiteX219" fmla="*/ 456133 w 612682"/>
                    <a:gd name="connsiteY219" fmla="*/ 225403 h 806162"/>
                    <a:gd name="connsiteX220" fmla="*/ 452586 w 612682"/>
                    <a:gd name="connsiteY220" fmla="*/ 223468 h 806162"/>
                    <a:gd name="connsiteX221" fmla="*/ 453876 w 612682"/>
                    <a:gd name="connsiteY221" fmla="*/ 217986 h 806162"/>
                    <a:gd name="connsiteX222" fmla="*/ 475481 w 612682"/>
                    <a:gd name="connsiteY222" fmla="*/ 202830 h 806162"/>
                    <a:gd name="connsiteX223" fmla="*/ 481285 w 612682"/>
                    <a:gd name="connsiteY223" fmla="*/ 203475 h 806162"/>
                    <a:gd name="connsiteX224" fmla="*/ 480640 w 612682"/>
                    <a:gd name="connsiteY224" fmla="*/ 209280 h 806162"/>
                    <a:gd name="connsiteX225" fmla="*/ 458068 w 612682"/>
                    <a:gd name="connsiteY225" fmla="*/ 225080 h 806162"/>
                    <a:gd name="connsiteX226" fmla="*/ 456133 w 612682"/>
                    <a:gd name="connsiteY226" fmla="*/ 225403 h 806162"/>
                    <a:gd name="connsiteX227" fmla="*/ 248466 w 612682"/>
                    <a:gd name="connsiteY227" fmla="*/ 219921 h 806162"/>
                    <a:gd name="connsiteX228" fmla="*/ 244596 w 612682"/>
                    <a:gd name="connsiteY228" fmla="*/ 219599 h 806162"/>
                    <a:gd name="connsiteX229" fmla="*/ 240727 w 612682"/>
                    <a:gd name="connsiteY229" fmla="*/ 218631 h 806162"/>
                    <a:gd name="connsiteX230" fmla="*/ 241372 w 612682"/>
                    <a:gd name="connsiteY230" fmla="*/ 210570 h 806162"/>
                    <a:gd name="connsiteX231" fmla="*/ 245241 w 612682"/>
                    <a:gd name="connsiteY231" fmla="*/ 190899 h 806162"/>
                    <a:gd name="connsiteX232" fmla="*/ 250723 w 612682"/>
                    <a:gd name="connsiteY232" fmla="*/ 188964 h 806162"/>
                    <a:gd name="connsiteX233" fmla="*/ 252658 w 612682"/>
                    <a:gd name="connsiteY233" fmla="*/ 194446 h 806162"/>
                    <a:gd name="connsiteX234" fmla="*/ 249755 w 612682"/>
                    <a:gd name="connsiteY234" fmla="*/ 210570 h 806162"/>
                    <a:gd name="connsiteX235" fmla="*/ 248466 w 612682"/>
                    <a:gd name="connsiteY235" fmla="*/ 219921 h 806162"/>
                    <a:gd name="connsiteX236" fmla="*/ 506115 w 612682"/>
                    <a:gd name="connsiteY236" fmla="*/ 185740 h 806162"/>
                    <a:gd name="connsiteX237" fmla="*/ 502245 w 612682"/>
                    <a:gd name="connsiteY237" fmla="*/ 182193 h 806162"/>
                    <a:gd name="connsiteX238" fmla="*/ 505793 w 612682"/>
                    <a:gd name="connsiteY238" fmla="*/ 177678 h 806162"/>
                    <a:gd name="connsiteX239" fmla="*/ 508695 w 612682"/>
                    <a:gd name="connsiteY239" fmla="*/ 177356 h 806162"/>
                    <a:gd name="connsiteX240" fmla="*/ 516434 w 612682"/>
                    <a:gd name="connsiteY240" fmla="*/ 174453 h 806162"/>
                    <a:gd name="connsiteX241" fmla="*/ 517401 w 612682"/>
                    <a:gd name="connsiteY241" fmla="*/ 173164 h 806162"/>
                    <a:gd name="connsiteX242" fmla="*/ 521916 w 612682"/>
                    <a:gd name="connsiteY242" fmla="*/ 165425 h 806162"/>
                    <a:gd name="connsiteX243" fmla="*/ 527075 w 612682"/>
                    <a:gd name="connsiteY243" fmla="*/ 162845 h 806162"/>
                    <a:gd name="connsiteX244" fmla="*/ 529655 w 612682"/>
                    <a:gd name="connsiteY244" fmla="*/ 168004 h 806162"/>
                    <a:gd name="connsiteX245" fmla="*/ 523528 w 612682"/>
                    <a:gd name="connsiteY245" fmla="*/ 178323 h 806162"/>
                    <a:gd name="connsiteX246" fmla="*/ 522561 w 612682"/>
                    <a:gd name="connsiteY246" fmla="*/ 179613 h 806162"/>
                    <a:gd name="connsiteX247" fmla="*/ 509017 w 612682"/>
                    <a:gd name="connsiteY247" fmla="*/ 185417 h 806162"/>
                    <a:gd name="connsiteX248" fmla="*/ 506438 w 612682"/>
                    <a:gd name="connsiteY248" fmla="*/ 185740 h 806162"/>
                    <a:gd name="connsiteX249" fmla="*/ 506115 w 612682"/>
                    <a:gd name="connsiteY249" fmla="*/ 185740 h 806162"/>
                    <a:gd name="connsiteX250" fmla="*/ 273295 w 612682"/>
                    <a:gd name="connsiteY250" fmla="*/ 168649 h 806162"/>
                    <a:gd name="connsiteX251" fmla="*/ 270715 w 612682"/>
                    <a:gd name="connsiteY251" fmla="*/ 167682 h 806162"/>
                    <a:gd name="connsiteX252" fmla="*/ 270071 w 612682"/>
                    <a:gd name="connsiteY252" fmla="*/ 161877 h 806162"/>
                    <a:gd name="connsiteX253" fmla="*/ 282002 w 612682"/>
                    <a:gd name="connsiteY253" fmla="*/ 148334 h 806162"/>
                    <a:gd name="connsiteX254" fmla="*/ 288129 w 612682"/>
                    <a:gd name="connsiteY254" fmla="*/ 141562 h 806162"/>
                    <a:gd name="connsiteX255" fmla="*/ 293933 w 612682"/>
                    <a:gd name="connsiteY255" fmla="*/ 141240 h 806162"/>
                    <a:gd name="connsiteX256" fmla="*/ 294256 w 612682"/>
                    <a:gd name="connsiteY256" fmla="*/ 147044 h 806162"/>
                    <a:gd name="connsiteX257" fmla="*/ 287484 w 612682"/>
                    <a:gd name="connsiteY257" fmla="*/ 154138 h 806162"/>
                    <a:gd name="connsiteX258" fmla="*/ 276197 w 612682"/>
                    <a:gd name="connsiteY258" fmla="*/ 167037 h 806162"/>
                    <a:gd name="connsiteX259" fmla="*/ 273295 w 612682"/>
                    <a:gd name="connsiteY259" fmla="*/ 168649 h 806162"/>
                    <a:gd name="connsiteX260" fmla="*/ 550937 w 612682"/>
                    <a:gd name="connsiteY260" fmla="*/ 165425 h 806162"/>
                    <a:gd name="connsiteX261" fmla="*/ 547713 w 612682"/>
                    <a:gd name="connsiteY261" fmla="*/ 165102 h 806162"/>
                    <a:gd name="connsiteX262" fmla="*/ 544488 w 612682"/>
                    <a:gd name="connsiteY262" fmla="*/ 160587 h 806162"/>
                    <a:gd name="connsiteX263" fmla="*/ 549003 w 612682"/>
                    <a:gd name="connsiteY263" fmla="*/ 157363 h 806162"/>
                    <a:gd name="connsiteX264" fmla="*/ 561579 w 612682"/>
                    <a:gd name="connsiteY264" fmla="*/ 150269 h 806162"/>
                    <a:gd name="connsiteX265" fmla="*/ 569963 w 612682"/>
                    <a:gd name="connsiteY265" fmla="*/ 144787 h 806162"/>
                    <a:gd name="connsiteX266" fmla="*/ 575122 w 612682"/>
                    <a:gd name="connsiteY266" fmla="*/ 147366 h 806162"/>
                    <a:gd name="connsiteX267" fmla="*/ 572542 w 612682"/>
                    <a:gd name="connsiteY267" fmla="*/ 152526 h 806162"/>
                    <a:gd name="connsiteX268" fmla="*/ 567061 w 612682"/>
                    <a:gd name="connsiteY268" fmla="*/ 156396 h 806162"/>
                    <a:gd name="connsiteX269" fmla="*/ 550937 w 612682"/>
                    <a:gd name="connsiteY269" fmla="*/ 165425 h 806162"/>
                    <a:gd name="connsiteX270" fmla="*/ 605112 w 612682"/>
                    <a:gd name="connsiteY270" fmla="*/ 140917 h 806162"/>
                    <a:gd name="connsiteX271" fmla="*/ 601887 w 612682"/>
                    <a:gd name="connsiteY271" fmla="*/ 139305 h 806162"/>
                    <a:gd name="connsiteX272" fmla="*/ 602532 w 612682"/>
                    <a:gd name="connsiteY272" fmla="*/ 133500 h 806162"/>
                    <a:gd name="connsiteX273" fmla="*/ 608981 w 612682"/>
                    <a:gd name="connsiteY273" fmla="*/ 126406 h 806162"/>
                    <a:gd name="connsiteX274" fmla="*/ 609626 w 612682"/>
                    <a:gd name="connsiteY274" fmla="*/ 125439 h 806162"/>
                    <a:gd name="connsiteX275" fmla="*/ 610916 w 612682"/>
                    <a:gd name="connsiteY275" fmla="*/ 122214 h 806162"/>
                    <a:gd name="connsiteX276" fmla="*/ 608336 w 612682"/>
                    <a:gd name="connsiteY276" fmla="*/ 117377 h 806162"/>
                    <a:gd name="connsiteX277" fmla="*/ 608014 w 612682"/>
                    <a:gd name="connsiteY277" fmla="*/ 111573 h 806162"/>
                    <a:gd name="connsiteX278" fmla="*/ 613818 w 612682"/>
                    <a:gd name="connsiteY278" fmla="*/ 111250 h 806162"/>
                    <a:gd name="connsiteX279" fmla="*/ 618977 w 612682"/>
                    <a:gd name="connsiteY279" fmla="*/ 121892 h 806162"/>
                    <a:gd name="connsiteX280" fmla="*/ 615753 w 612682"/>
                    <a:gd name="connsiteY280" fmla="*/ 130276 h 806162"/>
                    <a:gd name="connsiteX281" fmla="*/ 615108 w 612682"/>
                    <a:gd name="connsiteY281" fmla="*/ 131243 h 806162"/>
                    <a:gd name="connsiteX282" fmla="*/ 607369 w 612682"/>
                    <a:gd name="connsiteY282" fmla="*/ 139950 h 806162"/>
                    <a:gd name="connsiteX283" fmla="*/ 605112 w 612682"/>
                    <a:gd name="connsiteY283" fmla="*/ 140917 h 806162"/>
                    <a:gd name="connsiteX284" fmla="*/ 585441 w 612682"/>
                    <a:gd name="connsiteY284" fmla="*/ 118667 h 806162"/>
                    <a:gd name="connsiteX285" fmla="*/ 581571 w 612682"/>
                    <a:gd name="connsiteY285" fmla="*/ 116087 h 806162"/>
                    <a:gd name="connsiteX286" fmla="*/ 579637 w 612682"/>
                    <a:gd name="connsiteY286" fmla="*/ 102866 h 806162"/>
                    <a:gd name="connsiteX287" fmla="*/ 579314 w 612682"/>
                    <a:gd name="connsiteY287" fmla="*/ 98029 h 806162"/>
                    <a:gd name="connsiteX288" fmla="*/ 577057 w 612682"/>
                    <a:gd name="connsiteY288" fmla="*/ 94482 h 806162"/>
                    <a:gd name="connsiteX289" fmla="*/ 576090 w 612682"/>
                    <a:gd name="connsiteY289" fmla="*/ 94160 h 806162"/>
                    <a:gd name="connsiteX290" fmla="*/ 574155 w 612682"/>
                    <a:gd name="connsiteY290" fmla="*/ 88678 h 806162"/>
                    <a:gd name="connsiteX291" fmla="*/ 579637 w 612682"/>
                    <a:gd name="connsiteY291" fmla="*/ 86743 h 806162"/>
                    <a:gd name="connsiteX292" fmla="*/ 580604 w 612682"/>
                    <a:gd name="connsiteY292" fmla="*/ 87066 h 806162"/>
                    <a:gd name="connsiteX293" fmla="*/ 587698 w 612682"/>
                    <a:gd name="connsiteY293" fmla="*/ 97384 h 806162"/>
                    <a:gd name="connsiteX294" fmla="*/ 588021 w 612682"/>
                    <a:gd name="connsiteY294" fmla="*/ 102221 h 806162"/>
                    <a:gd name="connsiteX295" fmla="*/ 589633 w 612682"/>
                    <a:gd name="connsiteY295" fmla="*/ 113508 h 806162"/>
                    <a:gd name="connsiteX296" fmla="*/ 587054 w 612682"/>
                    <a:gd name="connsiteY296" fmla="*/ 118667 h 806162"/>
                    <a:gd name="connsiteX297" fmla="*/ 585441 w 612682"/>
                    <a:gd name="connsiteY297" fmla="*/ 118667 h 806162"/>
                    <a:gd name="connsiteX298" fmla="*/ 311346 w 612682"/>
                    <a:gd name="connsiteY298" fmla="*/ 117055 h 806162"/>
                    <a:gd name="connsiteX299" fmla="*/ 308767 w 612682"/>
                    <a:gd name="connsiteY299" fmla="*/ 116087 h 806162"/>
                    <a:gd name="connsiteX300" fmla="*/ 302640 w 612682"/>
                    <a:gd name="connsiteY300" fmla="*/ 110283 h 806162"/>
                    <a:gd name="connsiteX301" fmla="*/ 299415 w 612682"/>
                    <a:gd name="connsiteY301" fmla="*/ 107703 h 806162"/>
                    <a:gd name="connsiteX302" fmla="*/ 299093 w 612682"/>
                    <a:gd name="connsiteY302" fmla="*/ 111250 h 806162"/>
                    <a:gd name="connsiteX303" fmla="*/ 299093 w 612682"/>
                    <a:gd name="connsiteY303" fmla="*/ 112218 h 806162"/>
                    <a:gd name="connsiteX304" fmla="*/ 295223 w 612682"/>
                    <a:gd name="connsiteY304" fmla="*/ 116410 h 806162"/>
                    <a:gd name="connsiteX305" fmla="*/ 291031 w 612682"/>
                    <a:gd name="connsiteY305" fmla="*/ 112540 h 806162"/>
                    <a:gd name="connsiteX306" fmla="*/ 291031 w 612682"/>
                    <a:gd name="connsiteY306" fmla="*/ 111250 h 806162"/>
                    <a:gd name="connsiteX307" fmla="*/ 299093 w 612682"/>
                    <a:gd name="connsiteY307" fmla="*/ 99319 h 806162"/>
                    <a:gd name="connsiteX308" fmla="*/ 308767 w 612682"/>
                    <a:gd name="connsiteY308" fmla="*/ 104801 h 806162"/>
                    <a:gd name="connsiteX309" fmla="*/ 313926 w 612682"/>
                    <a:gd name="connsiteY309" fmla="*/ 109961 h 806162"/>
                    <a:gd name="connsiteX310" fmla="*/ 314571 w 612682"/>
                    <a:gd name="connsiteY310" fmla="*/ 115765 h 806162"/>
                    <a:gd name="connsiteX311" fmla="*/ 311346 w 612682"/>
                    <a:gd name="connsiteY311" fmla="*/ 117055 h 806162"/>
                    <a:gd name="connsiteX312" fmla="*/ 346495 w 612682"/>
                    <a:gd name="connsiteY312" fmla="*/ 112540 h 806162"/>
                    <a:gd name="connsiteX313" fmla="*/ 342948 w 612682"/>
                    <a:gd name="connsiteY313" fmla="*/ 109961 h 806162"/>
                    <a:gd name="connsiteX314" fmla="*/ 345205 w 612682"/>
                    <a:gd name="connsiteY314" fmla="*/ 104801 h 806162"/>
                    <a:gd name="connsiteX315" fmla="*/ 369712 w 612682"/>
                    <a:gd name="connsiteY315" fmla="*/ 93837 h 806162"/>
                    <a:gd name="connsiteX316" fmla="*/ 375194 w 612682"/>
                    <a:gd name="connsiteY316" fmla="*/ 95772 h 806162"/>
                    <a:gd name="connsiteX317" fmla="*/ 373260 w 612682"/>
                    <a:gd name="connsiteY317" fmla="*/ 101254 h 806162"/>
                    <a:gd name="connsiteX318" fmla="*/ 348430 w 612682"/>
                    <a:gd name="connsiteY318" fmla="*/ 112540 h 806162"/>
                    <a:gd name="connsiteX319" fmla="*/ 346495 w 612682"/>
                    <a:gd name="connsiteY319" fmla="*/ 112540 h 806162"/>
                    <a:gd name="connsiteX320" fmla="*/ 404216 w 612682"/>
                    <a:gd name="connsiteY320" fmla="*/ 83196 h 806162"/>
                    <a:gd name="connsiteX321" fmla="*/ 400991 w 612682"/>
                    <a:gd name="connsiteY321" fmla="*/ 81584 h 806162"/>
                    <a:gd name="connsiteX322" fmla="*/ 401637 w 612682"/>
                    <a:gd name="connsiteY322" fmla="*/ 75779 h 806162"/>
                    <a:gd name="connsiteX323" fmla="*/ 424854 w 612682"/>
                    <a:gd name="connsiteY323" fmla="*/ 66428 h 806162"/>
                    <a:gd name="connsiteX324" fmla="*/ 428078 w 612682"/>
                    <a:gd name="connsiteY324" fmla="*/ 65783 h 806162"/>
                    <a:gd name="connsiteX325" fmla="*/ 432915 w 612682"/>
                    <a:gd name="connsiteY325" fmla="*/ 68685 h 806162"/>
                    <a:gd name="connsiteX326" fmla="*/ 430013 w 612682"/>
                    <a:gd name="connsiteY326" fmla="*/ 73522 h 806162"/>
                    <a:gd name="connsiteX327" fmla="*/ 426144 w 612682"/>
                    <a:gd name="connsiteY327" fmla="*/ 74489 h 806162"/>
                    <a:gd name="connsiteX328" fmla="*/ 406473 w 612682"/>
                    <a:gd name="connsiteY328" fmla="*/ 82229 h 806162"/>
                    <a:gd name="connsiteX329" fmla="*/ 404216 w 612682"/>
                    <a:gd name="connsiteY329" fmla="*/ 83196 h 806162"/>
                    <a:gd name="connsiteX330" fmla="*/ 565771 w 612682"/>
                    <a:gd name="connsiteY330" fmla="*/ 61591 h 806162"/>
                    <a:gd name="connsiteX331" fmla="*/ 561901 w 612682"/>
                    <a:gd name="connsiteY331" fmla="*/ 58689 h 806162"/>
                    <a:gd name="connsiteX332" fmla="*/ 560289 w 612682"/>
                    <a:gd name="connsiteY332" fmla="*/ 50627 h 806162"/>
                    <a:gd name="connsiteX333" fmla="*/ 560289 w 612682"/>
                    <a:gd name="connsiteY333" fmla="*/ 49015 h 806162"/>
                    <a:gd name="connsiteX334" fmla="*/ 569318 w 612682"/>
                    <a:gd name="connsiteY334" fmla="*/ 33214 h 806162"/>
                    <a:gd name="connsiteX335" fmla="*/ 571253 w 612682"/>
                    <a:gd name="connsiteY335" fmla="*/ 31279 h 806162"/>
                    <a:gd name="connsiteX336" fmla="*/ 577057 w 612682"/>
                    <a:gd name="connsiteY336" fmla="*/ 31279 h 806162"/>
                    <a:gd name="connsiteX337" fmla="*/ 577057 w 612682"/>
                    <a:gd name="connsiteY337" fmla="*/ 37084 h 806162"/>
                    <a:gd name="connsiteX338" fmla="*/ 575122 w 612682"/>
                    <a:gd name="connsiteY338" fmla="*/ 39018 h 806162"/>
                    <a:gd name="connsiteX339" fmla="*/ 568673 w 612682"/>
                    <a:gd name="connsiteY339" fmla="*/ 49015 h 806162"/>
                    <a:gd name="connsiteX340" fmla="*/ 568673 w 612682"/>
                    <a:gd name="connsiteY340" fmla="*/ 49660 h 806162"/>
                    <a:gd name="connsiteX341" fmla="*/ 569963 w 612682"/>
                    <a:gd name="connsiteY341" fmla="*/ 56431 h 806162"/>
                    <a:gd name="connsiteX342" fmla="*/ 567061 w 612682"/>
                    <a:gd name="connsiteY342" fmla="*/ 61268 h 806162"/>
                    <a:gd name="connsiteX343" fmla="*/ 565771 w 612682"/>
                    <a:gd name="connsiteY343" fmla="*/ 61591 h 806162"/>
                    <a:gd name="connsiteX344" fmla="*/ 459035 w 612682"/>
                    <a:gd name="connsiteY344" fmla="*/ 51917 h 806162"/>
                    <a:gd name="connsiteX345" fmla="*/ 455810 w 612682"/>
                    <a:gd name="connsiteY345" fmla="*/ 50305 h 806162"/>
                    <a:gd name="connsiteX346" fmla="*/ 456455 w 612682"/>
                    <a:gd name="connsiteY346" fmla="*/ 44500 h 806162"/>
                    <a:gd name="connsiteX347" fmla="*/ 464194 w 612682"/>
                    <a:gd name="connsiteY347" fmla="*/ 39986 h 806162"/>
                    <a:gd name="connsiteX348" fmla="*/ 472901 w 612682"/>
                    <a:gd name="connsiteY348" fmla="*/ 35471 h 806162"/>
                    <a:gd name="connsiteX349" fmla="*/ 482575 w 612682"/>
                    <a:gd name="connsiteY349" fmla="*/ 32246 h 806162"/>
                    <a:gd name="connsiteX350" fmla="*/ 486767 w 612682"/>
                    <a:gd name="connsiteY350" fmla="*/ 36116 h 806162"/>
                    <a:gd name="connsiteX351" fmla="*/ 482897 w 612682"/>
                    <a:gd name="connsiteY351" fmla="*/ 40308 h 806162"/>
                    <a:gd name="connsiteX352" fmla="*/ 477093 w 612682"/>
                    <a:gd name="connsiteY352" fmla="*/ 42243 h 806162"/>
                    <a:gd name="connsiteX353" fmla="*/ 466774 w 612682"/>
                    <a:gd name="connsiteY353" fmla="*/ 47402 h 806162"/>
                    <a:gd name="connsiteX354" fmla="*/ 460970 w 612682"/>
                    <a:gd name="connsiteY354" fmla="*/ 50627 h 806162"/>
                    <a:gd name="connsiteX355" fmla="*/ 459035 w 612682"/>
                    <a:gd name="connsiteY355" fmla="*/ 51917 h 806162"/>
                    <a:gd name="connsiteX356" fmla="*/ 518691 w 612682"/>
                    <a:gd name="connsiteY356" fmla="*/ 37084 h 806162"/>
                    <a:gd name="connsiteX357" fmla="*/ 515467 w 612682"/>
                    <a:gd name="connsiteY357" fmla="*/ 35471 h 806162"/>
                    <a:gd name="connsiteX358" fmla="*/ 516111 w 612682"/>
                    <a:gd name="connsiteY358" fmla="*/ 29667 h 806162"/>
                    <a:gd name="connsiteX359" fmla="*/ 525785 w 612682"/>
                    <a:gd name="connsiteY359" fmla="*/ 19025 h 806162"/>
                    <a:gd name="connsiteX360" fmla="*/ 526107 w 612682"/>
                    <a:gd name="connsiteY360" fmla="*/ 18058 h 806162"/>
                    <a:gd name="connsiteX361" fmla="*/ 525140 w 612682"/>
                    <a:gd name="connsiteY361" fmla="*/ 16446 h 806162"/>
                    <a:gd name="connsiteX362" fmla="*/ 523205 w 612682"/>
                    <a:gd name="connsiteY362" fmla="*/ 12254 h 806162"/>
                    <a:gd name="connsiteX363" fmla="*/ 526107 w 612682"/>
                    <a:gd name="connsiteY363" fmla="*/ 7739 h 806162"/>
                    <a:gd name="connsiteX364" fmla="*/ 531590 w 612682"/>
                    <a:gd name="connsiteY364" fmla="*/ 9674 h 806162"/>
                    <a:gd name="connsiteX365" fmla="*/ 531912 w 612682"/>
                    <a:gd name="connsiteY365" fmla="*/ 11931 h 806162"/>
                    <a:gd name="connsiteX366" fmla="*/ 534169 w 612682"/>
                    <a:gd name="connsiteY366" fmla="*/ 18058 h 806162"/>
                    <a:gd name="connsiteX367" fmla="*/ 532557 w 612682"/>
                    <a:gd name="connsiteY367" fmla="*/ 23540 h 806162"/>
                    <a:gd name="connsiteX368" fmla="*/ 520948 w 612682"/>
                    <a:gd name="connsiteY368" fmla="*/ 36116 h 806162"/>
                    <a:gd name="connsiteX369" fmla="*/ 518691 w 612682"/>
                    <a:gd name="connsiteY369" fmla="*/ 37084 h 806162"/>
                    <a:gd name="connsiteX370" fmla="*/ 565771 w 612682"/>
                    <a:gd name="connsiteY370" fmla="*/ 16123 h 806162"/>
                    <a:gd name="connsiteX371" fmla="*/ 561901 w 612682"/>
                    <a:gd name="connsiteY371" fmla="*/ 12254 h 806162"/>
                    <a:gd name="connsiteX372" fmla="*/ 565771 w 612682"/>
                    <a:gd name="connsiteY372" fmla="*/ 8062 h 806162"/>
                    <a:gd name="connsiteX373" fmla="*/ 572865 w 612682"/>
                    <a:gd name="connsiteY373" fmla="*/ 6127 h 806162"/>
                    <a:gd name="connsiteX374" fmla="*/ 574477 w 612682"/>
                    <a:gd name="connsiteY374" fmla="*/ 5159 h 806162"/>
                    <a:gd name="connsiteX375" fmla="*/ 574477 w 612682"/>
                    <a:gd name="connsiteY375" fmla="*/ 4837 h 806162"/>
                    <a:gd name="connsiteX376" fmla="*/ 586086 w 612682"/>
                    <a:gd name="connsiteY376" fmla="*/ 0 h 806162"/>
                    <a:gd name="connsiteX377" fmla="*/ 589956 w 612682"/>
                    <a:gd name="connsiteY377" fmla="*/ 0 h 806162"/>
                    <a:gd name="connsiteX378" fmla="*/ 593503 w 612682"/>
                    <a:gd name="connsiteY378" fmla="*/ 4514 h 806162"/>
                    <a:gd name="connsiteX379" fmla="*/ 588988 w 612682"/>
                    <a:gd name="connsiteY379" fmla="*/ 8062 h 806162"/>
                    <a:gd name="connsiteX380" fmla="*/ 586731 w 612682"/>
                    <a:gd name="connsiteY380" fmla="*/ 8062 h 806162"/>
                    <a:gd name="connsiteX381" fmla="*/ 582862 w 612682"/>
                    <a:gd name="connsiteY381" fmla="*/ 8384 h 806162"/>
                    <a:gd name="connsiteX382" fmla="*/ 576412 w 612682"/>
                    <a:gd name="connsiteY382" fmla="*/ 13221 h 806162"/>
                    <a:gd name="connsiteX383" fmla="*/ 565771 w 612682"/>
                    <a:gd name="connsiteY383" fmla="*/ 16123 h 806162"/>
                    <a:gd name="connsiteX384" fmla="*/ 565771 w 612682"/>
                    <a:gd name="connsiteY384" fmla="*/ 16123 h 806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</a:cxnLst>
                  <a:rect l="l" t="t" r="r" b="b"/>
                  <a:pathLst>
                    <a:path w="612682" h="806162">
                      <a:moveTo>
                        <a:pt x="58856" y="823575"/>
                      </a:moveTo>
                      <a:cubicBezTo>
                        <a:pt x="56922" y="823575"/>
                        <a:pt x="54987" y="822930"/>
                        <a:pt x="52407" y="821963"/>
                      </a:cubicBezTo>
                      <a:lnTo>
                        <a:pt x="51440" y="821318"/>
                      </a:lnTo>
                      <a:cubicBezTo>
                        <a:pt x="50150" y="820028"/>
                        <a:pt x="49827" y="818093"/>
                        <a:pt x="50472" y="816481"/>
                      </a:cubicBezTo>
                      <a:cubicBezTo>
                        <a:pt x="51440" y="814546"/>
                        <a:pt x="53697" y="813579"/>
                        <a:pt x="55954" y="814546"/>
                      </a:cubicBezTo>
                      <a:cubicBezTo>
                        <a:pt x="57889" y="815514"/>
                        <a:pt x="58856" y="815514"/>
                        <a:pt x="59179" y="815514"/>
                      </a:cubicBezTo>
                      <a:cubicBezTo>
                        <a:pt x="59824" y="814869"/>
                        <a:pt x="61113" y="811322"/>
                        <a:pt x="62081" y="808097"/>
                      </a:cubicBezTo>
                      <a:lnTo>
                        <a:pt x="62726" y="805840"/>
                      </a:lnTo>
                      <a:cubicBezTo>
                        <a:pt x="63693" y="803583"/>
                        <a:pt x="64338" y="801325"/>
                        <a:pt x="64983" y="799390"/>
                      </a:cubicBezTo>
                      <a:cubicBezTo>
                        <a:pt x="65951" y="797456"/>
                        <a:pt x="68208" y="796166"/>
                        <a:pt x="70142" y="797133"/>
                      </a:cubicBezTo>
                      <a:cubicBezTo>
                        <a:pt x="72078" y="798101"/>
                        <a:pt x="73367" y="800358"/>
                        <a:pt x="72400" y="802293"/>
                      </a:cubicBezTo>
                      <a:cubicBezTo>
                        <a:pt x="71755" y="804227"/>
                        <a:pt x="70787" y="806162"/>
                        <a:pt x="70142" y="808420"/>
                      </a:cubicBezTo>
                      <a:lnTo>
                        <a:pt x="69498" y="810677"/>
                      </a:lnTo>
                      <a:cubicBezTo>
                        <a:pt x="66595" y="818416"/>
                        <a:pt x="64661" y="823575"/>
                        <a:pt x="58856" y="823575"/>
                      </a:cubicBezTo>
                      <a:close/>
                      <a:moveTo>
                        <a:pt x="28545" y="804872"/>
                      </a:moveTo>
                      <a:cubicBezTo>
                        <a:pt x="24675" y="804872"/>
                        <a:pt x="22095" y="802615"/>
                        <a:pt x="17903" y="799068"/>
                      </a:cubicBezTo>
                      <a:cubicBezTo>
                        <a:pt x="16936" y="798101"/>
                        <a:pt x="15969" y="797456"/>
                        <a:pt x="14679" y="796166"/>
                      </a:cubicBezTo>
                      <a:cubicBezTo>
                        <a:pt x="12099" y="793908"/>
                        <a:pt x="10487" y="792296"/>
                        <a:pt x="8874" y="790684"/>
                      </a:cubicBezTo>
                      <a:cubicBezTo>
                        <a:pt x="7585" y="789071"/>
                        <a:pt x="7907" y="786492"/>
                        <a:pt x="9519" y="784880"/>
                      </a:cubicBezTo>
                      <a:cubicBezTo>
                        <a:pt x="11132" y="783590"/>
                        <a:pt x="13711" y="783590"/>
                        <a:pt x="15324" y="785524"/>
                      </a:cubicBezTo>
                      <a:cubicBezTo>
                        <a:pt x="16291" y="786814"/>
                        <a:pt x="17903" y="788104"/>
                        <a:pt x="19838" y="789717"/>
                      </a:cubicBezTo>
                      <a:cubicBezTo>
                        <a:pt x="21128" y="790684"/>
                        <a:pt x="22095" y="791651"/>
                        <a:pt x="23063" y="792619"/>
                      </a:cubicBezTo>
                      <a:cubicBezTo>
                        <a:pt x="25320" y="794554"/>
                        <a:pt x="27577" y="796488"/>
                        <a:pt x="28222" y="796488"/>
                      </a:cubicBezTo>
                      <a:cubicBezTo>
                        <a:pt x="28222" y="796488"/>
                        <a:pt x="28867" y="796488"/>
                        <a:pt x="30479" y="795198"/>
                      </a:cubicBezTo>
                      <a:cubicBezTo>
                        <a:pt x="30802" y="794876"/>
                        <a:pt x="31124" y="794554"/>
                        <a:pt x="31770" y="794554"/>
                      </a:cubicBezTo>
                      <a:cubicBezTo>
                        <a:pt x="33704" y="793264"/>
                        <a:pt x="36284" y="793908"/>
                        <a:pt x="37251" y="795843"/>
                      </a:cubicBezTo>
                      <a:cubicBezTo>
                        <a:pt x="38541" y="797778"/>
                        <a:pt x="37896" y="800358"/>
                        <a:pt x="35961" y="801325"/>
                      </a:cubicBezTo>
                      <a:lnTo>
                        <a:pt x="34994" y="801970"/>
                      </a:lnTo>
                      <a:cubicBezTo>
                        <a:pt x="33704" y="803583"/>
                        <a:pt x="31447" y="804872"/>
                        <a:pt x="28545" y="804872"/>
                      </a:cubicBezTo>
                      <a:close/>
                      <a:moveTo>
                        <a:pt x="92393" y="776495"/>
                      </a:moveTo>
                      <a:cubicBezTo>
                        <a:pt x="91748" y="776495"/>
                        <a:pt x="91103" y="776495"/>
                        <a:pt x="90458" y="775851"/>
                      </a:cubicBezTo>
                      <a:cubicBezTo>
                        <a:pt x="88523" y="774883"/>
                        <a:pt x="87878" y="772303"/>
                        <a:pt x="88845" y="770369"/>
                      </a:cubicBezTo>
                      <a:cubicBezTo>
                        <a:pt x="90458" y="767466"/>
                        <a:pt x="91103" y="764242"/>
                        <a:pt x="91425" y="760050"/>
                      </a:cubicBezTo>
                      <a:cubicBezTo>
                        <a:pt x="91748" y="751988"/>
                        <a:pt x="92393" y="747474"/>
                        <a:pt x="94005" y="744249"/>
                      </a:cubicBezTo>
                      <a:cubicBezTo>
                        <a:pt x="94972" y="742314"/>
                        <a:pt x="97230" y="741347"/>
                        <a:pt x="99487" y="742314"/>
                      </a:cubicBezTo>
                      <a:cubicBezTo>
                        <a:pt x="101422" y="743282"/>
                        <a:pt x="102389" y="745539"/>
                        <a:pt x="101422" y="747796"/>
                      </a:cubicBezTo>
                      <a:cubicBezTo>
                        <a:pt x="100454" y="750053"/>
                        <a:pt x="99810" y="753923"/>
                        <a:pt x="99487" y="760372"/>
                      </a:cubicBezTo>
                      <a:cubicBezTo>
                        <a:pt x="99165" y="765854"/>
                        <a:pt x="98197" y="770369"/>
                        <a:pt x="95940" y="774238"/>
                      </a:cubicBezTo>
                      <a:cubicBezTo>
                        <a:pt x="95295" y="775851"/>
                        <a:pt x="93683" y="776495"/>
                        <a:pt x="92393" y="776495"/>
                      </a:cubicBezTo>
                      <a:close/>
                      <a:moveTo>
                        <a:pt x="119157" y="769401"/>
                      </a:moveTo>
                      <a:lnTo>
                        <a:pt x="118190" y="769401"/>
                      </a:lnTo>
                      <a:cubicBezTo>
                        <a:pt x="115933" y="769079"/>
                        <a:pt x="114320" y="767144"/>
                        <a:pt x="114643" y="764887"/>
                      </a:cubicBezTo>
                      <a:cubicBezTo>
                        <a:pt x="114965" y="762629"/>
                        <a:pt x="116900" y="761017"/>
                        <a:pt x="119157" y="761339"/>
                      </a:cubicBezTo>
                      <a:lnTo>
                        <a:pt x="118835" y="765209"/>
                      </a:lnTo>
                      <a:lnTo>
                        <a:pt x="119157" y="761339"/>
                      </a:lnTo>
                      <a:cubicBezTo>
                        <a:pt x="120125" y="761339"/>
                        <a:pt x="122382" y="760372"/>
                        <a:pt x="124639" y="759405"/>
                      </a:cubicBezTo>
                      <a:cubicBezTo>
                        <a:pt x="125929" y="758760"/>
                        <a:pt x="127542" y="758115"/>
                        <a:pt x="129476" y="757470"/>
                      </a:cubicBezTo>
                      <a:cubicBezTo>
                        <a:pt x="133023" y="756180"/>
                        <a:pt x="140118" y="754568"/>
                        <a:pt x="143342" y="754568"/>
                      </a:cubicBezTo>
                      <a:cubicBezTo>
                        <a:pt x="145277" y="753600"/>
                        <a:pt x="147534" y="754245"/>
                        <a:pt x="148502" y="756180"/>
                      </a:cubicBezTo>
                      <a:cubicBezTo>
                        <a:pt x="149469" y="758115"/>
                        <a:pt x="148502" y="760695"/>
                        <a:pt x="146567" y="761662"/>
                      </a:cubicBezTo>
                      <a:cubicBezTo>
                        <a:pt x="145600" y="762307"/>
                        <a:pt x="144309" y="762629"/>
                        <a:pt x="143342" y="762629"/>
                      </a:cubicBezTo>
                      <a:cubicBezTo>
                        <a:pt x="141407" y="762629"/>
                        <a:pt x="135603" y="763919"/>
                        <a:pt x="132056" y="765209"/>
                      </a:cubicBezTo>
                      <a:cubicBezTo>
                        <a:pt x="130444" y="765854"/>
                        <a:pt x="128831" y="766499"/>
                        <a:pt x="127542" y="767144"/>
                      </a:cubicBezTo>
                      <a:cubicBezTo>
                        <a:pt x="124639" y="768111"/>
                        <a:pt x="122059" y="769401"/>
                        <a:pt x="119157" y="769401"/>
                      </a:cubicBezTo>
                      <a:close/>
                      <a:moveTo>
                        <a:pt x="149791" y="729093"/>
                      </a:moveTo>
                      <a:cubicBezTo>
                        <a:pt x="148502" y="729093"/>
                        <a:pt x="146889" y="728448"/>
                        <a:pt x="146244" y="726836"/>
                      </a:cubicBezTo>
                      <a:cubicBezTo>
                        <a:pt x="145922" y="726191"/>
                        <a:pt x="145600" y="725224"/>
                        <a:pt x="144954" y="724256"/>
                      </a:cubicBezTo>
                      <a:cubicBezTo>
                        <a:pt x="143020" y="719742"/>
                        <a:pt x="142052" y="717162"/>
                        <a:pt x="142052" y="714905"/>
                      </a:cubicBezTo>
                      <a:cubicBezTo>
                        <a:pt x="142052" y="712647"/>
                        <a:pt x="143020" y="711035"/>
                        <a:pt x="143665" y="709745"/>
                      </a:cubicBezTo>
                      <a:cubicBezTo>
                        <a:pt x="143987" y="709100"/>
                        <a:pt x="144309" y="708455"/>
                        <a:pt x="144632" y="707166"/>
                      </a:cubicBezTo>
                      <a:cubicBezTo>
                        <a:pt x="145277" y="705553"/>
                        <a:pt x="146244" y="703941"/>
                        <a:pt x="147211" y="702006"/>
                      </a:cubicBezTo>
                      <a:cubicBezTo>
                        <a:pt x="147857" y="700716"/>
                        <a:pt x="148502" y="699749"/>
                        <a:pt x="149147" y="698459"/>
                      </a:cubicBezTo>
                      <a:cubicBezTo>
                        <a:pt x="150114" y="696524"/>
                        <a:pt x="152371" y="695557"/>
                        <a:pt x="154628" y="696524"/>
                      </a:cubicBezTo>
                      <a:cubicBezTo>
                        <a:pt x="156563" y="697492"/>
                        <a:pt x="157531" y="699749"/>
                        <a:pt x="156563" y="702006"/>
                      </a:cubicBezTo>
                      <a:cubicBezTo>
                        <a:pt x="155918" y="703618"/>
                        <a:pt x="154951" y="704908"/>
                        <a:pt x="154306" y="706198"/>
                      </a:cubicBezTo>
                      <a:cubicBezTo>
                        <a:pt x="153661" y="707488"/>
                        <a:pt x="152694" y="708778"/>
                        <a:pt x="152371" y="709745"/>
                      </a:cubicBezTo>
                      <a:cubicBezTo>
                        <a:pt x="151726" y="711358"/>
                        <a:pt x="151404" y="712325"/>
                        <a:pt x="150759" y="713292"/>
                      </a:cubicBezTo>
                      <a:cubicBezTo>
                        <a:pt x="150114" y="714260"/>
                        <a:pt x="150114" y="714582"/>
                        <a:pt x="150114" y="714905"/>
                      </a:cubicBezTo>
                      <a:cubicBezTo>
                        <a:pt x="150114" y="715872"/>
                        <a:pt x="150759" y="718129"/>
                        <a:pt x="152049" y="721031"/>
                      </a:cubicBezTo>
                      <a:cubicBezTo>
                        <a:pt x="152371" y="721676"/>
                        <a:pt x="152694" y="722321"/>
                        <a:pt x="153016" y="722966"/>
                      </a:cubicBezTo>
                      <a:cubicBezTo>
                        <a:pt x="153983" y="724901"/>
                        <a:pt x="153338" y="727481"/>
                        <a:pt x="151404" y="728448"/>
                      </a:cubicBezTo>
                      <a:cubicBezTo>
                        <a:pt x="151081" y="728771"/>
                        <a:pt x="150436" y="729093"/>
                        <a:pt x="149791" y="729093"/>
                      </a:cubicBezTo>
                      <a:close/>
                      <a:moveTo>
                        <a:pt x="157853" y="670404"/>
                      </a:moveTo>
                      <a:cubicBezTo>
                        <a:pt x="157208" y="670404"/>
                        <a:pt x="156241" y="670082"/>
                        <a:pt x="155596" y="669760"/>
                      </a:cubicBezTo>
                      <a:cubicBezTo>
                        <a:pt x="153661" y="668470"/>
                        <a:pt x="153016" y="666212"/>
                        <a:pt x="154306" y="664278"/>
                      </a:cubicBezTo>
                      <a:cubicBezTo>
                        <a:pt x="158176" y="657828"/>
                        <a:pt x="165592" y="648477"/>
                        <a:pt x="171719" y="642350"/>
                      </a:cubicBezTo>
                      <a:cubicBezTo>
                        <a:pt x="173332" y="640738"/>
                        <a:pt x="175911" y="641060"/>
                        <a:pt x="177523" y="642673"/>
                      </a:cubicBezTo>
                      <a:cubicBezTo>
                        <a:pt x="179136" y="644285"/>
                        <a:pt x="178813" y="646865"/>
                        <a:pt x="177201" y="648477"/>
                      </a:cubicBezTo>
                      <a:cubicBezTo>
                        <a:pt x="171396" y="653959"/>
                        <a:pt x="164625" y="662665"/>
                        <a:pt x="161078" y="668792"/>
                      </a:cubicBezTo>
                      <a:cubicBezTo>
                        <a:pt x="160755" y="669760"/>
                        <a:pt x="159143" y="670404"/>
                        <a:pt x="157853" y="670404"/>
                      </a:cubicBezTo>
                      <a:close/>
                      <a:moveTo>
                        <a:pt x="183650" y="614941"/>
                      </a:moveTo>
                      <a:cubicBezTo>
                        <a:pt x="183328" y="614941"/>
                        <a:pt x="183005" y="614941"/>
                        <a:pt x="183005" y="614941"/>
                      </a:cubicBezTo>
                      <a:cubicBezTo>
                        <a:pt x="180748" y="614618"/>
                        <a:pt x="179458" y="612361"/>
                        <a:pt x="179781" y="610104"/>
                      </a:cubicBezTo>
                      <a:cubicBezTo>
                        <a:pt x="180748" y="604944"/>
                        <a:pt x="182038" y="599785"/>
                        <a:pt x="183650" y="594625"/>
                      </a:cubicBezTo>
                      <a:cubicBezTo>
                        <a:pt x="184295" y="592368"/>
                        <a:pt x="184617" y="590433"/>
                        <a:pt x="185263" y="588499"/>
                      </a:cubicBezTo>
                      <a:cubicBezTo>
                        <a:pt x="185585" y="586564"/>
                        <a:pt x="186230" y="584951"/>
                        <a:pt x="187197" y="583016"/>
                      </a:cubicBezTo>
                      <a:cubicBezTo>
                        <a:pt x="188165" y="581082"/>
                        <a:pt x="190422" y="580114"/>
                        <a:pt x="192679" y="581082"/>
                      </a:cubicBezTo>
                      <a:cubicBezTo>
                        <a:pt x="194614" y="582049"/>
                        <a:pt x="195581" y="584306"/>
                        <a:pt x="194614" y="586564"/>
                      </a:cubicBezTo>
                      <a:cubicBezTo>
                        <a:pt x="193969" y="587853"/>
                        <a:pt x="193646" y="589143"/>
                        <a:pt x="193324" y="590433"/>
                      </a:cubicBezTo>
                      <a:cubicBezTo>
                        <a:pt x="192679" y="592368"/>
                        <a:pt x="192357" y="594625"/>
                        <a:pt x="191712" y="596882"/>
                      </a:cubicBezTo>
                      <a:cubicBezTo>
                        <a:pt x="190422" y="602042"/>
                        <a:pt x="189132" y="607201"/>
                        <a:pt x="188165" y="611716"/>
                      </a:cubicBezTo>
                      <a:cubicBezTo>
                        <a:pt x="187197" y="613328"/>
                        <a:pt x="185585" y="614941"/>
                        <a:pt x="183650" y="614941"/>
                      </a:cubicBezTo>
                      <a:close/>
                      <a:moveTo>
                        <a:pt x="208802" y="555930"/>
                      </a:moveTo>
                      <a:cubicBezTo>
                        <a:pt x="208480" y="555930"/>
                        <a:pt x="208480" y="555930"/>
                        <a:pt x="208158" y="555930"/>
                      </a:cubicBezTo>
                      <a:cubicBezTo>
                        <a:pt x="205900" y="555607"/>
                        <a:pt x="204288" y="553672"/>
                        <a:pt x="204611" y="551415"/>
                      </a:cubicBezTo>
                      <a:cubicBezTo>
                        <a:pt x="204611" y="551092"/>
                        <a:pt x="204611" y="550448"/>
                        <a:pt x="204611" y="550125"/>
                      </a:cubicBezTo>
                      <a:cubicBezTo>
                        <a:pt x="204611" y="547545"/>
                        <a:pt x="203320" y="546255"/>
                        <a:pt x="200418" y="543353"/>
                      </a:cubicBezTo>
                      <a:cubicBezTo>
                        <a:pt x="198484" y="541418"/>
                        <a:pt x="196226" y="539161"/>
                        <a:pt x="193969" y="535937"/>
                      </a:cubicBezTo>
                      <a:cubicBezTo>
                        <a:pt x="193002" y="534324"/>
                        <a:pt x="192035" y="532712"/>
                        <a:pt x="191389" y="531422"/>
                      </a:cubicBezTo>
                      <a:cubicBezTo>
                        <a:pt x="190422" y="529487"/>
                        <a:pt x="191067" y="526908"/>
                        <a:pt x="193002" y="525940"/>
                      </a:cubicBezTo>
                      <a:cubicBezTo>
                        <a:pt x="194937" y="524973"/>
                        <a:pt x="197516" y="525618"/>
                        <a:pt x="198484" y="527552"/>
                      </a:cubicBezTo>
                      <a:cubicBezTo>
                        <a:pt x="199128" y="528842"/>
                        <a:pt x="199773" y="530132"/>
                        <a:pt x="200741" y="531422"/>
                      </a:cubicBezTo>
                      <a:cubicBezTo>
                        <a:pt x="202353" y="534002"/>
                        <a:pt x="204288" y="535614"/>
                        <a:pt x="205900" y="537549"/>
                      </a:cubicBezTo>
                      <a:cubicBezTo>
                        <a:pt x="209125" y="540774"/>
                        <a:pt x="212349" y="543998"/>
                        <a:pt x="212349" y="550125"/>
                      </a:cubicBezTo>
                      <a:cubicBezTo>
                        <a:pt x="212349" y="550770"/>
                        <a:pt x="212349" y="551737"/>
                        <a:pt x="212349" y="552382"/>
                      </a:cubicBezTo>
                      <a:cubicBezTo>
                        <a:pt x="212672" y="554640"/>
                        <a:pt x="211060" y="555930"/>
                        <a:pt x="208802" y="555930"/>
                      </a:cubicBezTo>
                      <a:close/>
                      <a:moveTo>
                        <a:pt x="204288" y="499176"/>
                      </a:moveTo>
                      <a:cubicBezTo>
                        <a:pt x="203320" y="499176"/>
                        <a:pt x="202675" y="498853"/>
                        <a:pt x="202031" y="498531"/>
                      </a:cubicBezTo>
                      <a:cubicBezTo>
                        <a:pt x="200096" y="497241"/>
                        <a:pt x="199773" y="494661"/>
                        <a:pt x="201063" y="493049"/>
                      </a:cubicBezTo>
                      <a:cubicBezTo>
                        <a:pt x="206545" y="485632"/>
                        <a:pt x="212672" y="477571"/>
                        <a:pt x="217831" y="471444"/>
                      </a:cubicBezTo>
                      <a:cubicBezTo>
                        <a:pt x="219121" y="469831"/>
                        <a:pt x="221701" y="469509"/>
                        <a:pt x="223636" y="470799"/>
                      </a:cubicBezTo>
                      <a:cubicBezTo>
                        <a:pt x="225248" y="472089"/>
                        <a:pt x="225571" y="474668"/>
                        <a:pt x="224281" y="476603"/>
                      </a:cubicBezTo>
                      <a:cubicBezTo>
                        <a:pt x="219444" y="482730"/>
                        <a:pt x="212995" y="490469"/>
                        <a:pt x="207835" y="497886"/>
                      </a:cubicBezTo>
                      <a:cubicBezTo>
                        <a:pt x="206868" y="498531"/>
                        <a:pt x="205578" y="499176"/>
                        <a:pt x="204288" y="499176"/>
                      </a:cubicBezTo>
                      <a:close/>
                      <a:moveTo>
                        <a:pt x="268781" y="467574"/>
                      </a:moveTo>
                      <a:cubicBezTo>
                        <a:pt x="263621" y="467574"/>
                        <a:pt x="262654" y="462415"/>
                        <a:pt x="262332" y="460480"/>
                      </a:cubicBezTo>
                      <a:cubicBezTo>
                        <a:pt x="261687" y="457255"/>
                        <a:pt x="261364" y="456610"/>
                        <a:pt x="259430" y="456610"/>
                      </a:cubicBezTo>
                      <a:cubicBezTo>
                        <a:pt x="257495" y="456288"/>
                        <a:pt x="254915" y="456610"/>
                        <a:pt x="252012" y="457255"/>
                      </a:cubicBezTo>
                      <a:cubicBezTo>
                        <a:pt x="249755" y="457578"/>
                        <a:pt x="247821" y="456288"/>
                        <a:pt x="247176" y="454030"/>
                      </a:cubicBezTo>
                      <a:cubicBezTo>
                        <a:pt x="246853" y="451773"/>
                        <a:pt x="248143" y="449839"/>
                        <a:pt x="250401" y="449194"/>
                      </a:cubicBezTo>
                      <a:cubicBezTo>
                        <a:pt x="253948" y="448549"/>
                        <a:pt x="257172" y="448226"/>
                        <a:pt x="260074" y="448549"/>
                      </a:cubicBezTo>
                      <a:cubicBezTo>
                        <a:pt x="268458" y="449194"/>
                        <a:pt x="269426" y="455965"/>
                        <a:pt x="270071" y="459190"/>
                      </a:cubicBezTo>
                      <a:cubicBezTo>
                        <a:pt x="270071" y="459190"/>
                        <a:pt x="270071" y="459190"/>
                        <a:pt x="270071" y="459190"/>
                      </a:cubicBezTo>
                      <a:cubicBezTo>
                        <a:pt x="272006" y="458545"/>
                        <a:pt x="273940" y="459513"/>
                        <a:pt x="274908" y="461447"/>
                      </a:cubicBezTo>
                      <a:cubicBezTo>
                        <a:pt x="275875" y="463382"/>
                        <a:pt x="274908" y="465962"/>
                        <a:pt x="272651" y="466607"/>
                      </a:cubicBezTo>
                      <a:lnTo>
                        <a:pt x="271683" y="466929"/>
                      </a:lnTo>
                      <a:cubicBezTo>
                        <a:pt x="270715" y="467252"/>
                        <a:pt x="269748" y="467574"/>
                        <a:pt x="268781" y="467574"/>
                      </a:cubicBezTo>
                      <a:close/>
                      <a:moveTo>
                        <a:pt x="293933" y="438552"/>
                      </a:moveTo>
                      <a:cubicBezTo>
                        <a:pt x="291676" y="438552"/>
                        <a:pt x="290064" y="436940"/>
                        <a:pt x="290064" y="434683"/>
                      </a:cubicBezTo>
                      <a:cubicBezTo>
                        <a:pt x="289741" y="428878"/>
                        <a:pt x="285871" y="421462"/>
                        <a:pt x="282324" y="414690"/>
                      </a:cubicBezTo>
                      <a:lnTo>
                        <a:pt x="280390" y="411465"/>
                      </a:lnTo>
                      <a:cubicBezTo>
                        <a:pt x="279422" y="409530"/>
                        <a:pt x="280067" y="406951"/>
                        <a:pt x="282002" y="405983"/>
                      </a:cubicBezTo>
                      <a:cubicBezTo>
                        <a:pt x="283937" y="405016"/>
                        <a:pt x="286516" y="405661"/>
                        <a:pt x="287484" y="407596"/>
                      </a:cubicBezTo>
                      <a:lnTo>
                        <a:pt x="289096" y="410820"/>
                      </a:lnTo>
                      <a:cubicBezTo>
                        <a:pt x="292966" y="418237"/>
                        <a:pt x="297480" y="426299"/>
                        <a:pt x="297803" y="434038"/>
                      </a:cubicBezTo>
                      <a:cubicBezTo>
                        <a:pt x="298125" y="436617"/>
                        <a:pt x="296513" y="438230"/>
                        <a:pt x="293933" y="438552"/>
                      </a:cubicBezTo>
                      <a:cubicBezTo>
                        <a:pt x="294256" y="438552"/>
                        <a:pt x="293933" y="438552"/>
                        <a:pt x="293933" y="438552"/>
                      </a:cubicBezTo>
                      <a:close/>
                      <a:moveTo>
                        <a:pt x="282002" y="376961"/>
                      </a:moveTo>
                      <a:cubicBezTo>
                        <a:pt x="281680" y="376961"/>
                        <a:pt x="281357" y="376961"/>
                        <a:pt x="280712" y="376639"/>
                      </a:cubicBezTo>
                      <a:cubicBezTo>
                        <a:pt x="278455" y="375994"/>
                        <a:pt x="277487" y="373737"/>
                        <a:pt x="278133" y="371480"/>
                      </a:cubicBezTo>
                      <a:cubicBezTo>
                        <a:pt x="281035" y="361483"/>
                        <a:pt x="288451" y="356324"/>
                        <a:pt x="293611" y="352777"/>
                      </a:cubicBezTo>
                      <a:cubicBezTo>
                        <a:pt x="294900" y="351809"/>
                        <a:pt x="296190" y="350842"/>
                        <a:pt x="297158" y="350197"/>
                      </a:cubicBezTo>
                      <a:cubicBezTo>
                        <a:pt x="298770" y="348907"/>
                        <a:pt x="301350" y="348907"/>
                        <a:pt x="302962" y="350842"/>
                      </a:cubicBezTo>
                      <a:cubicBezTo>
                        <a:pt x="304252" y="352454"/>
                        <a:pt x="304252" y="355034"/>
                        <a:pt x="302317" y="356646"/>
                      </a:cubicBezTo>
                      <a:cubicBezTo>
                        <a:pt x="301027" y="357614"/>
                        <a:pt x="299738" y="358581"/>
                        <a:pt x="298125" y="359871"/>
                      </a:cubicBezTo>
                      <a:cubicBezTo>
                        <a:pt x="293288" y="363096"/>
                        <a:pt x="287806" y="366965"/>
                        <a:pt x="285871" y="374059"/>
                      </a:cubicBezTo>
                      <a:cubicBezTo>
                        <a:pt x="285549" y="375672"/>
                        <a:pt x="283937" y="376961"/>
                        <a:pt x="282002" y="376961"/>
                      </a:cubicBezTo>
                      <a:close/>
                      <a:moveTo>
                        <a:pt x="331984" y="324722"/>
                      </a:moveTo>
                      <a:cubicBezTo>
                        <a:pt x="331017" y="324722"/>
                        <a:pt x="330372" y="324400"/>
                        <a:pt x="329727" y="323755"/>
                      </a:cubicBezTo>
                      <a:cubicBezTo>
                        <a:pt x="327470" y="321820"/>
                        <a:pt x="326502" y="319240"/>
                        <a:pt x="325857" y="316660"/>
                      </a:cubicBezTo>
                      <a:lnTo>
                        <a:pt x="321020" y="322787"/>
                      </a:lnTo>
                      <a:cubicBezTo>
                        <a:pt x="319730" y="324722"/>
                        <a:pt x="317150" y="325045"/>
                        <a:pt x="315538" y="323755"/>
                      </a:cubicBezTo>
                      <a:cubicBezTo>
                        <a:pt x="313603" y="322465"/>
                        <a:pt x="313281" y="319885"/>
                        <a:pt x="314571" y="318273"/>
                      </a:cubicBezTo>
                      <a:lnTo>
                        <a:pt x="320053" y="310856"/>
                      </a:lnTo>
                      <a:cubicBezTo>
                        <a:pt x="322310" y="307632"/>
                        <a:pt x="324567" y="305697"/>
                        <a:pt x="327147" y="305697"/>
                      </a:cubicBezTo>
                      <a:cubicBezTo>
                        <a:pt x="331661" y="305697"/>
                        <a:pt x="332629" y="310211"/>
                        <a:pt x="332951" y="313113"/>
                      </a:cubicBezTo>
                      <a:cubicBezTo>
                        <a:pt x="333274" y="314403"/>
                        <a:pt x="333596" y="316983"/>
                        <a:pt x="334241" y="317628"/>
                      </a:cubicBezTo>
                      <a:cubicBezTo>
                        <a:pt x="335853" y="319240"/>
                        <a:pt x="336176" y="321820"/>
                        <a:pt x="334564" y="323432"/>
                      </a:cubicBezTo>
                      <a:cubicBezTo>
                        <a:pt x="334241" y="324400"/>
                        <a:pt x="332951" y="324722"/>
                        <a:pt x="331984" y="324722"/>
                      </a:cubicBezTo>
                      <a:close/>
                      <a:moveTo>
                        <a:pt x="353911" y="298603"/>
                      </a:moveTo>
                      <a:cubicBezTo>
                        <a:pt x="353267" y="298603"/>
                        <a:pt x="352299" y="298280"/>
                        <a:pt x="351654" y="297958"/>
                      </a:cubicBezTo>
                      <a:cubicBezTo>
                        <a:pt x="349720" y="296668"/>
                        <a:pt x="349397" y="294088"/>
                        <a:pt x="350687" y="292476"/>
                      </a:cubicBezTo>
                      <a:cubicBezTo>
                        <a:pt x="353267" y="288928"/>
                        <a:pt x="356169" y="285704"/>
                        <a:pt x="359071" y="282802"/>
                      </a:cubicBezTo>
                      <a:cubicBezTo>
                        <a:pt x="362618" y="279577"/>
                        <a:pt x="367778" y="276675"/>
                        <a:pt x="372614" y="274418"/>
                      </a:cubicBezTo>
                      <a:cubicBezTo>
                        <a:pt x="374549" y="273450"/>
                        <a:pt x="377129" y="274095"/>
                        <a:pt x="378096" y="276030"/>
                      </a:cubicBezTo>
                      <a:cubicBezTo>
                        <a:pt x="379064" y="277965"/>
                        <a:pt x="378419" y="280544"/>
                        <a:pt x="376484" y="281512"/>
                      </a:cubicBezTo>
                      <a:cubicBezTo>
                        <a:pt x="372292" y="283769"/>
                        <a:pt x="367455" y="286349"/>
                        <a:pt x="364553" y="288928"/>
                      </a:cubicBezTo>
                      <a:cubicBezTo>
                        <a:pt x="361973" y="291186"/>
                        <a:pt x="359393" y="294088"/>
                        <a:pt x="357459" y="296990"/>
                      </a:cubicBezTo>
                      <a:cubicBezTo>
                        <a:pt x="356491" y="297958"/>
                        <a:pt x="355202" y="298603"/>
                        <a:pt x="353911" y="298603"/>
                      </a:cubicBezTo>
                      <a:close/>
                      <a:moveTo>
                        <a:pt x="4038" y="270226"/>
                      </a:moveTo>
                      <a:cubicBezTo>
                        <a:pt x="2425" y="270226"/>
                        <a:pt x="813" y="269258"/>
                        <a:pt x="168" y="267323"/>
                      </a:cubicBezTo>
                      <a:cubicBezTo>
                        <a:pt x="-477" y="265066"/>
                        <a:pt x="813" y="262809"/>
                        <a:pt x="2747" y="262164"/>
                      </a:cubicBezTo>
                      <a:cubicBezTo>
                        <a:pt x="13711" y="258617"/>
                        <a:pt x="19516" y="254425"/>
                        <a:pt x="24998" y="250233"/>
                      </a:cubicBezTo>
                      <a:lnTo>
                        <a:pt x="27577" y="253135"/>
                      </a:lnTo>
                      <a:lnTo>
                        <a:pt x="29512" y="256682"/>
                      </a:lnTo>
                      <a:cubicBezTo>
                        <a:pt x="23708" y="260874"/>
                        <a:pt x="16936" y="265711"/>
                        <a:pt x="5005" y="269581"/>
                      </a:cubicBezTo>
                      <a:cubicBezTo>
                        <a:pt x="5005" y="270226"/>
                        <a:pt x="4360" y="270226"/>
                        <a:pt x="4038" y="270226"/>
                      </a:cubicBezTo>
                      <a:close/>
                      <a:moveTo>
                        <a:pt x="125606" y="263131"/>
                      </a:moveTo>
                      <a:cubicBezTo>
                        <a:pt x="123994" y="263131"/>
                        <a:pt x="122382" y="262164"/>
                        <a:pt x="121737" y="260552"/>
                      </a:cubicBezTo>
                      <a:cubicBezTo>
                        <a:pt x="121092" y="258617"/>
                        <a:pt x="122059" y="256037"/>
                        <a:pt x="123994" y="255392"/>
                      </a:cubicBezTo>
                      <a:cubicBezTo>
                        <a:pt x="125284" y="254747"/>
                        <a:pt x="126897" y="254425"/>
                        <a:pt x="128186" y="253780"/>
                      </a:cubicBezTo>
                      <a:cubicBezTo>
                        <a:pt x="133991" y="251523"/>
                        <a:pt x="140440" y="248620"/>
                        <a:pt x="148179" y="247975"/>
                      </a:cubicBezTo>
                      <a:lnTo>
                        <a:pt x="150759" y="247653"/>
                      </a:lnTo>
                      <a:cubicBezTo>
                        <a:pt x="153016" y="247331"/>
                        <a:pt x="154951" y="248943"/>
                        <a:pt x="155273" y="251200"/>
                      </a:cubicBezTo>
                      <a:cubicBezTo>
                        <a:pt x="155596" y="253457"/>
                        <a:pt x="153983" y="255392"/>
                        <a:pt x="151726" y="255715"/>
                      </a:cubicBezTo>
                      <a:lnTo>
                        <a:pt x="149147" y="256037"/>
                      </a:lnTo>
                      <a:cubicBezTo>
                        <a:pt x="142375" y="256682"/>
                        <a:pt x="136893" y="259262"/>
                        <a:pt x="131411" y="261519"/>
                      </a:cubicBezTo>
                      <a:cubicBezTo>
                        <a:pt x="129799" y="262164"/>
                        <a:pt x="128509" y="262809"/>
                        <a:pt x="126897" y="263131"/>
                      </a:cubicBezTo>
                      <a:cubicBezTo>
                        <a:pt x="126574" y="262809"/>
                        <a:pt x="125929" y="263131"/>
                        <a:pt x="125606" y="263131"/>
                      </a:cubicBezTo>
                      <a:close/>
                      <a:moveTo>
                        <a:pt x="407118" y="262486"/>
                      </a:moveTo>
                      <a:cubicBezTo>
                        <a:pt x="405828" y="262486"/>
                        <a:pt x="404216" y="261841"/>
                        <a:pt x="403571" y="260552"/>
                      </a:cubicBezTo>
                      <a:cubicBezTo>
                        <a:pt x="402604" y="258617"/>
                        <a:pt x="403248" y="256037"/>
                        <a:pt x="405183" y="255070"/>
                      </a:cubicBezTo>
                      <a:cubicBezTo>
                        <a:pt x="410343" y="251845"/>
                        <a:pt x="413568" y="250233"/>
                        <a:pt x="416147" y="242494"/>
                      </a:cubicBezTo>
                      <a:cubicBezTo>
                        <a:pt x="417115" y="239914"/>
                        <a:pt x="418082" y="237657"/>
                        <a:pt x="419372" y="235722"/>
                      </a:cubicBezTo>
                      <a:cubicBezTo>
                        <a:pt x="420662" y="233787"/>
                        <a:pt x="422919" y="233142"/>
                        <a:pt x="424854" y="234432"/>
                      </a:cubicBezTo>
                      <a:cubicBezTo>
                        <a:pt x="426789" y="235722"/>
                        <a:pt x="427433" y="237979"/>
                        <a:pt x="426144" y="239914"/>
                      </a:cubicBezTo>
                      <a:cubicBezTo>
                        <a:pt x="425176" y="241526"/>
                        <a:pt x="424531" y="243139"/>
                        <a:pt x="423886" y="245073"/>
                      </a:cubicBezTo>
                      <a:cubicBezTo>
                        <a:pt x="420339" y="255715"/>
                        <a:pt x="414857" y="258939"/>
                        <a:pt x="409053" y="262164"/>
                      </a:cubicBezTo>
                      <a:cubicBezTo>
                        <a:pt x="408730" y="262164"/>
                        <a:pt x="407763" y="262486"/>
                        <a:pt x="407118" y="262486"/>
                      </a:cubicBezTo>
                      <a:close/>
                      <a:moveTo>
                        <a:pt x="89168" y="260229"/>
                      </a:moveTo>
                      <a:cubicBezTo>
                        <a:pt x="88523" y="260229"/>
                        <a:pt x="88201" y="260229"/>
                        <a:pt x="87556" y="259907"/>
                      </a:cubicBezTo>
                      <a:cubicBezTo>
                        <a:pt x="84976" y="258939"/>
                        <a:pt x="82396" y="257972"/>
                        <a:pt x="79494" y="257327"/>
                      </a:cubicBezTo>
                      <a:cubicBezTo>
                        <a:pt x="75947" y="256360"/>
                        <a:pt x="72400" y="255392"/>
                        <a:pt x="68530" y="254425"/>
                      </a:cubicBezTo>
                      <a:cubicBezTo>
                        <a:pt x="66273" y="253780"/>
                        <a:pt x="64016" y="253135"/>
                        <a:pt x="62081" y="252490"/>
                      </a:cubicBezTo>
                      <a:cubicBezTo>
                        <a:pt x="59824" y="251845"/>
                        <a:pt x="58534" y="249588"/>
                        <a:pt x="59179" y="247653"/>
                      </a:cubicBezTo>
                      <a:cubicBezTo>
                        <a:pt x="59824" y="245396"/>
                        <a:pt x="62081" y="244106"/>
                        <a:pt x="64016" y="244751"/>
                      </a:cubicBezTo>
                      <a:cubicBezTo>
                        <a:pt x="66273" y="245396"/>
                        <a:pt x="68530" y="246041"/>
                        <a:pt x="70787" y="246686"/>
                      </a:cubicBezTo>
                      <a:cubicBezTo>
                        <a:pt x="74335" y="247653"/>
                        <a:pt x="77882" y="248620"/>
                        <a:pt x="81107" y="249588"/>
                      </a:cubicBezTo>
                      <a:cubicBezTo>
                        <a:pt x="84331" y="250233"/>
                        <a:pt x="87556" y="251200"/>
                        <a:pt x="90458" y="252490"/>
                      </a:cubicBezTo>
                      <a:cubicBezTo>
                        <a:pt x="92393" y="253457"/>
                        <a:pt x="93683" y="255715"/>
                        <a:pt x="92715" y="257649"/>
                      </a:cubicBezTo>
                      <a:cubicBezTo>
                        <a:pt x="92393" y="259262"/>
                        <a:pt x="90780" y="260229"/>
                        <a:pt x="89168" y="260229"/>
                      </a:cubicBezTo>
                      <a:close/>
                      <a:moveTo>
                        <a:pt x="188810" y="251845"/>
                      </a:moveTo>
                      <a:cubicBezTo>
                        <a:pt x="186552" y="251845"/>
                        <a:pt x="184940" y="250233"/>
                        <a:pt x="184940" y="247975"/>
                      </a:cubicBezTo>
                      <a:cubicBezTo>
                        <a:pt x="184940" y="245718"/>
                        <a:pt x="186552" y="243783"/>
                        <a:pt x="188810" y="243783"/>
                      </a:cubicBezTo>
                      <a:cubicBezTo>
                        <a:pt x="199451" y="243139"/>
                        <a:pt x="207190" y="239591"/>
                        <a:pt x="212995" y="236689"/>
                      </a:cubicBezTo>
                      <a:cubicBezTo>
                        <a:pt x="214929" y="235722"/>
                        <a:pt x="217509" y="236367"/>
                        <a:pt x="218476" y="238302"/>
                      </a:cubicBezTo>
                      <a:cubicBezTo>
                        <a:pt x="219444" y="240236"/>
                        <a:pt x="218799" y="242816"/>
                        <a:pt x="216864" y="243783"/>
                      </a:cubicBezTo>
                      <a:cubicBezTo>
                        <a:pt x="210737" y="247008"/>
                        <a:pt x="201386" y="251200"/>
                        <a:pt x="188810" y="251845"/>
                      </a:cubicBezTo>
                      <a:cubicBezTo>
                        <a:pt x="188810" y="251845"/>
                        <a:pt x="188810" y="251845"/>
                        <a:pt x="188810" y="251845"/>
                      </a:cubicBezTo>
                      <a:close/>
                      <a:moveTo>
                        <a:pt x="456133" y="225403"/>
                      </a:moveTo>
                      <a:cubicBezTo>
                        <a:pt x="454843" y="225403"/>
                        <a:pt x="453553" y="224758"/>
                        <a:pt x="452586" y="223468"/>
                      </a:cubicBezTo>
                      <a:cubicBezTo>
                        <a:pt x="451618" y="221533"/>
                        <a:pt x="452263" y="218954"/>
                        <a:pt x="453876" y="217986"/>
                      </a:cubicBezTo>
                      <a:cubicBezTo>
                        <a:pt x="460325" y="214117"/>
                        <a:pt x="468064" y="208635"/>
                        <a:pt x="475481" y="202830"/>
                      </a:cubicBezTo>
                      <a:cubicBezTo>
                        <a:pt x="477093" y="201541"/>
                        <a:pt x="479673" y="201863"/>
                        <a:pt x="481285" y="203475"/>
                      </a:cubicBezTo>
                      <a:cubicBezTo>
                        <a:pt x="482575" y="205088"/>
                        <a:pt x="482253" y="207667"/>
                        <a:pt x="480640" y="209280"/>
                      </a:cubicBezTo>
                      <a:cubicBezTo>
                        <a:pt x="472901" y="215407"/>
                        <a:pt x="464839" y="221211"/>
                        <a:pt x="458068" y="225080"/>
                      </a:cubicBezTo>
                      <a:cubicBezTo>
                        <a:pt x="457423" y="225403"/>
                        <a:pt x="456778" y="225403"/>
                        <a:pt x="456133" y="225403"/>
                      </a:cubicBezTo>
                      <a:close/>
                      <a:moveTo>
                        <a:pt x="248466" y="219921"/>
                      </a:moveTo>
                      <a:lnTo>
                        <a:pt x="244596" y="219599"/>
                      </a:lnTo>
                      <a:lnTo>
                        <a:pt x="240727" y="218631"/>
                      </a:lnTo>
                      <a:cubicBezTo>
                        <a:pt x="241049" y="216051"/>
                        <a:pt x="241372" y="213472"/>
                        <a:pt x="241372" y="210570"/>
                      </a:cubicBezTo>
                      <a:cubicBezTo>
                        <a:pt x="241694" y="204765"/>
                        <a:pt x="242016" y="197993"/>
                        <a:pt x="245241" y="190899"/>
                      </a:cubicBezTo>
                      <a:cubicBezTo>
                        <a:pt x="246208" y="188964"/>
                        <a:pt x="248788" y="187997"/>
                        <a:pt x="250723" y="188964"/>
                      </a:cubicBezTo>
                      <a:cubicBezTo>
                        <a:pt x="252658" y="189932"/>
                        <a:pt x="253625" y="192512"/>
                        <a:pt x="252658" y="194446"/>
                      </a:cubicBezTo>
                      <a:cubicBezTo>
                        <a:pt x="250078" y="199606"/>
                        <a:pt x="249755" y="205088"/>
                        <a:pt x="249755" y="210570"/>
                      </a:cubicBezTo>
                      <a:cubicBezTo>
                        <a:pt x="249110" y="214117"/>
                        <a:pt x="249110" y="217019"/>
                        <a:pt x="248466" y="219921"/>
                      </a:cubicBezTo>
                      <a:close/>
                      <a:moveTo>
                        <a:pt x="506115" y="185740"/>
                      </a:moveTo>
                      <a:cubicBezTo>
                        <a:pt x="504180" y="185740"/>
                        <a:pt x="502245" y="184127"/>
                        <a:pt x="502245" y="182193"/>
                      </a:cubicBezTo>
                      <a:cubicBezTo>
                        <a:pt x="501923" y="179935"/>
                        <a:pt x="503535" y="178001"/>
                        <a:pt x="505793" y="177678"/>
                      </a:cubicBezTo>
                      <a:cubicBezTo>
                        <a:pt x="506760" y="177678"/>
                        <a:pt x="507727" y="177356"/>
                        <a:pt x="508695" y="177356"/>
                      </a:cubicBezTo>
                      <a:cubicBezTo>
                        <a:pt x="512564" y="177033"/>
                        <a:pt x="514821" y="176711"/>
                        <a:pt x="516434" y="174453"/>
                      </a:cubicBezTo>
                      <a:lnTo>
                        <a:pt x="517401" y="173164"/>
                      </a:lnTo>
                      <a:cubicBezTo>
                        <a:pt x="520626" y="169294"/>
                        <a:pt x="520948" y="168327"/>
                        <a:pt x="521916" y="165425"/>
                      </a:cubicBezTo>
                      <a:cubicBezTo>
                        <a:pt x="522561" y="163167"/>
                        <a:pt x="524818" y="162200"/>
                        <a:pt x="527075" y="162845"/>
                      </a:cubicBezTo>
                      <a:cubicBezTo>
                        <a:pt x="529332" y="163490"/>
                        <a:pt x="530300" y="165747"/>
                        <a:pt x="529655" y="168004"/>
                      </a:cubicBezTo>
                      <a:cubicBezTo>
                        <a:pt x="528365" y="172519"/>
                        <a:pt x="527075" y="174131"/>
                        <a:pt x="523528" y="178323"/>
                      </a:cubicBezTo>
                      <a:lnTo>
                        <a:pt x="522561" y="179613"/>
                      </a:lnTo>
                      <a:cubicBezTo>
                        <a:pt x="518691" y="184772"/>
                        <a:pt x="513209" y="185095"/>
                        <a:pt x="509017" y="185417"/>
                      </a:cubicBezTo>
                      <a:cubicBezTo>
                        <a:pt x="508050" y="185417"/>
                        <a:pt x="507405" y="185417"/>
                        <a:pt x="506438" y="185740"/>
                      </a:cubicBezTo>
                      <a:cubicBezTo>
                        <a:pt x="506438" y="185740"/>
                        <a:pt x="506438" y="185740"/>
                        <a:pt x="506115" y="185740"/>
                      </a:cubicBezTo>
                      <a:close/>
                      <a:moveTo>
                        <a:pt x="273295" y="168649"/>
                      </a:moveTo>
                      <a:cubicBezTo>
                        <a:pt x="272328" y="168649"/>
                        <a:pt x="271361" y="168327"/>
                        <a:pt x="270715" y="167682"/>
                      </a:cubicBezTo>
                      <a:cubicBezTo>
                        <a:pt x="269104" y="166392"/>
                        <a:pt x="268781" y="163812"/>
                        <a:pt x="270071" y="161877"/>
                      </a:cubicBezTo>
                      <a:cubicBezTo>
                        <a:pt x="273618" y="157363"/>
                        <a:pt x="277487" y="152848"/>
                        <a:pt x="282002" y="148334"/>
                      </a:cubicBezTo>
                      <a:cubicBezTo>
                        <a:pt x="284259" y="146077"/>
                        <a:pt x="286194" y="143819"/>
                        <a:pt x="288129" y="141562"/>
                      </a:cubicBezTo>
                      <a:cubicBezTo>
                        <a:pt x="289419" y="139950"/>
                        <a:pt x="291998" y="139627"/>
                        <a:pt x="293933" y="141240"/>
                      </a:cubicBezTo>
                      <a:cubicBezTo>
                        <a:pt x="295545" y="142530"/>
                        <a:pt x="295868" y="145109"/>
                        <a:pt x="294256" y="147044"/>
                      </a:cubicBezTo>
                      <a:cubicBezTo>
                        <a:pt x="292321" y="149301"/>
                        <a:pt x="290064" y="151881"/>
                        <a:pt x="287484" y="154138"/>
                      </a:cubicBezTo>
                      <a:cubicBezTo>
                        <a:pt x="283292" y="158330"/>
                        <a:pt x="279744" y="162522"/>
                        <a:pt x="276197" y="167037"/>
                      </a:cubicBezTo>
                      <a:cubicBezTo>
                        <a:pt x="275553" y="168004"/>
                        <a:pt x="274263" y="168649"/>
                        <a:pt x="273295" y="168649"/>
                      </a:cubicBezTo>
                      <a:close/>
                      <a:moveTo>
                        <a:pt x="550937" y="165425"/>
                      </a:moveTo>
                      <a:cubicBezTo>
                        <a:pt x="549970" y="165425"/>
                        <a:pt x="549003" y="165425"/>
                        <a:pt x="547713" y="165102"/>
                      </a:cubicBezTo>
                      <a:cubicBezTo>
                        <a:pt x="545456" y="164780"/>
                        <a:pt x="544166" y="162845"/>
                        <a:pt x="544488" y="160587"/>
                      </a:cubicBezTo>
                      <a:cubicBezTo>
                        <a:pt x="544810" y="158330"/>
                        <a:pt x="546746" y="157040"/>
                        <a:pt x="549003" y="157363"/>
                      </a:cubicBezTo>
                      <a:cubicBezTo>
                        <a:pt x="551905" y="157685"/>
                        <a:pt x="552872" y="158330"/>
                        <a:pt x="561579" y="150269"/>
                      </a:cubicBezTo>
                      <a:cubicBezTo>
                        <a:pt x="564804" y="147366"/>
                        <a:pt x="567383" y="145754"/>
                        <a:pt x="569963" y="144787"/>
                      </a:cubicBezTo>
                      <a:cubicBezTo>
                        <a:pt x="572220" y="144142"/>
                        <a:pt x="574477" y="145109"/>
                        <a:pt x="575122" y="147366"/>
                      </a:cubicBezTo>
                      <a:cubicBezTo>
                        <a:pt x="575767" y="149624"/>
                        <a:pt x="574800" y="151881"/>
                        <a:pt x="572542" y="152526"/>
                      </a:cubicBezTo>
                      <a:cubicBezTo>
                        <a:pt x="571575" y="152848"/>
                        <a:pt x="569963" y="153816"/>
                        <a:pt x="567061" y="156396"/>
                      </a:cubicBezTo>
                      <a:cubicBezTo>
                        <a:pt x="559966" y="162522"/>
                        <a:pt x="556097" y="165425"/>
                        <a:pt x="550937" y="165425"/>
                      </a:cubicBezTo>
                      <a:close/>
                      <a:moveTo>
                        <a:pt x="605112" y="140917"/>
                      </a:moveTo>
                      <a:cubicBezTo>
                        <a:pt x="603822" y="140917"/>
                        <a:pt x="602854" y="140272"/>
                        <a:pt x="601887" y="139305"/>
                      </a:cubicBezTo>
                      <a:cubicBezTo>
                        <a:pt x="600597" y="137693"/>
                        <a:pt x="600920" y="135113"/>
                        <a:pt x="602532" y="133500"/>
                      </a:cubicBezTo>
                      <a:cubicBezTo>
                        <a:pt x="604467" y="131888"/>
                        <a:pt x="606079" y="129631"/>
                        <a:pt x="608981" y="126406"/>
                      </a:cubicBezTo>
                      <a:lnTo>
                        <a:pt x="609626" y="125439"/>
                      </a:lnTo>
                      <a:cubicBezTo>
                        <a:pt x="610594" y="124149"/>
                        <a:pt x="610916" y="123182"/>
                        <a:pt x="610916" y="122214"/>
                      </a:cubicBezTo>
                      <a:cubicBezTo>
                        <a:pt x="610916" y="120279"/>
                        <a:pt x="609303" y="118667"/>
                        <a:pt x="608336" y="117377"/>
                      </a:cubicBezTo>
                      <a:cubicBezTo>
                        <a:pt x="606724" y="115765"/>
                        <a:pt x="606724" y="113185"/>
                        <a:pt x="608014" y="111573"/>
                      </a:cubicBezTo>
                      <a:cubicBezTo>
                        <a:pt x="609626" y="109961"/>
                        <a:pt x="612206" y="109961"/>
                        <a:pt x="613818" y="111250"/>
                      </a:cubicBezTo>
                      <a:cubicBezTo>
                        <a:pt x="617365" y="114475"/>
                        <a:pt x="618977" y="118345"/>
                        <a:pt x="618977" y="121892"/>
                      </a:cubicBezTo>
                      <a:cubicBezTo>
                        <a:pt x="618977" y="124794"/>
                        <a:pt x="618010" y="127696"/>
                        <a:pt x="615753" y="130276"/>
                      </a:cubicBezTo>
                      <a:lnTo>
                        <a:pt x="615108" y="131243"/>
                      </a:lnTo>
                      <a:cubicBezTo>
                        <a:pt x="612206" y="135113"/>
                        <a:pt x="609948" y="137693"/>
                        <a:pt x="607369" y="139950"/>
                      </a:cubicBezTo>
                      <a:cubicBezTo>
                        <a:pt x="606724" y="140595"/>
                        <a:pt x="605756" y="140917"/>
                        <a:pt x="605112" y="140917"/>
                      </a:cubicBezTo>
                      <a:close/>
                      <a:moveTo>
                        <a:pt x="585441" y="118667"/>
                      </a:moveTo>
                      <a:cubicBezTo>
                        <a:pt x="583829" y="118667"/>
                        <a:pt x="582217" y="117700"/>
                        <a:pt x="581571" y="116087"/>
                      </a:cubicBezTo>
                      <a:cubicBezTo>
                        <a:pt x="580282" y="112540"/>
                        <a:pt x="579960" y="108348"/>
                        <a:pt x="579637" y="102866"/>
                      </a:cubicBezTo>
                      <a:cubicBezTo>
                        <a:pt x="579637" y="101254"/>
                        <a:pt x="579314" y="99642"/>
                        <a:pt x="579314" y="98029"/>
                      </a:cubicBezTo>
                      <a:cubicBezTo>
                        <a:pt x="578992" y="95127"/>
                        <a:pt x="578992" y="95127"/>
                        <a:pt x="577057" y="94482"/>
                      </a:cubicBezTo>
                      <a:lnTo>
                        <a:pt x="576090" y="94160"/>
                      </a:lnTo>
                      <a:cubicBezTo>
                        <a:pt x="574155" y="93192"/>
                        <a:pt x="573188" y="90935"/>
                        <a:pt x="574155" y="88678"/>
                      </a:cubicBezTo>
                      <a:cubicBezTo>
                        <a:pt x="575122" y="86743"/>
                        <a:pt x="577380" y="85776"/>
                        <a:pt x="579637" y="86743"/>
                      </a:cubicBezTo>
                      <a:lnTo>
                        <a:pt x="580604" y="87066"/>
                      </a:lnTo>
                      <a:cubicBezTo>
                        <a:pt x="584151" y="88678"/>
                        <a:pt x="586731" y="90290"/>
                        <a:pt x="587698" y="97384"/>
                      </a:cubicBezTo>
                      <a:cubicBezTo>
                        <a:pt x="588021" y="98997"/>
                        <a:pt x="588021" y="100609"/>
                        <a:pt x="588021" y="102221"/>
                      </a:cubicBezTo>
                      <a:cubicBezTo>
                        <a:pt x="588343" y="107058"/>
                        <a:pt x="588666" y="110605"/>
                        <a:pt x="589633" y="113508"/>
                      </a:cubicBezTo>
                      <a:cubicBezTo>
                        <a:pt x="590278" y="115765"/>
                        <a:pt x="589311" y="118022"/>
                        <a:pt x="587054" y="118667"/>
                      </a:cubicBezTo>
                      <a:cubicBezTo>
                        <a:pt x="586409" y="118345"/>
                        <a:pt x="585764" y="118667"/>
                        <a:pt x="585441" y="118667"/>
                      </a:cubicBezTo>
                      <a:close/>
                      <a:moveTo>
                        <a:pt x="311346" y="117055"/>
                      </a:moveTo>
                      <a:cubicBezTo>
                        <a:pt x="310379" y="117055"/>
                        <a:pt x="309734" y="116732"/>
                        <a:pt x="308767" y="116087"/>
                      </a:cubicBezTo>
                      <a:cubicBezTo>
                        <a:pt x="306832" y="114475"/>
                        <a:pt x="304897" y="112540"/>
                        <a:pt x="302640" y="110283"/>
                      </a:cubicBezTo>
                      <a:cubicBezTo>
                        <a:pt x="301027" y="108671"/>
                        <a:pt x="300060" y="108026"/>
                        <a:pt x="299415" y="107703"/>
                      </a:cubicBezTo>
                      <a:cubicBezTo>
                        <a:pt x="299093" y="108348"/>
                        <a:pt x="299093" y="109638"/>
                        <a:pt x="299093" y="111250"/>
                      </a:cubicBezTo>
                      <a:lnTo>
                        <a:pt x="299093" y="112218"/>
                      </a:lnTo>
                      <a:cubicBezTo>
                        <a:pt x="299093" y="114475"/>
                        <a:pt x="297480" y="116410"/>
                        <a:pt x="295223" y="116410"/>
                      </a:cubicBezTo>
                      <a:cubicBezTo>
                        <a:pt x="292966" y="116410"/>
                        <a:pt x="291031" y="114798"/>
                        <a:pt x="291031" y="112540"/>
                      </a:cubicBezTo>
                      <a:cubicBezTo>
                        <a:pt x="291031" y="112218"/>
                        <a:pt x="291031" y="111573"/>
                        <a:pt x="291031" y="111250"/>
                      </a:cubicBezTo>
                      <a:cubicBezTo>
                        <a:pt x="291031" y="102544"/>
                        <a:pt x="295223" y="99319"/>
                        <a:pt x="299093" y="99319"/>
                      </a:cubicBezTo>
                      <a:cubicBezTo>
                        <a:pt x="301995" y="99319"/>
                        <a:pt x="305219" y="101254"/>
                        <a:pt x="308767" y="104801"/>
                      </a:cubicBezTo>
                      <a:cubicBezTo>
                        <a:pt x="310701" y="107058"/>
                        <a:pt x="312636" y="108671"/>
                        <a:pt x="313926" y="109961"/>
                      </a:cubicBezTo>
                      <a:cubicBezTo>
                        <a:pt x="315538" y="111250"/>
                        <a:pt x="315861" y="113830"/>
                        <a:pt x="314571" y="115765"/>
                      </a:cubicBezTo>
                      <a:cubicBezTo>
                        <a:pt x="313603" y="116410"/>
                        <a:pt x="312314" y="117055"/>
                        <a:pt x="311346" y="117055"/>
                      </a:cubicBezTo>
                      <a:close/>
                      <a:moveTo>
                        <a:pt x="346495" y="112540"/>
                      </a:moveTo>
                      <a:cubicBezTo>
                        <a:pt x="344882" y="112540"/>
                        <a:pt x="343593" y="111573"/>
                        <a:pt x="342948" y="109961"/>
                      </a:cubicBezTo>
                      <a:cubicBezTo>
                        <a:pt x="341980" y="108026"/>
                        <a:pt x="342948" y="105446"/>
                        <a:pt x="345205" y="104801"/>
                      </a:cubicBezTo>
                      <a:cubicBezTo>
                        <a:pt x="353267" y="101254"/>
                        <a:pt x="358749" y="98997"/>
                        <a:pt x="369712" y="93837"/>
                      </a:cubicBezTo>
                      <a:cubicBezTo>
                        <a:pt x="371647" y="92870"/>
                        <a:pt x="374227" y="93837"/>
                        <a:pt x="375194" y="95772"/>
                      </a:cubicBezTo>
                      <a:cubicBezTo>
                        <a:pt x="376162" y="97707"/>
                        <a:pt x="375194" y="100287"/>
                        <a:pt x="373260" y="101254"/>
                      </a:cubicBezTo>
                      <a:cubicBezTo>
                        <a:pt x="361973" y="106413"/>
                        <a:pt x="356814" y="108993"/>
                        <a:pt x="348430" y="112540"/>
                      </a:cubicBezTo>
                      <a:cubicBezTo>
                        <a:pt x="347785" y="112540"/>
                        <a:pt x="347140" y="112540"/>
                        <a:pt x="346495" y="112540"/>
                      </a:cubicBezTo>
                      <a:close/>
                      <a:moveTo>
                        <a:pt x="404216" y="83196"/>
                      </a:moveTo>
                      <a:cubicBezTo>
                        <a:pt x="402926" y="83196"/>
                        <a:pt x="401959" y="82551"/>
                        <a:pt x="400991" y="81584"/>
                      </a:cubicBezTo>
                      <a:cubicBezTo>
                        <a:pt x="399701" y="79971"/>
                        <a:pt x="400024" y="77392"/>
                        <a:pt x="401637" y="75779"/>
                      </a:cubicBezTo>
                      <a:cubicBezTo>
                        <a:pt x="406796" y="71587"/>
                        <a:pt x="410988" y="69007"/>
                        <a:pt x="424854" y="66428"/>
                      </a:cubicBezTo>
                      <a:cubicBezTo>
                        <a:pt x="426144" y="66105"/>
                        <a:pt x="427111" y="66105"/>
                        <a:pt x="428078" y="65783"/>
                      </a:cubicBezTo>
                      <a:cubicBezTo>
                        <a:pt x="430336" y="65138"/>
                        <a:pt x="432593" y="66428"/>
                        <a:pt x="432915" y="68685"/>
                      </a:cubicBezTo>
                      <a:cubicBezTo>
                        <a:pt x="433560" y="70942"/>
                        <a:pt x="432271" y="73200"/>
                        <a:pt x="430013" y="73522"/>
                      </a:cubicBezTo>
                      <a:cubicBezTo>
                        <a:pt x="428723" y="73844"/>
                        <a:pt x="427433" y="74167"/>
                        <a:pt x="426144" y="74489"/>
                      </a:cubicBezTo>
                      <a:cubicBezTo>
                        <a:pt x="413245" y="76747"/>
                        <a:pt x="410343" y="79326"/>
                        <a:pt x="406473" y="82229"/>
                      </a:cubicBezTo>
                      <a:cubicBezTo>
                        <a:pt x="405828" y="82873"/>
                        <a:pt x="405183" y="83196"/>
                        <a:pt x="404216" y="83196"/>
                      </a:cubicBezTo>
                      <a:close/>
                      <a:moveTo>
                        <a:pt x="565771" y="61591"/>
                      </a:moveTo>
                      <a:cubicBezTo>
                        <a:pt x="564159" y="61591"/>
                        <a:pt x="562224" y="60301"/>
                        <a:pt x="561901" y="58689"/>
                      </a:cubicBezTo>
                      <a:cubicBezTo>
                        <a:pt x="561257" y="56431"/>
                        <a:pt x="560611" y="53529"/>
                        <a:pt x="560289" y="50627"/>
                      </a:cubicBezTo>
                      <a:cubicBezTo>
                        <a:pt x="560289" y="49982"/>
                        <a:pt x="560289" y="49660"/>
                        <a:pt x="560289" y="49015"/>
                      </a:cubicBezTo>
                      <a:cubicBezTo>
                        <a:pt x="560289" y="42243"/>
                        <a:pt x="564804" y="37728"/>
                        <a:pt x="569318" y="33214"/>
                      </a:cubicBezTo>
                      <a:lnTo>
                        <a:pt x="571253" y="31279"/>
                      </a:lnTo>
                      <a:cubicBezTo>
                        <a:pt x="572865" y="29667"/>
                        <a:pt x="575445" y="29667"/>
                        <a:pt x="577057" y="31279"/>
                      </a:cubicBezTo>
                      <a:cubicBezTo>
                        <a:pt x="578669" y="32891"/>
                        <a:pt x="578669" y="35471"/>
                        <a:pt x="577057" y="37084"/>
                      </a:cubicBezTo>
                      <a:lnTo>
                        <a:pt x="575122" y="39018"/>
                      </a:lnTo>
                      <a:cubicBezTo>
                        <a:pt x="570931" y="43210"/>
                        <a:pt x="568673" y="45790"/>
                        <a:pt x="568673" y="49015"/>
                      </a:cubicBezTo>
                      <a:cubicBezTo>
                        <a:pt x="568673" y="49337"/>
                        <a:pt x="568673" y="49660"/>
                        <a:pt x="568673" y="49660"/>
                      </a:cubicBezTo>
                      <a:cubicBezTo>
                        <a:pt x="568995" y="52239"/>
                        <a:pt x="569640" y="54497"/>
                        <a:pt x="569963" y="56431"/>
                      </a:cubicBezTo>
                      <a:cubicBezTo>
                        <a:pt x="570608" y="58689"/>
                        <a:pt x="569318" y="60946"/>
                        <a:pt x="567061" y="61268"/>
                      </a:cubicBezTo>
                      <a:cubicBezTo>
                        <a:pt x="566416" y="61591"/>
                        <a:pt x="566093" y="61591"/>
                        <a:pt x="565771" y="61591"/>
                      </a:cubicBezTo>
                      <a:close/>
                      <a:moveTo>
                        <a:pt x="459035" y="51917"/>
                      </a:moveTo>
                      <a:cubicBezTo>
                        <a:pt x="457745" y="51917"/>
                        <a:pt x="456778" y="51272"/>
                        <a:pt x="455810" y="50305"/>
                      </a:cubicBezTo>
                      <a:cubicBezTo>
                        <a:pt x="454521" y="48692"/>
                        <a:pt x="454843" y="46112"/>
                        <a:pt x="456455" y="44500"/>
                      </a:cubicBezTo>
                      <a:cubicBezTo>
                        <a:pt x="459035" y="42565"/>
                        <a:pt x="461615" y="40953"/>
                        <a:pt x="464194" y="39986"/>
                      </a:cubicBezTo>
                      <a:cubicBezTo>
                        <a:pt x="469032" y="38051"/>
                        <a:pt x="471289" y="36761"/>
                        <a:pt x="472901" y="35471"/>
                      </a:cubicBezTo>
                      <a:cubicBezTo>
                        <a:pt x="475803" y="33536"/>
                        <a:pt x="477738" y="32569"/>
                        <a:pt x="482575" y="32246"/>
                      </a:cubicBezTo>
                      <a:cubicBezTo>
                        <a:pt x="484832" y="32246"/>
                        <a:pt x="486767" y="33859"/>
                        <a:pt x="486767" y="36116"/>
                      </a:cubicBezTo>
                      <a:cubicBezTo>
                        <a:pt x="486767" y="38373"/>
                        <a:pt x="485155" y="40308"/>
                        <a:pt x="482897" y="40308"/>
                      </a:cubicBezTo>
                      <a:cubicBezTo>
                        <a:pt x="479673" y="40308"/>
                        <a:pt x="479028" y="40953"/>
                        <a:pt x="477093" y="42243"/>
                      </a:cubicBezTo>
                      <a:cubicBezTo>
                        <a:pt x="475158" y="43533"/>
                        <a:pt x="472256" y="45468"/>
                        <a:pt x="466774" y="47402"/>
                      </a:cubicBezTo>
                      <a:cubicBezTo>
                        <a:pt x="464839" y="48047"/>
                        <a:pt x="462905" y="49337"/>
                        <a:pt x="460970" y="50627"/>
                      </a:cubicBezTo>
                      <a:cubicBezTo>
                        <a:pt x="460647" y="51594"/>
                        <a:pt x="460003" y="51917"/>
                        <a:pt x="459035" y="51917"/>
                      </a:cubicBezTo>
                      <a:close/>
                      <a:moveTo>
                        <a:pt x="518691" y="37084"/>
                      </a:moveTo>
                      <a:cubicBezTo>
                        <a:pt x="517401" y="37084"/>
                        <a:pt x="516434" y="36439"/>
                        <a:pt x="515467" y="35471"/>
                      </a:cubicBezTo>
                      <a:cubicBezTo>
                        <a:pt x="514176" y="33859"/>
                        <a:pt x="514499" y="31279"/>
                        <a:pt x="516111" y="29667"/>
                      </a:cubicBezTo>
                      <a:cubicBezTo>
                        <a:pt x="519981" y="26765"/>
                        <a:pt x="522561" y="23862"/>
                        <a:pt x="525785" y="19025"/>
                      </a:cubicBezTo>
                      <a:cubicBezTo>
                        <a:pt x="526107" y="18380"/>
                        <a:pt x="526107" y="18058"/>
                        <a:pt x="526107" y="18058"/>
                      </a:cubicBezTo>
                      <a:cubicBezTo>
                        <a:pt x="526107" y="17736"/>
                        <a:pt x="525463" y="16768"/>
                        <a:pt x="525140" y="16446"/>
                      </a:cubicBezTo>
                      <a:cubicBezTo>
                        <a:pt x="524173" y="15478"/>
                        <a:pt x="523205" y="14188"/>
                        <a:pt x="523205" y="12254"/>
                      </a:cubicBezTo>
                      <a:cubicBezTo>
                        <a:pt x="523205" y="10319"/>
                        <a:pt x="524496" y="8707"/>
                        <a:pt x="526107" y="7739"/>
                      </a:cubicBezTo>
                      <a:cubicBezTo>
                        <a:pt x="528043" y="6772"/>
                        <a:pt x="530622" y="7739"/>
                        <a:pt x="531590" y="9674"/>
                      </a:cubicBezTo>
                      <a:cubicBezTo>
                        <a:pt x="531912" y="10319"/>
                        <a:pt x="531912" y="10964"/>
                        <a:pt x="531912" y="11931"/>
                      </a:cubicBezTo>
                      <a:cubicBezTo>
                        <a:pt x="532879" y="13221"/>
                        <a:pt x="534169" y="15156"/>
                        <a:pt x="534169" y="18058"/>
                      </a:cubicBezTo>
                      <a:cubicBezTo>
                        <a:pt x="534169" y="19993"/>
                        <a:pt x="533525" y="21605"/>
                        <a:pt x="532557" y="23540"/>
                      </a:cubicBezTo>
                      <a:cubicBezTo>
                        <a:pt x="528687" y="29344"/>
                        <a:pt x="525463" y="32569"/>
                        <a:pt x="520948" y="36116"/>
                      </a:cubicBezTo>
                      <a:cubicBezTo>
                        <a:pt x="520303" y="36761"/>
                        <a:pt x="519658" y="37084"/>
                        <a:pt x="518691" y="37084"/>
                      </a:cubicBezTo>
                      <a:close/>
                      <a:moveTo>
                        <a:pt x="565771" y="16123"/>
                      </a:moveTo>
                      <a:cubicBezTo>
                        <a:pt x="563513" y="16123"/>
                        <a:pt x="561901" y="14511"/>
                        <a:pt x="561901" y="12254"/>
                      </a:cubicBezTo>
                      <a:cubicBezTo>
                        <a:pt x="561901" y="9996"/>
                        <a:pt x="563513" y="8062"/>
                        <a:pt x="565771" y="8062"/>
                      </a:cubicBezTo>
                      <a:cubicBezTo>
                        <a:pt x="568028" y="8062"/>
                        <a:pt x="569963" y="7417"/>
                        <a:pt x="572865" y="6127"/>
                      </a:cubicBezTo>
                      <a:cubicBezTo>
                        <a:pt x="573510" y="5804"/>
                        <a:pt x="574155" y="5482"/>
                        <a:pt x="574477" y="5159"/>
                      </a:cubicBezTo>
                      <a:lnTo>
                        <a:pt x="574477" y="4837"/>
                      </a:lnTo>
                      <a:cubicBezTo>
                        <a:pt x="574477" y="645"/>
                        <a:pt x="577057" y="645"/>
                        <a:pt x="586086" y="0"/>
                      </a:cubicBezTo>
                      <a:cubicBezTo>
                        <a:pt x="587698" y="0"/>
                        <a:pt x="588988" y="0"/>
                        <a:pt x="589956" y="0"/>
                      </a:cubicBezTo>
                      <a:cubicBezTo>
                        <a:pt x="592213" y="323"/>
                        <a:pt x="593825" y="2257"/>
                        <a:pt x="593503" y="4514"/>
                      </a:cubicBezTo>
                      <a:cubicBezTo>
                        <a:pt x="593180" y="6772"/>
                        <a:pt x="591245" y="8384"/>
                        <a:pt x="588988" y="8062"/>
                      </a:cubicBezTo>
                      <a:cubicBezTo>
                        <a:pt x="588343" y="8062"/>
                        <a:pt x="587698" y="8062"/>
                        <a:pt x="586731" y="8062"/>
                      </a:cubicBezTo>
                      <a:cubicBezTo>
                        <a:pt x="585119" y="8062"/>
                        <a:pt x="583829" y="8062"/>
                        <a:pt x="582862" y="8384"/>
                      </a:cubicBezTo>
                      <a:cubicBezTo>
                        <a:pt x="581894" y="10641"/>
                        <a:pt x="579314" y="11931"/>
                        <a:pt x="576412" y="13221"/>
                      </a:cubicBezTo>
                      <a:cubicBezTo>
                        <a:pt x="572220" y="15156"/>
                        <a:pt x="569318" y="15801"/>
                        <a:pt x="565771" y="16123"/>
                      </a:cubicBezTo>
                      <a:cubicBezTo>
                        <a:pt x="566093" y="16123"/>
                        <a:pt x="565771" y="16123"/>
                        <a:pt x="565771" y="1612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49C40F55-DAD5-2222-CA39-3EE48FCFBED5}"/>
                    </a:ext>
                  </a:extLst>
                </p:cNvPr>
                <p:cNvSpPr/>
                <p:nvPr/>
              </p:nvSpPr>
              <p:spPr>
                <a:xfrm>
                  <a:off x="8021486" y="2575513"/>
                  <a:ext cx="32246" cy="32246"/>
                </a:xfrm>
                <a:custGeom>
                  <a:avLst/>
                  <a:gdLst>
                    <a:gd name="connsiteX0" fmla="*/ 4066 w 0"/>
                    <a:gd name="connsiteY0" fmla="*/ 13278 h 0"/>
                    <a:gd name="connsiteX1" fmla="*/ 196 w 0"/>
                    <a:gd name="connsiteY1" fmla="*/ 10376 h 0"/>
                    <a:gd name="connsiteX2" fmla="*/ 2776 w 0"/>
                    <a:gd name="connsiteY2" fmla="*/ 5217 h 0"/>
                    <a:gd name="connsiteX3" fmla="*/ 15030 w 0"/>
                    <a:gd name="connsiteY3" fmla="*/ 379 h 0"/>
                    <a:gd name="connsiteX4" fmla="*/ 20189 w 0"/>
                    <a:gd name="connsiteY4" fmla="*/ 2314 h 0"/>
                    <a:gd name="connsiteX5" fmla="*/ 18254 w 0"/>
                    <a:gd name="connsiteY5" fmla="*/ 7474 h 0"/>
                    <a:gd name="connsiteX6" fmla="*/ 5356 w 0"/>
                    <a:gd name="connsiteY6" fmla="*/ 12311 h 0"/>
                    <a:gd name="connsiteX7" fmla="*/ 4066 w 0"/>
                    <a:gd name="connsiteY7" fmla="*/ 13278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>
                      <a:moveTo>
                        <a:pt x="4066" y="13278"/>
                      </a:moveTo>
                      <a:cubicBezTo>
                        <a:pt x="2453" y="13278"/>
                        <a:pt x="841" y="12311"/>
                        <a:pt x="196" y="10376"/>
                      </a:cubicBezTo>
                      <a:cubicBezTo>
                        <a:pt x="-449" y="8119"/>
                        <a:pt x="519" y="5861"/>
                        <a:pt x="2776" y="5217"/>
                      </a:cubicBezTo>
                      <a:cubicBezTo>
                        <a:pt x="6968" y="3927"/>
                        <a:pt x="10837" y="2314"/>
                        <a:pt x="15030" y="379"/>
                      </a:cubicBezTo>
                      <a:cubicBezTo>
                        <a:pt x="16964" y="-588"/>
                        <a:pt x="19544" y="379"/>
                        <a:pt x="20189" y="2314"/>
                      </a:cubicBezTo>
                      <a:cubicBezTo>
                        <a:pt x="21156" y="4249"/>
                        <a:pt x="20189" y="6829"/>
                        <a:pt x="18254" y="7474"/>
                      </a:cubicBezTo>
                      <a:cubicBezTo>
                        <a:pt x="14062" y="9409"/>
                        <a:pt x="9870" y="11021"/>
                        <a:pt x="5356" y="12311"/>
                      </a:cubicBezTo>
                      <a:cubicBezTo>
                        <a:pt x="5033" y="13278"/>
                        <a:pt x="4710" y="13278"/>
                        <a:pt x="4066" y="1327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5" name="Graphic 4">
                <a:extLst>
                  <a:ext uri="{FF2B5EF4-FFF2-40B4-BE49-F238E27FC236}">
                    <a16:creationId xmlns:a16="http://schemas.microsoft.com/office/drawing/2014/main" id="{20EF66CD-0AFD-0220-0DCE-B9B496DBCF34}"/>
                  </a:ext>
                </a:extLst>
              </p:cNvPr>
              <p:cNvGrpSpPr/>
              <p:nvPr/>
            </p:nvGrpSpPr>
            <p:grpSpPr>
              <a:xfrm>
                <a:off x="7635321" y="2570698"/>
                <a:ext cx="401153" cy="98015"/>
                <a:chOff x="7635321" y="2570698"/>
                <a:chExt cx="401153" cy="98015"/>
              </a:xfrm>
              <a:grpFill/>
            </p:grpSpPr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EA1B0B88-A62A-ED02-DDE1-E17985B9C3D9}"/>
                    </a:ext>
                  </a:extLst>
                </p:cNvPr>
                <p:cNvSpPr/>
                <p:nvPr/>
              </p:nvSpPr>
              <p:spPr>
                <a:xfrm>
                  <a:off x="8004228" y="2582100"/>
                  <a:ext cx="32246" cy="32246"/>
                </a:xfrm>
                <a:custGeom>
                  <a:avLst/>
                  <a:gdLst>
                    <a:gd name="connsiteX0" fmla="*/ 3910 w 0"/>
                    <a:gd name="connsiteY0" fmla="*/ 11528 h 0"/>
                    <a:gd name="connsiteX1" fmla="*/ 41 w 0"/>
                    <a:gd name="connsiteY1" fmla="*/ 7981 h 0"/>
                    <a:gd name="connsiteX2" fmla="*/ 3588 w 0"/>
                    <a:gd name="connsiteY2" fmla="*/ 3466 h 0"/>
                    <a:gd name="connsiteX3" fmla="*/ 9392 w 0"/>
                    <a:gd name="connsiteY3" fmla="*/ 2177 h 0"/>
                    <a:gd name="connsiteX4" fmla="*/ 10360 w 0"/>
                    <a:gd name="connsiteY4" fmla="*/ 1854 h 0"/>
                    <a:gd name="connsiteX5" fmla="*/ 11328 w 0"/>
                    <a:gd name="connsiteY5" fmla="*/ 1854 h 0"/>
                    <a:gd name="connsiteX6" fmla="*/ 14230 w 0"/>
                    <a:gd name="connsiteY6" fmla="*/ 1209 h 0"/>
                    <a:gd name="connsiteX7" fmla="*/ 20034 w 0"/>
                    <a:gd name="connsiteY7" fmla="*/ 1209 h 0"/>
                    <a:gd name="connsiteX8" fmla="*/ 20356 w 0"/>
                    <a:gd name="connsiteY8" fmla="*/ 6691 h 0"/>
                    <a:gd name="connsiteX9" fmla="*/ 11328 w 0"/>
                    <a:gd name="connsiteY9" fmla="*/ 9916 h 0"/>
                    <a:gd name="connsiteX10" fmla="*/ 4878 w 0"/>
                    <a:gd name="connsiteY10" fmla="*/ 11206 h 0"/>
                    <a:gd name="connsiteX11" fmla="*/ 3910 w 0"/>
                    <a:gd name="connsiteY11" fmla="*/ 11528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3910" y="11528"/>
                      </a:moveTo>
                      <a:cubicBezTo>
                        <a:pt x="1976" y="11528"/>
                        <a:pt x="41" y="9916"/>
                        <a:pt x="41" y="7981"/>
                      </a:cubicBezTo>
                      <a:cubicBezTo>
                        <a:pt x="-281" y="5724"/>
                        <a:pt x="1331" y="3789"/>
                        <a:pt x="3588" y="3466"/>
                      </a:cubicBezTo>
                      <a:cubicBezTo>
                        <a:pt x="4878" y="3466"/>
                        <a:pt x="6813" y="2822"/>
                        <a:pt x="9392" y="2177"/>
                      </a:cubicBezTo>
                      <a:lnTo>
                        <a:pt x="10360" y="1854"/>
                      </a:lnTo>
                      <a:lnTo>
                        <a:pt x="11328" y="1854"/>
                      </a:lnTo>
                      <a:cubicBezTo>
                        <a:pt x="13262" y="2177"/>
                        <a:pt x="14230" y="1209"/>
                        <a:pt x="14230" y="1209"/>
                      </a:cubicBezTo>
                      <a:cubicBezTo>
                        <a:pt x="15842" y="-403"/>
                        <a:pt x="18422" y="-403"/>
                        <a:pt x="20034" y="1209"/>
                      </a:cubicBezTo>
                      <a:cubicBezTo>
                        <a:pt x="21646" y="2822"/>
                        <a:pt x="21646" y="5079"/>
                        <a:pt x="20356" y="6691"/>
                      </a:cubicBezTo>
                      <a:cubicBezTo>
                        <a:pt x="20034" y="7014"/>
                        <a:pt x="16809" y="10238"/>
                        <a:pt x="11328" y="9916"/>
                      </a:cubicBezTo>
                      <a:cubicBezTo>
                        <a:pt x="8748" y="10561"/>
                        <a:pt x="6813" y="10883"/>
                        <a:pt x="4878" y="11206"/>
                      </a:cubicBezTo>
                      <a:cubicBezTo>
                        <a:pt x="4233" y="11528"/>
                        <a:pt x="4233" y="11528"/>
                        <a:pt x="3910" y="1152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EC4B7B83-6FB6-F012-DE86-7C6C541CD7B6}"/>
                    </a:ext>
                  </a:extLst>
                </p:cNvPr>
                <p:cNvSpPr/>
                <p:nvPr/>
              </p:nvSpPr>
              <p:spPr>
                <a:xfrm>
                  <a:off x="7682680" y="2570698"/>
                  <a:ext cx="290218" cy="64493"/>
                </a:xfrm>
                <a:custGeom>
                  <a:avLst/>
                  <a:gdLst>
                    <a:gd name="connsiteX0" fmla="*/ 3962 w 290218"/>
                    <a:gd name="connsiteY0" fmla="*/ 65173 h 64492"/>
                    <a:gd name="connsiteX1" fmla="*/ 1383 w 290218"/>
                    <a:gd name="connsiteY1" fmla="*/ 64206 h 64492"/>
                    <a:gd name="connsiteX2" fmla="*/ 1060 w 290218"/>
                    <a:gd name="connsiteY2" fmla="*/ 58401 h 64492"/>
                    <a:gd name="connsiteX3" fmla="*/ 2995 w 290218"/>
                    <a:gd name="connsiteY3" fmla="*/ 56144 h 64492"/>
                    <a:gd name="connsiteX4" fmla="*/ 9122 w 290218"/>
                    <a:gd name="connsiteY4" fmla="*/ 46148 h 64492"/>
                    <a:gd name="connsiteX5" fmla="*/ 16216 w 290218"/>
                    <a:gd name="connsiteY5" fmla="*/ 36796 h 64492"/>
                    <a:gd name="connsiteX6" fmla="*/ 21698 w 290218"/>
                    <a:gd name="connsiteY6" fmla="*/ 37764 h 64492"/>
                    <a:gd name="connsiteX7" fmla="*/ 20730 w 290218"/>
                    <a:gd name="connsiteY7" fmla="*/ 43246 h 64492"/>
                    <a:gd name="connsiteX8" fmla="*/ 16216 w 290218"/>
                    <a:gd name="connsiteY8" fmla="*/ 49695 h 64492"/>
                    <a:gd name="connsiteX9" fmla="*/ 9122 w 290218"/>
                    <a:gd name="connsiteY9" fmla="*/ 60981 h 64492"/>
                    <a:gd name="connsiteX10" fmla="*/ 6864 w 290218"/>
                    <a:gd name="connsiteY10" fmla="*/ 63561 h 64492"/>
                    <a:gd name="connsiteX11" fmla="*/ 3962 w 290218"/>
                    <a:gd name="connsiteY11" fmla="*/ 65173 h 64492"/>
                    <a:gd name="connsiteX12" fmla="*/ 72002 w 290218"/>
                    <a:gd name="connsiteY12" fmla="*/ 55177 h 64492"/>
                    <a:gd name="connsiteX13" fmla="*/ 71035 w 290218"/>
                    <a:gd name="connsiteY13" fmla="*/ 55177 h 64492"/>
                    <a:gd name="connsiteX14" fmla="*/ 58136 w 290218"/>
                    <a:gd name="connsiteY14" fmla="*/ 51307 h 64492"/>
                    <a:gd name="connsiteX15" fmla="*/ 49430 w 290218"/>
                    <a:gd name="connsiteY15" fmla="*/ 43568 h 64492"/>
                    <a:gd name="connsiteX16" fmla="*/ 47495 w 290218"/>
                    <a:gd name="connsiteY16" fmla="*/ 40988 h 64492"/>
                    <a:gd name="connsiteX17" fmla="*/ 47817 w 290218"/>
                    <a:gd name="connsiteY17" fmla="*/ 35184 h 64492"/>
                    <a:gd name="connsiteX18" fmla="*/ 53622 w 290218"/>
                    <a:gd name="connsiteY18" fmla="*/ 35506 h 64492"/>
                    <a:gd name="connsiteX19" fmla="*/ 55879 w 290218"/>
                    <a:gd name="connsiteY19" fmla="*/ 38086 h 64492"/>
                    <a:gd name="connsiteX20" fmla="*/ 61038 w 290218"/>
                    <a:gd name="connsiteY20" fmla="*/ 43246 h 64492"/>
                    <a:gd name="connsiteX21" fmla="*/ 72647 w 290218"/>
                    <a:gd name="connsiteY21" fmla="*/ 46793 h 64492"/>
                    <a:gd name="connsiteX22" fmla="*/ 75872 w 290218"/>
                    <a:gd name="connsiteY22" fmla="*/ 51630 h 64492"/>
                    <a:gd name="connsiteX23" fmla="*/ 72002 w 290218"/>
                    <a:gd name="connsiteY23" fmla="*/ 55177 h 64492"/>
                    <a:gd name="connsiteX24" fmla="*/ 107796 w 290218"/>
                    <a:gd name="connsiteY24" fmla="*/ 53564 h 64492"/>
                    <a:gd name="connsiteX25" fmla="*/ 103926 w 290218"/>
                    <a:gd name="connsiteY25" fmla="*/ 50662 h 64492"/>
                    <a:gd name="connsiteX26" fmla="*/ 106828 w 290218"/>
                    <a:gd name="connsiteY26" fmla="*/ 45825 h 64492"/>
                    <a:gd name="connsiteX27" fmla="*/ 117792 w 290218"/>
                    <a:gd name="connsiteY27" fmla="*/ 42601 h 64492"/>
                    <a:gd name="connsiteX28" fmla="*/ 132626 w 290218"/>
                    <a:gd name="connsiteY28" fmla="*/ 40343 h 64492"/>
                    <a:gd name="connsiteX29" fmla="*/ 136818 w 290218"/>
                    <a:gd name="connsiteY29" fmla="*/ 44213 h 64492"/>
                    <a:gd name="connsiteX30" fmla="*/ 132948 w 290218"/>
                    <a:gd name="connsiteY30" fmla="*/ 48405 h 64492"/>
                    <a:gd name="connsiteX31" fmla="*/ 120694 w 290218"/>
                    <a:gd name="connsiteY31" fmla="*/ 50340 h 64492"/>
                    <a:gd name="connsiteX32" fmla="*/ 108763 w 290218"/>
                    <a:gd name="connsiteY32" fmla="*/ 53887 h 64492"/>
                    <a:gd name="connsiteX33" fmla="*/ 107796 w 290218"/>
                    <a:gd name="connsiteY33" fmla="*/ 53564 h 64492"/>
                    <a:gd name="connsiteX34" fmla="*/ 188734 w 290218"/>
                    <a:gd name="connsiteY34" fmla="*/ 37119 h 64492"/>
                    <a:gd name="connsiteX35" fmla="*/ 186800 w 290218"/>
                    <a:gd name="connsiteY35" fmla="*/ 36796 h 64492"/>
                    <a:gd name="connsiteX36" fmla="*/ 180351 w 290218"/>
                    <a:gd name="connsiteY36" fmla="*/ 33572 h 64492"/>
                    <a:gd name="connsiteX37" fmla="*/ 167774 w 290218"/>
                    <a:gd name="connsiteY37" fmla="*/ 35506 h 64492"/>
                    <a:gd name="connsiteX38" fmla="*/ 161970 w 290218"/>
                    <a:gd name="connsiteY38" fmla="*/ 35184 h 64492"/>
                    <a:gd name="connsiteX39" fmla="*/ 162292 w 290218"/>
                    <a:gd name="connsiteY39" fmla="*/ 29380 h 64492"/>
                    <a:gd name="connsiteX40" fmla="*/ 174224 w 290218"/>
                    <a:gd name="connsiteY40" fmla="*/ 24220 h 64492"/>
                    <a:gd name="connsiteX41" fmla="*/ 183253 w 290218"/>
                    <a:gd name="connsiteY41" fmla="*/ 26155 h 64492"/>
                    <a:gd name="connsiteX42" fmla="*/ 190347 w 290218"/>
                    <a:gd name="connsiteY42" fmla="*/ 29702 h 64492"/>
                    <a:gd name="connsiteX43" fmla="*/ 191959 w 290218"/>
                    <a:gd name="connsiteY43" fmla="*/ 35184 h 64492"/>
                    <a:gd name="connsiteX44" fmla="*/ 188734 w 290218"/>
                    <a:gd name="connsiteY44" fmla="*/ 37119 h 64492"/>
                    <a:gd name="connsiteX45" fmla="*/ 239684 w 290218"/>
                    <a:gd name="connsiteY45" fmla="*/ 35829 h 64492"/>
                    <a:gd name="connsiteX46" fmla="*/ 230655 w 290218"/>
                    <a:gd name="connsiteY46" fmla="*/ 34539 h 64492"/>
                    <a:gd name="connsiteX47" fmla="*/ 220336 w 290218"/>
                    <a:gd name="connsiteY47" fmla="*/ 35184 h 64492"/>
                    <a:gd name="connsiteX48" fmla="*/ 214854 w 290218"/>
                    <a:gd name="connsiteY48" fmla="*/ 33894 h 64492"/>
                    <a:gd name="connsiteX49" fmla="*/ 216144 w 290218"/>
                    <a:gd name="connsiteY49" fmla="*/ 28412 h 64492"/>
                    <a:gd name="connsiteX50" fmla="*/ 233557 w 290218"/>
                    <a:gd name="connsiteY50" fmla="*/ 26800 h 64492"/>
                    <a:gd name="connsiteX51" fmla="*/ 240006 w 290218"/>
                    <a:gd name="connsiteY51" fmla="*/ 27767 h 64492"/>
                    <a:gd name="connsiteX52" fmla="*/ 243231 w 290218"/>
                    <a:gd name="connsiteY52" fmla="*/ 27445 h 64492"/>
                    <a:gd name="connsiteX53" fmla="*/ 247746 w 290218"/>
                    <a:gd name="connsiteY53" fmla="*/ 30992 h 64492"/>
                    <a:gd name="connsiteX54" fmla="*/ 244198 w 290218"/>
                    <a:gd name="connsiteY54" fmla="*/ 35506 h 64492"/>
                    <a:gd name="connsiteX55" fmla="*/ 239684 w 290218"/>
                    <a:gd name="connsiteY55" fmla="*/ 35829 h 64492"/>
                    <a:gd name="connsiteX56" fmla="*/ 276767 w 290218"/>
                    <a:gd name="connsiteY56" fmla="*/ 26155 h 64492"/>
                    <a:gd name="connsiteX57" fmla="*/ 274510 w 290218"/>
                    <a:gd name="connsiteY57" fmla="*/ 25510 h 64492"/>
                    <a:gd name="connsiteX58" fmla="*/ 273543 w 290218"/>
                    <a:gd name="connsiteY58" fmla="*/ 20028 h 64492"/>
                    <a:gd name="connsiteX59" fmla="*/ 276767 w 290218"/>
                    <a:gd name="connsiteY59" fmla="*/ 14546 h 64492"/>
                    <a:gd name="connsiteX60" fmla="*/ 293536 w 290218"/>
                    <a:gd name="connsiteY60" fmla="*/ 35 h 64492"/>
                    <a:gd name="connsiteX61" fmla="*/ 297727 w 290218"/>
                    <a:gd name="connsiteY61" fmla="*/ 3905 h 64492"/>
                    <a:gd name="connsiteX62" fmla="*/ 293858 w 290218"/>
                    <a:gd name="connsiteY62" fmla="*/ 8097 h 64492"/>
                    <a:gd name="connsiteX63" fmla="*/ 283862 w 290218"/>
                    <a:gd name="connsiteY63" fmla="*/ 18416 h 64492"/>
                    <a:gd name="connsiteX64" fmla="*/ 280315 w 290218"/>
                    <a:gd name="connsiteY64" fmla="*/ 24543 h 64492"/>
                    <a:gd name="connsiteX65" fmla="*/ 276767 w 290218"/>
                    <a:gd name="connsiteY65" fmla="*/ 26155 h 64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290218" h="64492">
                      <a:moveTo>
                        <a:pt x="3962" y="65173"/>
                      </a:moveTo>
                      <a:cubicBezTo>
                        <a:pt x="2995" y="65173"/>
                        <a:pt x="2027" y="64851"/>
                        <a:pt x="1383" y="64206"/>
                      </a:cubicBezTo>
                      <a:cubicBezTo>
                        <a:pt x="-230" y="62594"/>
                        <a:pt x="-552" y="60336"/>
                        <a:pt x="1060" y="58401"/>
                      </a:cubicBezTo>
                      <a:cubicBezTo>
                        <a:pt x="1705" y="57757"/>
                        <a:pt x="2350" y="56789"/>
                        <a:pt x="2995" y="56144"/>
                      </a:cubicBezTo>
                      <a:cubicBezTo>
                        <a:pt x="6220" y="52275"/>
                        <a:pt x="7509" y="49050"/>
                        <a:pt x="9122" y="46148"/>
                      </a:cubicBezTo>
                      <a:cubicBezTo>
                        <a:pt x="10734" y="42601"/>
                        <a:pt x="12346" y="39376"/>
                        <a:pt x="16216" y="36796"/>
                      </a:cubicBezTo>
                      <a:cubicBezTo>
                        <a:pt x="18151" y="35506"/>
                        <a:pt x="20408" y="35829"/>
                        <a:pt x="21698" y="37764"/>
                      </a:cubicBezTo>
                      <a:cubicBezTo>
                        <a:pt x="22988" y="39698"/>
                        <a:pt x="22665" y="41956"/>
                        <a:pt x="20730" y="43246"/>
                      </a:cubicBezTo>
                      <a:cubicBezTo>
                        <a:pt x="18796" y="44858"/>
                        <a:pt x="17506" y="46793"/>
                        <a:pt x="16216" y="49695"/>
                      </a:cubicBezTo>
                      <a:cubicBezTo>
                        <a:pt x="14604" y="52597"/>
                        <a:pt x="12991" y="56467"/>
                        <a:pt x="9122" y="60981"/>
                      </a:cubicBezTo>
                      <a:cubicBezTo>
                        <a:pt x="8477" y="61949"/>
                        <a:pt x="7509" y="62916"/>
                        <a:pt x="6864" y="63561"/>
                      </a:cubicBezTo>
                      <a:cubicBezTo>
                        <a:pt x="6220" y="64851"/>
                        <a:pt x="4930" y="65173"/>
                        <a:pt x="3962" y="65173"/>
                      </a:cubicBezTo>
                      <a:close/>
                      <a:moveTo>
                        <a:pt x="72002" y="55177"/>
                      </a:moveTo>
                      <a:cubicBezTo>
                        <a:pt x="71680" y="55177"/>
                        <a:pt x="71357" y="55177"/>
                        <a:pt x="71035" y="55177"/>
                      </a:cubicBezTo>
                      <a:cubicBezTo>
                        <a:pt x="65231" y="53887"/>
                        <a:pt x="61038" y="52275"/>
                        <a:pt x="58136" y="51307"/>
                      </a:cubicBezTo>
                      <a:cubicBezTo>
                        <a:pt x="54267" y="49695"/>
                        <a:pt x="52009" y="46793"/>
                        <a:pt x="49430" y="43568"/>
                      </a:cubicBezTo>
                      <a:cubicBezTo>
                        <a:pt x="48785" y="42601"/>
                        <a:pt x="48140" y="41956"/>
                        <a:pt x="47495" y="40988"/>
                      </a:cubicBezTo>
                      <a:cubicBezTo>
                        <a:pt x="46205" y="39376"/>
                        <a:pt x="46205" y="36796"/>
                        <a:pt x="47817" y="35184"/>
                      </a:cubicBezTo>
                      <a:cubicBezTo>
                        <a:pt x="49430" y="33894"/>
                        <a:pt x="52009" y="33894"/>
                        <a:pt x="53622" y="35506"/>
                      </a:cubicBezTo>
                      <a:cubicBezTo>
                        <a:pt x="54267" y="36474"/>
                        <a:pt x="55234" y="37441"/>
                        <a:pt x="55879" y="38086"/>
                      </a:cubicBezTo>
                      <a:cubicBezTo>
                        <a:pt x="57814" y="40343"/>
                        <a:pt x="59426" y="42601"/>
                        <a:pt x="61038" y="43246"/>
                      </a:cubicBezTo>
                      <a:cubicBezTo>
                        <a:pt x="63941" y="44213"/>
                        <a:pt x="67810" y="45825"/>
                        <a:pt x="72647" y="46793"/>
                      </a:cubicBezTo>
                      <a:cubicBezTo>
                        <a:pt x="74904" y="47115"/>
                        <a:pt x="76194" y="49372"/>
                        <a:pt x="75872" y="51630"/>
                      </a:cubicBezTo>
                      <a:cubicBezTo>
                        <a:pt x="75549" y="53887"/>
                        <a:pt x="73937" y="55177"/>
                        <a:pt x="72002" y="55177"/>
                      </a:cubicBezTo>
                      <a:close/>
                      <a:moveTo>
                        <a:pt x="107796" y="53564"/>
                      </a:moveTo>
                      <a:cubicBezTo>
                        <a:pt x="105861" y="53564"/>
                        <a:pt x="104249" y="52275"/>
                        <a:pt x="103926" y="50662"/>
                      </a:cubicBezTo>
                      <a:cubicBezTo>
                        <a:pt x="103281" y="48405"/>
                        <a:pt x="104571" y="46470"/>
                        <a:pt x="106828" y="45825"/>
                      </a:cubicBezTo>
                      <a:cubicBezTo>
                        <a:pt x="112633" y="44213"/>
                        <a:pt x="115858" y="43246"/>
                        <a:pt x="117792" y="42601"/>
                      </a:cubicBezTo>
                      <a:cubicBezTo>
                        <a:pt x="122307" y="40988"/>
                        <a:pt x="124241" y="40343"/>
                        <a:pt x="132626" y="40343"/>
                      </a:cubicBezTo>
                      <a:cubicBezTo>
                        <a:pt x="134883" y="40343"/>
                        <a:pt x="136818" y="41956"/>
                        <a:pt x="136818" y="44213"/>
                      </a:cubicBezTo>
                      <a:cubicBezTo>
                        <a:pt x="136818" y="46470"/>
                        <a:pt x="135205" y="48405"/>
                        <a:pt x="132948" y="48405"/>
                      </a:cubicBezTo>
                      <a:cubicBezTo>
                        <a:pt x="125531" y="48405"/>
                        <a:pt x="124241" y="49050"/>
                        <a:pt x="120694" y="50340"/>
                      </a:cubicBezTo>
                      <a:cubicBezTo>
                        <a:pt x="118437" y="51307"/>
                        <a:pt x="115212" y="52275"/>
                        <a:pt x="108763" y="53887"/>
                      </a:cubicBezTo>
                      <a:cubicBezTo>
                        <a:pt x="108441" y="53564"/>
                        <a:pt x="108118" y="53564"/>
                        <a:pt x="107796" y="53564"/>
                      </a:cubicBezTo>
                      <a:close/>
                      <a:moveTo>
                        <a:pt x="188734" y="37119"/>
                      </a:moveTo>
                      <a:cubicBezTo>
                        <a:pt x="188090" y="37119"/>
                        <a:pt x="187445" y="37119"/>
                        <a:pt x="186800" y="36796"/>
                      </a:cubicBezTo>
                      <a:cubicBezTo>
                        <a:pt x="184865" y="35829"/>
                        <a:pt x="182608" y="34862"/>
                        <a:pt x="180351" y="33572"/>
                      </a:cubicBezTo>
                      <a:cubicBezTo>
                        <a:pt x="175191" y="31314"/>
                        <a:pt x="172611" y="31314"/>
                        <a:pt x="167774" y="35506"/>
                      </a:cubicBezTo>
                      <a:cubicBezTo>
                        <a:pt x="166162" y="37119"/>
                        <a:pt x="163582" y="36796"/>
                        <a:pt x="161970" y="35184"/>
                      </a:cubicBezTo>
                      <a:cubicBezTo>
                        <a:pt x="160358" y="33572"/>
                        <a:pt x="160680" y="30992"/>
                        <a:pt x="162292" y="29380"/>
                      </a:cubicBezTo>
                      <a:cubicBezTo>
                        <a:pt x="165195" y="26800"/>
                        <a:pt x="169064" y="24220"/>
                        <a:pt x="174224" y="24220"/>
                      </a:cubicBezTo>
                      <a:cubicBezTo>
                        <a:pt x="177126" y="24220"/>
                        <a:pt x="180028" y="24865"/>
                        <a:pt x="183253" y="26155"/>
                      </a:cubicBezTo>
                      <a:cubicBezTo>
                        <a:pt x="185832" y="27445"/>
                        <a:pt x="188412" y="28412"/>
                        <a:pt x="190347" y="29702"/>
                      </a:cubicBezTo>
                      <a:cubicBezTo>
                        <a:pt x="192282" y="30669"/>
                        <a:pt x="192927" y="33249"/>
                        <a:pt x="191959" y="35184"/>
                      </a:cubicBezTo>
                      <a:cubicBezTo>
                        <a:pt x="191637" y="36151"/>
                        <a:pt x="190347" y="37119"/>
                        <a:pt x="188734" y="37119"/>
                      </a:cubicBezTo>
                      <a:close/>
                      <a:moveTo>
                        <a:pt x="239684" y="35829"/>
                      </a:moveTo>
                      <a:cubicBezTo>
                        <a:pt x="236459" y="35829"/>
                        <a:pt x="233557" y="35506"/>
                        <a:pt x="230655" y="34539"/>
                      </a:cubicBezTo>
                      <a:cubicBezTo>
                        <a:pt x="226463" y="33249"/>
                        <a:pt x="223238" y="33249"/>
                        <a:pt x="220336" y="35184"/>
                      </a:cubicBezTo>
                      <a:cubicBezTo>
                        <a:pt x="218401" y="36474"/>
                        <a:pt x="215822" y="35829"/>
                        <a:pt x="214854" y="33894"/>
                      </a:cubicBezTo>
                      <a:cubicBezTo>
                        <a:pt x="213564" y="31959"/>
                        <a:pt x="214209" y="29380"/>
                        <a:pt x="216144" y="28412"/>
                      </a:cubicBezTo>
                      <a:cubicBezTo>
                        <a:pt x="221303" y="25188"/>
                        <a:pt x="226785" y="24543"/>
                        <a:pt x="233557" y="26800"/>
                      </a:cubicBezTo>
                      <a:cubicBezTo>
                        <a:pt x="235814" y="27445"/>
                        <a:pt x="237749" y="27767"/>
                        <a:pt x="240006" y="27767"/>
                      </a:cubicBezTo>
                      <a:cubicBezTo>
                        <a:pt x="240974" y="27767"/>
                        <a:pt x="241941" y="27767"/>
                        <a:pt x="243231" y="27445"/>
                      </a:cubicBezTo>
                      <a:cubicBezTo>
                        <a:pt x="245488" y="27122"/>
                        <a:pt x="247423" y="28735"/>
                        <a:pt x="247746" y="30992"/>
                      </a:cubicBezTo>
                      <a:cubicBezTo>
                        <a:pt x="248068" y="33249"/>
                        <a:pt x="246456" y="35184"/>
                        <a:pt x="244198" y="35506"/>
                      </a:cubicBezTo>
                      <a:cubicBezTo>
                        <a:pt x="242586" y="35829"/>
                        <a:pt x="240974" y="35829"/>
                        <a:pt x="239684" y="35829"/>
                      </a:cubicBezTo>
                      <a:close/>
                      <a:moveTo>
                        <a:pt x="276767" y="26155"/>
                      </a:moveTo>
                      <a:cubicBezTo>
                        <a:pt x="276122" y="26155"/>
                        <a:pt x="275155" y="25832"/>
                        <a:pt x="274510" y="25510"/>
                      </a:cubicBezTo>
                      <a:cubicBezTo>
                        <a:pt x="272575" y="24220"/>
                        <a:pt x="272253" y="21640"/>
                        <a:pt x="273543" y="20028"/>
                      </a:cubicBezTo>
                      <a:cubicBezTo>
                        <a:pt x="274510" y="18416"/>
                        <a:pt x="275800" y="16481"/>
                        <a:pt x="276767" y="14546"/>
                      </a:cubicBezTo>
                      <a:cubicBezTo>
                        <a:pt x="280315" y="8097"/>
                        <a:pt x="284507" y="358"/>
                        <a:pt x="293536" y="35"/>
                      </a:cubicBezTo>
                      <a:cubicBezTo>
                        <a:pt x="295793" y="-287"/>
                        <a:pt x="297727" y="1648"/>
                        <a:pt x="297727" y="3905"/>
                      </a:cubicBezTo>
                      <a:cubicBezTo>
                        <a:pt x="297727" y="6162"/>
                        <a:pt x="296115" y="8097"/>
                        <a:pt x="293858" y="8097"/>
                      </a:cubicBezTo>
                      <a:cubicBezTo>
                        <a:pt x="289666" y="8097"/>
                        <a:pt x="287409" y="11966"/>
                        <a:pt x="283862" y="18416"/>
                      </a:cubicBezTo>
                      <a:cubicBezTo>
                        <a:pt x="282572" y="20351"/>
                        <a:pt x="281604" y="22608"/>
                        <a:pt x="280315" y="24543"/>
                      </a:cubicBezTo>
                      <a:cubicBezTo>
                        <a:pt x="279347" y="25510"/>
                        <a:pt x="278057" y="26155"/>
                        <a:pt x="276767" y="2615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7CD54AF4-CF57-B944-34BC-EA17F528AF94}"/>
                    </a:ext>
                  </a:extLst>
                </p:cNvPr>
                <p:cNvSpPr/>
                <p:nvPr/>
              </p:nvSpPr>
              <p:spPr>
                <a:xfrm>
                  <a:off x="7635321" y="2636467"/>
                  <a:ext cx="32246" cy="32246"/>
                </a:xfrm>
                <a:custGeom>
                  <a:avLst/>
                  <a:gdLst>
                    <a:gd name="connsiteX0" fmla="*/ 3919 w 0"/>
                    <a:gd name="connsiteY0" fmla="*/ 10690 h 0"/>
                    <a:gd name="connsiteX1" fmla="*/ 49 w 0"/>
                    <a:gd name="connsiteY1" fmla="*/ 7466 h 0"/>
                    <a:gd name="connsiteX2" fmla="*/ 3274 w 0"/>
                    <a:gd name="connsiteY2" fmla="*/ 2629 h 0"/>
                    <a:gd name="connsiteX3" fmla="*/ 6176 w 0"/>
                    <a:gd name="connsiteY3" fmla="*/ 1984 h 0"/>
                    <a:gd name="connsiteX4" fmla="*/ 16495 w 0"/>
                    <a:gd name="connsiteY4" fmla="*/ 49 h 0"/>
                    <a:gd name="connsiteX5" fmla="*/ 21009 w 0"/>
                    <a:gd name="connsiteY5" fmla="*/ 3274 h 0"/>
                    <a:gd name="connsiteX6" fmla="*/ 17785 w 0"/>
                    <a:gd name="connsiteY6" fmla="*/ 7788 h 0"/>
                    <a:gd name="connsiteX7" fmla="*/ 7788 w 0"/>
                    <a:gd name="connsiteY7" fmla="*/ 9723 h 0"/>
                    <a:gd name="connsiteX8" fmla="*/ 4886 w 0"/>
                    <a:gd name="connsiteY8" fmla="*/ 10368 h 0"/>
                    <a:gd name="connsiteX9" fmla="*/ 3919 w 0"/>
                    <a:gd name="connsiteY9" fmla="*/ 1069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3919" y="10690"/>
                      </a:moveTo>
                      <a:cubicBezTo>
                        <a:pt x="1984" y="10690"/>
                        <a:pt x="372" y="9401"/>
                        <a:pt x="49" y="7466"/>
                      </a:cubicBezTo>
                      <a:cubicBezTo>
                        <a:pt x="-273" y="5208"/>
                        <a:pt x="1016" y="3274"/>
                        <a:pt x="3274" y="2629"/>
                      </a:cubicBezTo>
                      <a:lnTo>
                        <a:pt x="6176" y="1984"/>
                      </a:lnTo>
                      <a:cubicBezTo>
                        <a:pt x="9400" y="1339"/>
                        <a:pt x="12948" y="371"/>
                        <a:pt x="16495" y="49"/>
                      </a:cubicBezTo>
                      <a:cubicBezTo>
                        <a:pt x="18752" y="-273"/>
                        <a:pt x="20687" y="1016"/>
                        <a:pt x="21009" y="3274"/>
                      </a:cubicBezTo>
                      <a:cubicBezTo>
                        <a:pt x="21332" y="5531"/>
                        <a:pt x="20042" y="7466"/>
                        <a:pt x="17785" y="7788"/>
                      </a:cubicBezTo>
                      <a:cubicBezTo>
                        <a:pt x="14238" y="8433"/>
                        <a:pt x="10690" y="9078"/>
                        <a:pt x="7788" y="9723"/>
                      </a:cubicBezTo>
                      <a:lnTo>
                        <a:pt x="4886" y="10368"/>
                      </a:lnTo>
                      <a:cubicBezTo>
                        <a:pt x="4563" y="10690"/>
                        <a:pt x="4241" y="10690"/>
                        <a:pt x="3919" y="1069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D40235EA-FCDE-93E2-13BF-AE8C05D0A7A3}"/>
                  </a:ext>
                </a:extLst>
              </p:cNvPr>
              <p:cNvSpPr/>
              <p:nvPr/>
            </p:nvSpPr>
            <p:spPr>
              <a:xfrm>
                <a:off x="7905203" y="3042177"/>
                <a:ext cx="193479" cy="290218"/>
              </a:xfrm>
              <a:custGeom>
                <a:avLst/>
                <a:gdLst>
                  <a:gd name="connsiteX0" fmla="*/ 196128 w 193478"/>
                  <a:gd name="connsiteY0" fmla="*/ 58044 h 290218"/>
                  <a:gd name="connsiteX1" fmla="*/ 184519 w 193478"/>
                  <a:gd name="connsiteY1" fmla="*/ 50304 h 290218"/>
                  <a:gd name="connsiteX2" fmla="*/ 180972 w 193478"/>
                  <a:gd name="connsiteY2" fmla="*/ 27409 h 290218"/>
                  <a:gd name="connsiteX3" fmla="*/ 176781 w 193478"/>
                  <a:gd name="connsiteY3" fmla="*/ 7094 h 290218"/>
                  <a:gd name="connsiteX4" fmla="*/ 170331 w 193478"/>
                  <a:gd name="connsiteY4" fmla="*/ 1612 h 290218"/>
                  <a:gd name="connsiteX5" fmla="*/ 171943 w 193478"/>
                  <a:gd name="connsiteY5" fmla="*/ 0 h 290218"/>
                  <a:gd name="connsiteX6" fmla="*/ 163559 w 193478"/>
                  <a:gd name="connsiteY6" fmla="*/ 12576 h 290218"/>
                  <a:gd name="connsiteX7" fmla="*/ 157432 w 193478"/>
                  <a:gd name="connsiteY7" fmla="*/ 24185 h 290218"/>
                  <a:gd name="connsiteX8" fmla="*/ 140987 w 193478"/>
                  <a:gd name="connsiteY8" fmla="*/ 27409 h 290218"/>
                  <a:gd name="connsiteX9" fmla="*/ 122606 w 193478"/>
                  <a:gd name="connsiteY9" fmla="*/ 39018 h 290218"/>
                  <a:gd name="connsiteX10" fmla="*/ 122929 w 193478"/>
                  <a:gd name="connsiteY10" fmla="*/ 57076 h 290218"/>
                  <a:gd name="connsiteX11" fmla="*/ 110353 w 193478"/>
                  <a:gd name="connsiteY11" fmla="*/ 67718 h 290218"/>
                  <a:gd name="connsiteX12" fmla="*/ 91972 w 193478"/>
                  <a:gd name="connsiteY12" fmla="*/ 65783 h 290218"/>
                  <a:gd name="connsiteX13" fmla="*/ 79718 w 193478"/>
                  <a:gd name="connsiteY13" fmla="*/ 84163 h 290218"/>
                  <a:gd name="connsiteX14" fmla="*/ 59403 w 193478"/>
                  <a:gd name="connsiteY14" fmla="*/ 92225 h 290218"/>
                  <a:gd name="connsiteX15" fmla="*/ 42313 w 193478"/>
                  <a:gd name="connsiteY15" fmla="*/ 94805 h 290218"/>
                  <a:gd name="connsiteX16" fmla="*/ 34251 w 193478"/>
                  <a:gd name="connsiteY16" fmla="*/ 105446 h 290218"/>
                  <a:gd name="connsiteX17" fmla="*/ 23932 w 193478"/>
                  <a:gd name="connsiteY17" fmla="*/ 115442 h 290218"/>
                  <a:gd name="connsiteX18" fmla="*/ 19095 w 193478"/>
                  <a:gd name="connsiteY18" fmla="*/ 131888 h 290218"/>
                  <a:gd name="connsiteX19" fmla="*/ 9099 w 193478"/>
                  <a:gd name="connsiteY19" fmla="*/ 138660 h 290218"/>
                  <a:gd name="connsiteX20" fmla="*/ 3294 w 193478"/>
                  <a:gd name="connsiteY20" fmla="*/ 153493 h 290218"/>
                  <a:gd name="connsiteX21" fmla="*/ 1360 w 193478"/>
                  <a:gd name="connsiteY21" fmla="*/ 181870 h 290218"/>
                  <a:gd name="connsiteX22" fmla="*/ 2327 w 193478"/>
                  <a:gd name="connsiteY22" fmla="*/ 200251 h 290218"/>
                  <a:gd name="connsiteX23" fmla="*/ 10389 w 193478"/>
                  <a:gd name="connsiteY23" fmla="*/ 215084 h 290218"/>
                  <a:gd name="connsiteX24" fmla="*/ 18773 w 193478"/>
                  <a:gd name="connsiteY24" fmla="*/ 229917 h 290218"/>
                  <a:gd name="connsiteX25" fmla="*/ 21997 w 193478"/>
                  <a:gd name="connsiteY25" fmla="*/ 244106 h 290218"/>
                  <a:gd name="connsiteX26" fmla="*/ 33606 w 193478"/>
                  <a:gd name="connsiteY26" fmla="*/ 257972 h 290218"/>
                  <a:gd name="connsiteX27" fmla="*/ 33928 w 193478"/>
                  <a:gd name="connsiteY27" fmla="*/ 277642 h 290218"/>
                  <a:gd name="connsiteX28" fmla="*/ 41668 w 193478"/>
                  <a:gd name="connsiteY28" fmla="*/ 293443 h 290218"/>
                  <a:gd name="connsiteX29" fmla="*/ 46182 w 193478"/>
                  <a:gd name="connsiteY29" fmla="*/ 278610 h 290218"/>
                  <a:gd name="connsiteX30" fmla="*/ 46182 w 193478"/>
                  <a:gd name="connsiteY30" fmla="*/ 267001 h 290218"/>
                  <a:gd name="connsiteX31" fmla="*/ 58436 w 193478"/>
                  <a:gd name="connsiteY31" fmla="*/ 266678 h 290218"/>
                  <a:gd name="connsiteX32" fmla="*/ 64885 w 193478"/>
                  <a:gd name="connsiteY32" fmla="*/ 274740 h 290218"/>
                  <a:gd name="connsiteX33" fmla="*/ 74559 w 193478"/>
                  <a:gd name="connsiteY33" fmla="*/ 286026 h 290218"/>
                  <a:gd name="connsiteX34" fmla="*/ 75849 w 193478"/>
                  <a:gd name="connsiteY34" fmla="*/ 306986 h 290218"/>
                  <a:gd name="connsiteX35" fmla="*/ 93262 w 193478"/>
                  <a:gd name="connsiteY35" fmla="*/ 315693 h 290218"/>
                  <a:gd name="connsiteX36" fmla="*/ 106806 w 193478"/>
                  <a:gd name="connsiteY36" fmla="*/ 308276 h 290218"/>
                  <a:gd name="connsiteX37" fmla="*/ 118092 w 193478"/>
                  <a:gd name="connsiteY37" fmla="*/ 292798 h 290218"/>
                  <a:gd name="connsiteX38" fmla="*/ 126798 w 193478"/>
                  <a:gd name="connsiteY38" fmla="*/ 261841 h 290218"/>
                  <a:gd name="connsiteX39" fmla="*/ 121317 w 193478"/>
                  <a:gd name="connsiteY39" fmla="*/ 234432 h 290218"/>
                  <a:gd name="connsiteX40" fmla="*/ 136150 w 193478"/>
                  <a:gd name="connsiteY40" fmla="*/ 212827 h 290218"/>
                  <a:gd name="connsiteX41" fmla="*/ 140987 w 193478"/>
                  <a:gd name="connsiteY41" fmla="*/ 188642 h 290218"/>
                  <a:gd name="connsiteX42" fmla="*/ 142922 w 193478"/>
                  <a:gd name="connsiteY42" fmla="*/ 169939 h 290218"/>
                  <a:gd name="connsiteX43" fmla="*/ 157755 w 193478"/>
                  <a:gd name="connsiteY43" fmla="*/ 168004 h 290218"/>
                  <a:gd name="connsiteX44" fmla="*/ 172588 w 193478"/>
                  <a:gd name="connsiteY44" fmla="*/ 160587 h 290218"/>
                  <a:gd name="connsiteX45" fmla="*/ 181295 w 193478"/>
                  <a:gd name="connsiteY45" fmla="*/ 161232 h 290218"/>
                  <a:gd name="connsiteX46" fmla="*/ 191291 w 193478"/>
                  <a:gd name="connsiteY46" fmla="*/ 161232 h 290218"/>
                  <a:gd name="connsiteX47" fmla="*/ 197418 w 193478"/>
                  <a:gd name="connsiteY47" fmla="*/ 116732 h 290218"/>
                  <a:gd name="connsiteX48" fmla="*/ 196773 w 193478"/>
                  <a:gd name="connsiteY48" fmla="*/ 80294 h 290218"/>
                  <a:gd name="connsiteX49" fmla="*/ 196128 w 193478"/>
                  <a:gd name="connsiteY49" fmla="*/ 58044 h 290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93478" h="290218">
                    <a:moveTo>
                      <a:pt x="196128" y="58044"/>
                    </a:moveTo>
                    <a:cubicBezTo>
                      <a:pt x="193226" y="58366"/>
                      <a:pt x="190646" y="55464"/>
                      <a:pt x="184519" y="50304"/>
                    </a:cubicBezTo>
                    <a:cubicBezTo>
                      <a:pt x="176135" y="43210"/>
                      <a:pt x="175490" y="41920"/>
                      <a:pt x="180972" y="27409"/>
                    </a:cubicBezTo>
                    <a:cubicBezTo>
                      <a:pt x="186455" y="13221"/>
                      <a:pt x="186455" y="18380"/>
                      <a:pt x="176781" y="7094"/>
                    </a:cubicBezTo>
                    <a:cubicBezTo>
                      <a:pt x="175490" y="5482"/>
                      <a:pt x="173233" y="3547"/>
                      <a:pt x="170331" y="1612"/>
                    </a:cubicBezTo>
                    <a:cubicBezTo>
                      <a:pt x="170976" y="967"/>
                      <a:pt x="171621" y="322"/>
                      <a:pt x="171943" y="0"/>
                    </a:cubicBezTo>
                    <a:cubicBezTo>
                      <a:pt x="170654" y="967"/>
                      <a:pt x="165817" y="6127"/>
                      <a:pt x="163559" y="12576"/>
                    </a:cubicBezTo>
                    <a:cubicBezTo>
                      <a:pt x="161302" y="18703"/>
                      <a:pt x="160980" y="19670"/>
                      <a:pt x="157432" y="24185"/>
                    </a:cubicBezTo>
                    <a:cubicBezTo>
                      <a:pt x="153885" y="28699"/>
                      <a:pt x="149371" y="26764"/>
                      <a:pt x="140987" y="27409"/>
                    </a:cubicBezTo>
                    <a:cubicBezTo>
                      <a:pt x="132603" y="28054"/>
                      <a:pt x="125831" y="33536"/>
                      <a:pt x="122606" y="39018"/>
                    </a:cubicBezTo>
                    <a:cubicBezTo>
                      <a:pt x="119382" y="44500"/>
                      <a:pt x="123896" y="52562"/>
                      <a:pt x="122929" y="57076"/>
                    </a:cubicBezTo>
                    <a:cubicBezTo>
                      <a:pt x="121962" y="61591"/>
                      <a:pt x="114867" y="63848"/>
                      <a:pt x="110353" y="67718"/>
                    </a:cubicBezTo>
                    <a:cubicBezTo>
                      <a:pt x="105838" y="71587"/>
                      <a:pt x="100356" y="64493"/>
                      <a:pt x="91972" y="65783"/>
                    </a:cubicBezTo>
                    <a:cubicBezTo>
                      <a:pt x="83588" y="67073"/>
                      <a:pt x="84233" y="77392"/>
                      <a:pt x="79718" y="84163"/>
                    </a:cubicBezTo>
                    <a:cubicBezTo>
                      <a:pt x="75204" y="90935"/>
                      <a:pt x="66175" y="92547"/>
                      <a:pt x="59403" y="92225"/>
                    </a:cubicBezTo>
                    <a:cubicBezTo>
                      <a:pt x="52631" y="91902"/>
                      <a:pt x="45860" y="94160"/>
                      <a:pt x="42313" y="94805"/>
                    </a:cubicBezTo>
                    <a:cubicBezTo>
                      <a:pt x="38766" y="95772"/>
                      <a:pt x="40055" y="100931"/>
                      <a:pt x="34251" y="105446"/>
                    </a:cubicBezTo>
                    <a:cubicBezTo>
                      <a:pt x="28447" y="109960"/>
                      <a:pt x="28769" y="110928"/>
                      <a:pt x="23932" y="115442"/>
                    </a:cubicBezTo>
                    <a:cubicBezTo>
                      <a:pt x="19095" y="119957"/>
                      <a:pt x="20385" y="125761"/>
                      <a:pt x="19095" y="131888"/>
                    </a:cubicBezTo>
                    <a:cubicBezTo>
                      <a:pt x="17805" y="138015"/>
                      <a:pt x="13613" y="136080"/>
                      <a:pt x="9099" y="138660"/>
                    </a:cubicBezTo>
                    <a:cubicBezTo>
                      <a:pt x="4584" y="141240"/>
                      <a:pt x="6519" y="148979"/>
                      <a:pt x="3294" y="153493"/>
                    </a:cubicBezTo>
                    <a:cubicBezTo>
                      <a:pt x="70" y="158008"/>
                      <a:pt x="5229" y="175421"/>
                      <a:pt x="1360" y="181870"/>
                    </a:cubicBezTo>
                    <a:cubicBezTo>
                      <a:pt x="-2188" y="187997"/>
                      <a:pt x="2327" y="196058"/>
                      <a:pt x="2327" y="200251"/>
                    </a:cubicBezTo>
                    <a:cubicBezTo>
                      <a:pt x="2327" y="204443"/>
                      <a:pt x="9099" y="210892"/>
                      <a:pt x="10389" y="215084"/>
                    </a:cubicBezTo>
                    <a:cubicBezTo>
                      <a:pt x="11678" y="219276"/>
                      <a:pt x="20385" y="223468"/>
                      <a:pt x="18773" y="229917"/>
                    </a:cubicBezTo>
                    <a:cubicBezTo>
                      <a:pt x="17483" y="236044"/>
                      <a:pt x="19095" y="237012"/>
                      <a:pt x="21997" y="244106"/>
                    </a:cubicBezTo>
                    <a:cubicBezTo>
                      <a:pt x="24577" y="251200"/>
                      <a:pt x="33606" y="255715"/>
                      <a:pt x="33606" y="257972"/>
                    </a:cubicBezTo>
                    <a:cubicBezTo>
                      <a:pt x="33606" y="260229"/>
                      <a:pt x="33606" y="271515"/>
                      <a:pt x="33928" y="277642"/>
                    </a:cubicBezTo>
                    <a:cubicBezTo>
                      <a:pt x="34251" y="283769"/>
                      <a:pt x="40055" y="294733"/>
                      <a:pt x="41668" y="293443"/>
                    </a:cubicBezTo>
                    <a:cubicBezTo>
                      <a:pt x="42957" y="292153"/>
                      <a:pt x="46504" y="285059"/>
                      <a:pt x="46182" y="278610"/>
                    </a:cubicBezTo>
                    <a:cubicBezTo>
                      <a:pt x="45860" y="272483"/>
                      <a:pt x="43925" y="271515"/>
                      <a:pt x="46182" y="267001"/>
                    </a:cubicBezTo>
                    <a:cubicBezTo>
                      <a:pt x="48439" y="262486"/>
                      <a:pt x="53922" y="264421"/>
                      <a:pt x="58436" y="266678"/>
                    </a:cubicBezTo>
                    <a:cubicBezTo>
                      <a:pt x="62951" y="268936"/>
                      <a:pt x="64885" y="270225"/>
                      <a:pt x="64885" y="274740"/>
                    </a:cubicBezTo>
                    <a:cubicBezTo>
                      <a:pt x="64885" y="279254"/>
                      <a:pt x="74559" y="281512"/>
                      <a:pt x="74559" y="286026"/>
                    </a:cubicBezTo>
                    <a:cubicBezTo>
                      <a:pt x="74559" y="290541"/>
                      <a:pt x="69722" y="299570"/>
                      <a:pt x="75849" y="306986"/>
                    </a:cubicBezTo>
                    <a:cubicBezTo>
                      <a:pt x="81976" y="314403"/>
                      <a:pt x="85201" y="314403"/>
                      <a:pt x="93262" y="315693"/>
                    </a:cubicBezTo>
                    <a:cubicBezTo>
                      <a:pt x="101324" y="316983"/>
                      <a:pt x="99389" y="316338"/>
                      <a:pt x="106806" y="308276"/>
                    </a:cubicBezTo>
                    <a:cubicBezTo>
                      <a:pt x="114222" y="300215"/>
                      <a:pt x="115512" y="298280"/>
                      <a:pt x="118092" y="292798"/>
                    </a:cubicBezTo>
                    <a:cubicBezTo>
                      <a:pt x="120671" y="287316"/>
                      <a:pt x="125509" y="271838"/>
                      <a:pt x="126798" y="261841"/>
                    </a:cubicBezTo>
                    <a:cubicBezTo>
                      <a:pt x="128088" y="251845"/>
                      <a:pt x="121317" y="243783"/>
                      <a:pt x="121317" y="234432"/>
                    </a:cubicBezTo>
                    <a:cubicBezTo>
                      <a:pt x="121317" y="225080"/>
                      <a:pt x="126798" y="222178"/>
                      <a:pt x="136150" y="212827"/>
                    </a:cubicBezTo>
                    <a:cubicBezTo>
                      <a:pt x="145501" y="203475"/>
                      <a:pt x="142922" y="198638"/>
                      <a:pt x="140987" y="188642"/>
                    </a:cubicBezTo>
                    <a:cubicBezTo>
                      <a:pt x="139052" y="178646"/>
                      <a:pt x="137762" y="178001"/>
                      <a:pt x="142922" y="169939"/>
                    </a:cubicBezTo>
                    <a:cubicBezTo>
                      <a:pt x="148403" y="161877"/>
                      <a:pt x="153563" y="168004"/>
                      <a:pt x="157755" y="168004"/>
                    </a:cubicBezTo>
                    <a:cubicBezTo>
                      <a:pt x="161947" y="168004"/>
                      <a:pt x="167106" y="167359"/>
                      <a:pt x="172588" y="160587"/>
                    </a:cubicBezTo>
                    <a:cubicBezTo>
                      <a:pt x="178070" y="153816"/>
                      <a:pt x="178070" y="158008"/>
                      <a:pt x="181295" y="161232"/>
                    </a:cubicBezTo>
                    <a:cubicBezTo>
                      <a:pt x="183552" y="163490"/>
                      <a:pt x="186455" y="162522"/>
                      <a:pt x="191291" y="161232"/>
                    </a:cubicBezTo>
                    <a:cubicBezTo>
                      <a:pt x="194516" y="141885"/>
                      <a:pt x="195161" y="126084"/>
                      <a:pt x="197418" y="116732"/>
                    </a:cubicBezTo>
                    <a:cubicBezTo>
                      <a:pt x="200643" y="103834"/>
                      <a:pt x="199998" y="100609"/>
                      <a:pt x="196773" y="80294"/>
                    </a:cubicBezTo>
                    <a:cubicBezTo>
                      <a:pt x="195161" y="67395"/>
                      <a:pt x="195484" y="64493"/>
                      <a:pt x="196128" y="5804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grpSp>
            <p:nvGrpSpPr>
              <p:cNvPr id="67" name="Graphic 4">
                <a:extLst>
                  <a:ext uri="{FF2B5EF4-FFF2-40B4-BE49-F238E27FC236}">
                    <a16:creationId xmlns:a16="http://schemas.microsoft.com/office/drawing/2014/main" id="{FCF67C3C-649D-F13D-10AC-E092C990774A}"/>
                  </a:ext>
                </a:extLst>
              </p:cNvPr>
              <p:cNvGrpSpPr/>
              <p:nvPr/>
            </p:nvGrpSpPr>
            <p:grpSpPr>
              <a:xfrm>
                <a:off x="8069730" y="3038588"/>
                <a:ext cx="60896" cy="180258"/>
                <a:chOff x="8069730" y="3038588"/>
                <a:chExt cx="60896" cy="180258"/>
              </a:xfrm>
              <a:grpFill/>
            </p:grpSpPr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266A8EFC-AABE-6870-BE26-6B93C47C5371}"/>
                    </a:ext>
                  </a:extLst>
                </p:cNvPr>
                <p:cNvSpPr/>
                <p:nvPr/>
              </p:nvSpPr>
              <p:spPr>
                <a:xfrm>
                  <a:off x="8092898" y="3186600"/>
                  <a:ext cx="32246" cy="32246"/>
                </a:xfrm>
                <a:custGeom>
                  <a:avLst/>
                  <a:gdLst>
                    <a:gd name="connsiteX0" fmla="*/ 3918 w 0"/>
                    <a:gd name="connsiteY0" fmla="*/ 21324 h 0"/>
                    <a:gd name="connsiteX1" fmla="*/ 3274 w 0"/>
                    <a:gd name="connsiteY1" fmla="*/ 21324 h 0"/>
                    <a:gd name="connsiteX2" fmla="*/ 49 w 0"/>
                    <a:gd name="connsiteY2" fmla="*/ 16809 h 0"/>
                    <a:gd name="connsiteX3" fmla="*/ 1984 w 0"/>
                    <a:gd name="connsiteY3" fmla="*/ 3588 h 0"/>
                    <a:gd name="connsiteX4" fmla="*/ 6498 w 0"/>
                    <a:gd name="connsiteY4" fmla="*/ 41 h 0"/>
                    <a:gd name="connsiteX5" fmla="*/ 10045 w 0"/>
                    <a:gd name="connsiteY5" fmla="*/ 4556 h 0"/>
                    <a:gd name="connsiteX6" fmla="*/ 8111 w 0"/>
                    <a:gd name="connsiteY6" fmla="*/ 18099 h 0"/>
                    <a:gd name="connsiteX7" fmla="*/ 3918 w 0"/>
                    <a:gd name="connsiteY7" fmla="*/ 2132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>
                      <a:moveTo>
                        <a:pt x="3918" y="21324"/>
                      </a:moveTo>
                      <a:cubicBezTo>
                        <a:pt x="3596" y="21324"/>
                        <a:pt x="3596" y="21324"/>
                        <a:pt x="3274" y="21324"/>
                      </a:cubicBezTo>
                      <a:cubicBezTo>
                        <a:pt x="1016" y="21001"/>
                        <a:pt x="-273" y="18744"/>
                        <a:pt x="49" y="16809"/>
                      </a:cubicBezTo>
                      <a:cubicBezTo>
                        <a:pt x="694" y="12295"/>
                        <a:pt x="1339" y="7780"/>
                        <a:pt x="1984" y="3588"/>
                      </a:cubicBezTo>
                      <a:cubicBezTo>
                        <a:pt x="2306" y="1331"/>
                        <a:pt x="4241" y="-281"/>
                        <a:pt x="6498" y="41"/>
                      </a:cubicBezTo>
                      <a:cubicBezTo>
                        <a:pt x="8756" y="364"/>
                        <a:pt x="10368" y="2298"/>
                        <a:pt x="10045" y="4556"/>
                      </a:cubicBezTo>
                      <a:cubicBezTo>
                        <a:pt x="9400" y="8748"/>
                        <a:pt x="8756" y="13262"/>
                        <a:pt x="8111" y="18099"/>
                      </a:cubicBezTo>
                      <a:cubicBezTo>
                        <a:pt x="7788" y="19711"/>
                        <a:pt x="5853" y="21324"/>
                        <a:pt x="3918" y="21324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33395C51-3870-7738-BBDC-C268EA288796}"/>
                    </a:ext>
                  </a:extLst>
                </p:cNvPr>
                <p:cNvSpPr/>
                <p:nvPr/>
              </p:nvSpPr>
              <p:spPr>
                <a:xfrm>
                  <a:off x="8098380" y="3138236"/>
                  <a:ext cx="32246" cy="32246"/>
                </a:xfrm>
                <a:custGeom>
                  <a:avLst/>
                  <a:gdLst>
                    <a:gd name="connsiteX0" fmla="*/ 4241 w 0"/>
                    <a:gd name="connsiteY0" fmla="*/ 28090 h 0"/>
                    <a:gd name="connsiteX1" fmla="*/ 3274 w 0"/>
                    <a:gd name="connsiteY1" fmla="*/ 28090 h 0"/>
                    <a:gd name="connsiteX2" fmla="*/ 49 w 0"/>
                    <a:gd name="connsiteY2" fmla="*/ 23253 h 0"/>
                    <a:gd name="connsiteX3" fmla="*/ 694 w 0"/>
                    <a:gd name="connsiteY3" fmla="*/ 20351 h 0"/>
                    <a:gd name="connsiteX4" fmla="*/ 2629 w 0"/>
                    <a:gd name="connsiteY4" fmla="*/ 7452 h 0"/>
                    <a:gd name="connsiteX5" fmla="*/ 2629 w 0"/>
                    <a:gd name="connsiteY5" fmla="*/ 4227 h 0"/>
                    <a:gd name="connsiteX6" fmla="*/ 6498 w 0"/>
                    <a:gd name="connsiteY6" fmla="*/ 35 h 0"/>
                    <a:gd name="connsiteX7" fmla="*/ 10690 w 0"/>
                    <a:gd name="connsiteY7" fmla="*/ 3905 h 0"/>
                    <a:gd name="connsiteX8" fmla="*/ 10690 w 0"/>
                    <a:gd name="connsiteY8" fmla="*/ 7775 h 0"/>
                    <a:gd name="connsiteX9" fmla="*/ 8433 w 0"/>
                    <a:gd name="connsiteY9" fmla="*/ 22608 h 0"/>
                    <a:gd name="connsiteX10" fmla="*/ 7788 w 0"/>
                    <a:gd name="connsiteY10" fmla="*/ 25187 h 0"/>
                    <a:gd name="connsiteX11" fmla="*/ 4241 w 0"/>
                    <a:gd name="connsiteY11" fmla="*/ 2809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4241" y="28090"/>
                      </a:moveTo>
                      <a:cubicBezTo>
                        <a:pt x="3918" y="28090"/>
                        <a:pt x="3596" y="28090"/>
                        <a:pt x="3274" y="28090"/>
                      </a:cubicBezTo>
                      <a:cubicBezTo>
                        <a:pt x="1016" y="27767"/>
                        <a:pt x="-273" y="25510"/>
                        <a:pt x="49" y="23253"/>
                      </a:cubicBezTo>
                      <a:cubicBezTo>
                        <a:pt x="371" y="22285"/>
                        <a:pt x="371" y="21318"/>
                        <a:pt x="694" y="20351"/>
                      </a:cubicBezTo>
                      <a:cubicBezTo>
                        <a:pt x="2306" y="14546"/>
                        <a:pt x="2629" y="10999"/>
                        <a:pt x="2629" y="7452"/>
                      </a:cubicBezTo>
                      <a:cubicBezTo>
                        <a:pt x="2629" y="6485"/>
                        <a:pt x="2629" y="5517"/>
                        <a:pt x="2629" y="4227"/>
                      </a:cubicBezTo>
                      <a:cubicBezTo>
                        <a:pt x="2629" y="1970"/>
                        <a:pt x="4241" y="35"/>
                        <a:pt x="6498" y="35"/>
                      </a:cubicBezTo>
                      <a:cubicBezTo>
                        <a:pt x="8756" y="-287"/>
                        <a:pt x="10690" y="1648"/>
                        <a:pt x="10690" y="3905"/>
                      </a:cubicBezTo>
                      <a:cubicBezTo>
                        <a:pt x="10690" y="5195"/>
                        <a:pt x="10690" y="6485"/>
                        <a:pt x="10690" y="7775"/>
                      </a:cubicBezTo>
                      <a:cubicBezTo>
                        <a:pt x="10690" y="12934"/>
                        <a:pt x="9723" y="17126"/>
                        <a:pt x="8433" y="22608"/>
                      </a:cubicBezTo>
                      <a:cubicBezTo>
                        <a:pt x="8111" y="23253"/>
                        <a:pt x="8111" y="24220"/>
                        <a:pt x="7788" y="25187"/>
                      </a:cubicBezTo>
                      <a:cubicBezTo>
                        <a:pt x="7788" y="26477"/>
                        <a:pt x="6176" y="28090"/>
                        <a:pt x="4241" y="2809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38262868-ED58-46DC-86F2-5030DF332F2A}"/>
                    </a:ext>
                  </a:extLst>
                </p:cNvPr>
                <p:cNvSpPr/>
                <p:nvPr/>
              </p:nvSpPr>
              <p:spPr>
                <a:xfrm>
                  <a:off x="8086405" y="3088842"/>
                  <a:ext cx="32246" cy="32246"/>
                </a:xfrm>
                <a:custGeom>
                  <a:avLst/>
                  <a:gdLst>
                    <a:gd name="connsiteX0" fmla="*/ 14604 w 0"/>
                    <a:gd name="connsiteY0" fmla="*/ 28792 h 0"/>
                    <a:gd name="connsiteX1" fmla="*/ 10734 w 0"/>
                    <a:gd name="connsiteY1" fmla="*/ 25245 h 0"/>
                    <a:gd name="connsiteX2" fmla="*/ 10734 w 0"/>
                    <a:gd name="connsiteY2" fmla="*/ 14604 h 0"/>
                    <a:gd name="connsiteX3" fmla="*/ 3962 w 0"/>
                    <a:gd name="connsiteY3" fmla="*/ 9444 h 0"/>
                    <a:gd name="connsiteX4" fmla="*/ 1382 w 0"/>
                    <a:gd name="connsiteY4" fmla="*/ 7187 h 0"/>
                    <a:gd name="connsiteX5" fmla="*/ 1060 w 0"/>
                    <a:gd name="connsiteY5" fmla="*/ 1383 h 0"/>
                    <a:gd name="connsiteX6" fmla="*/ 6864 w 0"/>
                    <a:gd name="connsiteY6" fmla="*/ 1060 h 0"/>
                    <a:gd name="connsiteX7" fmla="*/ 9444 w 0"/>
                    <a:gd name="connsiteY7" fmla="*/ 3317 h 0"/>
                    <a:gd name="connsiteX8" fmla="*/ 14926 w 0"/>
                    <a:gd name="connsiteY8" fmla="*/ 7187 h 0"/>
                    <a:gd name="connsiteX9" fmla="*/ 14926 w 0"/>
                    <a:gd name="connsiteY9" fmla="*/ 7187 h 0"/>
                    <a:gd name="connsiteX10" fmla="*/ 19763 w 0"/>
                    <a:gd name="connsiteY10" fmla="*/ 6864 h 0"/>
                    <a:gd name="connsiteX11" fmla="*/ 19118 w 0"/>
                    <a:gd name="connsiteY11" fmla="*/ 12669 h 0"/>
                    <a:gd name="connsiteX12" fmla="*/ 18796 w 0"/>
                    <a:gd name="connsiteY12" fmla="*/ 24600 h 0"/>
                    <a:gd name="connsiteX13" fmla="*/ 15249 w 0"/>
                    <a:gd name="connsiteY13" fmla="*/ 29114 h 0"/>
                    <a:gd name="connsiteX14" fmla="*/ 14604 w 0"/>
                    <a:gd name="connsiteY14" fmla="*/ 2879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>
                      <a:moveTo>
                        <a:pt x="14604" y="28792"/>
                      </a:moveTo>
                      <a:cubicBezTo>
                        <a:pt x="12669" y="28792"/>
                        <a:pt x="10734" y="27180"/>
                        <a:pt x="10734" y="25245"/>
                      </a:cubicBezTo>
                      <a:cubicBezTo>
                        <a:pt x="10089" y="20408"/>
                        <a:pt x="10411" y="17506"/>
                        <a:pt x="10734" y="14604"/>
                      </a:cubicBezTo>
                      <a:cubicBezTo>
                        <a:pt x="8800" y="13636"/>
                        <a:pt x="6542" y="11701"/>
                        <a:pt x="3962" y="9444"/>
                      </a:cubicBezTo>
                      <a:lnTo>
                        <a:pt x="1382" y="7187"/>
                      </a:lnTo>
                      <a:cubicBezTo>
                        <a:pt x="-230" y="5897"/>
                        <a:pt x="-552" y="3317"/>
                        <a:pt x="1060" y="1383"/>
                      </a:cubicBezTo>
                      <a:cubicBezTo>
                        <a:pt x="2350" y="-230"/>
                        <a:pt x="4930" y="-552"/>
                        <a:pt x="6864" y="1060"/>
                      </a:cubicBezTo>
                      <a:lnTo>
                        <a:pt x="9444" y="3317"/>
                      </a:lnTo>
                      <a:cubicBezTo>
                        <a:pt x="11702" y="5252"/>
                        <a:pt x="13959" y="7187"/>
                        <a:pt x="14926" y="7187"/>
                      </a:cubicBezTo>
                      <a:cubicBezTo>
                        <a:pt x="14926" y="7187"/>
                        <a:pt x="14926" y="7187"/>
                        <a:pt x="14926" y="7187"/>
                      </a:cubicBezTo>
                      <a:lnTo>
                        <a:pt x="19763" y="6864"/>
                      </a:lnTo>
                      <a:lnTo>
                        <a:pt x="19118" y="12669"/>
                      </a:lnTo>
                      <a:cubicBezTo>
                        <a:pt x="18473" y="16538"/>
                        <a:pt x="18473" y="19118"/>
                        <a:pt x="18796" y="24600"/>
                      </a:cubicBezTo>
                      <a:cubicBezTo>
                        <a:pt x="19118" y="26857"/>
                        <a:pt x="17506" y="28792"/>
                        <a:pt x="15249" y="29114"/>
                      </a:cubicBezTo>
                      <a:cubicBezTo>
                        <a:pt x="14926" y="28792"/>
                        <a:pt x="14926" y="28792"/>
                        <a:pt x="14604" y="2879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F61BC9B0-115B-CF83-8EDF-B3A4F663FE99}"/>
                    </a:ext>
                  </a:extLst>
                </p:cNvPr>
                <p:cNvSpPr/>
                <p:nvPr/>
              </p:nvSpPr>
              <p:spPr>
                <a:xfrm>
                  <a:off x="8069730" y="3038588"/>
                  <a:ext cx="32246" cy="32246"/>
                </a:xfrm>
                <a:custGeom>
                  <a:avLst/>
                  <a:gdLst>
                    <a:gd name="connsiteX0" fmla="*/ 15801 w 0"/>
                    <a:gd name="connsiteY0" fmla="*/ 18744 h 0"/>
                    <a:gd name="connsiteX1" fmla="*/ 12898 w 0"/>
                    <a:gd name="connsiteY1" fmla="*/ 17454 h 0"/>
                    <a:gd name="connsiteX2" fmla="*/ 9674 w 0"/>
                    <a:gd name="connsiteY2" fmla="*/ 13585 h 0"/>
                    <a:gd name="connsiteX3" fmla="*/ 3869 w 0"/>
                    <a:gd name="connsiteY3" fmla="*/ 8748 h 0"/>
                    <a:gd name="connsiteX4" fmla="*/ 0 w 0"/>
                    <a:gd name="connsiteY4" fmla="*/ 6168 h 0"/>
                    <a:gd name="connsiteX5" fmla="*/ 3225 w 0"/>
                    <a:gd name="connsiteY5" fmla="*/ 2943 h 0"/>
                    <a:gd name="connsiteX6" fmla="*/ 5482 w 0"/>
                    <a:gd name="connsiteY6" fmla="*/ 686 h 0"/>
                    <a:gd name="connsiteX7" fmla="*/ 10964 w 0"/>
                    <a:gd name="connsiteY7" fmla="*/ 1654 h 0"/>
                    <a:gd name="connsiteX8" fmla="*/ 11609 w 0"/>
                    <a:gd name="connsiteY8" fmla="*/ 4556 h 0"/>
                    <a:gd name="connsiteX9" fmla="*/ 15801 w 0"/>
                    <a:gd name="connsiteY9" fmla="*/ 8425 h 0"/>
                    <a:gd name="connsiteX10" fmla="*/ 18703 w 0"/>
                    <a:gd name="connsiteY10" fmla="*/ 11972 h 0"/>
                    <a:gd name="connsiteX11" fmla="*/ 18381 w 0"/>
                    <a:gd name="connsiteY11" fmla="*/ 17777 h 0"/>
                    <a:gd name="connsiteX12" fmla="*/ 15801 w 0"/>
                    <a:gd name="connsiteY12" fmla="*/ 1874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>
                      <a:moveTo>
                        <a:pt x="15801" y="18744"/>
                      </a:moveTo>
                      <a:cubicBezTo>
                        <a:pt x="14834" y="18744"/>
                        <a:pt x="13543" y="18422"/>
                        <a:pt x="12898" y="17454"/>
                      </a:cubicBezTo>
                      <a:cubicBezTo>
                        <a:pt x="11931" y="16487"/>
                        <a:pt x="10964" y="15197"/>
                        <a:pt x="9674" y="13585"/>
                      </a:cubicBezTo>
                      <a:cubicBezTo>
                        <a:pt x="8707" y="12295"/>
                        <a:pt x="6449" y="10360"/>
                        <a:pt x="3869" y="8748"/>
                      </a:cubicBezTo>
                      <a:lnTo>
                        <a:pt x="0" y="6168"/>
                      </a:lnTo>
                      <a:lnTo>
                        <a:pt x="3225" y="2943"/>
                      </a:lnTo>
                      <a:cubicBezTo>
                        <a:pt x="4192" y="1976"/>
                        <a:pt x="4837" y="1331"/>
                        <a:pt x="5482" y="686"/>
                      </a:cubicBezTo>
                      <a:cubicBezTo>
                        <a:pt x="7417" y="-604"/>
                        <a:pt x="9674" y="41"/>
                        <a:pt x="10964" y="1654"/>
                      </a:cubicBezTo>
                      <a:cubicBezTo>
                        <a:pt x="11609" y="2621"/>
                        <a:pt x="11609" y="3588"/>
                        <a:pt x="11609" y="4556"/>
                      </a:cubicBezTo>
                      <a:cubicBezTo>
                        <a:pt x="13221" y="5846"/>
                        <a:pt x="14511" y="7136"/>
                        <a:pt x="15801" y="8425"/>
                      </a:cubicBezTo>
                      <a:cubicBezTo>
                        <a:pt x="17091" y="9715"/>
                        <a:pt x="18058" y="11005"/>
                        <a:pt x="18703" y="11972"/>
                      </a:cubicBezTo>
                      <a:cubicBezTo>
                        <a:pt x="20315" y="13585"/>
                        <a:pt x="19993" y="16165"/>
                        <a:pt x="18381" y="17777"/>
                      </a:cubicBezTo>
                      <a:cubicBezTo>
                        <a:pt x="17736" y="18422"/>
                        <a:pt x="16768" y="18744"/>
                        <a:pt x="15801" y="18744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8" name="Graphic 4">
                <a:extLst>
                  <a:ext uri="{FF2B5EF4-FFF2-40B4-BE49-F238E27FC236}">
                    <a16:creationId xmlns:a16="http://schemas.microsoft.com/office/drawing/2014/main" id="{5FE2061C-3BA6-480B-58EE-E99F72776344}"/>
                  </a:ext>
                </a:extLst>
              </p:cNvPr>
              <p:cNvGrpSpPr/>
              <p:nvPr/>
            </p:nvGrpSpPr>
            <p:grpSpPr>
              <a:xfrm>
                <a:off x="8217419" y="2800206"/>
                <a:ext cx="286797" cy="347895"/>
                <a:chOff x="8217419" y="2800206"/>
                <a:chExt cx="286797" cy="347895"/>
              </a:xfrm>
              <a:grpFill/>
            </p:grpSpPr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E30B5938-FDB1-3E74-E6B4-936D14FF1F3D}"/>
                    </a:ext>
                  </a:extLst>
                </p:cNvPr>
                <p:cNvSpPr/>
                <p:nvPr/>
              </p:nvSpPr>
              <p:spPr>
                <a:xfrm>
                  <a:off x="8471970" y="2813998"/>
                  <a:ext cx="32246" cy="32246"/>
                </a:xfrm>
                <a:custGeom>
                  <a:avLst/>
                  <a:gdLst>
                    <a:gd name="connsiteX0" fmla="*/ 16642 w 0"/>
                    <a:gd name="connsiteY0" fmla="*/ 12772 h 0"/>
                    <a:gd name="connsiteX1" fmla="*/ 15030 w 0"/>
                    <a:gd name="connsiteY1" fmla="*/ 12450 h 0"/>
                    <a:gd name="connsiteX2" fmla="*/ 2776 w 0"/>
                    <a:gd name="connsiteY2" fmla="*/ 7935 h 0"/>
                    <a:gd name="connsiteX3" fmla="*/ 196 w 0"/>
                    <a:gd name="connsiteY3" fmla="*/ 2776 h 0"/>
                    <a:gd name="connsiteX4" fmla="*/ 5356 w 0"/>
                    <a:gd name="connsiteY4" fmla="*/ 196 h 0"/>
                    <a:gd name="connsiteX5" fmla="*/ 18577 w 0"/>
                    <a:gd name="connsiteY5" fmla="*/ 5033 h 0"/>
                    <a:gd name="connsiteX6" fmla="*/ 20511 w 0"/>
                    <a:gd name="connsiteY6" fmla="*/ 10515 h 0"/>
                    <a:gd name="connsiteX7" fmla="*/ 16642 w 0"/>
                    <a:gd name="connsiteY7" fmla="*/ 1277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>
                      <a:moveTo>
                        <a:pt x="16642" y="12772"/>
                      </a:moveTo>
                      <a:cubicBezTo>
                        <a:pt x="15997" y="12772"/>
                        <a:pt x="15675" y="12772"/>
                        <a:pt x="15030" y="12450"/>
                      </a:cubicBezTo>
                      <a:cubicBezTo>
                        <a:pt x="9870" y="10193"/>
                        <a:pt x="6001" y="8903"/>
                        <a:pt x="2776" y="7935"/>
                      </a:cubicBezTo>
                      <a:cubicBezTo>
                        <a:pt x="519" y="7290"/>
                        <a:pt x="-449" y="5033"/>
                        <a:pt x="196" y="2776"/>
                      </a:cubicBezTo>
                      <a:cubicBezTo>
                        <a:pt x="841" y="518"/>
                        <a:pt x="3099" y="-449"/>
                        <a:pt x="5356" y="196"/>
                      </a:cubicBezTo>
                      <a:cubicBezTo>
                        <a:pt x="8580" y="1164"/>
                        <a:pt x="13095" y="2453"/>
                        <a:pt x="18577" y="5033"/>
                      </a:cubicBezTo>
                      <a:cubicBezTo>
                        <a:pt x="20511" y="6001"/>
                        <a:pt x="21479" y="8258"/>
                        <a:pt x="20511" y="10515"/>
                      </a:cubicBezTo>
                      <a:cubicBezTo>
                        <a:pt x="19544" y="12127"/>
                        <a:pt x="18254" y="12772"/>
                        <a:pt x="16642" y="1277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C2AA8C85-646F-FD64-0433-A3709C892404}"/>
                    </a:ext>
                  </a:extLst>
                </p:cNvPr>
                <p:cNvSpPr/>
                <p:nvPr/>
              </p:nvSpPr>
              <p:spPr>
                <a:xfrm>
                  <a:off x="8313707" y="2800206"/>
                  <a:ext cx="128986" cy="64493"/>
                </a:xfrm>
                <a:custGeom>
                  <a:avLst/>
                  <a:gdLst>
                    <a:gd name="connsiteX0" fmla="*/ 3999 w 128985"/>
                    <a:gd name="connsiteY0" fmla="*/ 75901 h 64492"/>
                    <a:gd name="connsiteX1" fmla="*/ 1741 w 128985"/>
                    <a:gd name="connsiteY1" fmla="*/ 75256 h 64492"/>
                    <a:gd name="connsiteX2" fmla="*/ 774 w 128985"/>
                    <a:gd name="connsiteY2" fmla="*/ 69774 h 64492"/>
                    <a:gd name="connsiteX3" fmla="*/ 3999 w 128985"/>
                    <a:gd name="connsiteY3" fmla="*/ 63970 h 64492"/>
                    <a:gd name="connsiteX4" fmla="*/ 6256 w 128985"/>
                    <a:gd name="connsiteY4" fmla="*/ 59778 h 64492"/>
                    <a:gd name="connsiteX5" fmla="*/ 7546 w 128985"/>
                    <a:gd name="connsiteY5" fmla="*/ 57521 h 64492"/>
                    <a:gd name="connsiteX6" fmla="*/ 14317 w 128985"/>
                    <a:gd name="connsiteY6" fmla="*/ 45590 h 64492"/>
                    <a:gd name="connsiteX7" fmla="*/ 19800 w 128985"/>
                    <a:gd name="connsiteY7" fmla="*/ 43977 h 64492"/>
                    <a:gd name="connsiteX8" fmla="*/ 21412 w 128985"/>
                    <a:gd name="connsiteY8" fmla="*/ 49459 h 64492"/>
                    <a:gd name="connsiteX9" fmla="*/ 14317 w 128985"/>
                    <a:gd name="connsiteY9" fmla="*/ 61713 h 64492"/>
                    <a:gd name="connsiteX10" fmla="*/ 13028 w 128985"/>
                    <a:gd name="connsiteY10" fmla="*/ 63970 h 64492"/>
                    <a:gd name="connsiteX11" fmla="*/ 10770 w 128985"/>
                    <a:gd name="connsiteY11" fmla="*/ 67840 h 64492"/>
                    <a:gd name="connsiteX12" fmla="*/ 6901 w 128985"/>
                    <a:gd name="connsiteY12" fmla="*/ 74611 h 64492"/>
                    <a:gd name="connsiteX13" fmla="*/ 3999 w 128985"/>
                    <a:gd name="connsiteY13" fmla="*/ 75901 h 64492"/>
                    <a:gd name="connsiteX14" fmla="*/ 36890 w 128985"/>
                    <a:gd name="connsiteY14" fmla="*/ 18825 h 64492"/>
                    <a:gd name="connsiteX15" fmla="*/ 33020 w 128985"/>
                    <a:gd name="connsiteY15" fmla="*/ 15600 h 64492"/>
                    <a:gd name="connsiteX16" fmla="*/ 36245 w 128985"/>
                    <a:gd name="connsiteY16" fmla="*/ 11086 h 64492"/>
                    <a:gd name="connsiteX17" fmla="*/ 38502 w 128985"/>
                    <a:gd name="connsiteY17" fmla="*/ 10763 h 64492"/>
                    <a:gd name="connsiteX18" fmla="*/ 65590 w 128985"/>
                    <a:gd name="connsiteY18" fmla="*/ 10763 h 64492"/>
                    <a:gd name="connsiteX19" fmla="*/ 69459 w 128985"/>
                    <a:gd name="connsiteY19" fmla="*/ 14955 h 64492"/>
                    <a:gd name="connsiteX20" fmla="*/ 65267 w 128985"/>
                    <a:gd name="connsiteY20" fmla="*/ 18825 h 64492"/>
                    <a:gd name="connsiteX21" fmla="*/ 39147 w 128985"/>
                    <a:gd name="connsiteY21" fmla="*/ 18825 h 64492"/>
                    <a:gd name="connsiteX22" fmla="*/ 37858 w 128985"/>
                    <a:gd name="connsiteY22" fmla="*/ 18825 h 64492"/>
                    <a:gd name="connsiteX23" fmla="*/ 36890 w 128985"/>
                    <a:gd name="connsiteY23" fmla="*/ 18825 h 64492"/>
                    <a:gd name="connsiteX24" fmla="*/ 104930 w 128985"/>
                    <a:gd name="connsiteY24" fmla="*/ 17858 h 64492"/>
                    <a:gd name="connsiteX25" fmla="*/ 101060 w 128985"/>
                    <a:gd name="connsiteY25" fmla="*/ 14633 h 64492"/>
                    <a:gd name="connsiteX26" fmla="*/ 103963 w 128985"/>
                    <a:gd name="connsiteY26" fmla="*/ 9796 h 64492"/>
                    <a:gd name="connsiteX27" fmla="*/ 129760 w 128985"/>
                    <a:gd name="connsiteY27" fmla="*/ 444 h 64492"/>
                    <a:gd name="connsiteX28" fmla="*/ 135242 w 128985"/>
                    <a:gd name="connsiteY28" fmla="*/ 2057 h 64492"/>
                    <a:gd name="connsiteX29" fmla="*/ 133630 w 128985"/>
                    <a:gd name="connsiteY29" fmla="*/ 7539 h 64492"/>
                    <a:gd name="connsiteX30" fmla="*/ 106220 w 128985"/>
                    <a:gd name="connsiteY30" fmla="*/ 17535 h 64492"/>
                    <a:gd name="connsiteX31" fmla="*/ 104930 w 128985"/>
                    <a:gd name="connsiteY31" fmla="*/ 17858 h 64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128985" h="64492">
                      <a:moveTo>
                        <a:pt x="3999" y="75901"/>
                      </a:moveTo>
                      <a:cubicBezTo>
                        <a:pt x="3354" y="75901"/>
                        <a:pt x="2386" y="75579"/>
                        <a:pt x="1741" y="75256"/>
                      </a:cubicBezTo>
                      <a:cubicBezTo>
                        <a:pt x="-194" y="73967"/>
                        <a:pt x="-516" y="71387"/>
                        <a:pt x="774" y="69774"/>
                      </a:cubicBezTo>
                      <a:cubicBezTo>
                        <a:pt x="2064" y="68162"/>
                        <a:pt x="3031" y="66227"/>
                        <a:pt x="3999" y="63970"/>
                      </a:cubicBezTo>
                      <a:cubicBezTo>
                        <a:pt x="4644" y="62680"/>
                        <a:pt x="5611" y="61068"/>
                        <a:pt x="6256" y="59778"/>
                      </a:cubicBezTo>
                      <a:lnTo>
                        <a:pt x="7546" y="57521"/>
                      </a:lnTo>
                      <a:cubicBezTo>
                        <a:pt x="9803" y="53651"/>
                        <a:pt x="12383" y="49459"/>
                        <a:pt x="14317" y="45590"/>
                      </a:cubicBezTo>
                      <a:cubicBezTo>
                        <a:pt x="15285" y="43655"/>
                        <a:pt x="17864" y="42687"/>
                        <a:pt x="19800" y="43977"/>
                      </a:cubicBezTo>
                      <a:cubicBezTo>
                        <a:pt x="21734" y="44945"/>
                        <a:pt x="22702" y="47524"/>
                        <a:pt x="21412" y="49459"/>
                      </a:cubicBezTo>
                      <a:cubicBezTo>
                        <a:pt x="19155" y="53651"/>
                        <a:pt x="16575" y="57843"/>
                        <a:pt x="14317" y="61713"/>
                      </a:cubicBezTo>
                      <a:lnTo>
                        <a:pt x="13028" y="63970"/>
                      </a:lnTo>
                      <a:cubicBezTo>
                        <a:pt x="12383" y="65260"/>
                        <a:pt x="11738" y="66550"/>
                        <a:pt x="10770" y="67840"/>
                      </a:cubicBezTo>
                      <a:cubicBezTo>
                        <a:pt x="9480" y="70097"/>
                        <a:pt x="8191" y="72354"/>
                        <a:pt x="6901" y="74611"/>
                      </a:cubicBezTo>
                      <a:cubicBezTo>
                        <a:pt x="6578" y="75256"/>
                        <a:pt x="5288" y="75901"/>
                        <a:pt x="3999" y="75901"/>
                      </a:cubicBezTo>
                      <a:close/>
                      <a:moveTo>
                        <a:pt x="36890" y="18825"/>
                      </a:moveTo>
                      <a:cubicBezTo>
                        <a:pt x="34955" y="18825"/>
                        <a:pt x="33343" y="17535"/>
                        <a:pt x="33020" y="15600"/>
                      </a:cubicBezTo>
                      <a:cubicBezTo>
                        <a:pt x="32698" y="13343"/>
                        <a:pt x="34310" y="11408"/>
                        <a:pt x="36245" y="11086"/>
                      </a:cubicBezTo>
                      <a:cubicBezTo>
                        <a:pt x="36890" y="11086"/>
                        <a:pt x="37858" y="10763"/>
                        <a:pt x="38502" y="10763"/>
                      </a:cubicBezTo>
                      <a:cubicBezTo>
                        <a:pt x="46887" y="10441"/>
                        <a:pt x="55593" y="10441"/>
                        <a:pt x="65590" y="10763"/>
                      </a:cubicBezTo>
                      <a:cubicBezTo>
                        <a:pt x="67847" y="10763"/>
                        <a:pt x="69459" y="12698"/>
                        <a:pt x="69459" y="14955"/>
                      </a:cubicBezTo>
                      <a:cubicBezTo>
                        <a:pt x="69459" y="17213"/>
                        <a:pt x="67201" y="19147"/>
                        <a:pt x="65267" y="18825"/>
                      </a:cubicBezTo>
                      <a:cubicBezTo>
                        <a:pt x="55915" y="18503"/>
                        <a:pt x="47209" y="18180"/>
                        <a:pt x="39147" y="18825"/>
                      </a:cubicBezTo>
                      <a:cubicBezTo>
                        <a:pt x="38825" y="18825"/>
                        <a:pt x="38180" y="18825"/>
                        <a:pt x="37858" y="18825"/>
                      </a:cubicBezTo>
                      <a:cubicBezTo>
                        <a:pt x="37212" y="18825"/>
                        <a:pt x="37212" y="18825"/>
                        <a:pt x="36890" y="18825"/>
                      </a:cubicBezTo>
                      <a:close/>
                      <a:moveTo>
                        <a:pt x="104930" y="17858"/>
                      </a:moveTo>
                      <a:cubicBezTo>
                        <a:pt x="102995" y="17858"/>
                        <a:pt x="101383" y="16568"/>
                        <a:pt x="101060" y="14633"/>
                      </a:cubicBezTo>
                      <a:cubicBezTo>
                        <a:pt x="100416" y="12376"/>
                        <a:pt x="102028" y="10441"/>
                        <a:pt x="103963" y="9796"/>
                      </a:cubicBezTo>
                      <a:cubicBezTo>
                        <a:pt x="114604" y="7216"/>
                        <a:pt x="124278" y="3347"/>
                        <a:pt x="129760" y="444"/>
                      </a:cubicBezTo>
                      <a:cubicBezTo>
                        <a:pt x="131694" y="-523"/>
                        <a:pt x="134274" y="122"/>
                        <a:pt x="135242" y="2057"/>
                      </a:cubicBezTo>
                      <a:cubicBezTo>
                        <a:pt x="136209" y="3992"/>
                        <a:pt x="135564" y="6571"/>
                        <a:pt x="133630" y="7539"/>
                      </a:cubicBezTo>
                      <a:cubicBezTo>
                        <a:pt x="127825" y="10763"/>
                        <a:pt x="117184" y="14955"/>
                        <a:pt x="106220" y="17535"/>
                      </a:cubicBezTo>
                      <a:cubicBezTo>
                        <a:pt x="105575" y="17858"/>
                        <a:pt x="105253" y="17858"/>
                        <a:pt x="104930" y="17858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8C19B431-9352-2258-8363-5C463EF22F78}"/>
                    </a:ext>
                  </a:extLst>
                </p:cNvPr>
                <p:cNvSpPr/>
                <p:nvPr/>
              </p:nvSpPr>
              <p:spPr>
                <a:xfrm>
                  <a:off x="8259539" y="2869658"/>
                  <a:ext cx="32246" cy="32246"/>
                </a:xfrm>
                <a:custGeom>
                  <a:avLst/>
                  <a:gdLst>
                    <a:gd name="connsiteX0" fmla="*/ 3992 w 0"/>
                    <a:gd name="connsiteY0" fmla="*/ 17413 h 0"/>
                    <a:gd name="connsiteX1" fmla="*/ 2057 w 0"/>
                    <a:gd name="connsiteY1" fmla="*/ 17091 h 0"/>
                    <a:gd name="connsiteX2" fmla="*/ 444 w 0"/>
                    <a:gd name="connsiteY2" fmla="*/ 11609 h 0"/>
                    <a:gd name="connsiteX3" fmla="*/ 767 w 0"/>
                    <a:gd name="connsiteY3" fmla="*/ 10964 h 0"/>
                    <a:gd name="connsiteX4" fmla="*/ 122 w 0"/>
                    <a:gd name="connsiteY4" fmla="*/ 10964 h 0"/>
                    <a:gd name="connsiteX5" fmla="*/ 3992 w 0"/>
                    <a:gd name="connsiteY5" fmla="*/ 5804 h 0"/>
                    <a:gd name="connsiteX6" fmla="*/ 6249 w 0"/>
                    <a:gd name="connsiteY6" fmla="*/ 2902 h 0"/>
                    <a:gd name="connsiteX7" fmla="*/ 8184 w 0"/>
                    <a:gd name="connsiteY7" fmla="*/ 645 h 0"/>
                    <a:gd name="connsiteX8" fmla="*/ 8506 w 0"/>
                    <a:gd name="connsiteY8" fmla="*/ 0 h 0"/>
                    <a:gd name="connsiteX9" fmla="*/ 8506 w 0"/>
                    <a:gd name="connsiteY9" fmla="*/ 0 h 0"/>
                    <a:gd name="connsiteX10" fmla="*/ 8506 w 0"/>
                    <a:gd name="connsiteY10" fmla="*/ 0 h 0"/>
                    <a:gd name="connsiteX11" fmla="*/ 11409 w 0"/>
                    <a:gd name="connsiteY11" fmla="*/ 2257 h 0"/>
                    <a:gd name="connsiteX12" fmla="*/ 20438 w 0"/>
                    <a:gd name="connsiteY12" fmla="*/ 322 h 0"/>
                    <a:gd name="connsiteX13" fmla="*/ 25597 w 0"/>
                    <a:gd name="connsiteY13" fmla="*/ 2580 h 0"/>
                    <a:gd name="connsiteX14" fmla="*/ 23340 w 0"/>
                    <a:gd name="connsiteY14" fmla="*/ 7739 h 0"/>
                    <a:gd name="connsiteX15" fmla="*/ 10764 w 0"/>
                    <a:gd name="connsiteY15" fmla="*/ 9996 h 0"/>
                    <a:gd name="connsiteX16" fmla="*/ 7539 w 0"/>
                    <a:gd name="connsiteY16" fmla="*/ 14833 h 0"/>
                    <a:gd name="connsiteX17" fmla="*/ 3992 w 0"/>
                    <a:gd name="connsiteY17" fmla="*/ 17413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>
                      <a:moveTo>
                        <a:pt x="3992" y="17413"/>
                      </a:moveTo>
                      <a:cubicBezTo>
                        <a:pt x="3347" y="17413"/>
                        <a:pt x="2702" y="17413"/>
                        <a:pt x="2057" y="17091"/>
                      </a:cubicBezTo>
                      <a:cubicBezTo>
                        <a:pt x="122" y="16123"/>
                        <a:pt x="-523" y="13543"/>
                        <a:pt x="444" y="11609"/>
                      </a:cubicBezTo>
                      <a:cubicBezTo>
                        <a:pt x="444" y="11286"/>
                        <a:pt x="767" y="11286"/>
                        <a:pt x="767" y="10964"/>
                      </a:cubicBezTo>
                      <a:lnTo>
                        <a:pt x="122" y="10964"/>
                      </a:lnTo>
                      <a:lnTo>
                        <a:pt x="3992" y="5804"/>
                      </a:lnTo>
                      <a:cubicBezTo>
                        <a:pt x="4637" y="4837"/>
                        <a:pt x="5604" y="3869"/>
                        <a:pt x="6249" y="2902"/>
                      </a:cubicBezTo>
                      <a:cubicBezTo>
                        <a:pt x="6894" y="2257"/>
                        <a:pt x="7539" y="1290"/>
                        <a:pt x="8184" y="645"/>
                      </a:cubicBezTo>
                      <a:cubicBezTo>
                        <a:pt x="8184" y="322"/>
                        <a:pt x="8506" y="322"/>
                        <a:pt x="8506" y="0"/>
                      </a:cubicBezTo>
                      <a:lnTo>
                        <a:pt x="8506" y="0"/>
                      </a:lnTo>
                      <a:cubicBezTo>
                        <a:pt x="8506" y="0"/>
                        <a:pt x="8506" y="0"/>
                        <a:pt x="8506" y="0"/>
                      </a:cubicBezTo>
                      <a:lnTo>
                        <a:pt x="11409" y="2257"/>
                      </a:lnTo>
                      <a:cubicBezTo>
                        <a:pt x="15278" y="1935"/>
                        <a:pt x="18180" y="1290"/>
                        <a:pt x="20438" y="322"/>
                      </a:cubicBezTo>
                      <a:cubicBezTo>
                        <a:pt x="22372" y="-323"/>
                        <a:pt x="24952" y="645"/>
                        <a:pt x="25597" y="2580"/>
                      </a:cubicBezTo>
                      <a:cubicBezTo>
                        <a:pt x="26242" y="4514"/>
                        <a:pt x="25274" y="7094"/>
                        <a:pt x="23340" y="7739"/>
                      </a:cubicBezTo>
                      <a:cubicBezTo>
                        <a:pt x="20115" y="9029"/>
                        <a:pt x="15923" y="9674"/>
                        <a:pt x="10764" y="9996"/>
                      </a:cubicBezTo>
                      <a:cubicBezTo>
                        <a:pt x="9474" y="11609"/>
                        <a:pt x="8506" y="13221"/>
                        <a:pt x="7539" y="14833"/>
                      </a:cubicBezTo>
                      <a:cubicBezTo>
                        <a:pt x="6894" y="16768"/>
                        <a:pt x="5604" y="17413"/>
                        <a:pt x="3992" y="1741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95943535-8E65-46A2-2614-3DA5346AAB6D}"/>
                    </a:ext>
                  </a:extLst>
                </p:cNvPr>
                <p:cNvSpPr/>
                <p:nvPr/>
              </p:nvSpPr>
              <p:spPr>
                <a:xfrm>
                  <a:off x="8218386" y="2917705"/>
                  <a:ext cx="32246" cy="64493"/>
                </a:xfrm>
                <a:custGeom>
                  <a:avLst/>
                  <a:gdLst>
                    <a:gd name="connsiteX0" fmla="*/ 5160 w 32246"/>
                    <a:gd name="connsiteY0" fmla="*/ 89645 h 64492"/>
                    <a:gd name="connsiteX1" fmla="*/ 3225 w 32246"/>
                    <a:gd name="connsiteY1" fmla="*/ 89000 h 64492"/>
                    <a:gd name="connsiteX2" fmla="*/ 1612 w 32246"/>
                    <a:gd name="connsiteY2" fmla="*/ 83518 h 64492"/>
                    <a:gd name="connsiteX3" fmla="*/ 4837 w 32246"/>
                    <a:gd name="connsiteY3" fmla="*/ 75134 h 64492"/>
                    <a:gd name="connsiteX4" fmla="*/ 3225 w 32246"/>
                    <a:gd name="connsiteY4" fmla="*/ 69975 h 64492"/>
                    <a:gd name="connsiteX5" fmla="*/ 0 w 32246"/>
                    <a:gd name="connsiteY5" fmla="*/ 61268 h 64492"/>
                    <a:gd name="connsiteX6" fmla="*/ 1290 w 32246"/>
                    <a:gd name="connsiteY6" fmla="*/ 57076 h 64492"/>
                    <a:gd name="connsiteX7" fmla="*/ 6772 w 32246"/>
                    <a:gd name="connsiteY7" fmla="*/ 55786 h 64492"/>
                    <a:gd name="connsiteX8" fmla="*/ 8062 w 32246"/>
                    <a:gd name="connsiteY8" fmla="*/ 61268 h 64492"/>
                    <a:gd name="connsiteX9" fmla="*/ 8062 w 32246"/>
                    <a:gd name="connsiteY9" fmla="*/ 61268 h 64492"/>
                    <a:gd name="connsiteX10" fmla="*/ 10319 w 32246"/>
                    <a:gd name="connsiteY10" fmla="*/ 65138 h 64492"/>
                    <a:gd name="connsiteX11" fmla="*/ 13221 w 32246"/>
                    <a:gd name="connsiteY11" fmla="*/ 74812 h 64492"/>
                    <a:gd name="connsiteX12" fmla="*/ 9029 w 32246"/>
                    <a:gd name="connsiteY12" fmla="*/ 87065 h 64492"/>
                    <a:gd name="connsiteX13" fmla="*/ 5160 w 32246"/>
                    <a:gd name="connsiteY13" fmla="*/ 89645 h 64492"/>
                    <a:gd name="connsiteX14" fmla="*/ 27732 w 32246"/>
                    <a:gd name="connsiteY14" fmla="*/ 32246 h 64492"/>
                    <a:gd name="connsiteX15" fmla="*/ 24830 w 32246"/>
                    <a:gd name="connsiteY15" fmla="*/ 30957 h 64492"/>
                    <a:gd name="connsiteX16" fmla="*/ 24830 w 32246"/>
                    <a:gd name="connsiteY16" fmla="*/ 25152 h 64492"/>
                    <a:gd name="connsiteX17" fmla="*/ 28699 w 32246"/>
                    <a:gd name="connsiteY17" fmla="*/ 21605 h 64492"/>
                    <a:gd name="connsiteX18" fmla="*/ 33214 w 32246"/>
                    <a:gd name="connsiteY18" fmla="*/ 12899 h 64492"/>
                    <a:gd name="connsiteX19" fmla="*/ 32569 w 32246"/>
                    <a:gd name="connsiteY19" fmla="*/ 7417 h 64492"/>
                    <a:gd name="connsiteX20" fmla="*/ 32246 w 32246"/>
                    <a:gd name="connsiteY20" fmla="*/ 4192 h 64492"/>
                    <a:gd name="connsiteX21" fmla="*/ 36116 w 32246"/>
                    <a:gd name="connsiteY21" fmla="*/ 0 h 64492"/>
                    <a:gd name="connsiteX22" fmla="*/ 40308 w 32246"/>
                    <a:gd name="connsiteY22" fmla="*/ 3869 h 64492"/>
                    <a:gd name="connsiteX23" fmla="*/ 40630 w 32246"/>
                    <a:gd name="connsiteY23" fmla="*/ 6449 h 64492"/>
                    <a:gd name="connsiteX24" fmla="*/ 41275 w 32246"/>
                    <a:gd name="connsiteY24" fmla="*/ 13221 h 64492"/>
                    <a:gd name="connsiteX25" fmla="*/ 33536 w 32246"/>
                    <a:gd name="connsiteY25" fmla="*/ 28377 h 64492"/>
                    <a:gd name="connsiteX26" fmla="*/ 30312 w 32246"/>
                    <a:gd name="connsiteY26" fmla="*/ 31279 h 64492"/>
                    <a:gd name="connsiteX27" fmla="*/ 27732 w 32246"/>
                    <a:gd name="connsiteY27" fmla="*/ 32246 h 64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32246" h="64492">
                      <a:moveTo>
                        <a:pt x="5160" y="89645"/>
                      </a:moveTo>
                      <a:cubicBezTo>
                        <a:pt x="4514" y="89645"/>
                        <a:pt x="3869" y="89323"/>
                        <a:pt x="3225" y="89000"/>
                      </a:cubicBezTo>
                      <a:cubicBezTo>
                        <a:pt x="1290" y="88033"/>
                        <a:pt x="645" y="85453"/>
                        <a:pt x="1612" y="83518"/>
                      </a:cubicBezTo>
                      <a:cubicBezTo>
                        <a:pt x="3225" y="80616"/>
                        <a:pt x="4837" y="78036"/>
                        <a:pt x="4837" y="75134"/>
                      </a:cubicBezTo>
                      <a:cubicBezTo>
                        <a:pt x="4837" y="73522"/>
                        <a:pt x="4192" y="71587"/>
                        <a:pt x="3225" y="69975"/>
                      </a:cubicBezTo>
                      <a:cubicBezTo>
                        <a:pt x="967" y="66428"/>
                        <a:pt x="0" y="63848"/>
                        <a:pt x="0" y="61268"/>
                      </a:cubicBezTo>
                      <a:cubicBezTo>
                        <a:pt x="0" y="59656"/>
                        <a:pt x="322" y="58366"/>
                        <a:pt x="1290" y="57076"/>
                      </a:cubicBezTo>
                      <a:cubicBezTo>
                        <a:pt x="2580" y="55141"/>
                        <a:pt x="5160" y="54819"/>
                        <a:pt x="6772" y="55786"/>
                      </a:cubicBezTo>
                      <a:cubicBezTo>
                        <a:pt x="8707" y="57076"/>
                        <a:pt x="9029" y="59656"/>
                        <a:pt x="8062" y="61268"/>
                      </a:cubicBezTo>
                      <a:lnTo>
                        <a:pt x="8062" y="61268"/>
                      </a:lnTo>
                      <a:cubicBezTo>
                        <a:pt x="8062" y="61268"/>
                        <a:pt x="8384" y="62236"/>
                        <a:pt x="10319" y="65138"/>
                      </a:cubicBezTo>
                      <a:cubicBezTo>
                        <a:pt x="12254" y="68362"/>
                        <a:pt x="13221" y="71587"/>
                        <a:pt x="13221" y="74812"/>
                      </a:cubicBezTo>
                      <a:cubicBezTo>
                        <a:pt x="13221" y="79971"/>
                        <a:pt x="10964" y="84163"/>
                        <a:pt x="9029" y="87065"/>
                      </a:cubicBezTo>
                      <a:cubicBezTo>
                        <a:pt x="7739" y="89000"/>
                        <a:pt x="6449" y="89645"/>
                        <a:pt x="5160" y="89645"/>
                      </a:cubicBezTo>
                      <a:close/>
                      <a:moveTo>
                        <a:pt x="27732" y="32246"/>
                      </a:moveTo>
                      <a:cubicBezTo>
                        <a:pt x="26765" y="32246"/>
                        <a:pt x="25797" y="31924"/>
                        <a:pt x="24830" y="30957"/>
                      </a:cubicBezTo>
                      <a:cubicBezTo>
                        <a:pt x="23217" y="29344"/>
                        <a:pt x="23217" y="26765"/>
                        <a:pt x="24830" y="25152"/>
                      </a:cubicBezTo>
                      <a:cubicBezTo>
                        <a:pt x="26120" y="23862"/>
                        <a:pt x="27410" y="22572"/>
                        <a:pt x="28699" y="21605"/>
                      </a:cubicBezTo>
                      <a:cubicBezTo>
                        <a:pt x="32569" y="18703"/>
                        <a:pt x="33214" y="16123"/>
                        <a:pt x="33214" y="12899"/>
                      </a:cubicBezTo>
                      <a:cubicBezTo>
                        <a:pt x="33214" y="11286"/>
                        <a:pt x="32892" y="9352"/>
                        <a:pt x="32569" y="7417"/>
                      </a:cubicBezTo>
                      <a:lnTo>
                        <a:pt x="32246" y="4192"/>
                      </a:lnTo>
                      <a:cubicBezTo>
                        <a:pt x="32246" y="1935"/>
                        <a:pt x="33859" y="0"/>
                        <a:pt x="36116" y="0"/>
                      </a:cubicBezTo>
                      <a:cubicBezTo>
                        <a:pt x="38051" y="0"/>
                        <a:pt x="40308" y="1612"/>
                        <a:pt x="40308" y="3869"/>
                      </a:cubicBezTo>
                      <a:lnTo>
                        <a:pt x="40630" y="6449"/>
                      </a:lnTo>
                      <a:cubicBezTo>
                        <a:pt x="40953" y="8706"/>
                        <a:pt x="41275" y="10964"/>
                        <a:pt x="41275" y="13221"/>
                      </a:cubicBezTo>
                      <a:cubicBezTo>
                        <a:pt x="41275" y="19670"/>
                        <a:pt x="39018" y="24185"/>
                        <a:pt x="33536" y="28377"/>
                      </a:cubicBezTo>
                      <a:cubicBezTo>
                        <a:pt x="32569" y="29344"/>
                        <a:pt x="31279" y="30312"/>
                        <a:pt x="30312" y="31279"/>
                      </a:cubicBezTo>
                      <a:cubicBezTo>
                        <a:pt x="29989" y="31924"/>
                        <a:pt x="28699" y="32246"/>
                        <a:pt x="27732" y="32246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E862BC19-FB24-9BE7-009C-FB03E912238C}"/>
                    </a:ext>
                  </a:extLst>
                </p:cNvPr>
                <p:cNvSpPr/>
                <p:nvPr/>
              </p:nvSpPr>
              <p:spPr>
                <a:xfrm>
                  <a:off x="8217419" y="3035239"/>
                  <a:ext cx="32246" cy="32246"/>
                </a:xfrm>
                <a:custGeom>
                  <a:avLst/>
                  <a:gdLst>
                    <a:gd name="connsiteX0" fmla="*/ 7739 w 0"/>
                    <a:gd name="connsiteY0" fmla="*/ 33702 h 32246"/>
                    <a:gd name="connsiteX1" fmla="*/ 7094 w 0"/>
                    <a:gd name="connsiteY1" fmla="*/ 33702 h 32246"/>
                    <a:gd name="connsiteX2" fmla="*/ 3869 w 0"/>
                    <a:gd name="connsiteY2" fmla="*/ 28865 h 32246"/>
                    <a:gd name="connsiteX3" fmla="*/ 1290 w 0"/>
                    <a:gd name="connsiteY3" fmla="*/ 19191 h 32246"/>
                    <a:gd name="connsiteX4" fmla="*/ 0 w 0"/>
                    <a:gd name="connsiteY4" fmla="*/ 16934 h 32246"/>
                    <a:gd name="connsiteX5" fmla="*/ 1290 w 0"/>
                    <a:gd name="connsiteY5" fmla="*/ 14677 h 32246"/>
                    <a:gd name="connsiteX6" fmla="*/ 5482 w 0"/>
                    <a:gd name="connsiteY6" fmla="*/ 5325 h 32246"/>
                    <a:gd name="connsiteX7" fmla="*/ 6127 w 0"/>
                    <a:gd name="connsiteY7" fmla="*/ 3068 h 32246"/>
                    <a:gd name="connsiteX8" fmla="*/ 10964 w 0"/>
                    <a:gd name="connsiteY8" fmla="*/ 166 h 32246"/>
                    <a:gd name="connsiteX9" fmla="*/ 13866 w 0"/>
                    <a:gd name="connsiteY9" fmla="*/ 5003 h 32246"/>
                    <a:gd name="connsiteX10" fmla="*/ 13221 w 0"/>
                    <a:gd name="connsiteY10" fmla="*/ 7583 h 32246"/>
                    <a:gd name="connsiteX11" fmla="*/ 9674 w 0"/>
                    <a:gd name="connsiteY11" fmla="*/ 16289 h 32246"/>
                    <a:gd name="connsiteX12" fmla="*/ 11931 w 0"/>
                    <a:gd name="connsiteY12" fmla="*/ 29833 h 32246"/>
                    <a:gd name="connsiteX13" fmla="*/ 7739 w 0"/>
                    <a:gd name="connsiteY13" fmla="*/ 33702 h 32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h="32246">
                      <a:moveTo>
                        <a:pt x="7739" y="33702"/>
                      </a:moveTo>
                      <a:cubicBezTo>
                        <a:pt x="7417" y="33702"/>
                        <a:pt x="7094" y="33702"/>
                        <a:pt x="7094" y="33702"/>
                      </a:cubicBezTo>
                      <a:cubicBezTo>
                        <a:pt x="4837" y="33380"/>
                        <a:pt x="3547" y="31123"/>
                        <a:pt x="3869" y="28865"/>
                      </a:cubicBezTo>
                      <a:cubicBezTo>
                        <a:pt x="4514" y="25641"/>
                        <a:pt x="3547" y="22416"/>
                        <a:pt x="1290" y="19191"/>
                      </a:cubicBezTo>
                      <a:lnTo>
                        <a:pt x="0" y="16934"/>
                      </a:lnTo>
                      <a:lnTo>
                        <a:pt x="1290" y="14677"/>
                      </a:lnTo>
                      <a:cubicBezTo>
                        <a:pt x="2902" y="12097"/>
                        <a:pt x="4192" y="9195"/>
                        <a:pt x="5482" y="5325"/>
                      </a:cubicBezTo>
                      <a:cubicBezTo>
                        <a:pt x="5804" y="4681"/>
                        <a:pt x="5804" y="3713"/>
                        <a:pt x="6127" y="3068"/>
                      </a:cubicBezTo>
                      <a:cubicBezTo>
                        <a:pt x="6772" y="811"/>
                        <a:pt x="9029" y="-479"/>
                        <a:pt x="10964" y="166"/>
                      </a:cubicBezTo>
                      <a:cubicBezTo>
                        <a:pt x="13221" y="811"/>
                        <a:pt x="14511" y="3068"/>
                        <a:pt x="13866" y="5003"/>
                      </a:cubicBezTo>
                      <a:cubicBezTo>
                        <a:pt x="13543" y="5970"/>
                        <a:pt x="13543" y="6615"/>
                        <a:pt x="13221" y="7583"/>
                      </a:cubicBezTo>
                      <a:cubicBezTo>
                        <a:pt x="12254" y="10807"/>
                        <a:pt x="10964" y="13710"/>
                        <a:pt x="9674" y="16289"/>
                      </a:cubicBezTo>
                      <a:cubicBezTo>
                        <a:pt x="12254" y="20804"/>
                        <a:pt x="12898" y="25318"/>
                        <a:pt x="11931" y="29833"/>
                      </a:cubicBezTo>
                      <a:cubicBezTo>
                        <a:pt x="11286" y="32090"/>
                        <a:pt x="9674" y="33702"/>
                        <a:pt x="7739" y="3370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397A8086-B45A-3461-F795-E2F9A57650DC}"/>
                    </a:ext>
                  </a:extLst>
                </p:cNvPr>
                <p:cNvSpPr/>
                <p:nvPr/>
              </p:nvSpPr>
              <p:spPr>
                <a:xfrm>
                  <a:off x="8218064" y="3094739"/>
                  <a:ext cx="32246" cy="32246"/>
                </a:xfrm>
                <a:custGeom>
                  <a:avLst/>
                  <a:gdLst>
                    <a:gd name="connsiteX0" fmla="*/ 17413 w 0"/>
                    <a:gd name="connsiteY0" fmla="*/ 24185 h 0"/>
                    <a:gd name="connsiteX1" fmla="*/ 17091 w 0"/>
                    <a:gd name="connsiteY1" fmla="*/ 24185 h 0"/>
                    <a:gd name="connsiteX2" fmla="*/ 0 w 0"/>
                    <a:gd name="connsiteY2" fmla="*/ 8707 h 0"/>
                    <a:gd name="connsiteX3" fmla="*/ 0 w 0"/>
                    <a:gd name="connsiteY3" fmla="*/ 6772 h 0"/>
                    <a:gd name="connsiteX4" fmla="*/ 0 w 0"/>
                    <a:gd name="connsiteY4" fmla="*/ 4192 h 0"/>
                    <a:gd name="connsiteX5" fmla="*/ 4192 w 0"/>
                    <a:gd name="connsiteY5" fmla="*/ 0 h 0"/>
                    <a:gd name="connsiteX6" fmla="*/ 8384 w 0"/>
                    <a:gd name="connsiteY6" fmla="*/ 4192 h 0"/>
                    <a:gd name="connsiteX7" fmla="*/ 8384 w 0"/>
                    <a:gd name="connsiteY7" fmla="*/ 7417 h 0"/>
                    <a:gd name="connsiteX8" fmla="*/ 8384 w 0"/>
                    <a:gd name="connsiteY8" fmla="*/ 8707 h 0"/>
                    <a:gd name="connsiteX9" fmla="*/ 18058 w 0"/>
                    <a:gd name="connsiteY9" fmla="*/ 16123 h 0"/>
                    <a:gd name="connsiteX10" fmla="*/ 21605 w 0"/>
                    <a:gd name="connsiteY10" fmla="*/ 20638 h 0"/>
                    <a:gd name="connsiteX11" fmla="*/ 17413 w 0"/>
                    <a:gd name="connsiteY11" fmla="*/ 2418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17413" y="24185"/>
                      </a:moveTo>
                      <a:cubicBezTo>
                        <a:pt x="17413" y="24185"/>
                        <a:pt x="17091" y="24185"/>
                        <a:pt x="17091" y="24185"/>
                      </a:cubicBezTo>
                      <a:cubicBezTo>
                        <a:pt x="9674" y="23540"/>
                        <a:pt x="0" y="20960"/>
                        <a:pt x="0" y="8707"/>
                      </a:cubicBezTo>
                      <a:cubicBezTo>
                        <a:pt x="0" y="8062"/>
                        <a:pt x="0" y="7417"/>
                        <a:pt x="0" y="6772"/>
                      </a:cubicBezTo>
                      <a:cubicBezTo>
                        <a:pt x="0" y="5804"/>
                        <a:pt x="0" y="5160"/>
                        <a:pt x="0" y="4192"/>
                      </a:cubicBezTo>
                      <a:cubicBezTo>
                        <a:pt x="0" y="1935"/>
                        <a:pt x="1935" y="0"/>
                        <a:pt x="4192" y="0"/>
                      </a:cubicBezTo>
                      <a:cubicBezTo>
                        <a:pt x="6449" y="0"/>
                        <a:pt x="8384" y="1935"/>
                        <a:pt x="8384" y="4192"/>
                      </a:cubicBezTo>
                      <a:cubicBezTo>
                        <a:pt x="8384" y="5160"/>
                        <a:pt x="8384" y="6449"/>
                        <a:pt x="8384" y="7417"/>
                      </a:cubicBezTo>
                      <a:cubicBezTo>
                        <a:pt x="8384" y="8062"/>
                        <a:pt x="8384" y="8384"/>
                        <a:pt x="8384" y="8707"/>
                      </a:cubicBezTo>
                      <a:cubicBezTo>
                        <a:pt x="8384" y="12576"/>
                        <a:pt x="9029" y="15156"/>
                        <a:pt x="18058" y="16123"/>
                      </a:cubicBezTo>
                      <a:cubicBezTo>
                        <a:pt x="20315" y="16446"/>
                        <a:pt x="21927" y="18380"/>
                        <a:pt x="21605" y="20638"/>
                      </a:cubicBezTo>
                      <a:cubicBezTo>
                        <a:pt x="20960" y="22572"/>
                        <a:pt x="19348" y="24185"/>
                        <a:pt x="17413" y="2418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DA3153C8-A1E4-7972-6708-40007EC91798}"/>
                    </a:ext>
                  </a:extLst>
                </p:cNvPr>
                <p:cNvSpPr/>
                <p:nvPr/>
              </p:nvSpPr>
              <p:spPr>
                <a:xfrm>
                  <a:off x="8264977" y="3115855"/>
                  <a:ext cx="32246" cy="32246"/>
                </a:xfrm>
                <a:custGeom>
                  <a:avLst/>
                  <a:gdLst>
                    <a:gd name="connsiteX0" fmla="*/ 17579 w 0"/>
                    <a:gd name="connsiteY0" fmla="*/ 10162 h 0"/>
                    <a:gd name="connsiteX1" fmla="*/ 16612 w 0"/>
                    <a:gd name="connsiteY1" fmla="*/ 10162 h 0"/>
                    <a:gd name="connsiteX2" fmla="*/ 10807 w 0"/>
                    <a:gd name="connsiteY2" fmla="*/ 9195 h 0"/>
                    <a:gd name="connsiteX3" fmla="*/ 3068 w 0"/>
                    <a:gd name="connsiteY3" fmla="*/ 7905 h 0"/>
                    <a:gd name="connsiteX4" fmla="*/ 166 w 0"/>
                    <a:gd name="connsiteY4" fmla="*/ 3068 h 0"/>
                    <a:gd name="connsiteX5" fmla="*/ 5003 w 0"/>
                    <a:gd name="connsiteY5" fmla="*/ 166 h 0"/>
                    <a:gd name="connsiteX6" fmla="*/ 11775 w 0"/>
                    <a:gd name="connsiteY6" fmla="*/ 1133 h 0"/>
                    <a:gd name="connsiteX7" fmla="*/ 18224 w 0"/>
                    <a:gd name="connsiteY7" fmla="*/ 2101 h 0"/>
                    <a:gd name="connsiteX8" fmla="*/ 21449 w 0"/>
                    <a:gd name="connsiteY8" fmla="*/ 6938 h 0"/>
                    <a:gd name="connsiteX9" fmla="*/ 17579 w 0"/>
                    <a:gd name="connsiteY9" fmla="*/ 1016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17579" y="10162"/>
                      </a:moveTo>
                      <a:cubicBezTo>
                        <a:pt x="17256" y="10162"/>
                        <a:pt x="16934" y="10162"/>
                        <a:pt x="16612" y="10162"/>
                      </a:cubicBezTo>
                      <a:cubicBezTo>
                        <a:pt x="14677" y="9840"/>
                        <a:pt x="12742" y="9517"/>
                        <a:pt x="10807" y="9195"/>
                      </a:cubicBezTo>
                      <a:cubicBezTo>
                        <a:pt x="8227" y="8873"/>
                        <a:pt x="5648" y="8550"/>
                        <a:pt x="3068" y="7905"/>
                      </a:cubicBezTo>
                      <a:cubicBezTo>
                        <a:pt x="811" y="7260"/>
                        <a:pt x="-479" y="5003"/>
                        <a:pt x="166" y="3068"/>
                      </a:cubicBezTo>
                      <a:cubicBezTo>
                        <a:pt x="811" y="811"/>
                        <a:pt x="3068" y="-479"/>
                        <a:pt x="5003" y="166"/>
                      </a:cubicBezTo>
                      <a:cubicBezTo>
                        <a:pt x="7260" y="811"/>
                        <a:pt x="9195" y="1133"/>
                        <a:pt x="11775" y="1133"/>
                      </a:cubicBezTo>
                      <a:cubicBezTo>
                        <a:pt x="14032" y="1456"/>
                        <a:pt x="15967" y="1778"/>
                        <a:pt x="18224" y="2101"/>
                      </a:cubicBezTo>
                      <a:cubicBezTo>
                        <a:pt x="20481" y="2423"/>
                        <a:pt x="21771" y="4681"/>
                        <a:pt x="21449" y="6938"/>
                      </a:cubicBezTo>
                      <a:cubicBezTo>
                        <a:pt x="21126" y="8873"/>
                        <a:pt x="19514" y="10162"/>
                        <a:pt x="17579" y="10162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9" name="Graphic 4">
                <a:extLst>
                  <a:ext uri="{FF2B5EF4-FFF2-40B4-BE49-F238E27FC236}">
                    <a16:creationId xmlns:a16="http://schemas.microsoft.com/office/drawing/2014/main" id="{2D9A96A8-5DBB-CADD-5C36-23B49EB18EEC}"/>
                  </a:ext>
                </a:extLst>
              </p:cNvPr>
              <p:cNvGrpSpPr/>
              <p:nvPr/>
            </p:nvGrpSpPr>
            <p:grpSpPr>
              <a:xfrm>
                <a:off x="8092898" y="3037017"/>
                <a:ext cx="197876" cy="181829"/>
                <a:chOff x="8092898" y="3037017"/>
                <a:chExt cx="197876" cy="181829"/>
              </a:xfrm>
              <a:grpFill/>
            </p:grpSpPr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60A6EB97-4AA6-AF05-F1C8-190DF59DAE32}"/>
                    </a:ext>
                  </a:extLst>
                </p:cNvPr>
                <p:cNvSpPr/>
                <p:nvPr/>
              </p:nvSpPr>
              <p:spPr>
                <a:xfrm>
                  <a:off x="8258528" y="3114243"/>
                  <a:ext cx="32246" cy="32246"/>
                </a:xfrm>
                <a:custGeom>
                  <a:avLst/>
                  <a:gdLst>
                    <a:gd name="connsiteX0" fmla="*/ 17257 w 0"/>
                    <a:gd name="connsiteY0" fmla="*/ 10807 h 0"/>
                    <a:gd name="connsiteX1" fmla="*/ 16612 w 0"/>
                    <a:gd name="connsiteY1" fmla="*/ 10807 h 0"/>
                    <a:gd name="connsiteX2" fmla="*/ 9195 w 0"/>
                    <a:gd name="connsiteY2" fmla="*/ 9517 h 0"/>
                    <a:gd name="connsiteX3" fmla="*/ 3068 w 0"/>
                    <a:gd name="connsiteY3" fmla="*/ 7905 h 0"/>
                    <a:gd name="connsiteX4" fmla="*/ 166 w 0"/>
                    <a:gd name="connsiteY4" fmla="*/ 3068 h 0"/>
                    <a:gd name="connsiteX5" fmla="*/ 5003 w 0"/>
                    <a:gd name="connsiteY5" fmla="*/ 166 h 0"/>
                    <a:gd name="connsiteX6" fmla="*/ 11453 w 0"/>
                    <a:gd name="connsiteY6" fmla="*/ 1778 h 0"/>
                    <a:gd name="connsiteX7" fmla="*/ 17579 w 0"/>
                    <a:gd name="connsiteY7" fmla="*/ 2746 h 0"/>
                    <a:gd name="connsiteX8" fmla="*/ 21126 w 0"/>
                    <a:gd name="connsiteY8" fmla="*/ 7260 h 0"/>
                    <a:gd name="connsiteX9" fmla="*/ 17257 w 0"/>
                    <a:gd name="connsiteY9" fmla="*/ 10807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>
                      <a:moveTo>
                        <a:pt x="17257" y="10807"/>
                      </a:moveTo>
                      <a:cubicBezTo>
                        <a:pt x="16934" y="10807"/>
                        <a:pt x="16934" y="10807"/>
                        <a:pt x="16612" y="10807"/>
                      </a:cubicBezTo>
                      <a:cubicBezTo>
                        <a:pt x="14032" y="10485"/>
                        <a:pt x="11775" y="10162"/>
                        <a:pt x="9195" y="9517"/>
                      </a:cubicBezTo>
                      <a:cubicBezTo>
                        <a:pt x="6938" y="8872"/>
                        <a:pt x="5003" y="8228"/>
                        <a:pt x="3068" y="7905"/>
                      </a:cubicBezTo>
                      <a:cubicBezTo>
                        <a:pt x="811" y="7260"/>
                        <a:pt x="-479" y="5326"/>
                        <a:pt x="166" y="3068"/>
                      </a:cubicBezTo>
                      <a:cubicBezTo>
                        <a:pt x="811" y="811"/>
                        <a:pt x="2746" y="-479"/>
                        <a:pt x="5003" y="166"/>
                      </a:cubicBezTo>
                      <a:cubicBezTo>
                        <a:pt x="6938" y="489"/>
                        <a:pt x="9195" y="1133"/>
                        <a:pt x="11453" y="1778"/>
                      </a:cubicBezTo>
                      <a:cubicBezTo>
                        <a:pt x="13387" y="2423"/>
                        <a:pt x="15322" y="2746"/>
                        <a:pt x="17579" y="2746"/>
                      </a:cubicBezTo>
                      <a:cubicBezTo>
                        <a:pt x="19836" y="3068"/>
                        <a:pt x="21449" y="5003"/>
                        <a:pt x="21126" y="7260"/>
                      </a:cubicBezTo>
                      <a:cubicBezTo>
                        <a:pt x="21126" y="9195"/>
                        <a:pt x="19514" y="10807"/>
                        <a:pt x="17257" y="10807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9E718812-F2E7-5782-9BED-A07227D84C7D}"/>
                    </a:ext>
                  </a:extLst>
                </p:cNvPr>
                <p:cNvSpPr/>
                <p:nvPr/>
              </p:nvSpPr>
              <p:spPr>
                <a:xfrm>
                  <a:off x="8218064" y="3092481"/>
                  <a:ext cx="32246" cy="32246"/>
                </a:xfrm>
                <a:custGeom>
                  <a:avLst/>
                  <a:gdLst>
                    <a:gd name="connsiteX0" fmla="*/ 13221 w 0"/>
                    <a:gd name="connsiteY0" fmla="*/ 25797 h 0"/>
                    <a:gd name="connsiteX1" fmla="*/ 12253 w 0"/>
                    <a:gd name="connsiteY1" fmla="*/ 25797 h 0"/>
                    <a:gd name="connsiteX2" fmla="*/ 0 w 0"/>
                    <a:gd name="connsiteY2" fmla="*/ 10964 h 0"/>
                    <a:gd name="connsiteX3" fmla="*/ 0 w 0"/>
                    <a:gd name="connsiteY3" fmla="*/ 9029 h 0"/>
                    <a:gd name="connsiteX4" fmla="*/ 0 w 0"/>
                    <a:gd name="connsiteY4" fmla="*/ 6449 h 0"/>
                    <a:gd name="connsiteX5" fmla="*/ 0 w 0"/>
                    <a:gd name="connsiteY5" fmla="*/ 4192 h 0"/>
                    <a:gd name="connsiteX6" fmla="*/ 3869 w 0"/>
                    <a:gd name="connsiteY6" fmla="*/ 0 h 0"/>
                    <a:gd name="connsiteX7" fmla="*/ 8062 w 0"/>
                    <a:gd name="connsiteY7" fmla="*/ 3870 h 0"/>
                    <a:gd name="connsiteX8" fmla="*/ 8062 w 0"/>
                    <a:gd name="connsiteY8" fmla="*/ 6449 h 0"/>
                    <a:gd name="connsiteX9" fmla="*/ 8062 w 0"/>
                    <a:gd name="connsiteY9" fmla="*/ 9674 h 0"/>
                    <a:gd name="connsiteX10" fmla="*/ 8062 w 0"/>
                    <a:gd name="connsiteY10" fmla="*/ 10964 h 0"/>
                    <a:gd name="connsiteX11" fmla="*/ 14189 w 0"/>
                    <a:gd name="connsiteY11" fmla="*/ 17736 h 0"/>
                    <a:gd name="connsiteX12" fmla="*/ 17091 w 0"/>
                    <a:gd name="connsiteY12" fmla="*/ 22572 h 0"/>
                    <a:gd name="connsiteX13" fmla="*/ 13221 w 0"/>
                    <a:gd name="connsiteY13" fmla="*/ 25797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13221" y="25797"/>
                      </a:moveTo>
                      <a:cubicBezTo>
                        <a:pt x="12898" y="25797"/>
                        <a:pt x="12576" y="25797"/>
                        <a:pt x="12253" y="25797"/>
                      </a:cubicBezTo>
                      <a:cubicBezTo>
                        <a:pt x="3869" y="23862"/>
                        <a:pt x="0" y="19026"/>
                        <a:pt x="0" y="10964"/>
                      </a:cubicBezTo>
                      <a:cubicBezTo>
                        <a:pt x="0" y="10319"/>
                        <a:pt x="0" y="9674"/>
                        <a:pt x="0" y="9029"/>
                      </a:cubicBezTo>
                      <a:cubicBezTo>
                        <a:pt x="0" y="8062"/>
                        <a:pt x="0" y="7417"/>
                        <a:pt x="0" y="6449"/>
                      </a:cubicBezTo>
                      <a:cubicBezTo>
                        <a:pt x="0" y="5804"/>
                        <a:pt x="0" y="4837"/>
                        <a:pt x="0" y="4192"/>
                      </a:cubicBezTo>
                      <a:cubicBezTo>
                        <a:pt x="0" y="1935"/>
                        <a:pt x="1612" y="0"/>
                        <a:pt x="3869" y="0"/>
                      </a:cubicBezTo>
                      <a:cubicBezTo>
                        <a:pt x="5804" y="0"/>
                        <a:pt x="8062" y="1612"/>
                        <a:pt x="8062" y="3870"/>
                      </a:cubicBezTo>
                      <a:cubicBezTo>
                        <a:pt x="8062" y="4837"/>
                        <a:pt x="8062" y="5804"/>
                        <a:pt x="8062" y="6449"/>
                      </a:cubicBezTo>
                      <a:cubicBezTo>
                        <a:pt x="8062" y="7417"/>
                        <a:pt x="8062" y="8384"/>
                        <a:pt x="8062" y="9674"/>
                      </a:cubicBezTo>
                      <a:cubicBezTo>
                        <a:pt x="8062" y="9996"/>
                        <a:pt x="8062" y="10641"/>
                        <a:pt x="8062" y="10964"/>
                      </a:cubicBezTo>
                      <a:cubicBezTo>
                        <a:pt x="8062" y="14833"/>
                        <a:pt x="9029" y="16768"/>
                        <a:pt x="14189" y="17736"/>
                      </a:cubicBezTo>
                      <a:cubicBezTo>
                        <a:pt x="16446" y="18380"/>
                        <a:pt x="17735" y="20315"/>
                        <a:pt x="17091" y="22572"/>
                      </a:cubicBezTo>
                      <a:cubicBezTo>
                        <a:pt x="16768" y="24507"/>
                        <a:pt x="15156" y="25797"/>
                        <a:pt x="13221" y="25797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323E2F26-7335-BFBC-316F-0622CF709D0C}"/>
                    </a:ext>
                  </a:extLst>
                </p:cNvPr>
                <p:cNvSpPr/>
                <p:nvPr/>
              </p:nvSpPr>
              <p:spPr>
                <a:xfrm>
                  <a:off x="8207373" y="3044434"/>
                  <a:ext cx="32246" cy="32246"/>
                </a:xfrm>
                <a:custGeom>
                  <a:avLst/>
                  <a:gdLst>
                    <a:gd name="connsiteX0" fmla="*/ 17785 w 0"/>
                    <a:gd name="connsiteY0" fmla="*/ 24507 h 0"/>
                    <a:gd name="connsiteX1" fmla="*/ 17140 w 0"/>
                    <a:gd name="connsiteY1" fmla="*/ 24507 h 0"/>
                    <a:gd name="connsiteX2" fmla="*/ 13915 w 0"/>
                    <a:gd name="connsiteY2" fmla="*/ 19670 h 0"/>
                    <a:gd name="connsiteX3" fmla="*/ 13915 w 0"/>
                    <a:gd name="connsiteY3" fmla="*/ 15478 h 0"/>
                    <a:gd name="connsiteX4" fmla="*/ 8433 w 0"/>
                    <a:gd name="connsiteY4" fmla="*/ 18058 h 0"/>
                    <a:gd name="connsiteX5" fmla="*/ 4886 w 0"/>
                    <a:gd name="connsiteY5" fmla="*/ 18380 h 0"/>
                    <a:gd name="connsiteX6" fmla="*/ 49 w 0"/>
                    <a:gd name="connsiteY6" fmla="*/ 15156 h 0"/>
                    <a:gd name="connsiteX7" fmla="*/ 3273 w 0"/>
                    <a:gd name="connsiteY7" fmla="*/ 10319 h 0"/>
                    <a:gd name="connsiteX8" fmla="*/ 8433 w 0"/>
                    <a:gd name="connsiteY8" fmla="*/ 9674 h 0"/>
                    <a:gd name="connsiteX9" fmla="*/ 11335 w 0"/>
                    <a:gd name="connsiteY9" fmla="*/ 5482 h 0"/>
                    <a:gd name="connsiteX10" fmla="*/ 14560 w 0"/>
                    <a:gd name="connsiteY10" fmla="*/ 0 h 0"/>
                    <a:gd name="connsiteX11" fmla="*/ 18107 w 0"/>
                    <a:gd name="connsiteY11" fmla="*/ 5159 h 0"/>
                    <a:gd name="connsiteX12" fmla="*/ 21654 w 0"/>
                    <a:gd name="connsiteY12" fmla="*/ 20960 h 0"/>
                    <a:gd name="connsiteX13" fmla="*/ 17785 w 0"/>
                    <a:gd name="connsiteY13" fmla="*/ 24507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17785" y="24507"/>
                      </a:moveTo>
                      <a:cubicBezTo>
                        <a:pt x="17462" y="24507"/>
                        <a:pt x="17140" y="24507"/>
                        <a:pt x="17140" y="24507"/>
                      </a:cubicBezTo>
                      <a:cubicBezTo>
                        <a:pt x="14882" y="24185"/>
                        <a:pt x="13593" y="21928"/>
                        <a:pt x="13915" y="19670"/>
                      </a:cubicBezTo>
                      <a:cubicBezTo>
                        <a:pt x="14238" y="18380"/>
                        <a:pt x="14238" y="16768"/>
                        <a:pt x="13915" y="15478"/>
                      </a:cubicBezTo>
                      <a:cubicBezTo>
                        <a:pt x="11980" y="17091"/>
                        <a:pt x="10368" y="18058"/>
                        <a:pt x="8433" y="18058"/>
                      </a:cubicBezTo>
                      <a:cubicBezTo>
                        <a:pt x="8111" y="18058"/>
                        <a:pt x="7143" y="18058"/>
                        <a:pt x="4886" y="18380"/>
                      </a:cubicBezTo>
                      <a:cubicBezTo>
                        <a:pt x="2629" y="18703"/>
                        <a:pt x="694" y="17413"/>
                        <a:pt x="49" y="15156"/>
                      </a:cubicBezTo>
                      <a:cubicBezTo>
                        <a:pt x="-274" y="12899"/>
                        <a:pt x="1016" y="10964"/>
                        <a:pt x="3273" y="10319"/>
                      </a:cubicBezTo>
                      <a:cubicBezTo>
                        <a:pt x="5209" y="9996"/>
                        <a:pt x="7143" y="9674"/>
                        <a:pt x="8433" y="9674"/>
                      </a:cubicBezTo>
                      <a:cubicBezTo>
                        <a:pt x="8111" y="9674"/>
                        <a:pt x="9723" y="8384"/>
                        <a:pt x="11335" y="5482"/>
                      </a:cubicBezTo>
                      <a:lnTo>
                        <a:pt x="14560" y="0"/>
                      </a:lnTo>
                      <a:lnTo>
                        <a:pt x="18107" y="5159"/>
                      </a:lnTo>
                      <a:cubicBezTo>
                        <a:pt x="21654" y="10319"/>
                        <a:pt x="22944" y="15478"/>
                        <a:pt x="21654" y="20960"/>
                      </a:cubicBezTo>
                      <a:cubicBezTo>
                        <a:pt x="21332" y="22895"/>
                        <a:pt x="19719" y="24507"/>
                        <a:pt x="17785" y="24507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457ED40F-C5A6-DBD1-AA52-4698966D4EF7}"/>
                    </a:ext>
                  </a:extLst>
                </p:cNvPr>
                <p:cNvSpPr/>
                <p:nvPr/>
              </p:nvSpPr>
              <p:spPr>
                <a:xfrm>
                  <a:off x="8131263" y="3037017"/>
                  <a:ext cx="32246" cy="64493"/>
                </a:xfrm>
                <a:custGeom>
                  <a:avLst/>
                  <a:gdLst>
                    <a:gd name="connsiteX0" fmla="*/ 4249 w 32246"/>
                    <a:gd name="connsiteY0" fmla="*/ 82873 h 64492"/>
                    <a:gd name="connsiteX1" fmla="*/ 2314 w 32246"/>
                    <a:gd name="connsiteY1" fmla="*/ 82551 h 64492"/>
                    <a:gd name="connsiteX2" fmla="*/ 379 w 32246"/>
                    <a:gd name="connsiteY2" fmla="*/ 77069 h 64492"/>
                    <a:gd name="connsiteX3" fmla="*/ 2637 w 32246"/>
                    <a:gd name="connsiteY3" fmla="*/ 70942 h 64492"/>
                    <a:gd name="connsiteX4" fmla="*/ 3282 w 32246"/>
                    <a:gd name="connsiteY4" fmla="*/ 68685 h 64492"/>
                    <a:gd name="connsiteX5" fmla="*/ 12633 w 32246"/>
                    <a:gd name="connsiteY5" fmla="*/ 49982 h 64492"/>
                    <a:gd name="connsiteX6" fmla="*/ 18437 w 32246"/>
                    <a:gd name="connsiteY6" fmla="*/ 49660 h 64492"/>
                    <a:gd name="connsiteX7" fmla="*/ 18760 w 32246"/>
                    <a:gd name="connsiteY7" fmla="*/ 55464 h 64492"/>
                    <a:gd name="connsiteX8" fmla="*/ 10699 w 32246"/>
                    <a:gd name="connsiteY8" fmla="*/ 71910 h 64492"/>
                    <a:gd name="connsiteX9" fmla="*/ 10054 w 32246"/>
                    <a:gd name="connsiteY9" fmla="*/ 73844 h 64492"/>
                    <a:gd name="connsiteX10" fmla="*/ 7151 w 32246"/>
                    <a:gd name="connsiteY10" fmla="*/ 80939 h 64492"/>
                    <a:gd name="connsiteX11" fmla="*/ 4249 w 32246"/>
                    <a:gd name="connsiteY11" fmla="*/ 82873 h 64492"/>
                    <a:gd name="connsiteX12" fmla="*/ 36818 w 32246"/>
                    <a:gd name="connsiteY12" fmla="*/ 23540 h 64492"/>
                    <a:gd name="connsiteX13" fmla="*/ 36818 w 32246"/>
                    <a:gd name="connsiteY13" fmla="*/ 23540 h 64492"/>
                    <a:gd name="connsiteX14" fmla="*/ 32949 w 32246"/>
                    <a:gd name="connsiteY14" fmla="*/ 19348 h 64492"/>
                    <a:gd name="connsiteX15" fmla="*/ 41010 w 32246"/>
                    <a:gd name="connsiteY15" fmla="*/ 967 h 64492"/>
                    <a:gd name="connsiteX16" fmla="*/ 44557 w 32246"/>
                    <a:gd name="connsiteY16" fmla="*/ 0 h 64492"/>
                    <a:gd name="connsiteX17" fmla="*/ 52941 w 32246"/>
                    <a:gd name="connsiteY17" fmla="*/ 9997 h 64492"/>
                    <a:gd name="connsiteX18" fmla="*/ 53264 w 32246"/>
                    <a:gd name="connsiteY18" fmla="*/ 10964 h 64492"/>
                    <a:gd name="connsiteX19" fmla="*/ 51007 w 32246"/>
                    <a:gd name="connsiteY19" fmla="*/ 16123 h 64492"/>
                    <a:gd name="connsiteX20" fmla="*/ 45847 w 32246"/>
                    <a:gd name="connsiteY20" fmla="*/ 13866 h 64492"/>
                    <a:gd name="connsiteX21" fmla="*/ 45525 w 32246"/>
                    <a:gd name="connsiteY21" fmla="*/ 12899 h 64492"/>
                    <a:gd name="connsiteX22" fmla="*/ 43912 w 32246"/>
                    <a:gd name="connsiteY22" fmla="*/ 8707 h 64492"/>
                    <a:gd name="connsiteX23" fmla="*/ 41010 w 32246"/>
                    <a:gd name="connsiteY23" fmla="*/ 19993 h 64492"/>
                    <a:gd name="connsiteX24" fmla="*/ 36818 w 32246"/>
                    <a:gd name="connsiteY24" fmla="*/ 23540 h 64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2246" h="64492">
                      <a:moveTo>
                        <a:pt x="4249" y="82873"/>
                      </a:moveTo>
                      <a:cubicBezTo>
                        <a:pt x="3604" y="82873"/>
                        <a:pt x="2959" y="82873"/>
                        <a:pt x="2314" y="82551"/>
                      </a:cubicBezTo>
                      <a:cubicBezTo>
                        <a:pt x="379" y="81584"/>
                        <a:pt x="-588" y="79004"/>
                        <a:pt x="379" y="77069"/>
                      </a:cubicBezTo>
                      <a:cubicBezTo>
                        <a:pt x="1025" y="75779"/>
                        <a:pt x="1992" y="73522"/>
                        <a:pt x="2637" y="70942"/>
                      </a:cubicBezTo>
                      <a:lnTo>
                        <a:pt x="3282" y="68685"/>
                      </a:lnTo>
                      <a:cubicBezTo>
                        <a:pt x="6184" y="60301"/>
                        <a:pt x="8441" y="55141"/>
                        <a:pt x="12633" y="49982"/>
                      </a:cubicBezTo>
                      <a:cubicBezTo>
                        <a:pt x="13923" y="48370"/>
                        <a:pt x="16503" y="48047"/>
                        <a:pt x="18437" y="49660"/>
                      </a:cubicBezTo>
                      <a:cubicBezTo>
                        <a:pt x="20050" y="50950"/>
                        <a:pt x="20373" y="53529"/>
                        <a:pt x="18760" y="55464"/>
                      </a:cubicBezTo>
                      <a:cubicBezTo>
                        <a:pt x="15535" y="59334"/>
                        <a:pt x="13601" y="63848"/>
                        <a:pt x="10699" y="71910"/>
                      </a:cubicBezTo>
                      <a:lnTo>
                        <a:pt x="10054" y="73844"/>
                      </a:lnTo>
                      <a:cubicBezTo>
                        <a:pt x="9086" y="76747"/>
                        <a:pt x="8119" y="79004"/>
                        <a:pt x="7151" y="80939"/>
                      </a:cubicBezTo>
                      <a:cubicBezTo>
                        <a:pt x="7151" y="81906"/>
                        <a:pt x="5539" y="82873"/>
                        <a:pt x="4249" y="82873"/>
                      </a:cubicBezTo>
                      <a:close/>
                      <a:moveTo>
                        <a:pt x="36818" y="23540"/>
                      </a:moveTo>
                      <a:cubicBezTo>
                        <a:pt x="36818" y="23540"/>
                        <a:pt x="36496" y="23540"/>
                        <a:pt x="36818" y="23540"/>
                      </a:cubicBezTo>
                      <a:cubicBezTo>
                        <a:pt x="34238" y="23540"/>
                        <a:pt x="32626" y="21605"/>
                        <a:pt x="32949" y="19348"/>
                      </a:cubicBezTo>
                      <a:cubicBezTo>
                        <a:pt x="33593" y="9997"/>
                        <a:pt x="34883" y="4514"/>
                        <a:pt x="41010" y="967"/>
                      </a:cubicBezTo>
                      <a:cubicBezTo>
                        <a:pt x="42300" y="323"/>
                        <a:pt x="43267" y="0"/>
                        <a:pt x="44557" y="0"/>
                      </a:cubicBezTo>
                      <a:cubicBezTo>
                        <a:pt x="49394" y="0"/>
                        <a:pt x="51007" y="4514"/>
                        <a:pt x="52941" y="9997"/>
                      </a:cubicBezTo>
                      <a:lnTo>
                        <a:pt x="53264" y="10964"/>
                      </a:lnTo>
                      <a:cubicBezTo>
                        <a:pt x="53909" y="12899"/>
                        <a:pt x="52941" y="15478"/>
                        <a:pt x="51007" y="16123"/>
                      </a:cubicBezTo>
                      <a:cubicBezTo>
                        <a:pt x="49072" y="16768"/>
                        <a:pt x="46492" y="15801"/>
                        <a:pt x="45847" y="13866"/>
                      </a:cubicBezTo>
                      <a:lnTo>
                        <a:pt x="45525" y="12899"/>
                      </a:lnTo>
                      <a:cubicBezTo>
                        <a:pt x="44880" y="11609"/>
                        <a:pt x="44557" y="9997"/>
                        <a:pt x="43912" y="8707"/>
                      </a:cubicBezTo>
                      <a:cubicBezTo>
                        <a:pt x="42300" y="9997"/>
                        <a:pt x="41333" y="12576"/>
                        <a:pt x="41010" y="19993"/>
                      </a:cubicBezTo>
                      <a:cubicBezTo>
                        <a:pt x="40688" y="21928"/>
                        <a:pt x="38753" y="23540"/>
                        <a:pt x="36818" y="2354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EAF0F988-3673-C2B9-FC30-29E10B2B55B8}"/>
                    </a:ext>
                  </a:extLst>
                </p:cNvPr>
                <p:cNvSpPr/>
                <p:nvPr/>
              </p:nvSpPr>
              <p:spPr>
                <a:xfrm>
                  <a:off x="8096788" y="3091150"/>
                  <a:ext cx="32246" cy="32246"/>
                </a:xfrm>
                <a:custGeom>
                  <a:avLst/>
                  <a:gdLst>
                    <a:gd name="connsiteX0" fmla="*/ 4221 w 0"/>
                    <a:gd name="connsiteY0" fmla="*/ 26483 h 0"/>
                    <a:gd name="connsiteX1" fmla="*/ 352 w 0"/>
                    <a:gd name="connsiteY1" fmla="*/ 22936 h 0"/>
                    <a:gd name="connsiteX2" fmla="*/ 674 w 0"/>
                    <a:gd name="connsiteY2" fmla="*/ 9393 h 0"/>
                    <a:gd name="connsiteX3" fmla="*/ 996 w 0"/>
                    <a:gd name="connsiteY3" fmla="*/ 5523 h 0"/>
                    <a:gd name="connsiteX4" fmla="*/ 4221 w 0"/>
                    <a:gd name="connsiteY4" fmla="*/ 5201 h 0"/>
                    <a:gd name="connsiteX5" fmla="*/ 6479 w 0"/>
                    <a:gd name="connsiteY5" fmla="*/ 4233 h 0"/>
                    <a:gd name="connsiteX6" fmla="*/ 16475 w 0"/>
                    <a:gd name="connsiteY6" fmla="*/ 41 h 0"/>
                    <a:gd name="connsiteX7" fmla="*/ 20989 w 0"/>
                    <a:gd name="connsiteY7" fmla="*/ 3588 h 0"/>
                    <a:gd name="connsiteX8" fmla="*/ 17442 w 0"/>
                    <a:gd name="connsiteY8" fmla="*/ 8103 h 0"/>
                    <a:gd name="connsiteX9" fmla="*/ 10993 w 0"/>
                    <a:gd name="connsiteY9" fmla="*/ 10683 h 0"/>
                    <a:gd name="connsiteX10" fmla="*/ 8091 w 0"/>
                    <a:gd name="connsiteY10" fmla="*/ 12295 h 0"/>
                    <a:gd name="connsiteX11" fmla="*/ 8091 w 0"/>
                    <a:gd name="connsiteY11" fmla="*/ 22291 h 0"/>
                    <a:gd name="connsiteX12" fmla="*/ 4543 w 0"/>
                    <a:gd name="connsiteY12" fmla="*/ 26806 h 0"/>
                    <a:gd name="connsiteX13" fmla="*/ 4221 w 0"/>
                    <a:gd name="connsiteY13" fmla="*/ 26483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>
                      <a:moveTo>
                        <a:pt x="4221" y="26483"/>
                      </a:moveTo>
                      <a:cubicBezTo>
                        <a:pt x="2286" y="26483"/>
                        <a:pt x="352" y="24871"/>
                        <a:pt x="352" y="22936"/>
                      </a:cubicBezTo>
                      <a:cubicBezTo>
                        <a:pt x="-293" y="16487"/>
                        <a:pt x="29" y="13585"/>
                        <a:pt x="674" y="9393"/>
                      </a:cubicBezTo>
                      <a:lnTo>
                        <a:pt x="996" y="5523"/>
                      </a:lnTo>
                      <a:lnTo>
                        <a:pt x="4221" y="5201"/>
                      </a:lnTo>
                      <a:cubicBezTo>
                        <a:pt x="4543" y="5201"/>
                        <a:pt x="5188" y="4878"/>
                        <a:pt x="6479" y="4233"/>
                      </a:cubicBezTo>
                      <a:cubicBezTo>
                        <a:pt x="9703" y="1976"/>
                        <a:pt x="13250" y="686"/>
                        <a:pt x="16475" y="41"/>
                      </a:cubicBezTo>
                      <a:cubicBezTo>
                        <a:pt x="18732" y="-281"/>
                        <a:pt x="20667" y="1331"/>
                        <a:pt x="20989" y="3588"/>
                      </a:cubicBezTo>
                      <a:cubicBezTo>
                        <a:pt x="21312" y="5845"/>
                        <a:pt x="19699" y="7780"/>
                        <a:pt x="17442" y="8103"/>
                      </a:cubicBezTo>
                      <a:cubicBezTo>
                        <a:pt x="15508" y="8425"/>
                        <a:pt x="13250" y="9393"/>
                        <a:pt x="10993" y="10683"/>
                      </a:cubicBezTo>
                      <a:cubicBezTo>
                        <a:pt x="10025" y="11327"/>
                        <a:pt x="9058" y="11972"/>
                        <a:pt x="8091" y="12295"/>
                      </a:cubicBezTo>
                      <a:cubicBezTo>
                        <a:pt x="7768" y="15197"/>
                        <a:pt x="7768" y="17777"/>
                        <a:pt x="8091" y="22291"/>
                      </a:cubicBezTo>
                      <a:cubicBezTo>
                        <a:pt x="8413" y="24549"/>
                        <a:pt x="6801" y="26483"/>
                        <a:pt x="4543" y="26806"/>
                      </a:cubicBezTo>
                      <a:cubicBezTo>
                        <a:pt x="4543" y="26483"/>
                        <a:pt x="4543" y="26483"/>
                        <a:pt x="4221" y="26483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CBBE628C-6902-E2CC-50E7-8560A5417005}"/>
                    </a:ext>
                  </a:extLst>
                </p:cNvPr>
                <p:cNvSpPr/>
                <p:nvPr/>
              </p:nvSpPr>
              <p:spPr>
                <a:xfrm>
                  <a:off x="8098380" y="3138271"/>
                  <a:ext cx="32246" cy="32246"/>
                </a:xfrm>
                <a:custGeom>
                  <a:avLst/>
                  <a:gdLst>
                    <a:gd name="connsiteX0" fmla="*/ 4241 w 0"/>
                    <a:gd name="connsiteY0" fmla="*/ 28055 h 0"/>
                    <a:gd name="connsiteX1" fmla="*/ 3274 w 0"/>
                    <a:gd name="connsiteY1" fmla="*/ 28055 h 0"/>
                    <a:gd name="connsiteX2" fmla="*/ 49 w 0"/>
                    <a:gd name="connsiteY2" fmla="*/ 23218 h 0"/>
                    <a:gd name="connsiteX3" fmla="*/ 694 w 0"/>
                    <a:gd name="connsiteY3" fmla="*/ 20315 h 0"/>
                    <a:gd name="connsiteX4" fmla="*/ 2629 w 0"/>
                    <a:gd name="connsiteY4" fmla="*/ 7417 h 0"/>
                    <a:gd name="connsiteX5" fmla="*/ 2629 w 0"/>
                    <a:gd name="connsiteY5" fmla="*/ 4192 h 0"/>
                    <a:gd name="connsiteX6" fmla="*/ 6498 w 0"/>
                    <a:gd name="connsiteY6" fmla="*/ 0 h 0"/>
                    <a:gd name="connsiteX7" fmla="*/ 10690 w 0"/>
                    <a:gd name="connsiteY7" fmla="*/ 3870 h 0"/>
                    <a:gd name="connsiteX8" fmla="*/ 10690 w 0"/>
                    <a:gd name="connsiteY8" fmla="*/ 7739 h 0"/>
                    <a:gd name="connsiteX9" fmla="*/ 8433 w 0"/>
                    <a:gd name="connsiteY9" fmla="*/ 22573 h 0"/>
                    <a:gd name="connsiteX10" fmla="*/ 7788 w 0"/>
                    <a:gd name="connsiteY10" fmla="*/ 25152 h 0"/>
                    <a:gd name="connsiteX11" fmla="*/ 4241 w 0"/>
                    <a:gd name="connsiteY11" fmla="*/ 2805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>
                      <a:moveTo>
                        <a:pt x="4241" y="28055"/>
                      </a:moveTo>
                      <a:cubicBezTo>
                        <a:pt x="3918" y="28055"/>
                        <a:pt x="3596" y="28055"/>
                        <a:pt x="3274" y="28055"/>
                      </a:cubicBezTo>
                      <a:cubicBezTo>
                        <a:pt x="1016" y="27732"/>
                        <a:pt x="-273" y="25475"/>
                        <a:pt x="49" y="23218"/>
                      </a:cubicBezTo>
                      <a:cubicBezTo>
                        <a:pt x="371" y="22250"/>
                        <a:pt x="371" y="21283"/>
                        <a:pt x="694" y="20315"/>
                      </a:cubicBezTo>
                      <a:cubicBezTo>
                        <a:pt x="2306" y="14511"/>
                        <a:pt x="2629" y="11286"/>
                        <a:pt x="2629" y="7417"/>
                      </a:cubicBezTo>
                      <a:cubicBezTo>
                        <a:pt x="2629" y="6449"/>
                        <a:pt x="2629" y="5482"/>
                        <a:pt x="2629" y="4192"/>
                      </a:cubicBezTo>
                      <a:cubicBezTo>
                        <a:pt x="2306" y="1935"/>
                        <a:pt x="4241" y="0"/>
                        <a:pt x="6498" y="0"/>
                      </a:cubicBezTo>
                      <a:cubicBezTo>
                        <a:pt x="8756" y="0"/>
                        <a:pt x="10690" y="1612"/>
                        <a:pt x="10690" y="3870"/>
                      </a:cubicBezTo>
                      <a:cubicBezTo>
                        <a:pt x="10690" y="5160"/>
                        <a:pt x="10690" y="6449"/>
                        <a:pt x="10690" y="7739"/>
                      </a:cubicBezTo>
                      <a:cubicBezTo>
                        <a:pt x="10690" y="12899"/>
                        <a:pt x="9723" y="17091"/>
                        <a:pt x="8433" y="22573"/>
                      </a:cubicBezTo>
                      <a:cubicBezTo>
                        <a:pt x="8111" y="23218"/>
                        <a:pt x="8111" y="24185"/>
                        <a:pt x="7788" y="25152"/>
                      </a:cubicBezTo>
                      <a:cubicBezTo>
                        <a:pt x="7788" y="26442"/>
                        <a:pt x="5854" y="28055"/>
                        <a:pt x="4241" y="28055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61FF75CA-52A6-BB2B-FCAE-0DCFBFCE5D7E}"/>
                    </a:ext>
                  </a:extLst>
                </p:cNvPr>
                <p:cNvSpPr/>
                <p:nvPr/>
              </p:nvSpPr>
              <p:spPr>
                <a:xfrm>
                  <a:off x="8092898" y="3186600"/>
                  <a:ext cx="32246" cy="32246"/>
                </a:xfrm>
                <a:custGeom>
                  <a:avLst/>
                  <a:gdLst>
                    <a:gd name="connsiteX0" fmla="*/ 3918 w 0"/>
                    <a:gd name="connsiteY0" fmla="*/ 21324 h 0"/>
                    <a:gd name="connsiteX1" fmla="*/ 3274 w 0"/>
                    <a:gd name="connsiteY1" fmla="*/ 21324 h 0"/>
                    <a:gd name="connsiteX2" fmla="*/ 49 w 0"/>
                    <a:gd name="connsiteY2" fmla="*/ 16809 h 0"/>
                    <a:gd name="connsiteX3" fmla="*/ 1984 w 0"/>
                    <a:gd name="connsiteY3" fmla="*/ 3588 h 0"/>
                    <a:gd name="connsiteX4" fmla="*/ 6498 w 0"/>
                    <a:gd name="connsiteY4" fmla="*/ 41 h 0"/>
                    <a:gd name="connsiteX5" fmla="*/ 10045 w 0"/>
                    <a:gd name="connsiteY5" fmla="*/ 4556 h 0"/>
                    <a:gd name="connsiteX6" fmla="*/ 8111 w 0"/>
                    <a:gd name="connsiteY6" fmla="*/ 18099 h 0"/>
                    <a:gd name="connsiteX7" fmla="*/ 3918 w 0"/>
                    <a:gd name="connsiteY7" fmla="*/ 2132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>
                      <a:moveTo>
                        <a:pt x="3918" y="21324"/>
                      </a:moveTo>
                      <a:cubicBezTo>
                        <a:pt x="3596" y="21324"/>
                        <a:pt x="3596" y="21324"/>
                        <a:pt x="3274" y="21324"/>
                      </a:cubicBezTo>
                      <a:cubicBezTo>
                        <a:pt x="1016" y="21001"/>
                        <a:pt x="-273" y="18744"/>
                        <a:pt x="49" y="16809"/>
                      </a:cubicBezTo>
                      <a:cubicBezTo>
                        <a:pt x="694" y="12295"/>
                        <a:pt x="1339" y="7780"/>
                        <a:pt x="1984" y="3588"/>
                      </a:cubicBezTo>
                      <a:cubicBezTo>
                        <a:pt x="2306" y="1331"/>
                        <a:pt x="4241" y="-281"/>
                        <a:pt x="6498" y="41"/>
                      </a:cubicBezTo>
                      <a:cubicBezTo>
                        <a:pt x="8756" y="364"/>
                        <a:pt x="10368" y="2298"/>
                        <a:pt x="10045" y="4556"/>
                      </a:cubicBezTo>
                      <a:cubicBezTo>
                        <a:pt x="9400" y="8748"/>
                        <a:pt x="8756" y="13262"/>
                        <a:pt x="8111" y="18099"/>
                      </a:cubicBezTo>
                      <a:cubicBezTo>
                        <a:pt x="7788" y="19711"/>
                        <a:pt x="5853" y="21324"/>
                        <a:pt x="3918" y="21324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0" name="Graphic 4">
                <a:extLst>
                  <a:ext uri="{FF2B5EF4-FFF2-40B4-BE49-F238E27FC236}">
                    <a16:creationId xmlns:a16="http://schemas.microsoft.com/office/drawing/2014/main" id="{D4883060-2C35-08CF-E126-3F2024288475}"/>
                  </a:ext>
                </a:extLst>
              </p:cNvPr>
              <p:cNvGrpSpPr/>
              <p:nvPr/>
            </p:nvGrpSpPr>
            <p:grpSpPr>
              <a:xfrm>
                <a:off x="4614521" y="3908317"/>
                <a:ext cx="34096" cy="35906"/>
                <a:chOff x="4614521" y="3908317"/>
                <a:chExt cx="34096" cy="35906"/>
              </a:xfrm>
              <a:grpFill/>
            </p:grpSpPr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354F78DB-0120-ADBA-C3ED-D59A81E85CD5}"/>
                    </a:ext>
                  </a:extLst>
                </p:cNvPr>
                <p:cNvSpPr/>
                <p:nvPr/>
              </p:nvSpPr>
              <p:spPr>
                <a:xfrm>
                  <a:off x="4616371" y="3911977"/>
                  <a:ext cx="32246" cy="32246"/>
                </a:xfrm>
                <a:custGeom>
                  <a:avLst/>
                  <a:gdLst>
                    <a:gd name="connsiteX0" fmla="*/ 6533 w 32246"/>
                    <a:gd name="connsiteY0" fmla="*/ 1500 h 32246"/>
                    <a:gd name="connsiteX1" fmla="*/ 30718 w 32246"/>
                    <a:gd name="connsiteY1" fmla="*/ 6014 h 32246"/>
                    <a:gd name="connsiteX2" fmla="*/ 50389 w 32246"/>
                    <a:gd name="connsiteY2" fmla="*/ 19558 h 32246"/>
                    <a:gd name="connsiteX3" fmla="*/ 48454 w 32246"/>
                    <a:gd name="connsiteY3" fmla="*/ 36649 h 32246"/>
                    <a:gd name="connsiteX4" fmla="*/ 24591 w 32246"/>
                    <a:gd name="connsiteY4" fmla="*/ 49225 h 32246"/>
                    <a:gd name="connsiteX5" fmla="*/ 1696 w 32246"/>
                    <a:gd name="connsiteY5" fmla="*/ 30844 h 32246"/>
                    <a:gd name="connsiteX6" fmla="*/ 6533 w 32246"/>
                    <a:gd name="connsiteY6" fmla="*/ 1500 h 32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246" h="32246">
                      <a:moveTo>
                        <a:pt x="6533" y="1500"/>
                      </a:moveTo>
                      <a:cubicBezTo>
                        <a:pt x="6533" y="1500"/>
                        <a:pt x="20077" y="-3982"/>
                        <a:pt x="30718" y="6014"/>
                      </a:cubicBezTo>
                      <a:cubicBezTo>
                        <a:pt x="41360" y="16011"/>
                        <a:pt x="48776" y="18268"/>
                        <a:pt x="50389" y="19558"/>
                      </a:cubicBezTo>
                      <a:cubicBezTo>
                        <a:pt x="52323" y="20848"/>
                        <a:pt x="54581" y="28587"/>
                        <a:pt x="48454" y="36649"/>
                      </a:cubicBezTo>
                      <a:cubicBezTo>
                        <a:pt x="42649" y="44710"/>
                        <a:pt x="36845" y="49225"/>
                        <a:pt x="24591" y="49225"/>
                      </a:cubicBezTo>
                      <a:cubicBezTo>
                        <a:pt x="12338" y="49225"/>
                        <a:pt x="2664" y="35681"/>
                        <a:pt x="1696" y="30844"/>
                      </a:cubicBezTo>
                      <a:cubicBezTo>
                        <a:pt x="1374" y="25685"/>
                        <a:pt x="-4108" y="4402"/>
                        <a:pt x="6533" y="1500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2B087761-41B8-1BA4-6AC0-18A75773B341}"/>
                    </a:ext>
                  </a:extLst>
                </p:cNvPr>
                <p:cNvSpPr/>
                <p:nvPr/>
              </p:nvSpPr>
              <p:spPr>
                <a:xfrm>
                  <a:off x="4614521" y="3908317"/>
                  <a:ext cx="32246" cy="32246"/>
                </a:xfrm>
                <a:custGeom>
                  <a:avLst/>
                  <a:gdLst>
                    <a:gd name="connsiteX0" fmla="*/ 17413 w 32246"/>
                    <a:gd name="connsiteY0" fmla="*/ 54174 h 32246"/>
                    <a:gd name="connsiteX1" fmla="*/ 15478 w 32246"/>
                    <a:gd name="connsiteY1" fmla="*/ 53529 h 32246"/>
                    <a:gd name="connsiteX2" fmla="*/ 0 w 32246"/>
                    <a:gd name="connsiteY2" fmla="*/ 34826 h 32246"/>
                    <a:gd name="connsiteX3" fmla="*/ 0 w 32246"/>
                    <a:gd name="connsiteY3" fmla="*/ 34181 h 32246"/>
                    <a:gd name="connsiteX4" fmla="*/ 7739 w 32246"/>
                    <a:gd name="connsiteY4" fmla="*/ 32569 h 32246"/>
                    <a:gd name="connsiteX5" fmla="*/ 8062 w 32246"/>
                    <a:gd name="connsiteY5" fmla="*/ 33536 h 32246"/>
                    <a:gd name="connsiteX6" fmla="*/ 19670 w 32246"/>
                    <a:gd name="connsiteY6" fmla="*/ 46435 h 32246"/>
                    <a:gd name="connsiteX7" fmla="*/ 21283 w 32246"/>
                    <a:gd name="connsiteY7" fmla="*/ 51917 h 32246"/>
                    <a:gd name="connsiteX8" fmla="*/ 17413 w 32246"/>
                    <a:gd name="connsiteY8" fmla="*/ 54174 h 32246"/>
                    <a:gd name="connsiteX9" fmla="*/ 46112 w 32246"/>
                    <a:gd name="connsiteY9" fmla="*/ 49660 h 32246"/>
                    <a:gd name="connsiteX10" fmla="*/ 43210 w 32246"/>
                    <a:gd name="connsiteY10" fmla="*/ 48370 h 32246"/>
                    <a:gd name="connsiteX11" fmla="*/ 43210 w 32246"/>
                    <a:gd name="connsiteY11" fmla="*/ 42565 h 32246"/>
                    <a:gd name="connsiteX12" fmla="*/ 47402 w 32246"/>
                    <a:gd name="connsiteY12" fmla="*/ 37728 h 32246"/>
                    <a:gd name="connsiteX13" fmla="*/ 50305 w 32246"/>
                    <a:gd name="connsiteY13" fmla="*/ 29344 h 32246"/>
                    <a:gd name="connsiteX14" fmla="*/ 49982 w 32246"/>
                    <a:gd name="connsiteY14" fmla="*/ 27087 h 32246"/>
                    <a:gd name="connsiteX15" fmla="*/ 52884 w 32246"/>
                    <a:gd name="connsiteY15" fmla="*/ 22250 h 32246"/>
                    <a:gd name="connsiteX16" fmla="*/ 57721 w 32246"/>
                    <a:gd name="connsiteY16" fmla="*/ 25152 h 32246"/>
                    <a:gd name="connsiteX17" fmla="*/ 58366 w 32246"/>
                    <a:gd name="connsiteY17" fmla="*/ 29667 h 32246"/>
                    <a:gd name="connsiteX18" fmla="*/ 53852 w 32246"/>
                    <a:gd name="connsiteY18" fmla="*/ 42888 h 32246"/>
                    <a:gd name="connsiteX19" fmla="*/ 49015 w 32246"/>
                    <a:gd name="connsiteY19" fmla="*/ 48692 h 32246"/>
                    <a:gd name="connsiteX20" fmla="*/ 46112 w 32246"/>
                    <a:gd name="connsiteY20" fmla="*/ 49660 h 32246"/>
                    <a:gd name="connsiteX21" fmla="*/ 29667 w 32246"/>
                    <a:gd name="connsiteY21" fmla="*/ 11609 h 32246"/>
                    <a:gd name="connsiteX22" fmla="*/ 27410 w 32246"/>
                    <a:gd name="connsiteY22" fmla="*/ 10964 h 32246"/>
                    <a:gd name="connsiteX23" fmla="*/ 17091 w 32246"/>
                    <a:gd name="connsiteY23" fmla="*/ 8062 h 32246"/>
                    <a:gd name="connsiteX24" fmla="*/ 9996 w 32246"/>
                    <a:gd name="connsiteY24" fmla="*/ 9352 h 32246"/>
                    <a:gd name="connsiteX25" fmla="*/ 9029 w 32246"/>
                    <a:gd name="connsiteY25" fmla="*/ 9674 h 32246"/>
                    <a:gd name="connsiteX26" fmla="*/ 4192 w 32246"/>
                    <a:gd name="connsiteY26" fmla="*/ 6449 h 32246"/>
                    <a:gd name="connsiteX27" fmla="*/ 7094 w 32246"/>
                    <a:gd name="connsiteY27" fmla="*/ 1612 h 32246"/>
                    <a:gd name="connsiteX28" fmla="*/ 7094 w 32246"/>
                    <a:gd name="connsiteY28" fmla="*/ 1612 h 32246"/>
                    <a:gd name="connsiteX29" fmla="*/ 17091 w 32246"/>
                    <a:gd name="connsiteY29" fmla="*/ 0 h 32246"/>
                    <a:gd name="connsiteX30" fmla="*/ 31924 w 32246"/>
                    <a:gd name="connsiteY30" fmla="*/ 4192 h 32246"/>
                    <a:gd name="connsiteX31" fmla="*/ 33214 w 32246"/>
                    <a:gd name="connsiteY31" fmla="*/ 9674 h 32246"/>
                    <a:gd name="connsiteX32" fmla="*/ 29667 w 32246"/>
                    <a:gd name="connsiteY32" fmla="*/ 11609 h 32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2246" h="32246">
                      <a:moveTo>
                        <a:pt x="17413" y="54174"/>
                      </a:moveTo>
                      <a:cubicBezTo>
                        <a:pt x="16768" y="54174"/>
                        <a:pt x="16123" y="53852"/>
                        <a:pt x="15478" y="53529"/>
                      </a:cubicBezTo>
                      <a:cubicBezTo>
                        <a:pt x="7417" y="49015"/>
                        <a:pt x="967" y="40308"/>
                        <a:pt x="0" y="34826"/>
                      </a:cubicBezTo>
                      <a:lnTo>
                        <a:pt x="0" y="34181"/>
                      </a:lnTo>
                      <a:lnTo>
                        <a:pt x="7739" y="32569"/>
                      </a:lnTo>
                      <a:lnTo>
                        <a:pt x="8062" y="33536"/>
                      </a:lnTo>
                      <a:cubicBezTo>
                        <a:pt x="8384" y="35794"/>
                        <a:pt x="12899" y="42888"/>
                        <a:pt x="19670" y="46435"/>
                      </a:cubicBezTo>
                      <a:cubicBezTo>
                        <a:pt x="21605" y="47402"/>
                        <a:pt x="22250" y="49982"/>
                        <a:pt x="21283" y="51917"/>
                      </a:cubicBezTo>
                      <a:cubicBezTo>
                        <a:pt x="20315" y="53529"/>
                        <a:pt x="19025" y="54174"/>
                        <a:pt x="17413" y="54174"/>
                      </a:cubicBezTo>
                      <a:close/>
                      <a:moveTo>
                        <a:pt x="46112" y="49660"/>
                      </a:moveTo>
                      <a:cubicBezTo>
                        <a:pt x="45145" y="49660"/>
                        <a:pt x="44178" y="49337"/>
                        <a:pt x="43210" y="48370"/>
                      </a:cubicBezTo>
                      <a:cubicBezTo>
                        <a:pt x="41598" y="46757"/>
                        <a:pt x="41598" y="44178"/>
                        <a:pt x="43210" y="42565"/>
                      </a:cubicBezTo>
                      <a:cubicBezTo>
                        <a:pt x="44500" y="41275"/>
                        <a:pt x="45790" y="39663"/>
                        <a:pt x="47402" y="37728"/>
                      </a:cubicBezTo>
                      <a:cubicBezTo>
                        <a:pt x="49982" y="34181"/>
                        <a:pt x="50305" y="31279"/>
                        <a:pt x="50305" y="29344"/>
                      </a:cubicBezTo>
                      <a:cubicBezTo>
                        <a:pt x="50305" y="28377"/>
                        <a:pt x="50305" y="27409"/>
                        <a:pt x="49982" y="27087"/>
                      </a:cubicBezTo>
                      <a:cubicBezTo>
                        <a:pt x="49337" y="24830"/>
                        <a:pt x="50627" y="22572"/>
                        <a:pt x="52884" y="22250"/>
                      </a:cubicBezTo>
                      <a:cubicBezTo>
                        <a:pt x="55141" y="21605"/>
                        <a:pt x="57399" y="22895"/>
                        <a:pt x="57721" y="25152"/>
                      </a:cubicBezTo>
                      <a:cubicBezTo>
                        <a:pt x="58044" y="26442"/>
                        <a:pt x="58366" y="28054"/>
                        <a:pt x="58366" y="29667"/>
                      </a:cubicBezTo>
                      <a:cubicBezTo>
                        <a:pt x="58366" y="32891"/>
                        <a:pt x="57721" y="37728"/>
                        <a:pt x="53852" y="42888"/>
                      </a:cubicBezTo>
                      <a:cubicBezTo>
                        <a:pt x="52239" y="45145"/>
                        <a:pt x="50627" y="47080"/>
                        <a:pt x="49015" y="48692"/>
                      </a:cubicBezTo>
                      <a:cubicBezTo>
                        <a:pt x="48047" y="49337"/>
                        <a:pt x="47080" y="49660"/>
                        <a:pt x="46112" y="49660"/>
                      </a:cubicBezTo>
                      <a:close/>
                      <a:moveTo>
                        <a:pt x="29667" y="11609"/>
                      </a:moveTo>
                      <a:cubicBezTo>
                        <a:pt x="29022" y="11609"/>
                        <a:pt x="28054" y="11286"/>
                        <a:pt x="27410" y="10964"/>
                      </a:cubicBezTo>
                      <a:cubicBezTo>
                        <a:pt x="24507" y="9029"/>
                        <a:pt x="20960" y="8062"/>
                        <a:pt x="17091" y="8062"/>
                      </a:cubicBezTo>
                      <a:cubicBezTo>
                        <a:pt x="12899" y="8062"/>
                        <a:pt x="9996" y="9352"/>
                        <a:pt x="9996" y="9352"/>
                      </a:cubicBezTo>
                      <a:lnTo>
                        <a:pt x="9029" y="9674"/>
                      </a:lnTo>
                      <a:cubicBezTo>
                        <a:pt x="6772" y="9996"/>
                        <a:pt x="4837" y="8706"/>
                        <a:pt x="4192" y="6449"/>
                      </a:cubicBezTo>
                      <a:cubicBezTo>
                        <a:pt x="3870" y="4192"/>
                        <a:pt x="4837" y="2257"/>
                        <a:pt x="7094" y="1612"/>
                      </a:cubicBezTo>
                      <a:cubicBezTo>
                        <a:pt x="7094" y="1612"/>
                        <a:pt x="7094" y="1612"/>
                        <a:pt x="7094" y="1612"/>
                      </a:cubicBezTo>
                      <a:cubicBezTo>
                        <a:pt x="8384" y="1290"/>
                        <a:pt x="11931" y="0"/>
                        <a:pt x="17091" y="0"/>
                      </a:cubicBezTo>
                      <a:cubicBezTo>
                        <a:pt x="22573" y="0"/>
                        <a:pt x="27410" y="1290"/>
                        <a:pt x="31924" y="4192"/>
                      </a:cubicBezTo>
                      <a:cubicBezTo>
                        <a:pt x="33859" y="5482"/>
                        <a:pt x="34181" y="8062"/>
                        <a:pt x="33214" y="9674"/>
                      </a:cubicBezTo>
                      <a:cubicBezTo>
                        <a:pt x="32246" y="10964"/>
                        <a:pt x="30957" y="11609"/>
                        <a:pt x="29667" y="11609"/>
                      </a:cubicBezTo>
                      <a:close/>
                    </a:path>
                  </a:pathLst>
                </a:custGeom>
                <a:grpFill/>
                <a:ln w="317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3FDB5594-8889-2C51-9503-7C6D3E716347}"/>
                  </a:ext>
                </a:extLst>
              </p:cNvPr>
              <p:cNvSpPr/>
              <p:nvPr/>
            </p:nvSpPr>
            <p:spPr>
              <a:xfrm>
                <a:off x="3817569" y="663824"/>
                <a:ext cx="5062696" cy="2902184"/>
              </a:xfrm>
              <a:custGeom>
                <a:avLst/>
                <a:gdLst>
                  <a:gd name="connsiteX0" fmla="*/ 3731703 w 5062695"/>
                  <a:gd name="connsiteY0" fmla="*/ 2912032 h 2902183"/>
                  <a:gd name="connsiteX1" fmla="*/ 3729123 w 5062695"/>
                  <a:gd name="connsiteY1" fmla="*/ 2911387 h 2902183"/>
                  <a:gd name="connsiteX2" fmla="*/ 3726866 w 5062695"/>
                  <a:gd name="connsiteY2" fmla="*/ 2904293 h 2902183"/>
                  <a:gd name="connsiteX3" fmla="*/ 3731703 w 5062695"/>
                  <a:gd name="connsiteY3" fmla="*/ 2906550 h 2902183"/>
                  <a:gd name="connsiteX4" fmla="*/ 3727188 w 5062695"/>
                  <a:gd name="connsiteY4" fmla="*/ 2903648 h 2902183"/>
                  <a:gd name="connsiteX5" fmla="*/ 3734605 w 5062695"/>
                  <a:gd name="connsiteY5" fmla="*/ 2901391 h 2902183"/>
                  <a:gd name="connsiteX6" fmla="*/ 3736862 w 5062695"/>
                  <a:gd name="connsiteY6" fmla="*/ 2908808 h 2902183"/>
                  <a:gd name="connsiteX7" fmla="*/ 3736540 w 5062695"/>
                  <a:gd name="connsiteY7" fmla="*/ 2909130 h 2902183"/>
                  <a:gd name="connsiteX8" fmla="*/ 3731703 w 5062695"/>
                  <a:gd name="connsiteY8" fmla="*/ 2912032 h 2902183"/>
                  <a:gd name="connsiteX9" fmla="*/ 3730090 w 5062695"/>
                  <a:gd name="connsiteY9" fmla="*/ 2885913 h 2902183"/>
                  <a:gd name="connsiteX10" fmla="*/ 3730090 w 5062695"/>
                  <a:gd name="connsiteY10" fmla="*/ 2885913 h 2902183"/>
                  <a:gd name="connsiteX11" fmla="*/ 3724608 w 5062695"/>
                  <a:gd name="connsiteY11" fmla="*/ 2880431 h 2902183"/>
                  <a:gd name="connsiteX12" fmla="*/ 3724608 w 5062695"/>
                  <a:gd name="connsiteY12" fmla="*/ 2876884 h 2902183"/>
                  <a:gd name="connsiteX13" fmla="*/ 3714935 w 5062695"/>
                  <a:gd name="connsiteY13" fmla="*/ 2862373 h 2902183"/>
                  <a:gd name="connsiteX14" fmla="*/ 3706550 w 5062695"/>
                  <a:gd name="connsiteY14" fmla="*/ 2851731 h 2902183"/>
                  <a:gd name="connsiteX15" fmla="*/ 3707840 w 5062695"/>
                  <a:gd name="connsiteY15" fmla="*/ 2846894 h 2902183"/>
                  <a:gd name="connsiteX16" fmla="*/ 3707840 w 5062695"/>
                  <a:gd name="connsiteY16" fmla="*/ 2846572 h 2902183"/>
                  <a:gd name="connsiteX17" fmla="*/ 3705905 w 5062695"/>
                  <a:gd name="connsiteY17" fmla="*/ 2835930 h 2902183"/>
                  <a:gd name="connsiteX18" fmla="*/ 3711065 w 5062695"/>
                  <a:gd name="connsiteY18" fmla="*/ 2830126 h 2902183"/>
                  <a:gd name="connsiteX19" fmla="*/ 3716869 w 5062695"/>
                  <a:gd name="connsiteY19" fmla="*/ 2835286 h 2902183"/>
                  <a:gd name="connsiteX20" fmla="*/ 3718159 w 5062695"/>
                  <a:gd name="connsiteY20" fmla="*/ 2843025 h 2902183"/>
                  <a:gd name="connsiteX21" fmla="*/ 3718804 w 5062695"/>
                  <a:gd name="connsiteY21" fmla="*/ 2846572 h 2902183"/>
                  <a:gd name="connsiteX22" fmla="*/ 3717514 w 5062695"/>
                  <a:gd name="connsiteY22" fmla="*/ 2851409 h 2902183"/>
                  <a:gd name="connsiteX23" fmla="*/ 3717514 w 5062695"/>
                  <a:gd name="connsiteY23" fmla="*/ 2851409 h 2902183"/>
                  <a:gd name="connsiteX24" fmla="*/ 3720094 w 5062695"/>
                  <a:gd name="connsiteY24" fmla="*/ 2853021 h 2902183"/>
                  <a:gd name="connsiteX25" fmla="*/ 3735572 w 5062695"/>
                  <a:gd name="connsiteY25" fmla="*/ 2876884 h 2902183"/>
                  <a:gd name="connsiteX26" fmla="*/ 3735572 w 5062695"/>
                  <a:gd name="connsiteY26" fmla="*/ 2880753 h 2902183"/>
                  <a:gd name="connsiteX27" fmla="*/ 3730090 w 5062695"/>
                  <a:gd name="connsiteY27" fmla="*/ 2885913 h 2902183"/>
                  <a:gd name="connsiteX28" fmla="*/ 4377599 w 5062695"/>
                  <a:gd name="connsiteY28" fmla="*/ 2860760 h 2902183"/>
                  <a:gd name="connsiteX29" fmla="*/ 4363089 w 5062695"/>
                  <a:gd name="connsiteY29" fmla="*/ 2843992 h 2902183"/>
                  <a:gd name="connsiteX30" fmla="*/ 4367281 w 5062695"/>
                  <a:gd name="connsiteY30" fmla="*/ 2837865 h 2902183"/>
                  <a:gd name="connsiteX31" fmla="*/ 4373407 w 5062695"/>
                  <a:gd name="connsiteY31" fmla="*/ 2842057 h 2902183"/>
                  <a:gd name="connsiteX32" fmla="*/ 4377599 w 5062695"/>
                  <a:gd name="connsiteY32" fmla="*/ 2850119 h 2902183"/>
                  <a:gd name="connsiteX33" fmla="*/ 4379212 w 5062695"/>
                  <a:gd name="connsiteY33" fmla="*/ 2849474 h 2902183"/>
                  <a:gd name="connsiteX34" fmla="*/ 4385983 w 5062695"/>
                  <a:gd name="connsiteY34" fmla="*/ 2842057 h 2902183"/>
                  <a:gd name="connsiteX35" fmla="*/ 4391788 w 5062695"/>
                  <a:gd name="connsiteY35" fmla="*/ 2834641 h 2902183"/>
                  <a:gd name="connsiteX36" fmla="*/ 4402752 w 5062695"/>
                  <a:gd name="connsiteY36" fmla="*/ 2834963 h 2902183"/>
                  <a:gd name="connsiteX37" fmla="*/ 4407266 w 5062695"/>
                  <a:gd name="connsiteY37" fmla="*/ 2836898 h 2902183"/>
                  <a:gd name="connsiteX38" fmla="*/ 4411136 w 5062695"/>
                  <a:gd name="connsiteY38" fmla="*/ 2843347 h 2902183"/>
                  <a:gd name="connsiteX39" fmla="*/ 4404686 w 5062695"/>
                  <a:gd name="connsiteY39" fmla="*/ 2847217 h 2902183"/>
                  <a:gd name="connsiteX40" fmla="*/ 4397270 w 5062695"/>
                  <a:gd name="connsiteY40" fmla="*/ 2843992 h 2902183"/>
                  <a:gd name="connsiteX41" fmla="*/ 4397270 w 5062695"/>
                  <a:gd name="connsiteY41" fmla="*/ 2843992 h 2902183"/>
                  <a:gd name="connsiteX42" fmla="*/ 4395980 w 5062695"/>
                  <a:gd name="connsiteY42" fmla="*/ 2846572 h 2902183"/>
                  <a:gd name="connsiteX43" fmla="*/ 4384371 w 5062695"/>
                  <a:gd name="connsiteY43" fmla="*/ 2858826 h 2902183"/>
                  <a:gd name="connsiteX44" fmla="*/ 4377599 w 5062695"/>
                  <a:gd name="connsiteY44" fmla="*/ 2860760 h 2902183"/>
                  <a:gd name="connsiteX45" fmla="*/ 4442415 w 5062695"/>
                  <a:gd name="connsiteY45" fmla="*/ 2860760 h 2902183"/>
                  <a:gd name="connsiteX46" fmla="*/ 4439513 w 5062695"/>
                  <a:gd name="connsiteY46" fmla="*/ 2859793 h 2902183"/>
                  <a:gd name="connsiteX47" fmla="*/ 4437900 w 5062695"/>
                  <a:gd name="connsiteY47" fmla="*/ 2852376 h 2902183"/>
                  <a:gd name="connsiteX48" fmla="*/ 4440158 w 5062695"/>
                  <a:gd name="connsiteY48" fmla="*/ 2847217 h 2902183"/>
                  <a:gd name="connsiteX49" fmla="*/ 4441125 w 5062695"/>
                  <a:gd name="connsiteY49" fmla="*/ 2844315 h 2902183"/>
                  <a:gd name="connsiteX50" fmla="*/ 4441447 w 5062695"/>
                  <a:gd name="connsiteY50" fmla="*/ 2843347 h 2902183"/>
                  <a:gd name="connsiteX51" fmla="*/ 4448542 w 5062695"/>
                  <a:gd name="connsiteY51" fmla="*/ 2840445 h 2902183"/>
                  <a:gd name="connsiteX52" fmla="*/ 4451444 w 5062695"/>
                  <a:gd name="connsiteY52" fmla="*/ 2847539 h 2902183"/>
                  <a:gd name="connsiteX53" fmla="*/ 4451121 w 5062695"/>
                  <a:gd name="connsiteY53" fmla="*/ 2848507 h 2902183"/>
                  <a:gd name="connsiteX54" fmla="*/ 4450154 w 5062695"/>
                  <a:gd name="connsiteY54" fmla="*/ 2851086 h 2902183"/>
                  <a:gd name="connsiteX55" fmla="*/ 4446930 w 5062695"/>
                  <a:gd name="connsiteY55" fmla="*/ 2858503 h 2902183"/>
                  <a:gd name="connsiteX56" fmla="*/ 4442415 w 5062695"/>
                  <a:gd name="connsiteY56" fmla="*/ 2860760 h 2902183"/>
                  <a:gd name="connsiteX57" fmla="*/ 4455959 w 5062695"/>
                  <a:gd name="connsiteY57" fmla="*/ 2825612 h 2902183"/>
                  <a:gd name="connsiteX58" fmla="*/ 4452411 w 5062695"/>
                  <a:gd name="connsiteY58" fmla="*/ 2824322 h 2902183"/>
                  <a:gd name="connsiteX59" fmla="*/ 4451766 w 5062695"/>
                  <a:gd name="connsiteY59" fmla="*/ 2816905 h 2902183"/>
                  <a:gd name="connsiteX60" fmla="*/ 4460473 w 5062695"/>
                  <a:gd name="connsiteY60" fmla="*/ 2810778 h 2902183"/>
                  <a:gd name="connsiteX61" fmla="*/ 4462730 w 5062695"/>
                  <a:gd name="connsiteY61" fmla="*/ 2809488 h 2902183"/>
                  <a:gd name="connsiteX62" fmla="*/ 4461118 w 5062695"/>
                  <a:gd name="connsiteY62" fmla="*/ 2806586 h 2902183"/>
                  <a:gd name="connsiteX63" fmla="*/ 4457571 w 5062695"/>
                  <a:gd name="connsiteY63" fmla="*/ 2795945 h 2902183"/>
                  <a:gd name="connsiteX64" fmla="*/ 4459506 w 5062695"/>
                  <a:gd name="connsiteY64" fmla="*/ 2789818 h 2902183"/>
                  <a:gd name="connsiteX65" fmla="*/ 4461440 w 5062695"/>
                  <a:gd name="connsiteY65" fmla="*/ 2784014 h 2902183"/>
                  <a:gd name="connsiteX66" fmla="*/ 4460473 w 5062695"/>
                  <a:gd name="connsiteY66" fmla="*/ 2778210 h 2902183"/>
                  <a:gd name="connsiteX67" fmla="*/ 4460150 w 5062695"/>
                  <a:gd name="connsiteY67" fmla="*/ 2776920 h 2902183"/>
                  <a:gd name="connsiteX68" fmla="*/ 4464020 w 5062695"/>
                  <a:gd name="connsiteY68" fmla="*/ 2770470 h 2902183"/>
                  <a:gd name="connsiteX69" fmla="*/ 4470469 w 5062695"/>
                  <a:gd name="connsiteY69" fmla="*/ 2774340 h 2902183"/>
                  <a:gd name="connsiteX70" fmla="*/ 4470792 w 5062695"/>
                  <a:gd name="connsiteY70" fmla="*/ 2775630 h 2902183"/>
                  <a:gd name="connsiteX71" fmla="*/ 4472082 w 5062695"/>
                  <a:gd name="connsiteY71" fmla="*/ 2784336 h 2902183"/>
                  <a:gd name="connsiteX72" fmla="*/ 4468212 w 5062695"/>
                  <a:gd name="connsiteY72" fmla="*/ 2796267 h 2902183"/>
                  <a:gd name="connsiteX73" fmla="*/ 4470469 w 5062695"/>
                  <a:gd name="connsiteY73" fmla="*/ 2801749 h 2902183"/>
                  <a:gd name="connsiteX74" fmla="*/ 4473694 w 5062695"/>
                  <a:gd name="connsiteY74" fmla="*/ 2810778 h 2902183"/>
                  <a:gd name="connsiteX75" fmla="*/ 4469179 w 5062695"/>
                  <a:gd name="connsiteY75" fmla="*/ 2818518 h 2902183"/>
                  <a:gd name="connsiteX76" fmla="*/ 4465632 w 5062695"/>
                  <a:gd name="connsiteY76" fmla="*/ 2820452 h 2902183"/>
                  <a:gd name="connsiteX77" fmla="*/ 4460150 w 5062695"/>
                  <a:gd name="connsiteY77" fmla="*/ 2824322 h 2902183"/>
                  <a:gd name="connsiteX78" fmla="*/ 4455959 w 5062695"/>
                  <a:gd name="connsiteY78" fmla="*/ 2825612 h 2902183"/>
                  <a:gd name="connsiteX79" fmla="*/ 4362121 w 5062695"/>
                  <a:gd name="connsiteY79" fmla="*/ 2822710 h 2902183"/>
                  <a:gd name="connsiteX80" fmla="*/ 4357284 w 5062695"/>
                  <a:gd name="connsiteY80" fmla="*/ 2819485 h 2902183"/>
                  <a:gd name="connsiteX81" fmla="*/ 4354382 w 5062695"/>
                  <a:gd name="connsiteY81" fmla="*/ 2807231 h 2902183"/>
                  <a:gd name="connsiteX82" fmla="*/ 4359219 w 5062695"/>
                  <a:gd name="connsiteY82" fmla="*/ 2801427 h 2902183"/>
                  <a:gd name="connsiteX83" fmla="*/ 4365023 w 5062695"/>
                  <a:gd name="connsiteY83" fmla="*/ 2806264 h 2902183"/>
                  <a:gd name="connsiteX84" fmla="*/ 4366958 w 5062695"/>
                  <a:gd name="connsiteY84" fmla="*/ 2814970 h 2902183"/>
                  <a:gd name="connsiteX85" fmla="*/ 4364056 w 5062695"/>
                  <a:gd name="connsiteY85" fmla="*/ 2822065 h 2902183"/>
                  <a:gd name="connsiteX86" fmla="*/ 4362121 w 5062695"/>
                  <a:gd name="connsiteY86" fmla="*/ 2822710 h 2902183"/>
                  <a:gd name="connsiteX87" fmla="*/ 3708485 w 5062695"/>
                  <a:gd name="connsiteY87" fmla="*/ 2797880 h 2902183"/>
                  <a:gd name="connsiteX88" fmla="*/ 3703326 w 5062695"/>
                  <a:gd name="connsiteY88" fmla="*/ 2793688 h 2902183"/>
                  <a:gd name="connsiteX89" fmla="*/ 3700746 w 5062695"/>
                  <a:gd name="connsiteY89" fmla="*/ 2783369 h 2902183"/>
                  <a:gd name="connsiteX90" fmla="*/ 3704616 w 5062695"/>
                  <a:gd name="connsiteY90" fmla="*/ 2776920 h 2902183"/>
                  <a:gd name="connsiteX91" fmla="*/ 3711065 w 5062695"/>
                  <a:gd name="connsiteY91" fmla="*/ 2780789 h 2902183"/>
                  <a:gd name="connsiteX92" fmla="*/ 3713645 w 5062695"/>
                  <a:gd name="connsiteY92" fmla="*/ 2791430 h 2902183"/>
                  <a:gd name="connsiteX93" fmla="*/ 3709775 w 5062695"/>
                  <a:gd name="connsiteY93" fmla="*/ 2797880 h 2902183"/>
                  <a:gd name="connsiteX94" fmla="*/ 3708485 w 5062695"/>
                  <a:gd name="connsiteY94" fmla="*/ 2797880 h 2902183"/>
                  <a:gd name="connsiteX95" fmla="*/ 4354705 w 5062695"/>
                  <a:gd name="connsiteY95" fmla="*/ 2769825 h 2902183"/>
                  <a:gd name="connsiteX96" fmla="*/ 4349222 w 5062695"/>
                  <a:gd name="connsiteY96" fmla="*/ 2764666 h 2902183"/>
                  <a:gd name="connsiteX97" fmla="*/ 4336324 w 5062695"/>
                  <a:gd name="connsiteY97" fmla="*/ 2732742 h 2902183"/>
                  <a:gd name="connsiteX98" fmla="*/ 4328907 w 5062695"/>
                  <a:gd name="connsiteY98" fmla="*/ 2718876 h 2902183"/>
                  <a:gd name="connsiteX99" fmla="*/ 4328585 w 5062695"/>
                  <a:gd name="connsiteY99" fmla="*/ 2717908 h 2902183"/>
                  <a:gd name="connsiteX100" fmla="*/ 4331164 w 5062695"/>
                  <a:gd name="connsiteY100" fmla="*/ 2710814 h 2902183"/>
                  <a:gd name="connsiteX101" fmla="*/ 4338259 w 5062695"/>
                  <a:gd name="connsiteY101" fmla="*/ 2713394 h 2902183"/>
                  <a:gd name="connsiteX102" fmla="*/ 4338581 w 5062695"/>
                  <a:gd name="connsiteY102" fmla="*/ 2714361 h 2902183"/>
                  <a:gd name="connsiteX103" fmla="*/ 4345675 w 5062695"/>
                  <a:gd name="connsiteY103" fmla="*/ 2727260 h 2902183"/>
                  <a:gd name="connsiteX104" fmla="*/ 4359864 w 5062695"/>
                  <a:gd name="connsiteY104" fmla="*/ 2764021 h 2902183"/>
                  <a:gd name="connsiteX105" fmla="*/ 4354705 w 5062695"/>
                  <a:gd name="connsiteY105" fmla="*/ 2769825 h 2902183"/>
                  <a:gd name="connsiteX106" fmla="*/ 4354705 w 5062695"/>
                  <a:gd name="connsiteY106" fmla="*/ 2769825 h 2902183"/>
                  <a:gd name="connsiteX107" fmla="*/ 3698811 w 5062695"/>
                  <a:gd name="connsiteY107" fmla="*/ 2761441 h 2902183"/>
                  <a:gd name="connsiteX108" fmla="*/ 3693652 w 5062695"/>
                  <a:gd name="connsiteY108" fmla="*/ 2757249 h 2902183"/>
                  <a:gd name="connsiteX109" fmla="*/ 3688492 w 5062695"/>
                  <a:gd name="connsiteY109" fmla="*/ 2720166 h 2902183"/>
                  <a:gd name="connsiteX110" fmla="*/ 3690427 w 5062695"/>
                  <a:gd name="connsiteY110" fmla="*/ 2701463 h 2902183"/>
                  <a:gd name="connsiteX111" fmla="*/ 3696876 w 5062695"/>
                  <a:gd name="connsiteY111" fmla="*/ 2697271 h 2902183"/>
                  <a:gd name="connsiteX112" fmla="*/ 3701069 w 5062695"/>
                  <a:gd name="connsiteY112" fmla="*/ 2703720 h 2902183"/>
                  <a:gd name="connsiteX113" fmla="*/ 3699456 w 5062695"/>
                  <a:gd name="connsiteY113" fmla="*/ 2720166 h 2902183"/>
                  <a:gd name="connsiteX114" fmla="*/ 3704293 w 5062695"/>
                  <a:gd name="connsiteY114" fmla="*/ 2754669 h 2902183"/>
                  <a:gd name="connsiteX115" fmla="*/ 3700423 w 5062695"/>
                  <a:gd name="connsiteY115" fmla="*/ 2761119 h 2902183"/>
                  <a:gd name="connsiteX116" fmla="*/ 3698811 w 5062695"/>
                  <a:gd name="connsiteY116" fmla="*/ 2761441 h 2902183"/>
                  <a:gd name="connsiteX117" fmla="*/ 4445962 w 5062695"/>
                  <a:gd name="connsiteY117" fmla="*/ 2743383 h 2902183"/>
                  <a:gd name="connsiteX118" fmla="*/ 4445317 w 5062695"/>
                  <a:gd name="connsiteY118" fmla="*/ 2743383 h 2902183"/>
                  <a:gd name="connsiteX119" fmla="*/ 4440480 w 5062695"/>
                  <a:gd name="connsiteY119" fmla="*/ 2737579 h 2902183"/>
                  <a:gd name="connsiteX120" fmla="*/ 4441770 w 5062695"/>
                  <a:gd name="connsiteY120" fmla="*/ 2729840 h 2902183"/>
                  <a:gd name="connsiteX121" fmla="*/ 4442415 w 5062695"/>
                  <a:gd name="connsiteY121" fmla="*/ 2726615 h 2902183"/>
                  <a:gd name="connsiteX122" fmla="*/ 4448864 w 5062695"/>
                  <a:gd name="connsiteY122" fmla="*/ 2722423 h 2902183"/>
                  <a:gd name="connsiteX123" fmla="*/ 4453056 w 5062695"/>
                  <a:gd name="connsiteY123" fmla="*/ 2728872 h 2902183"/>
                  <a:gd name="connsiteX124" fmla="*/ 4452411 w 5062695"/>
                  <a:gd name="connsiteY124" fmla="*/ 2732097 h 2902183"/>
                  <a:gd name="connsiteX125" fmla="*/ 4451121 w 5062695"/>
                  <a:gd name="connsiteY125" fmla="*/ 2738869 h 2902183"/>
                  <a:gd name="connsiteX126" fmla="*/ 4445962 w 5062695"/>
                  <a:gd name="connsiteY126" fmla="*/ 2743383 h 2902183"/>
                  <a:gd name="connsiteX127" fmla="*/ 4445317 w 5062695"/>
                  <a:gd name="connsiteY127" fmla="*/ 2706300 h 2902183"/>
                  <a:gd name="connsiteX128" fmla="*/ 4440158 w 5062695"/>
                  <a:gd name="connsiteY128" fmla="*/ 2702430 h 2902183"/>
                  <a:gd name="connsiteX129" fmla="*/ 4437256 w 5062695"/>
                  <a:gd name="connsiteY129" fmla="*/ 2686307 h 2902183"/>
                  <a:gd name="connsiteX130" fmla="*/ 4440158 w 5062695"/>
                  <a:gd name="connsiteY130" fmla="*/ 2670829 h 2902183"/>
                  <a:gd name="connsiteX131" fmla="*/ 4452089 w 5062695"/>
                  <a:gd name="connsiteY131" fmla="*/ 2647611 h 2902183"/>
                  <a:gd name="connsiteX132" fmla="*/ 4459506 w 5062695"/>
                  <a:gd name="connsiteY132" fmla="*/ 2645999 h 2902183"/>
                  <a:gd name="connsiteX133" fmla="*/ 4461118 w 5062695"/>
                  <a:gd name="connsiteY133" fmla="*/ 2653416 h 2902183"/>
                  <a:gd name="connsiteX134" fmla="*/ 4449832 w 5062695"/>
                  <a:gd name="connsiteY134" fmla="*/ 2674698 h 2902183"/>
                  <a:gd name="connsiteX135" fmla="*/ 4447574 w 5062695"/>
                  <a:gd name="connsiteY135" fmla="*/ 2686307 h 2902183"/>
                  <a:gd name="connsiteX136" fmla="*/ 4450154 w 5062695"/>
                  <a:gd name="connsiteY136" fmla="*/ 2699205 h 2902183"/>
                  <a:gd name="connsiteX137" fmla="*/ 4446607 w 5062695"/>
                  <a:gd name="connsiteY137" fmla="*/ 2705977 h 2902183"/>
                  <a:gd name="connsiteX138" fmla="*/ 4445317 w 5062695"/>
                  <a:gd name="connsiteY138" fmla="*/ 2706300 h 2902183"/>
                  <a:gd name="connsiteX139" fmla="*/ 4186055 w 5062695"/>
                  <a:gd name="connsiteY139" fmla="*/ 2700173 h 2902183"/>
                  <a:gd name="connsiteX140" fmla="*/ 4180573 w 5062695"/>
                  <a:gd name="connsiteY140" fmla="*/ 2699528 h 2902183"/>
                  <a:gd name="connsiteX141" fmla="*/ 4178961 w 5062695"/>
                  <a:gd name="connsiteY141" fmla="*/ 2699205 h 2902183"/>
                  <a:gd name="connsiteX142" fmla="*/ 4174124 w 5062695"/>
                  <a:gd name="connsiteY142" fmla="*/ 2698238 h 2902183"/>
                  <a:gd name="connsiteX143" fmla="*/ 4169932 w 5062695"/>
                  <a:gd name="connsiteY143" fmla="*/ 2691789 h 2902183"/>
                  <a:gd name="connsiteX144" fmla="*/ 4176381 w 5062695"/>
                  <a:gd name="connsiteY144" fmla="*/ 2687597 h 2902183"/>
                  <a:gd name="connsiteX145" fmla="*/ 4180573 w 5062695"/>
                  <a:gd name="connsiteY145" fmla="*/ 2688242 h 2902183"/>
                  <a:gd name="connsiteX146" fmla="*/ 4182508 w 5062695"/>
                  <a:gd name="connsiteY146" fmla="*/ 2688564 h 2902183"/>
                  <a:gd name="connsiteX147" fmla="*/ 4186055 w 5062695"/>
                  <a:gd name="connsiteY147" fmla="*/ 2688887 h 2902183"/>
                  <a:gd name="connsiteX148" fmla="*/ 4191537 w 5062695"/>
                  <a:gd name="connsiteY148" fmla="*/ 2694368 h 2902183"/>
                  <a:gd name="connsiteX149" fmla="*/ 4186055 w 5062695"/>
                  <a:gd name="connsiteY149" fmla="*/ 2700173 h 2902183"/>
                  <a:gd name="connsiteX150" fmla="*/ 4322781 w 5062695"/>
                  <a:gd name="connsiteY150" fmla="*/ 2696303 h 2902183"/>
                  <a:gd name="connsiteX151" fmla="*/ 4317944 w 5062695"/>
                  <a:gd name="connsiteY151" fmla="*/ 2692756 h 2902183"/>
                  <a:gd name="connsiteX152" fmla="*/ 4314074 w 5062695"/>
                  <a:gd name="connsiteY152" fmla="*/ 2682437 h 2902183"/>
                  <a:gd name="connsiteX153" fmla="*/ 4317299 w 5062695"/>
                  <a:gd name="connsiteY153" fmla="*/ 2675666 h 2902183"/>
                  <a:gd name="connsiteX154" fmla="*/ 4324070 w 5062695"/>
                  <a:gd name="connsiteY154" fmla="*/ 2678890 h 2902183"/>
                  <a:gd name="connsiteX155" fmla="*/ 4327940 w 5062695"/>
                  <a:gd name="connsiteY155" fmla="*/ 2688887 h 2902183"/>
                  <a:gd name="connsiteX156" fmla="*/ 4325038 w 5062695"/>
                  <a:gd name="connsiteY156" fmla="*/ 2695981 h 2902183"/>
                  <a:gd name="connsiteX157" fmla="*/ 4322781 w 5062695"/>
                  <a:gd name="connsiteY157" fmla="*/ 2696303 h 2902183"/>
                  <a:gd name="connsiteX158" fmla="*/ 4204113 w 5062695"/>
                  <a:gd name="connsiteY158" fmla="*/ 2681148 h 2902183"/>
                  <a:gd name="connsiteX159" fmla="*/ 4201211 w 5062695"/>
                  <a:gd name="connsiteY159" fmla="*/ 2680502 h 2902183"/>
                  <a:gd name="connsiteX160" fmla="*/ 4199276 w 5062695"/>
                  <a:gd name="connsiteY160" fmla="*/ 2673086 h 2902183"/>
                  <a:gd name="connsiteX161" fmla="*/ 4201211 w 5062695"/>
                  <a:gd name="connsiteY161" fmla="*/ 2669216 h 2902183"/>
                  <a:gd name="connsiteX162" fmla="*/ 4209273 w 5062695"/>
                  <a:gd name="connsiteY162" fmla="*/ 2639872 h 2902183"/>
                  <a:gd name="connsiteX163" fmla="*/ 4209273 w 5062695"/>
                  <a:gd name="connsiteY163" fmla="*/ 2637937 h 2902183"/>
                  <a:gd name="connsiteX164" fmla="*/ 4206693 w 5062695"/>
                  <a:gd name="connsiteY164" fmla="*/ 2626973 h 2902183"/>
                  <a:gd name="connsiteX165" fmla="*/ 4206371 w 5062695"/>
                  <a:gd name="connsiteY165" fmla="*/ 2626006 h 2902183"/>
                  <a:gd name="connsiteX166" fmla="*/ 4209596 w 5062695"/>
                  <a:gd name="connsiteY166" fmla="*/ 2619234 h 2902183"/>
                  <a:gd name="connsiteX167" fmla="*/ 4216367 w 5062695"/>
                  <a:gd name="connsiteY167" fmla="*/ 2622459 h 2902183"/>
                  <a:gd name="connsiteX168" fmla="*/ 4216689 w 5062695"/>
                  <a:gd name="connsiteY168" fmla="*/ 2623426 h 2902183"/>
                  <a:gd name="connsiteX169" fmla="*/ 4219914 w 5062695"/>
                  <a:gd name="connsiteY169" fmla="*/ 2637937 h 2902183"/>
                  <a:gd name="connsiteX170" fmla="*/ 4219592 w 5062695"/>
                  <a:gd name="connsiteY170" fmla="*/ 2641484 h 2902183"/>
                  <a:gd name="connsiteX171" fmla="*/ 4210240 w 5062695"/>
                  <a:gd name="connsiteY171" fmla="*/ 2674053 h 2902183"/>
                  <a:gd name="connsiteX172" fmla="*/ 4207660 w 5062695"/>
                  <a:gd name="connsiteY172" fmla="*/ 2678568 h 2902183"/>
                  <a:gd name="connsiteX173" fmla="*/ 4204113 w 5062695"/>
                  <a:gd name="connsiteY173" fmla="*/ 2681148 h 2902183"/>
                  <a:gd name="connsiteX174" fmla="*/ 3677851 w 5062695"/>
                  <a:gd name="connsiteY174" fmla="*/ 2675988 h 2902183"/>
                  <a:gd name="connsiteX175" fmla="*/ 3672369 w 5062695"/>
                  <a:gd name="connsiteY175" fmla="*/ 2670829 h 2902183"/>
                  <a:gd name="connsiteX176" fmla="*/ 3677529 w 5062695"/>
                  <a:gd name="connsiteY176" fmla="*/ 2665024 h 2902183"/>
                  <a:gd name="connsiteX177" fmla="*/ 3681076 w 5062695"/>
                  <a:gd name="connsiteY177" fmla="*/ 2664702 h 2902183"/>
                  <a:gd name="connsiteX178" fmla="*/ 3688492 w 5062695"/>
                  <a:gd name="connsiteY178" fmla="*/ 2664379 h 2902183"/>
                  <a:gd name="connsiteX179" fmla="*/ 3693974 w 5062695"/>
                  <a:gd name="connsiteY179" fmla="*/ 2669861 h 2902183"/>
                  <a:gd name="connsiteX180" fmla="*/ 3688492 w 5062695"/>
                  <a:gd name="connsiteY180" fmla="*/ 2675343 h 2902183"/>
                  <a:gd name="connsiteX181" fmla="*/ 3681720 w 5062695"/>
                  <a:gd name="connsiteY181" fmla="*/ 2675666 h 2902183"/>
                  <a:gd name="connsiteX182" fmla="*/ 3677851 w 5062695"/>
                  <a:gd name="connsiteY182" fmla="*/ 2675988 h 2902183"/>
                  <a:gd name="connsiteX183" fmla="*/ 3677851 w 5062695"/>
                  <a:gd name="connsiteY183" fmla="*/ 2675988 h 2902183"/>
                  <a:gd name="connsiteX184" fmla="*/ 4133171 w 5062695"/>
                  <a:gd name="connsiteY184" fmla="*/ 2671473 h 2902183"/>
                  <a:gd name="connsiteX185" fmla="*/ 4131559 w 5062695"/>
                  <a:gd name="connsiteY185" fmla="*/ 2671151 h 2902183"/>
                  <a:gd name="connsiteX186" fmla="*/ 4128334 w 5062695"/>
                  <a:gd name="connsiteY186" fmla="*/ 2664379 h 2902183"/>
                  <a:gd name="connsiteX187" fmla="*/ 4129302 w 5062695"/>
                  <a:gd name="connsiteY187" fmla="*/ 2658575 h 2902183"/>
                  <a:gd name="connsiteX188" fmla="*/ 4129302 w 5062695"/>
                  <a:gd name="connsiteY188" fmla="*/ 2657930 h 2902183"/>
                  <a:gd name="connsiteX189" fmla="*/ 4128657 w 5062695"/>
                  <a:gd name="connsiteY189" fmla="*/ 2653738 h 2902183"/>
                  <a:gd name="connsiteX190" fmla="*/ 4128011 w 5062695"/>
                  <a:gd name="connsiteY190" fmla="*/ 2649868 h 2902183"/>
                  <a:gd name="connsiteX191" fmla="*/ 4129624 w 5062695"/>
                  <a:gd name="connsiteY191" fmla="*/ 2643419 h 2902183"/>
                  <a:gd name="connsiteX192" fmla="*/ 4138976 w 5062695"/>
                  <a:gd name="connsiteY192" fmla="*/ 2637615 h 2902183"/>
                  <a:gd name="connsiteX193" fmla="*/ 4148972 w 5062695"/>
                  <a:gd name="connsiteY193" fmla="*/ 2640839 h 2902183"/>
                  <a:gd name="connsiteX194" fmla="*/ 4158001 w 5062695"/>
                  <a:gd name="connsiteY194" fmla="*/ 2652770 h 2902183"/>
                  <a:gd name="connsiteX195" fmla="*/ 4160581 w 5062695"/>
                  <a:gd name="connsiteY195" fmla="*/ 2654705 h 2902183"/>
                  <a:gd name="connsiteX196" fmla="*/ 4161226 w 5062695"/>
                  <a:gd name="connsiteY196" fmla="*/ 2655028 h 2902183"/>
                  <a:gd name="connsiteX197" fmla="*/ 4162515 w 5062695"/>
                  <a:gd name="connsiteY197" fmla="*/ 2662444 h 2902183"/>
                  <a:gd name="connsiteX198" fmla="*/ 4155099 w 5062695"/>
                  <a:gd name="connsiteY198" fmla="*/ 2663734 h 2902183"/>
                  <a:gd name="connsiteX199" fmla="*/ 4154454 w 5062695"/>
                  <a:gd name="connsiteY199" fmla="*/ 2663412 h 2902183"/>
                  <a:gd name="connsiteX200" fmla="*/ 4147360 w 5062695"/>
                  <a:gd name="connsiteY200" fmla="*/ 2653416 h 2902183"/>
                  <a:gd name="connsiteX201" fmla="*/ 4143812 w 5062695"/>
                  <a:gd name="connsiteY201" fmla="*/ 2650191 h 2902183"/>
                  <a:gd name="connsiteX202" fmla="*/ 4138976 w 5062695"/>
                  <a:gd name="connsiteY202" fmla="*/ 2648256 h 2902183"/>
                  <a:gd name="connsiteX203" fmla="*/ 4138653 w 5062695"/>
                  <a:gd name="connsiteY203" fmla="*/ 2649546 h 2902183"/>
                  <a:gd name="connsiteX204" fmla="*/ 4138976 w 5062695"/>
                  <a:gd name="connsiteY204" fmla="*/ 2651481 h 2902183"/>
                  <a:gd name="connsiteX205" fmla="*/ 4139620 w 5062695"/>
                  <a:gd name="connsiteY205" fmla="*/ 2656963 h 2902183"/>
                  <a:gd name="connsiteX206" fmla="*/ 4139620 w 5062695"/>
                  <a:gd name="connsiteY206" fmla="*/ 2658575 h 2902183"/>
                  <a:gd name="connsiteX207" fmla="*/ 4138008 w 5062695"/>
                  <a:gd name="connsiteY207" fmla="*/ 2667926 h 2902183"/>
                  <a:gd name="connsiteX208" fmla="*/ 4133171 w 5062695"/>
                  <a:gd name="connsiteY208" fmla="*/ 2671473 h 2902183"/>
                  <a:gd name="connsiteX209" fmla="*/ 3658825 w 5062695"/>
                  <a:gd name="connsiteY209" fmla="*/ 2663089 h 2902183"/>
                  <a:gd name="connsiteX210" fmla="*/ 3658825 w 5062695"/>
                  <a:gd name="connsiteY210" fmla="*/ 2663089 h 2902183"/>
                  <a:gd name="connsiteX211" fmla="*/ 3653344 w 5062695"/>
                  <a:gd name="connsiteY211" fmla="*/ 2657607 h 2902183"/>
                  <a:gd name="connsiteX212" fmla="*/ 3656246 w 5062695"/>
                  <a:gd name="connsiteY212" fmla="*/ 2645999 h 2902183"/>
                  <a:gd name="connsiteX213" fmla="*/ 3659471 w 5062695"/>
                  <a:gd name="connsiteY213" fmla="*/ 2634068 h 2902183"/>
                  <a:gd name="connsiteX214" fmla="*/ 3646249 w 5062695"/>
                  <a:gd name="connsiteY214" fmla="*/ 2615687 h 2902183"/>
                  <a:gd name="connsiteX215" fmla="*/ 3644960 w 5062695"/>
                  <a:gd name="connsiteY215" fmla="*/ 2608270 h 2902183"/>
                  <a:gd name="connsiteX216" fmla="*/ 3652376 w 5062695"/>
                  <a:gd name="connsiteY216" fmla="*/ 2606980 h 2902183"/>
                  <a:gd name="connsiteX217" fmla="*/ 3670434 w 5062695"/>
                  <a:gd name="connsiteY217" fmla="*/ 2634068 h 2902183"/>
                  <a:gd name="connsiteX218" fmla="*/ 3666242 w 5062695"/>
                  <a:gd name="connsiteY218" fmla="*/ 2650513 h 2902183"/>
                  <a:gd name="connsiteX219" fmla="*/ 3664308 w 5062695"/>
                  <a:gd name="connsiteY219" fmla="*/ 2658253 h 2902183"/>
                  <a:gd name="connsiteX220" fmla="*/ 3658825 w 5062695"/>
                  <a:gd name="connsiteY220" fmla="*/ 2663089 h 2902183"/>
                  <a:gd name="connsiteX221" fmla="*/ 4122207 w 5062695"/>
                  <a:gd name="connsiteY221" fmla="*/ 2659865 h 2902183"/>
                  <a:gd name="connsiteX222" fmla="*/ 4116725 w 5062695"/>
                  <a:gd name="connsiteY222" fmla="*/ 2654705 h 2902183"/>
                  <a:gd name="connsiteX223" fmla="*/ 4116403 w 5062695"/>
                  <a:gd name="connsiteY223" fmla="*/ 2643741 h 2902183"/>
                  <a:gd name="connsiteX224" fmla="*/ 4121562 w 5062695"/>
                  <a:gd name="connsiteY224" fmla="*/ 2638260 h 2902183"/>
                  <a:gd name="connsiteX225" fmla="*/ 4127044 w 5062695"/>
                  <a:gd name="connsiteY225" fmla="*/ 2643419 h 2902183"/>
                  <a:gd name="connsiteX226" fmla="*/ 4127367 w 5062695"/>
                  <a:gd name="connsiteY226" fmla="*/ 2654060 h 2902183"/>
                  <a:gd name="connsiteX227" fmla="*/ 4122207 w 5062695"/>
                  <a:gd name="connsiteY227" fmla="*/ 2659865 h 2902183"/>
                  <a:gd name="connsiteX228" fmla="*/ 4122207 w 5062695"/>
                  <a:gd name="connsiteY228" fmla="*/ 2659865 h 2902183"/>
                  <a:gd name="connsiteX229" fmla="*/ 4306980 w 5062695"/>
                  <a:gd name="connsiteY229" fmla="*/ 2645031 h 2902183"/>
                  <a:gd name="connsiteX230" fmla="*/ 4301821 w 5062695"/>
                  <a:gd name="connsiteY230" fmla="*/ 2640839 h 2902183"/>
                  <a:gd name="connsiteX231" fmla="*/ 4300208 w 5062695"/>
                  <a:gd name="connsiteY231" fmla="*/ 2632133 h 2902183"/>
                  <a:gd name="connsiteX232" fmla="*/ 4299241 w 5062695"/>
                  <a:gd name="connsiteY232" fmla="*/ 2624716 h 2902183"/>
                  <a:gd name="connsiteX233" fmla="*/ 4300530 w 5062695"/>
                  <a:gd name="connsiteY233" fmla="*/ 2617622 h 2902183"/>
                  <a:gd name="connsiteX234" fmla="*/ 4304723 w 5062695"/>
                  <a:gd name="connsiteY234" fmla="*/ 2612140 h 2902183"/>
                  <a:gd name="connsiteX235" fmla="*/ 4297628 w 5062695"/>
                  <a:gd name="connsiteY235" fmla="*/ 2600209 h 2902183"/>
                  <a:gd name="connsiteX236" fmla="*/ 4299885 w 5062695"/>
                  <a:gd name="connsiteY236" fmla="*/ 2593115 h 2902183"/>
                  <a:gd name="connsiteX237" fmla="*/ 4306980 w 5062695"/>
                  <a:gd name="connsiteY237" fmla="*/ 2595372 h 2902183"/>
                  <a:gd name="connsiteX238" fmla="*/ 4316976 w 5062695"/>
                  <a:gd name="connsiteY238" fmla="*/ 2609883 h 2902183"/>
                  <a:gd name="connsiteX239" fmla="*/ 4316976 w 5062695"/>
                  <a:gd name="connsiteY239" fmla="*/ 2609883 h 2902183"/>
                  <a:gd name="connsiteX240" fmla="*/ 4316976 w 5062695"/>
                  <a:gd name="connsiteY240" fmla="*/ 2609883 h 2902183"/>
                  <a:gd name="connsiteX241" fmla="*/ 4312139 w 5062695"/>
                  <a:gd name="connsiteY241" fmla="*/ 2619557 h 2902183"/>
                  <a:gd name="connsiteX242" fmla="*/ 4312139 w 5062695"/>
                  <a:gd name="connsiteY242" fmla="*/ 2619557 h 2902183"/>
                  <a:gd name="connsiteX243" fmla="*/ 4309882 w 5062695"/>
                  <a:gd name="connsiteY243" fmla="*/ 2621492 h 2902183"/>
                  <a:gd name="connsiteX244" fmla="*/ 4309237 w 5062695"/>
                  <a:gd name="connsiteY244" fmla="*/ 2624716 h 2902183"/>
                  <a:gd name="connsiteX245" fmla="*/ 4309882 w 5062695"/>
                  <a:gd name="connsiteY245" fmla="*/ 2630198 h 2902183"/>
                  <a:gd name="connsiteX246" fmla="*/ 4311494 w 5062695"/>
                  <a:gd name="connsiteY246" fmla="*/ 2638582 h 2902183"/>
                  <a:gd name="connsiteX247" fmla="*/ 4307302 w 5062695"/>
                  <a:gd name="connsiteY247" fmla="*/ 2645031 h 2902183"/>
                  <a:gd name="connsiteX248" fmla="*/ 4306980 w 5062695"/>
                  <a:gd name="connsiteY248" fmla="*/ 2645031 h 2902183"/>
                  <a:gd name="connsiteX249" fmla="*/ 4476274 w 5062695"/>
                  <a:gd name="connsiteY249" fmla="*/ 2617944 h 2902183"/>
                  <a:gd name="connsiteX250" fmla="*/ 4474661 w 5062695"/>
                  <a:gd name="connsiteY250" fmla="*/ 2617622 h 2902183"/>
                  <a:gd name="connsiteX251" fmla="*/ 4471114 w 5062695"/>
                  <a:gd name="connsiteY251" fmla="*/ 2610850 h 2902183"/>
                  <a:gd name="connsiteX252" fmla="*/ 4474017 w 5062695"/>
                  <a:gd name="connsiteY252" fmla="*/ 2600854 h 2902183"/>
                  <a:gd name="connsiteX253" fmla="*/ 4480466 w 5062695"/>
                  <a:gd name="connsiteY253" fmla="*/ 2596984 h 2902183"/>
                  <a:gd name="connsiteX254" fmla="*/ 4484335 w 5062695"/>
                  <a:gd name="connsiteY254" fmla="*/ 2603433 h 2902183"/>
                  <a:gd name="connsiteX255" fmla="*/ 4481111 w 5062695"/>
                  <a:gd name="connsiteY255" fmla="*/ 2614075 h 2902183"/>
                  <a:gd name="connsiteX256" fmla="*/ 4476274 w 5062695"/>
                  <a:gd name="connsiteY256" fmla="*/ 2617944 h 2902183"/>
                  <a:gd name="connsiteX257" fmla="*/ 4107051 w 5062695"/>
                  <a:gd name="connsiteY257" fmla="*/ 2611173 h 2902183"/>
                  <a:gd name="connsiteX258" fmla="*/ 4101892 w 5062695"/>
                  <a:gd name="connsiteY258" fmla="*/ 2606658 h 2902183"/>
                  <a:gd name="connsiteX259" fmla="*/ 4098345 w 5062695"/>
                  <a:gd name="connsiteY259" fmla="*/ 2601821 h 2902183"/>
                  <a:gd name="connsiteX260" fmla="*/ 4093508 w 5062695"/>
                  <a:gd name="connsiteY260" fmla="*/ 2595049 h 2902183"/>
                  <a:gd name="connsiteX261" fmla="*/ 4090606 w 5062695"/>
                  <a:gd name="connsiteY261" fmla="*/ 2590212 h 2902183"/>
                  <a:gd name="connsiteX262" fmla="*/ 4085124 w 5062695"/>
                  <a:gd name="connsiteY262" fmla="*/ 2578604 h 2902183"/>
                  <a:gd name="connsiteX263" fmla="*/ 4084479 w 5062695"/>
                  <a:gd name="connsiteY263" fmla="*/ 2575379 h 2902183"/>
                  <a:gd name="connsiteX264" fmla="*/ 4082867 w 5062695"/>
                  <a:gd name="connsiteY264" fmla="*/ 2566028 h 2902183"/>
                  <a:gd name="connsiteX265" fmla="*/ 4085124 w 5062695"/>
                  <a:gd name="connsiteY265" fmla="*/ 2557643 h 2902183"/>
                  <a:gd name="connsiteX266" fmla="*/ 4085446 w 5062695"/>
                  <a:gd name="connsiteY266" fmla="*/ 2556676 h 2902183"/>
                  <a:gd name="connsiteX267" fmla="*/ 4091896 w 5062695"/>
                  <a:gd name="connsiteY267" fmla="*/ 2552484 h 2902183"/>
                  <a:gd name="connsiteX268" fmla="*/ 4096088 w 5062695"/>
                  <a:gd name="connsiteY268" fmla="*/ 2558933 h 2902183"/>
                  <a:gd name="connsiteX269" fmla="*/ 4094475 w 5062695"/>
                  <a:gd name="connsiteY269" fmla="*/ 2563125 h 2902183"/>
                  <a:gd name="connsiteX270" fmla="*/ 4093831 w 5062695"/>
                  <a:gd name="connsiteY270" fmla="*/ 2566028 h 2902183"/>
                  <a:gd name="connsiteX271" fmla="*/ 4095120 w 5062695"/>
                  <a:gd name="connsiteY271" fmla="*/ 2572477 h 2902183"/>
                  <a:gd name="connsiteX272" fmla="*/ 4096088 w 5062695"/>
                  <a:gd name="connsiteY272" fmla="*/ 2578604 h 2902183"/>
                  <a:gd name="connsiteX273" fmla="*/ 4099635 w 5062695"/>
                  <a:gd name="connsiteY273" fmla="*/ 2584086 h 2902183"/>
                  <a:gd name="connsiteX274" fmla="*/ 4103827 w 5062695"/>
                  <a:gd name="connsiteY274" fmla="*/ 2591502 h 2902183"/>
                  <a:gd name="connsiteX275" fmla="*/ 4106084 w 5062695"/>
                  <a:gd name="connsiteY275" fmla="*/ 2594082 h 2902183"/>
                  <a:gd name="connsiteX276" fmla="*/ 4112533 w 5062695"/>
                  <a:gd name="connsiteY276" fmla="*/ 2604401 h 2902183"/>
                  <a:gd name="connsiteX277" fmla="*/ 4108341 w 5062695"/>
                  <a:gd name="connsiteY277" fmla="*/ 2610528 h 2902183"/>
                  <a:gd name="connsiteX278" fmla="*/ 4107051 w 5062695"/>
                  <a:gd name="connsiteY278" fmla="*/ 2611173 h 2902183"/>
                  <a:gd name="connsiteX279" fmla="*/ 4227331 w 5062695"/>
                  <a:gd name="connsiteY279" fmla="*/ 2593760 h 2902183"/>
                  <a:gd name="connsiteX280" fmla="*/ 4224106 w 5062695"/>
                  <a:gd name="connsiteY280" fmla="*/ 2592470 h 2902183"/>
                  <a:gd name="connsiteX281" fmla="*/ 4223139 w 5062695"/>
                  <a:gd name="connsiteY281" fmla="*/ 2585053 h 2902183"/>
                  <a:gd name="connsiteX282" fmla="*/ 4225719 w 5062695"/>
                  <a:gd name="connsiteY282" fmla="*/ 2578926 h 2902183"/>
                  <a:gd name="connsiteX283" fmla="*/ 4231201 w 5062695"/>
                  <a:gd name="connsiteY283" fmla="*/ 2573444 h 2902183"/>
                  <a:gd name="connsiteX284" fmla="*/ 4236683 w 5062695"/>
                  <a:gd name="connsiteY284" fmla="*/ 2578604 h 2902183"/>
                  <a:gd name="connsiteX285" fmla="*/ 4231201 w 5062695"/>
                  <a:gd name="connsiteY285" fmla="*/ 2578604 h 2902183"/>
                  <a:gd name="connsiteX286" fmla="*/ 4236683 w 5062695"/>
                  <a:gd name="connsiteY286" fmla="*/ 2578604 h 2902183"/>
                  <a:gd name="connsiteX287" fmla="*/ 4231845 w 5062695"/>
                  <a:gd name="connsiteY287" fmla="*/ 2591825 h 2902183"/>
                  <a:gd name="connsiteX288" fmla="*/ 4227331 w 5062695"/>
                  <a:gd name="connsiteY288" fmla="*/ 2593760 h 2902183"/>
                  <a:gd name="connsiteX289" fmla="*/ 3620452 w 5062695"/>
                  <a:gd name="connsiteY289" fmla="*/ 2586343 h 2902183"/>
                  <a:gd name="connsiteX290" fmla="*/ 3615293 w 5062695"/>
                  <a:gd name="connsiteY290" fmla="*/ 2581828 h 2902183"/>
                  <a:gd name="connsiteX291" fmla="*/ 3614970 w 5062695"/>
                  <a:gd name="connsiteY291" fmla="*/ 2577314 h 2902183"/>
                  <a:gd name="connsiteX292" fmla="*/ 3615938 w 5062695"/>
                  <a:gd name="connsiteY292" fmla="*/ 2569252 h 2902183"/>
                  <a:gd name="connsiteX293" fmla="*/ 3622387 w 5062695"/>
                  <a:gd name="connsiteY293" fmla="*/ 2565060 h 2902183"/>
                  <a:gd name="connsiteX294" fmla="*/ 3626579 w 5062695"/>
                  <a:gd name="connsiteY294" fmla="*/ 2571509 h 2902183"/>
                  <a:gd name="connsiteX295" fmla="*/ 3625934 w 5062695"/>
                  <a:gd name="connsiteY295" fmla="*/ 2577314 h 2902183"/>
                  <a:gd name="connsiteX296" fmla="*/ 3626257 w 5062695"/>
                  <a:gd name="connsiteY296" fmla="*/ 2580216 h 2902183"/>
                  <a:gd name="connsiteX297" fmla="*/ 3621742 w 5062695"/>
                  <a:gd name="connsiteY297" fmla="*/ 2586343 h 2902183"/>
                  <a:gd name="connsiteX298" fmla="*/ 3620452 w 5062695"/>
                  <a:gd name="connsiteY298" fmla="*/ 2586343 h 2902183"/>
                  <a:gd name="connsiteX299" fmla="*/ 4484013 w 5062695"/>
                  <a:gd name="connsiteY299" fmla="*/ 2581183 h 2902183"/>
                  <a:gd name="connsiteX300" fmla="*/ 4483368 w 5062695"/>
                  <a:gd name="connsiteY300" fmla="*/ 2581183 h 2902183"/>
                  <a:gd name="connsiteX301" fmla="*/ 4478531 w 5062695"/>
                  <a:gd name="connsiteY301" fmla="*/ 2575379 h 2902183"/>
                  <a:gd name="connsiteX302" fmla="*/ 4479821 w 5062695"/>
                  <a:gd name="connsiteY302" fmla="*/ 2550227 h 2902183"/>
                  <a:gd name="connsiteX303" fmla="*/ 4478208 w 5062695"/>
                  <a:gd name="connsiteY303" fmla="*/ 2522817 h 2902183"/>
                  <a:gd name="connsiteX304" fmla="*/ 4483046 w 5062695"/>
                  <a:gd name="connsiteY304" fmla="*/ 2516690 h 2902183"/>
                  <a:gd name="connsiteX305" fmla="*/ 4489172 w 5062695"/>
                  <a:gd name="connsiteY305" fmla="*/ 2521527 h 2902183"/>
                  <a:gd name="connsiteX306" fmla="*/ 4490784 w 5062695"/>
                  <a:gd name="connsiteY306" fmla="*/ 2550227 h 2902183"/>
                  <a:gd name="connsiteX307" fmla="*/ 4489495 w 5062695"/>
                  <a:gd name="connsiteY307" fmla="*/ 2576346 h 2902183"/>
                  <a:gd name="connsiteX308" fmla="*/ 4484013 w 5062695"/>
                  <a:gd name="connsiteY308" fmla="*/ 2581183 h 2902183"/>
                  <a:gd name="connsiteX309" fmla="*/ 4292469 w 5062695"/>
                  <a:gd name="connsiteY309" fmla="*/ 2577959 h 2902183"/>
                  <a:gd name="connsiteX310" fmla="*/ 4287309 w 5062695"/>
                  <a:gd name="connsiteY310" fmla="*/ 2574089 h 2902183"/>
                  <a:gd name="connsiteX311" fmla="*/ 4284729 w 5062695"/>
                  <a:gd name="connsiteY311" fmla="*/ 2562803 h 2902183"/>
                  <a:gd name="connsiteX312" fmla="*/ 4289244 w 5062695"/>
                  <a:gd name="connsiteY312" fmla="*/ 2556676 h 2902183"/>
                  <a:gd name="connsiteX313" fmla="*/ 4295371 w 5062695"/>
                  <a:gd name="connsiteY313" fmla="*/ 2561191 h 2902183"/>
                  <a:gd name="connsiteX314" fmla="*/ 4297628 w 5062695"/>
                  <a:gd name="connsiteY314" fmla="*/ 2570865 h 2902183"/>
                  <a:gd name="connsiteX315" fmla="*/ 4294081 w 5062695"/>
                  <a:gd name="connsiteY315" fmla="*/ 2577636 h 2902183"/>
                  <a:gd name="connsiteX316" fmla="*/ 4292469 w 5062695"/>
                  <a:gd name="connsiteY316" fmla="*/ 2577959 h 2902183"/>
                  <a:gd name="connsiteX317" fmla="*/ 4228943 w 5062695"/>
                  <a:gd name="connsiteY317" fmla="*/ 2557643 h 2902183"/>
                  <a:gd name="connsiteX318" fmla="*/ 4226363 w 5062695"/>
                  <a:gd name="connsiteY318" fmla="*/ 2556999 h 2902183"/>
                  <a:gd name="connsiteX319" fmla="*/ 4224106 w 5062695"/>
                  <a:gd name="connsiteY319" fmla="*/ 2549582 h 2902183"/>
                  <a:gd name="connsiteX320" fmla="*/ 4226686 w 5062695"/>
                  <a:gd name="connsiteY320" fmla="*/ 2545390 h 2902183"/>
                  <a:gd name="connsiteX321" fmla="*/ 4237650 w 5062695"/>
                  <a:gd name="connsiteY321" fmla="*/ 2538940 h 2902183"/>
                  <a:gd name="connsiteX322" fmla="*/ 4244421 w 5062695"/>
                  <a:gd name="connsiteY322" fmla="*/ 2540553 h 2902183"/>
                  <a:gd name="connsiteX323" fmla="*/ 4246357 w 5062695"/>
                  <a:gd name="connsiteY323" fmla="*/ 2541198 h 2902183"/>
                  <a:gd name="connsiteX324" fmla="*/ 4256997 w 5062695"/>
                  <a:gd name="connsiteY324" fmla="*/ 2535716 h 2902183"/>
                  <a:gd name="connsiteX325" fmla="*/ 4265704 w 5062695"/>
                  <a:gd name="connsiteY325" fmla="*/ 2529911 h 2902183"/>
                  <a:gd name="connsiteX326" fmla="*/ 4272476 w 5062695"/>
                  <a:gd name="connsiteY326" fmla="*/ 2534103 h 2902183"/>
                  <a:gd name="connsiteX327" fmla="*/ 4273766 w 5062695"/>
                  <a:gd name="connsiteY327" fmla="*/ 2535716 h 2902183"/>
                  <a:gd name="connsiteX328" fmla="*/ 4278603 w 5062695"/>
                  <a:gd name="connsiteY328" fmla="*/ 2541520 h 2902183"/>
                  <a:gd name="connsiteX329" fmla="*/ 4272798 w 5062695"/>
                  <a:gd name="connsiteY329" fmla="*/ 2546357 h 2902183"/>
                  <a:gd name="connsiteX330" fmla="*/ 4266349 w 5062695"/>
                  <a:gd name="connsiteY330" fmla="*/ 2543455 h 2902183"/>
                  <a:gd name="connsiteX331" fmla="*/ 4265382 w 5062695"/>
                  <a:gd name="connsiteY331" fmla="*/ 2542488 h 2902183"/>
                  <a:gd name="connsiteX332" fmla="*/ 4246679 w 5062695"/>
                  <a:gd name="connsiteY332" fmla="*/ 2551839 h 2902183"/>
                  <a:gd name="connsiteX333" fmla="*/ 4241197 w 5062695"/>
                  <a:gd name="connsiteY333" fmla="*/ 2550549 h 2902183"/>
                  <a:gd name="connsiteX334" fmla="*/ 4238295 w 5062695"/>
                  <a:gd name="connsiteY334" fmla="*/ 2549582 h 2902183"/>
                  <a:gd name="connsiteX335" fmla="*/ 4236360 w 5062695"/>
                  <a:gd name="connsiteY335" fmla="*/ 2551517 h 2902183"/>
                  <a:gd name="connsiteX336" fmla="*/ 4234425 w 5062695"/>
                  <a:gd name="connsiteY336" fmla="*/ 2554741 h 2902183"/>
                  <a:gd name="connsiteX337" fmla="*/ 4228943 w 5062695"/>
                  <a:gd name="connsiteY337" fmla="*/ 2557643 h 2902183"/>
                  <a:gd name="connsiteX338" fmla="*/ 3635608 w 5062695"/>
                  <a:gd name="connsiteY338" fmla="*/ 2553774 h 2902183"/>
                  <a:gd name="connsiteX339" fmla="*/ 3631416 w 5062695"/>
                  <a:gd name="connsiteY339" fmla="*/ 2551839 h 2902183"/>
                  <a:gd name="connsiteX340" fmla="*/ 3632061 w 5062695"/>
                  <a:gd name="connsiteY340" fmla="*/ 2544422 h 2902183"/>
                  <a:gd name="connsiteX341" fmla="*/ 3633351 w 5062695"/>
                  <a:gd name="connsiteY341" fmla="*/ 2543133 h 2902183"/>
                  <a:gd name="connsiteX342" fmla="*/ 3647539 w 5062695"/>
                  <a:gd name="connsiteY342" fmla="*/ 2527332 h 2902183"/>
                  <a:gd name="connsiteX343" fmla="*/ 3647539 w 5062695"/>
                  <a:gd name="connsiteY343" fmla="*/ 2526364 h 2902183"/>
                  <a:gd name="connsiteX344" fmla="*/ 3641735 w 5062695"/>
                  <a:gd name="connsiteY344" fmla="*/ 2510564 h 2902183"/>
                  <a:gd name="connsiteX345" fmla="*/ 3639155 w 5062695"/>
                  <a:gd name="connsiteY345" fmla="*/ 2505404 h 2902183"/>
                  <a:gd name="connsiteX346" fmla="*/ 3641735 w 5062695"/>
                  <a:gd name="connsiteY346" fmla="*/ 2498310 h 2902183"/>
                  <a:gd name="connsiteX347" fmla="*/ 3648829 w 5062695"/>
                  <a:gd name="connsiteY347" fmla="*/ 2500890 h 2902183"/>
                  <a:gd name="connsiteX348" fmla="*/ 3651086 w 5062695"/>
                  <a:gd name="connsiteY348" fmla="*/ 2505727 h 2902183"/>
                  <a:gd name="connsiteX349" fmla="*/ 3658181 w 5062695"/>
                  <a:gd name="connsiteY349" fmla="*/ 2526042 h 2902183"/>
                  <a:gd name="connsiteX350" fmla="*/ 3657213 w 5062695"/>
                  <a:gd name="connsiteY350" fmla="*/ 2531524 h 2902183"/>
                  <a:gd name="connsiteX351" fmla="*/ 3640123 w 5062695"/>
                  <a:gd name="connsiteY351" fmla="*/ 2551194 h 2902183"/>
                  <a:gd name="connsiteX352" fmla="*/ 3638833 w 5062695"/>
                  <a:gd name="connsiteY352" fmla="*/ 2552162 h 2902183"/>
                  <a:gd name="connsiteX353" fmla="*/ 3635608 w 5062695"/>
                  <a:gd name="connsiteY353" fmla="*/ 2553774 h 2902183"/>
                  <a:gd name="connsiteX354" fmla="*/ 7880 w 5062695"/>
                  <a:gd name="connsiteY354" fmla="*/ 2545712 h 2902183"/>
                  <a:gd name="connsiteX355" fmla="*/ 3366 w 5062695"/>
                  <a:gd name="connsiteY355" fmla="*/ 2543455 h 2902183"/>
                  <a:gd name="connsiteX356" fmla="*/ 1431 w 5062695"/>
                  <a:gd name="connsiteY356" fmla="*/ 2538296 h 2902183"/>
                  <a:gd name="connsiteX357" fmla="*/ 141 w 5062695"/>
                  <a:gd name="connsiteY357" fmla="*/ 2532814 h 2902183"/>
                  <a:gd name="connsiteX358" fmla="*/ 141 w 5062695"/>
                  <a:gd name="connsiteY358" fmla="*/ 2531201 h 2902183"/>
                  <a:gd name="connsiteX359" fmla="*/ 4011 w 5062695"/>
                  <a:gd name="connsiteY359" fmla="*/ 2524752 h 2902183"/>
                  <a:gd name="connsiteX360" fmla="*/ 10460 w 5062695"/>
                  <a:gd name="connsiteY360" fmla="*/ 2528622 h 2902183"/>
                  <a:gd name="connsiteX361" fmla="*/ 10782 w 5062695"/>
                  <a:gd name="connsiteY361" fmla="*/ 2530234 h 2902183"/>
                  <a:gd name="connsiteX362" fmla="*/ 12072 w 5062695"/>
                  <a:gd name="connsiteY362" fmla="*/ 2536361 h 2902183"/>
                  <a:gd name="connsiteX363" fmla="*/ 12395 w 5062695"/>
                  <a:gd name="connsiteY363" fmla="*/ 2537328 h 2902183"/>
                  <a:gd name="connsiteX364" fmla="*/ 11105 w 5062695"/>
                  <a:gd name="connsiteY364" fmla="*/ 2544745 h 2902183"/>
                  <a:gd name="connsiteX365" fmla="*/ 7880 w 5062695"/>
                  <a:gd name="connsiteY365" fmla="*/ 2545712 h 2902183"/>
                  <a:gd name="connsiteX366" fmla="*/ 4091896 w 5062695"/>
                  <a:gd name="connsiteY366" fmla="*/ 2536683 h 2902183"/>
                  <a:gd name="connsiteX367" fmla="*/ 4089316 w 5062695"/>
                  <a:gd name="connsiteY367" fmla="*/ 2536038 h 2902183"/>
                  <a:gd name="connsiteX368" fmla="*/ 4087059 w 5062695"/>
                  <a:gd name="connsiteY368" fmla="*/ 2528944 h 2902183"/>
                  <a:gd name="connsiteX369" fmla="*/ 4088026 w 5062695"/>
                  <a:gd name="connsiteY369" fmla="*/ 2524430 h 2902183"/>
                  <a:gd name="connsiteX370" fmla="*/ 4089316 w 5062695"/>
                  <a:gd name="connsiteY370" fmla="*/ 2519270 h 2902183"/>
                  <a:gd name="connsiteX371" fmla="*/ 4096088 w 5062695"/>
                  <a:gd name="connsiteY371" fmla="*/ 2516045 h 2902183"/>
                  <a:gd name="connsiteX372" fmla="*/ 4099312 w 5062695"/>
                  <a:gd name="connsiteY372" fmla="*/ 2522817 h 2902183"/>
                  <a:gd name="connsiteX373" fmla="*/ 4098667 w 5062695"/>
                  <a:gd name="connsiteY373" fmla="*/ 2526364 h 2902183"/>
                  <a:gd name="connsiteX374" fmla="*/ 4096410 w 5062695"/>
                  <a:gd name="connsiteY374" fmla="*/ 2534103 h 2902183"/>
                  <a:gd name="connsiteX375" fmla="*/ 4091896 w 5062695"/>
                  <a:gd name="connsiteY375" fmla="*/ 2536683 h 2902183"/>
                  <a:gd name="connsiteX376" fmla="*/ 66891 w 5062695"/>
                  <a:gd name="connsiteY376" fmla="*/ 2509596 h 2902183"/>
                  <a:gd name="connsiteX377" fmla="*/ 43996 w 5062695"/>
                  <a:gd name="connsiteY377" fmla="*/ 2506372 h 2902183"/>
                  <a:gd name="connsiteX378" fmla="*/ 35935 w 5062695"/>
                  <a:gd name="connsiteY378" fmla="*/ 2503469 h 2902183"/>
                  <a:gd name="connsiteX379" fmla="*/ 24004 w 5062695"/>
                  <a:gd name="connsiteY379" fmla="*/ 2503469 h 2902183"/>
                  <a:gd name="connsiteX380" fmla="*/ 17554 w 5062695"/>
                  <a:gd name="connsiteY380" fmla="*/ 2499600 h 2902183"/>
                  <a:gd name="connsiteX381" fmla="*/ 21424 w 5062695"/>
                  <a:gd name="connsiteY381" fmla="*/ 2493150 h 2902183"/>
                  <a:gd name="connsiteX382" fmla="*/ 39159 w 5062695"/>
                  <a:gd name="connsiteY382" fmla="*/ 2493473 h 2902183"/>
                  <a:gd name="connsiteX383" fmla="*/ 47866 w 5062695"/>
                  <a:gd name="connsiteY383" fmla="*/ 2496375 h 2902183"/>
                  <a:gd name="connsiteX384" fmla="*/ 67214 w 5062695"/>
                  <a:gd name="connsiteY384" fmla="*/ 2498955 h 2902183"/>
                  <a:gd name="connsiteX385" fmla="*/ 75275 w 5062695"/>
                  <a:gd name="connsiteY385" fmla="*/ 2498632 h 2902183"/>
                  <a:gd name="connsiteX386" fmla="*/ 81080 w 5062695"/>
                  <a:gd name="connsiteY386" fmla="*/ 2503792 h 2902183"/>
                  <a:gd name="connsiteX387" fmla="*/ 75920 w 5062695"/>
                  <a:gd name="connsiteY387" fmla="*/ 2509596 h 2902183"/>
                  <a:gd name="connsiteX388" fmla="*/ 66891 w 5062695"/>
                  <a:gd name="connsiteY388" fmla="*/ 2509596 h 2902183"/>
                  <a:gd name="connsiteX389" fmla="*/ 100428 w 5062695"/>
                  <a:gd name="connsiteY389" fmla="*/ 2501857 h 2902183"/>
                  <a:gd name="connsiteX390" fmla="*/ 97525 w 5062695"/>
                  <a:gd name="connsiteY390" fmla="*/ 2500890 h 2902183"/>
                  <a:gd name="connsiteX391" fmla="*/ 96236 w 5062695"/>
                  <a:gd name="connsiteY391" fmla="*/ 2493473 h 2902183"/>
                  <a:gd name="connsiteX392" fmla="*/ 97525 w 5062695"/>
                  <a:gd name="connsiteY392" fmla="*/ 2485734 h 2902183"/>
                  <a:gd name="connsiteX393" fmla="*/ 103330 w 5062695"/>
                  <a:gd name="connsiteY393" fmla="*/ 2480574 h 2902183"/>
                  <a:gd name="connsiteX394" fmla="*/ 108489 w 5062695"/>
                  <a:gd name="connsiteY394" fmla="*/ 2486379 h 2902183"/>
                  <a:gd name="connsiteX395" fmla="*/ 105265 w 5062695"/>
                  <a:gd name="connsiteY395" fmla="*/ 2499600 h 2902183"/>
                  <a:gd name="connsiteX396" fmla="*/ 100428 w 5062695"/>
                  <a:gd name="connsiteY396" fmla="*/ 2501857 h 2902183"/>
                  <a:gd name="connsiteX397" fmla="*/ 4117693 w 5062695"/>
                  <a:gd name="connsiteY397" fmla="*/ 2493795 h 2902183"/>
                  <a:gd name="connsiteX398" fmla="*/ 4113823 w 5062695"/>
                  <a:gd name="connsiteY398" fmla="*/ 2492183 h 2902183"/>
                  <a:gd name="connsiteX399" fmla="*/ 4113823 w 5062695"/>
                  <a:gd name="connsiteY399" fmla="*/ 2484444 h 2902183"/>
                  <a:gd name="connsiteX400" fmla="*/ 4119305 w 5062695"/>
                  <a:gd name="connsiteY400" fmla="*/ 2479930 h 2902183"/>
                  <a:gd name="connsiteX401" fmla="*/ 4122530 w 5062695"/>
                  <a:gd name="connsiteY401" fmla="*/ 2475092 h 2902183"/>
                  <a:gd name="connsiteX402" fmla="*/ 4129302 w 5062695"/>
                  <a:gd name="connsiteY402" fmla="*/ 2468321 h 2902183"/>
                  <a:gd name="connsiteX403" fmla="*/ 4131236 w 5062695"/>
                  <a:gd name="connsiteY403" fmla="*/ 2467998 h 2902183"/>
                  <a:gd name="connsiteX404" fmla="*/ 4148005 w 5062695"/>
                  <a:gd name="connsiteY404" fmla="*/ 2465741 h 2902183"/>
                  <a:gd name="connsiteX405" fmla="*/ 4149617 w 5062695"/>
                  <a:gd name="connsiteY405" fmla="*/ 2465741 h 2902183"/>
                  <a:gd name="connsiteX406" fmla="*/ 4160258 w 5062695"/>
                  <a:gd name="connsiteY406" fmla="*/ 2462839 h 2902183"/>
                  <a:gd name="connsiteX407" fmla="*/ 4167675 w 5062695"/>
                  <a:gd name="connsiteY407" fmla="*/ 2464451 h 2902183"/>
                  <a:gd name="connsiteX408" fmla="*/ 4166063 w 5062695"/>
                  <a:gd name="connsiteY408" fmla="*/ 2471868 h 2902183"/>
                  <a:gd name="connsiteX409" fmla="*/ 4149294 w 5062695"/>
                  <a:gd name="connsiteY409" fmla="*/ 2476382 h 2902183"/>
                  <a:gd name="connsiteX410" fmla="*/ 4147037 w 5062695"/>
                  <a:gd name="connsiteY410" fmla="*/ 2476382 h 2902183"/>
                  <a:gd name="connsiteX411" fmla="*/ 4133816 w 5062695"/>
                  <a:gd name="connsiteY411" fmla="*/ 2478317 h 2902183"/>
                  <a:gd name="connsiteX412" fmla="*/ 4132849 w 5062695"/>
                  <a:gd name="connsiteY412" fmla="*/ 2478640 h 2902183"/>
                  <a:gd name="connsiteX413" fmla="*/ 4132526 w 5062695"/>
                  <a:gd name="connsiteY413" fmla="*/ 2479284 h 2902183"/>
                  <a:gd name="connsiteX414" fmla="*/ 4125754 w 5062695"/>
                  <a:gd name="connsiteY414" fmla="*/ 2488636 h 2902183"/>
                  <a:gd name="connsiteX415" fmla="*/ 4121562 w 5062695"/>
                  <a:gd name="connsiteY415" fmla="*/ 2492183 h 2902183"/>
                  <a:gd name="connsiteX416" fmla="*/ 4117693 w 5062695"/>
                  <a:gd name="connsiteY416" fmla="*/ 2493795 h 2902183"/>
                  <a:gd name="connsiteX417" fmla="*/ 460621 w 5062695"/>
                  <a:gd name="connsiteY417" fmla="*/ 2486701 h 2902183"/>
                  <a:gd name="connsiteX418" fmla="*/ 430309 w 5062695"/>
                  <a:gd name="connsiteY418" fmla="*/ 2473803 h 2902183"/>
                  <a:gd name="connsiteX419" fmla="*/ 429664 w 5062695"/>
                  <a:gd name="connsiteY419" fmla="*/ 2466386 h 2902183"/>
                  <a:gd name="connsiteX420" fmla="*/ 437081 w 5062695"/>
                  <a:gd name="connsiteY420" fmla="*/ 2465741 h 2902183"/>
                  <a:gd name="connsiteX421" fmla="*/ 460298 w 5062695"/>
                  <a:gd name="connsiteY421" fmla="*/ 2476060 h 2902183"/>
                  <a:gd name="connsiteX422" fmla="*/ 481903 w 5062695"/>
                  <a:gd name="connsiteY422" fmla="*/ 2472190 h 2902183"/>
                  <a:gd name="connsiteX423" fmla="*/ 488998 w 5062695"/>
                  <a:gd name="connsiteY423" fmla="*/ 2475092 h 2902183"/>
                  <a:gd name="connsiteX424" fmla="*/ 486095 w 5062695"/>
                  <a:gd name="connsiteY424" fmla="*/ 2482187 h 2902183"/>
                  <a:gd name="connsiteX425" fmla="*/ 460621 w 5062695"/>
                  <a:gd name="connsiteY425" fmla="*/ 2486701 h 2902183"/>
                  <a:gd name="connsiteX426" fmla="*/ 4474017 w 5062695"/>
                  <a:gd name="connsiteY426" fmla="*/ 2485734 h 2902183"/>
                  <a:gd name="connsiteX427" fmla="*/ 4468857 w 5062695"/>
                  <a:gd name="connsiteY427" fmla="*/ 2482187 h 2902183"/>
                  <a:gd name="connsiteX428" fmla="*/ 4464665 w 5062695"/>
                  <a:gd name="connsiteY428" fmla="*/ 2472835 h 2902183"/>
                  <a:gd name="connsiteX429" fmla="*/ 4466922 w 5062695"/>
                  <a:gd name="connsiteY429" fmla="*/ 2465741 h 2902183"/>
                  <a:gd name="connsiteX430" fmla="*/ 4474017 w 5062695"/>
                  <a:gd name="connsiteY430" fmla="*/ 2467998 h 2902183"/>
                  <a:gd name="connsiteX431" fmla="*/ 4478531 w 5062695"/>
                  <a:gd name="connsiteY431" fmla="*/ 2478317 h 2902183"/>
                  <a:gd name="connsiteX432" fmla="*/ 4475306 w 5062695"/>
                  <a:gd name="connsiteY432" fmla="*/ 2485411 h 2902183"/>
                  <a:gd name="connsiteX433" fmla="*/ 4474017 w 5062695"/>
                  <a:gd name="connsiteY433" fmla="*/ 2485734 h 2902183"/>
                  <a:gd name="connsiteX434" fmla="*/ 299388 w 5062695"/>
                  <a:gd name="connsiteY434" fmla="*/ 2484766 h 2902183"/>
                  <a:gd name="connsiteX435" fmla="*/ 292617 w 5062695"/>
                  <a:gd name="connsiteY435" fmla="*/ 2484444 h 2902183"/>
                  <a:gd name="connsiteX436" fmla="*/ 287780 w 5062695"/>
                  <a:gd name="connsiteY436" fmla="*/ 2478640 h 2902183"/>
                  <a:gd name="connsiteX437" fmla="*/ 293584 w 5062695"/>
                  <a:gd name="connsiteY437" fmla="*/ 2473803 h 2902183"/>
                  <a:gd name="connsiteX438" fmla="*/ 301001 w 5062695"/>
                  <a:gd name="connsiteY438" fmla="*/ 2474125 h 2902183"/>
                  <a:gd name="connsiteX439" fmla="*/ 303580 w 5062695"/>
                  <a:gd name="connsiteY439" fmla="*/ 2474125 h 2902183"/>
                  <a:gd name="connsiteX440" fmla="*/ 309062 w 5062695"/>
                  <a:gd name="connsiteY440" fmla="*/ 2479284 h 2902183"/>
                  <a:gd name="connsiteX441" fmla="*/ 303903 w 5062695"/>
                  <a:gd name="connsiteY441" fmla="*/ 2484766 h 2902183"/>
                  <a:gd name="connsiteX442" fmla="*/ 301646 w 5062695"/>
                  <a:gd name="connsiteY442" fmla="*/ 2484766 h 2902183"/>
                  <a:gd name="connsiteX443" fmla="*/ 299388 w 5062695"/>
                  <a:gd name="connsiteY443" fmla="*/ 2484766 h 2902183"/>
                  <a:gd name="connsiteX444" fmla="*/ 344533 w 5062695"/>
                  <a:gd name="connsiteY444" fmla="*/ 2476705 h 2902183"/>
                  <a:gd name="connsiteX445" fmla="*/ 340986 w 5062695"/>
                  <a:gd name="connsiteY445" fmla="*/ 2475415 h 2902183"/>
                  <a:gd name="connsiteX446" fmla="*/ 340664 w 5062695"/>
                  <a:gd name="connsiteY446" fmla="*/ 2467676 h 2902183"/>
                  <a:gd name="connsiteX447" fmla="*/ 341954 w 5062695"/>
                  <a:gd name="connsiteY447" fmla="*/ 2466386 h 2902183"/>
                  <a:gd name="connsiteX448" fmla="*/ 354207 w 5062695"/>
                  <a:gd name="connsiteY448" fmla="*/ 2456067 h 2902183"/>
                  <a:gd name="connsiteX449" fmla="*/ 387421 w 5062695"/>
                  <a:gd name="connsiteY449" fmla="*/ 2448650 h 2902183"/>
                  <a:gd name="connsiteX450" fmla="*/ 392581 w 5062695"/>
                  <a:gd name="connsiteY450" fmla="*/ 2448650 h 2902183"/>
                  <a:gd name="connsiteX451" fmla="*/ 398385 w 5062695"/>
                  <a:gd name="connsiteY451" fmla="*/ 2453810 h 2902183"/>
                  <a:gd name="connsiteX452" fmla="*/ 393226 w 5062695"/>
                  <a:gd name="connsiteY452" fmla="*/ 2459614 h 2902183"/>
                  <a:gd name="connsiteX453" fmla="*/ 386776 w 5062695"/>
                  <a:gd name="connsiteY453" fmla="*/ 2459614 h 2902183"/>
                  <a:gd name="connsiteX454" fmla="*/ 359044 w 5062695"/>
                  <a:gd name="connsiteY454" fmla="*/ 2465741 h 2902183"/>
                  <a:gd name="connsiteX455" fmla="*/ 349693 w 5062695"/>
                  <a:gd name="connsiteY455" fmla="*/ 2473803 h 2902183"/>
                  <a:gd name="connsiteX456" fmla="*/ 348403 w 5062695"/>
                  <a:gd name="connsiteY456" fmla="*/ 2475092 h 2902183"/>
                  <a:gd name="connsiteX457" fmla="*/ 344533 w 5062695"/>
                  <a:gd name="connsiteY457" fmla="*/ 2476705 h 2902183"/>
                  <a:gd name="connsiteX458" fmla="*/ 4593328 w 5062695"/>
                  <a:gd name="connsiteY458" fmla="*/ 2475737 h 2902183"/>
                  <a:gd name="connsiteX459" fmla="*/ 4587847 w 5062695"/>
                  <a:gd name="connsiteY459" fmla="*/ 2470900 h 2902183"/>
                  <a:gd name="connsiteX460" fmla="*/ 4592683 w 5062695"/>
                  <a:gd name="connsiteY460" fmla="*/ 2465096 h 2902183"/>
                  <a:gd name="connsiteX461" fmla="*/ 4622028 w 5062695"/>
                  <a:gd name="connsiteY461" fmla="*/ 2444458 h 2902183"/>
                  <a:gd name="connsiteX462" fmla="*/ 4622673 w 5062695"/>
                  <a:gd name="connsiteY462" fmla="*/ 2437686 h 2902183"/>
                  <a:gd name="connsiteX463" fmla="*/ 4622673 w 5062695"/>
                  <a:gd name="connsiteY463" fmla="*/ 2437042 h 2902183"/>
                  <a:gd name="connsiteX464" fmla="*/ 4627832 w 5062695"/>
                  <a:gd name="connsiteY464" fmla="*/ 2431560 h 2902183"/>
                  <a:gd name="connsiteX465" fmla="*/ 4627832 w 5062695"/>
                  <a:gd name="connsiteY465" fmla="*/ 2431560 h 2902183"/>
                  <a:gd name="connsiteX466" fmla="*/ 4633314 w 5062695"/>
                  <a:gd name="connsiteY466" fmla="*/ 2436719 h 2902183"/>
                  <a:gd name="connsiteX467" fmla="*/ 4633314 w 5062695"/>
                  <a:gd name="connsiteY467" fmla="*/ 2437686 h 2902183"/>
                  <a:gd name="connsiteX468" fmla="*/ 4632347 w 5062695"/>
                  <a:gd name="connsiteY468" fmla="*/ 2447038 h 2902183"/>
                  <a:gd name="connsiteX469" fmla="*/ 4593651 w 5062695"/>
                  <a:gd name="connsiteY469" fmla="*/ 2475737 h 2902183"/>
                  <a:gd name="connsiteX470" fmla="*/ 4593328 w 5062695"/>
                  <a:gd name="connsiteY470" fmla="*/ 2475737 h 2902183"/>
                  <a:gd name="connsiteX471" fmla="*/ 4566886 w 5062695"/>
                  <a:gd name="connsiteY471" fmla="*/ 2472513 h 2902183"/>
                  <a:gd name="connsiteX472" fmla="*/ 4565274 w 5062695"/>
                  <a:gd name="connsiteY472" fmla="*/ 2472190 h 2902183"/>
                  <a:gd name="connsiteX473" fmla="*/ 4554633 w 5062695"/>
                  <a:gd name="connsiteY473" fmla="*/ 2468966 h 2902183"/>
                  <a:gd name="connsiteX474" fmla="*/ 4551408 w 5062695"/>
                  <a:gd name="connsiteY474" fmla="*/ 2462194 h 2902183"/>
                  <a:gd name="connsiteX475" fmla="*/ 4558180 w 5062695"/>
                  <a:gd name="connsiteY475" fmla="*/ 2458969 h 2902183"/>
                  <a:gd name="connsiteX476" fmla="*/ 4568176 w 5062695"/>
                  <a:gd name="connsiteY476" fmla="*/ 2462194 h 2902183"/>
                  <a:gd name="connsiteX477" fmla="*/ 4572046 w 5062695"/>
                  <a:gd name="connsiteY477" fmla="*/ 2468966 h 2902183"/>
                  <a:gd name="connsiteX478" fmla="*/ 4566886 w 5062695"/>
                  <a:gd name="connsiteY478" fmla="*/ 2472513 h 2902183"/>
                  <a:gd name="connsiteX479" fmla="*/ 270367 w 5062695"/>
                  <a:gd name="connsiteY479" fmla="*/ 2472190 h 2902183"/>
                  <a:gd name="connsiteX480" fmla="*/ 266175 w 5062695"/>
                  <a:gd name="connsiteY480" fmla="*/ 2470255 h 2902183"/>
                  <a:gd name="connsiteX481" fmla="*/ 265207 w 5062695"/>
                  <a:gd name="connsiteY481" fmla="*/ 2468966 h 2902183"/>
                  <a:gd name="connsiteX482" fmla="*/ 256178 w 5062695"/>
                  <a:gd name="connsiteY482" fmla="*/ 2461226 h 2902183"/>
                  <a:gd name="connsiteX483" fmla="*/ 254243 w 5062695"/>
                  <a:gd name="connsiteY483" fmla="*/ 2460904 h 2902183"/>
                  <a:gd name="connsiteX484" fmla="*/ 233283 w 5062695"/>
                  <a:gd name="connsiteY484" fmla="*/ 2458324 h 2902183"/>
                  <a:gd name="connsiteX485" fmla="*/ 222642 w 5062695"/>
                  <a:gd name="connsiteY485" fmla="*/ 2458969 h 2902183"/>
                  <a:gd name="connsiteX486" fmla="*/ 216515 w 5062695"/>
                  <a:gd name="connsiteY486" fmla="*/ 2454132 h 2902183"/>
                  <a:gd name="connsiteX487" fmla="*/ 221352 w 5062695"/>
                  <a:gd name="connsiteY487" fmla="*/ 2448005 h 2902183"/>
                  <a:gd name="connsiteX488" fmla="*/ 233283 w 5062695"/>
                  <a:gd name="connsiteY488" fmla="*/ 2447360 h 2902183"/>
                  <a:gd name="connsiteX489" fmla="*/ 256823 w 5062695"/>
                  <a:gd name="connsiteY489" fmla="*/ 2450263 h 2902183"/>
                  <a:gd name="connsiteX490" fmla="*/ 258758 w 5062695"/>
                  <a:gd name="connsiteY490" fmla="*/ 2450585 h 2902183"/>
                  <a:gd name="connsiteX491" fmla="*/ 274559 w 5062695"/>
                  <a:gd name="connsiteY491" fmla="*/ 2462516 h 2902183"/>
                  <a:gd name="connsiteX492" fmla="*/ 275204 w 5062695"/>
                  <a:gd name="connsiteY492" fmla="*/ 2463484 h 2902183"/>
                  <a:gd name="connsiteX493" fmla="*/ 274236 w 5062695"/>
                  <a:gd name="connsiteY493" fmla="*/ 2470900 h 2902183"/>
                  <a:gd name="connsiteX494" fmla="*/ 270367 w 5062695"/>
                  <a:gd name="connsiteY494" fmla="*/ 2472190 h 2902183"/>
                  <a:gd name="connsiteX495" fmla="*/ 3642057 w 5062695"/>
                  <a:gd name="connsiteY495" fmla="*/ 2468643 h 2902183"/>
                  <a:gd name="connsiteX496" fmla="*/ 3638510 w 5062695"/>
                  <a:gd name="connsiteY496" fmla="*/ 2467353 h 2902183"/>
                  <a:gd name="connsiteX497" fmla="*/ 3634318 w 5062695"/>
                  <a:gd name="connsiteY497" fmla="*/ 2465096 h 2902183"/>
                  <a:gd name="connsiteX498" fmla="*/ 3631094 w 5062695"/>
                  <a:gd name="connsiteY498" fmla="*/ 2464451 h 2902183"/>
                  <a:gd name="connsiteX499" fmla="*/ 3626902 w 5062695"/>
                  <a:gd name="connsiteY499" fmla="*/ 2458002 h 2902183"/>
                  <a:gd name="connsiteX500" fmla="*/ 3633351 w 5062695"/>
                  <a:gd name="connsiteY500" fmla="*/ 2453810 h 2902183"/>
                  <a:gd name="connsiteX501" fmla="*/ 3637220 w 5062695"/>
                  <a:gd name="connsiteY501" fmla="*/ 2454777 h 2902183"/>
                  <a:gd name="connsiteX502" fmla="*/ 3645282 w 5062695"/>
                  <a:gd name="connsiteY502" fmla="*/ 2459614 h 2902183"/>
                  <a:gd name="connsiteX503" fmla="*/ 3645605 w 5062695"/>
                  <a:gd name="connsiteY503" fmla="*/ 2467353 h 2902183"/>
                  <a:gd name="connsiteX504" fmla="*/ 3642057 w 5062695"/>
                  <a:gd name="connsiteY504" fmla="*/ 2468643 h 2902183"/>
                  <a:gd name="connsiteX505" fmla="*/ 4501749 w 5062695"/>
                  <a:gd name="connsiteY505" fmla="*/ 2467998 h 2902183"/>
                  <a:gd name="connsiteX506" fmla="*/ 4501749 w 5062695"/>
                  <a:gd name="connsiteY506" fmla="*/ 2467998 h 2902183"/>
                  <a:gd name="connsiteX507" fmla="*/ 4498846 w 5062695"/>
                  <a:gd name="connsiteY507" fmla="*/ 2467676 h 2902183"/>
                  <a:gd name="connsiteX508" fmla="*/ 4483046 w 5062695"/>
                  <a:gd name="connsiteY508" fmla="*/ 2457034 h 2902183"/>
                  <a:gd name="connsiteX509" fmla="*/ 4481111 w 5062695"/>
                  <a:gd name="connsiteY509" fmla="*/ 2455100 h 2902183"/>
                  <a:gd name="connsiteX510" fmla="*/ 4471114 w 5062695"/>
                  <a:gd name="connsiteY510" fmla="*/ 2450585 h 2902183"/>
                  <a:gd name="connsiteX511" fmla="*/ 4463697 w 5062695"/>
                  <a:gd name="connsiteY511" fmla="*/ 2448650 h 2902183"/>
                  <a:gd name="connsiteX512" fmla="*/ 4465310 w 5062695"/>
                  <a:gd name="connsiteY512" fmla="*/ 2441556 h 2902183"/>
                  <a:gd name="connsiteX513" fmla="*/ 4465955 w 5062695"/>
                  <a:gd name="connsiteY513" fmla="*/ 2441234 h 2902183"/>
                  <a:gd name="connsiteX514" fmla="*/ 4472404 w 5062695"/>
                  <a:gd name="connsiteY514" fmla="*/ 2439621 h 2902183"/>
                  <a:gd name="connsiteX515" fmla="*/ 4488527 w 5062695"/>
                  <a:gd name="connsiteY515" fmla="*/ 2448005 h 2902183"/>
                  <a:gd name="connsiteX516" fmla="*/ 4490462 w 5062695"/>
                  <a:gd name="connsiteY516" fmla="*/ 2450263 h 2902183"/>
                  <a:gd name="connsiteX517" fmla="*/ 4499814 w 5062695"/>
                  <a:gd name="connsiteY517" fmla="*/ 2457357 h 2902183"/>
                  <a:gd name="connsiteX518" fmla="*/ 4500781 w 5062695"/>
                  <a:gd name="connsiteY518" fmla="*/ 2457357 h 2902183"/>
                  <a:gd name="connsiteX519" fmla="*/ 4500781 w 5062695"/>
                  <a:gd name="connsiteY519" fmla="*/ 2457357 h 2902183"/>
                  <a:gd name="connsiteX520" fmla="*/ 4509487 w 5062695"/>
                  <a:gd name="connsiteY520" fmla="*/ 2454455 h 2902183"/>
                  <a:gd name="connsiteX521" fmla="*/ 4512067 w 5062695"/>
                  <a:gd name="connsiteY521" fmla="*/ 2453165 h 2902183"/>
                  <a:gd name="connsiteX522" fmla="*/ 4519161 w 5062695"/>
                  <a:gd name="connsiteY522" fmla="*/ 2455745 h 2902183"/>
                  <a:gd name="connsiteX523" fmla="*/ 4516582 w 5062695"/>
                  <a:gd name="connsiteY523" fmla="*/ 2462839 h 2902183"/>
                  <a:gd name="connsiteX524" fmla="*/ 4514325 w 5062695"/>
                  <a:gd name="connsiteY524" fmla="*/ 2463806 h 2902183"/>
                  <a:gd name="connsiteX525" fmla="*/ 4501749 w 5062695"/>
                  <a:gd name="connsiteY525" fmla="*/ 2467998 h 2902183"/>
                  <a:gd name="connsiteX526" fmla="*/ 3599815 w 5062695"/>
                  <a:gd name="connsiteY526" fmla="*/ 2466386 h 2902183"/>
                  <a:gd name="connsiteX527" fmla="*/ 3564343 w 5062695"/>
                  <a:gd name="connsiteY527" fmla="*/ 2453810 h 2902183"/>
                  <a:gd name="connsiteX528" fmla="*/ 3563054 w 5062695"/>
                  <a:gd name="connsiteY528" fmla="*/ 2452842 h 2902183"/>
                  <a:gd name="connsiteX529" fmla="*/ 3553702 w 5062695"/>
                  <a:gd name="connsiteY529" fmla="*/ 2446715 h 2902183"/>
                  <a:gd name="connsiteX530" fmla="*/ 3552412 w 5062695"/>
                  <a:gd name="connsiteY530" fmla="*/ 2439299 h 2902183"/>
                  <a:gd name="connsiteX531" fmla="*/ 3559829 w 5062695"/>
                  <a:gd name="connsiteY531" fmla="*/ 2438009 h 2902183"/>
                  <a:gd name="connsiteX532" fmla="*/ 3568536 w 5062695"/>
                  <a:gd name="connsiteY532" fmla="*/ 2443813 h 2902183"/>
                  <a:gd name="connsiteX533" fmla="*/ 3569825 w 5062695"/>
                  <a:gd name="connsiteY533" fmla="*/ 2444781 h 2902183"/>
                  <a:gd name="connsiteX534" fmla="*/ 3599170 w 5062695"/>
                  <a:gd name="connsiteY534" fmla="*/ 2455745 h 2902183"/>
                  <a:gd name="connsiteX535" fmla="*/ 3603039 w 5062695"/>
                  <a:gd name="connsiteY535" fmla="*/ 2455100 h 2902183"/>
                  <a:gd name="connsiteX536" fmla="*/ 3610134 w 5062695"/>
                  <a:gd name="connsiteY536" fmla="*/ 2457357 h 2902183"/>
                  <a:gd name="connsiteX537" fmla="*/ 3607876 w 5062695"/>
                  <a:gd name="connsiteY537" fmla="*/ 2464451 h 2902183"/>
                  <a:gd name="connsiteX538" fmla="*/ 3599815 w 5062695"/>
                  <a:gd name="connsiteY538" fmla="*/ 2466386 h 2902183"/>
                  <a:gd name="connsiteX539" fmla="*/ 503186 w 5062695"/>
                  <a:gd name="connsiteY539" fmla="*/ 2464774 h 2902183"/>
                  <a:gd name="connsiteX540" fmla="*/ 498027 w 5062695"/>
                  <a:gd name="connsiteY540" fmla="*/ 2460581 h 2902183"/>
                  <a:gd name="connsiteX541" fmla="*/ 501896 w 5062695"/>
                  <a:gd name="connsiteY541" fmla="*/ 2454132 h 2902183"/>
                  <a:gd name="connsiteX542" fmla="*/ 504153 w 5062695"/>
                  <a:gd name="connsiteY542" fmla="*/ 2453487 h 2902183"/>
                  <a:gd name="connsiteX543" fmla="*/ 513505 w 5062695"/>
                  <a:gd name="connsiteY543" fmla="*/ 2452520 h 2902183"/>
                  <a:gd name="connsiteX544" fmla="*/ 513505 w 5062695"/>
                  <a:gd name="connsiteY544" fmla="*/ 2452520 h 2902183"/>
                  <a:gd name="connsiteX545" fmla="*/ 518987 w 5062695"/>
                  <a:gd name="connsiteY545" fmla="*/ 2458002 h 2902183"/>
                  <a:gd name="connsiteX546" fmla="*/ 513505 w 5062695"/>
                  <a:gd name="connsiteY546" fmla="*/ 2463484 h 2902183"/>
                  <a:gd name="connsiteX547" fmla="*/ 507056 w 5062695"/>
                  <a:gd name="connsiteY547" fmla="*/ 2463806 h 2902183"/>
                  <a:gd name="connsiteX548" fmla="*/ 504153 w 5062695"/>
                  <a:gd name="connsiteY548" fmla="*/ 2464774 h 2902183"/>
                  <a:gd name="connsiteX549" fmla="*/ 503186 w 5062695"/>
                  <a:gd name="connsiteY549" fmla="*/ 2464774 h 2902183"/>
                  <a:gd name="connsiteX550" fmla="*/ 168468 w 5062695"/>
                  <a:gd name="connsiteY550" fmla="*/ 2461549 h 2902183"/>
                  <a:gd name="connsiteX551" fmla="*/ 163308 w 5062695"/>
                  <a:gd name="connsiteY551" fmla="*/ 2457357 h 2902183"/>
                  <a:gd name="connsiteX552" fmla="*/ 167178 w 5062695"/>
                  <a:gd name="connsiteY552" fmla="*/ 2450908 h 2902183"/>
                  <a:gd name="connsiteX553" fmla="*/ 179754 w 5062695"/>
                  <a:gd name="connsiteY553" fmla="*/ 2450585 h 2902183"/>
                  <a:gd name="connsiteX554" fmla="*/ 184591 w 5062695"/>
                  <a:gd name="connsiteY554" fmla="*/ 2456712 h 2902183"/>
                  <a:gd name="connsiteX555" fmla="*/ 178464 w 5062695"/>
                  <a:gd name="connsiteY555" fmla="*/ 2461549 h 2902183"/>
                  <a:gd name="connsiteX556" fmla="*/ 169758 w 5062695"/>
                  <a:gd name="connsiteY556" fmla="*/ 2461549 h 2902183"/>
                  <a:gd name="connsiteX557" fmla="*/ 168468 w 5062695"/>
                  <a:gd name="connsiteY557" fmla="*/ 2461549 h 2902183"/>
                  <a:gd name="connsiteX558" fmla="*/ 145573 w 5062695"/>
                  <a:gd name="connsiteY558" fmla="*/ 2457679 h 2902183"/>
                  <a:gd name="connsiteX559" fmla="*/ 140736 w 5062695"/>
                  <a:gd name="connsiteY559" fmla="*/ 2454777 h 2902183"/>
                  <a:gd name="connsiteX560" fmla="*/ 140091 w 5062695"/>
                  <a:gd name="connsiteY560" fmla="*/ 2453487 h 2902183"/>
                  <a:gd name="connsiteX561" fmla="*/ 133642 w 5062695"/>
                  <a:gd name="connsiteY561" fmla="*/ 2456067 h 2902183"/>
                  <a:gd name="connsiteX562" fmla="*/ 126225 w 5062695"/>
                  <a:gd name="connsiteY562" fmla="*/ 2453487 h 2902183"/>
                  <a:gd name="connsiteX563" fmla="*/ 118163 w 5062695"/>
                  <a:gd name="connsiteY563" fmla="*/ 2444136 h 2902183"/>
                  <a:gd name="connsiteX564" fmla="*/ 117841 w 5062695"/>
                  <a:gd name="connsiteY564" fmla="*/ 2443491 h 2902183"/>
                  <a:gd name="connsiteX565" fmla="*/ 114294 w 5062695"/>
                  <a:gd name="connsiteY565" fmla="*/ 2444781 h 2902183"/>
                  <a:gd name="connsiteX566" fmla="*/ 110424 w 5062695"/>
                  <a:gd name="connsiteY566" fmla="*/ 2447683 h 2902183"/>
                  <a:gd name="connsiteX567" fmla="*/ 103007 w 5062695"/>
                  <a:gd name="connsiteY567" fmla="*/ 2449940 h 2902183"/>
                  <a:gd name="connsiteX568" fmla="*/ 100750 w 5062695"/>
                  <a:gd name="connsiteY568" fmla="*/ 2442523 h 2902183"/>
                  <a:gd name="connsiteX569" fmla="*/ 109779 w 5062695"/>
                  <a:gd name="connsiteY569" fmla="*/ 2434784 h 2902183"/>
                  <a:gd name="connsiteX570" fmla="*/ 118163 w 5062695"/>
                  <a:gd name="connsiteY570" fmla="*/ 2432527 h 2902183"/>
                  <a:gd name="connsiteX571" fmla="*/ 127192 w 5062695"/>
                  <a:gd name="connsiteY571" fmla="*/ 2438976 h 2902183"/>
                  <a:gd name="connsiteX572" fmla="*/ 132029 w 5062695"/>
                  <a:gd name="connsiteY572" fmla="*/ 2444781 h 2902183"/>
                  <a:gd name="connsiteX573" fmla="*/ 132674 w 5062695"/>
                  <a:gd name="connsiteY573" fmla="*/ 2445103 h 2902183"/>
                  <a:gd name="connsiteX574" fmla="*/ 133319 w 5062695"/>
                  <a:gd name="connsiteY574" fmla="*/ 2444136 h 2902183"/>
                  <a:gd name="connsiteX575" fmla="*/ 140091 w 5062695"/>
                  <a:gd name="connsiteY575" fmla="*/ 2439944 h 2902183"/>
                  <a:gd name="connsiteX576" fmla="*/ 148475 w 5062695"/>
                  <a:gd name="connsiteY576" fmla="*/ 2447683 h 2902183"/>
                  <a:gd name="connsiteX577" fmla="*/ 149442 w 5062695"/>
                  <a:gd name="connsiteY577" fmla="*/ 2449940 h 2902183"/>
                  <a:gd name="connsiteX578" fmla="*/ 147185 w 5062695"/>
                  <a:gd name="connsiteY578" fmla="*/ 2457357 h 2902183"/>
                  <a:gd name="connsiteX579" fmla="*/ 145573 w 5062695"/>
                  <a:gd name="connsiteY579" fmla="*/ 2457679 h 2902183"/>
                  <a:gd name="connsiteX580" fmla="*/ 4187668 w 5062695"/>
                  <a:gd name="connsiteY580" fmla="*/ 2450908 h 2902183"/>
                  <a:gd name="connsiteX581" fmla="*/ 4186055 w 5062695"/>
                  <a:gd name="connsiteY581" fmla="*/ 2450585 h 2902183"/>
                  <a:gd name="connsiteX582" fmla="*/ 4180573 w 5062695"/>
                  <a:gd name="connsiteY582" fmla="*/ 2449940 h 2902183"/>
                  <a:gd name="connsiteX583" fmla="*/ 4179606 w 5062695"/>
                  <a:gd name="connsiteY583" fmla="*/ 2450263 h 2902183"/>
                  <a:gd name="connsiteX584" fmla="*/ 4172512 w 5062695"/>
                  <a:gd name="connsiteY584" fmla="*/ 2447683 h 2902183"/>
                  <a:gd name="connsiteX585" fmla="*/ 4175092 w 5062695"/>
                  <a:gd name="connsiteY585" fmla="*/ 2440589 h 2902183"/>
                  <a:gd name="connsiteX586" fmla="*/ 4178961 w 5062695"/>
                  <a:gd name="connsiteY586" fmla="*/ 2439299 h 2902183"/>
                  <a:gd name="connsiteX587" fmla="*/ 4189602 w 5062695"/>
                  <a:gd name="connsiteY587" fmla="*/ 2440266 h 2902183"/>
                  <a:gd name="connsiteX588" fmla="*/ 4192827 w 5062695"/>
                  <a:gd name="connsiteY588" fmla="*/ 2447038 h 2902183"/>
                  <a:gd name="connsiteX589" fmla="*/ 4187668 w 5062695"/>
                  <a:gd name="connsiteY589" fmla="*/ 2450908 h 2902183"/>
                  <a:gd name="connsiteX590" fmla="*/ 416766 w 5062695"/>
                  <a:gd name="connsiteY590" fmla="*/ 2447683 h 2902183"/>
                  <a:gd name="connsiteX591" fmla="*/ 412251 w 5062695"/>
                  <a:gd name="connsiteY591" fmla="*/ 2445103 h 2902183"/>
                  <a:gd name="connsiteX592" fmla="*/ 414186 w 5062695"/>
                  <a:gd name="connsiteY592" fmla="*/ 2437686 h 2902183"/>
                  <a:gd name="connsiteX593" fmla="*/ 415798 w 5062695"/>
                  <a:gd name="connsiteY593" fmla="*/ 2436719 h 2902183"/>
                  <a:gd name="connsiteX594" fmla="*/ 425472 w 5062695"/>
                  <a:gd name="connsiteY594" fmla="*/ 2432205 h 2902183"/>
                  <a:gd name="connsiteX595" fmla="*/ 431599 w 5062695"/>
                  <a:gd name="connsiteY595" fmla="*/ 2436397 h 2902183"/>
                  <a:gd name="connsiteX596" fmla="*/ 427407 w 5062695"/>
                  <a:gd name="connsiteY596" fmla="*/ 2442523 h 2902183"/>
                  <a:gd name="connsiteX597" fmla="*/ 421603 w 5062695"/>
                  <a:gd name="connsiteY597" fmla="*/ 2445426 h 2902183"/>
                  <a:gd name="connsiteX598" fmla="*/ 419668 w 5062695"/>
                  <a:gd name="connsiteY598" fmla="*/ 2446715 h 2902183"/>
                  <a:gd name="connsiteX599" fmla="*/ 416766 w 5062695"/>
                  <a:gd name="connsiteY599" fmla="*/ 2447683 h 2902183"/>
                  <a:gd name="connsiteX600" fmla="*/ 520599 w 5062695"/>
                  <a:gd name="connsiteY600" fmla="*/ 2437686 h 2902183"/>
                  <a:gd name="connsiteX601" fmla="*/ 517697 w 5062695"/>
                  <a:gd name="connsiteY601" fmla="*/ 2436719 h 2902183"/>
                  <a:gd name="connsiteX602" fmla="*/ 508023 w 5062695"/>
                  <a:gd name="connsiteY602" fmla="*/ 2422531 h 2902183"/>
                  <a:gd name="connsiteX603" fmla="*/ 508023 w 5062695"/>
                  <a:gd name="connsiteY603" fmla="*/ 2420918 h 2902183"/>
                  <a:gd name="connsiteX604" fmla="*/ 516085 w 5062695"/>
                  <a:gd name="connsiteY604" fmla="*/ 2402215 h 2902183"/>
                  <a:gd name="connsiteX605" fmla="*/ 518664 w 5062695"/>
                  <a:gd name="connsiteY605" fmla="*/ 2398991 h 2902183"/>
                  <a:gd name="connsiteX606" fmla="*/ 525436 w 5062695"/>
                  <a:gd name="connsiteY606" fmla="*/ 2393831 h 2902183"/>
                  <a:gd name="connsiteX607" fmla="*/ 529951 w 5062695"/>
                  <a:gd name="connsiteY607" fmla="*/ 2392219 h 2902183"/>
                  <a:gd name="connsiteX608" fmla="*/ 533820 w 5062695"/>
                  <a:gd name="connsiteY608" fmla="*/ 2386092 h 2902183"/>
                  <a:gd name="connsiteX609" fmla="*/ 540270 w 5062695"/>
                  <a:gd name="connsiteY609" fmla="*/ 2389639 h 2902183"/>
                  <a:gd name="connsiteX610" fmla="*/ 540592 w 5062695"/>
                  <a:gd name="connsiteY610" fmla="*/ 2392864 h 2902183"/>
                  <a:gd name="connsiteX611" fmla="*/ 534143 w 5062695"/>
                  <a:gd name="connsiteY611" fmla="*/ 2401893 h 2902183"/>
                  <a:gd name="connsiteX612" fmla="*/ 528338 w 5062695"/>
                  <a:gd name="connsiteY612" fmla="*/ 2404150 h 2902183"/>
                  <a:gd name="connsiteX613" fmla="*/ 528016 w 5062695"/>
                  <a:gd name="connsiteY613" fmla="*/ 2404150 h 2902183"/>
                  <a:gd name="connsiteX614" fmla="*/ 526726 w 5062695"/>
                  <a:gd name="connsiteY614" fmla="*/ 2405440 h 2902183"/>
                  <a:gd name="connsiteX615" fmla="*/ 524146 w 5062695"/>
                  <a:gd name="connsiteY615" fmla="*/ 2408665 h 2902183"/>
                  <a:gd name="connsiteX616" fmla="*/ 518664 w 5062695"/>
                  <a:gd name="connsiteY616" fmla="*/ 2420273 h 2902183"/>
                  <a:gd name="connsiteX617" fmla="*/ 518664 w 5062695"/>
                  <a:gd name="connsiteY617" fmla="*/ 2421886 h 2902183"/>
                  <a:gd name="connsiteX618" fmla="*/ 523501 w 5062695"/>
                  <a:gd name="connsiteY618" fmla="*/ 2427045 h 2902183"/>
                  <a:gd name="connsiteX619" fmla="*/ 525114 w 5062695"/>
                  <a:gd name="connsiteY619" fmla="*/ 2434462 h 2902183"/>
                  <a:gd name="connsiteX620" fmla="*/ 520599 w 5062695"/>
                  <a:gd name="connsiteY620" fmla="*/ 2437686 h 2902183"/>
                  <a:gd name="connsiteX621" fmla="*/ 4209273 w 5062695"/>
                  <a:gd name="connsiteY621" fmla="*/ 2426078 h 2902183"/>
                  <a:gd name="connsiteX622" fmla="*/ 4208628 w 5062695"/>
                  <a:gd name="connsiteY622" fmla="*/ 2426078 h 2902183"/>
                  <a:gd name="connsiteX623" fmla="*/ 4204113 w 5062695"/>
                  <a:gd name="connsiteY623" fmla="*/ 2419951 h 2902183"/>
                  <a:gd name="connsiteX624" fmla="*/ 4205726 w 5062695"/>
                  <a:gd name="connsiteY624" fmla="*/ 2415114 h 2902183"/>
                  <a:gd name="connsiteX625" fmla="*/ 4228298 w 5062695"/>
                  <a:gd name="connsiteY625" fmla="*/ 2400925 h 2902183"/>
                  <a:gd name="connsiteX626" fmla="*/ 4234748 w 5062695"/>
                  <a:gd name="connsiteY626" fmla="*/ 2400925 h 2902183"/>
                  <a:gd name="connsiteX627" fmla="*/ 4237005 w 5062695"/>
                  <a:gd name="connsiteY627" fmla="*/ 2400925 h 2902183"/>
                  <a:gd name="connsiteX628" fmla="*/ 4241197 w 5062695"/>
                  <a:gd name="connsiteY628" fmla="*/ 2399958 h 2902183"/>
                  <a:gd name="connsiteX629" fmla="*/ 4245711 w 5062695"/>
                  <a:gd name="connsiteY629" fmla="*/ 2392541 h 2902183"/>
                  <a:gd name="connsiteX630" fmla="*/ 4252483 w 5062695"/>
                  <a:gd name="connsiteY630" fmla="*/ 2389317 h 2902183"/>
                  <a:gd name="connsiteX631" fmla="*/ 4255708 w 5062695"/>
                  <a:gd name="connsiteY631" fmla="*/ 2396088 h 2902183"/>
                  <a:gd name="connsiteX632" fmla="*/ 4249581 w 5062695"/>
                  <a:gd name="connsiteY632" fmla="*/ 2406407 h 2902183"/>
                  <a:gd name="connsiteX633" fmla="*/ 4237005 w 5062695"/>
                  <a:gd name="connsiteY633" fmla="*/ 2411567 h 2902183"/>
                  <a:gd name="connsiteX634" fmla="*/ 4234748 w 5062695"/>
                  <a:gd name="connsiteY634" fmla="*/ 2411567 h 2902183"/>
                  <a:gd name="connsiteX635" fmla="*/ 4228943 w 5062695"/>
                  <a:gd name="connsiteY635" fmla="*/ 2411567 h 2902183"/>
                  <a:gd name="connsiteX636" fmla="*/ 4215077 w 5062695"/>
                  <a:gd name="connsiteY636" fmla="*/ 2420596 h 2902183"/>
                  <a:gd name="connsiteX637" fmla="*/ 4214755 w 5062695"/>
                  <a:gd name="connsiteY637" fmla="*/ 2421563 h 2902183"/>
                  <a:gd name="connsiteX638" fmla="*/ 4209273 w 5062695"/>
                  <a:gd name="connsiteY638" fmla="*/ 2426078 h 2902183"/>
                  <a:gd name="connsiteX639" fmla="*/ 3529840 w 5062695"/>
                  <a:gd name="connsiteY639" fmla="*/ 2414791 h 2902183"/>
                  <a:gd name="connsiteX640" fmla="*/ 3525003 w 5062695"/>
                  <a:gd name="connsiteY640" fmla="*/ 2411567 h 2902183"/>
                  <a:gd name="connsiteX641" fmla="*/ 3524680 w 5062695"/>
                  <a:gd name="connsiteY641" fmla="*/ 2410922 h 2902183"/>
                  <a:gd name="connsiteX642" fmla="*/ 3521456 w 5062695"/>
                  <a:gd name="connsiteY642" fmla="*/ 2404473 h 2902183"/>
                  <a:gd name="connsiteX643" fmla="*/ 3520811 w 5062695"/>
                  <a:gd name="connsiteY643" fmla="*/ 2403183 h 2902183"/>
                  <a:gd name="connsiteX644" fmla="*/ 3522423 w 5062695"/>
                  <a:gd name="connsiteY644" fmla="*/ 2395766 h 2902183"/>
                  <a:gd name="connsiteX645" fmla="*/ 3529840 w 5062695"/>
                  <a:gd name="connsiteY645" fmla="*/ 2397378 h 2902183"/>
                  <a:gd name="connsiteX646" fmla="*/ 3530485 w 5062695"/>
                  <a:gd name="connsiteY646" fmla="*/ 2398346 h 2902183"/>
                  <a:gd name="connsiteX647" fmla="*/ 3535322 w 5062695"/>
                  <a:gd name="connsiteY647" fmla="*/ 2407697 h 2902183"/>
                  <a:gd name="connsiteX648" fmla="*/ 3532097 w 5062695"/>
                  <a:gd name="connsiteY648" fmla="*/ 2414469 h 2902183"/>
                  <a:gd name="connsiteX649" fmla="*/ 3529840 w 5062695"/>
                  <a:gd name="connsiteY649" fmla="*/ 2414791 h 2902183"/>
                  <a:gd name="connsiteX650" fmla="*/ 4630412 w 5062695"/>
                  <a:gd name="connsiteY650" fmla="*/ 2399958 h 2902183"/>
                  <a:gd name="connsiteX651" fmla="*/ 4628477 w 5062695"/>
                  <a:gd name="connsiteY651" fmla="*/ 2399636 h 2902183"/>
                  <a:gd name="connsiteX652" fmla="*/ 4625253 w 5062695"/>
                  <a:gd name="connsiteY652" fmla="*/ 2392864 h 2902183"/>
                  <a:gd name="connsiteX653" fmla="*/ 4629444 w 5062695"/>
                  <a:gd name="connsiteY653" fmla="*/ 2382545 h 2902183"/>
                  <a:gd name="connsiteX654" fmla="*/ 4636539 w 5062695"/>
                  <a:gd name="connsiteY654" fmla="*/ 2379965 h 2902183"/>
                  <a:gd name="connsiteX655" fmla="*/ 4639118 w 5062695"/>
                  <a:gd name="connsiteY655" fmla="*/ 2387059 h 2902183"/>
                  <a:gd name="connsiteX656" fmla="*/ 4635249 w 5062695"/>
                  <a:gd name="connsiteY656" fmla="*/ 2396734 h 2902183"/>
                  <a:gd name="connsiteX657" fmla="*/ 4630412 w 5062695"/>
                  <a:gd name="connsiteY657" fmla="*/ 2399958 h 2902183"/>
                  <a:gd name="connsiteX658" fmla="*/ 3531775 w 5062695"/>
                  <a:gd name="connsiteY658" fmla="*/ 2381578 h 2902183"/>
                  <a:gd name="connsiteX659" fmla="*/ 3528227 w 5062695"/>
                  <a:gd name="connsiteY659" fmla="*/ 2380288 h 2902183"/>
                  <a:gd name="connsiteX660" fmla="*/ 3527582 w 5062695"/>
                  <a:gd name="connsiteY660" fmla="*/ 2372549 h 2902183"/>
                  <a:gd name="connsiteX661" fmla="*/ 3529195 w 5062695"/>
                  <a:gd name="connsiteY661" fmla="*/ 2370614 h 2902183"/>
                  <a:gd name="connsiteX662" fmla="*/ 3533387 w 5062695"/>
                  <a:gd name="connsiteY662" fmla="*/ 2366099 h 2902183"/>
                  <a:gd name="connsiteX663" fmla="*/ 3537579 w 5062695"/>
                  <a:gd name="connsiteY663" fmla="*/ 2359327 h 2902183"/>
                  <a:gd name="connsiteX664" fmla="*/ 3537256 w 5062695"/>
                  <a:gd name="connsiteY664" fmla="*/ 2356748 h 2902183"/>
                  <a:gd name="connsiteX665" fmla="*/ 3536934 w 5062695"/>
                  <a:gd name="connsiteY665" fmla="*/ 2353846 h 2902183"/>
                  <a:gd name="connsiteX666" fmla="*/ 3550155 w 5062695"/>
                  <a:gd name="connsiteY666" fmla="*/ 2341914 h 2902183"/>
                  <a:gd name="connsiteX667" fmla="*/ 3554670 w 5062695"/>
                  <a:gd name="connsiteY667" fmla="*/ 2341592 h 2902183"/>
                  <a:gd name="connsiteX668" fmla="*/ 3564021 w 5062695"/>
                  <a:gd name="connsiteY668" fmla="*/ 2351266 h 2902183"/>
                  <a:gd name="connsiteX669" fmla="*/ 3564343 w 5062695"/>
                  <a:gd name="connsiteY669" fmla="*/ 2353523 h 2902183"/>
                  <a:gd name="connsiteX670" fmla="*/ 3562409 w 5062695"/>
                  <a:gd name="connsiteY670" fmla="*/ 2360940 h 2902183"/>
                  <a:gd name="connsiteX671" fmla="*/ 3554992 w 5062695"/>
                  <a:gd name="connsiteY671" fmla="*/ 2359005 h 2902183"/>
                  <a:gd name="connsiteX672" fmla="*/ 3553380 w 5062695"/>
                  <a:gd name="connsiteY672" fmla="*/ 2352556 h 2902183"/>
                  <a:gd name="connsiteX673" fmla="*/ 3552412 w 5062695"/>
                  <a:gd name="connsiteY673" fmla="*/ 2352878 h 2902183"/>
                  <a:gd name="connsiteX674" fmla="*/ 3547898 w 5062695"/>
                  <a:gd name="connsiteY674" fmla="*/ 2354168 h 2902183"/>
                  <a:gd name="connsiteX675" fmla="*/ 3547898 w 5062695"/>
                  <a:gd name="connsiteY675" fmla="*/ 2356103 h 2902183"/>
                  <a:gd name="connsiteX676" fmla="*/ 3548220 w 5062695"/>
                  <a:gd name="connsiteY676" fmla="*/ 2359650 h 2902183"/>
                  <a:gd name="connsiteX677" fmla="*/ 3540804 w 5062695"/>
                  <a:gd name="connsiteY677" fmla="*/ 2373839 h 2902183"/>
                  <a:gd name="connsiteX678" fmla="*/ 3536934 w 5062695"/>
                  <a:gd name="connsiteY678" fmla="*/ 2378030 h 2902183"/>
                  <a:gd name="connsiteX679" fmla="*/ 3535322 w 5062695"/>
                  <a:gd name="connsiteY679" fmla="*/ 2379965 h 2902183"/>
                  <a:gd name="connsiteX680" fmla="*/ 3531775 w 5062695"/>
                  <a:gd name="connsiteY680" fmla="*/ 2381578 h 2902183"/>
                  <a:gd name="connsiteX681" fmla="*/ 4262802 w 5062695"/>
                  <a:gd name="connsiteY681" fmla="*/ 2376096 h 2902183"/>
                  <a:gd name="connsiteX682" fmla="*/ 4261512 w 5062695"/>
                  <a:gd name="connsiteY682" fmla="*/ 2376096 h 2902183"/>
                  <a:gd name="connsiteX683" fmla="*/ 4257320 w 5062695"/>
                  <a:gd name="connsiteY683" fmla="*/ 2369646 h 2902183"/>
                  <a:gd name="connsiteX684" fmla="*/ 4257643 w 5062695"/>
                  <a:gd name="connsiteY684" fmla="*/ 2366744 h 2902183"/>
                  <a:gd name="connsiteX685" fmla="*/ 4256997 w 5062695"/>
                  <a:gd name="connsiteY685" fmla="*/ 2365454 h 2902183"/>
                  <a:gd name="connsiteX686" fmla="*/ 4255708 w 5062695"/>
                  <a:gd name="connsiteY686" fmla="*/ 2362552 h 2902183"/>
                  <a:gd name="connsiteX687" fmla="*/ 4258610 w 5062695"/>
                  <a:gd name="connsiteY687" fmla="*/ 2355458 h 2902183"/>
                  <a:gd name="connsiteX688" fmla="*/ 4265704 w 5062695"/>
                  <a:gd name="connsiteY688" fmla="*/ 2358360 h 2902183"/>
                  <a:gd name="connsiteX689" fmla="*/ 4266671 w 5062695"/>
                  <a:gd name="connsiteY689" fmla="*/ 2360940 h 2902183"/>
                  <a:gd name="connsiteX690" fmla="*/ 4267962 w 5062695"/>
                  <a:gd name="connsiteY690" fmla="*/ 2364487 h 2902183"/>
                  <a:gd name="connsiteX691" fmla="*/ 4267962 w 5062695"/>
                  <a:gd name="connsiteY691" fmla="*/ 2366099 h 2902183"/>
                  <a:gd name="connsiteX692" fmla="*/ 4267317 w 5062695"/>
                  <a:gd name="connsiteY692" fmla="*/ 2371581 h 2902183"/>
                  <a:gd name="connsiteX693" fmla="*/ 4262802 w 5062695"/>
                  <a:gd name="connsiteY693" fmla="*/ 2376096 h 2902183"/>
                  <a:gd name="connsiteX694" fmla="*/ 519632 w 5062695"/>
                  <a:gd name="connsiteY694" fmla="*/ 2375128 h 2902183"/>
                  <a:gd name="connsiteX695" fmla="*/ 515117 w 5062695"/>
                  <a:gd name="connsiteY695" fmla="*/ 2372549 h 2902183"/>
                  <a:gd name="connsiteX696" fmla="*/ 510603 w 5062695"/>
                  <a:gd name="connsiteY696" fmla="*/ 2361262 h 2902183"/>
                  <a:gd name="connsiteX697" fmla="*/ 514472 w 5062695"/>
                  <a:gd name="connsiteY697" fmla="*/ 2354490 h 2902183"/>
                  <a:gd name="connsiteX698" fmla="*/ 521244 w 5062695"/>
                  <a:gd name="connsiteY698" fmla="*/ 2358360 h 2902183"/>
                  <a:gd name="connsiteX699" fmla="*/ 524469 w 5062695"/>
                  <a:gd name="connsiteY699" fmla="*/ 2367067 h 2902183"/>
                  <a:gd name="connsiteX700" fmla="*/ 522534 w 5062695"/>
                  <a:gd name="connsiteY700" fmla="*/ 2374483 h 2902183"/>
                  <a:gd name="connsiteX701" fmla="*/ 519632 w 5062695"/>
                  <a:gd name="connsiteY701" fmla="*/ 2375128 h 2902183"/>
                  <a:gd name="connsiteX702" fmla="*/ 4646213 w 5062695"/>
                  <a:gd name="connsiteY702" fmla="*/ 2365777 h 2902183"/>
                  <a:gd name="connsiteX703" fmla="*/ 4643955 w 5062695"/>
                  <a:gd name="connsiteY703" fmla="*/ 2365454 h 2902183"/>
                  <a:gd name="connsiteX704" fmla="*/ 4641053 w 5062695"/>
                  <a:gd name="connsiteY704" fmla="*/ 2358360 h 2902183"/>
                  <a:gd name="connsiteX705" fmla="*/ 4643955 w 5062695"/>
                  <a:gd name="connsiteY705" fmla="*/ 2351588 h 2902183"/>
                  <a:gd name="connsiteX706" fmla="*/ 4648147 w 5062695"/>
                  <a:gd name="connsiteY706" fmla="*/ 2339657 h 2902183"/>
                  <a:gd name="connsiteX707" fmla="*/ 4659111 w 5062695"/>
                  <a:gd name="connsiteY707" fmla="*/ 2312570 h 2902183"/>
                  <a:gd name="connsiteX708" fmla="*/ 4661368 w 5062695"/>
                  <a:gd name="connsiteY708" fmla="*/ 2308056 h 2902183"/>
                  <a:gd name="connsiteX709" fmla="*/ 4668785 w 5062695"/>
                  <a:gd name="connsiteY709" fmla="*/ 2306121 h 2902183"/>
                  <a:gd name="connsiteX710" fmla="*/ 4670720 w 5062695"/>
                  <a:gd name="connsiteY710" fmla="*/ 2313538 h 2902183"/>
                  <a:gd name="connsiteX711" fmla="*/ 4668463 w 5062695"/>
                  <a:gd name="connsiteY711" fmla="*/ 2317729 h 2902183"/>
                  <a:gd name="connsiteX712" fmla="*/ 4658144 w 5062695"/>
                  <a:gd name="connsiteY712" fmla="*/ 2343527 h 2902183"/>
                  <a:gd name="connsiteX713" fmla="*/ 4653952 w 5062695"/>
                  <a:gd name="connsiteY713" fmla="*/ 2355458 h 2902183"/>
                  <a:gd name="connsiteX714" fmla="*/ 4651049 w 5062695"/>
                  <a:gd name="connsiteY714" fmla="*/ 2362875 h 2902183"/>
                  <a:gd name="connsiteX715" fmla="*/ 4646213 w 5062695"/>
                  <a:gd name="connsiteY715" fmla="*/ 2365777 h 2902183"/>
                  <a:gd name="connsiteX716" fmla="*/ 3586916 w 5062695"/>
                  <a:gd name="connsiteY716" fmla="*/ 2335465 h 2902183"/>
                  <a:gd name="connsiteX717" fmla="*/ 3583369 w 5062695"/>
                  <a:gd name="connsiteY717" fmla="*/ 2334175 h 2902183"/>
                  <a:gd name="connsiteX718" fmla="*/ 3582724 w 5062695"/>
                  <a:gd name="connsiteY718" fmla="*/ 2326759 h 2902183"/>
                  <a:gd name="connsiteX719" fmla="*/ 3585626 w 5062695"/>
                  <a:gd name="connsiteY719" fmla="*/ 2322244 h 2902183"/>
                  <a:gd name="connsiteX720" fmla="*/ 3585626 w 5062695"/>
                  <a:gd name="connsiteY720" fmla="*/ 2320954 h 2902183"/>
                  <a:gd name="connsiteX721" fmla="*/ 3590463 w 5062695"/>
                  <a:gd name="connsiteY721" fmla="*/ 2315150 h 2902183"/>
                  <a:gd name="connsiteX722" fmla="*/ 3596268 w 5062695"/>
                  <a:gd name="connsiteY722" fmla="*/ 2319987 h 2902183"/>
                  <a:gd name="connsiteX723" fmla="*/ 3596268 w 5062695"/>
                  <a:gd name="connsiteY723" fmla="*/ 2321922 h 2902183"/>
                  <a:gd name="connsiteX724" fmla="*/ 3595622 w 5062695"/>
                  <a:gd name="connsiteY724" fmla="*/ 2325791 h 2902183"/>
                  <a:gd name="connsiteX725" fmla="*/ 3590785 w 5062695"/>
                  <a:gd name="connsiteY725" fmla="*/ 2333530 h 2902183"/>
                  <a:gd name="connsiteX726" fmla="*/ 3586916 w 5062695"/>
                  <a:gd name="connsiteY726" fmla="*/ 2335465 h 2902183"/>
                  <a:gd name="connsiteX727" fmla="*/ 501251 w 5062695"/>
                  <a:gd name="connsiteY727" fmla="*/ 2325146 h 2902183"/>
                  <a:gd name="connsiteX728" fmla="*/ 495769 w 5062695"/>
                  <a:gd name="connsiteY728" fmla="*/ 2319987 h 2902183"/>
                  <a:gd name="connsiteX729" fmla="*/ 495769 w 5062695"/>
                  <a:gd name="connsiteY729" fmla="*/ 2318052 h 2902183"/>
                  <a:gd name="connsiteX730" fmla="*/ 496414 w 5062695"/>
                  <a:gd name="connsiteY730" fmla="*/ 2307088 h 2902183"/>
                  <a:gd name="connsiteX731" fmla="*/ 497059 w 5062695"/>
                  <a:gd name="connsiteY731" fmla="*/ 2300316 h 2902183"/>
                  <a:gd name="connsiteX732" fmla="*/ 496737 w 5062695"/>
                  <a:gd name="connsiteY732" fmla="*/ 2297737 h 2902183"/>
                  <a:gd name="connsiteX733" fmla="*/ 486095 w 5062695"/>
                  <a:gd name="connsiteY733" fmla="*/ 2289353 h 2902183"/>
                  <a:gd name="connsiteX734" fmla="*/ 474809 w 5062695"/>
                  <a:gd name="connsiteY734" fmla="*/ 2281291 h 2902183"/>
                  <a:gd name="connsiteX735" fmla="*/ 474164 w 5062695"/>
                  <a:gd name="connsiteY735" fmla="*/ 2273552 h 2902183"/>
                  <a:gd name="connsiteX736" fmla="*/ 481903 w 5062695"/>
                  <a:gd name="connsiteY736" fmla="*/ 2272907 h 2902183"/>
                  <a:gd name="connsiteX737" fmla="*/ 491900 w 5062695"/>
                  <a:gd name="connsiteY737" fmla="*/ 2280001 h 2902183"/>
                  <a:gd name="connsiteX738" fmla="*/ 506733 w 5062695"/>
                  <a:gd name="connsiteY738" fmla="*/ 2293867 h 2902183"/>
                  <a:gd name="connsiteX739" fmla="*/ 507701 w 5062695"/>
                  <a:gd name="connsiteY739" fmla="*/ 2299994 h 2902183"/>
                  <a:gd name="connsiteX740" fmla="*/ 507056 w 5062695"/>
                  <a:gd name="connsiteY740" fmla="*/ 2308056 h 2902183"/>
                  <a:gd name="connsiteX741" fmla="*/ 506411 w 5062695"/>
                  <a:gd name="connsiteY741" fmla="*/ 2317729 h 2902183"/>
                  <a:gd name="connsiteX742" fmla="*/ 506411 w 5062695"/>
                  <a:gd name="connsiteY742" fmla="*/ 2319019 h 2902183"/>
                  <a:gd name="connsiteX743" fmla="*/ 501251 w 5062695"/>
                  <a:gd name="connsiteY743" fmla="*/ 2325146 h 2902183"/>
                  <a:gd name="connsiteX744" fmla="*/ 501251 w 5062695"/>
                  <a:gd name="connsiteY744" fmla="*/ 2325146 h 2902183"/>
                  <a:gd name="connsiteX745" fmla="*/ 4261190 w 5062695"/>
                  <a:gd name="connsiteY745" fmla="*/ 2324179 h 2902183"/>
                  <a:gd name="connsiteX746" fmla="*/ 4255708 w 5062695"/>
                  <a:gd name="connsiteY746" fmla="*/ 2319342 h 2902183"/>
                  <a:gd name="connsiteX747" fmla="*/ 4255708 w 5062695"/>
                  <a:gd name="connsiteY747" fmla="*/ 2316440 h 2902183"/>
                  <a:gd name="connsiteX748" fmla="*/ 4256353 w 5062695"/>
                  <a:gd name="connsiteY748" fmla="*/ 2309346 h 2902183"/>
                  <a:gd name="connsiteX749" fmla="*/ 4271186 w 5062695"/>
                  <a:gd name="connsiteY749" fmla="*/ 2293222 h 2902183"/>
                  <a:gd name="connsiteX750" fmla="*/ 4278280 w 5062695"/>
                  <a:gd name="connsiteY750" fmla="*/ 2296447 h 2902183"/>
                  <a:gd name="connsiteX751" fmla="*/ 4281182 w 5062695"/>
                  <a:gd name="connsiteY751" fmla="*/ 2300316 h 2902183"/>
                  <a:gd name="connsiteX752" fmla="*/ 4283118 w 5062695"/>
                  <a:gd name="connsiteY752" fmla="*/ 2302896 h 2902183"/>
                  <a:gd name="connsiteX753" fmla="*/ 4288277 w 5062695"/>
                  <a:gd name="connsiteY753" fmla="*/ 2300316 h 2902183"/>
                  <a:gd name="connsiteX754" fmla="*/ 4291501 w 5062695"/>
                  <a:gd name="connsiteY754" fmla="*/ 2298704 h 2902183"/>
                  <a:gd name="connsiteX755" fmla="*/ 4298596 w 5062695"/>
                  <a:gd name="connsiteY755" fmla="*/ 2300961 h 2902183"/>
                  <a:gd name="connsiteX756" fmla="*/ 4296338 w 5062695"/>
                  <a:gd name="connsiteY756" fmla="*/ 2308056 h 2902183"/>
                  <a:gd name="connsiteX757" fmla="*/ 4292791 w 5062695"/>
                  <a:gd name="connsiteY757" fmla="*/ 2309668 h 2902183"/>
                  <a:gd name="connsiteX758" fmla="*/ 4287954 w 5062695"/>
                  <a:gd name="connsiteY758" fmla="*/ 2312248 h 2902183"/>
                  <a:gd name="connsiteX759" fmla="*/ 4282795 w 5062695"/>
                  <a:gd name="connsiteY759" fmla="*/ 2314182 h 2902183"/>
                  <a:gd name="connsiteX760" fmla="*/ 4272153 w 5062695"/>
                  <a:gd name="connsiteY760" fmla="*/ 2306121 h 2902183"/>
                  <a:gd name="connsiteX761" fmla="*/ 4270541 w 5062695"/>
                  <a:gd name="connsiteY761" fmla="*/ 2303863 h 2902183"/>
                  <a:gd name="connsiteX762" fmla="*/ 4266671 w 5062695"/>
                  <a:gd name="connsiteY762" fmla="*/ 2310635 h 2902183"/>
                  <a:gd name="connsiteX763" fmla="*/ 4266349 w 5062695"/>
                  <a:gd name="connsiteY763" fmla="*/ 2316440 h 2902183"/>
                  <a:gd name="connsiteX764" fmla="*/ 4266349 w 5062695"/>
                  <a:gd name="connsiteY764" fmla="*/ 2318375 h 2902183"/>
                  <a:gd name="connsiteX765" fmla="*/ 4261512 w 5062695"/>
                  <a:gd name="connsiteY765" fmla="*/ 2324179 h 2902183"/>
                  <a:gd name="connsiteX766" fmla="*/ 4261190 w 5062695"/>
                  <a:gd name="connsiteY766" fmla="*/ 2324179 h 2902183"/>
                  <a:gd name="connsiteX767" fmla="*/ 3644637 w 5062695"/>
                  <a:gd name="connsiteY767" fmla="*/ 2302574 h 2902183"/>
                  <a:gd name="connsiteX768" fmla="*/ 3635931 w 5062695"/>
                  <a:gd name="connsiteY768" fmla="*/ 2299672 h 2902183"/>
                  <a:gd name="connsiteX769" fmla="*/ 3631416 w 5062695"/>
                  <a:gd name="connsiteY769" fmla="*/ 2296769 h 2902183"/>
                  <a:gd name="connsiteX770" fmla="*/ 3628514 w 5062695"/>
                  <a:gd name="connsiteY770" fmla="*/ 2295157 h 2902183"/>
                  <a:gd name="connsiteX771" fmla="*/ 3627547 w 5062695"/>
                  <a:gd name="connsiteY771" fmla="*/ 2295480 h 2902183"/>
                  <a:gd name="connsiteX772" fmla="*/ 3625289 w 5062695"/>
                  <a:gd name="connsiteY772" fmla="*/ 2297092 h 2902183"/>
                  <a:gd name="connsiteX773" fmla="*/ 3613036 w 5062695"/>
                  <a:gd name="connsiteY773" fmla="*/ 2301929 h 2902183"/>
                  <a:gd name="connsiteX774" fmla="*/ 3601749 w 5062695"/>
                  <a:gd name="connsiteY774" fmla="*/ 2301284 h 2902183"/>
                  <a:gd name="connsiteX775" fmla="*/ 3597880 w 5062695"/>
                  <a:gd name="connsiteY775" fmla="*/ 2300961 h 2902183"/>
                  <a:gd name="connsiteX776" fmla="*/ 3590785 w 5062695"/>
                  <a:gd name="connsiteY776" fmla="*/ 2299994 h 2902183"/>
                  <a:gd name="connsiteX777" fmla="*/ 3591430 w 5062695"/>
                  <a:gd name="connsiteY777" fmla="*/ 2292255 h 2902183"/>
                  <a:gd name="connsiteX778" fmla="*/ 3597880 w 5062695"/>
                  <a:gd name="connsiteY778" fmla="*/ 2289997 h 2902183"/>
                  <a:gd name="connsiteX779" fmla="*/ 3603039 w 5062695"/>
                  <a:gd name="connsiteY779" fmla="*/ 2290320 h 2902183"/>
                  <a:gd name="connsiteX780" fmla="*/ 3612713 w 5062695"/>
                  <a:gd name="connsiteY780" fmla="*/ 2290965 h 2902183"/>
                  <a:gd name="connsiteX781" fmla="*/ 3618517 w 5062695"/>
                  <a:gd name="connsiteY781" fmla="*/ 2288708 h 2902183"/>
                  <a:gd name="connsiteX782" fmla="*/ 3623677 w 5062695"/>
                  <a:gd name="connsiteY782" fmla="*/ 2285161 h 2902183"/>
                  <a:gd name="connsiteX783" fmla="*/ 3637543 w 5062695"/>
                  <a:gd name="connsiteY783" fmla="*/ 2287418 h 2902183"/>
                  <a:gd name="connsiteX784" fmla="*/ 3641735 w 5062695"/>
                  <a:gd name="connsiteY784" fmla="*/ 2289997 h 2902183"/>
                  <a:gd name="connsiteX785" fmla="*/ 3644960 w 5062695"/>
                  <a:gd name="connsiteY785" fmla="*/ 2291287 h 2902183"/>
                  <a:gd name="connsiteX786" fmla="*/ 3650442 w 5062695"/>
                  <a:gd name="connsiteY786" fmla="*/ 2296769 h 2902183"/>
                  <a:gd name="connsiteX787" fmla="*/ 3644637 w 5062695"/>
                  <a:gd name="connsiteY787" fmla="*/ 2302574 h 2902183"/>
                  <a:gd name="connsiteX788" fmla="*/ 4290856 w 5062695"/>
                  <a:gd name="connsiteY788" fmla="*/ 2287095 h 2902183"/>
                  <a:gd name="connsiteX789" fmla="*/ 4286342 w 5062695"/>
                  <a:gd name="connsiteY789" fmla="*/ 2284838 h 2902183"/>
                  <a:gd name="connsiteX790" fmla="*/ 4283762 w 5062695"/>
                  <a:gd name="connsiteY790" fmla="*/ 2279679 h 2902183"/>
                  <a:gd name="connsiteX791" fmla="*/ 4283118 w 5062695"/>
                  <a:gd name="connsiteY791" fmla="*/ 2277744 h 2902183"/>
                  <a:gd name="connsiteX792" fmla="*/ 4281505 w 5062695"/>
                  <a:gd name="connsiteY792" fmla="*/ 2272907 h 2902183"/>
                  <a:gd name="connsiteX793" fmla="*/ 4285375 w 5062695"/>
                  <a:gd name="connsiteY793" fmla="*/ 2266458 h 2902183"/>
                  <a:gd name="connsiteX794" fmla="*/ 4291824 w 5062695"/>
                  <a:gd name="connsiteY794" fmla="*/ 2270327 h 2902183"/>
                  <a:gd name="connsiteX795" fmla="*/ 4292791 w 5062695"/>
                  <a:gd name="connsiteY795" fmla="*/ 2273552 h 2902183"/>
                  <a:gd name="connsiteX796" fmla="*/ 4293759 w 5062695"/>
                  <a:gd name="connsiteY796" fmla="*/ 2276777 h 2902183"/>
                  <a:gd name="connsiteX797" fmla="*/ 4294726 w 5062695"/>
                  <a:gd name="connsiteY797" fmla="*/ 2278389 h 2902183"/>
                  <a:gd name="connsiteX798" fmla="*/ 4293436 w 5062695"/>
                  <a:gd name="connsiteY798" fmla="*/ 2285806 h 2902183"/>
                  <a:gd name="connsiteX799" fmla="*/ 4290856 w 5062695"/>
                  <a:gd name="connsiteY799" fmla="*/ 2287095 h 2902183"/>
                  <a:gd name="connsiteX800" fmla="*/ 3676561 w 5062695"/>
                  <a:gd name="connsiteY800" fmla="*/ 2280324 h 2902183"/>
                  <a:gd name="connsiteX801" fmla="*/ 3675271 w 5062695"/>
                  <a:gd name="connsiteY801" fmla="*/ 2280001 h 2902183"/>
                  <a:gd name="connsiteX802" fmla="*/ 3671402 w 5062695"/>
                  <a:gd name="connsiteY802" fmla="*/ 2273229 h 2902183"/>
                  <a:gd name="connsiteX803" fmla="*/ 3671724 w 5062695"/>
                  <a:gd name="connsiteY803" fmla="*/ 2272262 h 2902183"/>
                  <a:gd name="connsiteX804" fmla="*/ 3670112 w 5062695"/>
                  <a:gd name="connsiteY804" fmla="*/ 2269682 h 2902183"/>
                  <a:gd name="connsiteX805" fmla="*/ 3669144 w 5062695"/>
                  <a:gd name="connsiteY805" fmla="*/ 2262266 h 2902183"/>
                  <a:gd name="connsiteX806" fmla="*/ 3676561 w 5062695"/>
                  <a:gd name="connsiteY806" fmla="*/ 2261298 h 2902183"/>
                  <a:gd name="connsiteX807" fmla="*/ 3682366 w 5062695"/>
                  <a:gd name="connsiteY807" fmla="*/ 2272585 h 2902183"/>
                  <a:gd name="connsiteX808" fmla="*/ 3681720 w 5062695"/>
                  <a:gd name="connsiteY808" fmla="*/ 2276454 h 2902183"/>
                  <a:gd name="connsiteX809" fmla="*/ 3676561 w 5062695"/>
                  <a:gd name="connsiteY809" fmla="*/ 2280324 h 2902183"/>
                  <a:gd name="connsiteX810" fmla="*/ 3941305 w 5062695"/>
                  <a:gd name="connsiteY810" fmla="*/ 2280324 h 2902183"/>
                  <a:gd name="connsiteX811" fmla="*/ 3936145 w 5062695"/>
                  <a:gd name="connsiteY811" fmla="*/ 2276454 h 2902183"/>
                  <a:gd name="connsiteX812" fmla="*/ 3939692 w 5062695"/>
                  <a:gd name="connsiteY812" fmla="*/ 2269682 h 2902183"/>
                  <a:gd name="connsiteX813" fmla="*/ 3947432 w 5062695"/>
                  <a:gd name="connsiteY813" fmla="*/ 2267103 h 2902183"/>
                  <a:gd name="connsiteX814" fmla="*/ 3952269 w 5062695"/>
                  <a:gd name="connsiteY814" fmla="*/ 2265490 h 2902183"/>
                  <a:gd name="connsiteX815" fmla="*/ 3966135 w 5062695"/>
                  <a:gd name="connsiteY815" fmla="*/ 2260008 h 2902183"/>
                  <a:gd name="connsiteX816" fmla="*/ 3974196 w 5062695"/>
                  <a:gd name="connsiteY816" fmla="*/ 2256461 h 2902183"/>
                  <a:gd name="connsiteX817" fmla="*/ 3992577 w 5062695"/>
                  <a:gd name="connsiteY817" fmla="*/ 2254849 h 2902183"/>
                  <a:gd name="connsiteX818" fmla="*/ 3997736 w 5062695"/>
                  <a:gd name="connsiteY818" fmla="*/ 2260331 h 2902183"/>
                  <a:gd name="connsiteX819" fmla="*/ 3992254 w 5062695"/>
                  <a:gd name="connsiteY819" fmla="*/ 2265490 h 2902183"/>
                  <a:gd name="connsiteX820" fmla="*/ 3977421 w 5062695"/>
                  <a:gd name="connsiteY820" fmla="*/ 2266780 h 2902183"/>
                  <a:gd name="connsiteX821" fmla="*/ 3972906 w 5062695"/>
                  <a:gd name="connsiteY821" fmla="*/ 2268715 h 2902183"/>
                  <a:gd name="connsiteX822" fmla="*/ 3955815 w 5062695"/>
                  <a:gd name="connsiteY822" fmla="*/ 2275809 h 2902183"/>
                  <a:gd name="connsiteX823" fmla="*/ 3950979 w 5062695"/>
                  <a:gd name="connsiteY823" fmla="*/ 2277421 h 2902183"/>
                  <a:gd name="connsiteX824" fmla="*/ 3943239 w 5062695"/>
                  <a:gd name="connsiteY824" fmla="*/ 2280001 h 2902183"/>
                  <a:gd name="connsiteX825" fmla="*/ 3941305 w 5062695"/>
                  <a:gd name="connsiteY825" fmla="*/ 2280324 h 2902183"/>
                  <a:gd name="connsiteX826" fmla="*/ 3915185 w 5062695"/>
                  <a:gd name="connsiteY826" fmla="*/ 2279034 h 2902183"/>
                  <a:gd name="connsiteX827" fmla="*/ 3913250 w 5062695"/>
                  <a:gd name="connsiteY827" fmla="*/ 2278711 h 2902183"/>
                  <a:gd name="connsiteX828" fmla="*/ 3907768 w 5062695"/>
                  <a:gd name="connsiteY828" fmla="*/ 2276454 h 2902183"/>
                  <a:gd name="connsiteX829" fmla="*/ 3903576 w 5062695"/>
                  <a:gd name="connsiteY829" fmla="*/ 2274519 h 2902183"/>
                  <a:gd name="connsiteX830" fmla="*/ 3900674 w 5062695"/>
                  <a:gd name="connsiteY830" fmla="*/ 2267425 h 2902183"/>
                  <a:gd name="connsiteX831" fmla="*/ 3907768 w 5062695"/>
                  <a:gd name="connsiteY831" fmla="*/ 2264523 h 2902183"/>
                  <a:gd name="connsiteX832" fmla="*/ 3912605 w 5062695"/>
                  <a:gd name="connsiteY832" fmla="*/ 2266458 h 2902183"/>
                  <a:gd name="connsiteX833" fmla="*/ 3917765 w 5062695"/>
                  <a:gd name="connsiteY833" fmla="*/ 2268715 h 2902183"/>
                  <a:gd name="connsiteX834" fmla="*/ 3920667 w 5062695"/>
                  <a:gd name="connsiteY834" fmla="*/ 2275809 h 2902183"/>
                  <a:gd name="connsiteX835" fmla="*/ 3915185 w 5062695"/>
                  <a:gd name="connsiteY835" fmla="*/ 2279034 h 2902183"/>
                  <a:gd name="connsiteX836" fmla="*/ 4681039 w 5062695"/>
                  <a:gd name="connsiteY836" fmla="*/ 2276131 h 2902183"/>
                  <a:gd name="connsiteX837" fmla="*/ 4680717 w 5062695"/>
                  <a:gd name="connsiteY837" fmla="*/ 2276131 h 2902183"/>
                  <a:gd name="connsiteX838" fmla="*/ 4675879 w 5062695"/>
                  <a:gd name="connsiteY838" fmla="*/ 2270327 h 2902183"/>
                  <a:gd name="connsiteX839" fmla="*/ 4676202 w 5062695"/>
                  <a:gd name="connsiteY839" fmla="*/ 2265813 h 2902183"/>
                  <a:gd name="connsiteX840" fmla="*/ 4676524 w 5062695"/>
                  <a:gd name="connsiteY840" fmla="*/ 2259363 h 2902183"/>
                  <a:gd name="connsiteX841" fmla="*/ 4682328 w 5062695"/>
                  <a:gd name="connsiteY841" fmla="*/ 2254526 h 2902183"/>
                  <a:gd name="connsiteX842" fmla="*/ 4687166 w 5062695"/>
                  <a:gd name="connsiteY842" fmla="*/ 2260331 h 2902183"/>
                  <a:gd name="connsiteX843" fmla="*/ 4686843 w 5062695"/>
                  <a:gd name="connsiteY843" fmla="*/ 2265490 h 2902183"/>
                  <a:gd name="connsiteX844" fmla="*/ 4686521 w 5062695"/>
                  <a:gd name="connsiteY844" fmla="*/ 2270650 h 2902183"/>
                  <a:gd name="connsiteX845" fmla="*/ 4681039 w 5062695"/>
                  <a:gd name="connsiteY845" fmla="*/ 2276131 h 2902183"/>
                  <a:gd name="connsiteX846" fmla="*/ 4034497 w 5062695"/>
                  <a:gd name="connsiteY846" fmla="*/ 2269682 h 2902183"/>
                  <a:gd name="connsiteX847" fmla="*/ 4029338 w 5062695"/>
                  <a:gd name="connsiteY847" fmla="*/ 2266135 h 2902183"/>
                  <a:gd name="connsiteX848" fmla="*/ 4032240 w 5062695"/>
                  <a:gd name="connsiteY848" fmla="*/ 2259041 h 2902183"/>
                  <a:gd name="connsiteX849" fmla="*/ 4035142 w 5062695"/>
                  <a:gd name="connsiteY849" fmla="*/ 2257751 h 2902183"/>
                  <a:gd name="connsiteX850" fmla="*/ 4040946 w 5062695"/>
                  <a:gd name="connsiteY850" fmla="*/ 2255171 h 2902183"/>
                  <a:gd name="connsiteX851" fmla="*/ 4042236 w 5062695"/>
                  <a:gd name="connsiteY851" fmla="*/ 2254849 h 2902183"/>
                  <a:gd name="connsiteX852" fmla="*/ 4049008 w 5062695"/>
                  <a:gd name="connsiteY852" fmla="*/ 2258074 h 2902183"/>
                  <a:gd name="connsiteX853" fmla="*/ 4045783 w 5062695"/>
                  <a:gd name="connsiteY853" fmla="*/ 2264845 h 2902183"/>
                  <a:gd name="connsiteX854" fmla="*/ 4044171 w 5062695"/>
                  <a:gd name="connsiteY854" fmla="*/ 2265490 h 2902183"/>
                  <a:gd name="connsiteX855" fmla="*/ 4039334 w 5062695"/>
                  <a:gd name="connsiteY855" fmla="*/ 2267425 h 2902183"/>
                  <a:gd name="connsiteX856" fmla="*/ 4036109 w 5062695"/>
                  <a:gd name="connsiteY856" fmla="*/ 2269037 h 2902183"/>
                  <a:gd name="connsiteX857" fmla="*/ 4034497 w 5062695"/>
                  <a:gd name="connsiteY857" fmla="*/ 2269682 h 2902183"/>
                  <a:gd name="connsiteX858" fmla="*/ 4122207 w 5062695"/>
                  <a:gd name="connsiteY858" fmla="*/ 2269360 h 2902183"/>
                  <a:gd name="connsiteX859" fmla="*/ 4121562 w 5062695"/>
                  <a:gd name="connsiteY859" fmla="*/ 2269360 h 2902183"/>
                  <a:gd name="connsiteX860" fmla="*/ 4111244 w 5062695"/>
                  <a:gd name="connsiteY860" fmla="*/ 2266458 h 2902183"/>
                  <a:gd name="connsiteX861" fmla="*/ 4108986 w 5062695"/>
                  <a:gd name="connsiteY861" fmla="*/ 2265490 h 2902183"/>
                  <a:gd name="connsiteX862" fmla="*/ 4085769 w 5062695"/>
                  <a:gd name="connsiteY862" fmla="*/ 2260008 h 2902183"/>
                  <a:gd name="connsiteX863" fmla="*/ 4078352 w 5062695"/>
                  <a:gd name="connsiteY863" fmla="*/ 2259686 h 2902183"/>
                  <a:gd name="connsiteX864" fmla="*/ 4069646 w 5062695"/>
                  <a:gd name="connsiteY864" fmla="*/ 2259363 h 2902183"/>
                  <a:gd name="connsiteX865" fmla="*/ 4064486 w 5062695"/>
                  <a:gd name="connsiteY865" fmla="*/ 2253882 h 2902183"/>
                  <a:gd name="connsiteX866" fmla="*/ 4069968 w 5062695"/>
                  <a:gd name="connsiteY866" fmla="*/ 2248722 h 2902183"/>
                  <a:gd name="connsiteX867" fmla="*/ 4078997 w 5062695"/>
                  <a:gd name="connsiteY867" fmla="*/ 2249045 h 2902183"/>
                  <a:gd name="connsiteX868" fmla="*/ 4086414 w 5062695"/>
                  <a:gd name="connsiteY868" fmla="*/ 2249367 h 2902183"/>
                  <a:gd name="connsiteX869" fmla="*/ 4113178 w 5062695"/>
                  <a:gd name="connsiteY869" fmla="*/ 2255494 h 2902183"/>
                  <a:gd name="connsiteX870" fmla="*/ 4115435 w 5062695"/>
                  <a:gd name="connsiteY870" fmla="*/ 2256461 h 2902183"/>
                  <a:gd name="connsiteX871" fmla="*/ 4122852 w 5062695"/>
                  <a:gd name="connsiteY871" fmla="*/ 2258719 h 2902183"/>
                  <a:gd name="connsiteX872" fmla="*/ 4127689 w 5062695"/>
                  <a:gd name="connsiteY872" fmla="*/ 2264523 h 2902183"/>
                  <a:gd name="connsiteX873" fmla="*/ 4122207 w 5062695"/>
                  <a:gd name="connsiteY873" fmla="*/ 2269360 h 2902183"/>
                  <a:gd name="connsiteX874" fmla="*/ 4175092 w 5062695"/>
                  <a:gd name="connsiteY874" fmla="*/ 2268070 h 2902183"/>
                  <a:gd name="connsiteX875" fmla="*/ 4174446 w 5062695"/>
                  <a:gd name="connsiteY875" fmla="*/ 2268070 h 2902183"/>
                  <a:gd name="connsiteX876" fmla="*/ 4172835 w 5062695"/>
                  <a:gd name="connsiteY876" fmla="*/ 2267748 h 2902183"/>
                  <a:gd name="connsiteX877" fmla="*/ 4166063 w 5062695"/>
                  <a:gd name="connsiteY877" fmla="*/ 2267748 h 2902183"/>
                  <a:gd name="connsiteX878" fmla="*/ 4159291 w 5062695"/>
                  <a:gd name="connsiteY878" fmla="*/ 2264200 h 2902183"/>
                  <a:gd name="connsiteX879" fmla="*/ 4162838 w 5062695"/>
                  <a:gd name="connsiteY879" fmla="*/ 2257429 h 2902183"/>
                  <a:gd name="connsiteX880" fmla="*/ 4175414 w 5062695"/>
                  <a:gd name="connsiteY880" fmla="*/ 2257429 h 2902183"/>
                  <a:gd name="connsiteX881" fmla="*/ 4180251 w 5062695"/>
                  <a:gd name="connsiteY881" fmla="*/ 2263233 h 2902183"/>
                  <a:gd name="connsiteX882" fmla="*/ 4175092 w 5062695"/>
                  <a:gd name="connsiteY882" fmla="*/ 2268070 h 2902183"/>
                  <a:gd name="connsiteX883" fmla="*/ 4247646 w 5062695"/>
                  <a:gd name="connsiteY883" fmla="*/ 2267103 h 2902183"/>
                  <a:gd name="connsiteX884" fmla="*/ 4245066 w 5062695"/>
                  <a:gd name="connsiteY884" fmla="*/ 2266458 h 2902183"/>
                  <a:gd name="connsiteX885" fmla="*/ 4243777 w 5062695"/>
                  <a:gd name="connsiteY885" fmla="*/ 2265813 h 2902183"/>
                  <a:gd name="connsiteX886" fmla="*/ 4238940 w 5062695"/>
                  <a:gd name="connsiteY886" fmla="*/ 2262266 h 2902183"/>
                  <a:gd name="connsiteX887" fmla="*/ 4226363 w 5062695"/>
                  <a:gd name="connsiteY887" fmla="*/ 2256461 h 2902183"/>
                  <a:gd name="connsiteX888" fmla="*/ 4214755 w 5062695"/>
                  <a:gd name="connsiteY888" fmla="*/ 2253559 h 2902183"/>
                  <a:gd name="connsiteX889" fmla="*/ 4209596 w 5062695"/>
                  <a:gd name="connsiteY889" fmla="*/ 2251947 h 2902183"/>
                  <a:gd name="connsiteX890" fmla="*/ 4205081 w 5062695"/>
                  <a:gd name="connsiteY890" fmla="*/ 2253882 h 2902183"/>
                  <a:gd name="connsiteX891" fmla="*/ 4202501 w 5062695"/>
                  <a:gd name="connsiteY891" fmla="*/ 2255816 h 2902183"/>
                  <a:gd name="connsiteX892" fmla="*/ 4195084 w 5062695"/>
                  <a:gd name="connsiteY892" fmla="*/ 2254849 h 2902183"/>
                  <a:gd name="connsiteX893" fmla="*/ 4196052 w 5062695"/>
                  <a:gd name="connsiteY893" fmla="*/ 2247432 h 2902183"/>
                  <a:gd name="connsiteX894" fmla="*/ 4198309 w 5062695"/>
                  <a:gd name="connsiteY894" fmla="*/ 2245497 h 2902183"/>
                  <a:gd name="connsiteX895" fmla="*/ 4209596 w 5062695"/>
                  <a:gd name="connsiteY895" fmla="*/ 2240983 h 2902183"/>
                  <a:gd name="connsiteX896" fmla="*/ 4219269 w 5062695"/>
                  <a:gd name="connsiteY896" fmla="*/ 2243563 h 2902183"/>
                  <a:gd name="connsiteX897" fmla="*/ 4226686 w 5062695"/>
                  <a:gd name="connsiteY897" fmla="*/ 2245497 h 2902183"/>
                  <a:gd name="connsiteX898" fmla="*/ 4246034 w 5062695"/>
                  <a:gd name="connsiteY898" fmla="*/ 2253882 h 2902183"/>
                  <a:gd name="connsiteX899" fmla="*/ 4249259 w 5062695"/>
                  <a:gd name="connsiteY899" fmla="*/ 2256461 h 2902183"/>
                  <a:gd name="connsiteX900" fmla="*/ 4249904 w 5062695"/>
                  <a:gd name="connsiteY900" fmla="*/ 2256784 h 2902183"/>
                  <a:gd name="connsiteX901" fmla="*/ 4252161 w 5062695"/>
                  <a:gd name="connsiteY901" fmla="*/ 2263878 h 2902183"/>
                  <a:gd name="connsiteX902" fmla="*/ 4247646 w 5062695"/>
                  <a:gd name="connsiteY902" fmla="*/ 2267103 h 2902183"/>
                  <a:gd name="connsiteX903" fmla="*/ 3860688 w 5062695"/>
                  <a:gd name="connsiteY903" fmla="*/ 2264845 h 2902183"/>
                  <a:gd name="connsiteX904" fmla="*/ 3860688 w 5062695"/>
                  <a:gd name="connsiteY904" fmla="*/ 2264845 h 2902183"/>
                  <a:gd name="connsiteX905" fmla="*/ 3842308 w 5062695"/>
                  <a:gd name="connsiteY905" fmla="*/ 2262911 h 2902183"/>
                  <a:gd name="connsiteX906" fmla="*/ 3838116 w 5062695"/>
                  <a:gd name="connsiteY906" fmla="*/ 2262266 h 2902183"/>
                  <a:gd name="connsiteX907" fmla="*/ 3822638 w 5062695"/>
                  <a:gd name="connsiteY907" fmla="*/ 2244530 h 2902183"/>
                  <a:gd name="connsiteX908" fmla="*/ 3821993 w 5062695"/>
                  <a:gd name="connsiteY908" fmla="*/ 2238081 h 2902183"/>
                  <a:gd name="connsiteX909" fmla="*/ 3822315 w 5062695"/>
                  <a:gd name="connsiteY909" fmla="*/ 2234534 h 2902183"/>
                  <a:gd name="connsiteX910" fmla="*/ 3828119 w 5062695"/>
                  <a:gd name="connsiteY910" fmla="*/ 2229697 h 2902183"/>
                  <a:gd name="connsiteX911" fmla="*/ 3832956 w 5062695"/>
                  <a:gd name="connsiteY911" fmla="*/ 2235501 h 2902183"/>
                  <a:gd name="connsiteX912" fmla="*/ 3832956 w 5062695"/>
                  <a:gd name="connsiteY912" fmla="*/ 2237758 h 2902183"/>
                  <a:gd name="connsiteX913" fmla="*/ 3833279 w 5062695"/>
                  <a:gd name="connsiteY913" fmla="*/ 2241305 h 2902183"/>
                  <a:gd name="connsiteX914" fmla="*/ 3838761 w 5062695"/>
                  <a:gd name="connsiteY914" fmla="*/ 2251302 h 2902183"/>
                  <a:gd name="connsiteX915" fmla="*/ 3844565 w 5062695"/>
                  <a:gd name="connsiteY915" fmla="*/ 2251947 h 2902183"/>
                  <a:gd name="connsiteX916" fmla="*/ 3861011 w 5062695"/>
                  <a:gd name="connsiteY916" fmla="*/ 2253559 h 2902183"/>
                  <a:gd name="connsiteX917" fmla="*/ 3865203 w 5062695"/>
                  <a:gd name="connsiteY917" fmla="*/ 2253237 h 2902183"/>
                  <a:gd name="connsiteX918" fmla="*/ 3871007 w 5062695"/>
                  <a:gd name="connsiteY918" fmla="*/ 2258074 h 2902183"/>
                  <a:gd name="connsiteX919" fmla="*/ 3866170 w 5062695"/>
                  <a:gd name="connsiteY919" fmla="*/ 2263878 h 2902183"/>
                  <a:gd name="connsiteX920" fmla="*/ 3860688 w 5062695"/>
                  <a:gd name="connsiteY920" fmla="*/ 2264845 h 2902183"/>
                  <a:gd name="connsiteX921" fmla="*/ 469005 w 5062695"/>
                  <a:gd name="connsiteY921" fmla="*/ 2258396 h 2902183"/>
                  <a:gd name="connsiteX922" fmla="*/ 463845 w 5062695"/>
                  <a:gd name="connsiteY922" fmla="*/ 2253882 h 2902183"/>
                  <a:gd name="connsiteX923" fmla="*/ 462233 w 5062695"/>
                  <a:gd name="connsiteY923" fmla="*/ 2242918 h 2902183"/>
                  <a:gd name="connsiteX924" fmla="*/ 466748 w 5062695"/>
                  <a:gd name="connsiteY924" fmla="*/ 2236791 h 2902183"/>
                  <a:gd name="connsiteX925" fmla="*/ 472874 w 5062695"/>
                  <a:gd name="connsiteY925" fmla="*/ 2241305 h 2902183"/>
                  <a:gd name="connsiteX926" fmla="*/ 474487 w 5062695"/>
                  <a:gd name="connsiteY926" fmla="*/ 2251624 h 2902183"/>
                  <a:gd name="connsiteX927" fmla="*/ 469972 w 5062695"/>
                  <a:gd name="connsiteY927" fmla="*/ 2257751 h 2902183"/>
                  <a:gd name="connsiteX928" fmla="*/ 469005 w 5062695"/>
                  <a:gd name="connsiteY928" fmla="*/ 2258396 h 2902183"/>
                  <a:gd name="connsiteX929" fmla="*/ 3649797 w 5062695"/>
                  <a:gd name="connsiteY929" fmla="*/ 2258074 h 2902183"/>
                  <a:gd name="connsiteX930" fmla="*/ 3646572 w 5062695"/>
                  <a:gd name="connsiteY930" fmla="*/ 2256784 h 2902183"/>
                  <a:gd name="connsiteX931" fmla="*/ 3645605 w 5062695"/>
                  <a:gd name="connsiteY931" fmla="*/ 2255816 h 2902183"/>
                  <a:gd name="connsiteX932" fmla="*/ 3641735 w 5062695"/>
                  <a:gd name="connsiteY932" fmla="*/ 2247755 h 2902183"/>
                  <a:gd name="connsiteX933" fmla="*/ 3643670 w 5062695"/>
                  <a:gd name="connsiteY933" fmla="*/ 2240338 h 2902183"/>
                  <a:gd name="connsiteX934" fmla="*/ 3645282 w 5062695"/>
                  <a:gd name="connsiteY934" fmla="*/ 2234534 h 2902183"/>
                  <a:gd name="connsiteX935" fmla="*/ 3644960 w 5062695"/>
                  <a:gd name="connsiteY935" fmla="*/ 2232276 h 2902183"/>
                  <a:gd name="connsiteX936" fmla="*/ 3644637 w 5062695"/>
                  <a:gd name="connsiteY936" fmla="*/ 2231309 h 2902183"/>
                  <a:gd name="connsiteX937" fmla="*/ 3643992 w 5062695"/>
                  <a:gd name="connsiteY937" fmla="*/ 2231631 h 2902183"/>
                  <a:gd name="connsiteX938" fmla="*/ 3637865 w 5062695"/>
                  <a:gd name="connsiteY938" fmla="*/ 2234856 h 2902183"/>
                  <a:gd name="connsiteX939" fmla="*/ 3623999 w 5062695"/>
                  <a:gd name="connsiteY939" fmla="*/ 2236791 h 2902183"/>
                  <a:gd name="connsiteX940" fmla="*/ 3623999 w 5062695"/>
                  <a:gd name="connsiteY940" fmla="*/ 2236791 h 2902183"/>
                  <a:gd name="connsiteX941" fmla="*/ 3618517 w 5062695"/>
                  <a:gd name="connsiteY941" fmla="*/ 2231309 h 2902183"/>
                  <a:gd name="connsiteX942" fmla="*/ 3623999 w 5062695"/>
                  <a:gd name="connsiteY942" fmla="*/ 2225827 h 2902183"/>
                  <a:gd name="connsiteX943" fmla="*/ 3634318 w 5062695"/>
                  <a:gd name="connsiteY943" fmla="*/ 2224537 h 2902183"/>
                  <a:gd name="connsiteX944" fmla="*/ 3638510 w 5062695"/>
                  <a:gd name="connsiteY944" fmla="*/ 2222280 h 2902183"/>
                  <a:gd name="connsiteX945" fmla="*/ 3645605 w 5062695"/>
                  <a:gd name="connsiteY945" fmla="*/ 2219700 h 2902183"/>
                  <a:gd name="connsiteX946" fmla="*/ 3654956 w 5062695"/>
                  <a:gd name="connsiteY946" fmla="*/ 2227762 h 2902183"/>
                  <a:gd name="connsiteX947" fmla="*/ 3656246 w 5062695"/>
                  <a:gd name="connsiteY947" fmla="*/ 2234211 h 2902183"/>
                  <a:gd name="connsiteX948" fmla="*/ 3653989 w 5062695"/>
                  <a:gd name="connsiteY948" fmla="*/ 2243885 h 2902183"/>
                  <a:gd name="connsiteX949" fmla="*/ 3652699 w 5062695"/>
                  <a:gd name="connsiteY949" fmla="*/ 2247432 h 2902183"/>
                  <a:gd name="connsiteX950" fmla="*/ 3653344 w 5062695"/>
                  <a:gd name="connsiteY950" fmla="*/ 2247755 h 2902183"/>
                  <a:gd name="connsiteX951" fmla="*/ 3654311 w 5062695"/>
                  <a:gd name="connsiteY951" fmla="*/ 2255171 h 2902183"/>
                  <a:gd name="connsiteX952" fmla="*/ 3649797 w 5062695"/>
                  <a:gd name="connsiteY952" fmla="*/ 2258074 h 2902183"/>
                  <a:gd name="connsiteX953" fmla="*/ 4688778 w 5062695"/>
                  <a:gd name="connsiteY953" fmla="*/ 2239371 h 2902183"/>
                  <a:gd name="connsiteX954" fmla="*/ 4686843 w 5062695"/>
                  <a:gd name="connsiteY954" fmla="*/ 2239048 h 2902183"/>
                  <a:gd name="connsiteX955" fmla="*/ 4683619 w 5062695"/>
                  <a:gd name="connsiteY955" fmla="*/ 2232276 h 2902183"/>
                  <a:gd name="connsiteX956" fmla="*/ 4686521 w 5062695"/>
                  <a:gd name="connsiteY956" fmla="*/ 2221958 h 2902183"/>
                  <a:gd name="connsiteX957" fmla="*/ 4685553 w 5062695"/>
                  <a:gd name="connsiteY957" fmla="*/ 2221313 h 2902183"/>
                  <a:gd name="connsiteX958" fmla="*/ 4663303 w 5062695"/>
                  <a:gd name="connsiteY958" fmla="*/ 2199385 h 2902183"/>
                  <a:gd name="connsiteX959" fmla="*/ 4661046 w 5062695"/>
                  <a:gd name="connsiteY959" fmla="*/ 2193258 h 2902183"/>
                  <a:gd name="connsiteX960" fmla="*/ 4664916 w 5062695"/>
                  <a:gd name="connsiteY960" fmla="*/ 2186486 h 2902183"/>
                  <a:gd name="connsiteX961" fmla="*/ 4671687 w 5062695"/>
                  <a:gd name="connsiteY961" fmla="*/ 2190356 h 2902183"/>
                  <a:gd name="connsiteX962" fmla="*/ 4673299 w 5062695"/>
                  <a:gd name="connsiteY962" fmla="*/ 2194870 h 2902183"/>
                  <a:gd name="connsiteX963" fmla="*/ 4691357 w 5062695"/>
                  <a:gd name="connsiteY963" fmla="*/ 2211961 h 2902183"/>
                  <a:gd name="connsiteX964" fmla="*/ 4693293 w 5062695"/>
                  <a:gd name="connsiteY964" fmla="*/ 2213251 h 2902183"/>
                  <a:gd name="connsiteX965" fmla="*/ 4697807 w 5062695"/>
                  <a:gd name="connsiteY965" fmla="*/ 2221635 h 2902183"/>
                  <a:gd name="connsiteX966" fmla="*/ 4694260 w 5062695"/>
                  <a:gd name="connsiteY966" fmla="*/ 2235823 h 2902183"/>
                  <a:gd name="connsiteX967" fmla="*/ 4688778 w 5062695"/>
                  <a:gd name="connsiteY967" fmla="*/ 2239371 h 2902183"/>
                  <a:gd name="connsiteX968" fmla="*/ 3590141 w 5062695"/>
                  <a:gd name="connsiteY968" fmla="*/ 2222602 h 2902183"/>
                  <a:gd name="connsiteX969" fmla="*/ 3584981 w 5062695"/>
                  <a:gd name="connsiteY969" fmla="*/ 2218733 h 2902183"/>
                  <a:gd name="connsiteX970" fmla="*/ 3582402 w 5062695"/>
                  <a:gd name="connsiteY970" fmla="*/ 2214218 h 2902183"/>
                  <a:gd name="connsiteX971" fmla="*/ 3579499 w 5062695"/>
                  <a:gd name="connsiteY971" fmla="*/ 2208414 h 2902183"/>
                  <a:gd name="connsiteX972" fmla="*/ 3579499 w 5062695"/>
                  <a:gd name="connsiteY972" fmla="*/ 2206802 h 2902183"/>
                  <a:gd name="connsiteX973" fmla="*/ 3585949 w 5062695"/>
                  <a:gd name="connsiteY973" fmla="*/ 2202610 h 2902183"/>
                  <a:gd name="connsiteX974" fmla="*/ 3590141 w 5062695"/>
                  <a:gd name="connsiteY974" fmla="*/ 2206802 h 2902183"/>
                  <a:gd name="connsiteX975" fmla="*/ 3595300 w 5062695"/>
                  <a:gd name="connsiteY975" fmla="*/ 2215508 h 2902183"/>
                  <a:gd name="connsiteX976" fmla="*/ 3591753 w 5062695"/>
                  <a:gd name="connsiteY976" fmla="*/ 2222280 h 2902183"/>
                  <a:gd name="connsiteX977" fmla="*/ 3590141 w 5062695"/>
                  <a:gd name="connsiteY977" fmla="*/ 2222602 h 2902183"/>
                  <a:gd name="connsiteX978" fmla="*/ 3832956 w 5062695"/>
                  <a:gd name="connsiteY978" fmla="*/ 2214218 h 2902183"/>
                  <a:gd name="connsiteX979" fmla="*/ 3827475 w 5062695"/>
                  <a:gd name="connsiteY979" fmla="*/ 2209059 h 2902183"/>
                  <a:gd name="connsiteX980" fmla="*/ 3827475 w 5062695"/>
                  <a:gd name="connsiteY980" fmla="*/ 2208414 h 2902183"/>
                  <a:gd name="connsiteX981" fmla="*/ 3827152 w 5062695"/>
                  <a:gd name="connsiteY981" fmla="*/ 2204544 h 2902183"/>
                  <a:gd name="connsiteX982" fmla="*/ 3826185 w 5062695"/>
                  <a:gd name="connsiteY982" fmla="*/ 2198740 h 2902183"/>
                  <a:gd name="connsiteX983" fmla="*/ 3831344 w 5062695"/>
                  <a:gd name="connsiteY983" fmla="*/ 2193258 h 2902183"/>
                  <a:gd name="connsiteX984" fmla="*/ 3836826 w 5062695"/>
                  <a:gd name="connsiteY984" fmla="*/ 2198418 h 2902183"/>
                  <a:gd name="connsiteX985" fmla="*/ 3836826 w 5062695"/>
                  <a:gd name="connsiteY985" fmla="*/ 2200352 h 2902183"/>
                  <a:gd name="connsiteX986" fmla="*/ 3838116 w 5062695"/>
                  <a:gd name="connsiteY986" fmla="*/ 2208736 h 2902183"/>
                  <a:gd name="connsiteX987" fmla="*/ 3832956 w 5062695"/>
                  <a:gd name="connsiteY987" fmla="*/ 2214218 h 2902183"/>
                  <a:gd name="connsiteX988" fmla="*/ 462878 w 5062695"/>
                  <a:gd name="connsiteY988" fmla="*/ 2205189 h 2902183"/>
                  <a:gd name="connsiteX989" fmla="*/ 461911 w 5062695"/>
                  <a:gd name="connsiteY989" fmla="*/ 2205189 h 2902183"/>
                  <a:gd name="connsiteX990" fmla="*/ 457396 w 5062695"/>
                  <a:gd name="connsiteY990" fmla="*/ 2199062 h 2902183"/>
                  <a:gd name="connsiteX991" fmla="*/ 459976 w 5062695"/>
                  <a:gd name="connsiteY991" fmla="*/ 2191646 h 2902183"/>
                  <a:gd name="connsiteX992" fmla="*/ 461266 w 5062695"/>
                  <a:gd name="connsiteY992" fmla="*/ 2188744 h 2902183"/>
                  <a:gd name="connsiteX993" fmla="*/ 449334 w 5062695"/>
                  <a:gd name="connsiteY993" fmla="*/ 2189711 h 2902183"/>
                  <a:gd name="connsiteX994" fmla="*/ 436436 w 5062695"/>
                  <a:gd name="connsiteY994" fmla="*/ 2192613 h 2902183"/>
                  <a:gd name="connsiteX995" fmla="*/ 430309 w 5062695"/>
                  <a:gd name="connsiteY995" fmla="*/ 2194226 h 2902183"/>
                  <a:gd name="connsiteX996" fmla="*/ 423860 w 5062695"/>
                  <a:gd name="connsiteY996" fmla="*/ 2190033 h 2902183"/>
                  <a:gd name="connsiteX997" fmla="*/ 428052 w 5062695"/>
                  <a:gd name="connsiteY997" fmla="*/ 2183584 h 2902183"/>
                  <a:gd name="connsiteX998" fmla="*/ 433856 w 5062695"/>
                  <a:gd name="connsiteY998" fmla="*/ 2182294 h 2902183"/>
                  <a:gd name="connsiteX999" fmla="*/ 447400 w 5062695"/>
                  <a:gd name="connsiteY999" fmla="*/ 2179070 h 2902183"/>
                  <a:gd name="connsiteX1000" fmla="*/ 458686 w 5062695"/>
                  <a:gd name="connsiteY1000" fmla="*/ 2177780 h 2902183"/>
                  <a:gd name="connsiteX1001" fmla="*/ 472229 w 5062695"/>
                  <a:gd name="connsiteY1001" fmla="*/ 2188099 h 2902183"/>
                  <a:gd name="connsiteX1002" fmla="*/ 469327 w 5062695"/>
                  <a:gd name="connsiteY1002" fmla="*/ 2197128 h 2902183"/>
                  <a:gd name="connsiteX1003" fmla="*/ 467715 w 5062695"/>
                  <a:gd name="connsiteY1003" fmla="*/ 2201320 h 2902183"/>
                  <a:gd name="connsiteX1004" fmla="*/ 462878 w 5062695"/>
                  <a:gd name="connsiteY1004" fmla="*/ 2205189 h 2902183"/>
                  <a:gd name="connsiteX1005" fmla="*/ 3564988 w 5062695"/>
                  <a:gd name="connsiteY1005" fmla="*/ 2198740 h 2902183"/>
                  <a:gd name="connsiteX1006" fmla="*/ 3563054 w 5062695"/>
                  <a:gd name="connsiteY1006" fmla="*/ 2198418 h 2902183"/>
                  <a:gd name="connsiteX1007" fmla="*/ 3554670 w 5062695"/>
                  <a:gd name="connsiteY1007" fmla="*/ 2188744 h 2902183"/>
                  <a:gd name="connsiteX1008" fmla="*/ 3552090 w 5062695"/>
                  <a:gd name="connsiteY1008" fmla="*/ 2182294 h 2902183"/>
                  <a:gd name="connsiteX1009" fmla="*/ 3549510 w 5062695"/>
                  <a:gd name="connsiteY1009" fmla="*/ 2178747 h 2902183"/>
                  <a:gd name="connsiteX1010" fmla="*/ 3539836 w 5062695"/>
                  <a:gd name="connsiteY1010" fmla="*/ 2182939 h 2902183"/>
                  <a:gd name="connsiteX1011" fmla="*/ 3534999 w 5062695"/>
                  <a:gd name="connsiteY1011" fmla="*/ 2185196 h 2902183"/>
                  <a:gd name="connsiteX1012" fmla="*/ 3524680 w 5062695"/>
                  <a:gd name="connsiteY1012" fmla="*/ 2188099 h 2902183"/>
                  <a:gd name="connsiteX1013" fmla="*/ 3524035 w 5062695"/>
                  <a:gd name="connsiteY1013" fmla="*/ 2188099 h 2902183"/>
                  <a:gd name="connsiteX1014" fmla="*/ 3518876 w 5062695"/>
                  <a:gd name="connsiteY1014" fmla="*/ 2182617 h 2902183"/>
                  <a:gd name="connsiteX1015" fmla="*/ 3524358 w 5062695"/>
                  <a:gd name="connsiteY1015" fmla="*/ 2177457 h 2902183"/>
                  <a:gd name="connsiteX1016" fmla="*/ 3524035 w 5062695"/>
                  <a:gd name="connsiteY1016" fmla="*/ 2182939 h 2902183"/>
                  <a:gd name="connsiteX1017" fmla="*/ 3524358 w 5062695"/>
                  <a:gd name="connsiteY1017" fmla="*/ 2177457 h 2902183"/>
                  <a:gd name="connsiteX1018" fmla="*/ 3529840 w 5062695"/>
                  <a:gd name="connsiteY1018" fmla="*/ 2175523 h 2902183"/>
                  <a:gd name="connsiteX1019" fmla="*/ 3534677 w 5062695"/>
                  <a:gd name="connsiteY1019" fmla="*/ 2173265 h 2902183"/>
                  <a:gd name="connsiteX1020" fmla="*/ 3549510 w 5062695"/>
                  <a:gd name="connsiteY1020" fmla="*/ 2168106 h 2902183"/>
                  <a:gd name="connsiteX1021" fmla="*/ 3561119 w 5062695"/>
                  <a:gd name="connsiteY1021" fmla="*/ 2177135 h 2902183"/>
                  <a:gd name="connsiteX1022" fmla="*/ 3564666 w 5062695"/>
                  <a:gd name="connsiteY1022" fmla="*/ 2185519 h 2902183"/>
                  <a:gd name="connsiteX1023" fmla="*/ 3566601 w 5062695"/>
                  <a:gd name="connsiteY1023" fmla="*/ 2188421 h 2902183"/>
                  <a:gd name="connsiteX1024" fmla="*/ 3569825 w 5062695"/>
                  <a:gd name="connsiteY1024" fmla="*/ 2195515 h 2902183"/>
                  <a:gd name="connsiteX1025" fmla="*/ 3564988 w 5062695"/>
                  <a:gd name="connsiteY1025" fmla="*/ 2198740 h 2902183"/>
                  <a:gd name="connsiteX1026" fmla="*/ 405479 w 5062695"/>
                  <a:gd name="connsiteY1026" fmla="*/ 2187454 h 2902183"/>
                  <a:gd name="connsiteX1027" fmla="*/ 401610 w 5062695"/>
                  <a:gd name="connsiteY1027" fmla="*/ 2185841 h 2902183"/>
                  <a:gd name="connsiteX1028" fmla="*/ 394515 w 5062695"/>
                  <a:gd name="connsiteY1028" fmla="*/ 2176490 h 2902183"/>
                  <a:gd name="connsiteX1029" fmla="*/ 396128 w 5062695"/>
                  <a:gd name="connsiteY1029" fmla="*/ 2169073 h 2902183"/>
                  <a:gd name="connsiteX1030" fmla="*/ 403545 w 5062695"/>
                  <a:gd name="connsiteY1030" fmla="*/ 2170686 h 2902183"/>
                  <a:gd name="connsiteX1031" fmla="*/ 409349 w 5062695"/>
                  <a:gd name="connsiteY1031" fmla="*/ 2178425 h 2902183"/>
                  <a:gd name="connsiteX1032" fmla="*/ 409026 w 5062695"/>
                  <a:gd name="connsiteY1032" fmla="*/ 2186164 h 2902183"/>
                  <a:gd name="connsiteX1033" fmla="*/ 405479 w 5062695"/>
                  <a:gd name="connsiteY1033" fmla="*/ 2187454 h 2902183"/>
                  <a:gd name="connsiteX1034" fmla="*/ 3817801 w 5062695"/>
                  <a:gd name="connsiteY1034" fmla="*/ 2163914 h 2902183"/>
                  <a:gd name="connsiteX1035" fmla="*/ 3812319 w 5062695"/>
                  <a:gd name="connsiteY1035" fmla="*/ 2159077 h 2902183"/>
                  <a:gd name="connsiteX1036" fmla="*/ 3812319 w 5062695"/>
                  <a:gd name="connsiteY1036" fmla="*/ 2158754 h 2902183"/>
                  <a:gd name="connsiteX1037" fmla="*/ 3812641 w 5062695"/>
                  <a:gd name="connsiteY1037" fmla="*/ 2152305 h 2902183"/>
                  <a:gd name="connsiteX1038" fmla="*/ 3815543 w 5062695"/>
                  <a:gd name="connsiteY1038" fmla="*/ 2140052 h 2902183"/>
                  <a:gd name="connsiteX1039" fmla="*/ 3818768 w 5062695"/>
                  <a:gd name="connsiteY1039" fmla="*/ 2125540 h 2902183"/>
                  <a:gd name="connsiteX1040" fmla="*/ 3811029 w 5062695"/>
                  <a:gd name="connsiteY1040" fmla="*/ 2113609 h 2902183"/>
                  <a:gd name="connsiteX1041" fmla="*/ 3810062 w 5062695"/>
                  <a:gd name="connsiteY1041" fmla="*/ 2111997 h 2902183"/>
                  <a:gd name="connsiteX1042" fmla="*/ 3811351 w 5062695"/>
                  <a:gd name="connsiteY1042" fmla="*/ 2104580 h 2902183"/>
                  <a:gd name="connsiteX1043" fmla="*/ 3818768 w 5062695"/>
                  <a:gd name="connsiteY1043" fmla="*/ 2105870 h 2902183"/>
                  <a:gd name="connsiteX1044" fmla="*/ 3819736 w 5062695"/>
                  <a:gd name="connsiteY1044" fmla="*/ 2107483 h 2902183"/>
                  <a:gd name="connsiteX1045" fmla="*/ 3829409 w 5062695"/>
                  <a:gd name="connsiteY1045" fmla="*/ 2125863 h 2902183"/>
                  <a:gd name="connsiteX1046" fmla="*/ 3825862 w 5062695"/>
                  <a:gd name="connsiteY1046" fmla="*/ 2142954 h 2902183"/>
                  <a:gd name="connsiteX1047" fmla="*/ 3823283 w 5062695"/>
                  <a:gd name="connsiteY1047" fmla="*/ 2153918 h 2902183"/>
                  <a:gd name="connsiteX1048" fmla="*/ 3822960 w 5062695"/>
                  <a:gd name="connsiteY1048" fmla="*/ 2158432 h 2902183"/>
                  <a:gd name="connsiteX1049" fmla="*/ 3817801 w 5062695"/>
                  <a:gd name="connsiteY1049" fmla="*/ 2163914 h 2902183"/>
                  <a:gd name="connsiteX1050" fmla="*/ 3817801 w 5062695"/>
                  <a:gd name="connsiteY1050" fmla="*/ 2163914 h 2902183"/>
                  <a:gd name="connsiteX1051" fmla="*/ 4678459 w 5062695"/>
                  <a:gd name="connsiteY1051" fmla="*/ 2159399 h 2902183"/>
                  <a:gd name="connsiteX1052" fmla="*/ 4673622 w 5062695"/>
                  <a:gd name="connsiteY1052" fmla="*/ 2156175 h 2902183"/>
                  <a:gd name="connsiteX1053" fmla="*/ 4676202 w 5062695"/>
                  <a:gd name="connsiteY1053" fmla="*/ 2149080 h 2902183"/>
                  <a:gd name="connsiteX1054" fmla="*/ 4685553 w 5062695"/>
                  <a:gd name="connsiteY1054" fmla="*/ 2144566 h 2902183"/>
                  <a:gd name="connsiteX1055" fmla="*/ 4692970 w 5062695"/>
                  <a:gd name="connsiteY1055" fmla="*/ 2146501 h 2902183"/>
                  <a:gd name="connsiteX1056" fmla="*/ 4690713 w 5062695"/>
                  <a:gd name="connsiteY1056" fmla="*/ 2153918 h 2902183"/>
                  <a:gd name="connsiteX1057" fmla="*/ 4680717 w 5062695"/>
                  <a:gd name="connsiteY1057" fmla="*/ 2159077 h 2902183"/>
                  <a:gd name="connsiteX1058" fmla="*/ 4678459 w 5062695"/>
                  <a:gd name="connsiteY1058" fmla="*/ 2159399 h 2902183"/>
                  <a:gd name="connsiteX1059" fmla="*/ 3524358 w 5062695"/>
                  <a:gd name="connsiteY1059" fmla="*/ 2147791 h 2902183"/>
                  <a:gd name="connsiteX1060" fmla="*/ 3518876 w 5062695"/>
                  <a:gd name="connsiteY1060" fmla="*/ 2142954 h 2902183"/>
                  <a:gd name="connsiteX1061" fmla="*/ 3517586 w 5062695"/>
                  <a:gd name="connsiteY1061" fmla="*/ 2137794 h 2902183"/>
                  <a:gd name="connsiteX1062" fmla="*/ 3516296 w 5062695"/>
                  <a:gd name="connsiteY1062" fmla="*/ 2132635 h 2902183"/>
                  <a:gd name="connsiteX1063" fmla="*/ 3520811 w 5062695"/>
                  <a:gd name="connsiteY1063" fmla="*/ 2126508 h 2902183"/>
                  <a:gd name="connsiteX1064" fmla="*/ 3526938 w 5062695"/>
                  <a:gd name="connsiteY1064" fmla="*/ 2131022 h 2902183"/>
                  <a:gd name="connsiteX1065" fmla="*/ 3527905 w 5062695"/>
                  <a:gd name="connsiteY1065" fmla="*/ 2134892 h 2902183"/>
                  <a:gd name="connsiteX1066" fmla="*/ 3529517 w 5062695"/>
                  <a:gd name="connsiteY1066" fmla="*/ 2141986 h 2902183"/>
                  <a:gd name="connsiteX1067" fmla="*/ 3524680 w 5062695"/>
                  <a:gd name="connsiteY1067" fmla="*/ 2147791 h 2902183"/>
                  <a:gd name="connsiteX1068" fmla="*/ 3524358 w 5062695"/>
                  <a:gd name="connsiteY1068" fmla="*/ 2147791 h 2902183"/>
                  <a:gd name="connsiteX1069" fmla="*/ 373878 w 5062695"/>
                  <a:gd name="connsiteY1069" fmla="*/ 2144566 h 2902183"/>
                  <a:gd name="connsiteX1070" fmla="*/ 368718 w 5062695"/>
                  <a:gd name="connsiteY1070" fmla="*/ 2140374 h 2902183"/>
                  <a:gd name="connsiteX1071" fmla="*/ 367106 w 5062695"/>
                  <a:gd name="connsiteY1071" fmla="*/ 2127475 h 2902183"/>
                  <a:gd name="connsiteX1072" fmla="*/ 368073 w 5062695"/>
                  <a:gd name="connsiteY1072" fmla="*/ 2116834 h 2902183"/>
                  <a:gd name="connsiteX1073" fmla="*/ 367428 w 5062695"/>
                  <a:gd name="connsiteY1073" fmla="*/ 2116189 h 2902183"/>
                  <a:gd name="connsiteX1074" fmla="*/ 361302 w 5062695"/>
                  <a:gd name="connsiteY1074" fmla="*/ 2105548 h 2902183"/>
                  <a:gd name="connsiteX1075" fmla="*/ 369363 w 5062695"/>
                  <a:gd name="connsiteY1075" fmla="*/ 2093939 h 2902183"/>
                  <a:gd name="connsiteX1076" fmla="*/ 374845 w 5062695"/>
                  <a:gd name="connsiteY1076" fmla="*/ 2089424 h 2902183"/>
                  <a:gd name="connsiteX1077" fmla="*/ 382584 w 5062695"/>
                  <a:gd name="connsiteY1077" fmla="*/ 2089424 h 2902183"/>
                  <a:gd name="connsiteX1078" fmla="*/ 382584 w 5062695"/>
                  <a:gd name="connsiteY1078" fmla="*/ 2097164 h 2902183"/>
                  <a:gd name="connsiteX1079" fmla="*/ 375490 w 5062695"/>
                  <a:gd name="connsiteY1079" fmla="*/ 2102968 h 2902183"/>
                  <a:gd name="connsiteX1080" fmla="*/ 372265 w 5062695"/>
                  <a:gd name="connsiteY1080" fmla="*/ 2105870 h 2902183"/>
                  <a:gd name="connsiteX1081" fmla="*/ 374845 w 5062695"/>
                  <a:gd name="connsiteY1081" fmla="*/ 2108127 h 2902183"/>
                  <a:gd name="connsiteX1082" fmla="*/ 379360 w 5062695"/>
                  <a:gd name="connsiteY1082" fmla="*/ 2115867 h 2902183"/>
                  <a:gd name="connsiteX1083" fmla="*/ 379360 w 5062695"/>
                  <a:gd name="connsiteY1083" fmla="*/ 2116834 h 2902183"/>
                  <a:gd name="connsiteX1084" fmla="*/ 379037 w 5062695"/>
                  <a:gd name="connsiteY1084" fmla="*/ 2118124 h 2902183"/>
                  <a:gd name="connsiteX1085" fmla="*/ 378070 w 5062695"/>
                  <a:gd name="connsiteY1085" fmla="*/ 2127475 h 2902183"/>
                  <a:gd name="connsiteX1086" fmla="*/ 379037 w 5062695"/>
                  <a:gd name="connsiteY1086" fmla="*/ 2137794 h 2902183"/>
                  <a:gd name="connsiteX1087" fmla="*/ 375168 w 5062695"/>
                  <a:gd name="connsiteY1087" fmla="*/ 2144243 h 2902183"/>
                  <a:gd name="connsiteX1088" fmla="*/ 373878 w 5062695"/>
                  <a:gd name="connsiteY1088" fmla="*/ 2144566 h 2902183"/>
                  <a:gd name="connsiteX1089" fmla="*/ 4709093 w 5062695"/>
                  <a:gd name="connsiteY1089" fmla="*/ 2138117 h 2902183"/>
                  <a:gd name="connsiteX1090" fmla="*/ 4705224 w 5062695"/>
                  <a:gd name="connsiteY1090" fmla="*/ 2136504 h 2902183"/>
                  <a:gd name="connsiteX1091" fmla="*/ 4705224 w 5062695"/>
                  <a:gd name="connsiteY1091" fmla="*/ 2128765 h 2902183"/>
                  <a:gd name="connsiteX1092" fmla="*/ 4713930 w 5062695"/>
                  <a:gd name="connsiteY1092" fmla="*/ 2119414 h 2902183"/>
                  <a:gd name="connsiteX1093" fmla="*/ 4720702 w 5062695"/>
                  <a:gd name="connsiteY1093" fmla="*/ 2109095 h 2902183"/>
                  <a:gd name="connsiteX1094" fmla="*/ 4727474 w 5062695"/>
                  <a:gd name="connsiteY1094" fmla="*/ 2098131 h 2902183"/>
                  <a:gd name="connsiteX1095" fmla="*/ 4729731 w 5062695"/>
                  <a:gd name="connsiteY1095" fmla="*/ 2092004 h 2902183"/>
                  <a:gd name="connsiteX1096" fmla="*/ 4729409 w 5062695"/>
                  <a:gd name="connsiteY1096" fmla="*/ 2088135 h 2902183"/>
                  <a:gd name="connsiteX1097" fmla="*/ 4733923 w 5062695"/>
                  <a:gd name="connsiteY1097" fmla="*/ 2082008 h 2902183"/>
                  <a:gd name="connsiteX1098" fmla="*/ 4740050 w 5062695"/>
                  <a:gd name="connsiteY1098" fmla="*/ 2086522 h 2902183"/>
                  <a:gd name="connsiteX1099" fmla="*/ 4740372 w 5062695"/>
                  <a:gd name="connsiteY1099" fmla="*/ 2091682 h 2902183"/>
                  <a:gd name="connsiteX1100" fmla="*/ 4735535 w 5062695"/>
                  <a:gd name="connsiteY1100" fmla="*/ 2104580 h 2902183"/>
                  <a:gd name="connsiteX1101" fmla="*/ 4729731 w 5062695"/>
                  <a:gd name="connsiteY1101" fmla="*/ 2113609 h 2902183"/>
                  <a:gd name="connsiteX1102" fmla="*/ 4721347 w 5062695"/>
                  <a:gd name="connsiteY1102" fmla="*/ 2126186 h 2902183"/>
                  <a:gd name="connsiteX1103" fmla="*/ 4711995 w 5062695"/>
                  <a:gd name="connsiteY1103" fmla="*/ 2135859 h 2902183"/>
                  <a:gd name="connsiteX1104" fmla="*/ 4709093 w 5062695"/>
                  <a:gd name="connsiteY1104" fmla="*/ 2138117 h 2902183"/>
                  <a:gd name="connsiteX1105" fmla="*/ 3746213 w 5062695"/>
                  <a:gd name="connsiteY1105" fmla="*/ 2127475 h 2902183"/>
                  <a:gd name="connsiteX1106" fmla="*/ 3718159 w 5062695"/>
                  <a:gd name="connsiteY1106" fmla="*/ 2122316 h 2902183"/>
                  <a:gd name="connsiteX1107" fmla="*/ 3716224 w 5062695"/>
                  <a:gd name="connsiteY1107" fmla="*/ 2114899 h 2902183"/>
                  <a:gd name="connsiteX1108" fmla="*/ 3723641 w 5062695"/>
                  <a:gd name="connsiteY1108" fmla="*/ 2112964 h 2902183"/>
                  <a:gd name="connsiteX1109" fmla="*/ 3746213 w 5062695"/>
                  <a:gd name="connsiteY1109" fmla="*/ 2116834 h 2902183"/>
                  <a:gd name="connsiteX1110" fmla="*/ 3751373 w 5062695"/>
                  <a:gd name="connsiteY1110" fmla="*/ 2116834 h 2902183"/>
                  <a:gd name="connsiteX1111" fmla="*/ 3751373 w 5062695"/>
                  <a:gd name="connsiteY1111" fmla="*/ 2116834 h 2902183"/>
                  <a:gd name="connsiteX1112" fmla="*/ 3769109 w 5062695"/>
                  <a:gd name="connsiteY1112" fmla="*/ 2109740 h 2902183"/>
                  <a:gd name="connsiteX1113" fmla="*/ 3776525 w 5062695"/>
                  <a:gd name="connsiteY1113" fmla="*/ 2111030 h 2902183"/>
                  <a:gd name="connsiteX1114" fmla="*/ 3775235 w 5062695"/>
                  <a:gd name="connsiteY1114" fmla="*/ 2118446 h 2902183"/>
                  <a:gd name="connsiteX1115" fmla="*/ 3751373 w 5062695"/>
                  <a:gd name="connsiteY1115" fmla="*/ 2127475 h 2902183"/>
                  <a:gd name="connsiteX1116" fmla="*/ 3751373 w 5062695"/>
                  <a:gd name="connsiteY1116" fmla="*/ 2127475 h 2902183"/>
                  <a:gd name="connsiteX1117" fmla="*/ 3746213 w 5062695"/>
                  <a:gd name="connsiteY1117" fmla="*/ 2127475 h 2902183"/>
                  <a:gd name="connsiteX1118" fmla="*/ 3536611 w 5062695"/>
                  <a:gd name="connsiteY1118" fmla="*/ 2115867 h 2902183"/>
                  <a:gd name="connsiteX1119" fmla="*/ 3533064 w 5062695"/>
                  <a:gd name="connsiteY1119" fmla="*/ 2114577 h 2902183"/>
                  <a:gd name="connsiteX1120" fmla="*/ 3532419 w 5062695"/>
                  <a:gd name="connsiteY1120" fmla="*/ 2107160 h 2902183"/>
                  <a:gd name="connsiteX1121" fmla="*/ 3535322 w 5062695"/>
                  <a:gd name="connsiteY1121" fmla="*/ 2103291 h 2902183"/>
                  <a:gd name="connsiteX1122" fmla="*/ 3545963 w 5062695"/>
                  <a:gd name="connsiteY1122" fmla="*/ 2094261 h 2902183"/>
                  <a:gd name="connsiteX1123" fmla="*/ 3551445 w 5062695"/>
                  <a:gd name="connsiteY1123" fmla="*/ 2089747 h 2902183"/>
                  <a:gd name="connsiteX1124" fmla="*/ 3554347 w 5062695"/>
                  <a:gd name="connsiteY1124" fmla="*/ 2080395 h 2902183"/>
                  <a:gd name="connsiteX1125" fmla="*/ 3555637 w 5062695"/>
                  <a:gd name="connsiteY1125" fmla="*/ 2072979 h 2902183"/>
                  <a:gd name="connsiteX1126" fmla="*/ 3567246 w 5062695"/>
                  <a:gd name="connsiteY1126" fmla="*/ 2066529 h 2902183"/>
                  <a:gd name="connsiteX1127" fmla="*/ 3573373 w 5062695"/>
                  <a:gd name="connsiteY1127" fmla="*/ 2071366 h 2902183"/>
                  <a:gd name="connsiteX1128" fmla="*/ 3568536 w 5062695"/>
                  <a:gd name="connsiteY1128" fmla="*/ 2077493 h 2902183"/>
                  <a:gd name="connsiteX1129" fmla="*/ 3565311 w 5062695"/>
                  <a:gd name="connsiteY1129" fmla="*/ 2078138 h 2902183"/>
                  <a:gd name="connsiteX1130" fmla="*/ 3564988 w 5062695"/>
                  <a:gd name="connsiteY1130" fmla="*/ 2081040 h 2902183"/>
                  <a:gd name="connsiteX1131" fmla="*/ 3560474 w 5062695"/>
                  <a:gd name="connsiteY1131" fmla="*/ 2095874 h 2902183"/>
                  <a:gd name="connsiteX1132" fmla="*/ 3550477 w 5062695"/>
                  <a:gd name="connsiteY1132" fmla="*/ 2104258 h 2902183"/>
                  <a:gd name="connsiteX1133" fmla="*/ 3544351 w 5062695"/>
                  <a:gd name="connsiteY1133" fmla="*/ 2109417 h 2902183"/>
                  <a:gd name="connsiteX1134" fmla="*/ 3540481 w 5062695"/>
                  <a:gd name="connsiteY1134" fmla="*/ 2114577 h 2902183"/>
                  <a:gd name="connsiteX1135" fmla="*/ 3536611 w 5062695"/>
                  <a:gd name="connsiteY1135" fmla="*/ 2115867 h 2902183"/>
                  <a:gd name="connsiteX1136" fmla="*/ 3632061 w 5062695"/>
                  <a:gd name="connsiteY1136" fmla="*/ 2105870 h 2902183"/>
                  <a:gd name="connsiteX1137" fmla="*/ 3626579 w 5062695"/>
                  <a:gd name="connsiteY1137" fmla="*/ 2101356 h 2902183"/>
                  <a:gd name="connsiteX1138" fmla="*/ 3630126 w 5062695"/>
                  <a:gd name="connsiteY1138" fmla="*/ 2095229 h 2902183"/>
                  <a:gd name="connsiteX1139" fmla="*/ 3631416 w 5062695"/>
                  <a:gd name="connsiteY1139" fmla="*/ 2090714 h 2902183"/>
                  <a:gd name="connsiteX1140" fmla="*/ 3636576 w 5062695"/>
                  <a:gd name="connsiteY1140" fmla="*/ 2091682 h 2902183"/>
                  <a:gd name="connsiteX1141" fmla="*/ 3641735 w 5062695"/>
                  <a:gd name="connsiteY1141" fmla="*/ 2093616 h 2902183"/>
                  <a:gd name="connsiteX1142" fmla="*/ 3632706 w 5062695"/>
                  <a:gd name="connsiteY1142" fmla="*/ 2105548 h 2902183"/>
                  <a:gd name="connsiteX1143" fmla="*/ 3632061 w 5062695"/>
                  <a:gd name="connsiteY1143" fmla="*/ 2105870 h 2902183"/>
                  <a:gd name="connsiteX1144" fmla="*/ 3704616 w 5062695"/>
                  <a:gd name="connsiteY1144" fmla="*/ 2102001 h 2902183"/>
                  <a:gd name="connsiteX1145" fmla="*/ 3700423 w 5062695"/>
                  <a:gd name="connsiteY1145" fmla="*/ 2100066 h 2902183"/>
                  <a:gd name="connsiteX1146" fmla="*/ 3694619 w 5062695"/>
                  <a:gd name="connsiteY1146" fmla="*/ 2094584 h 2902183"/>
                  <a:gd name="connsiteX1147" fmla="*/ 3693652 w 5062695"/>
                  <a:gd name="connsiteY1147" fmla="*/ 2093939 h 2902183"/>
                  <a:gd name="connsiteX1148" fmla="*/ 3692684 w 5062695"/>
                  <a:gd name="connsiteY1148" fmla="*/ 2086522 h 2902183"/>
                  <a:gd name="connsiteX1149" fmla="*/ 3700101 w 5062695"/>
                  <a:gd name="connsiteY1149" fmla="*/ 2085555 h 2902183"/>
                  <a:gd name="connsiteX1150" fmla="*/ 3701069 w 5062695"/>
                  <a:gd name="connsiteY1150" fmla="*/ 2086200 h 2902183"/>
                  <a:gd name="connsiteX1151" fmla="*/ 3709130 w 5062695"/>
                  <a:gd name="connsiteY1151" fmla="*/ 2093616 h 2902183"/>
                  <a:gd name="connsiteX1152" fmla="*/ 3708163 w 5062695"/>
                  <a:gd name="connsiteY1152" fmla="*/ 2101033 h 2902183"/>
                  <a:gd name="connsiteX1153" fmla="*/ 3704616 w 5062695"/>
                  <a:gd name="connsiteY1153" fmla="*/ 2102001 h 2902183"/>
                  <a:gd name="connsiteX1154" fmla="*/ 3800065 w 5062695"/>
                  <a:gd name="connsiteY1154" fmla="*/ 2091359 h 2902183"/>
                  <a:gd name="connsiteX1155" fmla="*/ 3796518 w 5062695"/>
                  <a:gd name="connsiteY1155" fmla="*/ 2089747 h 2902183"/>
                  <a:gd name="connsiteX1156" fmla="*/ 3796518 w 5062695"/>
                  <a:gd name="connsiteY1156" fmla="*/ 2089747 h 2902183"/>
                  <a:gd name="connsiteX1157" fmla="*/ 3792326 w 5062695"/>
                  <a:gd name="connsiteY1157" fmla="*/ 2089102 h 2902183"/>
                  <a:gd name="connsiteX1158" fmla="*/ 3789101 w 5062695"/>
                  <a:gd name="connsiteY1158" fmla="*/ 2088457 h 2902183"/>
                  <a:gd name="connsiteX1159" fmla="*/ 3784587 w 5062695"/>
                  <a:gd name="connsiteY1159" fmla="*/ 2082330 h 2902183"/>
                  <a:gd name="connsiteX1160" fmla="*/ 3790714 w 5062695"/>
                  <a:gd name="connsiteY1160" fmla="*/ 2077816 h 2902183"/>
                  <a:gd name="connsiteX1161" fmla="*/ 3794261 w 5062695"/>
                  <a:gd name="connsiteY1161" fmla="*/ 2078461 h 2902183"/>
                  <a:gd name="connsiteX1162" fmla="*/ 3797485 w 5062695"/>
                  <a:gd name="connsiteY1162" fmla="*/ 2078783 h 2902183"/>
                  <a:gd name="connsiteX1163" fmla="*/ 3803935 w 5062695"/>
                  <a:gd name="connsiteY1163" fmla="*/ 2081685 h 2902183"/>
                  <a:gd name="connsiteX1164" fmla="*/ 3804257 w 5062695"/>
                  <a:gd name="connsiteY1164" fmla="*/ 2089424 h 2902183"/>
                  <a:gd name="connsiteX1165" fmla="*/ 3800065 w 5062695"/>
                  <a:gd name="connsiteY1165" fmla="*/ 2091359 h 2902183"/>
                  <a:gd name="connsiteX1166" fmla="*/ 3613036 w 5062695"/>
                  <a:gd name="connsiteY1166" fmla="*/ 2079750 h 2902183"/>
                  <a:gd name="connsiteX1167" fmla="*/ 3612391 w 5062695"/>
                  <a:gd name="connsiteY1167" fmla="*/ 2079750 h 2902183"/>
                  <a:gd name="connsiteX1168" fmla="*/ 3607876 w 5062695"/>
                  <a:gd name="connsiteY1168" fmla="*/ 2073624 h 2902183"/>
                  <a:gd name="connsiteX1169" fmla="*/ 3608199 w 5062695"/>
                  <a:gd name="connsiteY1169" fmla="*/ 2070399 h 2902183"/>
                  <a:gd name="connsiteX1170" fmla="*/ 3606909 w 5062695"/>
                  <a:gd name="connsiteY1170" fmla="*/ 2063305 h 2902183"/>
                  <a:gd name="connsiteX1171" fmla="*/ 3601104 w 5062695"/>
                  <a:gd name="connsiteY1171" fmla="*/ 2059113 h 2902183"/>
                  <a:gd name="connsiteX1172" fmla="*/ 3593365 w 5062695"/>
                  <a:gd name="connsiteY1172" fmla="*/ 2053631 h 2902183"/>
                  <a:gd name="connsiteX1173" fmla="*/ 3588206 w 5062695"/>
                  <a:gd name="connsiteY1173" fmla="*/ 2049439 h 2902183"/>
                  <a:gd name="connsiteX1174" fmla="*/ 3579177 w 5062695"/>
                  <a:gd name="connsiteY1174" fmla="*/ 2042989 h 2902183"/>
                  <a:gd name="connsiteX1175" fmla="*/ 3577242 w 5062695"/>
                  <a:gd name="connsiteY1175" fmla="*/ 2042022 h 2902183"/>
                  <a:gd name="connsiteX1176" fmla="*/ 3575307 w 5062695"/>
                  <a:gd name="connsiteY1176" fmla="*/ 2034605 h 2902183"/>
                  <a:gd name="connsiteX1177" fmla="*/ 3582724 w 5062695"/>
                  <a:gd name="connsiteY1177" fmla="*/ 2032671 h 2902183"/>
                  <a:gd name="connsiteX1178" fmla="*/ 3583691 w 5062695"/>
                  <a:gd name="connsiteY1178" fmla="*/ 2032993 h 2902183"/>
                  <a:gd name="connsiteX1179" fmla="*/ 3595300 w 5062695"/>
                  <a:gd name="connsiteY1179" fmla="*/ 2041055 h 2902183"/>
                  <a:gd name="connsiteX1180" fmla="*/ 3600137 w 5062695"/>
                  <a:gd name="connsiteY1180" fmla="*/ 2044924 h 2902183"/>
                  <a:gd name="connsiteX1181" fmla="*/ 3607231 w 5062695"/>
                  <a:gd name="connsiteY1181" fmla="*/ 2049761 h 2902183"/>
                  <a:gd name="connsiteX1182" fmla="*/ 3614970 w 5062695"/>
                  <a:gd name="connsiteY1182" fmla="*/ 2055566 h 2902183"/>
                  <a:gd name="connsiteX1183" fmla="*/ 3619485 w 5062695"/>
                  <a:gd name="connsiteY1183" fmla="*/ 2070076 h 2902183"/>
                  <a:gd name="connsiteX1184" fmla="*/ 3619162 w 5062695"/>
                  <a:gd name="connsiteY1184" fmla="*/ 2074913 h 2902183"/>
                  <a:gd name="connsiteX1185" fmla="*/ 3613036 w 5062695"/>
                  <a:gd name="connsiteY1185" fmla="*/ 2079750 h 2902183"/>
                  <a:gd name="connsiteX1186" fmla="*/ 3374089 w 5062695"/>
                  <a:gd name="connsiteY1186" fmla="*/ 2079750 h 2902183"/>
                  <a:gd name="connsiteX1187" fmla="*/ 3351517 w 5062695"/>
                  <a:gd name="connsiteY1187" fmla="*/ 2070399 h 2902183"/>
                  <a:gd name="connsiteX1188" fmla="*/ 3345067 w 5062695"/>
                  <a:gd name="connsiteY1188" fmla="*/ 2066207 h 2902183"/>
                  <a:gd name="connsiteX1189" fmla="*/ 3331202 w 5062695"/>
                  <a:gd name="connsiteY1189" fmla="*/ 2057823 h 2902183"/>
                  <a:gd name="connsiteX1190" fmla="*/ 3327977 w 5062695"/>
                  <a:gd name="connsiteY1190" fmla="*/ 2051051 h 2902183"/>
                  <a:gd name="connsiteX1191" fmla="*/ 3334749 w 5062695"/>
                  <a:gd name="connsiteY1191" fmla="*/ 2047826 h 2902183"/>
                  <a:gd name="connsiteX1192" fmla="*/ 3350872 w 5062695"/>
                  <a:gd name="connsiteY1192" fmla="*/ 2057500 h 2902183"/>
                  <a:gd name="connsiteX1193" fmla="*/ 3356999 w 5062695"/>
                  <a:gd name="connsiteY1193" fmla="*/ 2061692 h 2902183"/>
                  <a:gd name="connsiteX1194" fmla="*/ 3373444 w 5062695"/>
                  <a:gd name="connsiteY1194" fmla="*/ 2069109 h 2902183"/>
                  <a:gd name="connsiteX1195" fmla="*/ 3377314 w 5062695"/>
                  <a:gd name="connsiteY1195" fmla="*/ 2067819 h 2902183"/>
                  <a:gd name="connsiteX1196" fmla="*/ 3384731 w 5062695"/>
                  <a:gd name="connsiteY1196" fmla="*/ 2069432 h 2902183"/>
                  <a:gd name="connsiteX1197" fmla="*/ 3383118 w 5062695"/>
                  <a:gd name="connsiteY1197" fmla="*/ 2076848 h 2902183"/>
                  <a:gd name="connsiteX1198" fmla="*/ 3374089 w 5062695"/>
                  <a:gd name="connsiteY1198" fmla="*/ 2079750 h 2902183"/>
                  <a:gd name="connsiteX1199" fmla="*/ 3653344 w 5062695"/>
                  <a:gd name="connsiteY1199" fmla="*/ 2077493 h 2902183"/>
                  <a:gd name="connsiteX1200" fmla="*/ 3649152 w 5062695"/>
                  <a:gd name="connsiteY1200" fmla="*/ 2075236 h 2902183"/>
                  <a:gd name="connsiteX1201" fmla="*/ 3650119 w 5062695"/>
                  <a:gd name="connsiteY1201" fmla="*/ 2067819 h 2902183"/>
                  <a:gd name="connsiteX1202" fmla="*/ 3651409 w 5062695"/>
                  <a:gd name="connsiteY1202" fmla="*/ 2066852 h 2902183"/>
                  <a:gd name="connsiteX1203" fmla="*/ 3653989 w 5062695"/>
                  <a:gd name="connsiteY1203" fmla="*/ 2053953 h 2902183"/>
                  <a:gd name="connsiteX1204" fmla="*/ 3654311 w 5062695"/>
                  <a:gd name="connsiteY1204" fmla="*/ 2048471 h 2902183"/>
                  <a:gd name="connsiteX1205" fmla="*/ 3667532 w 5062695"/>
                  <a:gd name="connsiteY1205" fmla="*/ 2038152 h 2902183"/>
                  <a:gd name="connsiteX1206" fmla="*/ 3680108 w 5062695"/>
                  <a:gd name="connsiteY1206" fmla="*/ 2040410 h 2902183"/>
                  <a:gd name="connsiteX1207" fmla="*/ 3687847 w 5062695"/>
                  <a:gd name="connsiteY1207" fmla="*/ 2048471 h 2902183"/>
                  <a:gd name="connsiteX1208" fmla="*/ 3684623 w 5062695"/>
                  <a:gd name="connsiteY1208" fmla="*/ 2055243 h 2902183"/>
                  <a:gd name="connsiteX1209" fmla="*/ 3677851 w 5062695"/>
                  <a:gd name="connsiteY1209" fmla="*/ 2052018 h 2902183"/>
                  <a:gd name="connsiteX1210" fmla="*/ 3676884 w 5062695"/>
                  <a:gd name="connsiteY1210" fmla="*/ 2050406 h 2902183"/>
                  <a:gd name="connsiteX1211" fmla="*/ 3667532 w 5062695"/>
                  <a:gd name="connsiteY1211" fmla="*/ 2048471 h 2902183"/>
                  <a:gd name="connsiteX1212" fmla="*/ 3664952 w 5062695"/>
                  <a:gd name="connsiteY1212" fmla="*/ 2048794 h 2902183"/>
                  <a:gd name="connsiteX1213" fmla="*/ 3664630 w 5062695"/>
                  <a:gd name="connsiteY1213" fmla="*/ 2053953 h 2902183"/>
                  <a:gd name="connsiteX1214" fmla="*/ 3659471 w 5062695"/>
                  <a:gd name="connsiteY1214" fmla="*/ 2073301 h 2902183"/>
                  <a:gd name="connsiteX1215" fmla="*/ 3656568 w 5062695"/>
                  <a:gd name="connsiteY1215" fmla="*/ 2075881 h 2902183"/>
                  <a:gd name="connsiteX1216" fmla="*/ 3653344 w 5062695"/>
                  <a:gd name="connsiteY1216" fmla="*/ 2077493 h 2902183"/>
                  <a:gd name="connsiteX1217" fmla="*/ 389356 w 5062695"/>
                  <a:gd name="connsiteY1217" fmla="*/ 2074591 h 2902183"/>
                  <a:gd name="connsiteX1218" fmla="*/ 388389 w 5062695"/>
                  <a:gd name="connsiteY1218" fmla="*/ 2074591 h 2902183"/>
                  <a:gd name="connsiteX1219" fmla="*/ 384197 w 5062695"/>
                  <a:gd name="connsiteY1219" fmla="*/ 2068142 h 2902183"/>
                  <a:gd name="connsiteX1220" fmla="*/ 385486 w 5062695"/>
                  <a:gd name="connsiteY1220" fmla="*/ 2062337 h 2902183"/>
                  <a:gd name="connsiteX1221" fmla="*/ 386454 w 5062695"/>
                  <a:gd name="connsiteY1221" fmla="*/ 2057823 h 2902183"/>
                  <a:gd name="connsiteX1222" fmla="*/ 392581 w 5062695"/>
                  <a:gd name="connsiteY1222" fmla="*/ 2053308 h 2902183"/>
                  <a:gd name="connsiteX1223" fmla="*/ 397095 w 5062695"/>
                  <a:gd name="connsiteY1223" fmla="*/ 2059435 h 2902183"/>
                  <a:gd name="connsiteX1224" fmla="*/ 396128 w 5062695"/>
                  <a:gd name="connsiteY1224" fmla="*/ 2063950 h 2902183"/>
                  <a:gd name="connsiteX1225" fmla="*/ 394838 w 5062695"/>
                  <a:gd name="connsiteY1225" fmla="*/ 2070076 h 2902183"/>
                  <a:gd name="connsiteX1226" fmla="*/ 389356 w 5062695"/>
                  <a:gd name="connsiteY1226" fmla="*/ 2074591 h 2902183"/>
                  <a:gd name="connsiteX1227" fmla="*/ 3281864 w 5062695"/>
                  <a:gd name="connsiteY1227" fmla="*/ 2069754 h 2902183"/>
                  <a:gd name="connsiteX1228" fmla="*/ 3276382 w 5062695"/>
                  <a:gd name="connsiteY1228" fmla="*/ 2064595 h 2902183"/>
                  <a:gd name="connsiteX1229" fmla="*/ 3281542 w 5062695"/>
                  <a:gd name="connsiteY1229" fmla="*/ 2058790 h 2902183"/>
                  <a:gd name="connsiteX1230" fmla="*/ 3291216 w 5062695"/>
                  <a:gd name="connsiteY1230" fmla="*/ 2057500 h 2902183"/>
                  <a:gd name="connsiteX1231" fmla="*/ 3297665 w 5062695"/>
                  <a:gd name="connsiteY1231" fmla="*/ 2061370 h 2902183"/>
                  <a:gd name="connsiteX1232" fmla="*/ 3293795 w 5062695"/>
                  <a:gd name="connsiteY1232" fmla="*/ 2067819 h 2902183"/>
                  <a:gd name="connsiteX1233" fmla="*/ 3281864 w 5062695"/>
                  <a:gd name="connsiteY1233" fmla="*/ 2069754 h 2902183"/>
                  <a:gd name="connsiteX1234" fmla="*/ 3281864 w 5062695"/>
                  <a:gd name="connsiteY1234" fmla="*/ 2069754 h 2902183"/>
                  <a:gd name="connsiteX1235" fmla="*/ 3489209 w 5062695"/>
                  <a:gd name="connsiteY1235" fmla="*/ 2068142 h 2902183"/>
                  <a:gd name="connsiteX1236" fmla="*/ 3486307 w 5062695"/>
                  <a:gd name="connsiteY1236" fmla="*/ 2067497 h 2902183"/>
                  <a:gd name="connsiteX1237" fmla="*/ 3475343 w 5062695"/>
                  <a:gd name="connsiteY1237" fmla="*/ 2054921 h 2902183"/>
                  <a:gd name="connsiteX1238" fmla="*/ 3471796 w 5062695"/>
                  <a:gd name="connsiteY1238" fmla="*/ 2052663 h 2902183"/>
                  <a:gd name="connsiteX1239" fmla="*/ 3465347 w 5062695"/>
                  <a:gd name="connsiteY1239" fmla="*/ 2053308 h 2902183"/>
                  <a:gd name="connsiteX1240" fmla="*/ 3458897 w 5062695"/>
                  <a:gd name="connsiteY1240" fmla="*/ 2054276 h 2902183"/>
                  <a:gd name="connsiteX1241" fmla="*/ 3457285 w 5062695"/>
                  <a:gd name="connsiteY1241" fmla="*/ 2054598 h 2902183"/>
                  <a:gd name="connsiteX1242" fmla="*/ 3457285 w 5062695"/>
                  <a:gd name="connsiteY1242" fmla="*/ 2056533 h 2902183"/>
                  <a:gd name="connsiteX1243" fmla="*/ 3456640 w 5062695"/>
                  <a:gd name="connsiteY1243" fmla="*/ 2060403 h 2902183"/>
                  <a:gd name="connsiteX1244" fmla="*/ 3455995 w 5062695"/>
                  <a:gd name="connsiteY1244" fmla="*/ 2061692 h 2902183"/>
                  <a:gd name="connsiteX1245" fmla="*/ 3448901 w 5062695"/>
                  <a:gd name="connsiteY1245" fmla="*/ 2064272 h 2902183"/>
                  <a:gd name="connsiteX1246" fmla="*/ 3446321 w 5062695"/>
                  <a:gd name="connsiteY1246" fmla="*/ 2057178 h 2902183"/>
                  <a:gd name="connsiteX1247" fmla="*/ 3446644 w 5062695"/>
                  <a:gd name="connsiteY1247" fmla="*/ 2056533 h 2902183"/>
                  <a:gd name="connsiteX1248" fmla="*/ 3446321 w 5062695"/>
                  <a:gd name="connsiteY1248" fmla="*/ 2055243 h 2902183"/>
                  <a:gd name="connsiteX1249" fmla="*/ 3445676 w 5062695"/>
                  <a:gd name="connsiteY1249" fmla="*/ 2052018 h 2902183"/>
                  <a:gd name="connsiteX1250" fmla="*/ 3457608 w 5062695"/>
                  <a:gd name="connsiteY1250" fmla="*/ 2043634 h 2902183"/>
                  <a:gd name="connsiteX1251" fmla="*/ 3463735 w 5062695"/>
                  <a:gd name="connsiteY1251" fmla="*/ 2042667 h 2902183"/>
                  <a:gd name="connsiteX1252" fmla="*/ 3471796 w 5062695"/>
                  <a:gd name="connsiteY1252" fmla="*/ 2041700 h 2902183"/>
                  <a:gd name="connsiteX1253" fmla="*/ 3484695 w 5062695"/>
                  <a:gd name="connsiteY1253" fmla="*/ 2049439 h 2902183"/>
                  <a:gd name="connsiteX1254" fmla="*/ 3491789 w 5062695"/>
                  <a:gd name="connsiteY1254" fmla="*/ 2057823 h 2902183"/>
                  <a:gd name="connsiteX1255" fmla="*/ 3493724 w 5062695"/>
                  <a:gd name="connsiteY1255" fmla="*/ 2065240 h 2902183"/>
                  <a:gd name="connsiteX1256" fmla="*/ 3489209 w 5062695"/>
                  <a:gd name="connsiteY1256" fmla="*/ 2068142 h 2902183"/>
                  <a:gd name="connsiteX1257" fmla="*/ 3414720 w 5062695"/>
                  <a:gd name="connsiteY1257" fmla="*/ 2067819 h 2902183"/>
                  <a:gd name="connsiteX1258" fmla="*/ 3412140 w 5062695"/>
                  <a:gd name="connsiteY1258" fmla="*/ 2067174 h 2902183"/>
                  <a:gd name="connsiteX1259" fmla="*/ 3408593 w 5062695"/>
                  <a:gd name="connsiteY1259" fmla="*/ 2066207 h 2902183"/>
                  <a:gd name="connsiteX1260" fmla="*/ 3406013 w 5062695"/>
                  <a:gd name="connsiteY1260" fmla="*/ 2066207 h 2902183"/>
                  <a:gd name="connsiteX1261" fmla="*/ 3404723 w 5062695"/>
                  <a:gd name="connsiteY1261" fmla="*/ 2066207 h 2902183"/>
                  <a:gd name="connsiteX1262" fmla="*/ 3399242 w 5062695"/>
                  <a:gd name="connsiteY1262" fmla="*/ 2061047 h 2902183"/>
                  <a:gd name="connsiteX1263" fmla="*/ 3404401 w 5062695"/>
                  <a:gd name="connsiteY1263" fmla="*/ 2055566 h 2902183"/>
                  <a:gd name="connsiteX1264" fmla="*/ 3406336 w 5062695"/>
                  <a:gd name="connsiteY1264" fmla="*/ 2055566 h 2902183"/>
                  <a:gd name="connsiteX1265" fmla="*/ 3409560 w 5062695"/>
                  <a:gd name="connsiteY1265" fmla="*/ 2055566 h 2902183"/>
                  <a:gd name="connsiteX1266" fmla="*/ 3417945 w 5062695"/>
                  <a:gd name="connsiteY1266" fmla="*/ 2057823 h 2902183"/>
                  <a:gd name="connsiteX1267" fmla="*/ 3419879 w 5062695"/>
                  <a:gd name="connsiteY1267" fmla="*/ 2065240 h 2902183"/>
                  <a:gd name="connsiteX1268" fmla="*/ 3414720 w 5062695"/>
                  <a:gd name="connsiteY1268" fmla="*/ 2067819 h 2902183"/>
                  <a:gd name="connsiteX1269" fmla="*/ 3255422 w 5062695"/>
                  <a:gd name="connsiteY1269" fmla="*/ 2066529 h 2902183"/>
                  <a:gd name="connsiteX1270" fmla="*/ 3254132 w 5062695"/>
                  <a:gd name="connsiteY1270" fmla="*/ 2066207 h 2902183"/>
                  <a:gd name="connsiteX1271" fmla="*/ 3228980 w 5062695"/>
                  <a:gd name="connsiteY1271" fmla="*/ 2057823 h 2902183"/>
                  <a:gd name="connsiteX1272" fmla="*/ 3223498 w 5062695"/>
                  <a:gd name="connsiteY1272" fmla="*/ 2055566 h 2902183"/>
                  <a:gd name="connsiteX1273" fmla="*/ 3203183 w 5062695"/>
                  <a:gd name="connsiteY1273" fmla="*/ 2047504 h 2902183"/>
                  <a:gd name="connsiteX1274" fmla="*/ 3199958 w 5062695"/>
                  <a:gd name="connsiteY1274" fmla="*/ 2040732 h 2902183"/>
                  <a:gd name="connsiteX1275" fmla="*/ 3206730 w 5062695"/>
                  <a:gd name="connsiteY1275" fmla="*/ 2037508 h 2902183"/>
                  <a:gd name="connsiteX1276" fmla="*/ 3227690 w 5062695"/>
                  <a:gd name="connsiteY1276" fmla="*/ 2045569 h 2902183"/>
                  <a:gd name="connsiteX1277" fmla="*/ 3233172 w 5062695"/>
                  <a:gd name="connsiteY1277" fmla="*/ 2047826 h 2902183"/>
                  <a:gd name="connsiteX1278" fmla="*/ 3256712 w 5062695"/>
                  <a:gd name="connsiteY1278" fmla="*/ 2055888 h 2902183"/>
                  <a:gd name="connsiteX1279" fmla="*/ 3260582 w 5062695"/>
                  <a:gd name="connsiteY1279" fmla="*/ 2062337 h 2902183"/>
                  <a:gd name="connsiteX1280" fmla="*/ 3255422 w 5062695"/>
                  <a:gd name="connsiteY1280" fmla="*/ 2066529 h 2902183"/>
                  <a:gd name="connsiteX1281" fmla="*/ 3505332 w 5062695"/>
                  <a:gd name="connsiteY1281" fmla="*/ 2059435 h 2902183"/>
                  <a:gd name="connsiteX1282" fmla="*/ 3503720 w 5062695"/>
                  <a:gd name="connsiteY1282" fmla="*/ 2059113 h 2902183"/>
                  <a:gd name="connsiteX1283" fmla="*/ 3500173 w 5062695"/>
                  <a:gd name="connsiteY1283" fmla="*/ 2052341 h 2902183"/>
                  <a:gd name="connsiteX1284" fmla="*/ 3503398 w 5062695"/>
                  <a:gd name="connsiteY1284" fmla="*/ 2041700 h 2902183"/>
                  <a:gd name="connsiteX1285" fmla="*/ 3510169 w 5062695"/>
                  <a:gd name="connsiteY1285" fmla="*/ 2038475 h 2902183"/>
                  <a:gd name="connsiteX1286" fmla="*/ 3513394 w 5062695"/>
                  <a:gd name="connsiteY1286" fmla="*/ 2045247 h 2902183"/>
                  <a:gd name="connsiteX1287" fmla="*/ 3510169 w 5062695"/>
                  <a:gd name="connsiteY1287" fmla="*/ 2055243 h 2902183"/>
                  <a:gd name="connsiteX1288" fmla="*/ 3505332 w 5062695"/>
                  <a:gd name="connsiteY1288" fmla="*/ 2059435 h 2902183"/>
                  <a:gd name="connsiteX1289" fmla="*/ 3570148 w 5062695"/>
                  <a:gd name="connsiteY1289" fmla="*/ 2054598 h 2902183"/>
                  <a:gd name="connsiteX1290" fmla="*/ 3567568 w 5062695"/>
                  <a:gd name="connsiteY1290" fmla="*/ 2053953 h 2902183"/>
                  <a:gd name="connsiteX1291" fmla="*/ 3565633 w 5062695"/>
                  <a:gd name="connsiteY1291" fmla="*/ 2052986 h 2902183"/>
                  <a:gd name="connsiteX1292" fmla="*/ 3557572 w 5062695"/>
                  <a:gd name="connsiteY1292" fmla="*/ 2045247 h 2902183"/>
                  <a:gd name="connsiteX1293" fmla="*/ 3559829 w 5062695"/>
                  <a:gd name="connsiteY1293" fmla="*/ 2038152 h 2902183"/>
                  <a:gd name="connsiteX1294" fmla="*/ 3566923 w 5062695"/>
                  <a:gd name="connsiteY1294" fmla="*/ 2040410 h 2902183"/>
                  <a:gd name="connsiteX1295" fmla="*/ 3568213 w 5062695"/>
                  <a:gd name="connsiteY1295" fmla="*/ 2042667 h 2902183"/>
                  <a:gd name="connsiteX1296" fmla="*/ 3572727 w 5062695"/>
                  <a:gd name="connsiteY1296" fmla="*/ 2044602 h 2902183"/>
                  <a:gd name="connsiteX1297" fmla="*/ 3574985 w 5062695"/>
                  <a:gd name="connsiteY1297" fmla="*/ 2052018 h 2902183"/>
                  <a:gd name="connsiteX1298" fmla="*/ 3570148 w 5062695"/>
                  <a:gd name="connsiteY1298" fmla="*/ 2054598 h 2902183"/>
                  <a:gd name="connsiteX1299" fmla="*/ 4740372 w 5062695"/>
                  <a:gd name="connsiteY1299" fmla="*/ 2052018 h 2902183"/>
                  <a:gd name="connsiteX1300" fmla="*/ 4737148 w 5062695"/>
                  <a:gd name="connsiteY1300" fmla="*/ 2051051 h 2902183"/>
                  <a:gd name="connsiteX1301" fmla="*/ 4736180 w 5062695"/>
                  <a:gd name="connsiteY1301" fmla="*/ 2043634 h 2902183"/>
                  <a:gd name="connsiteX1302" fmla="*/ 4737148 w 5062695"/>
                  <a:gd name="connsiteY1302" fmla="*/ 2042667 h 2902183"/>
                  <a:gd name="connsiteX1303" fmla="*/ 4741662 w 5062695"/>
                  <a:gd name="connsiteY1303" fmla="*/ 2035895 h 2902183"/>
                  <a:gd name="connsiteX1304" fmla="*/ 4749079 w 5062695"/>
                  <a:gd name="connsiteY1304" fmla="*/ 2033638 h 2902183"/>
                  <a:gd name="connsiteX1305" fmla="*/ 4751336 w 5062695"/>
                  <a:gd name="connsiteY1305" fmla="*/ 2040732 h 2902183"/>
                  <a:gd name="connsiteX1306" fmla="*/ 4746499 w 5062695"/>
                  <a:gd name="connsiteY1306" fmla="*/ 2038152 h 2902183"/>
                  <a:gd name="connsiteX1307" fmla="*/ 4751014 w 5062695"/>
                  <a:gd name="connsiteY1307" fmla="*/ 2040732 h 2902183"/>
                  <a:gd name="connsiteX1308" fmla="*/ 4750691 w 5062695"/>
                  <a:gd name="connsiteY1308" fmla="*/ 2041055 h 2902183"/>
                  <a:gd name="connsiteX1309" fmla="*/ 4745209 w 5062695"/>
                  <a:gd name="connsiteY1309" fmla="*/ 2048794 h 2902183"/>
                  <a:gd name="connsiteX1310" fmla="*/ 4744242 w 5062695"/>
                  <a:gd name="connsiteY1310" fmla="*/ 2049761 h 2902183"/>
                  <a:gd name="connsiteX1311" fmla="*/ 4740372 w 5062695"/>
                  <a:gd name="connsiteY1311" fmla="*/ 2052018 h 2902183"/>
                  <a:gd name="connsiteX1312" fmla="*/ 3122244 w 5062695"/>
                  <a:gd name="connsiteY1312" fmla="*/ 2051051 h 2902183"/>
                  <a:gd name="connsiteX1313" fmla="*/ 3093545 w 5062695"/>
                  <a:gd name="connsiteY1313" fmla="*/ 2036218 h 2902183"/>
                  <a:gd name="connsiteX1314" fmla="*/ 3089676 w 5062695"/>
                  <a:gd name="connsiteY1314" fmla="*/ 2017515 h 2902183"/>
                  <a:gd name="connsiteX1315" fmla="*/ 3089353 w 5062695"/>
                  <a:gd name="connsiteY1315" fmla="*/ 2013000 h 2902183"/>
                  <a:gd name="connsiteX1316" fmla="*/ 3094190 w 5062695"/>
                  <a:gd name="connsiteY1316" fmla="*/ 2007196 h 2902183"/>
                  <a:gd name="connsiteX1317" fmla="*/ 3099994 w 5062695"/>
                  <a:gd name="connsiteY1317" fmla="*/ 2012033 h 2902183"/>
                  <a:gd name="connsiteX1318" fmla="*/ 3100317 w 5062695"/>
                  <a:gd name="connsiteY1318" fmla="*/ 2016547 h 2902183"/>
                  <a:gd name="connsiteX1319" fmla="*/ 3102896 w 5062695"/>
                  <a:gd name="connsiteY1319" fmla="*/ 2031058 h 2902183"/>
                  <a:gd name="connsiteX1320" fmla="*/ 3121922 w 5062695"/>
                  <a:gd name="connsiteY1320" fmla="*/ 2040087 h 2902183"/>
                  <a:gd name="connsiteX1321" fmla="*/ 3125469 w 5062695"/>
                  <a:gd name="connsiteY1321" fmla="*/ 2039765 h 2902183"/>
                  <a:gd name="connsiteX1322" fmla="*/ 3131273 w 5062695"/>
                  <a:gd name="connsiteY1322" fmla="*/ 2044602 h 2902183"/>
                  <a:gd name="connsiteX1323" fmla="*/ 3126436 w 5062695"/>
                  <a:gd name="connsiteY1323" fmla="*/ 2050406 h 2902183"/>
                  <a:gd name="connsiteX1324" fmla="*/ 3122244 w 5062695"/>
                  <a:gd name="connsiteY1324" fmla="*/ 2051051 h 2902183"/>
                  <a:gd name="connsiteX1325" fmla="*/ 3152234 w 5062695"/>
                  <a:gd name="connsiteY1325" fmla="*/ 2043957 h 2902183"/>
                  <a:gd name="connsiteX1326" fmla="*/ 3147074 w 5062695"/>
                  <a:gd name="connsiteY1326" fmla="*/ 2040087 h 2902183"/>
                  <a:gd name="connsiteX1327" fmla="*/ 3150944 w 5062695"/>
                  <a:gd name="connsiteY1327" fmla="*/ 2033316 h 2902183"/>
                  <a:gd name="connsiteX1328" fmla="*/ 3159328 w 5062695"/>
                  <a:gd name="connsiteY1328" fmla="*/ 2031381 h 2902183"/>
                  <a:gd name="connsiteX1329" fmla="*/ 3161908 w 5062695"/>
                  <a:gd name="connsiteY1329" fmla="*/ 2031058 h 2902183"/>
                  <a:gd name="connsiteX1330" fmla="*/ 3168034 w 5062695"/>
                  <a:gd name="connsiteY1330" fmla="*/ 2035573 h 2902183"/>
                  <a:gd name="connsiteX1331" fmla="*/ 3163520 w 5062695"/>
                  <a:gd name="connsiteY1331" fmla="*/ 2041700 h 2902183"/>
                  <a:gd name="connsiteX1332" fmla="*/ 3161262 w 5062695"/>
                  <a:gd name="connsiteY1332" fmla="*/ 2042022 h 2902183"/>
                  <a:gd name="connsiteX1333" fmla="*/ 3153846 w 5062695"/>
                  <a:gd name="connsiteY1333" fmla="*/ 2043634 h 2902183"/>
                  <a:gd name="connsiteX1334" fmla="*/ 3152234 w 5062695"/>
                  <a:gd name="connsiteY1334" fmla="*/ 2043957 h 2902183"/>
                  <a:gd name="connsiteX1335" fmla="*/ 390001 w 5062695"/>
                  <a:gd name="connsiteY1335" fmla="*/ 2022029 h 2902183"/>
                  <a:gd name="connsiteX1336" fmla="*/ 385809 w 5062695"/>
                  <a:gd name="connsiteY1336" fmla="*/ 2020094 h 2902183"/>
                  <a:gd name="connsiteX1337" fmla="*/ 382262 w 5062695"/>
                  <a:gd name="connsiteY1337" fmla="*/ 2017515 h 2902183"/>
                  <a:gd name="connsiteX1338" fmla="*/ 381617 w 5062695"/>
                  <a:gd name="connsiteY1338" fmla="*/ 2017192 h 2902183"/>
                  <a:gd name="connsiteX1339" fmla="*/ 379360 w 5062695"/>
                  <a:gd name="connsiteY1339" fmla="*/ 2015902 h 2902183"/>
                  <a:gd name="connsiteX1340" fmla="*/ 363559 w 5062695"/>
                  <a:gd name="connsiteY1340" fmla="*/ 2010743 h 2902183"/>
                  <a:gd name="connsiteX1341" fmla="*/ 360979 w 5062695"/>
                  <a:gd name="connsiteY1341" fmla="*/ 2011065 h 2902183"/>
                  <a:gd name="connsiteX1342" fmla="*/ 339374 w 5062695"/>
                  <a:gd name="connsiteY1342" fmla="*/ 2012355 h 2902183"/>
                  <a:gd name="connsiteX1343" fmla="*/ 334537 w 5062695"/>
                  <a:gd name="connsiteY1343" fmla="*/ 2006551 h 2902183"/>
                  <a:gd name="connsiteX1344" fmla="*/ 340341 w 5062695"/>
                  <a:gd name="connsiteY1344" fmla="*/ 2001714 h 2902183"/>
                  <a:gd name="connsiteX1345" fmla="*/ 360012 w 5062695"/>
                  <a:gd name="connsiteY1345" fmla="*/ 2000424 h 2902183"/>
                  <a:gd name="connsiteX1346" fmla="*/ 362591 w 5062695"/>
                  <a:gd name="connsiteY1346" fmla="*/ 2000102 h 2902183"/>
                  <a:gd name="connsiteX1347" fmla="*/ 385809 w 5062695"/>
                  <a:gd name="connsiteY1347" fmla="*/ 2007196 h 2902183"/>
                  <a:gd name="connsiteX1348" fmla="*/ 387421 w 5062695"/>
                  <a:gd name="connsiteY1348" fmla="*/ 2008163 h 2902183"/>
                  <a:gd name="connsiteX1349" fmla="*/ 388066 w 5062695"/>
                  <a:gd name="connsiteY1349" fmla="*/ 2008486 h 2902183"/>
                  <a:gd name="connsiteX1350" fmla="*/ 394515 w 5062695"/>
                  <a:gd name="connsiteY1350" fmla="*/ 2013645 h 2902183"/>
                  <a:gd name="connsiteX1351" fmla="*/ 393871 w 5062695"/>
                  <a:gd name="connsiteY1351" fmla="*/ 2021062 h 2902183"/>
                  <a:gd name="connsiteX1352" fmla="*/ 390001 w 5062695"/>
                  <a:gd name="connsiteY1352" fmla="*/ 2022029 h 2902183"/>
                  <a:gd name="connsiteX1353" fmla="*/ 3027762 w 5062695"/>
                  <a:gd name="connsiteY1353" fmla="*/ 2020739 h 2902183"/>
                  <a:gd name="connsiteX1354" fmla="*/ 2983262 w 5062695"/>
                  <a:gd name="connsiteY1354" fmla="*/ 1999457 h 2902183"/>
                  <a:gd name="connsiteX1355" fmla="*/ 2980360 w 5062695"/>
                  <a:gd name="connsiteY1355" fmla="*/ 1997199 h 2902183"/>
                  <a:gd name="connsiteX1356" fmla="*/ 2979392 w 5062695"/>
                  <a:gd name="connsiteY1356" fmla="*/ 1989783 h 2902183"/>
                  <a:gd name="connsiteX1357" fmla="*/ 2986809 w 5062695"/>
                  <a:gd name="connsiteY1357" fmla="*/ 1988815 h 2902183"/>
                  <a:gd name="connsiteX1358" fmla="*/ 2989711 w 5062695"/>
                  <a:gd name="connsiteY1358" fmla="*/ 1991073 h 2902183"/>
                  <a:gd name="connsiteX1359" fmla="*/ 3030342 w 5062695"/>
                  <a:gd name="connsiteY1359" fmla="*/ 2010098 h 2902183"/>
                  <a:gd name="connsiteX1360" fmla="*/ 3036146 w 5062695"/>
                  <a:gd name="connsiteY1360" fmla="*/ 2014935 h 2902183"/>
                  <a:gd name="connsiteX1361" fmla="*/ 3031309 w 5062695"/>
                  <a:gd name="connsiteY1361" fmla="*/ 2020739 h 2902183"/>
                  <a:gd name="connsiteX1362" fmla="*/ 3027762 w 5062695"/>
                  <a:gd name="connsiteY1362" fmla="*/ 2020739 h 2902183"/>
                  <a:gd name="connsiteX1363" fmla="*/ 4747144 w 5062695"/>
                  <a:gd name="connsiteY1363" fmla="*/ 2018160 h 2902183"/>
                  <a:gd name="connsiteX1364" fmla="*/ 4742630 w 5062695"/>
                  <a:gd name="connsiteY1364" fmla="*/ 2015902 h 2902183"/>
                  <a:gd name="connsiteX1365" fmla="*/ 4740694 w 5062695"/>
                  <a:gd name="connsiteY1365" fmla="*/ 2013323 h 2902183"/>
                  <a:gd name="connsiteX1366" fmla="*/ 4734568 w 5062695"/>
                  <a:gd name="connsiteY1366" fmla="*/ 2000424 h 2902183"/>
                  <a:gd name="connsiteX1367" fmla="*/ 4734568 w 5062695"/>
                  <a:gd name="connsiteY1367" fmla="*/ 1999457 h 2902183"/>
                  <a:gd name="connsiteX1368" fmla="*/ 4735213 w 5062695"/>
                  <a:gd name="connsiteY1368" fmla="*/ 1993975 h 2902183"/>
                  <a:gd name="connsiteX1369" fmla="*/ 4736180 w 5062695"/>
                  <a:gd name="connsiteY1369" fmla="*/ 1981721 h 2902183"/>
                  <a:gd name="connsiteX1370" fmla="*/ 4735858 w 5062695"/>
                  <a:gd name="connsiteY1370" fmla="*/ 1977207 h 2902183"/>
                  <a:gd name="connsiteX1371" fmla="*/ 4732956 w 5062695"/>
                  <a:gd name="connsiteY1371" fmla="*/ 1972692 h 2902183"/>
                  <a:gd name="connsiteX1372" fmla="*/ 4728118 w 5062695"/>
                  <a:gd name="connsiteY1372" fmla="*/ 1965920 h 2902183"/>
                  <a:gd name="connsiteX1373" fmla="*/ 4730054 w 5062695"/>
                  <a:gd name="connsiteY1373" fmla="*/ 1958504 h 2902183"/>
                  <a:gd name="connsiteX1374" fmla="*/ 4737470 w 5062695"/>
                  <a:gd name="connsiteY1374" fmla="*/ 1960438 h 2902183"/>
                  <a:gd name="connsiteX1375" fmla="*/ 4741340 w 5062695"/>
                  <a:gd name="connsiteY1375" fmla="*/ 1965920 h 2902183"/>
                  <a:gd name="connsiteX1376" fmla="*/ 4746499 w 5062695"/>
                  <a:gd name="connsiteY1376" fmla="*/ 1974627 h 2902183"/>
                  <a:gd name="connsiteX1377" fmla="*/ 4747144 w 5062695"/>
                  <a:gd name="connsiteY1377" fmla="*/ 1981399 h 2902183"/>
                  <a:gd name="connsiteX1378" fmla="*/ 4746177 w 5062695"/>
                  <a:gd name="connsiteY1378" fmla="*/ 1994942 h 2902183"/>
                  <a:gd name="connsiteX1379" fmla="*/ 4745854 w 5062695"/>
                  <a:gd name="connsiteY1379" fmla="*/ 2000102 h 2902183"/>
                  <a:gd name="connsiteX1380" fmla="*/ 4749724 w 5062695"/>
                  <a:gd name="connsiteY1380" fmla="*/ 2006551 h 2902183"/>
                  <a:gd name="connsiteX1381" fmla="*/ 4751981 w 5062695"/>
                  <a:gd name="connsiteY1381" fmla="*/ 2009453 h 2902183"/>
                  <a:gd name="connsiteX1382" fmla="*/ 4750691 w 5062695"/>
                  <a:gd name="connsiteY1382" fmla="*/ 2016870 h 2902183"/>
                  <a:gd name="connsiteX1383" fmla="*/ 4747144 w 5062695"/>
                  <a:gd name="connsiteY1383" fmla="*/ 2018160 h 2902183"/>
                  <a:gd name="connsiteX1384" fmla="*/ 3526292 w 5062695"/>
                  <a:gd name="connsiteY1384" fmla="*/ 2010743 h 2902183"/>
                  <a:gd name="connsiteX1385" fmla="*/ 3525003 w 5062695"/>
                  <a:gd name="connsiteY1385" fmla="*/ 2010743 h 2902183"/>
                  <a:gd name="connsiteX1386" fmla="*/ 3521133 w 5062695"/>
                  <a:gd name="connsiteY1386" fmla="*/ 2004294 h 2902183"/>
                  <a:gd name="connsiteX1387" fmla="*/ 3522101 w 5062695"/>
                  <a:gd name="connsiteY1387" fmla="*/ 1994297 h 2902183"/>
                  <a:gd name="connsiteX1388" fmla="*/ 3520488 w 5062695"/>
                  <a:gd name="connsiteY1388" fmla="*/ 1982044 h 2902183"/>
                  <a:gd name="connsiteX1389" fmla="*/ 3519521 w 5062695"/>
                  <a:gd name="connsiteY1389" fmla="*/ 1979464 h 2902183"/>
                  <a:gd name="connsiteX1390" fmla="*/ 3508880 w 5062695"/>
                  <a:gd name="connsiteY1390" fmla="*/ 1959471 h 2902183"/>
                  <a:gd name="connsiteX1391" fmla="*/ 3508880 w 5062695"/>
                  <a:gd name="connsiteY1391" fmla="*/ 1951732 h 2902183"/>
                  <a:gd name="connsiteX1392" fmla="*/ 3516619 w 5062695"/>
                  <a:gd name="connsiteY1392" fmla="*/ 1951732 h 2902183"/>
                  <a:gd name="connsiteX1393" fmla="*/ 3529840 w 5062695"/>
                  <a:gd name="connsiteY1393" fmla="*/ 1976239 h 2902183"/>
                  <a:gd name="connsiteX1394" fmla="*/ 3530485 w 5062695"/>
                  <a:gd name="connsiteY1394" fmla="*/ 1978819 h 2902183"/>
                  <a:gd name="connsiteX1395" fmla="*/ 3532419 w 5062695"/>
                  <a:gd name="connsiteY1395" fmla="*/ 1994297 h 2902183"/>
                  <a:gd name="connsiteX1396" fmla="*/ 3531130 w 5062695"/>
                  <a:gd name="connsiteY1396" fmla="*/ 2006873 h 2902183"/>
                  <a:gd name="connsiteX1397" fmla="*/ 3526292 w 5062695"/>
                  <a:gd name="connsiteY1397" fmla="*/ 2010743 h 2902183"/>
                  <a:gd name="connsiteX1398" fmla="*/ 3055494 w 5062695"/>
                  <a:gd name="connsiteY1398" fmla="*/ 2010420 h 2902183"/>
                  <a:gd name="connsiteX1399" fmla="*/ 3050980 w 5062695"/>
                  <a:gd name="connsiteY1399" fmla="*/ 2007841 h 2902183"/>
                  <a:gd name="connsiteX1400" fmla="*/ 3052592 w 5062695"/>
                  <a:gd name="connsiteY1400" fmla="*/ 2000424 h 2902183"/>
                  <a:gd name="connsiteX1401" fmla="*/ 3053559 w 5062695"/>
                  <a:gd name="connsiteY1401" fmla="*/ 1999779 h 2902183"/>
                  <a:gd name="connsiteX1402" fmla="*/ 3061944 w 5062695"/>
                  <a:gd name="connsiteY1402" fmla="*/ 1994620 h 2902183"/>
                  <a:gd name="connsiteX1403" fmla="*/ 3069360 w 5062695"/>
                  <a:gd name="connsiteY1403" fmla="*/ 1996554 h 2902183"/>
                  <a:gd name="connsiteX1404" fmla="*/ 3067425 w 5062695"/>
                  <a:gd name="connsiteY1404" fmla="*/ 2003971 h 2902183"/>
                  <a:gd name="connsiteX1405" fmla="*/ 3059364 w 5062695"/>
                  <a:gd name="connsiteY1405" fmla="*/ 2008808 h 2902183"/>
                  <a:gd name="connsiteX1406" fmla="*/ 3058396 w 5062695"/>
                  <a:gd name="connsiteY1406" fmla="*/ 2009453 h 2902183"/>
                  <a:gd name="connsiteX1407" fmla="*/ 3055494 w 5062695"/>
                  <a:gd name="connsiteY1407" fmla="*/ 2010420 h 2902183"/>
                  <a:gd name="connsiteX1408" fmla="*/ 316157 w 5062695"/>
                  <a:gd name="connsiteY1408" fmla="*/ 2001069 h 2902183"/>
                  <a:gd name="connsiteX1409" fmla="*/ 312609 w 5062695"/>
                  <a:gd name="connsiteY1409" fmla="*/ 1999457 h 2902183"/>
                  <a:gd name="connsiteX1410" fmla="*/ 304870 w 5062695"/>
                  <a:gd name="connsiteY1410" fmla="*/ 1993007 h 2902183"/>
                  <a:gd name="connsiteX1411" fmla="*/ 303580 w 5062695"/>
                  <a:gd name="connsiteY1411" fmla="*/ 1985591 h 2902183"/>
                  <a:gd name="connsiteX1412" fmla="*/ 310997 w 5062695"/>
                  <a:gd name="connsiteY1412" fmla="*/ 1984301 h 2902183"/>
                  <a:gd name="connsiteX1413" fmla="*/ 319704 w 5062695"/>
                  <a:gd name="connsiteY1413" fmla="*/ 1991718 h 2902183"/>
                  <a:gd name="connsiteX1414" fmla="*/ 320026 w 5062695"/>
                  <a:gd name="connsiteY1414" fmla="*/ 1999457 h 2902183"/>
                  <a:gd name="connsiteX1415" fmla="*/ 316157 w 5062695"/>
                  <a:gd name="connsiteY1415" fmla="*/ 2001069 h 2902183"/>
                  <a:gd name="connsiteX1416" fmla="*/ 3812641 w 5062695"/>
                  <a:gd name="connsiteY1416" fmla="*/ 1985913 h 2902183"/>
                  <a:gd name="connsiteX1417" fmla="*/ 3808127 w 5062695"/>
                  <a:gd name="connsiteY1417" fmla="*/ 1985268 h 2902183"/>
                  <a:gd name="connsiteX1418" fmla="*/ 3802000 w 5062695"/>
                  <a:gd name="connsiteY1418" fmla="*/ 1984623 h 2902183"/>
                  <a:gd name="connsiteX1419" fmla="*/ 3788779 w 5062695"/>
                  <a:gd name="connsiteY1419" fmla="*/ 1981721 h 2902183"/>
                  <a:gd name="connsiteX1420" fmla="*/ 3781040 w 5062695"/>
                  <a:gd name="connsiteY1420" fmla="*/ 1980754 h 2902183"/>
                  <a:gd name="connsiteX1421" fmla="*/ 3774590 w 5062695"/>
                  <a:gd name="connsiteY1421" fmla="*/ 1981076 h 2902183"/>
                  <a:gd name="connsiteX1422" fmla="*/ 3774590 w 5062695"/>
                  <a:gd name="connsiteY1422" fmla="*/ 1981076 h 2902183"/>
                  <a:gd name="connsiteX1423" fmla="*/ 3769109 w 5062695"/>
                  <a:gd name="connsiteY1423" fmla="*/ 1975917 h 2902183"/>
                  <a:gd name="connsiteX1424" fmla="*/ 3774268 w 5062695"/>
                  <a:gd name="connsiteY1424" fmla="*/ 1970435 h 2902183"/>
                  <a:gd name="connsiteX1425" fmla="*/ 3780072 w 5062695"/>
                  <a:gd name="connsiteY1425" fmla="*/ 1970112 h 2902183"/>
                  <a:gd name="connsiteX1426" fmla="*/ 3793938 w 5062695"/>
                  <a:gd name="connsiteY1426" fmla="*/ 1972370 h 2902183"/>
                  <a:gd name="connsiteX1427" fmla="*/ 3802645 w 5062695"/>
                  <a:gd name="connsiteY1427" fmla="*/ 1973982 h 2902183"/>
                  <a:gd name="connsiteX1428" fmla="*/ 3811996 w 5062695"/>
                  <a:gd name="connsiteY1428" fmla="*/ 1975272 h 2902183"/>
                  <a:gd name="connsiteX1429" fmla="*/ 3811996 w 5062695"/>
                  <a:gd name="connsiteY1429" fmla="*/ 1975272 h 2902183"/>
                  <a:gd name="connsiteX1430" fmla="*/ 3812641 w 5062695"/>
                  <a:gd name="connsiteY1430" fmla="*/ 1975272 h 2902183"/>
                  <a:gd name="connsiteX1431" fmla="*/ 3823605 w 5062695"/>
                  <a:gd name="connsiteY1431" fmla="*/ 1973337 h 2902183"/>
                  <a:gd name="connsiteX1432" fmla="*/ 3826185 w 5062695"/>
                  <a:gd name="connsiteY1432" fmla="*/ 1972692 h 2902183"/>
                  <a:gd name="connsiteX1433" fmla="*/ 3832634 w 5062695"/>
                  <a:gd name="connsiteY1433" fmla="*/ 1976884 h 2902183"/>
                  <a:gd name="connsiteX1434" fmla="*/ 3828442 w 5062695"/>
                  <a:gd name="connsiteY1434" fmla="*/ 1983333 h 2902183"/>
                  <a:gd name="connsiteX1435" fmla="*/ 3825862 w 5062695"/>
                  <a:gd name="connsiteY1435" fmla="*/ 1983978 h 2902183"/>
                  <a:gd name="connsiteX1436" fmla="*/ 3812641 w 5062695"/>
                  <a:gd name="connsiteY1436" fmla="*/ 1985913 h 2902183"/>
                  <a:gd name="connsiteX1437" fmla="*/ 3853594 w 5062695"/>
                  <a:gd name="connsiteY1437" fmla="*/ 1980754 h 2902183"/>
                  <a:gd name="connsiteX1438" fmla="*/ 3848112 w 5062695"/>
                  <a:gd name="connsiteY1438" fmla="*/ 1975594 h 2902183"/>
                  <a:gd name="connsiteX1439" fmla="*/ 3853272 w 5062695"/>
                  <a:gd name="connsiteY1439" fmla="*/ 1970112 h 2902183"/>
                  <a:gd name="connsiteX1440" fmla="*/ 3860688 w 5062695"/>
                  <a:gd name="connsiteY1440" fmla="*/ 1968500 h 2902183"/>
                  <a:gd name="connsiteX1441" fmla="*/ 3868105 w 5062695"/>
                  <a:gd name="connsiteY1441" fmla="*/ 1969790 h 2902183"/>
                  <a:gd name="connsiteX1442" fmla="*/ 3866815 w 5062695"/>
                  <a:gd name="connsiteY1442" fmla="*/ 1977207 h 2902183"/>
                  <a:gd name="connsiteX1443" fmla="*/ 3853594 w 5062695"/>
                  <a:gd name="connsiteY1443" fmla="*/ 1980754 h 2902183"/>
                  <a:gd name="connsiteX1444" fmla="*/ 3853594 w 5062695"/>
                  <a:gd name="connsiteY1444" fmla="*/ 1980754 h 2902183"/>
                  <a:gd name="connsiteX1445" fmla="*/ 2945856 w 5062695"/>
                  <a:gd name="connsiteY1445" fmla="*/ 1978496 h 2902183"/>
                  <a:gd name="connsiteX1446" fmla="*/ 2944566 w 5062695"/>
                  <a:gd name="connsiteY1446" fmla="*/ 1978174 h 2902183"/>
                  <a:gd name="connsiteX1447" fmla="*/ 2934570 w 5062695"/>
                  <a:gd name="connsiteY1447" fmla="*/ 1975917 h 2902183"/>
                  <a:gd name="connsiteX1448" fmla="*/ 2930055 w 5062695"/>
                  <a:gd name="connsiteY1448" fmla="*/ 1969790 h 2902183"/>
                  <a:gd name="connsiteX1449" fmla="*/ 2936182 w 5062695"/>
                  <a:gd name="connsiteY1449" fmla="*/ 1965275 h 2902183"/>
                  <a:gd name="connsiteX1450" fmla="*/ 2947146 w 5062695"/>
                  <a:gd name="connsiteY1450" fmla="*/ 1967533 h 2902183"/>
                  <a:gd name="connsiteX1451" fmla="*/ 2951016 w 5062695"/>
                  <a:gd name="connsiteY1451" fmla="*/ 1973982 h 2902183"/>
                  <a:gd name="connsiteX1452" fmla="*/ 2945856 w 5062695"/>
                  <a:gd name="connsiteY1452" fmla="*/ 1978496 h 2902183"/>
                  <a:gd name="connsiteX1453" fmla="*/ 3699779 w 5062695"/>
                  <a:gd name="connsiteY1453" fmla="*/ 1976562 h 2902183"/>
                  <a:gd name="connsiteX1454" fmla="*/ 3693974 w 5062695"/>
                  <a:gd name="connsiteY1454" fmla="*/ 1973659 h 2902183"/>
                  <a:gd name="connsiteX1455" fmla="*/ 3679786 w 5062695"/>
                  <a:gd name="connsiteY1455" fmla="*/ 1964630 h 2902183"/>
                  <a:gd name="connsiteX1456" fmla="*/ 3669144 w 5062695"/>
                  <a:gd name="connsiteY1456" fmla="*/ 1956891 h 2902183"/>
                  <a:gd name="connsiteX1457" fmla="*/ 3665275 w 5062695"/>
                  <a:gd name="connsiteY1457" fmla="*/ 1954312 h 2902183"/>
                  <a:gd name="connsiteX1458" fmla="*/ 3658181 w 5062695"/>
                  <a:gd name="connsiteY1458" fmla="*/ 1950442 h 2902183"/>
                  <a:gd name="connsiteX1459" fmla="*/ 3653989 w 5062695"/>
                  <a:gd name="connsiteY1459" fmla="*/ 1943993 h 2902183"/>
                  <a:gd name="connsiteX1460" fmla="*/ 3660438 w 5062695"/>
                  <a:gd name="connsiteY1460" fmla="*/ 1939801 h 2902183"/>
                  <a:gd name="connsiteX1461" fmla="*/ 3671079 w 5062695"/>
                  <a:gd name="connsiteY1461" fmla="*/ 1945283 h 2902183"/>
                  <a:gd name="connsiteX1462" fmla="*/ 3674949 w 5062695"/>
                  <a:gd name="connsiteY1462" fmla="*/ 1947862 h 2902183"/>
                  <a:gd name="connsiteX1463" fmla="*/ 3685913 w 5062695"/>
                  <a:gd name="connsiteY1463" fmla="*/ 1955602 h 2902183"/>
                  <a:gd name="connsiteX1464" fmla="*/ 3696876 w 5062695"/>
                  <a:gd name="connsiteY1464" fmla="*/ 1963018 h 2902183"/>
                  <a:gd name="connsiteX1465" fmla="*/ 3700746 w 5062695"/>
                  <a:gd name="connsiteY1465" fmla="*/ 1964953 h 2902183"/>
                  <a:gd name="connsiteX1466" fmla="*/ 3702036 w 5062695"/>
                  <a:gd name="connsiteY1466" fmla="*/ 1964308 h 2902183"/>
                  <a:gd name="connsiteX1467" fmla="*/ 3709452 w 5062695"/>
                  <a:gd name="connsiteY1467" fmla="*/ 1966565 h 2902183"/>
                  <a:gd name="connsiteX1468" fmla="*/ 3707195 w 5062695"/>
                  <a:gd name="connsiteY1468" fmla="*/ 1973982 h 2902183"/>
                  <a:gd name="connsiteX1469" fmla="*/ 3699779 w 5062695"/>
                  <a:gd name="connsiteY1469" fmla="*/ 1976562 h 2902183"/>
                  <a:gd name="connsiteX1470" fmla="*/ 2908773 w 5062695"/>
                  <a:gd name="connsiteY1470" fmla="*/ 1973337 h 2902183"/>
                  <a:gd name="connsiteX1471" fmla="*/ 2906838 w 5062695"/>
                  <a:gd name="connsiteY1471" fmla="*/ 1973015 h 2902183"/>
                  <a:gd name="connsiteX1472" fmla="*/ 2901033 w 5062695"/>
                  <a:gd name="connsiteY1472" fmla="*/ 1963341 h 2902183"/>
                  <a:gd name="connsiteX1473" fmla="*/ 2904903 w 5062695"/>
                  <a:gd name="connsiteY1473" fmla="*/ 1948185 h 2902183"/>
                  <a:gd name="connsiteX1474" fmla="*/ 2906838 w 5062695"/>
                  <a:gd name="connsiteY1474" fmla="*/ 1942703 h 2902183"/>
                  <a:gd name="connsiteX1475" fmla="*/ 2907160 w 5062695"/>
                  <a:gd name="connsiteY1475" fmla="*/ 1940123 h 2902183"/>
                  <a:gd name="connsiteX1476" fmla="*/ 2901356 w 5062695"/>
                  <a:gd name="connsiteY1476" fmla="*/ 1919808 h 2902183"/>
                  <a:gd name="connsiteX1477" fmla="*/ 2903613 w 5062695"/>
                  <a:gd name="connsiteY1477" fmla="*/ 1912391 h 2902183"/>
                  <a:gd name="connsiteX1478" fmla="*/ 2911030 w 5062695"/>
                  <a:gd name="connsiteY1478" fmla="*/ 1914648 h 2902183"/>
                  <a:gd name="connsiteX1479" fmla="*/ 2918124 w 5062695"/>
                  <a:gd name="connsiteY1479" fmla="*/ 1940123 h 2902183"/>
                  <a:gd name="connsiteX1480" fmla="*/ 2917479 w 5062695"/>
                  <a:gd name="connsiteY1480" fmla="*/ 1945605 h 2902183"/>
                  <a:gd name="connsiteX1481" fmla="*/ 2915222 w 5062695"/>
                  <a:gd name="connsiteY1481" fmla="*/ 1952054 h 2902183"/>
                  <a:gd name="connsiteX1482" fmla="*/ 2911997 w 5062695"/>
                  <a:gd name="connsiteY1482" fmla="*/ 1963341 h 2902183"/>
                  <a:gd name="connsiteX1483" fmla="*/ 2911997 w 5062695"/>
                  <a:gd name="connsiteY1483" fmla="*/ 1963341 h 2902183"/>
                  <a:gd name="connsiteX1484" fmla="*/ 2914255 w 5062695"/>
                  <a:gd name="connsiteY1484" fmla="*/ 1969790 h 2902183"/>
                  <a:gd name="connsiteX1485" fmla="*/ 2908773 w 5062695"/>
                  <a:gd name="connsiteY1485" fmla="*/ 1973337 h 2902183"/>
                  <a:gd name="connsiteX1486" fmla="*/ 280685 w 5062695"/>
                  <a:gd name="connsiteY1486" fmla="*/ 1965598 h 2902183"/>
                  <a:gd name="connsiteX1487" fmla="*/ 275204 w 5062695"/>
                  <a:gd name="connsiteY1487" fmla="*/ 1960761 h 2902183"/>
                  <a:gd name="connsiteX1488" fmla="*/ 274881 w 5062695"/>
                  <a:gd name="connsiteY1488" fmla="*/ 1939478 h 2902183"/>
                  <a:gd name="connsiteX1489" fmla="*/ 283265 w 5062695"/>
                  <a:gd name="connsiteY1489" fmla="*/ 1904652 h 2902183"/>
                  <a:gd name="connsiteX1490" fmla="*/ 290682 w 5062695"/>
                  <a:gd name="connsiteY1490" fmla="*/ 1903685 h 2902183"/>
                  <a:gd name="connsiteX1491" fmla="*/ 291649 w 5062695"/>
                  <a:gd name="connsiteY1491" fmla="*/ 1911101 h 2902183"/>
                  <a:gd name="connsiteX1492" fmla="*/ 285522 w 5062695"/>
                  <a:gd name="connsiteY1492" fmla="*/ 1939156 h 2902183"/>
                  <a:gd name="connsiteX1493" fmla="*/ 285845 w 5062695"/>
                  <a:gd name="connsiteY1493" fmla="*/ 1959471 h 2902183"/>
                  <a:gd name="connsiteX1494" fmla="*/ 281008 w 5062695"/>
                  <a:gd name="connsiteY1494" fmla="*/ 1965275 h 2902183"/>
                  <a:gd name="connsiteX1495" fmla="*/ 280685 w 5062695"/>
                  <a:gd name="connsiteY1495" fmla="*/ 1965598 h 2902183"/>
                  <a:gd name="connsiteX1496" fmla="*/ 3939047 w 5062695"/>
                  <a:gd name="connsiteY1496" fmla="*/ 1963663 h 2902183"/>
                  <a:gd name="connsiteX1497" fmla="*/ 3938080 w 5062695"/>
                  <a:gd name="connsiteY1497" fmla="*/ 1963663 h 2902183"/>
                  <a:gd name="connsiteX1498" fmla="*/ 3922602 w 5062695"/>
                  <a:gd name="connsiteY1498" fmla="*/ 1959149 h 2902183"/>
                  <a:gd name="connsiteX1499" fmla="*/ 3913573 w 5062695"/>
                  <a:gd name="connsiteY1499" fmla="*/ 1951087 h 2902183"/>
                  <a:gd name="connsiteX1500" fmla="*/ 3905188 w 5062695"/>
                  <a:gd name="connsiteY1500" fmla="*/ 1944638 h 2902183"/>
                  <a:gd name="connsiteX1501" fmla="*/ 3894547 w 5062695"/>
                  <a:gd name="connsiteY1501" fmla="*/ 1946895 h 2902183"/>
                  <a:gd name="connsiteX1502" fmla="*/ 3887453 w 5062695"/>
                  <a:gd name="connsiteY1502" fmla="*/ 1944638 h 2902183"/>
                  <a:gd name="connsiteX1503" fmla="*/ 3889710 w 5062695"/>
                  <a:gd name="connsiteY1503" fmla="*/ 1937543 h 2902183"/>
                  <a:gd name="connsiteX1504" fmla="*/ 3905188 w 5062695"/>
                  <a:gd name="connsiteY1504" fmla="*/ 1934319 h 2902183"/>
                  <a:gd name="connsiteX1505" fmla="*/ 3921957 w 5062695"/>
                  <a:gd name="connsiteY1505" fmla="*/ 1944638 h 2902183"/>
                  <a:gd name="connsiteX1506" fmla="*/ 3926794 w 5062695"/>
                  <a:gd name="connsiteY1506" fmla="*/ 1949475 h 2902183"/>
                  <a:gd name="connsiteX1507" fmla="*/ 3940015 w 5062695"/>
                  <a:gd name="connsiteY1507" fmla="*/ 1953344 h 2902183"/>
                  <a:gd name="connsiteX1508" fmla="*/ 3944207 w 5062695"/>
                  <a:gd name="connsiteY1508" fmla="*/ 1959471 h 2902183"/>
                  <a:gd name="connsiteX1509" fmla="*/ 3939047 w 5062695"/>
                  <a:gd name="connsiteY1509" fmla="*/ 1963663 h 2902183"/>
                  <a:gd name="connsiteX1510" fmla="*/ 3965812 w 5062695"/>
                  <a:gd name="connsiteY1510" fmla="*/ 1963341 h 2902183"/>
                  <a:gd name="connsiteX1511" fmla="*/ 3960652 w 5062695"/>
                  <a:gd name="connsiteY1511" fmla="*/ 1958826 h 2902183"/>
                  <a:gd name="connsiteX1512" fmla="*/ 3964845 w 5062695"/>
                  <a:gd name="connsiteY1512" fmla="*/ 1952699 h 2902183"/>
                  <a:gd name="connsiteX1513" fmla="*/ 3968714 w 5062695"/>
                  <a:gd name="connsiteY1513" fmla="*/ 1951732 h 2902183"/>
                  <a:gd name="connsiteX1514" fmla="*/ 3974841 w 5062695"/>
                  <a:gd name="connsiteY1514" fmla="*/ 1950120 h 2902183"/>
                  <a:gd name="connsiteX1515" fmla="*/ 3981613 w 5062695"/>
                  <a:gd name="connsiteY1515" fmla="*/ 1953989 h 2902183"/>
                  <a:gd name="connsiteX1516" fmla="*/ 3977743 w 5062695"/>
                  <a:gd name="connsiteY1516" fmla="*/ 1960761 h 2902183"/>
                  <a:gd name="connsiteX1517" fmla="*/ 3971294 w 5062695"/>
                  <a:gd name="connsiteY1517" fmla="*/ 1962373 h 2902183"/>
                  <a:gd name="connsiteX1518" fmla="*/ 3966779 w 5062695"/>
                  <a:gd name="connsiteY1518" fmla="*/ 1963341 h 2902183"/>
                  <a:gd name="connsiteX1519" fmla="*/ 3965812 w 5062695"/>
                  <a:gd name="connsiteY1519" fmla="*/ 1963341 h 2902183"/>
                  <a:gd name="connsiteX1520" fmla="*/ 3737829 w 5062695"/>
                  <a:gd name="connsiteY1520" fmla="*/ 1961083 h 2902183"/>
                  <a:gd name="connsiteX1521" fmla="*/ 3736862 w 5062695"/>
                  <a:gd name="connsiteY1521" fmla="*/ 1961083 h 2902183"/>
                  <a:gd name="connsiteX1522" fmla="*/ 3732670 w 5062695"/>
                  <a:gd name="connsiteY1522" fmla="*/ 1960761 h 2902183"/>
                  <a:gd name="connsiteX1523" fmla="*/ 3727188 w 5062695"/>
                  <a:gd name="connsiteY1523" fmla="*/ 1960761 h 2902183"/>
                  <a:gd name="connsiteX1524" fmla="*/ 3727188 w 5062695"/>
                  <a:gd name="connsiteY1524" fmla="*/ 1960761 h 2902183"/>
                  <a:gd name="connsiteX1525" fmla="*/ 3721706 w 5062695"/>
                  <a:gd name="connsiteY1525" fmla="*/ 1955279 h 2902183"/>
                  <a:gd name="connsiteX1526" fmla="*/ 3727188 w 5062695"/>
                  <a:gd name="connsiteY1526" fmla="*/ 1949797 h 2902183"/>
                  <a:gd name="connsiteX1527" fmla="*/ 3730090 w 5062695"/>
                  <a:gd name="connsiteY1527" fmla="*/ 1949797 h 2902183"/>
                  <a:gd name="connsiteX1528" fmla="*/ 3739119 w 5062695"/>
                  <a:gd name="connsiteY1528" fmla="*/ 1950120 h 2902183"/>
                  <a:gd name="connsiteX1529" fmla="*/ 3743311 w 5062695"/>
                  <a:gd name="connsiteY1529" fmla="*/ 1956246 h 2902183"/>
                  <a:gd name="connsiteX1530" fmla="*/ 3737829 w 5062695"/>
                  <a:gd name="connsiteY1530" fmla="*/ 1961083 h 2902183"/>
                  <a:gd name="connsiteX1531" fmla="*/ 4018051 w 5062695"/>
                  <a:gd name="connsiteY1531" fmla="*/ 1953989 h 2902183"/>
                  <a:gd name="connsiteX1532" fmla="*/ 4013214 w 5062695"/>
                  <a:gd name="connsiteY1532" fmla="*/ 1950764 h 2902183"/>
                  <a:gd name="connsiteX1533" fmla="*/ 4015794 w 5062695"/>
                  <a:gd name="connsiteY1533" fmla="*/ 1943670 h 2902183"/>
                  <a:gd name="connsiteX1534" fmla="*/ 4024178 w 5062695"/>
                  <a:gd name="connsiteY1534" fmla="*/ 1937221 h 2902183"/>
                  <a:gd name="connsiteX1535" fmla="*/ 4039656 w 5062695"/>
                  <a:gd name="connsiteY1535" fmla="*/ 1929482 h 2902183"/>
                  <a:gd name="connsiteX1536" fmla="*/ 4049008 w 5062695"/>
                  <a:gd name="connsiteY1536" fmla="*/ 1931739 h 2902183"/>
                  <a:gd name="connsiteX1537" fmla="*/ 4065453 w 5062695"/>
                  <a:gd name="connsiteY1537" fmla="*/ 1940446 h 2902183"/>
                  <a:gd name="connsiteX1538" fmla="*/ 4067388 w 5062695"/>
                  <a:gd name="connsiteY1538" fmla="*/ 1941413 h 2902183"/>
                  <a:gd name="connsiteX1539" fmla="*/ 4069323 w 5062695"/>
                  <a:gd name="connsiteY1539" fmla="*/ 1948830 h 2902183"/>
                  <a:gd name="connsiteX1540" fmla="*/ 4061906 w 5062695"/>
                  <a:gd name="connsiteY1540" fmla="*/ 1950764 h 2902183"/>
                  <a:gd name="connsiteX1541" fmla="*/ 4059972 w 5062695"/>
                  <a:gd name="connsiteY1541" fmla="*/ 1949475 h 2902183"/>
                  <a:gd name="connsiteX1542" fmla="*/ 4044816 w 5062695"/>
                  <a:gd name="connsiteY1542" fmla="*/ 1941413 h 2902183"/>
                  <a:gd name="connsiteX1543" fmla="*/ 4031595 w 5062695"/>
                  <a:gd name="connsiteY1543" fmla="*/ 1944960 h 2902183"/>
                  <a:gd name="connsiteX1544" fmla="*/ 4020308 w 5062695"/>
                  <a:gd name="connsiteY1544" fmla="*/ 1953022 h 2902183"/>
                  <a:gd name="connsiteX1545" fmla="*/ 4018051 w 5062695"/>
                  <a:gd name="connsiteY1545" fmla="*/ 1953989 h 2902183"/>
                  <a:gd name="connsiteX1546" fmla="*/ 3493079 w 5062695"/>
                  <a:gd name="connsiteY1546" fmla="*/ 1943025 h 2902183"/>
                  <a:gd name="connsiteX1547" fmla="*/ 3488887 w 5062695"/>
                  <a:gd name="connsiteY1547" fmla="*/ 1941091 h 2902183"/>
                  <a:gd name="connsiteX1548" fmla="*/ 3482760 w 5062695"/>
                  <a:gd name="connsiteY1548" fmla="*/ 1930772 h 2902183"/>
                  <a:gd name="connsiteX1549" fmla="*/ 3485662 w 5062695"/>
                  <a:gd name="connsiteY1549" fmla="*/ 1923677 h 2902183"/>
                  <a:gd name="connsiteX1550" fmla="*/ 3492756 w 5062695"/>
                  <a:gd name="connsiteY1550" fmla="*/ 1926580 h 2902183"/>
                  <a:gd name="connsiteX1551" fmla="*/ 3497593 w 5062695"/>
                  <a:gd name="connsiteY1551" fmla="*/ 1934641 h 2902183"/>
                  <a:gd name="connsiteX1552" fmla="*/ 3496626 w 5062695"/>
                  <a:gd name="connsiteY1552" fmla="*/ 1942058 h 2902183"/>
                  <a:gd name="connsiteX1553" fmla="*/ 3493079 w 5062695"/>
                  <a:gd name="connsiteY1553" fmla="*/ 1943025 h 2902183"/>
                  <a:gd name="connsiteX1554" fmla="*/ 4096733 w 5062695"/>
                  <a:gd name="connsiteY1554" fmla="*/ 1942703 h 2902183"/>
                  <a:gd name="connsiteX1555" fmla="*/ 4095120 w 5062695"/>
                  <a:gd name="connsiteY1555" fmla="*/ 1942380 h 2902183"/>
                  <a:gd name="connsiteX1556" fmla="*/ 4088026 w 5062695"/>
                  <a:gd name="connsiteY1556" fmla="*/ 1942058 h 2902183"/>
                  <a:gd name="connsiteX1557" fmla="*/ 4081254 w 5062695"/>
                  <a:gd name="connsiteY1557" fmla="*/ 1938833 h 2902183"/>
                  <a:gd name="connsiteX1558" fmla="*/ 4084479 w 5062695"/>
                  <a:gd name="connsiteY1558" fmla="*/ 1932061 h 2902183"/>
                  <a:gd name="connsiteX1559" fmla="*/ 4098345 w 5062695"/>
                  <a:gd name="connsiteY1559" fmla="*/ 1932061 h 2902183"/>
                  <a:gd name="connsiteX1560" fmla="*/ 4101892 w 5062695"/>
                  <a:gd name="connsiteY1560" fmla="*/ 1938833 h 2902183"/>
                  <a:gd name="connsiteX1561" fmla="*/ 4096733 w 5062695"/>
                  <a:gd name="connsiteY1561" fmla="*/ 1942703 h 2902183"/>
                  <a:gd name="connsiteX1562" fmla="*/ 4138653 w 5062695"/>
                  <a:gd name="connsiteY1562" fmla="*/ 1938188 h 2902183"/>
                  <a:gd name="connsiteX1563" fmla="*/ 4134783 w 5062695"/>
                  <a:gd name="connsiteY1563" fmla="*/ 1936576 h 2902183"/>
                  <a:gd name="connsiteX1564" fmla="*/ 4135106 w 5062695"/>
                  <a:gd name="connsiteY1564" fmla="*/ 1928837 h 2902183"/>
                  <a:gd name="connsiteX1565" fmla="*/ 4140588 w 5062695"/>
                  <a:gd name="connsiteY1565" fmla="*/ 1920775 h 2902183"/>
                  <a:gd name="connsiteX1566" fmla="*/ 4158968 w 5062695"/>
                  <a:gd name="connsiteY1566" fmla="*/ 1905619 h 2902183"/>
                  <a:gd name="connsiteX1567" fmla="*/ 4158968 w 5062695"/>
                  <a:gd name="connsiteY1567" fmla="*/ 1905619 h 2902183"/>
                  <a:gd name="connsiteX1568" fmla="*/ 4169932 w 5062695"/>
                  <a:gd name="connsiteY1568" fmla="*/ 1908522 h 2902183"/>
                  <a:gd name="connsiteX1569" fmla="*/ 4182508 w 5062695"/>
                  <a:gd name="connsiteY1569" fmla="*/ 1916261 h 2902183"/>
                  <a:gd name="connsiteX1570" fmla="*/ 4183798 w 5062695"/>
                  <a:gd name="connsiteY1570" fmla="*/ 1923677 h 2902183"/>
                  <a:gd name="connsiteX1571" fmla="*/ 4176381 w 5062695"/>
                  <a:gd name="connsiteY1571" fmla="*/ 1924967 h 2902183"/>
                  <a:gd name="connsiteX1572" fmla="*/ 4165095 w 5062695"/>
                  <a:gd name="connsiteY1572" fmla="*/ 1918196 h 2902183"/>
                  <a:gd name="connsiteX1573" fmla="*/ 4159291 w 5062695"/>
                  <a:gd name="connsiteY1573" fmla="*/ 1916261 h 2902183"/>
                  <a:gd name="connsiteX1574" fmla="*/ 4159291 w 5062695"/>
                  <a:gd name="connsiteY1574" fmla="*/ 1916261 h 2902183"/>
                  <a:gd name="connsiteX1575" fmla="*/ 4150262 w 5062695"/>
                  <a:gd name="connsiteY1575" fmla="*/ 1925935 h 2902183"/>
                  <a:gd name="connsiteX1576" fmla="*/ 4142845 w 5062695"/>
                  <a:gd name="connsiteY1576" fmla="*/ 1936576 h 2902183"/>
                  <a:gd name="connsiteX1577" fmla="*/ 4138653 w 5062695"/>
                  <a:gd name="connsiteY1577" fmla="*/ 1938188 h 2902183"/>
                  <a:gd name="connsiteX1578" fmla="*/ 4735213 w 5062695"/>
                  <a:gd name="connsiteY1578" fmla="*/ 1927870 h 2902183"/>
                  <a:gd name="connsiteX1579" fmla="*/ 4733278 w 5062695"/>
                  <a:gd name="connsiteY1579" fmla="*/ 1927547 h 2902183"/>
                  <a:gd name="connsiteX1580" fmla="*/ 4730376 w 5062695"/>
                  <a:gd name="connsiteY1580" fmla="*/ 1920453 h 2902183"/>
                  <a:gd name="connsiteX1581" fmla="*/ 4735213 w 5062695"/>
                  <a:gd name="connsiteY1581" fmla="*/ 1910134 h 2902183"/>
                  <a:gd name="connsiteX1582" fmla="*/ 4742630 w 5062695"/>
                  <a:gd name="connsiteY1582" fmla="*/ 1908199 h 2902183"/>
                  <a:gd name="connsiteX1583" fmla="*/ 4744564 w 5062695"/>
                  <a:gd name="connsiteY1583" fmla="*/ 1915616 h 2902183"/>
                  <a:gd name="connsiteX1584" fmla="*/ 4740372 w 5062695"/>
                  <a:gd name="connsiteY1584" fmla="*/ 1924645 h 2902183"/>
                  <a:gd name="connsiteX1585" fmla="*/ 4735213 w 5062695"/>
                  <a:gd name="connsiteY1585" fmla="*/ 1927870 h 2902183"/>
                  <a:gd name="connsiteX1586" fmla="*/ 3639478 w 5062695"/>
                  <a:gd name="connsiteY1586" fmla="*/ 1926257 h 2902183"/>
                  <a:gd name="connsiteX1587" fmla="*/ 3634963 w 5062695"/>
                  <a:gd name="connsiteY1587" fmla="*/ 1924000 h 2902183"/>
                  <a:gd name="connsiteX1588" fmla="*/ 3628836 w 5062695"/>
                  <a:gd name="connsiteY1588" fmla="*/ 1916906 h 2902183"/>
                  <a:gd name="connsiteX1589" fmla="*/ 3628191 w 5062695"/>
                  <a:gd name="connsiteY1589" fmla="*/ 1909167 h 2902183"/>
                  <a:gd name="connsiteX1590" fmla="*/ 3635931 w 5062695"/>
                  <a:gd name="connsiteY1590" fmla="*/ 1908522 h 2902183"/>
                  <a:gd name="connsiteX1591" fmla="*/ 3643992 w 5062695"/>
                  <a:gd name="connsiteY1591" fmla="*/ 1917873 h 2902183"/>
                  <a:gd name="connsiteX1592" fmla="*/ 3642380 w 5062695"/>
                  <a:gd name="connsiteY1592" fmla="*/ 1925290 h 2902183"/>
                  <a:gd name="connsiteX1593" fmla="*/ 3639478 w 5062695"/>
                  <a:gd name="connsiteY1593" fmla="*/ 1926257 h 2902183"/>
                  <a:gd name="connsiteX1594" fmla="*/ 4200889 w 5062695"/>
                  <a:gd name="connsiteY1594" fmla="*/ 1924645 h 2902183"/>
                  <a:gd name="connsiteX1595" fmla="*/ 4199922 w 5062695"/>
                  <a:gd name="connsiteY1595" fmla="*/ 1924645 h 2902183"/>
                  <a:gd name="connsiteX1596" fmla="*/ 4195729 w 5062695"/>
                  <a:gd name="connsiteY1596" fmla="*/ 1918196 h 2902183"/>
                  <a:gd name="connsiteX1597" fmla="*/ 4197020 w 5062695"/>
                  <a:gd name="connsiteY1597" fmla="*/ 1908199 h 2902183"/>
                  <a:gd name="connsiteX1598" fmla="*/ 4202824 w 5062695"/>
                  <a:gd name="connsiteY1598" fmla="*/ 1903040 h 2902183"/>
                  <a:gd name="connsiteX1599" fmla="*/ 4207983 w 5062695"/>
                  <a:gd name="connsiteY1599" fmla="*/ 1908844 h 2902183"/>
                  <a:gd name="connsiteX1600" fmla="*/ 4206371 w 5062695"/>
                  <a:gd name="connsiteY1600" fmla="*/ 1920453 h 2902183"/>
                  <a:gd name="connsiteX1601" fmla="*/ 4200889 w 5062695"/>
                  <a:gd name="connsiteY1601" fmla="*/ 1924645 h 2902183"/>
                  <a:gd name="connsiteX1602" fmla="*/ 2767533 w 5062695"/>
                  <a:gd name="connsiteY1602" fmla="*/ 1919808 h 2902183"/>
                  <a:gd name="connsiteX1603" fmla="*/ 2767211 w 5062695"/>
                  <a:gd name="connsiteY1603" fmla="*/ 1919808 h 2902183"/>
                  <a:gd name="connsiteX1604" fmla="*/ 2761729 w 5062695"/>
                  <a:gd name="connsiteY1604" fmla="*/ 1914971 h 2902183"/>
                  <a:gd name="connsiteX1605" fmla="*/ 2757859 w 5062695"/>
                  <a:gd name="connsiteY1605" fmla="*/ 1910134 h 2902183"/>
                  <a:gd name="connsiteX1606" fmla="*/ 2757214 w 5062695"/>
                  <a:gd name="connsiteY1606" fmla="*/ 1902717 h 2902183"/>
                  <a:gd name="connsiteX1607" fmla="*/ 2764631 w 5062695"/>
                  <a:gd name="connsiteY1607" fmla="*/ 1902072 h 2902183"/>
                  <a:gd name="connsiteX1608" fmla="*/ 2771403 w 5062695"/>
                  <a:gd name="connsiteY1608" fmla="*/ 1911101 h 2902183"/>
                  <a:gd name="connsiteX1609" fmla="*/ 2772693 w 5062695"/>
                  <a:gd name="connsiteY1609" fmla="*/ 1914971 h 2902183"/>
                  <a:gd name="connsiteX1610" fmla="*/ 2767533 w 5062695"/>
                  <a:gd name="connsiteY1610" fmla="*/ 1919808 h 2902183"/>
                  <a:gd name="connsiteX1611" fmla="*/ 2673373 w 5062695"/>
                  <a:gd name="connsiteY1611" fmla="*/ 1916261 h 2902183"/>
                  <a:gd name="connsiteX1612" fmla="*/ 2669504 w 5062695"/>
                  <a:gd name="connsiteY1612" fmla="*/ 1914648 h 2902183"/>
                  <a:gd name="connsiteX1613" fmla="*/ 2662087 w 5062695"/>
                  <a:gd name="connsiteY1613" fmla="*/ 1905942 h 2902183"/>
                  <a:gd name="connsiteX1614" fmla="*/ 2663055 w 5062695"/>
                  <a:gd name="connsiteY1614" fmla="*/ 1898525 h 2902183"/>
                  <a:gd name="connsiteX1615" fmla="*/ 2670471 w 5062695"/>
                  <a:gd name="connsiteY1615" fmla="*/ 1899493 h 2902183"/>
                  <a:gd name="connsiteX1616" fmla="*/ 2676921 w 5062695"/>
                  <a:gd name="connsiteY1616" fmla="*/ 1907232 h 2902183"/>
                  <a:gd name="connsiteX1617" fmla="*/ 2676921 w 5062695"/>
                  <a:gd name="connsiteY1617" fmla="*/ 1914971 h 2902183"/>
                  <a:gd name="connsiteX1618" fmla="*/ 2673373 w 5062695"/>
                  <a:gd name="connsiteY1618" fmla="*/ 1916261 h 2902183"/>
                  <a:gd name="connsiteX1619" fmla="*/ 4763590 w 5062695"/>
                  <a:gd name="connsiteY1619" fmla="*/ 1911101 h 2902183"/>
                  <a:gd name="connsiteX1620" fmla="*/ 4758753 w 5062695"/>
                  <a:gd name="connsiteY1620" fmla="*/ 1908199 h 2902183"/>
                  <a:gd name="connsiteX1621" fmla="*/ 4761010 w 5062695"/>
                  <a:gd name="connsiteY1621" fmla="*/ 1900782 h 2902183"/>
                  <a:gd name="connsiteX1622" fmla="*/ 4786807 w 5062695"/>
                  <a:gd name="connsiteY1622" fmla="*/ 1877243 h 2902183"/>
                  <a:gd name="connsiteX1623" fmla="*/ 4797449 w 5062695"/>
                  <a:gd name="connsiteY1623" fmla="*/ 1865956 h 2902183"/>
                  <a:gd name="connsiteX1624" fmla="*/ 4798738 w 5062695"/>
                  <a:gd name="connsiteY1624" fmla="*/ 1864666 h 2902183"/>
                  <a:gd name="connsiteX1625" fmla="*/ 4806478 w 5062695"/>
                  <a:gd name="connsiteY1625" fmla="*/ 1864666 h 2902183"/>
                  <a:gd name="connsiteX1626" fmla="*/ 4806478 w 5062695"/>
                  <a:gd name="connsiteY1626" fmla="*/ 1872406 h 2902183"/>
                  <a:gd name="connsiteX1627" fmla="*/ 4805187 w 5062695"/>
                  <a:gd name="connsiteY1627" fmla="*/ 1873695 h 2902183"/>
                  <a:gd name="connsiteX1628" fmla="*/ 4794869 w 5062695"/>
                  <a:gd name="connsiteY1628" fmla="*/ 1884659 h 2902183"/>
                  <a:gd name="connsiteX1629" fmla="*/ 4766492 w 5062695"/>
                  <a:gd name="connsiteY1629" fmla="*/ 1910456 h 2902183"/>
                  <a:gd name="connsiteX1630" fmla="*/ 4763590 w 5062695"/>
                  <a:gd name="connsiteY1630" fmla="*/ 1911101 h 2902183"/>
                  <a:gd name="connsiteX1631" fmla="*/ 2858791 w 5062695"/>
                  <a:gd name="connsiteY1631" fmla="*/ 1910456 h 2902183"/>
                  <a:gd name="connsiteX1632" fmla="*/ 2853631 w 5062695"/>
                  <a:gd name="connsiteY1632" fmla="*/ 1906264 h 2902183"/>
                  <a:gd name="connsiteX1633" fmla="*/ 2857823 w 5062695"/>
                  <a:gd name="connsiteY1633" fmla="*/ 1899815 h 2902183"/>
                  <a:gd name="connsiteX1634" fmla="*/ 2862338 w 5062695"/>
                  <a:gd name="connsiteY1634" fmla="*/ 1898525 h 2902183"/>
                  <a:gd name="connsiteX1635" fmla="*/ 2868142 w 5062695"/>
                  <a:gd name="connsiteY1635" fmla="*/ 1896913 h 2902183"/>
                  <a:gd name="connsiteX1636" fmla="*/ 2874591 w 5062695"/>
                  <a:gd name="connsiteY1636" fmla="*/ 1900782 h 2902183"/>
                  <a:gd name="connsiteX1637" fmla="*/ 2870722 w 5062695"/>
                  <a:gd name="connsiteY1637" fmla="*/ 1907232 h 2902183"/>
                  <a:gd name="connsiteX1638" fmla="*/ 2866207 w 5062695"/>
                  <a:gd name="connsiteY1638" fmla="*/ 1908522 h 2902183"/>
                  <a:gd name="connsiteX1639" fmla="*/ 2860403 w 5062695"/>
                  <a:gd name="connsiteY1639" fmla="*/ 1910134 h 2902183"/>
                  <a:gd name="connsiteX1640" fmla="*/ 2858791 w 5062695"/>
                  <a:gd name="connsiteY1640" fmla="*/ 1910456 h 2902183"/>
                  <a:gd name="connsiteX1641" fmla="*/ 3620130 w 5062695"/>
                  <a:gd name="connsiteY1641" fmla="*/ 1902717 h 2902183"/>
                  <a:gd name="connsiteX1642" fmla="*/ 3616905 w 5062695"/>
                  <a:gd name="connsiteY1642" fmla="*/ 1901750 h 2902183"/>
                  <a:gd name="connsiteX1643" fmla="*/ 3615938 w 5062695"/>
                  <a:gd name="connsiteY1643" fmla="*/ 1894333 h 2902183"/>
                  <a:gd name="connsiteX1644" fmla="*/ 3624322 w 5062695"/>
                  <a:gd name="connsiteY1644" fmla="*/ 1884014 h 2902183"/>
                  <a:gd name="connsiteX1645" fmla="*/ 3629804 w 5062695"/>
                  <a:gd name="connsiteY1645" fmla="*/ 1877243 h 2902183"/>
                  <a:gd name="connsiteX1646" fmla="*/ 3633028 w 5062695"/>
                  <a:gd name="connsiteY1646" fmla="*/ 1871761 h 2902183"/>
                  <a:gd name="connsiteX1647" fmla="*/ 3633028 w 5062695"/>
                  <a:gd name="connsiteY1647" fmla="*/ 1871761 h 2902183"/>
                  <a:gd name="connsiteX1648" fmla="*/ 3630126 w 5062695"/>
                  <a:gd name="connsiteY1648" fmla="*/ 1869826 h 2902183"/>
                  <a:gd name="connsiteX1649" fmla="*/ 3619162 w 5062695"/>
                  <a:gd name="connsiteY1649" fmla="*/ 1859507 h 2902183"/>
                  <a:gd name="connsiteX1650" fmla="*/ 3618840 w 5062695"/>
                  <a:gd name="connsiteY1650" fmla="*/ 1858862 h 2902183"/>
                  <a:gd name="connsiteX1651" fmla="*/ 3621420 w 5062695"/>
                  <a:gd name="connsiteY1651" fmla="*/ 1851768 h 2902183"/>
                  <a:gd name="connsiteX1652" fmla="*/ 3628514 w 5062695"/>
                  <a:gd name="connsiteY1652" fmla="*/ 1854347 h 2902183"/>
                  <a:gd name="connsiteX1653" fmla="*/ 3628836 w 5062695"/>
                  <a:gd name="connsiteY1653" fmla="*/ 1854992 h 2902183"/>
                  <a:gd name="connsiteX1654" fmla="*/ 3634641 w 5062695"/>
                  <a:gd name="connsiteY1654" fmla="*/ 1860152 h 2902183"/>
                  <a:gd name="connsiteX1655" fmla="*/ 3643347 w 5062695"/>
                  <a:gd name="connsiteY1655" fmla="*/ 1871761 h 2902183"/>
                  <a:gd name="connsiteX1656" fmla="*/ 3637865 w 5062695"/>
                  <a:gd name="connsiteY1656" fmla="*/ 1883692 h 2902183"/>
                  <a:gd name="connsiteX1657" fmla="*/ 3632061 w 5062695"/>
                  <a:gd name="connsiteY1657" fmla="*/ 1890786 h 2902183"/>
                  <a:gd name="connsiteX1658" fmla="*/ 3623999 w 5062695"/>
                  <a:gd name="connsiteY1658" fmla="*/ 1900782 h 2902183"/>
                  <a:gd name="connsiteX1659" fmla="*/ 3620130 w 5062695"/>
                  <a:gd name="connsiteY1659" fmla="*/ 1902717 h 2902183"/>
                  <a:gd name="connsiteX1660" fmla="*/ 2623069 w 5062695"/>
                  <a:gd name="connsiteY1660" fmla="*/ 1900782 h 2902183"/>
                  <a:gd name="connsiteX1661" fmla="*/ 2605656 w 5062695"/>
                  <a:gd name="connsiteY1661" fmla="*/ 1897235 h 2902183"/>
                  <a:gd name="connsiteX1662" fmla="*/ 2591790 w 5062695"/>
                  <a:gd name="connsiteY1662" fmla="*/ 1890464 h 2902183"/>
                  <a:gd name="connsiteX1663" fmla="*/ 2589210 w 5062695"/>
                  <a:gd name="connsiteY1663" fmla="*/ 1883369 h 2902183"/>
                  <a:gd name="connsiteX1664" fmla="*/ 2596304 w 5062695"/>
                  <a:gd name="connsiteY1664" fmla="*/ 1880790 h 2902183"/>
                  <a:gd name="connsiteX1665" fmla="*/ 2610170 w 5062695"/>
                  <a:gd name="connsiteY1665" fmla="*/ 1887561 h 2902183"/>
                  <a:gd name="connsiteX1666" fmla="*/ 2622747 w 5062695"/>
                  <a:gd name="connsiteY1666" fmla="*/ 1890141 h 2902183"/>
                  <a:gd name="connsiteX1667" fmla="*/ 2636290 w 5062695"/>
                  <a:gd name="connsiteY1667" fmla="*/ 1887884 h 2902183"/>
                  <a:gd name="connsiteX1668" fmla="*/ 2637580 w 5062695"/>
                  <a:gd name="connsiteY1668" fmla="*/ 1887561 h 2902183"/>
                  <a:gd name="connsiteX1669" fmla="*/ 2643384 w 5062695"/>
                  <a:gd name="connsiteY1669" fmla="*/ 1885949 h 2902183"/>
                  <a:gd name="connsiteX1670" fmla="*/ 2649833 w 5062695"/>
                  <a:gd name="connsiteY1670" fmla="*/ 1889819 h 2902183"/>
                  <a:gd name="connsiteX1671" fmla="*/ 2645964 w 5062695"/>
                  <a:gd name="connsiteY1671" fmla="*/ 1896268 h 2902183"/>
                  <a:gd name="connsiteX1672" fmla="*/ 2640482 w 5062695"/>
                  <a:gd name="connsiteY1672" fmla="*/ 1897880 h 2902183"/>
                  <a:gd name="connsiteX1673" fmla="*/ 2639192 w 5062695"/>
                  <a:gd name="connsiteY1673" fmla="*/ 1898203 h 2902183"/>
                  <a:gd name="connsiteX1674" fmla="*/ 2623069 w 5062695"/>
                  <a:gd name="connsiteY1674" fmla="*/ 1900782 h 2902183"/>
                  <a:gd name="connsiteX1675" fmla="*/ 2799457 w 5062695"/>
                  <a:gd name="connsiteY1675" fmla="*/ 1898203 h 2902183"/>
                  <a:gd name="connsiteX1676" fmla="*/ 2796232 w 5062695"/>
                  <a:gd name="connsiteY1676" fmla="*/ 1897880 h 2902183"/>
                  <a:gd name="connsiteX1677" fmla="*/ 2791718 w 5062695"/>
                  <a:gd name="connsiteY1677" fmla="*/ 1891753 h 2902183"/>
                  <a:gd name="connsiteX1678" fmla="*/ 2797845 w 5062695"/>
                  <a:gd name="connsiteY1678" fmla="*/ 1886916 h 2902183"/>
                  <a:gd name="connsiteX1679" fmla="*/ 2799780 w 5062695"/>
                  <a:gd name="connsiteY1679" fmla="*/ 1886916 h 2902183"/>
                  <a:gd name="connsiteX1680" fmla="*/ 2805262 w 5062695"/>
                  <a:gd name="connsiteY1680" fmla="*/ 1882402 h 2902183"/>
                  <a:gd name="connsiteX1681" fmla="*/ 2806229 w 5062695"/>
                  <a:gd name="connsiteY1681" fmla="*/ 1881435 h 2902183"/>
                  <a:gd name="connsiteX1682" fmla="*/ 2840410 w 5062695"/>
                  <a:gd name="connsiteY1682" fmla="*/ 1878855 h 2902183"/>
                  <a:gd name="connsiteX1683" fmla="*/ 2846537 w 5062695"/>
                  <a:gd name="connsiteY1683" fmla="*/ 1887561 h 2902183"/>
                  <a:gd name="connsiteX1684" fmla="*/ 2843635 w 5062695"/>
                  <a:gd name="connsiteY1684" fmla="*/ 1894656 h 2902183"/>
                  <a:gd name="connsiteX1685" fmla="*/ 2836541 w 5062695"/>
                  <a:gd name="connsiteY1685" fmla="*/ 1891753 h 2902183"/>
                  <a:gd name="connsiteX1686" fmla="*/ 2833316 w 5062695"/>
                  <a:gd name="connsiteY1686" fmla="*/ 1886916 h 2902183"/>
                  <a:gd name="connsiteX1687" fmla="*/ 2813968 w 5062695"/>
                  <a:gd name="connsiteY1687" fmla="*/ 1888529 h 2902183"/>
                  <a:gd name="connsiteX1688" fmla="*/ 2813001 w 5062695"/>
                  <a:gd name="connsiteY1688" fmla="*/ 1889496 h 2902183"/>
                  <a:gd name="connsiteX1689" fmla="*/ 2799457 w 5062695"/>
                  <a:gd name="connsiteY1689" fmla="*/ 1898203 h 2902183"/>
                  <a:gd name="connsiteX1690" fmla="*/ 2739156 w 5062695"/>
                  <a:gd name="connsiteY1690" fmla="*/ 1895623 h 2902183"/>
                  <a:gd name="connsiteX1691" fmla="*/ 2736254 w 5062695"/>
                  <a:gd name="connsiteY1691" fmla="*/ 1894978 h 2902183"/>
                  <a:gd name="connsiteX1692" fmla="*/ 2717229 w 5062695"/>
                  <a:gd name="connsiteY1692" fmla="*/ 1891753 h 2902183"/>
                  <a:gd name="connsiteX1693" fmla="*/ 2693366 w 5062695"/>
                  <a:gd name="connsiteY1693" fmla="*/ 1893366 h 2902183"/>
                  <a:gd name="connsiteX1694" fmla="*/ 2691109 w 5062695"/>
                  <a:gd name="connsiteY1694" fmla="*/ 1893688 h 2902183"/>
                  <a:gd name="connsiteX1695" fmla="*/ 2689819 w 5062695"/>
                  <a:gd name="connsiteY1695" fmla="*/ 1894011 h 2902183"/>
                  <a:gd name="connsiteX1696" fmla="*/ 2682402 w 5062695"/>
                  <a:gd name="connsiteY1696" fmla="*/ 1893366 h 2902183"/>
                  <a:gd name="connsiteX1697" fmla="*/ 2683048 w 5062695"/>
                  <a:gd name="connsiteY1697" fmla="*/ 1885949 h 2902183"/>
                  <a:gd name="connsiteX1698" fmla="*/ 2690142 w 5062695"/>
                  <a:gd name="connsiteY1698" fmla="*/ 1883047 h 2902183"/>
                  <a:gd name="connsiteX1699" fmla="*/ 2692399 w 5062695"/>
                  <a:gd name="connsiteY1699" fmla="*/ 1882724 h 2902183"/>
                  <a:gd name="connsiteX1700" fmla="*/ 2717229 w 5062695"/>
                  <a:gd name="connsiteY1700" fmla="*/ 1881112 h 2902183"/>
                  <a:gd name="connsiteX1701" fmla="*/ 2741736 w 5062695"/>
                  <a:gd name="connsiteY1701" fmla="*/ 1885949 h 2902183"/>
                  <a:gd name="connsiteX1702" fmla="*/ 2743671 w 5062695"/>
                  <a:gd name="connsiteY1702" fmla="*/ 1893366 h 2902183"/>
                  <a:gd name="connsiteX1703" fmla="*/ 2739156 w 5062695"/>
                  <a:gd name="connsiteY1703" fmla="*/ 1895623 h 2902183"/>
                  <a:gd name="connsiteX1704" fmla="*/ 3493401 w 5062695"/>
                  <a:gd name="connsiteY1704" fmla="*/ 1895301 h 2902183"/>
                  <a:gd name="connsiteX1705" fmla="*/ 3488242 w 5062695"/>
                  <a:gd name="connsiteY1705" fmla="*/ 1891109 h 2902183"/>
                  <a:gd name="connsiteX1706" fmla="*/ 3486629 w 5062695"/>
                  <a:gd name="connsiteY1706" fmla="*/ 1876275 h 2902183"/>
                  <a:gd name="connsiteX1707" fmla="*/ 3486629 w 5062695"/>
                  <a:gd name="connsiteY1707" fmla="*/ 1873050 h 2902183"/>
                  <a:gd name="connsiteX1708" fmla="*/ 3493401 w 5062695"/>
                  <a:gd name="connsiteY1708" fmla="*/ 1843061 h 2902183"/>
                  <a:gd name="connsiteX1709" fmla="*/ 3495336 w 5062695"/>
                  <a:gd name="connsiteY1709" fmla="*/ 1839192 h 2902183"/>
                  <a:gd name="connsiteX1710" fmla="*/ 3496303 w 5062695"/>
                  <a:gd name="connsiteY1710" fmla="*/ 1836612 h 2902183"/>
                  <a:gd name="connsiteX1711" fmla="*/ 3502753 w 5062695"/>
                  <a:gd name="connsiteY1711" fmla="*/ 1832420 h 2902183"/>
                  <a:gd name="connsiteX1712" fmla="*/ 3506945 w 5062695"/>
                  <a:gd name="connsiteY1712" fmla="*/ 1838869 h 2902183"/>
                  <a:gd name="connsiteX1713" fmla="*/ 3505332 w 5062695"/>
                  <a:gd name="connsiteY1713" fmla="*/ 1844029 h 2902183"/>
                  <a:gd name="connsiteX1714" fmla="*/ 3503075 w 5062695"/>
                  <a:gd name="connsiteY1714" fmla="*/ 1848221 h 2902183"/>
                  <a:gd name="connsiteX1715" fmla="*/ 3497593 w 5062695"/>
                  <a:gd name="connsiteY1715" fmla="*/ 1873373 h 2902183"/>
                  <a:gd name="connsiteX1716" fmla="*/ 3497593 w 5062695"/>
                  <a:gd name="connsiteY1716" fmla="*/ 1875953 h 2902183"/>
                  <a:gd name="connsiteX1717" fmla="*/ 3498883 w 5062695"/>
                  <a:gd name="connsiteY1717" fmla="*/ 1888529 h 2902183"/>
                  <a:gd name="connsiteX1718" fmla="*/ 3494691 w 5062695"/>
                  <a:gd name="connsiteY1718" fmla="*/ 1894978 h 2902183"/>
                  <a:gd name="connsiteX1719" fmla="*/ 3493401 w 5062695"/>
                  <a:gd name="connsiteY1719" fmla="*/ 1895301 h 2902183"/>
                  <a:gd name="connsiteX1720" fmla="*/ 302936 w 5062695"/>
                  <a:gd name="connsiteY1720" fmla="*/ 1891753 h 2902183"/>
                  <a:gd name="connsiteX1721" fmla="*/ 301323 w 5062695"/>
                  <a:gd name="connsiteY1721" fmla="*/ 1891431 h 2902183"/>
                  <a:gd name="connsiteX1722" fmla="*/ 298099 w 5062695"/>
                  <a:gd name="connsiteY1722" fmla="*/ 1884659 h 2902183"/>
                  <a:gd name="connsiteX1723" fmla="*/ 303580 w 5062695"/>
                  <a:gd name="connsiteY1723" fmla="*/ 1873373 h 2902183"/>
                  <a:gd name="connsiteX1724" fmla="*/ 310997 w 5062695"/>
                  <a:gd name="connsiteY1724" fmla="*/ 1872406 h 2902183"/>
                  <a:gd name="connsiteX1725" fmla="*/ 311965 w 5062695"/>
                  <a:gd name="connsiteY1725" fmla="*/ 1879822 h 2902183"/>
                  <a:gd name="connsiteX1726" fmla="*/ 308417 w 5062695"/>
                  <a:gd name="connsiteY1726" fmla="*/ 1887884 h 2902183"/>
                  <a:gd name="connsiteX1727" fmla="*/ 302936 w 5062695"/>
                  <a:gd name="connsiteY1727" fmla="*/ 1891753 h 2902183"/>
                  <a:gd name="connsiteX1728" fmla="*/ 4185733 w 5062695"/>
                  <a:gd name="connsiteY1728" fmla="*/ 1876920 h 2902183"/>
                  <a:gd name="connsiteX1729" fmla="*/ 4180573 w 5062695"/>
                  <a:gd name="connsiteY1729" fmla="*/ 1873050 h 2902183"/>
                  <a:gd name="connsiteX1730" fmla="*/ 4179606 w 5062695"/>
                  <a:gd name="connsiteY1730" fmla="*/ 1867246 h 2902183"/>
                  <a:gd name="connsiteX1731" fmla="*/ 4182186 w 5062695"/>
                  <a:gd name="connsiteY1731" fmla="*/ 1857572 h 2902183"/>
                  <a:gd name="connsiteX1732" fmla="*/ 4187668 w 5062695"/>
                  <a:gd name="connsiteY1732" fmla="*/ 1837257 h 2902183"/>
                  <a:gd name="connsiteX1733" fmla="*/ 4181218 w 5062695"/>
                  <a:gd name="connsiteY1733" fmla="*/ 1823391 h 2902183"/>
                  <a:gd name="connsiteX1734" fmla="*/ 4183153 w 5062695"/>
                  <a:gd name="connsiteY1734" fmla="*/ 1815974 h 2902183"/>
                  <a:gd name="connsiteX1735" fmla="*/ 4190570 w 5062695"/>
                  <a:gd name="connsiteY1735" fmla="*/ 1817909 h 2902183"/>
                  <a:gd name="connsiteX1736" fmla="*/ 4198309 w 5062695"/>
                  <a:gd name="connsiteY1736" fmla="*/ 1836934 h 2902183"/>
                  <a:gd name="connsiteX1737" fmla="*/ 4191537 w 5062695"/>
                  <a:gd name="connsiteY1737" fmla="*/ 1862409 h 2902183"/>
                  <a:gd name="connsiteX1738" fmla="*/ 4190247 w 5062695"/>
                  <a:gd name="connsiteY1738" fmla="*/ 1866924 h 2902183"/>
                  <a:gd name="connsiteX1739" fmla="*/ 4190570 w 5062695"/>
                  <a:gd name="connsiteY1739" fmla="*/ 1869503 h 2902183"/>
                  <a:gd name="connsiteX1740" fmla="*/ 4187023 w 5062695"/>
                  <a:gd name="connsiteY1740" fmla="*/ 1876275 h 2902183"/>
                  <a:gd name="connsiteX1741" fmla="*/ 4185733 w 5062695"/>
                  <a:gd name="connsiteY1741" fmla="*/ 1876920 h 2902183"/>
                  <a:gd name="connsiteX1742" fmla="*/ 2555352 w 5062695"/>
                  <a:gd name="connsiteY1742" fmla="*/ 1872406 h 2902183"/>
                  <a:gd name="connsiteX1743" fmla="*/ 2553094 w 5062695"/>
                  <a:gd name="connsiteY1743" fmla="*/ 1871761 h 2902183"/>
                  <a:gd name="connsiteX1744" fmla="*/ 2543420 w 5062695"/>
                  <a:gd name="connsiteY1744" fmla="*/ 1867246 h 2902183"/>
                  <a:gd name="connsiteX1745" fmla="*/ 2540840 w 5062695"/>
                  <a:gd name="connsiteY1745" fmla="*/ 1860152 h 2902183"/>
                  <a:gd name="connsiteX1746" fmla="*/ 2547935 w 5062695"/>
                  <a:gd name="connsiteY1746" fmla="*/ 1857572 h 2902183"/>
                  <a:gd name="connsiteX1747" fmla="*/ 2557609 w 5062695"/>
                  <a:gd name="connsiteY1747" fmla="*/ 1862087 h 2902183"/>
                  <a:gd name="connsiteX1748" fmla="*/ 2560188 w 5062695"/>
                  <a:gd name="connsiteY1748" fmla="*/ 1869181 h 2902183"/>
                  <a:gd name="connsiteX1749" fmla="*/ 2555352 w 5062695"/>
                  <a:gd name="connsiteY1749" fmla="*/ 1872406 h 2902183"/>
                  <a:gd name="connsiteX1750" fmla="*/ 341954 w 5062695"/>
                  <a:gd name="connsiteY1750" fmla="*/ 1856927 h 2902183"/>
                  <a:gd name="connsiteX1751" fmla="*/ 337439 w 5062695"/>
                  <a:gd name="connsiteY1751" fmla="*/ 1854347 h 2902183"/>
                  <a:gd name="connsiteX1752" fmla="*/ 339374 w 5062695"/>
                  <a:gd name="connsiteY1752" fmla="*/ 1846931 h 2902183"/>
                  <a:gd name="connsiteX1753" fmla="*/ 354530 w 5062695"/>
                  <a:gd name="connsiteY1753" fmla="*/ 1835322 h 2902183"/>
                  <a:gd name="connsiteX1754" fmla="*/ 364849 w 5062695"/>
                  <a:gd name="connsiteY1754" fmla="*/ 1827583 h 2902183"/>
                  <a:gd name="connsiteX1755" fmla="*/ 371943 w 5062695"/>
                  <a:gd name="connsiteY1755" fmla="*/ 1821456 h 2902183"/>
                  <a:gd name="connsiteX1756" fmla="*/ 381617 w 5062695"/>
                  <a:gd name="connsiteY1756" fmla="*/ 1813395 h 2902183"/>
                  <a:gd name="connsiteX1757" fmla="*/ 388711 w 5062695"/>
                  <a:gd name="connsiteY1757" fmla="*/ 1815974 h 2902183"/>
                  <a:gd name="connsiteX1758" fmla="*/ 386131 w 5062695"/>
                  <a:gd name="connsiteY1758" fmla="*/ 1823068 h 2902183"/>
                  <a:gd name="connsiteX1759" fmla="*/ 379682 w 5062695"/>
                  <a:gd name="connsiteY1759" fmla="*/ 1828550 h 2902183"/>
                  <a:gd name="connsiteX1760" fmla="*/ 369363 w 5062695"/>
                  <a:gd name="connsiteY1760" fmla="*/ 1836934 h 2902183"/>
                  <a:gd name="connsiteX1761" fmla="*/ 361302 w 5062695"/>
                  <a:gd name="connsiteY1761" fmla="*/ 1843061 h 2902183"/>
                  <a:gd name="connsiteX1762" fmla="*/ 344533 w 5062695"/>
                  <a:gd name="connsiteY1762" fmla="*/ 1855960 h 2902183"/>
                  <a:gd name="connsiteX1763" fmla="*/ 341954 w 5062695"/>
                  <a:gd name="connsiteY1763" fmla="*/ 1856927 h 2902183"/>
                  <a:gd name="connsiteX1764" fmla="*/ 2521170 w 5062695"/>
                  <a:gd name="connsiteY1764" fmla="*/ 1856605 h 2902183"/>
                  <a:gd name="connsiteX1765" fmla="*/ 2518913 w 5062695"/>
                  <a:gd name="connsiteY1765" fmla="*/ 1855960 h 2902183"/>
                  <a:gd name="connsiteX1766" fmla="*/ 2502145 w 5062695"/>
                  <a:gd name="connsiteY1766" fmla="*/ 1847576 h 2902183"/>
                  <a:gd name="connsiteX1767" fmla="*/ 2483442 w 5062695"/>
                  <a:gd name="connsiteY1767" fmla="*/ 1837902 h 2902183"/>
                  <a:gd name="connsiteX1768" fmla="*/ 2481507 w 5062695"/>
                  <a:gd name="connsiteY1768" fmla="*/ 1836934 h 2902183"/>
                  <a:gd name="connsiteX1769" fmla="*/ 2470866 w 5062695"/>
                  <a:gd name="connsiteY1769" fmla="*/ 1831775 h 2902183"/>
                  <a:gd name="connsiteX1770" fmla="*/ 2468286 w 5062695"/>
                  <a:gd name="connsiteY1770" fmla="*/ 1824681 h 2902183"/>
                  <a:gd name="connsiteX1771" fmla="*/ 2475380 w 5062695"/>
                  <a:gd name="connsiteY1771" fmla="*/ 1822101 h 2902183"/>
                  <a:gd name="connsiteX1772" fmla="*/ 2486344 w 5062695"/>
                  <a:gd name="connsiteY1772" fmla="*/ 1827260 h 2902183"/>
                  <a:gd name="connsiteX1773" fmla="*/ 2488279 w 5062695"/>
                  <a:gd name="connsiteY1773" fmla="*/ 1828228 h 2902183"/>
                  <a:gd name="connsiteX1774" fmla="*/ 2507304 w 5062695"/>
                  <a:gd name="connsiteY1774" fmla="*/ 1837902 h 2902183"/>
                  <a:gd name="connsiteX1775" fmla="*/ 2523750 w 5062695"/>
                  <a:gd name="connsiteY1775" fmla="*/ 1846286 h 2902183"/>
                  <a:gd name="connsiteX1776" fmla="*/ 2526007 w 5062695"/>
                  <a:gd name="connsiteY1776" fmla="*/ 1853380 h 2902183"/>
                  <a:gd name="connsiteX1777" fmla="*/ 2521170 w 5062695"/>
                  <a:gd name="connsiteY1777" fmla="*/ 1856605 h 2902183"/>
                  <a:gd name="connsiteX1778" fmla="*/ 4832919 w 5062695"/>
                  <a:gd name="connsiteY1778" fmla="*/ 1844029 h 2902183"/>
                  <a:gd name="connsiteX1779" fmla="*/ 4829050 w 5062695"/>
                  <a:gd name="connsiteY1779" fmla="*/ 1842416 h 2902183"/>
                  <a:gd name="connsiteX1780" fmla="*/ 4829050 w 5062695"/>
                  <a:gd name="connsiteY1780" fmla="*/ 1834677 h 2902183"/>
                  <a:gd name="connsiteX1781" fmla="*/ 4836789 w 5062695"/>
                  <a:gd name="connsiteY1781" fmla="*/ 1827260 h 2902183"/>
                  <a:gd name="connsiteX1782" fmla="*/ 4844528 w 5062695"/>
                  <a:gd name="connsiteY1782" fmla="*/ 1827260 h 2902183"/>
                  <a:gd name="connsiteX1783" fmla="*/ 4844528 w 5062695"/>
                  <a:gd name="connsiteY1783" fmla="*/ 1835000 h 2902183"/>
                  <a:gd name="connsiteX1784" fmla="*/ 4836789 w 5062695"/>
                  <a:gd name="connsiteY1784" fmla="*/ 1842416 h 2902183"/>
                  <a:gd name="connsiteX1785" fmla="*/ 4832919 w 5062695"/>
                  <a:gd name="connsiteY1785" fmla="*/ 1844029 h 2902183"/>
                  <a:gd name="connsiteX1786" fmla="*/ 3629804 w 5062695"/>
                  <a:gd name="connsiteY1786" fmla="*/ 1823068 h 2902183"/>
                  <a:gd name="connsiteX1787" fmla="*/ 3627869 w 5062695"/>
                  <a:gd name="connsiteY1787" fmla="*/ 1822746 h 2902183"/>
                  <a:gd name="connsiteX1788" fmla="*/ 3624644 w 5062695"/>
                  <a:gd name="connsiteY1788" fmla="*/ 1815974 h 2902183"/>
                  <a:gd name="connsiteX1789" fmla="*/ 3625289 w 5062695"/>
                  <a:gd name="connsiteY1789" fmla="*/ 1813395 h 2902183"/>
                  <a:gd name="connsiteX1790" fmla="*/ 3625612 w 5062695"/>
                  <a:gd name="connsiteY1790" fmla="*/ 1806945 h 2902183"/>
                  <a:gd name="connsiteX1791" fmla="*/ 3631416 w 5062695"/>
                  <a:gd name="connsiteY1791" fmla="*/ 1802108 h 2902183"/>
                  <a:gd name="connsiteX1792" fmla="*/ 3636253 w 5062695"/>
                  <a:gd name="connsiteY1792" fmla="*/ 1807913 h 2902183"/>
                  <a:gd name="connsiteX1793" fmla="*/ 3635931 w 5062695"/>
                  <a:gd name="connsiteY1793" fmla="*/ 1814362 h 2902183"/>
                  <a:gd name="connsiteX1794" fmla="*/ 3634963 w 5062695"/>
                  <a:gd name="connsiteY1794" fmla="*/ 1819844 h 2902183"/>
                  <a:gd name="connsiteX1795" fmla="*/ 3629804 w 5062695"/>
                  <a:gd name="connsiteY1795" fmla="*/ 1823068 h 2902183"/>
                  <a:gd name="connsiteX1796" fmla="*/ 2431525 w 5062695"/>
                  <a:gd name="connsiteY1796" fmla="*/ 1822746 h 2902183"/>
                  <a:gd name="connsiteX1797" fmla="*/ 2430558 w 5062695"/>
                  <a:gd name="connsiteY1797" fmla="*/ 1822746 h 2902183"/>
                  <a:gd name="connsiteX1798" fmla="*/ 2419594 w 5062695"/>
                  <a:gd name="connsiteY1798" fmla="*/ 1820166 h 2902183"/>
                  <a:gd name="connsiteX1799" fmla="*/ 2415724 w 5062695"/>
                  <a:gd name="connsiteY1799" fmla="*/ 1813395 h 2902183"/>
                  <a:gd name="connsiteX1800" fmla="*/ 2422496 w 5062695"/>
                  <a:gd name="connsiteY1800" fmla="*/ 1809525 h 2902183"/>
                  <a:gd name="connsiteX1801" fmla="*/ 2432492 w 5062695"/>
                  <a:gd name="connsiteY1801" fmla="*/ 1811782 h 2902183"/>
                  <a:gd name="connsiteX1802" fmla="*/ 2437007 w 5062695"/>
                  <a:gd name="connsiteY1802" fmla="*/ 1817909 h 2902183"/>
                  <a:gd name="connsiteX1803" fmla="*/ 2431525 w 5062695"/>
                  <a:gd name="connsiteY1803" fmla="*/ 1822746 h 2902183"/>
                  <a:gd name="connsiteX1804" fmla="*/ 3507912 w 5062695"/>
                  <a:gd name="connsiteY1804" fmla="*/ 1818876 h 2902183"/>
                  <a:gd name="connsiteX1805" fmla="*/ 3504365 w 5062695"/>
                  <a:gd name="connsiteY1805" fmla="*/ 1817586 h 2902183"/>
                  <a:gd name="connsiteX1806" fmla="*/ 3503720 w 5062695"/>
                  <a:gd name="connsiteY1806" fmla="*/ 1810170 h 2902183"/>
                  <a:gd name="connsiteX1807" fmla="*/ 3506622 w 5062695"/>
                  <a:gd name="connsiteY1807" fmla="*/ 1804688 h 2902183"/>
                  <a:gd name="connsiteX1808" fmla="*/ 3507590 w 5062695"/>
                  <a:gd name="connsiteY1808" fmla="*/ 1801786 h 2902183"/>
                  <a:gd name="connsiteX1809" fmla="*/ 3514684 w 5062695"/>
                  <a:gd name="connsiteY1809" fmla="*/ 1798884 h 2902183"/>
                  <a:gd name="connsiteX1810" fmla="*/ 3517586 w 5062695"/>
                  <a:gd name="connsiteY1810" fmla="*/ 1805978 h 2902183"/>
                  <a:gd name="connsiteX1811" fmla="*/ 3516619 w 5062695"/>
                  <a:gd name="connsiteY1811" fmla="*/ 1808235 h 2902183"/>
                  <a:gd name="connsiteX1812" fmla="*/ 3511782 w 5062695"/>
                  <a:gd name="connsiteY1812" fmla="*/ 1816942 h 2902183"/>
                  <a:gd name="connsiteX1813" fmla="*/ 3507912 w 5062695"/>
                  <a:gd name="connsiteY1813" fmla="*/ 1818876 h 2902183"/>
                  <a:gd name="connsiteX1814" fmla="*/ 4859684 w 5062695"/>
                  <a:gd name="connsiteY1814" fmla="*/ 1817586 h 2902183"/>
                  <a:gd name="connsiteX1815" fmla="*/ 4855815 w 5062695"/>
                  <a:gd name="connsiteY1815" fmla="*/ 1815974 h 2902183"/>
                  <a:gd name="connsiteX1816" fmla="*/ 4855815 w 5062695"/>
                  <a:gd name="connsiteY1816" fmla="*/ 1808235 h 2902183"/>
                  <a:gd name="connsiteX1817" fmla="*/ 4881612 w 5062695"/>
                  <a:gd name="connsiteY1817" fmla="*/ 1782760 h 2902183"/>
                  <a:gd name="connsiteX1818" fmla="*/ 4895155 w 5062695"/>
                  <a:gd name="connsiteY1818" fmla="*/ 1770507 h 2902183"/>
                  <a:gd name="connsiteX1819" fmla="*/ 4902572 w 5062695"/>
                  <a:gd name="connsiteY1819" fmla="*/ 1771474 h 2902183"/>
                  <a:gd name="connsiteX1820" fmla="*/ 4901605 w 5062695"/>
                  <a:gd name="connsiteY1820" fmla="*/ 1778891 h 2902183"/>
                  <a:gd name="connsiteX1821" fmla="*/ 4889028 w 5062695"/>
                  <a:gd name="connsiteY1821" fmla="*/ 1790177 h 2902183"/>
                  <a:gd name="connsiteX1822" fmla="*/ 4863231 w 5062695"/>
                  <a:gd name="connsiteY1822" fmla="*/ 1815652 h 2902183"/>
                  <a:gd name="connsiteX1823" fmla="*/ 4859684 w 5062695"/>
                  <a:gd name="connsiteY1823" fmla="*/ 1817586 h 2902183"/>
                  <a:gd name="connsiteX1824" fmla="*/ 2396376 w 5062695"/>
                  <a:gd name="connsiteY1824" fmla="*/ 1809847 h 2902183"/>
                  <a:gd name="connsiteX1825" fmla="*/ 2393474 w 5062695"/>
                  <a:gd name="connsiteY1825" fmla="*/ 1808880 h 2902183"/>
                  <a:gd name="connsiteX1826" fmla="*/ 2381543 w 5062695"/>
                  <a:gd name="connsiteY1826" fmla="*/ 1798884 h 2902183"/>
                  <a:gd name="connsiteX1827" fmla="*/ 2365097 w 5062695"/>
                  <a:gd name="connsiteY1827" fmla="*/ 1786630 h 2902183"/>
                  <a:gd name="connsiteX1828" fmla="*/ 2350264 w 5062695"/>
                  <a:gd name="connsiteY1828" fmla="*/ 1776633 h 2902183"/>
                  <a:gd name="connsiteX1829" fmla="*/ 2349296 w 5062695"/>
                  <a:gd name="connsiteY1829" fmla="*/ 1769217 h 2902183"/>
                  <a:gd name="connsiteX1830" fmla="*/ 2356713 w 5062695"/>
                  <a:gd name="connsiteY1830" fmla="*/ 1768249 h 2902183"/>
                  <a:gd name="connsiteX1831" fmla="*/ 2370579 w 5062695"/>
                  <a:gd name="connsiteY1831" fmla="*/ 1777601 h 2902183"/>
                  <a:gd name="connsiteX1832" fmla="*/ 2389604 w 5062695"/>
                  <a:gd name="connsiteY1832" fmla="*/ 1792112 h 2902183"/>
                  <a:gd name="connsiteX1833" fmla="*/ 2398956 w 5062695"/>
                  <a:gd name="connsiteY1833" fmla="*/ 1799851 h 2902183"/>
                  <a:gd name="connsiteX1834" fmla="*/ 2400568 w 5062695"/>
                  <a:gd name="connsiteY1834" fmla="*/ 1807268 h 2902183"/>
                  <a:gd name="connsiteX1835" fmla="*/ 2396376 w 5062695"/>
                  <a:gd name="connsiteY1835" fmla="*/ 1809847 h 2902183"/>
                  <a:gd name="connsiteX1836" fmla="*/ 521567 w 5062695"/>
                  <a:gd name="connsiteY1836" fmla="*/ 1809525 h 2902183"/>
                  <a:gd name="connsiteX1837" fmla="*/ 508346 w 5062695"/>
                  <a:gd name="connsiteY1837" fmla="*/ 1805655 h 2902183"/>
                  <a:gd name="connsiteX1838" fmla="*/ 503831 w 5062695"/>
                  <a:gd name="connsiteY1838" fmla="*/ 1799529 h 2902183"/>
                  <a:gd name="connsiteX1839" fmla="*/ 506088 w 5062695"/>
                  <a:gd name="connsiteY1839" fmla="*/ 1792434 h 2902183"/>
                  <a:gd name="connsiteX1840" fmla="*/ 513182 w 5062695"/>
                  <a:gd name="connsiteY1840" fmla="*/ 1794692 h 2902183"/>
                  <a:gd name="connsiteX1841" fmla="*/ 515440 w 5062695"/>
                  <a:gd name="connsiteY1841" fmla="*/ 1797594 h 2902183"/>
                  <a:gd name="connsiteX1842" fmla="*/ 521567 w 5062695"/>
                  <a:gd name="connsiteY1842" fmla="*/ 1798884 h 2902183"/>
                  <a:gd name="connsiteX1843" fmla="*/ 544784 w 5062695"/>
                  <a:gd name="connsiteY1843" fmla="*/ 1793402 h 2902183"/>
                  <a:gd name="connsiteX1844" fmla="*/ 555748 w 5062695"/>
                  <a:gd name="connsiteY1844" fmla="*/ 1789210 h 2902183"/>
                  <a:gd name="connsiteX1845" fmla="*/ 562520 w 5062695"/>
                  <a:gd name="connsiteY1845" fmla="*/ 1792434 h 2902183"/>
                  <a:gd name="connsiteX1846" fmla="*/ 559295 w 5062695"/>
                  <a:gd name="connsiteY1846" fmla="*/ 1799206 h 2902183"/>
                  <a:gd name="connsiteX1847" fmla="*/ 548654 w 5062695"/>
                  <a:gd name="connsiteY1847" fmla="*/ 1803398 h 2902183"/>
                  <a:gd name="connsiteX1848" fmla="*/ 521567 w 5062695"/>
                  <a:gd name="connsiteY1848" fmla="*/ 1809525 h 2902183"/>
                  <a:gd name="connsiteX1849" fmla="*/ 4118660 w 5062695"/>
                  <a:gd name="connsiteY1849" fmla="*/ 1807913 h 2902183"/>
                  <a:gd name="connsiteX1850" fmla="*/ 4116403 w 5062695"/>
                  <a:gd name="connsiteY1850" fmla="*/ 1807590 h 2902183"/>
                  <a:gd name="connsiteX1851" fmla="*/ 4110921 w 5062695"/>
                  <a:gd name="connsiteY1851" fmla="*/ 1805978 h 2902183"/>
                  <a:gd name="connsiteX1852" fmla="*/ 4110921 w 5062695"/>
                  <a:gd name="connsiteY1852" fmla="*/ 1805978 h 2902183"/>
                  <a:gd name="connsiteX1853" fmla="*/ 4092218 w 5062695"/>
                  <a:gd name="connsiteY1853" fmla="*/ 1785018 h 2902183"/>
                  <a:gd name="connsiteX1854" fmla="*/ 4091573 w 5062695"/>
                  <a:gd name="connsiteY1854" fmla="*/ 1780503 h 2902183"/>
                  <a:gd name="connsiteX1855" fmla="*/ 4090928 w 5062695"/>
                  <a:gd name="connsiteY1855" fmla="*/ 1774699 h 2902183"/>
                  <a:gd name="connsiteX1856" fmla="*/ 4097055 w 5062695"/>
                  <a:gd name="connsiteY1856" fmla="*/ 1763412 h 2902183"/>
                  <a:gd name="connsiteX1857" fmla="*/ 4098667 w 5062695"/>
                  <a:gd name="connsiteY1857" fmla="*/ 1761800 h 2902183"/>
                  <a:gd name="connsiteX1858" fmla="*/ 4105762 w 5062695"/>
                  <a:gd name="connsiteY1858" fmla="*/ 1759220 h 2902183"/>
                  <a:gd name="connsiteX1859" fmla="*/ 4108341 w 5062695"/>
                  <a:gd name="connsiteY1859" fmla="*/ 1766315 h 2902183"/>
                  <a:gd name="connsiteX1860" fmla="*/ 4103182 w 5062695"/>
                  <a:gd name="connsiteY1860" fmla="*/ 1772441 h 2902183"/>
                  <a:gd name="connsiteX1861" fmla="*/ 4101570 w 5062695"/>
                  <a:gd name="connsiteY1861" fmla="*/ 1774699 h 2902183"/>
                  <a:gd name="connsiteX1862" fmla="*/ 4101892 w 5062695"/>
                  <a:gd name="connsiteY1862" fmla="*/ 1778891 h 2902183"/>
                  <a:gd name="connsiteX1863" fmla="*/ 4102537 w 5062695"/>
                  <a:gd name="connsiteY1863" fmla="*/ 1784373 h 2902183"/>
                  <a:gd name="connsiteX1864" fmla="*/ 4110921 w 5062695"/>
                  <a:gd name="connsiteY1864" fmla="*/ 1795659 h 2902183"/>
                  <a:gd name="connsiteX1865" fmla="*/ 4120595 w 5062695"/>
                  <a:gd name="connsiteY1865" fmla="*/ 1798239 h 2902183"/>
                  <a:gd name="connsiteX1866" fmla="*/ 4123175 w 5062695"/>
                  <a:gd name="connsiteY1866" fmla="*/ 1805333 h 2902183"/>
                  <a:gd name="connsiteX1867" fmla="*/ 4118660 w 5062695"/>
                  <a:gd name="connsiteY1867" fmla="*/ 1807913 h 2902183"/>
                  <a:gd name="connsiteX1868" fmla="*/ 4157679 w 5062695"/>
                  <a:gd name="connsiteY1868" fmla="*/ 1806945 h 2902183"/>
                  <a:gd name="connsiteX1869" fmla="*/ 4152519 w 5062695"/>
                  <a:gd name="connsiteY1869" fmla="*/ 1802753 h 2902183"/>
                  <a:gd name="connsiteX1870" fmla="*/ 4156711 w 5062695"/>
                  <a:gd name="connsiteY1870" fmla="*/ 1796304 h 2902183"/>
                  <a:gd name="connsiteX1871" fmla="*/ 4162193 w 5062695"/>
                  <a:gd name="connsiteY1871" fmla="*/ 1795014 h 2902183"/>
                  <a:gd name="connsiteX1872" fmla="*/ 4170577 w 5062695"/>
                  <a:gd name="connsiteY1872" fmla="*/ 1795981 h 2902183"/>
                  <a:gd name="connsiteX1873" fmla="*/ 4173479 w 5062695"/>
                  <a:gd name="connsiteY1873" fmla="*/ 1803076 h 2902183"/>
                  <a:gd name="connsiteX1874" fmla="*/ 4166385 w 5062695"/>
                  <a:gd name="connsiteY1874" fmla="*/ 1805978 h 2902183"/>
                  <a:gd name="connsiteX1875" fmla="*/ 4164773 w 5062695"/>
                  <a:gd name="connsiteY1875" fmla="*/ 1805655 h 2902183"/>
                  <a:gd name="connsiteX1876" fmla="*/ 4159291 w 5062695"/>
                  <a:gd name="connsiteY1876" fmla="*/ 1806945 h 2902183"/>
                  <a:gd name="connsiteX1877" fmla="*/ 4157679 w 5062695"/>
                  <a:gd name="connsiteY1877" fmla="*/ 1806945 h 2902183"/>
                  <a:gd name="connsiteX1878" fmla="*/ 393871 w 5062695"/>
                  <a:gd name="connsiteY1878" fmla="*/ 1799529 h 2902183"/>
                  <a:gd name="connsiteX1879" fmla="*/ 392903 w 5062695"/>
                  <a:gd name="connsiteY1879" fmla="*/ 1799529 h 2902183"/>
                  <a:gd name="connsiteX1880" fmla="*/ 388711 w 5062695"/>
                  <a:gd name="connsiteY1880" fmla="*/ 1793079 h 2902183"/>
                  <a:gd name="connsiteX1881" fmla="*/ 389356 w 5062695"/>
                  <a:gd name="connsiteY1881" fmla="*/ 1789854 h 2902183"/>
                  <a:gd name="connsiteX1882" fmla="*/ 390968 w 5062695"/>
                  <a:gd name="connsiteY1882" fmla="*/ 1782438 h 2902183"/>
                  <a:gd name="connsiteX1883" fmla="*/ 397418 w 5062695"/>
                  <a:gd name="connsiteY1883" fmla="*/ 1778568 h 2902183"/>
                  <a:gd name="connsiteX1884" fmla="*/ 401287 w 5062695"/>
                  <a:gd name="connsiteY1884" fmla="*/ 1785018 h 2902183"/>
                  <a:gd name="connsiteX1885" fmla="*/ 399675 w 5062695"/>
                  <a:gd name="connsiteY1885" fmla="*/ 1791789 h 2902183"/>
                  <a:gd name="connsiteX1886" fmla="*/ 399030 w 5062695"/>
                  <a:gd name="connsiteY1886" fmla="*/ 1795014 h 2902183"/>
                  <a:gd name="connsiteX1887" fmla="*/ 393871 w 5062695"/>
                  <a:gd name="connsiteY1887" fmla="*/ 1799529 h 2902183"/>
                  <a:gd name="connsiteX1888" fmla="*/ 583157 w 5062695"/>
                  <a:gd name="connsiteY1888" fmla="*/ 1790177 h 2902183"/>
                  <a:gd name="connsiteX1889" fmla="*/ 577998 w 5062695"/>
                  <a:gd name="connsiteY1889" fmla="*/ 1786630 h 2902183"/>
                  <a:gd name="connsiteX1890" fmla="*/ 581223 w 5062695"/>
                  <a:gd name="connsiteY1890" fmla="*/ 1779858 h 2902183"/>
                  <a:gd name="connsiteX1891" fmla="*/ 590574 w 5062695"/>
                  <a:gd name="connsiteY1891" fmla="*/ 1776311 h 2902183"/>
                  <a:gd name="connsiteX1892" fmla="*/ 591541 w 5062695"/>
                  <a:gd name="connsiteY1892" fmla="*/ 1775989 h 2902183"/>
                  <a:gd name="connsiteX1893" fmla="*/ 598313 w 5062695"/>
                  <a:gd name="connsiteY1893" fmla="*/ 1779213 h 2902183"/>
                  <a:gd name="connsiteX1894" fmla="*/ 595089 w 5062695"/>
                  <a:gd name="connsiteY1894" fmla="*/ 1785985 h 2902183"/>
                  <a:gd name="connsiteX1895" fmla="*/ 585092 w 5062695"/>
                  <a:gd name="connsiteY1895" fmla="*/ 1789532 h 2902183"/>
                  <a:gd name="connsiteX1896" fmla="*/ 583157 w 5062695"/>
                  <a:gd name="connsiteY1896" fmla="*/ 1790177 h 2902183"/>
                  <a:gd name="connsiteX1897" fmla="*/ 648940 w 5062695"/>
                  <a:gd name="connsiteY1897" fmla="*/ 1787597 h 2902183"/>
                  <a:gd name="connsiteX1898" fmla="*/ 638621 w 5062695"/>
                  <a:gd name="connsiteY1898" fmla="*/ 1786630 h 2902183"/>
                  <a:gd name="connsiteX1899" fmla="*/ 635397 w 5062695"/>
                  <a:gd name="connsiteY1899" fmla="*/ 1785985 h 2902183"/>
                  <a:gd name="connsiteX1900" fmla="*/ 630882 w 5062695"/>
                  <a:gd name="connsiteY1900" fmla="*/ 1779858 h 2902183"/>
                  <a:gd name="connsiteX1901" fmla="*/ 637009 w 5062695"/>
                  <a:gd name="connsiteY1901" fmla="*/ 1775344 h 2902183"/>
                  <a:gd name="connsiteX1902" fmla="*/ 640556 w 5062695"/>
                  <a:gd name="connsiteY1902" fmla="*/ 1775989 h 2902183"/>
                  <a:gd name="connsiteX1903" fmla="*/ 649263 w 5062695"/>
                  <a:gd name="connsiteY1903" fmla="*/ 1776956 h 2902183"/>
                  <a:gd name="connsiteX1904" fmla="*/ 657324 w 5062695"/>
                  <a:gd name="connsiteY1904" fmla="*/ 1776311 h 2902183"/>
                  <a:gd name="connsiteX1905" fmla="*/ 679574 w 5062695"/>
                  <a:gd name="connsiteY1905" fmla="*/ 1768249 h 2902183"/>
                  <a:gd name="connsiteX1906" fmla="*/ 685379 w 5062695"/>
                  <a:gd name="connsiteY1906" fmla="*/ 1765347 h 2902183"/>
                  <a:gd name="connsiteX1907" fmla="*/ 692473 w 5062695"/>
                  <a:gd name="connsiteY1907" fmla="*/ 1767927 h 2902183"/>
                  <a:gd name="connsiteX1908" fmla="*/ 689893 w 5062695"/>
                  <a:gd name="connsiteY1908" fmla="*/ 1775021 h 2902183"/>
                  <a:gd name="connsiteX1909" fmla="*/ 684734 w 5062695"/>
                  <a:gd name="connsiteY1909" fmla="*/ 1777601 h 2902183"/>
                  <a:gd name="connsiteX1910" fmla="*/ 658614 w 5062695"/>
                  <a:gd name="connsiteY1910" fmla="*/ 1786952 h 2902183"/>
                  <a:gd name="connsiteX1911" fmla="*/ 648940 w 5062695"/>
                  <a:gd name="connsiteY1911" fmla="*/ 1787597 h 2902183"/>
                  <a:gd name="connsiteX1912" fmla="*/ 648940 w 5062695"/>
                  <a:gd name="connsiteY1912" fmla="*/ 1787597 h 2902183"/>
                  <a:gd name="connsiteX1913" fmla="*/ 3636253 w 5062695"/>
                  <a:gd name="connsiteY1913" fmla="*/ 1786307 h 2902183"/>
                  <a:gd name="connsiteX1914" fmla="*/ 3634641 w 5062695"/>
                  <a:gd name="connsiteY1914" fmla="*/ 1785985 h 2902183"/>
                  <a:gd name="connsiteX1915" fmla="*/ 3631416 w 5062695"/>
                  <a:gd name="connsiteY1915" fmla="*/ 1779213 h 2902183"/>
                  <a:gd name="connsiteX1916" fmla="*/ 3632061 w 5062695"/>
                  <a:gd name="connsiteY1916" fmla="*/ 1777923 h 2902183"/>
                  <a:gd name="connsiteX1917" fmla="*/ 3633673 w 5062695"/>
                  <a:gd name="connsiteY1917" fmla="*/ 1769217 h 2902183"/>
                  <a:gd name="connsiteX1918" fmla="*/ 3626257 w 5062695"/>
                  <a:gd name="connsiteY1918" fmla="*/ 1753738 h 2902183"/>
                  <a:gd name="connsiteX1919" fmla="*/ 3625612 w 5062695"/>
                  <a:gd name="connsiteY1919" fmla="*/ 1753094 h 2902183"/>
                  <a:gd name="connsiteX1920" fmla="*/ 3612391 w 5062695"/>
                  <a:gd name="connsiteY1920" fmla="*/ 1742775 h 2902183"/>
                  <a:gd name="connsiteX1921" fmla="*/ 3610134 w 5062695"/>
                  <a:gd name="connsiteY1921" fmla="*/ 1735680 h 2902183"/>
                  <a:gd name="connsiteX1922" fmla="*/ 3617228 w 5062695"/>
                  <a:gd name="connsiteY1922" fmla="*/ 1733423 h 2902183"/>
                  <a:gd name="connsiteX1923" fmla="*/ 3633673 w 5062695"/>
                  <a:gd name="connsiteY1923" fmla="*/ 1746644 h 2902183"/>
                  <a:gd name="connsiteX1924" fmla="*/ 3634318 w 5062695"/>
                  <a:gd name="connsiteY1924" fmla="*/ 1747289 h 2902183"/>
                  <a:gd name="connsiteX1925" fmla="*/ 3644315 w 5062695"/>
                  <a:gd name="connsiteY1925" fmla="*/ 1769862 h 2902183"/>
                  <a:gd name="connsiteX1926" fmla="*/ 3642057 w 5062695"/>
                  <a:gd name="connsiteY1926" fmla="*/ 1782115 h 2902183"/>
                  <a:gd name="connsiteX1927" fmla="*/ 3641735 w 5062695"/>
                  <a:gd name="connsiteY1927" fmla="*/ 1783405 h 2902183"/>
                  <a:gd name="connsiteX1928" fmla="*/ 3636253 w 5062695"/>
                  <a:gd name="connsiteY1928" fmla="*/ 1786307 h 2902183"/>
                  <a:gd name="connsiteX1929" fmla="*/ 5054775 w 5062695"/>
                  <a:gd name="connsiteY1929" fmla="*/ 1780181 h 2902183"/>
                  <a:gd name="connsiteX1930" fmla="*/ 5053163 w 5062695"/>
                  <a:gd name="connsiteY1930" fmla="*/ 1779858 h 2902183"/>
                  <a:gd name="connsiteX1931" fmla="*/ 5049616 w 5062695"/>
                  <a:gd name="connsiteY1931" fmla="*/ 1773086 h 2902183"/>
                  <a:gd name="connsiteX1932" fmla="*/ 5049938 w 5062695"/>
                  <a:gd name="connsiteY1932" fmla="*/ 1770829 h 2902183"/>
                  <a:gd name="connsiteX1933" fmla="*/ 5048971 w 5062695"/>
                  <a:gd name="connsiteY1933" fmla="*/ 1765670 h 2902183"/>
                  <a:gd name="connsiteX1934" fmla="*/ 5052518 w 5062695"/>
                  <a:gd name="connsiteY1934" fmla="*/ 1758898 h 2902183"/>
                  <a:gd name="connsiteX1935" fmla="*/ 5059290 w 5062695"/>
                  <a:gd name="connsiteY1935" fmla="*/ 1762445 h 2902183"/>
                  <a:gd name="connsiteX1936" fmla="*/ 5060902 w 5062695"/>
                  <a:gd name="connsiteY1936" fmla="*/ 1771152 h 2902183"/>
                  <a:gd name="connsiteX1937" fmla="*/ 5060257 w 5062695"/>
                  <a:gd name="connsiteY1937" fmla="*/ 1776311 h 2902183"/>
                  <a:gd name="connsiteX1938" fmla="*/ 5054775 w 5062695"/>
                  <a:gd name="connsiteY1938" fmla="*/ 1780181 h 2902183"/>
                  <a:gd name="connsiteX1939" fmla="*/ 5019304 w 5062695"/>
                  <a:gd name="connsiteY1939" fmla="*/ 1774376 h 2902183"/>
                  <a:gd name="connsiteX1940" fmla="*/ 5015112 w 5062695"/>
                  <a:gd name="connsiteY1940" fmla="*/ 1772441 h 2902183"/>
                  <a:gd name="connsiteX1941" fmla="*/ 5012210 w 5062695"/>
                  <a:gd name="connsiteY1941" fmla="*/ 1769217 h 2902183"/>
                  <a:gd name="connsiteX1942" fmla="*/ 5010598 w 5062695"/>
                  <a:gd name="connsiteY1942" fmla="*/ 1767604 h 2902183"/>
                  <a:gd name="connsiteX1943" fmla="*/ 4988993 w 5062695"/>
                  <a:gd name="connsiteY1943" fmla="*/ 1753416 h 2902183"/>
                  <a:gd name="connsiteX1944" fmla="*/ 4974481 w 5062695"/>
                  <a:gd name="connsiteY1944" fmla="*/ 1754061 h 2902183"/>
                  <a:gd name="connsiteX1945" fmla="*/ 4968032 w 5062695"/>
                  <a:gd name="connsiteY1945" fmla="*/ 1749869 h 2902183"/>
                  <a:gd name="connsiteX1946" fmla="*/ 4972224 w 5062695"/>
                  <a:gd name="connsiteY1946" fmla="*/ 1743420 h 2902183"/>
                  <a:gd name="connsiteX1947" fmla="*/ 4990927 w 5062695"/>
                  <a:gd name="connsiteY1947" fmla="*/ 1742775 h 2902183"/>
                  <a:gd name="connsiteX1948" fmla="*/ 5018337 w 5062695"/>
                  <a:gd name="connsiteY1948" fmla="*/ 1760188 h 2902183"/>
                  <a:gd name="connsiteX1949" fmla="*/ 5019949 w 5062695"/>
                  <a:gd name="connsiteY1949" fmla="*/ 1761800 h 2902183"/>
                  <a:gd name="connsiteX1950" fmla="*/ 5023496 w 5062695"/>
                  <a:gd name="connsiteY1950" fmla="*/ 1765670 h 2902183"/>
                  <a:gd name="connsiteX1951" fmla="*/ 5022851 w 5062695"/>
                  <a:gd name="connsiteY1951" fmla="*/ 1773086 h 2902183"/>
                  <a:gd name="connsiteX1952" fmla="*/ 5019304 w 5062695"/>
                  <a:gd name="connsiteY1952" fmla="*/ 1774376 h 2902183"/>
                  <a:gd name="connsiteX1953" fmla="*/ 3499850 w 5062695"/>
                  <a:gd name="connsiteY1953" fmla="*/ 1772119 h 2902183"/>
                  <a:gd name="connsiteX1954" fmla="*/ 3494369 w 5062695"/>
                  <a:gd name="connsiteY1954" fmla="*/ 1766960 h 2902183"/>
                  <a:gd name="connsiteX1955" fmla="*/ 3494369 w 5062695"/>
                  <a:gd name="connsiteY1955" fmla="*/ 1766315 h 2902183"/>
                  <a:gd name="connsiteX1956" fmla="*/ 3495014 w 5062695"/>
                  <a:gd name="connsiteY1956" fmla="*/ 1762445 h 2902183"/>
                  <a:gd name="connsiteX1957" fmla="*/ 3520166 w 5062695"/>
                  <a:gd name="connsiteY1957" fmla="*/ 1753738 h 2902183"/>
                  <a:gd name="connsiteX1958" fmla="*/ 3530807 w 5062695"/>
                  <a:gd name="connsiteY1958" fmla="*/ 1755351 h 2902183"/>
                  <a:gd name="connsiteX1959" fmla="*/ 3535644 w 5062695"/>
                  <a:gd name="connsiteY1959" fmla="*/ 1756318 h 2902183"/>
                  <a:gd name="connsiteX1960" fmla="*/ 3539836 w 5062695"/>
                  <a:gd name="connsiteY1960" fmla="*/ 1754706 h 2902183"/>
                  <a:gd name="connsiteX1961" fmla="*/ 3544673 w 5062695"/>
                  <a:gd name="connsiteY1961" fmla="*/ 1751159 h 2902183"/>
                  <a:gd name="connsiteX1962" fmla="*/ 3552090 w 5062695"/>
                  <a:gd name="connsiteY1962" fmla="*/ 1752126 h 2902183"/>
                  <a:gd name="connsiteX1963" fmla="*/ 3551122 w 5062695"/>
                  <a:gd name="connsiteY1963" fmla="*/ 1759543 h 2902183"/>
                  <a:gd name="connsiteX1964" fmla="*/ 3546285 w 5062695"/>
                  <a:gd name="connsiteY1964" fmla="*/ 1763090 h 2902183"/>
                  <a:gd name="connsiteX1965" fmla="*/ 3535644 w 5062695"/>
                  <a:gd name="connsiteY1965" fmla="*/ 1766960 h 2902183"/>
                  <a:gd name="connsiteX1966" fmla="*/ 3527905 w 5062695"/>
                  <a:gd name="connsiteY1966" fmla="*/ 1765670 h 2902183"/>
                  <a:gd name="connsiteX1967" fmla="*/ 3519843 w 5062695"/>
                  <a:gd name="connsiteY1967" fmla="*/ 1764380 h 2902183"/>
                  <a:gd name="connsiteX1968" fmla="*/ 3504687 w 5062695"/>
                  <a:gd name="connsiteY1968" fmla="*/ 1766637 h 2902183"/>
                  <a:gd name="connsiteX1969" fmla="*/ 3499850 w 5062695"/>
                  <a:gd name="connsiteY1969" fmla="*/ 1772119 h 2902183"/>
                  <a:gd name="connsiteX1970" fmla="*/ 3499850 w 5062695"/>
                  <a:gd name="connsiteY1970" fmla="*/ 1772119 h 2902183"/>
                  <a:gd name="connsiteX1971" fmla="*/ 4938688 w 5062695"/>
                  <a:gd name="connsiteY1971" fmla="*/ 1768572 h 2902183"/>
                  <a:gd name="connsiteX1972" fmla="*/ 4933529 w 5062695"/>
                  <a:gd name="connsiteY1972" fmla="*/ 1764380 h 2902183"/>
                  <a:gd name="connsiteX1973" fmla="*/ 4937398 w 5062695"/>
                  <a:gd name="connsiteY1973" fmla="*/ 1757931 h 2902183"/>
                  <a:gd name="connsiteX1974" fmla="*/ 4945782 w 5062695"/>
                  <a:gd name="connsiteY1974" fmla="*/ 1754383 h 2902183"/>
                  <a:gd name="connsiteX1975" fmla="*/ 4953199 w 5062695"/>
                  <a:gd name="connsiteY1975" fmla="*/ 1756318 h 2902183"/>
                  <a:gd name="connsiteX1976" fmla="*/ 4951264 w 5062695"/>
                  <a:gd name="connsiteY1976" fmla="*/ 1763735 h 2902183"/>
                  <a:gd name="connsiteX1977" fmla="*/ 4939978 w 5062695"/>
                  <a:gd name="connsiteY1977" fmla="*/ 1768249 h 2902183"/>
                  <a:gd name="connsiteX1978" fmla="*/ 4938688 w 5062695"/>
                  <a:gd name="connsiteY1978" fmla="*/ 1768572 h 2902183"/>
                  <a:gd name="connsiteX1979" fmla="*/ 4149294 w 5062695"/>
                  <a:gd name="connsiteY1979" fmla="*/ 1765347 h 2902183"/>
                  <a:gd name="connsiteX1980" fmla="*/ 4148650 w 5062695"/>
                  <a:gd name="connsiteY1980" fmla="*/ 1765347 h 2902183"/>
                  <a:gd name="connsiteX1981" fmla="*/ 4143490 w 5062695"/>
                  <a:gd name="connsiteY1981" fmla="*/ 1759865 h 2902183"/>
                  <a:gd name="connsiteX1982" fmla="*/ 4148972 w 5062695"/>
                  <a:gd name="connsiteY1982" fmla="*/ 1754706 h 2902183"/>
                  <a:gd name="connsiteX1983" fmla="*/ 4148972 w 5062695"/>
                  <a:gd name="connsiteY1983" fmla="*/ 1754706 h 2902183"/>
                  <a:gd name="connsiteX1984" fmla="*/ 4149294 w 5062695"/>
                  <a:gd name="connsiteY1984" fmla="*/ 1754706 h 2902183"/>
                  <a:gd name="connsiteX1985" fmla="*/ 4163160 w 5062695"/>
                  <a:gd name="connsiteY1985" fmla="*/ 1747289 h 2902183"/>
                  <a:gd name="connsiteX1986" fmla="*/ 4177026 w 5062695"/>
                  <a:gd name="connsiteY1986" fmla="*/ 1739872 h 2902183"/>
                  <a:gd name="connsiteX1987" fmla="*/ 4179928 w 5062695"/>
                  <a:gd name="connsiteY1987" fmla="*/ 1736325 h 2902183"/>
                  <a:gd name="connsiteX1988" fmla="*/ 4188313 w 5062695"/>
                  <a:gd name="connsiteY1988" fmla="*/ 1726329 h 2902183"/>
                  <a:gd name="connsiteX1989" fmla="*/ 4195729 w 5062695"/>
                  <a:gd name="connsiteY1989" fmla="*/ 1727296 h 2902183"/>
                  <a:gd name="connsiteX1990" fmla="*/ 4194762 w 5062695"/>
                  <a:gd name="connsiteY1990" fmla="*/ 1734713 h 2902183"/>
                  <a:gd name="connsiteX1991" fmla="*/ 4189280 w 5062695"/>
                  <a:gd name="connsiteY1991" fmla="*/ 1741485 h 2902183"/>
                  <a:gd name="connsiteX1992" fmla="*/ 4177026 w 5062695"/>
                  <a:gd name="connsiteY1992" fmla="*/ 1750191 h 2902183"/>
                  <a:gd name="connsiteX1993" fmla="*/ 4169932 w 5062695"/>
                  <a:gd name="connsiteY1993" fmla="*/ 1755028 h 2902183"/>
                  <a:gd name="connsiteX1994" fmla="*/ 4149294 w 5062695"/>
                  <a:gd name="connsiteY1994" fmla="*/ 1765347 h 2902183"/>
                  <a:gd name="connsiteX1995" fmla="*/ 495447 w 5062695"/>
                  <a:gd name="connsiteY1995" fmla="*/ 1763090 h 2902183"/>
                  <a:gd name="connsiteX1996" fmla="*/ 490287 w 5062695"/>
                  <a:gd name="connsiteY1996" fmla="*/ 1758575 h 2902183"/>
                  <a:gd name="connsiteX1997" fmla="*/ 488030 w 5062695"/>
                  <a:gd name="connsiteY1997" fmla="*/ 1748902 h 2902183"/>
                  <a:gd name="connsiteX1998" fmla="*/ 491255 w 5062695"/>
                  <a:gd name="connsiteY1998" fmla="*/ 1742130 h 2902183"/>
                  <a:gd name="connsiteX1999" fmla="*/ 498027 w 5062695"/>
                  <a:gd name="connsiteY1999" fmla="*/ 1745354 h 2902183"/>
                  <a:gd name="connsiteX2000" fmla="*/ 500929 w 5062695"/>
                  <a:gd name="connsiteY2000" fmla="*/ 1756641 h 2902183"/>
                  <a:gd name="connsiteX2001" fmla="*/ 496414 w 5062695"/>
                  <a:gd name="connsiteY2001" fmla="*/ 1762767 h 2902183"/>
                  <a:gd name="connsiteX2002" fmla="*/ 495447 w 5062695"/>
                  <a:gd name="connsiteY2002" fmla="*/ 1763090 h 2902183"/>
                  <a:gd name="connsiteX2003" fmla="*/ 707629 w 5062695"/>
                  <a:gd name="connsiteY2003" fmla="*/ 1759865 h 2902183"/>
                  <a:gd name="connsiteX2004" fmla="*/ 705371 w 5062695"/>
                  <a:gd name="connsiteY2004" fmla="*/ 1759543 h 2902183"/>
                  <a:gd name="connsiteX2005" fmla="*/ 702469 w 5062695"/>
                  <a:gd name="connsiteY2005" fmla="*/ 1752449 h 2902183"/>
                  <a:gd name="connsiteX2006" fmla="*/ 706339 w 5062695"/>
                  <a:gd name="connsiteY2006" fmla="*/ 1742775 h 2902183"/>
                  <a:gd name="connsiteX2007" fmla="*/ 713111 w 5062695"/>
                  <a:gd name="connsiteY2007" fmla="*/ 1739550 h 2902183"/>
                  <a:gd name="connsiteX2008" fmla="*/ 716335 w 5062695"/>
                  <a:gd name="connsiteY2008" fmla="*/ 1746322 h 2902183"/>
                  <a:gd name="connsiteX2009" fmla="*/ 712143 w 5062695"/>
                  <a:gd name="connsiteY2009" fmla="*/ 1756641 h 2902183"/>
                  <a:gd name="connsiteX2010" fmla="*/ 707629 w 5062695"/>
                  <a:gd name="connsiteY2010" fmla="*/ 1759865 h 2902183"/>
                  <a:gd name="connsiteX2011" fmla="*/ 424182 w 5062695"/>
                  <a:gd name="connsiteY2011" fmla="*/ 1758898 h 2902183"/>
                  <a:gd name="connsiteX2012" fmla="*/ 419668 w 5062695"/>
                  <a:gd name="connsiteY2012" fmla="*/ 1756318 h 2902183"/>
                  <a:gd name="connsiteX2013" fmla="*/ 421280 w 5062695"/>
                  <a:gd name="connsiteY2013" fmla="*/ 1748902 h 2902183"/>
                  <a:gd name="connsiteX2014" fmla="*/ 429342 w 5062695"/>
                  <a:gd name="connsiteY2014" fmla="*/ 1743742 h 2902183"/>
                  <a:gd name="connsiteX2015" fmla="*/ 440950 w 5062695"/>
                  <a:gd name="connsiteY2015" fmla="*/ 1735680 h 2902183"/>
                  <a:gd name="connsiteX2016" fmla="*/ 458041 w 5062695"/>
                  <a:gd name="connsiteY2016" fmla="*/ 1726651 h 2902183"/>
                  <a:gd name="connsiteX2017" fmla="*/ 472874 w 5062695"/>
                  <a:gd name="connsiteY2017" fmla="*/ 1727941 h 2902183"/>
                  <a:gd name="connsiteX2018" fmla="*/ 477066 w 5062695"/>
                  <a:gd name="connsiteY2018" fmla="*/ 1734391 h 2902183"/>
                  <a:gd name="connsiteX2019" fmla="*/ 470617 w 5062695"/>
                  <a:gd name="connsiteY2019" fmla="*/ 1738583 h 2902183"/>
                  <a:gd name="connsiteX2020" fmla="*/ 459008 w 5062695"/>
                  <a:gd name="connsiteY2020" fmla="*/ 1737293 h 2902183"/>
                  <a:gd name="connsiteX2021" fmla="*/ 447400 w 5062695"/>
                  <a:gd name="connsiteY2021" fmla="*/ 1744065 h 2902183"/>
                  <a:gd name="connsiteX2022" fmla="*/ 435146 w 5062695"/>
                  <a:gd name="connsiteY2022" fmla="*/ 1752449 h 2902183"/>
                  <a:gd name="connsiteX2023" fmla="*/ 427084 w 5062695"/>
                  <a:gd name="connsiteY2023" fmla="*/ 1757286 h 2902183"/>
                  <a:gd name="connsiteX2024" fmla="*/ 424182 w 5062695"/>
                  <a:gd name="connsiteY2024" fmla="*/ 1758898 h 2902183"/>
                  <a:gd name="connsiteX2025" fmla="*/ 5038974 w 5062695"/>
                  <a:gd name="connsiteY2025" fmla="*/ 1747934 h 2902183"/>
                  <a:gd name="connsiteX2026" fmla="*/ 5036072 w 5062695"/>
                  <a:gd name="connsiteY2026" fmla="*/ 1746967 h 2902183"/>
                  <a:gd name="connsiteX2027" fmla="*/ 5028333 w 5062695"/>
                  <a:gd name="connsiteY2027" fmla="*/ 1742775 h 2902183"/>
                  <a:gd name="connsiteX2028" fmla="*/ 5013500 w 5062695"/>
                  <a:gd name="connsiteY2028" fmla="*/ 1720525 h 2902183"/>
                  <a:gd name="connsiteX2029" fmla="*/ 5013822 w 5062695"/>
                  <a:gd name="connsiteY2029" fmla="*/ 1715365 h 2902183"/>
                  <a:gd name="connsiteX2030" fmla="*/ 5014145 w 5062695"/>
                  <a:gd name="connsiteY2030" fmla="*/ 1710851 h 2902183"/>
                  <a:gd name="connsiteX2031" fmla="*/ 5014145 w 5062695"/>
                  <a:gd name="connsiteY2031" fmla="*/ 1709238 h 2902183"/>
                  <a:gd name="connsiteX2032" fmla="*/ 5013822 w 5062695"/>
                  <a:gd name="connsiteY2032" fmla="*/ 1706336 h 2902183"/>
                  <a:gd name="connsiteX2033" fmla="*/ 5013500 w 5062695"/>
                  <a:gd name="connsiteY2033" fmla="*/ 1699564 h 2902183"/>
                  <a:gd name="connsiteX2034" fmla="*/ 5013500 w 5062695"/>
                  <a:gd name="connsiteY2034" fmla="*/ 1698919 h 2902183"/>
                  <a:gd name="connsiteX2035" fmla="*/ 5018982 w 5062695"/>
                  <a:gd name="connsiteY2035" fmla="*/ 1693760 h 2902183"/>
                  <a:gd name="connsiteX2036" fmla="*/ 5019304 w 5062695"/>
                  <a:gd name="connsiteY2036" fmla="*/ 1693760 h 2902183"/>
                  <a:gd name="connsiteX2037" fmla="*/ 5024464 w 5062695"/>
                  <a:gd name="connsiteY2037" fmla="*/ 1699242 h 2902183"/>
                  <a:gd name="connsiteX2038" fmla="*/ 5024464 w 5062695"/>
                  <a:gd name="connsiteY2038" fmla="*/ 1699564 h 2902183"/>
                  <a:gd name="connsiteX2039" fmla="*/ 5024786 w 5062695"/>
                  <a:gd name="connsiteY2039" fmla="*/ 1705369 h 2902183"/>
                  <a:gd name="connsiteX2040" fmla="*/ 5025109 w 5062695"/>
                  <a:gd name="connsiteY2040" fmla="*/ 1708593 h 2902183"/>
                  <a:gd name="connsiteX2041" fmla="*/ 5025109 w 5062695"/>
                  <a:gd name="connsiteY2041" fmla="*/ 1710851 h 2902183"/>
                  <a:gd name="connsiteX2042" fmla="*/ 5024786 w 5062695"/>
                  <a:gd name="connsiteY2042" fmla="*/ 1716010 h 2902183"/>
                  <a:gd name="connsiteX2043" fmla="*/ 5024464 w 5062695"/>
                  <a:gd name="connsiteY2043" fmla="*/ 1720525 h 2902183"/>
                  <a:gd name="connsiteX2044" fmla="*/ 5033170 w 5062695"/>
                  <a:gd name="connsiteY2044" fmla="*/ 1733101 h 2902183"/>
                  <a:gd name="connsiteX2045" fmla="*/ 5042521 w 5062695"/>
                  <a:gd name="connsiteY2045" fmla="*/ 1738260 h 2902183"/>
                  <a:gd name="connsiteX2046" fmla="*/ 5043812 w 5062695"/>
                  <a:gd name="connsiteY2046" fmla="*/ 1745677 h 2902183"/>
                  <a:gd name="connsiteX2047" fmla="*/ 5038974 w 5062695"/>
                  <a:gd name="connsiteY2047" fmla="*/ 1747934 h 2902183"/>
                  <a:gd name="connsiteX2048" fmla="*/ 2325112 w 5062695"/>
                  <a:gd name="connsiteY2048" fmla="*/ 1745999 h 2902183"/>
                  <a:gd name="connsiteX2049" fmla="*/ 2321887 w 5062695"/>
                  <a:gd name="connsiteY2049" fmla="*/ 1744709 h 2902183"/>
                  <a:gd name="connsiteX2050" fmla="*/ 2313503 w 5062695"/>
                  <a:gd name="connsiteY2050" fmla="*/ 1738583 h 2902183"/>
                  <a:gd name="connsiteX2051" fmla="*/ 2311891 w 5062695"/>
                  <a:gd name="connsiteY2051" fmla="*/ 1731166 h 2902183"/>
                  <a:gd name="connsiteX2052" fmla="*/ 2319307 w 5062695"/>
                  <a:gd name="connsiteY2052" fmla="*/ 1729554 h 2902183"/>
                  <a:gd name="connsiteX2053" fmla="*/ 2328336 w 5062695"/>
                  <a:gd name="connsiteY2053" fmla="*/ 1736325 h 2902183"/>
                  <a:gd name="connsiteX2054" fmla="*/ 2328981 w 5062695"/>
                  <a:gd name="connsiteY2054" fmla="*/ 1743742 h 2902183"/>
                  <a:gd name="connsiteX2055" fmla="*/ 2325112 w 5062695"/>
                  <a:gd name="connsiteY2055" fmla="*/ 1745999 h 2902183"/>
                  <a:gd name="connsiteX2056" fmla="*/ 4104472 w 5062695"/>
                  <a:gd name="connsiteY2056" fmla="*/ 1743742 h 2902183"/>
                  <a:gd name="connsiteX2057" fmla="*/ 4100602 w 5062695"/>
                  <a:gd name="connsiteY2057" fmla="*/ 1742130 h 2902183"/>
                  <a:gd name="connsiteX2058" fmla="*/ 4100602 w 5062695"/>
                  <a:gd name="connsiteY2058" fmla="*/ 1734391 h 2902183"/>
                  <a:gd name="connsiteX2059" fmla="*/ 4105762 w 5062695"/>
                  <a:gd name="connsiteY2059" fmla="*/ 1731811 h 2902183"/>
                  <a:gd name="connsiteX2060" fmla="*/ 4115758 w 5062695"/>
                  <a:gd name="connsiteY2060" fmla="*/ 1731488 h 2902183"/>
                  <a:gd name="connsiteX2061" fmla="*/ 4120273 w 5062695"/>
                  <a:gd name="connsiteY2061" fmla="*/ 1737615 h 2902183"/>
                  <a:gd name="connsiteX2062" fmla="*/ 4114146 w 5062695"/>
                  <a:gd name="connsiteY2062" fmla="*/ 1742130 h 2902183"/>
                  <a:gd name="connsiteX2063" fmla="*/ 4108341 w 5062695"/>
                  <a:gd name="connsiteY2063" fmla="*/ 1742452 h 2902183"/>
                  <a:gd name="connsiteX2064" fmla="*/ 4108341 w 5062695"/>
                  <a:gd name="connsiteY2064" fmla="*/ 1742452 h 2902183"/>
                  <a:gd name="connsiteX2065" fmla="*/ 4104472 w 5062695"/>
                  <a:gd name="connsiteY2065" fmla="*/ 1743742 h 2902183"/>
                  <a:gd name="connsiteX2066" fmla="*/ 3565956 w 5062695"/>
                  <a:gd name="connsiteY2066" fmla="*/ 1741485 h 2902183"/>
                  <a:gd name="connsiteX2067" fmla="*/ 3563054 w 5062695"/>
                  <a:gd name="connsiteY2067" fmla="*/ 1740517 h 2902183"/>
                  <a:gd name="connsiteX2068" fmla="*/ 3561441 w 5062695"/>
                  <a:gd name="connsiteY2068" fmla="*/ 1733101 h 2902183"/>
                  <a:gd name="connsiteX2069" fmla="*/ 3574017 w 5062695"/>
                  <a:gd name="connsiteY2069" fmla="*/ 1725362 h 2902183"/>
                  <a:gd name="connsiteX2070" fmla="*/ 3580144 w 5062695"/>
                  <a:gd name="connsiteY2070" fmla="*/ 1729876 h 2902183"/>
                  <a:gd name="connsiteX2071" fmla="*/ 3575630 w 5062695"/>
                  <a:gd name="connsiteY2071" fmla="*/ 1736003 h 2902183"/>
                  <a:gd name="connsiteX2072" fmla="*/ 3570470 w 5062695"/>
                  <a:gd name="connsiteY2072" fmla="*/ 1739228 h 2902183"/>
                  <a:gd name="connsiteX2073" fmla="*/ 3565956 w 5062695"/>
                  <a:gd name="connsiteY2073" fmla="*/ 1741485 h 2902183"/>
                  <a:gd name="connsiteX2074" fmla="*/ 4222172 w 5062695"/>
                  <a:gd name="connsiteY2074" fmla="*/ 1739872 h 2902183"/>
                  <a:gd name="connsiteX2075" fmla="*/ 4219269 w 5062695"/>
                  <a:gd name="connsiteY2075" fmla="*/ 1739550 h 2902183"/>
                  <a:gd name="connsiteX2076" fmla="*/ 4210563 w 5062695"/>
                  <a:gd name="connsiteY2076" fmla="*/ 1732456 h 2902183"/>
                  <a:gd name="connsiteX2077" fmla="*/ 4209918 w 5062695"/>
                  <a:gd name="connsiteY2077" fmla="*/ 1731488 h 2902183"/>
                  <a:gd name="connsiteX2078" fmla="*/ 4210885 w 5062695"/>
                  <a:gd name="connsiteY2078" fmla="*/ 1724072 h 2902183"/>
                  <a:gd name="connsiteX2079" fmla="*/ 4218302 w 5062695"/>
                  <a:gd name="connsiteY2079" fmla="*/ 1725039 h 2902183"/>
                  <a:gd name="connsiteX2080" fmla="*/ 4218947 w 5062695"/>
                  <a:gd name="connsiteY2080" fmla="*/ 1726006 h 2902183"/>
                  <a:gd name="connsiteX2081" fmla="*/ 4221849 w 5062695"/>
                  <a:gd name="connsiteY2081" fmla="*/ 1728909 h 2902183"/>
                  <a:gd name="connsiteX2082" fmla="*/ 4227654 w 5062695"/>
                  <a:gd name="connsiteY2082" fmla="*/ 1734068 h 2902183"/>
                  <a:gd name="connsiteX2083" fmla="*/ 4222172 w 5062695"/>
                  <a:gd name="connsiteY2083" fmla="*/ 1739872 h 2902183"/>
                  <a:gd name="connsiteX2084" fmla="*/ 4222172 w 5062695"/>
                  <a:gd name="connsiteY2084" fmla="*/ 1739872 h 2902183"/>
                  <a:gd name="connsiteX2085" fmla="*/ 4263124 w 5062695"/>
                  <a:gd name="connsiteY2085" fmla="*/ 1726974 h 2902183"/>
                  <a:gd name="connsiteX2086" fmla="*/ 4257965 w 5062695"/>
                  <a:gd name="connsiteY2086" fmla="*/ 1722782 h 2902183"/>
                  <a:gd name="connsiteX2087" fmla="*/ 4259255 w 5062695"/>
                  <a:gd name="connsiteY2087" fmla="*/ 1717945 h 2902183"/>
                  <a:gd name="connsiteX2088" fmla="*/ 4276346 w 5062695"/>
                  <a:gd name="connsiteY2088" fmla="*/ 1699242 h 2902183"/>
                  <a:gd name="connsiteX2089" fmla="*/ 4281505 w 5062695"/>
                  <a:gd name="connsiteY2089" fmla="*/ 1676024 h 2902183"/>
                  <a:gd name="connsiteX2090" fmla="*/ 4288599 w 5062695"/>
                  <a:gd name="connsiteY2090" fmla="*/ 1672800 h 2902183"/>
                  <a:gd name="connsiteX2091" fmla="*/ 4291824 w 5062695"/>
                  <a:gd name="connsiteY2091" fmla="*/ 1679894 h 2902183"/>
                  <a:gd name="connsiteX2092" fmla="*/ 4286987 w 5062695"/>
                  <a:gd name="connsiteY2092" fmla="*/ 1703756 h 2902183"/>
                  <a:gd name="connsiteX2093" fmla="*/ 4286987 w 5062695"/>
                  <a:gd name="connsiteY2093" fmla="*/ 1708271 h 2902183"/>
                  <a:gd name="connsiteX2094" fmla="*/ 4281827 w 5062695"/>
                  <a:gd name="connsiteY2094" fmla="*/ 1708916 h 2902183"/>
                  <a:gd name="connsiteX2095" fmla="*/ 4269251 w 5062695"/>
                  <a:gd name="connsiteY2095" fmla="*/ 1721814 h 2902183"/>
                  <a:gd name="connsiteX2096" fmla="*/ 4268929 w 5062695"/>
                  <a:gd name="connsiteY2096" fmla="*/ 1725684 h 2902183"/>
                  <a:gd name="connsiteX2097" fmla="*/ 4264415 w 5062695"/>
                  <a:gd name="connsiteY2097" fmla="*/ 1726651 h 2902183"/>
                  <a:gd name="connsiteX2098" fmla="*/ 4263124 w 5062695"/>
                  <a:gd name="connsiteY2098" fmla="*/ 1726974 h 2902183"/>
                  <a:gd name="connsiteX2099" fmla="*/ 2290608 w 5062695"/>
                  <a:gd name="connsiteY2099" fmla="*/ 1725362 h 2902183"/>
                  <a:gd name="connsiteX2100" fmla="*/ 2262554 w 5062695"/>
                  <a:gd name="connsiteY2100" fmla="*/ 1708593 h 2902183"/>
                  <a:gd name="connsiteX2101" fmla="*/ 2244495 w 5062695"/>
                  <a:gd name="connsiteY2101" fmla="*/ 1698597 h 2902183"/>
                  <a:gd name="connsiteX2102" fmla="*/ 2241916 w 5062695"/>
                  <a:gd name="connsiteY2102" fmla="*/ 1691503 h 2902183"/>
                  <a:gd name="connsiteX2103" fmla="*/ 2249010 w 5062695"/>
                  <a:gd name="connsiteY2103" fmla="*/ 1688923 h 2902183"/>
                  <a:gd name="connsiteX2104" fmla="*/ 2268358 w 5062695"/>
                  <a:gd name="connsiteY2104" fmla="*/ 1699887 h 2902183"/>
                  <a:gd name="connsiteX2105" fmla="*/ 2295767 w 5062695"/>
                  <a:gd name="connsiteY2105" fmla="*/ 1716010 h 2902183"/>
                  <a:gd name="connsiteX2106" fmla="*/ 2290608 w 5062695"/>
                  <a:gd name="connsiteY2106" fmla="*/ 1725362 h 2902183"/>
                  <a:gd name="connsiteX2107" fmla="*/ 735038 w 5062695"/>
                  <a:gd name="connsiteY2107" fmla="*/ 1715043 h 2902183"/>
                  <a:gd name="connsiteX2108" fmla="*/ 731169 w 5062695"/>
                  <a:gd name="connsiteY2108" fmla="*/ 1713108 h 2902183"/>
                  <a:gd name="connsiteX2109" fmla="*/ 731491 w 5062695"/>
                  <a:gd name="connsiteY2109" fmla="*/ 1705369 h 2902183"/>
                  <a:gd name="connsiteX2110" fmla="*/ 749872 w 5062695"/>
                  <a:gd name="connsiteY2110" fmla="*/ 1693438 h 2902183"/>
                  <a:gd name="connsiteX2111" fmla="*/ 764060 w 5062695"/>
                  <a:gd name="connsiteY2111" fmla="*/ 1678927 h 2902183"/>
                  <a:gd name="connsiteX2112" fmla="*/ 766317 w 5062695"/>
                  <a:gd name="connsiteY2112" fmla="*/ 1675702 h 2902183"/>
                  <a:gd name="connsiteX2113" fmla="*/ 768897 w 5062695"/>
                  <a:gd name="connsiteY2113" fmla="*/ 1671510 h 2902183"/>
                  <a:gd name="connsiteX2114" fmla="*/ 775991 w 5062695"/>
                  <a:gd name="connsiteY2114" fmla="*/ 1668930 h 2902183"/>
                  <a:gd name="connsiteX2115" fmla="*/ 778571 w 5062695"/>
                  <a:gd name="connsiteY2115" fmla="*/ 1676024 h 2902183"/>
                  <a:gd name="connsiteX2116" fmla="*/ 775024 w 5062695"/>
                  <a:gd name="connsiteY2116" fmla="*/ 1682151 h 2902183"/>
                  <a:gd name="connsiteX2117" fmla="*/ 772767 w 5062695"/>
                  <a:gd name="connsiteY2117" fmla="*/ 1685376 h 2902183"/>
                  <a:gd name="connsiteX2118" fmla="*/ 752774 w 5062695"/>
                  <a:gd name="connsiteY2118" fmla="*/ 1703756 h 2902183"/>
                  <a:gd name="connsiteX2119" fmla="*/ 738585 w 5062695"/>
                  <a:gd name="connsiteY2119" fmla="*/ 1713430 h 2902183"/>
                  <a:gd name="connsiteX2120" fmla="*/ 735038 w 5062695"/>
                  <a:gd name="connsiteY2120" fmla="*/ 1715043 h 2902183"/>
                  <a:gd name="connsiteX2121" fmla="*/ 2206767 w 5062695"/>
                  <a:gd name="connsiteY2121" fmla="*/ 1683441 h 2902183"/>
                  <a:gd name="connsiteX2122" fmla="*/ 2205155 w 5062695"/>
                  <a:gd name="connsiteY2122" fmla="*/ 1683119 h 2902183"/>
                  <a:gd name="connsiteX2123" fmla="*/ 2194836 w 5062695"/>
                  <a:gd name="connsiteY2123" fmla="*/ 1679572 h 2902183"/>
                  <a:gd name="connsiteX2124" fmla="*/ 2191289 w 5062695"/>
                  <a:gd name="connsiteY2124" fmla="*/ 1672800 h 2902183"/>
                  <a:gd name="connsiteX2125" fmla="*/ 2198061 w 5062695"/>
                  <a:gd name="connsiteY2125" fmla="*/ 1669253 h 2902183"/>
                  <a:gd name="connsiteX2126" fmla="*/ 2208379 w 5062695"/>
                  <a:gd name="connsiteY2126" fmla="*/ 1672800 h 2902183"/>
                  <a:gd name="connsiteX2127" fmla="*/ 2211604 w 5062695"/>
                  <a:gd name="connsiteY2127" fmla="*/ 1679572 h 2902183"/>
                  <a:gd name="connsiteX2128" fmla="*/ 2206767 w 5062695"/>
                  <a:gd name="connsiteY2128" fmla="*/ 1683441 h 2902183"/>
                  <a:gd name="connsiteX2129" fmla="*/ 2171296 w 5062695"/>
                  <a:gd name="connsiteY2129" fmla="*/ 1671188 h 2902183"/>
                  <a:gd name="connsiteX2130" fmla="*/ 2169361 w 5062695"/>
                  <a:gd name="connsiteY2130" fmla="*/ 1670865 h 2902183"/>
                  <a:gd name="connsiteX2131" fmla="*/ 2168071 w 5062695"/>
                  <a:gd name="connsiteY2131" fmla="*/ 1670543 h 2902183"/>
                  <a:gd name="connsiteX2132" fmla="*/ 2122604 w 5062695"/>
                  <a:gd name="connsiteY2132" fmla="*/ 1640553 h 2902183"/>
                  <a:gd name="connsiteX2133" fmla="*/ 2122926 w 5062695"/>
                  <a:gd name="connsiteY2133" fmla="*/ 1632814 h 2902183"/>
                  <a:gd name="connsiteX2134" fmla="*/ 2130665 w 5062695"/>
                  <a:gd name="connsiteY2134" fmla="*/ 1633137 h 2902183"/>
                  <a:gd name="connsiteX2135" fmla="*/ 2172263 w 5062695"/>
                  <a:gd name="connsiteY2135" fmla="*/ 1660546 h 2902183"/>
                  <a:gd name="connsiteX2136" fmla="*/ 2173553 w 5062695"/>
                  <a:gd name="connsiteY2136" fmla="*/ 1660869 h 2902183"/>
                  <a:gd name="connsiteX2137" fmla="*/ 2176456 w 5062695"/>
                  <a:gd name="connsiteY2137" fmla="*/ 1667963 h 2902183"/>
                  <a:gd name="connsiteX2138" fmla="*/ 2171296 w 5062695"/>
                  <a:gd name="connsiteY2138" fmla="*/ 1671188 h 2902183"/>
                  <a:gd name="connsiteX2139" fmla="*/ 5040587 w 5062695"/>
                  <a:gd name="connsiteY2139" fmla="*/ 1668930 h 2902183"/>
                  <a:gd name="connsiteX2140" fmla="*/ 5037040 w 5062695"/>
                  <a:gd name="connsiteY2140" fmla="*/ 1667640 h 2902183"/>
                  <a:gd name="connsiteX2141" fmla="*/ 5036395 w 5062695"/>
                  <a:gd name="connsiteY2141" fmla="*/ 1660224 h 2902183"/>
                  <a:gd name="connsiteX2142" fmla="*/ 5040264 w 5062695"/>
                  <a:gd name="connsiteY2142" fmla="*/ 1654097 h 2902183"/>
                  <a:gd name="connsiteX2143" fmla="*/ 5041554 w 5062695"/>
                  <a:gd name="connsiteY2143" fmla="*/ 1652162 h 2902183"/>
                  <a:gd name="connsiteX2144" fmla="*/ 5048971 w 5062695"/>
                  <a:gd name="connsiteY2144" fmla="*/ 1650227 h 2902183"/>
                  <a:gd name="connsiteX2145" fmla="*/ 5050906 w 5062695"/>
                  <a:gd name="connsiteY2145" fmla="*/ 1657644 h 2902183"/>
                  <a:gd name="connsiteX2146" fmla="*/ 5049938 w 5062695"/>
                  <a:gd name="connsiteY2146" fmla="*/ 1659579 h 2902183"/>
                  <a:gd name="connsiteX2147" fmla="*/ 5044779 w 5062695"/>
                  <a:gd name="connsiteY2147" fmla="*/ 1667640 h 2902183"/>
                  <a:gd name="connsiteX2148" fmla="*/ 5040587 w 5062695"/>
                  <a:gd name="connsiteY2148" fmla="*/ 1668930 h 2902183"/>
                  <a:gd name="connsiteX2149" fmla="*/ 4299885 w 5062695"/>
                  <a:gd name="connsiteY2149" fmla="*/ 1660224 h 2902183"/>
                  <a:gd name="connsiteX2150" fmla="*/ 4296661 w 5062695"/>
                  <a:gd name="connsiteY2150" fmla="*/ 1658934 h 2902183"/>
                  <a:gd name="connsiteX2151" fmla="*/ 4295694 w 5062695"/>
                  <a:gd name="connsiteY2151" fmla="*/ 1651517 h 2902183"/>
                  <a:gd name="connsiteX2152" fmla="*/ 4303432 w 5062695"/>
                  <a:gd name="connsiteY2152" fmla="*/ 1643133 h 2902183"/>
                  <a:gd name="connsiteX2153" fmla="*/ 4311172 w 5062695"/>
                  <a:gd name="connsiteY2153" fmla="*/ 1643133 h 2902183"/>
                  <a:gd name="connsiteX2154" fmla="*/ 4311172 w 5062695"/>
                  <a:gd name="connsiteY2154" fmla="*/ 1650872 h 2902183"/>
                  <a:gd name="connsiteX2155" fmla="*/ 4304400 w 5062695"/>
                  <a:gd name="connsiteY2155" fmla="*/ 1658289 h 2902183"/>
                  <a:gd name="connsiteX2156" fmla="*/ 4299885 w 5062695"/>
                  <a:gd name="connsiteY2156" fmla="*/ 1660224 h 2902183"/>
                  <a:gd name="connsiteX2157" fmla="*/ 783408 w 5062695"/>
                  <a:gd name="connsiteY2157" fmla="*/ 1654419 h 2902183"/>
                  <a:gd name="connsiteX2158" fmla="*/ 780828 w 5062695"/>
                  <a:gd name="connsiteY2158" fmla="*/ 1653774 h 2902183"/>
                  <a:gd name="connsiteX2159" fmla="*/ 778571 w 5062695"/>
                  <a:gd name="connsiteY2159" fmla="*/ 1646680 h 2902183"/>
                  <a:gd name="connsiteX2160" fmla="*/ 780183 w 5062695"/>
                  <a:gd name="connsiteY2160" fmla="*/ 1643778 h 2902183"/>
                  <a:gd name="connsiteX2161" fmla="*/ 782118 w 5062695"/>
                  <a:gd name="connsiteY2161" fmla="*/ 1638296 h 2902183"/>
                  <a:gd name="connsiteX2162" fmla="*/ 788567 w 5062695"/>
                  <a:gd name="connsiteY2162" fmla="*/ 1634104 h 2902183"/>
                  <a:gd name="connsiteX2163" fmla="*/ 792759 w 5062695"/>
                  <a:gd name="connsiteY2163" fmla="*/ 1640553 h 2902183"/>
                  <a:gd name="connsiteX2164" fmla="*/ 789212 w 5062695"/>
                  <a:gd name="connsiteY2164" fmla="*/ 1649582 h 2902183"/>
                  <a:gd name="connsiteX2165" fmla="*/ 787922 w 5062695"/>
                  <a:gd name="connsiteY2165" fmla="*/ 1651517 h 2902183"/>
                  <a:gd name="connsiteX2166" fmla="*/ 783408 w 5062695"/>
                  <a:gd name="connsiteY2166" fmla="*/ 1654419 h 2902183"/>
                  <a:gd name="connsiteX2167" fmla="*/ 5062192 w 5062695"/>
                  <a:gd name="connsiteY2167" fmla="*/ 1638619 h 2902183"/>
                  <a:gd name="connsiteX2168" fmla="*/ 5058645 w 5062695"/>
                  <a:gd name="connsiteY2168" fmla="*/ 1637329 h 2902183"/>
                  <a:gd name="connsiteX2169" fmla="*/ 5058322 w 5062695"/>
                  <a:gd name="connsiteY2169" fmla="*/ 1629590 h 2902183"/>
                  <a:gd name="connsiteX2170" fmla="*/ 5064449 w 5062695"/>
                  <a:gd name="connsiteY2170" fmla="*/ 1619271 h 2902183"/>
                  <a:gd name="connsiteX2171" fmla="*/ 5072189 w 5062695"/>
                  <a:gd name="connsiteY2171" fmla="*/ 1607662 h 2902183"/>
                  <a:gd name="connsiteX2172" fmla="*/ 5077025 w 5062695"/>
                  <a:gd name="connsiteY2172" fmla="*/ 1598955 h 2902183"/>
                  <a:gd name="connsiteX2173" fmla="*/ 5075736 w 5062695"/>
                  <a:gd name="connsiteY2173" fmla="*/ 1593796 h 2902183"/>
                  <a:gd name="connsiteX2174" fmla="*/ 5073478 w 5062695"/>
                  <a:gd name="connsiteY2174" fmla="*/ 1589281 h 2902183"/>
                  <a:gd name="connsiteX2175" fmla="*/ 5073156 w 5062695"/>
                  <a:gd name="connsiteY2175" fmla="*/ 1588636 h 2902183"/>
                  <a:gd name="connsiteX2176" fmla="*/ 5075736 w 5062695"/>
                  <a:gd name="connsiteY2176" fmla="*/ 1581542 h 2902183"/>
                  <a:gd name="connsiteX2177" fmla="*/ 5082830 w 5062695"/>
                  <a:gd name="connsiteY2177" fmla="*/ 1584122 h 2902183"/>
                  <a:gd name="connsiteX2178" fmla="*/ 5083152 w 5062695"/>
                  <a:gd name="connsiteY2178" fmla="*/ 1584767 h 2902183"/>
                  <a:gd name="connsiteX2179" fmla="*/ 5085409 w 5062695"/>
                  <a:gd name="connsiteY2179" fmla="*/ 1589281 h 2902183"/>
                  <a:gd name="connsiteX2180" fmla="*/ 5087989 w 5062695"/>
                  <a:gd name="connsiteY2180" fmla="*/ 1598955 h 2902183"/>
                  <a:gd name="connsiteX2181" fmla="*/ 5080250 w 5062695"/>
                  <a:gd name="connsiteY2181" fmla="*/ 1614434 h 2902183"/>
                  <a:gd name="connsiteX2182" fmla="*/ 5074123 w 5062695"/>
                  <a:gd name="connsiteY2182" fmla="*/ 1623140 h 2902183"/>
                  <a:gd name="connsiteX2183" fmla="*/ 5066062 w 5062695"/>
                  <a:gd name="connsiteY2183" fmla="*/ 1636361 h 2902183"/>
                  <a:gd name="connsiteX2184" fmla="*/ 5062192 w 5062695"/>
                  <a:gd name="connsiteY2184" fmla="*/ 1638619 h 2902183"/>
                  <a:gd name="connsiteX2185" fmla="*/ 4343418 w 5062695"/>
                  <a:gd name="connsiteY2185" fmla="*/ 1630234 h 2902183"/>
                  <a:gd name="connsiteX2186" fmla="*/ 4338259 w 5062695"/>
                  <a:gd name="connsiteY2186" fmla="*/ 1626365 h 2902183"/>
                  <a:gd name="connsiteX2187" fmla="*/ 4341806 w 5062695"/>
                  <a:gd name="connsiteY2187" fmla="*/ 1619593 h 2902183"/>
                  <a:gd name="connsiteX2188" fmla="*/ 4362121 w 5062695"/>
                  <a:gd name="connsiteY2188" fmla="*/ 1616046 h 2902183"/>
                  <a:gd name="connsiteX2189" fmla="*/ 4365346 w 5062695"/>
                  <a:gd name="connsiteY2189" fmla="*/ 1590894 h 2902183"/>
                  <a:gd name="connsiteX2190" fmla="*/ 4371795 w 5062695"/>
                  <a:gd name="connsiteY2190" fmla="*/ 1586702 h 2902183"/>
                  <a:gd name="connsiteX2191" fmla="*/ 4375987 w 5062695"/>
                  <a:gd name="connsiteY2191" fmla="*/ 1593151 h 2902183"/>
                  <a:gd name="connsiteX2192" fmla="*/ 4372763 w 5062695"/>
                  <a:gd name="connsiteY2192" fmla="*/ 1621850 h 2902183"/>
                  <a:gd name="connsiteX2193" fmla="*/ 4372118 w 5062695"/>
                  <a:gd name="connsiteY2193" fmla="*/ 1627010 h 2902183"/>
                  <a:gd name="connsiteX2194" fmla="*/ 4365668 w 5062695"/>
                  <a:gd name="connsiteY2194" fmla="*/ 1627010 h 2902183"/>
                  <a:gd name="connsiteX2195" fmla="*/ 4344708 w 5062695"/>
                  <a:gd name="connsiteY2195" fmla="*/ 1630234 h 2902183"/>
                  <a:gd name="connsiteX2196" fmla="*/ 4343418 w 5062695"/>
                  <a:gd name="connsiteY2196" fmla="*/ 1630234 h 2902183"/>
                  <a:gd name="connsiteX2197" fmla="*/ 811785 w 5062695"/>
                  <a:gd name="connsiteY2197" fmla="*/ 1611209 h 2902183"/>
                  <a:gd name="connsiteX2198" fmla="*/ 807270 w 5062695"/>
                  <a:gd name="connsiteY2198" fmla="*/ 1608952 h 2902183"/>
                  <a:gd name="connsiteX2199" fmla="*/ 808560 w 5062695"/>
                  <a:gd name="connsiteY2199" fmla="*/ 1601535 h 2902183"/>
                  <a:gd name="connsiteX2200" fmla="*/ 839194 w 5062695"/>
                  <a:gd name="connsiteY2200" fmla="*/ 1586057 h 2902183"/>
                  <a:gd name="connsiteX2201" fmla="*/ 855640 w 5062695"/>
                  <a:gd name="connsiteY2201" fmla="*/ 1577995 h 2902183"/>
                  <a:gd name="connsiteX2202" fmla="*/ 856285 w 5062695"/>
                  <a:gd name="connsiteY2202" fmla="*/ 1577350 h 2902183"/>
                  <a:gd name="connsiteX2203" fmla="*/ 863702 w 5062695"/>
                  <a:gd name="connsiteY2203" fmla="*/ 1578963 h 2902183"/>
                  <a:gd name="connsiteX2204" fmla="*/ 862089 w 5062695"/>
                  <a:gd name="connsiteY2204" fmla="*/ 1586379 h 2902183"/>
                  <a:gd name="connsiteX2205" fmla="*/ 861444 w 5062695"/>
                  <a:gd name="connsiteY2205" fmla="*/ 1587024 h 2902183"/>
                  <a:gd name="connsiteX2206" fmla="*/ 841452 w 5062695"/>
                  <a:gd name="connsiteY2206" fmla="*/ 1596698 h 2902183"/>
                  <a:gd name="connsiteX2207" fmla="*/ 814365 w 5062695"/>
                  <a:gd name="connsiteY2207" fmla="*/ 1610242 h 2902183"/>
                  <a:gd name="connsiteX2208" fmla="*/ 811785 w 5062695"/>
                  <a:gd name="connsiteY2208" fmla="*/ 1611209 h 2902183"/>
                  <a:gd name="connsiteX2209" fmla="*/ 2121314 w 5062695"/>
                  <a:gd name="connsiteY2209" fmla="*/ 1603792 h 2902183"/>
                  <a:gd name="connsiteX2210" fmla="*/ 2119057 w 5062695"/>
                  <a:gd name="connsiteY2210" fmla="*/ 1603147 h 2902183"/>
                  <a:gd name="connsiteX2211" fmla="*/ 2116477 w 5062695"/>
                  <a:gd name="connsiteY2211" fmla="*/ 1596053 h 2902183"/>
                  <a:gd name="connsiteX2212" fmla="*/ 2120992 w 5062695"/>
                  <a:gd name="connsiteY2212" fmla="*/ 1586379 h 2902183"/>
                  <a:gd name="connsiteX2213" fmla="*/ 2128086 w 5062695"/>
                  <a:gd name="connsiteY2213" fmla="*/ 1583799 h 2902183"/>
                  <a:gd name="connsiteX2214" fmla="*/ 2130665 w 5062695"/>
                  <a:gd name="connsiteY2214" fmla="*/ 1590894 h 2902183"/>
                  <a:gd name="connsiteX2215" fmla="*/ 2126151 w 5062695"/>
                  <a:gd name="connsiteY2215" fmla="*/ 1600568 h 2902183"/>
                  <a:gd name="connsiteX2216" fmla="*/ 2121314 w 5062695"/>
                  <a:gd name="connsiteY2216" fmla="*/ 1603792 h 2902183"/>
                  <a:gd name="connsiteX2217" fmla="*/ 886274 w 5062695"/>
                  <a:gd name="connsiteY2217" fmla="*/ 1579608 h 2902183"/>
                  <a:gd name="connsiteX2218" fmla="*/ 884339 w 5062695"/>
                  <a:gd name="connsiteY2218" fmla="*/ 1579608 h 2902183"/>
                  <a:gd name="connsiteX2219" fmla="*/ 879502 w 5062695"/>
                  <a:gd name="connsiteY2219" fmla="*/ 1573803 h 2902183"/>
                  <a:gd name="connsiteX2220" fmla="*/ 885307 w 5062695"/>
                  <a:gd name="connsiteY2220" fmla="*/ 1568966 h 2902183"/>
                  <a:gd name="connsiteX2221" fmla="*/ 890466 w 5062695"/>
                  <a:gd name="connsiteY2221" fmla="*/ 1568644 h 2902183"/>
                  <a:gd name="connsiteX2222" fmla="*/ 891111 w 5062695"/>
                  <a:gd name="connsiteY2222" fmla="*/ 1568321 h 2902183"/>
                  <a:gd name="connsiteX2223" fmla="*/ 898850 w 5062695"/>
                  <a:gd name="connsiteY2223" fmla="*/ 1567999 h 2902183"/>
                  <a:gd name="connsiteX2224" fmla="*/ 899173 w 5062695"/>
                  <a:gd name="connsiteY2224" fmla="*/ 1575738 h 2902183"/>
                  <a:gd name="connsiteX2225" fmla="*/ 892079 w 5062695"/>
                  <a:gd name="connsiteY2225" fmla="*/ 1579608 h 2902183"/>
                  <a:gd name="connsiteX2226" fmla="*/ 886274 w 5062695"/>
                  <a:gd name="connsiteY2226" fmla="*/ 1579608 h 2902183"/>
                  <a:gd name="connsiteX2227" fmla="*/ 4380179 w 5062695"/>
                  <a:gd name="connsiteY2227" fmla="*/ 1572513 h 2902183"/>
                  <a:gd name="connsiteX2228" fmla="*/ 4377277 w 5062695"/>
                  <a:gd name="connsiteY2228" fmla="*/ 1571546 h 2902183"/>
                  <a:gd name="connsiteX2229" fmla="*/ 4375665 w 5062695"/>
                  <a:gd name="connsiteY2229" fmla="*/ 1564129 h 2902183"/>
                  <a:gd name="connsiteX2230" fmla="*/ 4383404 w 5062695"/>
                  <a:gd name="connsiteY2230" fmla="*/ 1554778 h 2902183"/>
                  <a:gd name="connsiteX2231" fmla="*/ 4391143 w 5062695"/>
                  <a:gd name="connsiteY2231" fmla="*/ 1555100 h 2902183"/>
                  <a:gd name="connsiteX2232" fmla="*/ 4390821 w 5062695"/>
                  <a:gd name="connsiteY2232" fmla="*/ 1562839 h 2902183"/>
                  <a:gd name="connsiteX2233" fmla="*/ 4384694 w 5062695"/>
                  <a:gd name="connsiteY2233" fmla="*/ 1569933 h 2902183"/>
                  <a:gd name="connsiteX2234" fmla="*/ 4380179 w 5062695"/>
                  <a:gd name="connsiteY2234" fmla="*/ 1572513 h 2902183"/>
                  <a:gd name="connsiteX2235" fmla="*/ 2135502 w 5062695"/>
                  <a:gd name="connsiteY2235" fmla="*/ 1568966 h 2902183"/>
                  <a:gd name="connsiteX2236" fmla="*/ 2133890 w 5062695"/>
                  <a:gd name="connsiteY2236" fmla="*/ 1568644 h 2902183"/>
                  <a:gd name="connsiteX2237" fmla="*/ 2130343 w 5062695"/>
                  <a:gd name="connsiteY2237" fmla="*/ 1561872 h 2902183"/>
                  <a:gd name="connsiteX2238" fmla="*/ 2132600 w 5062695"/>
                  <a:gd name="connsiteY2238" fmla="*/ 1547683 h 2902183"/>
                  <a:gd name="connsiteX2239" fmla="*/ 2132278 w 5062695"/>
                  <a:gd name="connsiteY2239" fmla="*/ 1544459 h 2902183"/>
                  <a:gd name="connsiteX2240" fmla="*/ 2131633 w 5062695"/>
                  <a:gd name="connsiteY2240" fmla="*/ 1535107 h 2902183"/>
                  <a:gd name="connsiteX2241" fmla="*/ 2140339 w 5062695"/>
                  <a:gd name="connsiteY2241" fmla="*/ 1508343 h 2902183"/>
                  <a:gd name="connsiteX2242" fmla="*/ 2147756 w 5062695"/>
                  <a:gd name="connsiteY2242" fmla="*/ 1507053 h 2902183"/>
                  <a:gd name="connsiteX2243" fmla="*/ 2149046 w 5062695"/>
                  <a:gd name="connsiteY2243" fmla="*/ 1514470 h 2902183"/>
                  <a:gd name="connsiteX2244" fmla="*/ 2142274 w 5062695"/>
                  <a:gd name="connsiteY2244" fmla="*/ 1535107 h 2902183"/>
                  <a:gd name="connsiteX2245" fmla="*/ 2142919 w 5062695"/>
                  <a:gd name="connsiteY2245" fmla="*/ 1543491 h 2902183"/>
                  <a:gd name="connsiteX2246" fmla="*/ 2143241 w 5062695"/>
                  <a:gd name="connsiteY2246" fmla="*/ 1547683 h 2902183"/>
                  <a:gd name="connsiteX2247" fmla="*/ 2140662 w 5062695"/>
                  <a:gd name="connsiteY2247" fmla="*/ 1564774 h 2902183"/>
                  <a:gd name="connsiteX2248" fmla="*/ 2135502 w 5062695"/>
                  <a:gd name="connsiteY2248" fmla="*/ 1568966 h 2902183"/>
                  <a:gd name="connsiteX2249" fmla="*/ 4905797 w 5062695"/>
                  <a:gd name="connsiteY2249" fmla="*/ 1557035 h 2902183"/>
                  <a:gd name="connsiteX2250" fmla="*/ 4891608 w 5062695"/>
                  <a:gd name="connsiteY2250" fmla="*/ 1541234 h 2902183"/>
                  <a:gd name="connsiteX2251" fmla="*/ 4891608 w 5062695"/>
                  <a:gd name="connsiteY2251" fmla="*/ 1538332 h 2902183"/>
                  <a:gd name="connsiteX2252" fmla="*/ 4891608 w 5062695"/>
                  <a:gd name="connsiteY2252" fmla="*/ 1534785 h 2902183"/>
                  <a:gd name="connsiteX2253" fmla="*/ 4891608 w 5062695"/>
                  <a:gd name="connsiteY2253" fmla="*/ 1531883 h 2902183"/>
                  <a:gd name="connsiteX2254" fmla="*/ 4900637 w 5062695"/>
                  <a:gd name="connsiteY2254" fmla="*/ 1511245 h 2902183"/>
                  <a:gd name="connsiteX2255" fmla="*/ 4901605 w 5062695"/>
                  <a:gd name="connsiteY2255" fmla="*/ 1510278 h 2902183"/>
                  <a:gd name="connsiteX2256" fmla="*/ 4909344 w 5062695"/>
                  <a:gd name="connsiteY2256" fmla="*/ 1510600 h 2902183"/>
                  <a:gd name="connsiteX2257" fmla="*/ 4909021 w 5062695"/>
                  <a:gd name="connsiteY2257" fmla="*/ 1518339 h 2902183"/>
                  <a:gd name="connsiteX2258" fmla="*/ 4907731 w 5062695"/>
                  <a:gd name="connsiteY2258" fmla="*/ 1519629 h 2902183"/>
                  <a:gd name="connsiteX2259" fmla="*/ 4902250 w 5062695"/>
                  <a:gd name="connsiteY2259" fmla="*/ 1532205 h 2902183"/>
                  <a:gd name="connsiteX2260" fmla="*/ 4902250 w 5062695"/>
                  <a:gd name="connsiteY2260" fmla="*/ 1535107 h 2902183"/>
                  <a:gd name="connsiteX2261" fmla="*/ 4902250 w 5062695"/>
                  <a:gd name="connsiteY2261" fmla="*/ 1539622 h 2902183"/>
                  <a:gd name="connsiteX2262" fmla="*/ 4902250 w 5062695"/>
                  <a:gd name="connsiteY2262" fmla="*/ 1541557 h 2902183"/>
                  <a:gd name="connsiteX2263" fmla="*/ 4905797 w 5062695"/>
                  <a:gd name="connsiteY2263" fmla="*/ 1546394 h 2902183"/>
                  <a:gd name="connsiteX2264" fmla="*/ 4911924 w 5062695"/>
                  <a:gd name="connsiteY2264" fmla="*/ 1545426 h 2902183"/>
                  <a:gd name="connsiteX2265" fmla="*/ 4919018 w 5062695"/>
                  <a:gd name="connsiteY2265" fmla="*/ 1548328 h 2902183"/>
                  <a:gd name="connsiteX2266" fmla="*/ 4916115 w 5062695"/>
                  <a:gd name="connsiteY2266" fmla="*/ 1555423 h 2902183"/>
                  <a:gd name="connsiteX2267" fmla="*/ 4905797 w 5062695"/>
                  <a:gd name="connsiteY2267" fmla="*/ 1557035 h 2902183"/>
                  <a:gd name="connsiteX2268" fmla="*/ 5071866 w 5062695"/>
                  <a:gd name="connsiteY2268" fmla="*/ 1557035 h 2902183"/>
                  <a:gd name="connsiteX2269" fmla="*/ 5070253 w 5062695"/>
                  <a:gd name="connsiteY2269" fmla="*/ 1556712 h 2902183"/>
                  <a:gd name="connsiteX2270" fmla="*/ 5061870 w 5062695"/>
                  <a:gd name="connsiteY2270" fmla="*/ 1555100 h 2902183"/>
                  <a:gd name="connsiteX2271" fmla="*/ 5060257 w 5062695"/>
                  <a:gd name="connsiteY2271" fmla="*/ 1554778 h 2902183"/>
                  <a:gd name="connsiteX2272" fmla="*/ 5055743 w 5062695"/>
                  <a:gd name="connsiteY2272" fmla="*/ 1548651 h 2902183"/>
                  <a:gd name="connsiteX2273" fmla="*/ 5061870 w 5062695"/>
                  <a:gd name="connsiteY2273" fmla="*/ 1544136 h 2902183"/>
                  <a:gd name="connsiteX2274" fmla="*/ 5063482 w 5062695"/>
                  <a:gd name="connsiteY2274" fmla="*/ 1544459 h 2902183"/>
                  <a:gd name="connsiteX2275" fmla="*/ 5073156 w 5062695"/>
                  <a:gd name="connsiteY2275" fmla="*/ 1546394 h 2902183"/>
                  <a:gd name="connsiteX2276" fmla="*/ 5076703 w 5062695"/>
                  <a:gd name="connsiteY2276" fmla="*/ 1553165 h 2902183"/>
                  <a:gd name="connsiteX2277" fmla="*/ 5071866 w 5062695"/>
                  <a:gd name="connsiteY2277" fmla="*/ 1557035 h 2902183"/>
                  <a:gd name="connsiteX2278" fmla="*/ 4997377 w 5062695"/>
                  <a:gd name="connsiteY2278" fmla="*/ 1553810 h 2902183"/>
                  <a:gd name="connsiteX2279" fmla="*/ 4992862 w 5062695"/>
                  <a:gd name="connsiteY2279" fmla="*/ 1553488 h 2902183"/>
                  <a:gd name="connsiteX2280" fmla="*/ 4987380 w 5062695"/>
                  <a:gd name="connsiteY2280" fmla="*/ 1553488 h 2902183"/>
                  <a:gd name="connsiteX2281" fmla="*/ 4983511 w 5062695"/>
                  <a:gd name="connsiteY2281" fmla="*/ 1553488 h 2902183"/>
                  <a:gd name="connsiteX2282" fmla="*/ 4978996 w 5062695"/>
                  <a:gd name="connsiteY2282" fmla="*/ 1547361 h 2902183"/>
                  <a:gd name="connsiteX2283" fmla="*/ 4985123 w 5062695"/>
                  <a:gd name="connsiteY2283" fmla="*/ 1542846 h 2902183"/>
                  <a:gd name="connsiteX2284" fmla="*/ 4985768 w 5062695"/>
                  <a:gd name="connsiteY2284" fmla="*/ 1542846 h 2902183"/>
                  <a:gd name="connsiteX2285" fmla="*/ 4994152 w 5062695"/>
                  <a:gd name="connsiteY2285" fmla="*/ 1542846 h 2902183"/>
                  <a:gd name="connsiteX2286" fmla="*/ 5011887 w 5062695"/>
                  <a:gd name="connsiteY2286" fmla="*/ 1538654 h 2902183"/>
                  <a:gd name="connsiteX2287" fmla="*/ 5025754 w 5062695"/>
                  <a:gd name="connsiteY2287" fmla="*/ 1534462 h 2902183"/>
                  <a:gd name="connsiteX2288" fmla="*/ 5036717 w 5062695"/>
                  <a:gd name="connsiteY2288" fmla="*/ 1537687 h 2902183"/>
                  <a:gd name="connsiteX2289" fmla="*/ 5038330 w 5062695"/>
                  <a:gd name="connsiteY2289" fmla="*/ 1538332 h 2902183"/>
                  <a:gd name="connsiteX2290" fmla="*/ 5040587 w 5062695"/>
                  <a:gd name="connsiteY2290" fmla="*/ 1545426 h 2902183"/>
                  <a:gd name="connsiteX2291" fmla="*/ 5033492 w 5062695"/>
                  <a:gd name="connsiteY2291" fmla="*/ 1547683 h 2902183"/>
                  <a:gd name="connsiteX2292" fmla="*/ 5031235 w 5062695"/>
                  <a:gd name="connsiteY2292" fmla="*/ 1547683 h 2902183"/>
                  <a:gd name="connsiteX2293" fmla="*/ 5025431 w 5062695"/>
                  <a:gd name="connsiteY2293" fmla="*/ 1545749 h 2902183"/>
                  <a:gd name="connsiteX2294" fmla="*/ 5016402 w 5062695"/>
                  <a:gd name="connsiteY2294" fmla="*/ 1548651 h 2902183"/>
                  <a:gd name="connsiteX2295" fmla="*/ 4997377 w 5062695"/>
                  <a:gd name="connsiteY2295" fmla="*/ 1553810 h 2902183"/>
                  <a:gd name="connsiteX2296" fmla="*/ 4426936 w 5062695"/>
                  <a:gd name="connsiteY2296" fmla="*/ 1550586 h 2902183"/>
                  <a:gd name="connsiteX2297" fmla="*/ 4421455 w 5062695"/>
                  <a:gd name="connsiteY2297" fmla="*/ 1545749 h 2902183"/>
                  <a:gd name="connsiteX2298" fmla="*/ 4426291 w 5062695"/>
                  <a:gd name="connsiteY2298" fmla="*/ 1539944 h 2902183"/>
                  <a:gd name="connsiteX2299" fmla="*/ 4445317 w 5062695"/>
                  <a:gd name="connsiteY2299" fmla="*/ 1537042 h 2902183"/>
                  <a:gd name="connsiteX2300" fmla="*/ 4473049 w 5062695"/>
                  <a:gd name="connsiteY2300" fmla="*/ 1522854 h 2902183"/>
                  <a:gd name="connsiteX2301" fmla="*/ 4480466 w 5062695"/>
                  <a:gd name="connsiteY2301" fmla="*/ 1523499 h 2902183"/>
                  <a:gd name="connsiteX2302" fmla="*/ 4479821 w 5062695"/>
                  <a:gd name="connsiteY2302" fmla="*/ 1530915 h 2902183"/>
                  <a:gd name="connsiteX2303" fmla="*/ 4448219 w 5062695"/>
                  <a:gd name="connsiteY2303" fmla="*/ 1547361 h 2902183"/>
                  <a:gd name="connsiteX2304" fmla="*/ 4427582 w 5062695"/>
                  <a:gd name="connsiteY2304" fmla="*/ 1550586 h 2902183"/>
                  <a:gd name="connsiteX2305" fmla="*/ 4426936 w 5062695"/>
                  <a:gd name="connsiteY2305" fmla="*/ 1550586 h 2902183"/>
                  <a:gd name="connsiteX2306" fmla="*/ 4934818 w 5062695"/>
                  <a:gd name="connsiteY2306" fmla="*/ 1539622 h 2902183"/>
                  <a:gd name="connsiteX2307" fmla="*/ 4930949 w 5062695"/>
                  <a:gd name="connsiteY2307" fmla="*/ 1538010 h 2902183"/>
                  <a:gd name="connsiteX2308" fmla="*/ 4930949 w 5062695"/>
                  <a:gd name="connsiteY2308" fmla="*/ 1530270 h 2902183"/>
                  <a:gd name="connsiteX2309" fmla="*/ 4945137 w 5062695"/>
                  <a:gd name="connsiteY2309" fmla="*/ 1525756 h 2902183"/>
                  <a:gd name="connsiteX2310" fmla="*/ 4949652 w 5062695"/>
                  <a:gd name="connsiteY2310" fmla="*/ 1531883 h 2902183"/>
                  <a:gd name="connsiteX2311" fmla="*/ 4943525 w 5062695"/>
                  <a:gd name="connsiteY2311" fmla="*/ 1536397 h 2902183"/>
                  <a:gd name="connsiteX2312" fmla="*/ 4938365 w 5062695"/>
                  <a:gd name="connsiteY2312" fmla="*/ 1538010 h 2902183"/>
                  <a:gd name="connsiteX2313" fmla="*/ 4934818 w 5062695"/>
                  <a:gd name="connsiteY2313" fmla="*/ 1539622 h 2902183"/>
                  <a:gd name="connsiteX2314" fmla="*/ 913039 w 5062695"/>
                  <a:gd name="connsiteY2314" fmla="*/ 1538977 h 2902183"/>
                  <a:gd name="connsiteX2315" fmla="*/ 910137 w 5062695"/>
                  <a:gd name="connsiteY2315" fmla="*/ 1538010 h 2902183"/>
                  <a:gd name="connsiteX2316" fmla="*/ 908524 w 5062695"/>
                  <a:gd name="connsiteY2316" fmla="*/ 1530593 h 2902183"/>
                  <a:gd name="connsiteX2317" fmla="*/ 925292 w 5062695"/>
                  <a:gd name="connsiteY2317" fmla="*/ 1511890 h 2902183"/>
                  <a:gd name="connsiteX2318" fmla="*/ 941093 w 5062695"/>
                  <a:gd name="connsiteY2318" fmla="*/ 1489317 h 2902183"/>
                  <a:gd name="connsiteX2319" fmla="*/ 948187 w 5062695"/>
                  <a:gd name="connsiteY2319" fmla="*/ 1486738 h 2902183"/>
                  <a:gd name="connsiteX2320" fmla="*/ 950767 w 5062695"/>
                  <a:gd name="connsiteY2320" fmla="*/ 1493832 h 2902183"/>
                  <a:gd name="connsiteX2321" fmla="*/ 932064 w 5062695"/>
                  <a:gd name="connsiteY2321" fmla="*/ 1520274 h 2902183"/>
                  <a:gd name="connsiteX2322" fmla="*/ 917553 w 5062695"/>
                  <a:gd name="connsiteY2322" fmla="*/ 1536397 h 2902183"/>
                  <a:gd name="connsiteX2323" fmla="*/ 913039 w 5062695"/>
                  <a:gd name="connsiteY2323" fmla="*/ 1538977 h 2902183"/>
                  <a:gd name="connsiteX2324" fmla="*/ 4495299 w 5062695"/>
                  <a:gd name="connsiteY2324" fmla="*/ 1513180 h 2902183"/>
                  <a:gd name="connsiteX2325" fmla="*/ 4492074 w 5062695"/>
                  <a:gd name="connsiteY2325" fmla="*/ 1511890 h 2902183"/>
                  <a:gd name="connsiteX2326" fmla="*/ 4491429 w 5062695"/>
                  <a:gd name="connsiteY2326" fmla="*/ 1504473 h 2902183"/>
                  <a:gd name="connsiteX2327" fmla="*/ 4497879 w 5062695"/>
                  <a:gd name="connsiteY2327" fmla="*/ 1496089 h 2902183"/>
                  <a:gd name="connsiteX2328" fmla="*/ 4505296 w 5062695"/>
                  <a:gd name="connsiteY2328" fmla="*/ 1494799 h 2902183"/>
                  <a:gd name="connsiteX2329" fmla="*/ 4506585 w 5062695"/>
                  <a:gd name="connsiteY2329" fmla="*/ 1502216 h 2902183"/>
                  <a:gd name="connsiteX2330" fmla="*/ 4499814 w 5062695"/>
                  <a:gd name="connsiteY2330" fmla="*/ 1510922 h 2902183"/>
                  <a:gd name="connsiteX2331" fmla="*/ 4495299 w 5062695"/>
                  <a:gd name="connsiteY2331" fmla="*/ 1513180 h 2902183"/>
                  <a:gd name="connsiteX2332" fmla="*/ 4930304 w 5062695"/>
                  <a:gd name="connsiteY2332" fmla="*/ 1485125 h 2902183"/>
                  <a:gd name="connsiteX2333" fmla="*/ 4929337 w 5062695"/>
                  <a:gd name="connsiteY2333" fmla="*/ 1485125 h 2902183"/>
                  <a:gd name="connsiteX2334" fmla="*/ 4925144 w 5062695"/>
                  <a:gd name="connsiteY2334" fmla="*/ 1478676 h 2902183"/>
                  <a:gd name="connsiteX2335" fmla="*/ 4925467 w 5062695"/>
                  <a:gd name="connsiteY2335" fmla="*/ 1474161 h 2902183"/>
                  <a:gd name="connsiteX2336" fmla="*/ 4925467 w 5062695"/>
                  <a:gd name="connsiteY2336" fmla="*/ 1470937 h 2902183"/>
                  <a:gd name="connsiteX2337" fmla="*/ 4925467 w 5062695"/>
                  <a:gd name="connsiteY2337" fmla="*/ 1469647 h 2902183"/>
                  <a:gd name="connsiteX2338" fmla="*/ 4929982 w 5062695"/>
                  <a:gd name="connsiteY2338" fmla="*/ 1463520 h 2902183"/>
                  <a:gd name="connsiteX2339" fmla="*/ 4936108 w 5062695"/>
                  <a:gd name="connsiteY2339" fmla="*/ 1468035 h 2902183"/>
                  <a:gd name="connsiteX2340" fmla="*/ 4936431 w 5062695"/>
                  <a:gd name="connsiteY2340" fmla="*/ 1469969 h 2902183"/>
                  <a:gd name="connsiteX2341" fmla="*/ 4936431 w 5062695"/>
                  <a:gd name="connsiteY2341" fmla="*/ 1473839 h 2902183"/>
                  <a:gd name="connsiteX2342" fmla="*/ 4935786 w 5062695"/>
                  <a:gd name="connsiteY2342" fmla="*/ 1480611 h 2902183"/>
                  <a:gd name="connsiteX2343" fmla="*/ 4930304 w 5062695"/>
                  <a:gd name="connsiteY2343" fmla="*/ 1485125 h 2902183"/>
                  <a:gd name="connsiteX2344" fmla="*/ 2170973 w 5062695"/>
                  <a:gd name="connsiteY2344" fmla="*/ 1483190 h 2902183"/>
                  <a:gd name="connsiteX2345" fmla="*/ 2169361 w 5062695"/>
                  <a:gd name="connsiteY2345" fmla="*/ 1482868 h 2902183"/>
                  <a:gd name="connsiteX2346" fmla="*/ 2166136 w 5062695"/>
                  <a:gd name="connsiteY2346" fmla="*/ 1476096 h 2902183"/>
                  <a:gd name="connsiteX2347" fmla="*/ 2168716 w 5062695"/>
                  <a:gd name="connsiteY2347" fmla="*/ 1466422 h 2902183"/>
                  <a:gd name="connsiteX2348" fmla="*/ 2174843 w 5062695"/>
                  <a:gd name="connsiteY2348" fmla="*/ 1462230 h 2902183"/>
                  <a:gd name="connsiteX2349" fmla="*/ 2179035 w 5062695"/>
                  <a:gd name="connsiteY2349" fmla="*/ 1468357 h 2902183"/>
                  <a:gd name="connsiteX2350" fmla="*/ 2176133 w 5062695"/>
                  <a:gd name="connsiteY2350" fmla="*/ 1479643 h 2902183"/>
                  <a:gd name="connsiteX2351" fmla="*/ 2170973 w 5062695"/>
                  <a:gd name="connsiteY2351" fmla="*/ 1483190 h 2902183"/>
                  <a:gd name="connsiteX2352" fmla="*/ 959796 w 5062695"/>
                  <a:gd name="connsiteY2352" fmla="*/ 1474161 h 2902183"/>
                  <a:gd name="connsiteX2353" fmla="*/ 956894 w 5062695"/>
                  <a:gd name="connsiteY2353" fmla="*/ 1473517 h 2902183"/>
                  <a:gd name="connsiteX2354" fmla="*/ 955282 w 5062695"/>
                  <a:gd name="connsiteY2354" fmla="*/ 1466100 h 2902183"/>
                  <a:gd name="connsiteX2355" fmla="*/ 960441 w 5062695"/>
                  <a:gd name="connsiteY2355" fmla="*/ 1457071 h 2902183"/>
                  <a:gd name="connsiteX2356" fmla="*/ 967858 w 5062695"/>
                  <a:gd name="connsiteY2356" fmla="*/ 1454814 h 2902183"/>
                  <a:gd name="connsiteX2357" fmla="*/ 970115 w 5062695"/>
                  <a:gd name="connsiteY2357" fmla="*/ 1462230 h 2902183"/>
                  <a:gd name="connsiteX2358" fmla="*/ 964633 w 5062695"/>
                  <a:gd name="connsiteY2358" fmla="*/ 1471904 h 2902183"/>
                  <a:gd name="connsiteX2359" fmla="*/ 959796 w 5062695"/>
                  <a:gd name="connsiteY2359" fmla="*/ 1474161 h 2902183"/>
                  <a:gd name="connsiteX2360" fmla="*/ 4525611 w 5062695"/>
                  <a:gd name="connsiteY2360" fmla="*/ 1469002 h 2902183"/>
                  <a:gd name="connsiteX2361" fmla="*/ 4522709 w 5062695"/>
                  <a:gd name="connsiteY2361" fmla="*/ 1468035 h 2902183"/>
                  <a:gd name="connsiteX2362" fmla="*/ 4521096 w 5062695"/>
                  <a:gd name="connsiteY2362" fmla="*/ 1460618 h 2902183"/>
                  <a:gd name="connsiteX2363" fmla="*/ 4538187 w 5062695"/>
                  <a:gd name="connsiteY2363" fmla="*/ 1437078 h 2902183"/>
                  <a:gd name="connsiteX2364" fmla="*/ 4556890 w 5062695"/>
                  <a:gd name="connsiteY2364" fmla="*/ 1418697 h 2902183"/>
                  <a:gd name="connsiteX2365" fmla="*/ 4564307 w 5062695"/>
                  <a:gd name="connsiteY2365" fmla="*/ 1419665 h 2902183"/>
                  <a:gd name="connsiteX2366" fmla="*/ 4563339 w 5062695"/>
                  <a:gd name="connsiteY2366" fmla="*/ 1427082 h 2902183"/>
                  <a:gd name="connsiteX2367" fmla="*/ 4546571 w 5062695"/>
                  <a:gd name="connsiteY2367" fmla="*/ 1443850 h 2902183"/>
                  <a:gd name="connsiteX2368" fmla="*/ 4530125 w 5062695"/>
                  <a:gd name="connsiteY2368" fmla="*/ 1466745 h 2902183"/>
                  <a:gd name="connsiteX2369" fmla="*/ 4525611 w 5062695"/>
                  <a:gd name="connsiteY2369" fmla="*/ 1469002 h 2902183"/>
                  <a:gd name="connsiteX2370" fmla="*/ 4717155 w 5062695"/>
                  <a:gd name="connsiteY2370" fmla="*/ 1452234 h 2902183"/>
                  <a:gd name="connsiteX2371" fmla="*/ 4709738 w 5062695"/>
                  <a:gd name="connsiteY2371" fmla="*/ 1450944 h 2902183"/>
                  <a:gd name="connsiteX2372" fmla="*/ 4707158 w 5062695"/>
                  <a:gd name="connsiteY2372" fmla="*/ 1443850 h 2902183"/>
                  <a:gd name="connsiteX2373" fmla="*/ 4714253 w 5062695"/>
                  <a:gd name="connsiteY2373" fmla="*/ 1441270 h 2902183"/>
                  <a:gd name="connsiteX2374" fmla="*/ 4719089 w 5062695"/>
                  <a:gd name="connsiteY2374" fmla="*/ 1441592 h 2902183"/>
                  <a:gd name="connsiteX2375" fmla="*/ 4726184 w 5062695"/>
                  <a:gd name="connsiteY2375" fmla="*/ 1441915 h 2902183"/>
                  <a:gd name="connsiteX2376" fmla="*/ 4726506 w 5062695"/>
                  <a:gd name="connsiteY2376" fmla="*/ 1449654 h 2902183"/>
                  <a:gd name="connsiteX2377" fmla="*/ 4720380 w 5062695"/>
                  <a:gd name="connsiteY2377" fmla="*/ 1452556 h 2902183"/>
                  <a:gd name="connsiteX2378" fmla="*/ 4717155 w 5062695"/>
                  <a:gd name="connsiteY2378" fmla="*/ 1452234 h 2902183"/>
                  <a:gd name="connsiteX2379" fmla="*/ 4916760 w 5062695"/>
                  <a:gd name="connsiteY2379" fmla="*/ 1451589 h 2902183"/>
                  <a:gd name="connsiteX2380" fmla="*/ 4913213 w 5062695"/>
                  <a:gd name="connsiteY2380" fmla="*/ 1450299 h 2902183"/>
                  <a:gd name="connsiteX2381" fmla="*/ 4909344 w 5062695"/>
                  <a:gd name="connsiteY2381" fmla="*/ 1447074 h 2902183"/>
                  <a:gd name="connsiteX2382" fmla="*/ 4899670 w 5062695"/>
                  <a:gd name="connsiteY2382" fmla="*/ 1432563 h 2902183"/>
                  <a:gd name="connsiteX2383" fmla="*/ 4893221 w 5062695"/>
                  <a:gd name="connsiteY2383" fmla="*/ 1423857 h 2902183"/>
                  <a:gd name="connsiteX2384" fmla="*/ 4889996 w 5062695"/>
                  <a:gd name="connsiteY2384" fmla="*/ 1423535 h 2902183"/>
                  <a:gd name="connsiteX2385" fmla="*/ 4886771 w 5062695"/>
                  <a:gd name="connsiteY2385" fmla="*/ 1426114 h 2902183"/>
                  <a:gd name="connsiteX2386" fmla="*/ 4885481 w 5062695"/>
                  <a:gd name="connsiteY2386" fmla="*/ 1428371 h 2902183"/>
                  <a:gd name="connsiteX2387" fmla="*/ 4878065 w 5062695"/>
                  <a:gd name="connsiteY2387" fmla="*/ 1429984 h 2902183"/>
                  <a:gd name="connsiteX2388" fmla="*/ 4876452 w 5062695"/>
                  <a:gd name="connsiteY2388" fmla="*/ 1422567 h 2902183"/>
                  <a:gd name="connsiteX2389" fmla="*/ 4877742 w 5062695"/>
                  <a:gd name="connsiteY2389" fmla="*/ 1420632 h 2902183"/>
                  <a:gd name="connsiteX2390" fmla="*/ 4895155 w 5062695"/>
                  <a:gd name="connsiteY2390" fmla="*/ 1413216 h 2902183"/>
                  <a:gd name="connsiteX2391" fmla="*/ 4909666 w 5062695"/>
                  <a:gd name="connsiteY2391" fmla="*/ 1428694 h 2902183"/>
                  <a:gd name="connsiteX2392" fmla="*/ 4915471 w 5062695"/>
                  <a:gd name="connsiteY2392" fmla="*/ 1438368 h 2902183"/>
                  <a:gd name="connsiteX2393" fmla="*/ 4920308 w 5062695"/>
                  <a:gd name="connsiteY2393" fmla="*/ 1442237 h 2902183"/>
                  <a:gd name="connsiteX2394" fmla="*/ 4920953 w 5062695"/>
                  <a:gd name="connsiteY2394" fmla="*/ 1449977 h 2902183"/>
                  <a:gd name="connsiteX2395" fmla="*/ 4916760 w 5062695"/>
                  <a:gd name="connsiteY2395" fmla="*/ 1451589 h 2902183"/>
                  <a:gd name="connsiteX2396" fmla="*/ 2179680 w 5062695"/>
                  <a:gd name="connsiteY2396" fmla="*/ 1446752 h 2902183"/>
                  <a:gd name="connsiteX2397" fmla="*/ 2177745 w 5062695"/>
                  <a:gd name="connsiteY2397" fmla="*/ 1446429 h 2902183"/>
                  <a:gd name="connsiteX2398" fmla="*/ 2174843 w 5062695"/>
                  <a:gd name="connsiteY2398" fmla="*/ 1439335 h 2902183"/>
                  <a:gd name="connsiteX2399" fmla="*/ 2196126 w 5062695"/>
                  <a:gd name="connsiteY2399" fmla="*/ 1416763 h 2902183"/>
                  <a:gd name="connsiteX2400" fmla="*/ 2209992 w 5062695"/>
                  <a:gd name="connsiteY2400" fmla="*/ 1405154 h 2902183"/>
                  <a:gd name="connsiteX2401" fmla="*/ 2213217 w 5062695"/>
                  <a:gd name="connsiteY2401" fmla="*/ 1400962 h 2902183"/>
                  <a:gd name="connsiteX2402" fmla="*/ 2220633 w 5062695"/>
                  <a:gd name="connsiteY2402" fmla="*/ 1399994 h 2902183"/>
                  <a:gd name="connsiteX2403" fmla="*/ 2221600 w 5062695"/>
                  <a:gd name="connsiteY2403" fmla="*/ 1407411 h 2902183"/>
                  <a:gd name="connsiteX2404" fmla="*/ 2218698 w 5062695"/>
                  <a:gd name="connsiteY2404" fmla="*/ 1411281 h 2902183"/>
                  <a:gd name="connsiteX2405" fmla="*/ 2201608 w 5062695"/>
                  <a:gd name="connsiteY2405" fmla="*/ 1425792 h 2902183"/>
                  <a:gd name="connsiteX2406" fmla="*/ 2184517 w 5062695"/>
                  <a:gd name="connsiteY2406" fmla="*/ 1443205 h 2902183"/>
                  <a:gd name="connsiteX2407" fmla="*/ 2179680 w 5062695"/>
                  <a:gd name="connsiteY2407" fmla="*/ 1446752 h 2902183"/>
                  <a:gd name="connsiteX2408" fmla="*/ 4688455 w 5062695"/>
                  <a:gd name="connsiteY2408" fmla="*/ 1438690 h 2902183"/>
                  <a:gd name="connsiteX2409" fmla="*/ 4685876 w 5062695"/>
                  <a:gd name="connsiteY2409" fmla="*/ 1438045 h 2902183"/>
                  <a:gd name="connsiteX2410" fmla="*/ 4658466 w 5062695"/>
                  <a:gd name="connsiteY2410" fmla="*/ 1431919 h 2902183"/>
                  <a:gd name="connsiteX2411" fmla="*/ 4634926 w 5062695"/>
                  <a:gd name="connsiteY2411" fmla="*/ 1429984 h 2902183"/>
                  <a:gd name="connsiteX2412" fmla="*/ 4631057 w 5062695"/>
                  <a:gd name="connsiteY2412" fmla="*/ 1423535 h 2902183"/>
                  <a:gd name="connsiteX2413" fmla="*/ 4637506 w 5062695"/>
                  <a:gd name="connsiteY2413" fmla="*/ 1419665 h 2902183"/>
                  <a:gd name="connsiteX2414" fmla="*/ 4656854 w 5062695"/>
                  <a:gd name="connsiteY2414" fmla="*/ 1421277 h 2902183"/>
                  <a:gd name="connsiteX2415" fmla="*/ 4690713 w 5062695"/>
                  <a:gd name="connsiteY2415" fmla="*/ 1428371 h 2902183"/>
                  <a:gd name="connsiteX2416" fmla="*/ 4692648 w 5062695"/>
                  <a:gd name="connsiteY2416" fmla="*/ 1435788 h 2902183"/>
                  <a:gd name="connsiteX2417" fmla="*/ 4688455 w 5062695"/>
                  <a:gd name="connsiteY2417" fmla="*/ 1438690 h 2902183"/>
                  <a:gd name="connsiteX2418" fmla="*/ 4854847 w 5062695"/>
                  <a:gd name="connsiteY2418" fmla="*/ 1435466 h 2902183"/>
                  <a:gd name="connsiteX2419" fmla="*/ 4849365 w 5062695"/>
                  <a:gd name="connsiteY2419" fmla="*/ 1430629 h 2902183"/>
                  <a:gd name="connsiteX2420" fmla="*/ 4847753 w 5062695"/>
                  <a:gd name="connsiteY2420" fmla="*/ 1422567 h 2902183"/>
                  <a:gd name="connsiteX2421" fmla="*/ 4847431 w 5062695"/>
                  <a:gd name="connsiteY2421" fmla="*/ 1420632 h 2902183"/>
                  <a:gd name="connsiteX2422" fmla="*/ 4851622 w 5062695"/>
                  <a:gd name="connsiteY2422" fmla="*/ 1414183 h 2902183"/>
                  <a:gd name="connsiteX2423" fmla="*/ 4858072 w 5062695"/>
                  <a:gd name="connsiteY2423" fmla="*/ 1418375 h 2902183"/>
                  <a:gd name="connsiteX2424" fmla="*/ 4858394 w 5062695"/>
                  <a:gd name="connsiteY2424" fmla="*/ 1419987 h 2902183"/>
                  <a:gd name="connsiteX2425" fmla="*/ 4860007 w 5062695"/>
                  <a:gd name="connsiteY2425" fmla="*/ 1429339 h 2902183"/>
                  <a:gd name="connsiteX2426" fmla="*/ 4855170 w 5062695"/>
                  <a:gd name="connsiteY2426" fmla="*/ 1435143 h 2902183"/>
                  <a:gd name="connsiteX2427" fmla="*/ 4854847 w 5062695"/>
                  <a:gd name="connsiteY2427" fmla="*/ 1435466 h 2902183"/>
                  <a:gd name="connsiteX2428" fmla="*/ 976242 w 5062695"/>
                  <a:gd name="connsiteY2428" fmla="*/ 1423535 h 2902183"/>
                  <a:gd name="connsiteX2429" fmla="*/ 975597 w 5062695"/>
                  <a:gd name="connsiteY2429" fmla="*/ 1423535 h 2902183"/>
                  <a:gd name="connsiteX2430" fmla="*/ 971082 w 5062695"/>
                  <a:gd name="connsiteY2430" fmla="*/ 1417408 h 2902183"/>
                  <a:gd name="connsiteX2431" fmla="*/ 972372 w 5062695"/>
                  <a:gd name="connsiteY2431" fmla="*/ 1409991 h 2902183"/>
                  <a:gd name="connsiteX2432" fmla="*/ 973017 w 5062695"/>
                  <a:gd name="connsiteY2432" fmla="*/ 1402897 h 2902183"/>
                  <a:gd name="connsiteX2433" fmla="*/ 979144 w 5062695"/>
                  <a:gd name="connsiteY2433" fmla="*/ 1386129 h 2902183"/>
                  <a:gd name="connsiteX2434" fmla="*/ 1003006 w 5062695"/>
                  <a:gd name="connsiteY2434" fmla="*/ 1374520 h 2902183"/>
                  <a:gd name="connsiteX2435" fmla="*/ 1009456 w 5062695"/>
                  <a:gd name="connsiteY2435" fmla="*/ 1378389 h 2902183"/>
                  <a:gd name="connsiteX2436" fmla="*/ 1005586 w 5062695"/>
                  <a:gd name="connsiteY2436" fmla="*/ 1385161 h 2902183"/>
                  <a:gd name="connsiteX2437" fmla="*/ 986561 w 5062695"/>
                  <a:gd name="connsiteY2437" fmla="*/ 1394190 h 2902183"/>
                  <a:gd name="connsiteX2438" fmla="*/ 983658 w 5062695"/>
                  <a:gd name="connsiteY2438" fmla="*/ 1404187 h 2902183"/>
                  <a:gd name="connsiteX2439" fmla="*/ 982691 w 5062695"/>
                  <a:gd name="connsiteY2439" fmla="*/ 1413216 h 2902183"/>
                  <a:gd name="connsiteX2440" fmla="*/ 981401 w 5062695"/>
                  <a:gd name="connsiteY2440" fmla="*/ 1419665 h 2902183"/>
                  <a:gd name="connsiteX2441" fmla="*/ 976242 w 5062695"/>
                  <a:gd name="connsiteY2441" fmla="*/ 1423535 h 2902183"/>
                  <a:gd name="connsiteX2442" fmla="*/ 4743597 w 5062695"/>
                  <a:gd name="connsiteY2442" fmla="*/ 1417408 h 2902183"/>
                  <a:gd name="connsiteX2443" fmla="*/ 4741662 w 5062695"/>
                  <a:gd name="connsiteY2443" fmla="*/ 1417085 h 2902183"/>
                  <a:gd name="connsiteX2444" fmla="*/ 4738437 w 5062695"/>
                  <a:gd name="connsiteY2444" fmla="*/ 1410313 h 2902183"/>
                  <a:gd name="connsiteX2445" fmla="*/ 4742952 w 5062695"/>
                  <a:gd name="connsiteY2445" fmla="*/ 1401929 h 2902183"/>
                  <a:gd name="connsiteX2446" fmla="*/ 4782938 w 5062695"/>
                  <a:gd name="connsiteY2446" fmla="*/ 1375165 h 2902183"/>
                  <a:gd name="connsiteX2447" fmla="*/ 4790032 w 5062695"/>
                  <a:gd name="connsiteY2447" fmla="*/ 1377744 h 2902183"/>
                  <a:gd name="connsiteX2448" fmla="*/ 4787452 w 5062695"/>
                  <a:gd name="connsiteY2448" fmla="*/ 1384839 h 2902183"/>
                  <a:gd name="connsiteX2449" fmla="*/ 4751336 w 5062695"/>
                  <a:gd name="connsiteY2449" fmla="*/ 1408701 h 2902183"/>
                  <a:gd name="connsiteX2450" fmla="*/ 4748434 w 5062695"/>
                  <a:gd name="connsiteY2450" fmla="*/ 1414183 h 2902183"/>
                  <a:gd name="connsiteX2451" fmla="*/ 4743597 w 5062695"/>
                  <a:gd name="connsiteY2451" fmla="*/ 1417408 h 2902183"/>
                  <a:gd name="connsiteX2452" fmla="*/ 4584622 w 5062695"/>
                  <a:gd name="connsiteY2452" fmla="*/ 1417408 h 2902183"/>
                  <a:gd name="connsiteX2453" fmla="*/ 4579462 w 5062695"/>
                  <a:gd name="connsiteY2453" fmla="*/ 1412893 h 2902183"/>
                  <a:gd name="connsiteX2454" fmla="*/ 4583977 w 5062695"/>
                  <a:gd name="connsiteY2454" fmla="*/ 1406766 h 2902183"/>
                  <a:gd name="connsiteX2455" fmla="*/ 4590104 w 5062695"/>
                  <a:gd name="connsiteY2455" fmla="*/ 1406444 h 2902183"/>
                  <a:gd name="connsiteX2456" fmla="*/ 4595908 w 5062695"/>
                  <a:gd name="connsiteY2456" fmla="*/ 1406766 h 2902183"/>
                  <a:gd name="connsiteX2457" fmla="*/ 4600745 w 5062695"/>
                  <a:gd name="connsiteY2457" fmla="*/ 1412893 h 2902183"/>
                  <a:gd name="connsiteX2458" fmla="*/ 4594618 w 5062695"/>
                  <a:gd name="connsiteY2458" fmla="*/ 1417730 h 2902183"/>
                  <a:gd name="connsiteX2459" fmla="*/ 4590104 w 5062695"/>
                  <a:gd name="connsiteY2459" fmla="*/ 1417408 h 2902183"/>
                  <a:gd name="connsiteX2460" fmla="*/ 4585267 w 5062695"/>
                  <a:gd name="connsiteY2460" fmla="*/ 1417730 h 2902183"/>
                  <a:gd name="connsiteX2461" fmla="*/ 4584622 w 5062695"/>
                  <a:gd name="connsiteY2461" fmla="*/ 1417408 h 2902183"/>
                  <a:gd name="connsiteX2462" fmla="*/ 4867746 w 5062695"/>
                  <a:gd name="connsiteY2462" fmla="*/ 1404187 h 2902183"/>
                  <a:gd name="connsiteX2463" fmla="*/ 4864521 w 5062695"/>
                  <a:gd name="connsiteY2463" fmla="*/ 1403219 h 2902183"/>
                  <a:gd name="connsiteX2464" fmla="*/ 4863231 w 5062695"/>
                  <a:gd name="connsiteY2464" fmla="*/ 1395803 h 2902183"/>
                  <a:gd name="connsiteX2465" fmla="*/ 4868391 w 5062695"/>
                  <a:gd name="connsiteY2465" fmla="*/ 1385806 h 2902183"/>
                  <a:gd name="connsiteX2466" fmla="*/ 4864199 w 5062695"/>
                  <a:gd name="connsiteY2466" fmla="*/ 1384839 h 2902183"/>
                  <a:gd name="connsiteX2467" fmla="*/ 4849365 w 5062695"/>
                  <a:gd name="connsiteY2467" fmla="*/ 1375810 h 2902183"/>
                  <a:gd name="connsiteX2468" fmla="*/ 4849688 w 5062695"/>
                  <a:gd name="connsiteY2468" fmla="*/ 1372908 h 2902183"/>
                  <a:gd name="connsiteX2469" fmla="*/ 4850010 w 5062695"/>
                  <a:gd name="connsiteY2469" fmla="*/ 1370328 h 2902183"/>
                  <a:gd name="connsiteX2470" fmla="*/ 4848398 w 5062695"/>
                  <a:gd name="connsiteY2470" fmla="*/ 1365168 h 2902183"/>
                  <a:gd name="connsiteX2471" fmla="*/ 4847753 w 5062695"/>
                  <a:gd name="connsiteY2471" fmla="*/ 1364201 h 2902183"/>
                  <a:gd name="connsiteX2472" fmla="*/ 4849365 w 5062695"/>
                  <a:gd name="connsiteY2472" fmla="*/ 1356784 h 2902183"/>
                  <a:gd name="connsiteX2473" fmla="*/ 4856782 w 5062695"/>
                  <a:gd name="connsiteY2473" fmla="*/ 1358397 h 2902183"/>
                  <a:gd name="connsiteX2474" fmla="*/ 4857427 w 5062695"/>
                  <a:gd name="connsiteY2474" fmla="*/ 1359364 h 2902183"/>
                  <a:gd name="connsiteX2475" fmla="*/ 4860651 w 5062695"/>
                  <a:gd name="connsiteY2475" fmla="*/ 1370328 h 2902183"/>
                  <a:gd name="connsiteX2476" fmla="*/ 4860329 w 5062695"/>
                  <a:gd name="connsiteY2476" fmla="*/ 1373875 h 2902183"/>
                  <a:gd name="connsiteX2477" fmla="*/ 4864521 w 5062695"/>
                  <a:gd name="connsiteY2477" fmla="*/ 1374197 h 2902183"/>
                  <a:gd name="connsiteX2478" fmla="*/ 4879032 w 5062695"/>
                  <a:gd name="connsiteY2478" fmla="*/ 1385806 h 2902183"/>
                  <a:gd name="connsiteX2479" fmla="*/ 4871938 w 5062695"/>
                  <a:gd name="connsiteY2479" fmla="*/ 1401929 h 2902183"/>
                  <a:gd name="connsiteX2480" fmla="*/ 4867746 w 5062695"/>
                  <a:gd name="connsiteY2480" fmla="*/ 1404187 h 2902183"/>
                  <a:gd name="connsiteX2481" fmla="*/ 1036220 w 5062695"/>
                  <a:gd name="connsiteY2481" fmla="*/ 1384839 h 2902183"/>
                  <a:gd name="connsiteX2482" fmla="*/ 1029771 w 5062695"/>
                  <a:gd name="connsiteY2482" fmla="*/ 1383871 h 2902183"/>
                  <a:gd name="connsiteX2483" fmla="*/ 1025901 w 5062695"/>
                  <a:gd name="connsiteY2483" fmla="*/ 1377422 h 2902183"/>
                  <a:gd name="connsiteX2484" fmla="*/ 1032351 w 5062695"/>
                  <a:gd name="connsiteY2484" fmla="*/ 1373552 h 2902183"/>
                  <a:gd name="connsiteX2485" fmla="*/ 1039445 w 5062695"/>
                  <a:gd name="connsiteY2485" fmla="*/ 1373552 h 2902183"/>
                  <a:gd name="connsiteX2486" fmla="*/ 1046539 w 5062695"/>
                  <a:gd name="connsiteY2486" fmla="*/ 1376132 h 2902183"/>
                  <a:gd name="connsiteX2487" fmla="*/ 1043959 w 5062695"/>
                  <a:gd name="connsiteY2487" fmla="*/ 1383226 h 2902183"/>
                  <a:gd name="connsiteX2488" fmla="*/ 1036220 w 5062695"/>
                  <a:gd name="connsiteY2488" fmla="*/ 1384839 h 2902183"/>
                  <a:gd name="connsiteX2489" fmla="*/ 2242238 w 5062695"/>
                  <a:gd name="connsiteY2489" fmla="*/ 1374842 h 2902183"/>
                  <a:gd name="connsiteX2490" fmla="*/ 2239981 w 5062695"/>
                  <a:gd name="connsiteY2490" fmla="*/ 1374197 h 2902183"/>
                  <a:gd name="connsiteX2491" fmla="*/ 2237401 w 5062695"/>
                  <a:gd name="connsiteY2491" fmla="*/ 1367103 h 2902183"/>
                  <a:gd name="connsiteX2492" fmla="*/ 2240303 w 5062695"/>
                  <a:gd name="connsiteY2492" fmla="*/ 1358397 h 2902183"/>
                  <a:gd name="connsiteX2493" fmla="*/ 2246430 w 5062695"/>
                  <a:gd name="connsiteY2493" fmla="*/ 1353882 h 2902183"/>
                  <a:gd name="connsiteX2494" fmla="*/ 2250945 w 5062695"/>
                  <a:gd name="connsiteY2494" fmla="*/ 1360009 h 2902183"/>
                  <a:gd name="connsiteX2495" fmla="*/ 2247075 w 5062695"/>
                  <a:gd name="connsiteY2495" fmla="*/ 1371618 h 2902183"/>
                  <a:gd name="connsiteX2496" fmla="*/ 2242238 w 5062695"/>
                  <a:gd name="connsiteY2496" fmla="*/ 1374842 h 2902183"/>
                  <a:gd name="connsiteX2497" fmla="*/ 4808090 w 5062695"/>
                  <a:gd name="connsiteY2497" fmla="*/ 1371618 h 2902183"/>
                  <a:gd name="connsiteX2498" fmla="*/ 4803898 w 5062695"/>
                  <a:gd name="connsiteY2498" fmla="*/ 1369683 h 2902183"/>
                  <a:gd name="connsiteX2499" fmla="*/ 4804865 w 5062695"/>
                  <a:gd name="connsiteY2499" fmla="*/ 1362266 h 2902183"/>
                  <a:gd name="connsiteX2500" fmla="*/ 4813572 w 5062695"/>
                  <a:gd name="connsiteY2500" fmla="*/ 1355817 h 2902183"/>
                  <a:gd name="connsiteX2501" fmla="*/ 4820988 w 5062695"/>
                  <a:gd name="connsiteY2501" fmla="*/ 1357107 h 2902183"/>
                  <a:gd name="connsiteX2502" fmla="*/ 4819699 w 5062695"/>
                  <a:gd name="connsiteY2502" fmla="*/ 1364523 h 2902183"/>
                  <a:gd name="connsiteX2503" fmla="*/ 4811314 w 5062695"/>
                  <a:gd name="connsiteY2503" fmla="*/ 1370973 h 2902183"/>
                  <a:gd name="connsiteX2504" fmla="*/ 4808090 w 5062695"/>
                  <a:gd name="connsiteY2504" fmla="*/ 1371618 h 2902183"/>
                  <a:gd name="connsiteX2505" fmla="*/ 1074594 w 5062695"/>
                  <a:gd name="connsiteY2505" fmla="*/ 1356462 h 2902183"/>
                  <a:gd name="connsiteX2506" fmla="*/ 1069757 w 5062695"/>
                  <a:gd name="connsiteY2506" fmla="*/ 1353882 h 2902183"/>
                  <a:gd name="connsiteX2507" fmla="*/ 1071691 w 5062695"/>
                  <a:gd name="connsiteY2507" fmla="*/ 1346465 h 2902183"/>
                  <a:gd name="connsiteX2508" fmla="*/ 1076206 w 5062695"/>
                  <a:gd name="connsiteY2508" fmla="*/ 1344531 h 2902183"/>
                  <a:gd name="connsiteX2509" fmla="*/ 1080075 w 5062695"/>
                  <a:gd name="connsiteY2509" fmla="*/ 1339371 h 2902183"/>
                  <a:gd name="connsiteX2510" fmla="*/ 1079753 w 5062695"/>
                  <a:gd name="connsiteY2510" fmla="*/ 1338081 h 2902183"/>
                  <a:gd name="connsiteX2511" fmla="*/ 1077173 w 5062695"/>
                  <a:gd name="connsiteY2511" fmla="*/ 1335179 h 2902183"/>
                  <a:gd name="connsiteX2512" fmla="*/ 1067177 w 5062695"/>
                  <a:gd name="connsiteY2512" fmla="*/ 1316799 h 2902183"/>
                  <a:gd name="connsiteX2513" fmla="*/ 1071369 w 5062695"/>
                  <a:gd name="connsiteY2513" fmla="*/ 1306480 h 2902183"/>
                  <a:gd name="connsiteX2514" fmla="*/ 1072336 w 5062695"/>
                  <a:gd name="connsiteY2514" fmla="*/ 1305512 h 2902183"/>
                  <a:gd name="connsiteX2515" fmla="*/ 1079753 w 5062695"/>
                  <a:gd name="connsiteY2515" fmla="*/ 1303900 h 2902183"/>
                  <a:gd name="connsiteX2516" fmla="*/ 1081365 w 5062695"/>
                  <a:gd name="connsiteY2516" fmla="*/ 1311317 h 2902183"/>
                  <a:gd name="connsiteX2517" fmla="*/ 1079430 w 5062695"/>
                  <a:gd name="connsiteY2517" fmla="*/ 1313896 h 2902183"/>
                  <a:gd name="connsiteX2518" fmla="*/ 1078141 w 5062695"/>
                  <a:gd name="connsiteY2518" fmla="*/ 1317121 h 2902183"/>
                  <a:gd name="connsiteX2519" fmla="*/ 1085235 w 5062695"/>
                  <a:gd name="connsiteY2519" fmla="*/ 1328407 h 2902183"/>
                  <a:gd name="connsiteX2520" fmla="*/ 1088459 w 5062695"/>
                  <a:gd name="connsiteY2520" fmla="*/ 1332277 h 2902183"/>
                  <a:gd name="connsiteX2521" fmla="*/ 1091039 w 5062695"/>
                  <a:gd name="connsiteY2521" fmla="*/ 1340016 h 2902183"/>
                  <a:gd name="connsiteX2522" fmla="*/ 1079753 w 5062695"/>
                  <a:gd name="connsiteY2522" fmla="*/ 1355494 h 2902183"/>
                  <a:gd name="connsiteX2523" fmla="*/ 1077173 w 5062695"/>
                  <a:gd name="connsiteY2523" fmla="*/ 1356462 h 2902183"/>
                  <a:gd name="connsiteX2524" fmla="*/ 1074594 w 5062695"/>
                  <a:gd name="connsiteY2524" fmla="*/ 1356462 h 2902183"/>
                  <a:gd name="connsiteX2525" fmla="*/ 2236756 w 5062695"/>
                  <a:gd name="connsiteY2525" fmla="*/ 1340016 h 2902183"/>
                  <a:gd name="connsiteX2526" fmla="*/ 2231919 w 5062695"/>
                  <a:gd name="connsiteY2526" fmla="*/ 1337114 h 2902183"/>
                  <a:gd name="connsiteX2527" fmla="*/ 2211927 w 5062695"/>
                  <a:gd name="connsiteY2527" fmla="*/ 1317766 h 2902183"/>
                  <a:gd name="connsiteX2528" fmla="*/ 2191611 w 5062695"/>
                  <a:gd name="connsiteY2528" fmla="*/ 1310994 h 2902183"/>
                  <a:gd name="connsiteX2529" fmla="*/ 2188709 w 5062695"/>
                  <a:gd name="connsiteY2529" fmla="*/ 1303900 h 2902183"/>
                  <a:gd name="connsiteX2530" fmla="*/ 2195803 w 5062695"/>
                  <a:gd name="connsiteY2530" fmla="*/ 1300998 h 2902183"/>
                  <a:gd name="connsiteX2531" fmla="*/ 2215151 w 5062695"/>
                  <a:gd name="connsiteY2531" fmla="*/ 1307447 h 2902183"/>
                  <a:gd name="connsiteX2532" fmla="*/ 2241271 w 5062695"/>
                  <a:gd name="connsiteY2532" fmla="*/ 1331954 h 2902183"/>
                  <a:gd name="connsiteX2533" fmla="*/ 2239336 w 5062695"/>
                  <a:gd name="connsiteY2533" fmla="*/ 1339371 h 2902183"/>
                  <a:gd name="connsiteX2534" fmla="*/ 2236756 w 5062695"/>
                  <a:gd name="connsiteY2534" fmla="*/ 1340016 h 2902183"/>
                  <a:gd name="connsiteX2535" fmla="*/ 1084912 w 5062695"/>
                  <a:gd name="connsiteY2535" fmla="*/ 1291001 h 2902183"/>
                  <a:gd name="connsiteX2536" fmla="*/ 1080075 w 5062695"/>
                  <a:gd name="connsiteY2536" fmla="*/ 1288099 h 2902183"/>
                  <a:gd name="connsiteX2537" fmla="*/ 1082333 w 5062695"/>
                  <a:gd name="connsiteY2537" fmla="*/ 1280683 h 2902183"/>
                  <a:gd name="connsiteX2538" fmla="*/ 1088782 w 5062695"/>
                  <a:gd name="connsiteY2538" fmla="*/ 1275846 h 2902183"/>
                  <a:gd name="connsiteX2539" fmla="*/ 1089749 w 5062695"/>
                  <a:gd name="connsiteY2539" fmla="*/ 1274878 h 2902183"/>
                  <a:gd name="connsiteX2540" fmla="*/ 1097489 w 5062695"/>
                  <a:gd name="connsiteY2540" fmla="*/ 1275201 h 2902183"/>
                  <a:gd name="connsiteX2541" fmla="*/ 1097166 w 5062695"/>
                  <a:gd name="connsiteY2541" fmla="*/ 1282940 h 2902183"/>
                  <a:gd name="connsiteX2542" fmla="*/ 1096199 w 5062695"/>
                  <a:gd name="connsiteY2542" fmla="*/ 1283907 h 2902183"/>
                  <a:gd name="connsiteX2543" fmla="*/ 1087815 w 5062695"/>
                  <a:gd name="connsiteY2543" fmla="*/ 1290356 h 2902183"/>
                  <a:gd name="connsiteX2544" fmla="*/ 1084912 w 5062695"/>
                  <a:gd name="connsiteY2544" fmla="*/ 1291001 h 2902183"/>
                  <a:gd name="connsiteX2545" fmla="*/ 2157430 w 5062695"/>
                  <a:gd name="connsiteY2545" fmla="*/ 1288744 h 2902183"/>
                  <a:gd name="connsiteX2546" fmla="*/ 2153560 w 5062695"/>
                  <a:gd name="connsiteY2546" fmla="*/ 1287132 h 2902183"/>
                  <a:gd name="connsiteX2547" fmla="*/ 2147756 w 5062695"/>
                  <a:gd name="connsiteY2547" fmla="*/ 1281328 h 2902183"/>
                  <a:gd name="connsiteX2548" fmla="*/ 2145821 w 5062695"/>
                  <a:gd name="connsiteY2548" fmla="*/ 1279393 h 2902183"/>
                  <a:gd name="connsiteX2549" fmla="*/ 2146144 w 5062695"/>
                  <a:gd name="connsiteY2549" fmla="*/ 1271653 h 2902183"/>
                  <a:gd name="connsiteX2550" fmla="*/ 2153883 w 5062695"/>
                  <a:gd name="connsiteY2550" fmla="*/ 1271976 h 2902183"/>
                  <a:gd name="connsiteX2551" fmla="*/ 2155818 w 5062695"/>
                  <a:gd name="connsiteY2551" fmla="*/ 1273911 h 2902183"/>
                  <a:gd name="connsiteX2552" fmla="*/ 2161300 w 5062695"/>
                  <a:gd name="connsiteY2552" fmla="*/ 1279715 h 2902183"/>
                  <a:gd name="connsiteX2553" fmla="*/ 2161300 w 5062695"/>
                  <a:gd name="connsiteY2553" fmla="*/ 1287454 h 2902183"/>
                  <a:gd name="connsiteX2554" fmla="*/ 2157430 w 5062695"/>
                  <a:gd name="connsiteY2554" fmla="*/ 1288744 h 2902183"/>
                  <a:gd name="connsiteX2555" fmla="*/ 2131955 w 5062695"/>
                  <a:gd name="connsiteY2555" fmla="*/ 1261335 h 2902183"/>
                  <a:gd name="connsiteX2556" fmla="*/ 2127763 w 5062695"/>
                  <a:gd name="connsiteY2556" fmla="*/ 1259400 h 2902183"/>
                  <a:gd name="connsiteX2557" fmla="*/ 2114220 w 5062695"/>
                  <a:gd name="connsiteY2557" fmla="*/ 1247146 h 2902183"/>
                  <a:gd name="connsiteX2558" fmla="*/ 2101321 w 5062695"/>
                  <a:gd name="connsiteY2558" fmla="*/ 1238762 h 2902183"/>
                  <a:gd name="connsiteX2559" fmla="*/ 2086165 w 5062695"/>
                  <a:gd name="connsiteY2559" fmla="*/ 1228766 h 2902183"/>
                  <a:gd name="connsiteX2560" fmla="*/ 2084553 w 5062695"/>
                  <a:gd name="connsiteY2560" fmla="*/ 1221349 h 2902183"/>
                  <a:gd name="connsiteX2561" fmla="*/ 2091970 w 5062695"/>
                  <a:gd name="connsiteY2561" fmla="*/ 1219737 h 2902183"/>
                  <a:gd name="connsiteX2562" fmla="*/ 2107448 w 5062695"/>
                  <a:gd name="connsiteY2562" fmla="*/ 1230056 h 2902183"/>
                  <a:gd name="connsiteX2563" fmla="*/ 2120024 w 5062695"/>
                  <a:gd name="connsiteY2563" fmla="*/ 1238440 h 2902183"/>
                  <a:gd name="connsiteX2564" fmla="*/ 2136147 w 5062695"/>
                  <a:gd name="connsiteY2564" fmla="*/ 1252951 h 2902183"/>
                  <a:gd name="connsiteX2565" fmla="*/ 2135502 w 5062695"/>
                  <a:gd name="connsiteY2565" fmla="*/ 1260367 h 2902183"/>
                  <a:gd name="connsiteX2566" fmla="*/ 2131955 w 5062695"/>
                  <a:gd name="connsiteY2566" fmla="*/ 1261335 h 2902183"/>
                  <a:gd name="connsiteX2567" fmla="*/ 1122963 w 5062695"/>
                  <a:gd name="connsiteY2567" fmla="*/ 1255208 h 2902183"/>
                  <a:gd name="connsiteX2568" fmla="*/ 1118771 w 5062695"/>
                  <a:gd name="connsiteY2568" fmla="*/ 1253273 h 2902183"/>
                  <a:gd name="connsiteX2569" fmla="*/ 1119416 w 5062695"/>
                  <a:gd name="connsiteY2569" fmla="*/ 1245534 h 2902183"/>
                  <a:gd name="connsiteX2570" fmla="*/ 1121028 w 5062695"/>
                  <a:gd name="connsiteY2570" fmla="*/ 1244244 h 2902183"/>
                  <a:gd name="connsiteX2571" fmla="*/ 1125221 w 5062695"/>
                  <a:gd name="connsiteY2571" fmla="*/ 1240697 h 2902183"/>
                  <a:gd name="connsiteX2572" fmla="*/ 1128123 w 5062695"/>
                  <a:gd name="connsiteY2572" fmla="*/ 1234248 h 2902183"/>
                  <a:gd name="connsiteX2573" fmla="*/ 1138442 w 5062695"/>
                  <a:gd name="connsiteY2573" fmla="*/ 1219092 h 2902183"/>
                  <a:gd name="connsiteX2574" fmla="*/ 1143601 w 5062695"/>
                  <a:gd name="connsiteY2574" fmla="*/ 1211353 h 2902183"/>
                  <a:gd name="connsiteX2575" fmla="*/ 1148116 w 5062695"/>
                  <a:gd name="connsiteY2575" fmla="*/ 1202324 h 2902183"/>
                  <a:gd name="connsiteX2576" fmla="*/ 1155855 w 5062695"/>
                  <a:gd name="connsiteY2576" fmla="*/ 1202001 h 2902183"/>
                  <a:gd name="connsiteX2577" fmla="*/ 1156177 w 5062695"/>
                  <a:gd name="connsiteY2577" fmla="*/ 1209740 h 2902183"/>
                  <a:gd name="connsiteX2578" fmla="*/ 1153920 w 5062695"/>
                  <a:gd name="connsiteY2578" fmla="*/ 1214900 h 2902183"/>
                  <a:gd name="connsiteX2579" fmla="*/ 1144246 w 5062695"/>
                  <a:gd name="connsiteY2579" fmla="*/ 1228443 h 2902183"/>
                  <a:gd name="connsiteX2580" fmla="*/ 1138764 w 5062695"/>
                  <a:gd name="connsiteY2580" fmla="*/ 1237795 h 2902183"/>
                  <a:gd name="connsiteX2581" fmla="*/ 1133282 w 5062695"/>
                  <a:gd name="connsiteY2581" fmla="*/ 1248436 h 2902183"/>
                  <a:gd name="connsiteX2582" fmla="*/ 1128445 w 5062695"/>
                  <a:gd name="connsiteY2582" fmla="*/ 1252951 h 2902183"/>
                  <a:gd name="connsiteX2583" fmla="*/ 1127155 w 5062695"/>
                  <a:gd name="connsiteY2583" fmla="*/ 1253918 h 2902183"/>
                  <a:gd name="connsiteX2584" fmla="*/ 1122963 w 5062695"/>
                  <a:gd name="connsiteY2584" fmla="*/ 1255208 h 2902183"/>
                  <a:gd name="connsiteX2585" fmla="*/ 2047792 w 5062695"/>
                  <a:gd name="connsiteY2585" fmla="*/ 1215867 h 2902183"/>
                  <a:gd name="connsiteX2586" fmla="*/ 2038441 w 5062695"/>
                  <a:gd name="connsiteY2586" fmla="*/ 1215545 h 2902183"/>
                  <a:gd name="connsiteX2587" fmla="*/ 2033603 w 5062695"/>
                  <a:gd name="connsiteY2587" fmla="*/ 1209740 h 2902183"/>
                  <a:gd name="connsiteX2588" fmla="*/ 2039408 w 5062695"/>
                  <a:gd name="connsiteY2588" fmla="*/ 1204903 h 2902183"/>
                  <a:gd name="connsiteX2589" fmla="*/ 2048114 w 5062695"/>
                  <a:gd name="connsiteY2589" fmla="*/ 1205226 h 2902183"/>
                  <a:gd name="connsiteX2590" fmla="*/ 2049727 w 5062695"/>
                  <a:gd name="connsiteY2590" fmla="*/ 1205226 h 2902183"/>
                  <a:gd name="connsiteX2591" fmla="*/ 2049727 w 5062695"/>
                  <a:gd name="connsiteY2591" fmla="*/ 1205226 h 2902183"/>
                  <a:gd name="connsiteX2592" fmla="*/ 2055209 w 5062695"/>
                  <a:gd name="connsiteY2592" fmla="*/ 1210385 h 2902183"/>
                  <a:gd name="connsiteX2593" fmla="*/ 2050049 w 5062695"/>
                  <a:gd name="connsiteY2593" fmla="*/ 1215867 h 2902183"/>
                  <a:gd name="connsiteX2594" fmla="*/ 2047792 w 5062695"/>
                  <a:gd name="connsiteY2594" fmla="*/ 1215867 h 2902183"/>
                  <a:gd name="connsiteX2595" fmla="*/ 2013611 w 5062695"/>
                  <a:gd name="connsiteY2595" fmla="*/ 1206838 h 2902183"/>
                  <a:gd name="connsiteX2596" fmla="*/ 2010709 w 5062695"/>
                  <a:gd name="connsiteY2596" fmla="*/ 1205871 h 2902183"/>
                  <a:gd name="connsiteX2597" fmla="*/ 1978784 w 5062695"/>
                  <a:gd name="connsiteY2597" fmla="*/ 1172657 h 2902183"/>
                  <a:gd name="connsiteX2598" fmla="*/ 1977495 w 5062695"/>
                  <a:gd name="connsiteY2598" fmla="*/ 1170400 h 2902183"/>
                  <a:gd name="connsiteX2599" fmla="*/ 1973948 w 5062695"/>
                  <a:gd name="connsiteY2599" fmla="*/ 1163950 h 2902183"/>
                  <a:gd name="connsiteX2600" fmla="*/ 1975882 w 5062695"/>
                  <a:gd name="connsiteY2600" fmla="*/ 1156534 h 2902183"/>
                  <a:gd name="connsiteX2601" fmla="*/ 1983299 w 5062695"/>
                  <a:gd name="connsiteY2601" fmla="*/ 1158468 h 2902183"/>
                  <a:gd name="connsiteX2602" fmla="*/ 1986846 w 5062695"/>
                  <a:gd name="connsiteY2602" fmla="*/ 1164918 h 2902183"/>
                  <a:gd name="connsiteX2603" fmla="*/ 1988136 w 5062695"/>
                  <a:gd name="connsiteY2603" fmla="*/ 1167175 h 2902183"/>
                  <a:gd name="connsiteX2604" fmla="*/ 2016835 w 5062695"/>
                  <a:gd name="connsiteY2604" fmla="*/ 1196519 h 2902183"/>
                  <a:gd name="connsiteX2605" fmla="*/ 2018125 w 5062695"/>
                  <a:gd name="connsiteY2605" fmla="*/ 1203936 h 2902183"/>
                  <a:gd name="connsiteX2606" fmla="*/ 2013611 w 5062695"/>
                  <a:gd name="connsiteY2606" fmla="*/ 1206838 h 2902183"/>
                  <a:gd name="connsiteX2607" fmla="*/ 1174235 w 5062695"/>
                  <a:gd name="connsiteY2607" fmla="*/ 1198132 h 2902183"/>
                  <a:gd name="connsiteX2608" fmla="*/ 1169398 w 5062695"/>
                  <a:gd name="connsiteY2608" fmla="*/ 1194907 h 2902183"/>
                  <a:gd name="connsiteX2609" fmla="*/ 1171978 w 5062695"/>
                  <a:gd name="connsiteY2609" fmla="*/ 1187813 h 2902183"/>
                  <a:gd name="connsiteX2610" fmla="*/ 1180039 w 5062695"/>
                  <a:gd name="connsiteY2610" fmla="*/ 1183298 h 2902183"/>
                  <a:gd name="connsiteX2611" fmla="*/ 1180684 w 5062695"/>
                  <a:gd name="connsiteY2611" fmla="*/ 1182976 h 2902183"/>
                  <a:gd name="connsiteX2612" fmla="*/ 1188101 w 5062695"/>
                  <a:gd name="connsiteY2612" fmla="*/ 1184588 h 2902183"/>
                  <a:gd name="connsiteX2613" fmla="*/ 1186489 w 5062695"/>
                  <a:gd name="connsiteY2613" fmla="*/ 1192005 h 2902183"/>
                  <a:gd name="connsiteX2614" fmla="*/ 1185844 w 5062695"/>
                  <a:gd name="connsiteY2614" fmla="*/ 1192327 h 2902183"/>
                  <a:gd name="connsiteX2615" fmla="*/ 1176492 w 5062695"/>
                  <a:gd name="connsiteY2615" fmla="*/ 1197487 h 2902183"/>
                  <a:gd name="connsiteX2616" fmla="*/ 1174235 w 5062695"/>
                  <a:gd name="connsiteY2616" fmla="*/ 1198132 h 2902183"/>
                  <a:gd name="connsiteX2617" fmla="*/ 1186489 w 5062695"/>
                  <a:gd name="connsiteY2617" fmla="*/ 1160726 h 2902183"/>
                  <a:gd name="connsiteX2618" fmla="*/ 1181329 w 5062695"/>
                  <a:gd name="connsiteY2618" fmla="*/ 1157178 h 2902183"/>
                  <a:gd name="connsiteX2619" fmla="*/ 1181007 w 5062695"/>
                  <a:gd name="connsiteY2619" fmla="*/ 1156534 h 2902183"/>
                  <a:gd name="connsiteX2620" fmla="*/ 1177782 w 5062695"/>
                  <a:gd name="connsiteY2620" fmla="*/ 1141700 h 2902183"/>
                  <a:gd name="connsiteX2621" fmla="*/ 1180362 w 5062695"/>
                  <a:gd name="connsiteY2621" fmla="*/ 1130414 h 2902183"/>
                  <a:gd name="connsiteX2622" fmla="*/ 1182942 w 5062695"/>
                  <a:gd name="connsiteY2622" fmla="*/ 1124932 h 2902183"/>
                  <a:gd name="connsiteX2623" fmla="*/ 1194550 w 5062695"/>
                  <a:gd name="connsiteY2623" fmla="*/ 1110744 h 2902183"/>
                  <a:gd name="connsiteX2624" fmla="*/ 1200032 w 5062695"/>
                  <a:gd name="connsiteY2624" fmla="*/ 1107519 h 2902183"/>
                  <a:gd name="connsiteX2625" fmla="*/ 1207771 w 5062695"/>
                  <a:gd name="connsiteY2625" fmla="*/ 1106874 h 2902183"/>
                  <a:gd name="connsiteX2626" fmla="*/ 1208416 w 5062695"/>
                  <a:gd name="connsiteY2626" fmla="*/ 1114613 h 2902183"/>
                  <a:gd name="connsiteX2627" fmla="*/ 1197130 w 5062695"/>
                  <a:gd name="connsiteY2627" fmla="*/ 1121385 h 2902183"/>
                  <a:gd name="connsiteX2628" fmla="*/ 1193260 w 5062695"/>
                  <a:gd name="connsiteY2628" fmla="*/ 1129446 h 2902183"/>
                  <a:gd name="connsiteX2629" fmla="*/ 1190681 w 5062695"/>
                  <a:gd name="connsiteY2629" fmla="*/ 1135251 h 2902183"/>
                  <a:gd name="connsiteX2630" fmla="*/ 1189069 w 5062695"/>
                  <a:gd name="connsiteY2630" fmla="*/ 1142023 h 2902183"/>
                  <a:gd name="connsiteX2631" fmla="*/ 1191648 w 5062695"/>
                  <a:gd name="connsiteY2631" fmla="*/ 1153309 h 2902183"/>
                  <a:gd name="connsiteX2632" fmla="*/ 1191971 w 5062695"/>
                  <a:gd name="connsiteY2632" fmla="*/ 1153954 h 2902183"/>
                  <a:gd name="connsiteX2633" fmla="*/ 1188746 w 5062695"/>
                  <a:gd name="connsiteY2633" fmla="*/ 1160726 h 2902183"/>
                  <a:gd name="connsiteX2634" fmla="*/ 1186489 w 5062695"/>
                  <a:gd name="connsiteY2634" fmla="*/ 1160726 h 2902183"/>
                  <a:gd name="connsiteX2635" fmla="*/ 1913324 w 5062695"/>
                  <a:gd name="connsiteY2635" fmla="*/ 1151052 h 2902183"/>
                  <a:gd name="connsiteX2636" fmla="*/ 1911712 w 5062695"/>
                  <a:gd name="connsiteY2636" fmla="*/ 1150729 h 2902183"/>
                  <a:gd name="connsiteX2637" fmla="*/ 1900426 w 5062695"/>
                  <a:gd name="connsiteY2637" fmla="*/ 1142345 h 2902183"/>
                  <a:gd name="connsiteX2638" fmla="*/ 1888817 w 5062695"/>
                  <a:gd name="connsiteY2638" fmla="*/ 1111389 h 2902183"/>
                  <a:gd name="connsiteX2639" fmla="*/ 1890107 w 5062695"/>
                  <a:gd name="connsiteY2639" fmla="*/ 1100747 h 2902183"/>
                  <a:gd name="connsiteX2640" fmla="*/ 1890752 w 5062695"/>
                  <a:gd name="connsiteY2640" fmla="*/ 1097523 h 2902183"/>
                  <a:gd name="connsiteX2641" fmla="*/ 1897201 w 5062695"/>
                  <a:gd name="connsiteY2641" fmla="*/ 1093330 h 2902183"/>
                  <a:gd name="connsiteX2642" fmla="*/ 1901393 w 5062695"/>
                  <a:gd name="connsiteY2642" fmla="*/ 1099780 h 2902183"/>
                  <a:gd name="connsiteX2643" fmla="*/ 1900426 w 5062695"/>
                  <a:gd name="connsiteY2643" fmla="*/ 1103327 h 2902183"/>
                  <a:gd name="connsiteX2644" fmla="*/ 1899458 w 5062695"/>
                  <a:gd name="connsiteY2644" fmla="*/ 1111389 h 2902183"/>
                  <a:gd name="connsiteX2645" fmla="*/ 1909132 w 5062695"/>
                  <a:gd name="connsiteY2645" fmla="*/ 1135896 h 2902183"/>
                  <a:gd name="connsiteX2646" fmla="*/ 1914936 w 5062695"/>
                  <a:gd name="connsiteY2646" fmla="*/ 1140410 h 2902183"/>
                  <a:gd name="connsiteX2647" fmla="*/ 1918161 w 5062695"/>
                  <a:gd name="connsiteY2647" fmla="*/ 1147182 h 2902183"/>
                  <a:gd name="connsiteX2648" fmla="*/ 1913324 w 5062695"/>
                  <a:gd name="connsiteY2648" fmla="*/ 1151052 h 2902183"/>
                  <a:gd name="connsiteX2649" fmla="*/ 1938476 w 5062695"/>
                  <a:gd name="connsiteY2649" fmla="*/ 1144925 h 2902183"/>
                  <a:gd name="connsiteX2650" fmla="*/ 1933639 w 5062695"/>
                  <a:gd name="connsiteY2650" fmla="*/ 1142023 h 2902183"/>
                  <a:gd name="connsiteX2651" fmla="*/ 1935897 w 5062695"/>
                  <a:gd name="connsiteY2651" fmla="*/ 1134606 h 2902183"/>
                  <a:gd name="connsiteX2652" fmla="*/ 1947183 w 5062695"/>
                  <a:gd name="connsiteY2652" fmla="*/ 1130091 h 2902183"/>
                  <a:gd name="connsiteX2653" fmla="*/ 1953632 w 5062695"/>
                  <a:gd name="connsiteY2653" fmla="*/ 1133961 h 2902183"/>
                  <a:gd name="connsiteX2654" fmla="*/ 1949763 w 5062695"/>
                  <a:gd name="connsiteY2654" fmla="*/ 1140410 h 2902183"/>
                  <a:gd name="connsiteX2655" fmla="*/ 1941056 w 5062695"/>
                  <a:gd name="connsiteY2655" fmla="*/ 1143957 h 2902183"/>
                  <a:gd name="connsiteX2656" fmla="*/ 1938476 w 5062695"/>
                  <a:gd name="connsiteY2656" fmla="*/ 1144925 h 2902183"/>
                  <a:gd name="connsiteX2657" fmla="*/ 1200355 w 5062695"/>
                  <a:gd name="connsiteY2657" fmla="*/ 1090106 h 2902183"/>
                  <a:gd name="connsiteX2658" fmla="*/ 1195195 w 5062695"/>
                  <a:gd name="connsiteY2658" fmla="*/ 1086236 h 2902183"/>
                  <a:gd name="connsiteX2659" fmla="*/ 1193260 w 5062695"/>
                  <a:gd name="connsiteY2659" fmla="*/ 1079787 h 2902183"/>
                  <a:gd name="connsiteX2660" fmla="*/ 1192293 w 5062695"/>
                  <a:gd name="connsiteY2660" fmla="*/ 1079142 h 2902183"/>
                  <a:gd name="connsiteX2661" fmla="*/ 1191971 w 5062695"/>
                  <a:gd name="connsiteY2661" fmla="*/ 1071403 h 2902183"/>
                  <a:gd name="connsiteX2662" fmla="*/ 1199710 w 5062695"/>
                  <a:gd name="connsiteY2662" fmla="*/ 1071080 h 2902183"/>
                  <a:gd name="connsiteX2663" fmla="*/ 1202935 w 5062695"/>
                  <a:gd name="connsiteY2663" fmla="*/ 1074950 h 2902183"/>
                  <a:gd name="connsiteX2664" fmla="*/ 1205837 w 5062695"/>
                  <a:gd name="connsiteY2664" fmla="*/ 1083334 h 2902183"/>
                  <a:gd name="connsiteX2665" fmla="*/ 1201967 w 5062695"/>
                  <a:gd name="connsiteY2665" fmla="*/ 1089783 h 2902183"/>
                  <a:gd name="connsiteX2666" fmla="*/ 1200355 w 5062695"/>
                  <a:gd name="connsiteY2666" fmla="*/ 1090106 h 2902183"/>
                  <a:gd name="connsiteX2667" fmla="*/ 1882690 w 5062695"/>
                  <a:gd name="connsiteY2667" fmla="*/ 1065921 h 2902183"/>
                  <a:gd name="connsiteX2668" fmla="*/ 1882690 w 5062695"/>
                  <a:gd name="connsiteY2668" fmla="*/ 1065921 h 2902183"/>
                  <a:gd name="connsiteX2669" fmla="*/ 1877208 w 5062695"/>
                  <a:gd name="connsiteY2669" fmla="*/ 1060439 h 2902183"/>
                  <a:gd name="connsiteX2670" fmla="*/ 1879143 w 5062695"/>
                  <a:gd name="connsiteY2670" fmla="*/ 1050765 h 2902183"/>
                  <a:gd name="connsiteX2671" fmla="*/ 1879788 w 5062695"/>
                  <a:gd name="connsiteY2671" fmla="*/ 1048508 h 2902183"/>
                  <a:gd name="connsiteX2672" fmla="*/ 1886560 w 5062695"/>
                  <a:gd name="connsiteY2672" fmla="*/ 1044961 h 2902183"/>
                  <a:gd name="connsiteX2673" fmla="*/ 1890107 w 5062695"/>
                  <a:gd name="connsiteY2673" fmla="*/ 1051732 h 2902183"/>
                  <a:gd name="connsiteX2674" fmla="*/ 1889462 w 5062695"/>
                  <a:gd name="connsiteY2674" fmla="*/ 1053990 h 2902183"/>
                  <a:gd name="connsiteX2675" fmla="*/ 1887849 w 5062695"/>
                  <a:gd name="connsiteY2675" fmla="*/ 1060762 h 2902183"/>
                  <a:gd name="connsiteX2676" fmla="*/ 1882690 w 5062695"/>
                  <a:gd name="connsiteY2676" fmla="*/ 1065921 h 2902183"/>
                  <a:gd name="connsiteX2677" fmla="*/ 1190681 w 5062695"/>
                  <a:gd name="connsiteY2677" fmla="*/ 1044316 h 2902183"/>
                  <a:gd name="connsiteX2678" fmla="*/ 1187779 w 5062695"/>
                  <a:gd name="connsiteY2678" fmla="*/ 1043671 h 2902183"/>
                  <a:gd name="connsiteX2679" fmla="*/ 1185844 w 5062695"/>
                  <a:gd name="connsiteY2679" fmla="*/ 1036254 h 2902183"/>
                  <a:gd name="connsiteX2680" fmla="*/ 1188424 w 5062695"/>
                  <a:gd name="connsiteY2680" fmla="*/ 1032062 h 2902183"/>
                  <a:gd name="connsiteX2681" fmla="*/ 1200032 w 5062695"/>
                  <a:gd name="connsiteY2681" fmla="*/ 1015294 h 2902183"/>
                  <a:gd name="connsiteX2682" fmla="*/ 1225185 w 5062695"/>
                  <a:gd name="connsiteY2682" fmla="*/ 996913 h 2902183"/>
                  <a:gd name="connsiteX2683" fmla="*/ 1232601 w 5062695"/>
                  <a:gd name="connsiteY2683" fmla="*/ 998848 h 2902183"/>
                  <a:gd name="connsiteX2684" fmla="*/ 1230667 w 5062695"/>
                  <a:gd name="connsiteY2684" fmla="*/ 1006265 h 2902183"/>
                  <a:gd name="connsiteX2685" fmla="*/ 1208094 w 5062695"/>
                  <a:gd name="connsiteY2685" fmla="*/ 1022388 h 2902183"/>
                  <a:gd name="connsiteX2686" fmla="*/ 1197775 w 5062695"/>
                  <a:gd name="connsiteY2686" fmla="*/ 1037544 h 2902183"/>
                  <a:gd name="connsiteX2687" fmla="*/ 1195195 w 5062695"/>
                  <a:gd name="connsiteY2687" fmla="*/ 1041736 h 2902183"/>
                  <a:gd name="connsiteX2688" fmla="*/ 1190681 w 5062695"/>
                  <a:gd name="connsiteY2688" fmla="*/ 1044316 h 2902183"/>
                  <a:gd name="connsiteX2689" fmla="*/ 1885915 w 5062695"/>
                  <a:gd name="connsiteY2689" fmla="*/ 1028837 h 2902183"/>
                  <a:gd name="connsiteX2690" fmla="*/ 1880755 w 5062695"/>
                  <a:gd name="connsiteY2690" fmla="*/ 1024323 h 2902183"/>
                  <a:gd name="connsiteX2691" fmla="*/ 1868502 w 5062695"/>
                  <a:gd name="connsiteY2691" fmla="*/ 992721 h 2902183"/>
                  <a:gd name="connsiteX2692" fmla="*/ 1864954 w 5062695"/>
                  <a:gd name="connsiteY2692" fmla="*/ 987884 h 2902183"/>
                  <a:gd name="connsiteX2693" fmla="*/ 1858183 w 5062695"/>
                  <a:gd name="connsiteY2693" fmla="*/ 979178 h 2902183"/>
                  <a:gd name="connsiteX2694" fmla="*/ 1859150 w 5062695"/>
                  <a:gd name="connsiteY2694" fmla="*/ 971761 h 2902183"/>
                  <a:gd name="connsiteX2695" fmla="*/ 1866567 w 5062695"/>
                  <a:gd name="connsiteY2695" fmla="*/ 972729 h 2902183"/>
                  <a:gd name="connsiteX2696" fmla="*/ 1873339 w 5062695"/>
                  <a:gd name="connsiteY2696" fmla="*/ 981113 h 2902183"/>
                  <a:gd name="connsiteX2697" fmla="*/ 1876886 w 5062695"/>
                  <a:gd name="connsiteY2697" fmla="*/ 985950 h 2902183"/>
                  <a:gd name="connsiteX2698" fmla="*/ 1891397 w 5062695"/>
                  <a:gd name="connsiteY2698" fmla="*/ 1022388 h 2902183"/>
                  <a:gd name="connsiteX2699" fmla="*/ 1886882 w 5062695"/>
                  <a:gd name="connsiteY2699" fmla="*/ 1028515 h 2902183"/>
                  <a:gd name="connsiteX2700" fmla="*/ 1885915 w 5062695"/>
                  <a:gd name="connsiteY2700" fmla="*/ 1028837 h 2902183"/>
                  <a:gd name="connsiteX2701" fmla="*/ 1251304 w 5062695"/>
                  <a:gd name="connsiteY2701" fmla="*/ 994656 h 2902183"/>
                  <a:gd name="connsiteX2702" fmla="*/ 1246145 w 5062695"/>
                  <a:gd name="connsiteY2702" fmla="*/ 990787 h 2902183"/>
                  <a:gd name="connsiteX2703" fmla="*/ 1250014 w 5062695"/>
                  <a:gd name="connsiteY2703" fmla="*/ 984337 h 2902183"/>
                  <a:gd name="connsiteX2704" fmla="*/ 1261623 w 5062695"/>
                  <a:gd name="connsiteY2704" fmla="*/ 982402 h 2902183"/>
                  <a:gd name="connsiteX2705" fmla="*/ 1267427 w 5062695"/>
                  <a:gd name="connsiteY2705" fmla="*/ 987562 h 2902183"/>
                  <a:gd name="connsiteX2706" fmla="*/ 1262268 w 5062695"/>
                  <a:gd name="connsiteY2706" fmla="*/ 993366 h 2902183"/>
                  <a:gd name="connsiteX2707" fmla="*/ 1252917 w 5062695"/>
                  <a:gd name="connsiteY2707" fmla="*/ 994656 h 2902183"/>
                  <a:gd name="connsiteX2708" fmla="*/ 1251304 w 5062695"/>
                  <a:gd name="connsiteY2708" fmla="*/ 994656 h 2902183"/>
                  <a:gd name="connsiteX2709" fmla="*/ 1304511 w 5062695"/>
                  <a:gd name="connsiteY2709" fmla="*/ 989497 h 2902183"/>
                  <a:gd name="connsiteX2710" fmla="*/ 1299674 w 5062695"/>
                  <a:gd name="connsiteY2710" fmla="*/ 986595 h 2902183"/>
                  <a:gd name="connsiteX2711" fmla="*/ 1302254 w 5062695"/>
                  <a:gd name="connsiteY2711" fmla="*/ 979500 h 2902183"/>
                  <a:gd name="connsiteX2712" fmla="*/ 1317409 w 5062695"/>
                  <a:gd name="connsiteY2712" fmla="*/ 969181 h 2902183"/>
                  <a:gd name="connsiteX2713" fmla="*/ 1322891 w 5062695"/>
                  <a:gd name="connsiteY2713" fmla="*/ 957250 h 2902183"/>
                  <a:gd name="connsiteX2714" fmla="*/ 1325793 w 5062695"/>
                  <a:gd name="connsiteY2714" fmla="*/ 951768 h 2902183"/>
                  <a:gd name="connsiteX2715" fmla="*/ 1325793 w 5062695"/>
                  <a:gd name="connsiteY2715" fmla="*/ 951446 h 2902183"/>
                  <a:gd name="connsiteX2716" fmla="*/ 1324504 w 5062695"/>
                  <a:gd name="connsiteY2716" fmla="*/ 942739 h 2902183"/>
                  <a:gd name="connsiteX2717" fmla="*/ 1328373 w 5062695"/>
                  <a:gd name="connsiteY2717" fmla="*/ 936290 h 2902183"/>
                  <a:gd name="connsiteX2718" fmla="*/ 1334823 w 5062695"/>
                  <a:gd name="connsiteY2718" fmla="*/ 940160 h 2902183"/>
                  <a:gd name="connsiteX2719" fmla="*/ 1336435 w 5062695"/>
                  <a:gd name="connsiteY2719" fmla="*/ 951446 h 2902183"/>
                  <a:gd name="connsiteX2720" fmla="*/ 1335790 w 5062695"/>
                  <a:gd name="connsiteY2720" fmla="*/ 955638 h 2902183"/>
                  <a:gd name="connsiteX2721" fmla="*/ 1332565 w 5062695"/>
                  <a:gd name="connsiteY2721" fmla="*/ 962087 h 2902183"/>
                  <a:gd name="connsiteX2722" fmla="*/ 1328051 w 5062695"/>
                  <a:gd name="connsiteY2722" fmla="*/ 970794 h 2902183"/>
                  <a:gd name="connsiteX2723" fmla="*/ 1307413 w 5062695"/>
                  <a:gd name="connsiteY2723" fmla="*/ 988529 h 2902183"/>
                  <a:gd name="connsiteX2724" fmla="*/ 1304511 w 5062695"/>
                  <a:gd name="connsiteY2724" fmla="*/ 989497 h 2902183"/>
                  <a:gd name="connsiteX2725" fmla="*/ 1843027 w 5062695"/>
                  <a:gd name="connsiteY2725" fmla="*/ 943707 h 2902183"/>
                  <a:gd name="connsiteX2726" fmla="*/ 1837545 w 5062695"/>
                  <a:gd name="connsiteY2726" fmla="*/ 938870 h 2902183"/>
                  <a:gd name="connsiteX2727" fmla="*/ 1837223 w 5062695"/>
                  <a:gd name="connsiteY2727" fmla="*/ 932743 h 2902183"/>
                  <a:gd name="connsiteX2728" fmla="*/ 1837223 w 5062695"/>
                  <a:gd name="connsiteY2728" fmla="*/ 928228 h 2902183"/>
                  <a:gd name="connsiteX2729" fmla="*/ 1842382 w 5062695"/>
                  <a:gd name="connsiteY2729" fmla="*/ 922424 h 2902183"/>
                  <a:gd name="connsiteX2730" fmla="*/ 1848186 w 5062695"/>
                  <a:gd name="connsiteY2730" fmla="*/ 927583 h 2902183"/>
                  <a:gd name="connsiteX2731" fmla="*/ 1848186 w 5062695"/>
                  <a:gd name="connsiteY2731" fmla="*/ 932743 h 2902183"/>
                  <a:gd name="connsiteX2732" fmla="*/ 1848509 w 5062695"/>
                  <a:gd name="connsiteY2732" fmla="*/ 938225 h 2902183"/>
                  <a:gd name="connsiteX2733" fmla="*/ 1843672 w 5062695"/>
                  <a:gd name="connsiteY2733" fmla="*/ 944029 h 2902183"/>
                  <a:gd name="connsiteX2734" fmla="*/ 1843027 w 5062695"/>
                  <a:gd name="connsiteY2734" fmla="*/ 943707 h 2902183"/>
                  <a:gd name="connsiteX2735" fmla="*/ 1945571 w 5062695"/>
                  <a:gd name="connsiteY2735" fmla="*/ 934678 h 2902183"/>
                  <a:gd name="connsiteX2736" fmla="*/ 1940734 w 5062695"/>
                  <a:gd name="connsiteY2736" fmla="*/ 931776 h 2902183"/>
                  <a:gd name="connsiteX2737" fmla="*/ 1942991 w 5062695"/>
                  <a:gd name="connsiteY2737" fmla="*/ 924359 h 2902183"/>
                  <a:gd name="connsiteX2738" fmla="*/ 1961371 w 5062695"/>
                  <a:gd name="connsiteY2738" fmla="*/ 906946 h 2902183"/>
                  <a:gd name="connsiteX2739" fmla="*/ 1965886 w 5062695"/>
                  <a:gd name="connsiteY2739" fmla="*/ 901786 h 2902183"/>
                  <a:gd name="connsiteX2740" fmla="*/ 1983944 w 5062695"/>
                  <a:gd name="connsiteY2740" fmla="*/ 888565 h 2902183"/>
                  <a:gd name="connsiteX2741" fmla="*/ 1990716 w 5062695"/>
                  <a:gd name="connsiteY2741" fmla="*/ 892112 h 2902183"/>
                  <a:gd name="connsiteX2742" fmla="*/ 1987169 w 5062695"/>
                  <a:gd name="connsiteY2742" fmla="*/ 898884 h 2902183"/>
                  <a:gd name="connsiteX2743" fmla="*/ 1974270 w 5062695"/>
                  <a:gd name="connsiteY2743" fmla="*/ 908881 h 2902183"/>
                  <a:gd name="connsiteX2744" fmla="*/ 1969756 w 5062695"/>
                  <a:gd name="connsiteY2744" fmla="*/ 914040 h 2902183"/>
                  <a:gd name="connsiteX2745" fmla="*/ 1948473 w 5062695"/>
                  <a:gd name="connsiteY2745" fmla="*/ 934033 h 2902183"/>
                  <a:gd name="connsiteX2746" fmla="*/ 1945571 w 5062695"/>
                  <a:gd name="connsiteY2746" fmla="*/ 934678 h 2902183"/>
                  <a:gd name="connsiteX2747" fmla="*/ 1920418 w 5062695"/>
                  <a:gd name="connsiteY2747" fmla="*/ 931131 h 2902183"/>
                  <a:gd name="connsiteX2748" fmla="*/ 1917516 w 5062695"/>
                  <a:gd name="connsiteY2748" fmla="*/ 930163 h 2902183"/>
                  <a:gd name="connsiteX2749" fmla="*/ 1908487 w 5062695"/>
                  <a:gd name="connsiteY2749" fmla="*/ 923069 h 2902183"/>
                  <a:gd name="connsiteX2750" fmla="*/ 1907842 w 5062695"/>
                  <a:gd name="connsiteY2750" fmla="*/ 915330 h 2902183"/>
                  <a:gd name="connsiteX2751" fmla="*/ 1915581 w 5062695"/>
                  <a:gd name="connsiteY2751" fmla="*/ 914685 h 2902183"/>
                  <a:gd name="connsiteX2752" fmla="*/ 1923643 w 5062695"/>
                  <a:gd name="connsiteY2752" fmla="*/ 920812 h 2902183"/>
                  <a:gd name="connsiteX2753" fmla="*/ 1924933 w 5062695"/>
                  <a:gd name="connsiteY2753" fmla="*/ 928228 h 2902183"/>
                  <a:gd name="connsiteX2754" fmla="*/ 1920418 w 5062695"/>
                  <a:gd name="connsiteY2754" fmla="*/ 931131 h 2902183"/>
                  <a:gd name="connsiteX2755" fmla="*/ 1312895 w 5062695"/>
                  <a:gd name="connsiteY2755" fmla="*/ 926294 h 2902183"/>
                  <a:gd name="connsiteX2756" fmla="*/ 1309670 w 5062695"/>
                  <a:gd name="connsiteY2756" fmla="*/ 925004 h 2902183"/>
                  <a:gd name="connsiteX2757" fmla="*/ 1307736 w 5062695"/>
                  <a:gd name="connsiteY2757" fmla="*/ 923714 h 2902183"/>
                  <a:gd name="connsiteX2758" fmla="*/ 1301286 w 5062695"/>
                  <a:gd name="connsiteY2758" fmla="*/ 918554 h 2902183"/>
                  <a:gd name="connsiteX2759" fmla="*/ 1300319 w 5062695"/>
                  <a:gd name="connsiteY2759" fmla="*/ 911138 h 2902183"/>
                  <a:gd name="connsiteX2760" fmla="*/ 1307736 w 5062695"/>
                  <a:gd name="connsiteY2760" fmla="*/ 910170 h 2902183"/>
                  <a:gd name="connsiteX2761" fmla="*/ 1314507 w 5062695"/>
                  <a:gd name="connsiteY2761" fmla="*/ 915330 h 2902183"/>
                  <a:gd name="connsiteX2762" fmla="*/ 1316442 w 5062695"/>
                  <a:gd name="connsiteY2762" fmla="*/ 916620 h 2902183"/>
                  <a:gd name="connsiteX2763" fmla="*/ 1317409 w 5062695"/>
                  <a:gd name="connsiteY2763" fmla="*/ 924036 h 2902183"/>
                  <a:gd name="connsiteX2764" fmla="*/ 1312895 w 5062695"/>
                  <a:gd name="connsiteY2764" fmla="*/ 926294 h 2902183"/>
                  <a:gd name="connsiteX2765" fmla="*/ 1260333 w 5062695"/>
                  <a:gd name="connsiteY2765" fmla="*/ 908881 h 2902183"/>
                  <a:gd name="connsiteX2766" fmla="*/ 1240663 w 5062695"/>
                  <a:gd name="connsiteY2766" fmla="*/ 907268 h 2902183"/>
                  <a:gd name="connsiteX2767" fmla="*/ 1235503 w 5062695"/>
                  <a:gd name="connsiteY2767" fmla="*/ 905656 h 2902183"/>
                  <a:gd name="connsiteX2768" fmla="*/ 1221637 w 5062695"/>
                  <a:gd name="connsiteY2768" fmla="*/ 896949 h 2902183"/>
                  <a:gd name="connsiteX2769" fmla="*/ 1220025 w 5062695"/>
                  <a:gd name="connsiteY2769" fmla="*/ 894692 h 2902183"/>
                  <a:gd name="connsiteX2770" fmla="*/ 1215833 w 5062695"/>
                  <a:gd name="connsiteY2770" fmla="*/ 883083 h 2902183"/>
                  <a:gd name="connsiteX2771" fmla="*/ 1220670 w 5062695"/>
                  <a:gd name="connsiteY2771" fmla="*/ 877279 h 2902183"/>
                  <a:gd name="connsiteX2772" fmla="*/ 1226474 w 5062695"/>
                  <a:gd name="connsiteY2772" fmla="*/ 882116 h 2902183"/>
                  <a:gd name="connsiteX2773" fmla="*/ 1228732 w 5062695"/>
                  <a:gd name="connsiteY2773" fmla="*/ 888565 h 2902183"/>
                  <a:gd name="connsiteX2774" fmla="*/ 1230667 w 5062695"/>
                  <a:gd name="connsiteY2774" fmla="*/ 891467 h 2902183"/>
                  <a:gd name="connsiteX2775" fmla="*/ 1238406 w 5062695"/>
                  <a:gd name="connsiteY2775" fmla="*/ 895659 h 2902183"/>
                  <a:gd name="connsiteX2776" fmla="*/ 1244210 w 5062695"/>
                  <a:gd name="connsiteY2776" fmla="*/ 897594 h 2902183"/>
                  <a:gd name="connsiteX2777" fmla="*/ 1260333 w 5062695"/>
                  <a:gd name="connsiteY2777" fmla="*/ 898562 h 2902183"/>
                  <a:gd name="connsiteX2778" fmla="*/ 1264525 w 5062695"/>
                  <a:gd name="connsiteY2778" fmla="*/ 898562 h 2902183"/>
                  <a:gd name="connsiteX2779" fmla="*/ 1270007 w 5062695"/>
                  <a:gd name="connsiteY2779" fmla="*/ 903721 h 2902183"/>
                  <a:gd name="connsiteX2780" fmla="*/ 1264848 w 5062695"/>
                  <a:gd name="connsiteY2780" fmla="*/ 909203 h 2902183"/>
                  <a:gd name="connsiteX2781" fmla="*/ 1260333 w 5062695"/>
                  <a:gd name="connsiteY2781" fmla="*/ 908881 h 2902183"/>
                  <a:gd name="connsiteX2782" fmla="*/ 1837545 w 5062695"/>
                  <a:gd name="connsiteY2782" fmla="*/ 907268 h 2902183"/>
                  <a:gd name="connsiteX2783" fmla="*/ 1835933 w 5062695"/>
                  <a:gd name="connsiteY2783" fmla="*/ 906946 h 2902183"/>
                  <a:gd name="connsiteX2784" fmla="*/ 1832708 w 5062695"/>
                  <a:gd name="connsiteY2784" fmla="*/ 900174 h 2902183"/>
                  <a:gd name="connsiteX2785" fmla="*/ 1847864 w 5062695"/>
                  <a:gd name="connsiteY2785" fmla="*/ 887275 h 2902183"/>
                  <a:gd name="connsiteX2786" fmla="*/ 1855281 w 5062695"/>
                  <a:gd name="connsiteY2786" fmla="*/ 885018 h 2902183"/>
                  <a:gd name="connsiteX2787" fmla="*/ 1879465 w 5062695"/>
                  <a:gd name="connsiteY2787" fmla="*/ 879214 h 2902183"/>
                  <a:gd name="connsiteX2788" fmla="*/ 1885915 w 5062695"/>
                  <a:gd name="connsiteY2788" fmla="*/ 880181 h 2902183"/>
                  <a:gd name="connsiteX2789" fmla="*/ 1888494 w 5062695"/>
                  <a:gd name="connsiteY2789" fmla="*/ 881471 h 2902183"/>
                  <a:gd name="connsiteX2790" fmla="*/ 1890429 w 5062695"/>
                  <a:gd name="connsiteY2790" fmla="*/ 888888 h 2902183"/>
                  <a:gd name="connsiteX2791" fmla="*/ 1883013 w 5062695"/>
                  <a:gd name="connsiteY2791" fmla="*/ 890822 h 2902183"/>
                  <a:gd name="connsiteX2792" fmla="*/ 1882368 w 5062695"/>
                  <a:gd name="connsiteY2792" fmla="*/ 890500 h 2902183"/>
                  <a:gd name="connsiteX2793" fmla="*/ 1879465 w 5062695"/>
                  <a:gd name="connsiteY2793" fmla="*/ 890178 h 2902183"/>
                  <a:gd name="connsiteX2794" fmla="*/ 1858828 w 5062695"/>
                  <a:gd name="connsiteY2794" fmla="*/ 895659 h 2902183"/>
                  <a:gd name="connsiteX2795" fmla="*/ 1847864 w 5062695"/>
                  <a:gd name="connsiteY2795" fmla="*/ 898562 h 2902183"/>
                  <a:gd name="connsiteX2796" fmla="*/ 1842704 w 5062695"/>
                  <a:gd name="connsiteY2796" fmla="*/ 904044 h 2902183"/>
                  <a:gd name="connsiteX2797" fmla="*/ 1837545 w 5062695"/>
                  <a:gd name="connsiteY2797" fmla="*/ 907268 h 2902183"/>
                  <a:gd name="connsiteX2798" fmla="*/ 2020382 w 5062695"/>
                  <a:gd name="connsiteY2798" fmla="*/ 885018 h 2902183"/>
                  <a:gd name="connsiteX2799" fmla="*/ 2018448 w 5062695"/>
                  <a:gd name="connsiteY2799" fmla="*/ 884696 h 2902183"/>
                  <a:gd name="connsiteX2800" fmla="*/ 2015223 w 5062695"/>
                  <a:gd name="connsiteY2800" fmla="*/ 877924 h 2902183"/>
                  <a:gd name="connsiteX2801" fmla="*/ 2018448 w 5062695"/>
                  <a:gd name="connsiteY2801" fmla="*/ 868250 h 2902183"/>
                  <a:gd name="connsiteX2802" fmla="*/ 2025219 w 5062695"/>
                  <a:gd name="connsiteY2802" fmla="*/ 864703 h 2902183"/>
                  <a:gd name="connsiteX2803" fmla="*/ 2029089 w 5062695"/>
                  <a:gd name="connsiteY2803" fmla="*/ 871475 h 2902183"/>
                  <a:gd name="connsiteX2804" fmla="*/ 2025542 w 5062695"/>
                  <a:gd name="connsiteY2804" fmla="*/ 882116 h 2902183"/>
                  <a:gd name="connsiteX2805" fmla="*/ 2020382 w 5062695"/>
                  <a:gd name="connsiteY2805" fmla="*/ 885018 h 2902183"/>
                  <a:gd name="connsiteX2806" fmla="*/ 1220670 w 5062695"/>
                  <a:gd name="connsiteY2806" fmla="*/ 860833 h 2902183"/>
                  <a:gd name="connsiteX2807" fmla="*/ 1220670 w 5062695"/>
                  <a:gd name="connsiteY2807" fmla="*/ 860833 h 2902183"/>
                  <a:gd name="connsiteX2808" fmla="*/ 1215188 w 5062695"/>
                  <a:gd name="connsiteY2808" fmla="*/ 855351 h 2902183"/>
                  <a:gd name="connsiteX2809" fmla="*/ 1215833 w 5062695"/>
                  <a:gd name="connsiteY2809" fmla="*/ 847612 h 2902183"/>
                  <a:gd name="connsiteX2810" fmla="*/ 1215833 w 5062695"/>
                  <a:gd name="connsiteY2810" fmla="*/ 843098 h 2902183"/>
                  <a:gd name="connsiteX2811" fmla="*/ 1222927 w 5062695"/>
                  <a:gd name="connsiteY2811" fmla="*/ 840518 h 2902183"/>
                  <a:gd name="connsiteX2812" fmla="*/ 1226797 w 5062695"/>
                  <a:gd name="connsiteY2812" fmla="*/ 846322 h 2902183"/>
                  <a:gd name="connsiteX2813" fmla="*/ 1226797 w 5062695"/>
                  <a:gd name="connsiteY2813" fmla="*/ 847290 h 2902183"/>
                  <a:gd name="connsiteX2814" fmla="*/ 1226474 w 5062695"/>
                  <a:gd name="connsiteY2814" fmla="*/ 848580 h 2902183"/>
                  <a:gd name="connsiteX2815" fmla="*/ 1225829 w 5062695"/>
                  <a:gd name="connsiteY2815" fmla="*/ 855674 h 2902183"/>
                  <a:gd name="connsiteX2816" fmla="*/ 1220670 w 5062695"/>
                  <a:gd name="connsiteY2816" fmla="*/ 860833 h 2902183"/>
                  <a:gd name="connsiteX2817" fmla="*/ 2021672 w 5062695"/>
                  <a:gd name="connsiteY2817" fmla="*/ 848580 h 2902183"/>
                  <a:gd name="connsiteX2818" fmla="*/ 2016835 w 5062695"/>
                  <a:gd name="connsiteY2818" fmla="*/ 845677 h 2902183"/>
                  <a:gd name="connsiteX2819" fmla="*/ 2003292 w 5062695"/>
                  <a:gd name="connsiteY2819" fmla="*/ 829232 h 2902183"/>
                  <a:gd name="connsiteX2820" fmla="*/ 1999100 w 5062695"/>
                  <a:gd name="connsiteY2820" fmla="*/ 824717 h 2902183"/>
                  <a:gd name="connsiteX2821" fmla="*/ 1991683 w 5062695"/>
                  <a:gd name="connsiteY2821" fmla="*/ 803112 h 2902183"/>
                  <a:gd name="connsiteX2822" fmla="*/ 1992006 w 5062695"/>
                  <a:gd name="connsiteY2822" fmla="*/ 796985 h 2902183"/>
                  <a:gd name="connsiteX2823" fmla="*/ 1997810 w 5062695"/>
                  <a:gd name="connsiteY2823" fmla="*/ 792148 h 2902183"/>
                  <a:gd name="connsiteX2824" fmla="*/ 2002647 w 5062695"/>
                  <a:gd name="connsiteY2824" fmla="*/ 797953 h 2902183"/>
                  <a:gd name="connsiteX2825" fmla="*/ 2002324 w 5062695"/>
                  <a:gd name="connsiteY2825" fmla="*/ 803112 h 2902183"/>
                  <a:gd name="connsiteX2826" fmla="*/ 2006839 w 5062695"/>
                  <a:gd name="connsiteY2826" fmla="*/ 817301 h 2902183"/>
                  <a:gd name="connsiteX2827" fmla="*/ 2011031 w 5062695"/>
                  <a:gd name="connsiteY2827" fmla="*/ 821493 h 2902183"/>
                  <a:gd name="connsiteX2828" fmla="*/ 2026187 w 5062695"/>
                  <a:gd name="connsiteY2828" fmla="*/ 840195 h 2902183"/>
                  <a:gd name="connsiteX2829" fmla="*/ 2023930 w 5062695"/>
                  <a:gd name="connsiteY2829" fmla="*/ 847612 h 2902183"/>
                  <a:gd name="connsiteX2830" fmla="*/ 2021672 w 5062695"/>
                  <a:gd name="connsiteY2830" fmla="*/ 848580 h 2902183"/>
                  <a:gd name="connsiteX2831" fmla="*/ 1178427 w 5062695"/>
                  <a:gd name="connsiteY2831" fmla="*/ 844065 h 2902183"/>
                  <a:gd name="connsiteX2832" fmla="*/ 1177137 w 5062695"/>
                  <a:gd name="connsiteY2832" fmla="*/ 844065 h 2902183"/>
                  <a:gd name="connsiteX2833" fmla="*/ 1134894 w 5062695"/>
                  <a:gd name="connsiteY2833" fmla="*/ 823427 h 2902183"/>
                  <a:gd name="connsiteX2834" fmla="*/ 1129735 w 5062695"/>
                  <a:gd name="connsiteY2834" fmla="*/ 819558 h 2902183"/>
                  <a:gd name="connsiteX2835" fmla="*/ 1128445 w 5062695"/>
                  <a:gd name="connsiteY2835" fmla="*/ 818590 h 2902183"/>
                  <a:gd name="connsiteX2836" fmla="*/ 1127155 w 5062695"/>
                  <a:gd name="connsiteY2836" fmla="*/ 811174 h 2902183"/>
                  <a:gd name="connsiteX2837" fmla="*/ 1134572 w 5062695"/>
                  <a:gd name="connsiteY2837" fmla="*/ 809884 h 2902183"/>
                  <a:gd name="connsiteX2838" fmla="*/ 1135862 w 5062695"/>
                  <a:gd name="connsiteY2838" fmla="*/ 810851 h 2902183"/>
                  <a:gd name="connsiteX2839" fmla="*/ 1141666 w 5062695"/>
                  <a:gd name="connsiteY2839" fmla="*/ 815366 h 2902183"/>
                  <a:gd name="connsiteX2840" fmla="*/ 1179395 w 5062695"/>
                  <a:gd name="connsiteY2840" fmla="*/ 834069 h 2902183"/>
                  <a:gd name="connsiteX2841" fmla="*/ 1183264 w 5062695"/>
                  <a:gd name="connsiteY2841" fmla="*/ 840518 h 2902183"/>
                  <a:gd name="connsiteX2842" fmla="*/ 1178427 w 5062695"/>
                  <a:gd name="connsiteY2842" fmla="*/ 844065 h 2902183"/>
                  <a:gd name="connsiteX2843" fmla="*/ 1108452 w 5062695"/>
                  <a:gd name="connsiteY2843" fmla="*/ 805369 h 2902183"/>
                  <a:gd name="connsiteX2844" fmla="*/ 1106195 w 5062695"/>
                  <a:gd name="connsiteY2844" fmla="*/ 805047 h 2902183"/>
                  <a:gd name="connsiteX2845" fmla="*/ 1101358 w 5062695"/>
                  <a:gd name="connsiteY2845" fmla="*/ 803112 h 2902183"/>
                  <a:gd name="connsiteX2846" fmla="*/ 1096521 w 5062695"/>
                  <a:gd name="connsiteY2846" fmla="*/ 801177 h 2902183"/>
                  <a:gd name="connsiteX2847" fmla="*/ 1093296 w 5062695"/>
                  <a:gd name="connsiteY2847" fmla="*/ 794083 h 2902183"/>
                  <a:gd name="connsiteX2848" fmla="*/ 1100391 w 5062695"/>
                  <a:gd name="connsiteY2848" fmla="*/ 790858 h 2902183"/>
                  <a:gd name="connsiteX2849" fmla="*/ 1105228 w 5062695"/>
                  <a:gd name="connsiteY2849" fmla="*/ 792793 h 2902183"/>
                  <a:gd name="connsiteX2850" fmla="*/ 1110710 w 5062695"/>
                  <a:gd name="connsiteY2850" fmla="*/ 795050 h 2902183"/>
                  <a:gd name="connsiteX2851" fmla="*/ 1113612 w 5062695"/>
                  <a:gd name="connsiteY2851" fmla="*/ 802145 h 2902183"/>
                  <a:gd name="connsiteX2852" fmla="*/ 1108452 w 5062695"/>
                  <a:gd name="connsiteY2852" fmla="*/ 805369 h 2902183"/>
                  <a:gd name="connsiteX2853" fmla="*/ 1062662 w 5062695"/>
                  <a:gd name="connsiteY2853" fmla="*/ 778927 h 2902183"/>
                  <a:gd name="connsiteX2854" fmla="*/ 1058148 w 5062695"/>
                  <a:gd name="connsiteY2854" fmla="*/ 776347 h 2902183"/>
                  <a:gd name="connsiteX2855" fmla="*/ 1048151 w 5062695"/>
                  <a:gd name="connsiteY2855" fmla="*/ 749905 h 2902183"/>
                  <a:gd name="connsiteX2856" fmla="*/ 1045894 w 5062695"/>
                  <a:gd name="connsiteY2856" fmla="*/ 739586 h 2902183"/>
                  <a:gd name="connsiteX2857" fmla="*/ 1042347 w 5062695"/>
                  <a:gd name="connsiteY2857" fmla="*/ 723141 h 2902183"/>
                  <a:gd name="connsiteX2858" fmla="*/ 1046862 w 5062695"/>
                  <a:gd name="connsiteY2858" fmla="*/ 717014 h 2902183"/>
                  <a:gd name="connsiteX2859" fmla="*/ 1052988 w 5062695"/>
                  <a:gd name="connsiteY2859" fmla="*/ 721528 h 2902183"/>
                  <a:gd name="connsiteX2860" fmla="*/ 1056536 w 5062695"/>
                  <a:gd name="connsiteY2860" fmla="*/ 737007 h 2902183"/>
                  <a:gd name="connsiteX2861" fmla="*/ 1059115 w 5062695"/>
                  <a:gd name="connsiteY2861" fmla="*/ 747648 h 2902183"/>
                  <a:gd name="connsiteX2862" fmla="*/ 1067499 w 5062695"/>
                  <a:gd name="connsiteY2862" fmla="*/ 770543 h 2902183"/>
                  <a:gd name="connsiteX2863" fmla="*/ 1065887 w 5062695"/>
                  <a:gd name="connsiteY2863" fmla="*/ 777960 h 2902183"/>
                  <a:gd name="connsiteX2864" fmla="*/ 1062662 w 5062695"/>
                  <a:gd name="connsiteY2864" fmla="*/ 778927 h 2902183"/>
                  <a:gd name="connsiteX2865" fmla="*/ 1991038 w 5062695"/>
                  <a:gd name="connsiteY2865" fmla="*/ 764739 h 2902183"/>
                  <a:gd name="connsiteX2866" fmla="*/ 1988459 w 5062695"/>
                  <a:gd name="connsiteY2866" fmla="*/ 764094 h 2902183"/>
                  <a:gd name="connsiteX2867" fmla="*/ 1979429 w 5062695"/>
                  <a:gd name="connsiteY2867" fmla="*/ 760547 h 2902183"/>
                  <a:gd name="connsiteX2868" fmla="*/ 1975882 w 5062695"/>
                  <a:gd name="connsiteY2868" fmla="*/ 753775 h 2902183"/>
                  <a:gd name="connsiteX2869" fmla="*/ 1982654 w 5062695"/>
                  <a:gd name="connsiteY2869" fmla="*/ 750228 h 2902183"/>
                  <a:gd name="connsiteX2870" fmla="*/ 1993295 w 5062695"/>
                  <a:gd name="connsiteY2870" fmla="*/ 754420 h 2902183"/>
                  <a:gd name="connsiteX2871" fmla="*/ 1995553 w 5062695"/>
                  <a:gd name="connsiteY2871" fmla="*/ 761514 h 2902183"/>
                  <a:gd name="connsiteX2872" fmla="*/ 1991038 w 5062695"/>
                  <a:gd name="connsiteY2872" fmla="*/ 764739 h 2902183"/>
                  <a:gd name="connsiteX2873" fmla="*/ 1954922 w 5062695"/>
                  <a:gd name="connsiteY2873" fmla="*/ 754420 h 2902183"/>
                  <a:gd name="connsiteX2874" fmla="*/ 1953955 w 5062695"/>
                  <a:gd name="connsiteY2874" fmla="*/ 754420 h 2902183"/>
                  <a:gd name="connsiteX2875" fmla="*/ 1944603 w 5062695"/>
                  <a:gd name="connsiteY2875" fmla="*/ 752808 h 2902183"/>
                  <a:gd name="connsiteX2876" fmla="*/ 1938476 w 5062695"/>
                  <a:gd name="connsiteY2876" fmla="*/ 751518 h 2902183"/>
                  <a:gd name="connsiteX2877" fmla="*/ 1916226 w 5062695"/>
                  <a:gd name="connsiteY2877" fmla="*/ 720239 h 2902183"/>
                  <a:gd name="connsiteX2878" fmla="*/ 1916226 w 5062695"/>
                  <a:gd name="connsiteY2878" fmla="*/ 718626 h 2902183"/>
                  <a:gd name="connsiteX2879" fmla="*/ 1921708 w 5062695"/>
                  <a:gd name="connsiteY2879" fmla="*/ 713144 h 2902183"/>
                  <a:gd name="connsiteX2880" fmla="*/ 1927190 w 5062695"/>
                  <a:gd name="connsiteY2880" fmla="*/ 718626 h 2902183"/>
                  <a:gd name="connsiteX2881" fmla="*/ 1927190 w 5062695"/>
                  <a:gd name="connsiteY2881" fmla="*/ 720239 h 2902183"/>
                  <a:gd name="connsiteX2882" fmla="*/ 1940734 w 5062695"/>
                  <a:gd name="connsiteY2882" fmla="*/ 740876 h 2902183"/>
                  <a:gd name="connsiteX2883" fmla="*/ 1946861 w 5062695"/>
                  <a:gd name="connsiteY2883" fmla="*/ 741844 h 2902183"/>
                  <a:gd name="connsiteX2884" fmla="*/ 1956212 w 5062695"/>
                  <a:gd name="connsiteY2884" fmla="*/ 743456 h 2902183"/>
                  <a:gd name="connsiteX2885" fmla="*/ 1960404 w 5062695"/>
                  <a:gd name="connsiteY2885" fmla="*/ 749905 h 2902183"/>
                  <a:gd name="connsiteX2886" fmla="*/ 1954922 w 5062695"/>
                  <a:gd name="connsiteY2886" fmla="*/ 754420 h 2902183"/>
                  <a:gd name="connsiteX2887" fmla="*/ 1045894 w 5062695"/>
                  <a:gd name="connsiteY2887" fmla="*/ 700891 h 2902183"/>
                  <a:gd name="connsiteX2888" fmla="*/ 1045894 w 5062695"/>
                  <a:gd name="connsiteY2888" fmla="*/ 700891 h 2902183"/>
                  <a:gd name="connsiteX2889" fmla="*/ 1040412 w 5062695"/>
                  <a:gd name="connsiteY2889" fmla="*/ 695086 h 2902183"/>
                  <a:gd name="connsiteX2890" fmla="*/ 1041380 w 5062695"/>
                  <a:gd name="connsiteY2890" fmla="*/ 684122 h 2902183"/>
                  <a:gd name="connsiteX2891" fmla="*/ 1047507 w 5062695"/>
                  <a:gd name="connsiteY2891" fmla="*/ 679608 h 2902183"/>
                  <a:gd name="connsiteX2892" fmla="*/ 1052021 w 5062695"/>
                  <a:gd name="connsiteY2892" fmla="*/ 685735 h 2902183"/>
                  <a:gd name="connsiteX2893" fmla="*/ 1051054 w 5062695"/>
                  <a:gd name="connsiteY2893" fmla="*/ 696054 h 2902183"/>
                  <a:gd name="connsiteX2894" fmla="*/ 1045894 w 5062695"/>
                  <a:gd name="connsiteY2894" fmla="*/ 700891 h 2902183"/>
                  <a:gd name="connsiteX2895" fmla="*/ 1941379 w 5062695"/>
                  <a:gd name="connsiteY2895" fmla="*/ 688960 h 2902183"/>
                  <a:gd name="connsiteX2896" fmla="*/ 1940411 w 5062695"/>
                  <a:gd name="connsiteY2896" fmla="*/ 688960 h 2902183"/>
                  <a:gd name="connsiteX2897" fmla="*/ 1936219 w 5062695"/>
                  <a:gd name="connsiteY2897" fmla="*/ 682833 h 2902183"/>
                  <a:gd name="connsiteX2898" fmla="*/ 1936219 w 5062695"/>
                  <a:gd name="connsiteY2898" fmla="*/ 682188 h 2902183"/>
                  <a:gd name="connsiteX2899" fmla="*/ 1934607 w 5062695"/>
                  <a:gd name="connsiteY2899" fmla="*/ 675094 h 2902183"/>
                  <a:gd name="connsiteX2900" fmla="*/ 1937831 w 5062695"/>
                  <a:gd name="connsiteY2900" fmla="*/ 668322 h 2902183"/>
                  <a:gd name="connsiteX2901" fmla="*/ 1944603 w 5062695"/>
                  <a:gd name="connsiteY2901" fmla="*/ 671546 h 2902183"/>
                  <a:gd name="connsiteX2902" fmla="*/ 1946861 w 5062695"/>
                  <a:gd name="connsiteY2902" fmla="*/ 682188 h 2902183"/>
                  <a:gd name="connsiteX2903" fmla="*/ 1946538 w 5062695"/>
                  <a:gd name="connsiteY2903" fmla="*/ 684767 h 2902183"/>
                  <a:gd name="connsiteX2904" fmla="*/ 1941379 w 5062695"/>
                  <a:gd name="connsiteY2904" fmla="*/ 688960 h 2902183"/>
                  <a:gd name="connsiteX2905" fmla="*/ 1928480 w 5062695"/>
                  <a:gd name="connsiteY2905" fmla="*/ 653811 h 2902183"/>
                  <a:gd name="connsiteX2906" fmla="*/ 1923643 w 5062695"/>
                  <a:gd name="connsiteY2906" fmla="*/ 650909 h 2902183"/>
                  <a:gd name="connsiteX2907" fmla="*/ 1916226 w 5062695"/>
                  <a:gd name="connsiteY2907" fmla="*/ 630271 h 2902183"/>
                  <a:gd name="connsiteX2908" fmla="*/ 1916226 w 5062695"/>
                  <a:gd name="connsiteY2908" fmla="*/ 628659 h 2902183"/>
                  <a:gd name="connsiteX2909" fmla="*/ 1942668 w 5062695"/>
                  <a:gd name="connsiteY2909" fmla="*/ 603829 h 2902183"/>
                  <a:gd name="connsiteX2910" fmla="*/ 1949440 w 5062695"/>
                  <a:gd name="connsiteY2910" fmla="*/ 607053 h 2902183"/>
                  <a:gd name="connsiteX2911" fmla="*/ 1946216 w 5062695"/>
                  <a:gd name="connsiteY2911" fmla="*/ 613825 h 2902183"/>
                  <a:gd name="connsiteX2912" fmla="*/ 1926545 w 5062695"/>
                  <a:gd name="connsiteY2912" fmla="*/ 628336 h 2902183"/>
                  <a:gd name="connsiteX2913" fmla="*/ 1926545 w 5062695"/>
                  <a:gd name="connsiteY2913" fmla="*/ 629303 h 2902183"/>
                  <a:gd name="connsiteX2914" fmla="*/ 1932995 w 5062695"/>
                  <a:gd name="connsiteY2914" fmla="*/ 646072 h 2902183"/>
                  <a:gd name="connsiteX2915" fmla="*/ 1930415 w 5062695"/>
                  <a:gd name="connsiteY2915" fmla="*/ 653166 h 2902183"/>
                  <a:gd name="connsiteX2916" fmla="*/ 1928480 w 5062695"/>
                  <a:gd name="connsiteY2916" fmla="*/ 653811 h 2902183"/>
                  <a:gd name="connsiteX2917" fmla="*/ 1052343 w 5062695"/>
                  <a:gd name="connsiteY2917" fmla="*/ 647684 h 2902183"/>
                  <a:gd name="connsiteX2918" fmla="*/ 1052343 w 5062695"/>
                  <a:gd name="connsiteY2918" fmla="*/ 647684 h 2902183"/>
                  <a:gd name="connsiteX2919" fmla="*/ 1046862 w 5062695"/>
                  <a:gd name="connsiteY2919" fmla="*/ 641880 h 2902183"/>
                  <a:gd name="connsiteX2920" fmla="*/ 1047184 w 5062695"/>
                  <a:gd name="connsiteY2920" fmla="*/ 629303 h 2902183"/>
                  <a:gd name="connsiteX2921" fmla="*/ 1045572 w 5062695"/>
                  <a:gd name="connsiteY2921" fmla="*/ 599637 h 2902183"/>
                  <a:gd name="connsiteX2922" fmla="*/ 1044604 w 5062695"/>
                  <a:gd name="connsiteY2922" fmla="*/ 589318 h 2902183"/>
                  <a:gd name="connsiteX2923" fmla="*/ 1049441 w 5062695"/>
                  <a:gd name="connsiteY2923" fmla="*/ 583191 h 2902183"/>
                  <a:gd name="connsiteX2924" fmla="*/ 1055246 w 5062695"/>
                  <a:gd name="connsiteY2924" fmla="*/ 587705 h 2902183"/>
                  <a:gd name="connsiteX2925" fmla="*/ 1056213 w 5062695"/>
                  <a:gd name="connsiteY2925" fmla="*/ 598347 h 2902183"/>
                  <a:gd name="connsiteX2926" fmla="*/ 1057825 w 5062695"/>
                  <a:gd name="connsiteY2926" fmla="*/ 628981 h 2902183"/>
                  <a:gd name="connsiteX2927" fmla="*/ 1057503 w 5062695"/>
                  <a:gd name="connsiteY2927" fmla="*/ 642202 h 2902183"/>
                  <a:gd name="connsiteX2928" fmla="*/ 1052343 w 5062695"/>
                  <a:gd name="connsiteY2928" fmla="*/ 647684 h 2902183"/>
                  <a:gd name="connsiteX2929" fmla="*/ 1986524 w 5062695"/>
                  <a:gd name="connsiteY2929" fmla="*/ 606731 h 2902183"/>
                  <a:gd name="connsiteX2930" fmla="*/ 1981042 w 5062695"/>
                  <a:gd name="connsiteY2930" fmla="*/ 601571 h 2902183"/>
                  <a:gd name="connsiteX2931" fmla="*/ 1986201 w 5062695"/>
                  <a:gd name="connsiteY2931" fmla="*/ 596090 h 2902183"/>
                  <a:gd name="connsiteX2932" fmla="*/ 1996198 w 5062695"/>
                  <a:gd name="connsiteY2932" fmla="*/ 595122 h 2902183"/>
                  <a:gd name="connsiteX2933" fmla="*/ 2002324 w 5062695"/>
                  <a:gd name="connsiteY2933" fmla="*/ 599637 h 2902183"/>
                  <a:gd name="connsiteX2934" fmla="*/ 1997810 w 5062695"/>
                  <a:gd name="connsiteY2934" fmla="*/ 605764 h 2902183"/>
                  <a:gd name="connsiteX2935" fmla="*/ 1986524 w 5062695"/>
                  <a:gd name="connsiteY2935" fmla="*/ 606731 h 2902183"/>
                  <a:gd name="connsiteX2936" fmla="*/ 1986524 w 5062695"/>
                  <a:gd name="connsiteY2936" fmla="*/ 606731 h 2902183"/>
                  <a:gd name="connsiteX2937" fmla="*/ 2014256 w 5062695"/>
                  <a:gd name="connsiteY2937" fmla="*/ 587061 h 2902183"/>
                  <a:gd name="connsiteX2938" fmla="*/ 2012321 w 5062695"/>
                  <a:gd name="connsiteY2938" fmla="*/ 586738 h 2902183"/>
                  <a:gd name="connsiteX2939" fmla="*/ 2009096 w 5062695"/>
                  <a:gd name="connsiteY2939" fmla="*/ 579966 h 2902183"/>
                  <a:gd name="connsiteX2940" fmla="*/ 2011353 w 5062695"/>
                  <a:gd name="connsiteY2940" fmla="*/ 567390 h 2902183"/>
                  <a:gd name="connsiteX2941" fmla="*/ 2010709 w 5062695"/>
                  <a:gd name="connsiteY2941" fmla="*/ 561263 h 2902183"/>
                  <a:gd name="connsiteX2942" fmla="*/ 2009741 w 5062695"/>
                  <a:gd name="connsiteY2942" fmla="*/ 552234 h 2902183"/>
                  <a:gd name="connsiteX2943" fmla="*/ 2019738 w 5062695"/>
                  <a:gd name="connsiteY2943" fmla="*/ 527082 h 2902183"/>
                  <a:gd name="connsiteX2944" fmla="*/ 2027477 w 5062695"/>
                  <a:gd name="connsiteY2944" fmla="*/ 527082 h 2902183"/>
                  <a:gd name="connsiteX2945" fmla="*/ 2027477 w 5062695"/>
                  <a:gd name="connsiteY2945" fmla="*/ 534821 h 2902183"/>
                  <a:gd name="connsiteX2946" fmla="*/ 2020705 w 5062695"/>
                  <a:gd name="connsiteY2946" fmla="*/ 552234 h 2902183"/>
                  <a:gd name="connsiteX2947" fmla="*/ 2021350 w 5062695"/>
                  <a:gd name="connsiteY2947" fmla="*/ 559329 h 2902183"/>
                  <a:gd name="connsiteX2948" fmla="*/ 2021995 w 5062695"/>
                  <a:gd name="connsiteY2948" fmla="*/ 567390 h 2902183"/>
                  <a:gd name="connsiteX2949" fmla="*/ 2019093 w 5062695"/>
                  <a:gd name="connsiteY2949" fmla="*/ 583836 h 2902183"/>
                  <a:gd name="connsiteX2950" fmla="*/ 2014256 w 5062695"/>
                  <a:gd name="connsiteY2950" fmla="*/ 587061 h 2902183"/>
                  <a:gd name="connsiteX2951" fmla="*/ 1046862 w 5062695"/>
                  <a:gd name="connsiteY2951" fmla="*/ 567390 h 2902183"/>
                  <a:gd name="connsiteX2952" fmla="*/ 1041702 w 5062695"/>
                  <a:gd name="connsiteY2952" fmla="*/ 562876 h 2902183"/>
                  <a:gd name="connsiteX2953" fmla="*/ 1040412 w 5062695"/>
                  <a:gd name="connsiteY2953" fmla="*/ 555459 h 2902183"/>
                  <a:gd name="connsiteX2954" fmla="*/ 1039767 w 5062695"/>
                  <a:gd name="connsiteY2954" fmla="*/ 552879 h 2902183"/>
                  <a:gd name="connsiteX2955" fmla="*/ 1043637 w 5062695"/>
                  <a:gd name="connsiteY2955" fmla="*/ 546430 h 2902183"/>
                  <a:gd name="connsiteX2956" fmla="*/ 1050086 w 5062695"/>
                  <a:gd name="connsiteY2956" fmla="*/ 550300 h 2902183"/>
                  <a:gd name="connsiteX2957" fmla="*/ 1051054 w 5062695"/>
                  <a:gd name="connsiteY2957" fmla="*/ 553847 h 2902183"/>
                  <a:gd name="connsiteX2958" fmla="*/ 1052343 w 5062695"/>
                  <a:gd name="connsiteY2958" fmla="*/ 561586 h 2902183"/>
                  <a:gd name="connsiteX2959" fmla="*/ 1047829 w 5062695"/>
                  <a:gd name="connsiteY2959" fmla="*/ 567713 h 2902183"/>
                  <a:gd name="connsiteX2960" fmla="*/ 1046862 w 5062695"/>
                  <a:gd name="connsiteY2960" fmla="*/ 567390 h 2902183"/>
                  <a:gd name="connsiteX2961" fmla="*/ 1035898 w 5062695"/>
                  <a:gd name="connsiteY2961" fmla="*/ 515473 h 2902183"/>
                  <a:gd name="connsiteX2962" fmla="*/ 1034285 w 5062695"/>
                  <a:gd name="connsiteY2962" fmla="*/ 515151 h 2902183"/>
                  <a:gd name="connsiteX2963" fmla="*/ 1030738 w 5062695"/>
                  <a:gd name="connsiteY2963" fmla="*/ 508379 h 2902183"/>
                  <a:gd name="connsiteX2964" fmla="*/ 1033641 w 5062695"/>
                  <a:gd name="connsiteY2964" fmla="*/ 502252 h 2902183"/>
                  <a:gd name="connsiteX2965" fmla="*/ 1062985 w 5062695"/>
                  <a:gd name="connsiteY2965" fmla="*/ 479035 h 2902183"/>
                  <a:gd name="connsiteX2966" fmla="*/ 1069434 w 5062695"/>
                  <a:gd name="connsiteY2966" fmla="*/ 475488 h 2902183"/>
                  <a:gd name="connsiteX2967" fmla="*/ 1068789 w 5062695"/>
                  <a:gd name="connsiteY2967" fmla="*/ 476133 h 2902183"/>
                  <a:gd name="connsiteX2968" fmla="*/ 1074271 w 5062695"/>
                  <a:gd name="connsiteY2968" fmla="*/ 475810 h 2902183"/>
                  <a:gd name="connsiteX2969" fmla="*/ 1068789 w 5062695"/>
                  <a:gd name="connsiteY2969" fmla="*/ 475488 h 2902183"/>
                  <a:gd name="connsiteX2970" fmla="*/ 1073949 w 5062695"/>
                  <a:gd name="connsiteY2970" fmla="*/ 470006 h 2902183"/>
                  <a:gd name="connsiteX2971" fmla="*/ 1079430 w 5062695"/>
                  <a:gd name="connsiteY2971" fmla="*/ 475165 h 2902183"/>
                  <a:gd name="connsiteX2972" fmla="*/ 1079430 w 5062695"/>
                  <a:gd name="connsiteY2972" fmla="*/ 475810 h 2902183"/>
                  <a:gd name="connsiteX2973" fmla="*/ 1074594 w 5062695"/>
                  <a:gd name="connsiteY2973" fmla="*/ 484839 h 2902183"/>
                  <a:gd name="connsiteX2974" fmla="*/ 1067822 w 5062695"/>
                  <a:gd name="connsiteY2974" fmla="*/ 488709 h 2902183"/>
                  <a:gd name="connsiteX2975" fmla="*/ 1042347 w 5062695"/>
                  <a:gd name="connsiteY2975" fmla="*/ 508379 h 2902183"/>
                  <a:gd name="connsiteX2976" fmla="*/ 1040735 w 5062695"/>
                  <a:gd name="connsiteY2976" fmla="*/ 511926 h 2902183"/>
                  <a:gd name="connsiteX2977" fmla="*/ 1035898 w 5062695"/>
                  <a:gd name="connsiteY2977" fmla="*/ 515473 h 2902183"/>
                  <a:gd name="connsiteX2978" fmla="*/ 2057788 w 5062695"/>
                  <a:gd name="connsiteY2978" fmla="*/ 512249 h 2902183"/>
                  <a:gd name="connsiteX2979" fmla="*/ 2056176 w 5062695"/>
                  <a:gd name="connsiteY2979" fmla="*/ 511926 h 2902183"/>
                  <a:gd name="connsiteX2980" fmla="*/ 2052629 w 5062695"/>
                  <a:gd name="connsiteY2980" fmla="*/ 505154 h 2902183"/>
                  <a:gd name="connsiteX2981" fmla="*/ 2058111 w 5062695"/>
                  <a:gd name="connsiteY2981" fmla="*/ 493868 h 2902183"/>
                  <a:gd name="connsiteX2982" fmla="*/ 2065528 w 5062695"/>
                  <a:gd name="connsiteY2982" fmla="*/ 492901 h 2902183"/>
                  <a:gd name="connsiteX2983" fmla="*/ 2066495 w 5062695"/>
                  <a:gd name="connsiteY2983" fmla="*/ 500318 h 2902183"/>
                  <a:gd name="connsiteX2984" fmla="*/ 2062948 w 5062695"/>
                  <a:gd name="connsiteY2984" fmla="*/ 508379 h 2902183"/>
                  <a:gd name="connsiteX2985" fmla="*/ 2057788 w 5062695"/>
                  <a:gd name="connsiteY2985" fmla="*/ 512249 h 2902183"/>
                  <a:gd name="connsiteX2986" fmla="*/ 2084875 w 5062695"/>
                  <a:gd name="connsiteY2986" fmla="*/ 488386 h 2902183"/>
                  <a:gd name="connsiteX2987" fmla="*/ 2080361 w 5062695"/>
                  <a:gd name="connsiteY2987" fmla="*/ 486129 h 2902183"/>
                  <a:gd name="connsiteX2988" fmla="*/ 2081651 w 5062695"/>
                  <a:gd name="connsiteY2988" fmla="*/ 478712 h 2902183"/>
                  <a:gd name="connsiteX2989" fmla="*/ 2102611 w 5062695"/>
                  <a:gd name="connsiteY2989" fmla="*/ 446466 h 2902183"/>
                  <a:gd name="connsiteX2990" fmla="*/ 2105836 w 5062695"/>
                  <a:gd name="connsiteY2990" fmla="*/ 436147 h 2902183"/>
                  <a:gd name="connsiteX2991" fmla="*/ 2112607 w 5062695"/>
                  <a:gd name="connsiteY2991" fmla="*/ 432600 h 2902183"/>
                  <a:gd name="connsiteX2992" fmla="*/ 2116155 w 5062695"/>
                  <a:gd name="connsiteY2992" fmla="*/ 439372 h 2902183"/>
                  <a:gd name="connsiteX2993" fmla="*/ 2112930 w 5062695"/>
                  <a:gd name="connsiteY2993" fmla="*/ 449691 h 2902183"/>
                  <a:gd name="connsiteX2994" fmla="*/ 2087778 w 5062695"/>
                  <a:gd name="connsiteY2994" fmla="*/ 487741 h 2902183"/>
                  <a:gd name="connsiteX2995" fmla="*/ 2084875 w 5062695"/>
                  <a:gd name="connsiteY2995" fmla="*/ 488386 h 2902183"/>
                  <a:gd name="connsiteX2996" fmla="*/ 1072981 w 5062695"/>
                  <a:gd name="connsiteY2996" fmla="*/ 454850 h 2902183"/>
                  <a:gd name="connsiteX2997" fmla="*/ 1069112 w 5062695"/>
                  <a:gd name="connsiteY2997" fmla="*/ 453238 h 2902183"/>
                  <a:gd name="connsiteX2998" fmla="*/ 1069434 w 5062695"/>
                  <a:gd name="connsiteY2998" fmla="*/ 445498 h 2902183"/>
                  <a:gd name="connsiteX2999" fmla="*/ 1081688 w 5062695"/>
                  <a:gd name="connsiteY2999" fmla="*/ 440662 h 2902183"/>
                  <a:gd name="connsiteX3000" fmla="*/ 1082333 w 5062695"/>
                  <a:gd name="connsiteY3000" fmla="*/ 440662 h 2902183"/>
                  <a:gd name="connsiteX3001" fmla="*/ 1088459 w 5062695"/>
                  <a:gd name="connsiteY3001" fmla="*/ 445498 h 2902183"/>
                  <a:gd name="connsiteX3002" fmla="*/ 1083623 w 5062695"/>
                  <a:gd name="connsiteY3002" fmla="*/ 451625 h 2902183"/>
                  <a:gd name="connsiteX3003" fmla="*/ 1082978 w 5062695"/>
                  <a:gd name="connsiteY3003" fmla="*/ 451625 h 2902183"/>
                  <a:gd name="connsiteX3004" fmla="*/ 1076851 w 5062695"/>
                  <a:gd name="connsiteY3004" fmla="*/ 453560 h 2902183"/>
                  <a:gd name="connsiteX3005" fmla="*/ 1072981 w 5062695"/>
                  <a:gd name="connsiteY3005" fmla="*/ 454850 h 2902183"/>
                  <a:gd name="connsiteX3006" fmla="*/ 1116514 w 5062695"/>
                  <a:gd name="connsiteY3006" fmla="*/ 426796 h 2902183"/>
                  <a:gd name="connsiteX3007" fmla="*/ 1113289 w 5062695"/>
                  <a:gd name="connsiteY3007" fmla="*/ 425828 h 2902183"/>
                  <a:gd name="connsiteX3008" fmla="*/ 1112322 w 5062695"/>
                  <a:gd name="connsiteY3008" fmla="*/ 418411 h 2902183"/>
                  <a:gd name="connsiteX3009" fmla="*/ 1123931 w 5062695"/>
                  <a:gd name="connsiteY3009" fmla="*/ 405513 h 2902183"/>
                  <a:gd name="connsiteX3010" fmla="*/ 1126510 w 5062695"/>
                  <a:gd name="connsiteY3010" fmla="*/ 398096 h 2902183"/>
                  <a:gd name="connsiteX3011" fmla="*/ 1120706 w 5062695"/>
                  <a:gd name="connsiteY3011" fmla="*/ 376813 h 2902183"/>
                  <a:gd name="connsiteX3012" fmla="*/ 1123286 w 5062695"/>
                  <a:gd name="connsiteY3012" fmla="*/ 369719 h 2902183"/>
                  <a:gd name="connsiteX3013" fmla="*/ 1130380 w 5062695"/>
                  <a:gd name="connsiteY3013" fmla="*/ 372299 h 2902183"/>
                  <a:gd name="connsiteX3014" fmla="*/ 1137152 w 5062695"/>
                  <a:gd name="connsiteY3014" fmla="*/ 398419 h 2902183"/>
                  <a:gd name="connsiteX3015" fmla="*/ 1130702 w 5062695"/>
                  <a:gd name="connsiteY3015" fmla="*/ 414542 h 2902183"/>
                  <a:gd name="connsiteX3016" fmla="*/ 1121028 w 5062695"/>
                  <a:gd name="connsiteY3016" fmla="*/ 425506 h 2902183"/>
                  <a:gd name="connsiteX3017" fmla="*/ 1116514 w 5062695"/>
                  <a:gd name="connsiteY3017" fmla="*/ 426796 h 2902183"/>
                  <a:gd name="connsiteX3018" fmla="*/ 2125506 w 5062695"/>
                  <a:gd name="connsiteY3018" fmla="*/ 402611 h 2902183"/>
                  <a:gd name="connsiteX3019" fmla="*/ 2123571 w 5062695"/>
                  <a:gd name="connsiteY3019" fmla="*/ 402288 h 2902183"/>
                  <a:gd name="connsiteX3020" fmla="*/ 2120347 w 5062695"/>
                  <a:gd name="connsiteY3020" fmla="*/ 395194 h 2902183"/>
                  <a:gd name="connsiteX3021" fmla="*/ 2124216 w 5062695"/>
                  <a:gd name="connsiteY3021" fmla="*/ 385198 h 2902183"/>
                  <a:gd name="connsiteX3022" fmla="*/ 2131310 w 5062695"/>
                  <a:gd name="connsiteY3022" fmla="*/ 382295 h 2902183"/>
                  <a:gd name="connsiteX3023" fmla="*/ 2134213 w 5062695"/>
                  <a:gd name="connsiteY3023" fmla="*/ 389390 h 2902183"/>
                  <a:gd name="connsiteX3024" fmla="*/ 2130343 w 5062695"/>
                  <a:gd name="connsiteY3024" fmla="*/ 399386 h 2902183"/>
                  <a:gd name="connsiteX3025" fmla="*/ 2125506 w 5062695"/>
                  <a:gd name="connsiteY3025" fmla="*/ 402611 h 2902183"/>
                  <a:gd name="connsiteX3026" fmla="*/ 2139372 w 5062695"/>
                  <a:gd name="connsiteY3026" fmla="*/ 367462 h 2902183"/>
                  <a:gd name="connsiteX3027" fmla="*/ 2137437 w 5062695"/>
                  <a:gd name="connsiteY3027" fmla="*/ 367140 h 2902183"/>
                  <a:gd name="connsiteX3028" fmla="*/ 2134535 w 5062695"/>
                  <a:gd name="connsiteY3028" fmla="*/ 360045 h 2902183"/>
                  <a:gd name="connsiteX3029" fmla="*/ 2145176 w 5062695"/>
                  <a:gd name="connsiteY3029" fmla="*/ 324897 h 2902183"/>
                  <a:gd name="connsiteX3030" fmla="*/ 2140984 w 5062695"/>
                  <a:gd name="connsiteY3030" fmla="*/ 315223 h 2902183"/>
                  <a:gd name="connsiteX3031" fmla="*/ 2141307 w 5062695"/>
                  <a:gd name="connsiteY3031" fmla="*/ 307484 h 2902183"/>
                  <a:gd name="connsiteX3032" fmla="*/ 2149046 w 5062695"/>
                  <a:gd name="connsiteY3032" fmla="*/ 307806 h 2902183"/>
                  <a:gd name="connsiteX3033" fmla="*/ 2156140 w 5062695"/>
                  <a:gd name="connsiteY3033" fmla="*/ 324574 h 2902183"/>
                  <a:gd name="connsiteX3034" fmla="*/ 2144531 w 5062695"/>
                  <a:gd name="connsiteY3034" fmla="*/ 363592 h 2902183"/>
                  <a:gd name="connsiteX3035" fmla="*/ 2139372 w 5062695"/>
                  <a:gd name="connsiteY3035" fmla="*/ 367462 h 2902183"/>
                  <a:gd name="connsiteX3036" fmla="*/ 1109742 w 5062695"/>
                  <a:gd name="connsiteY3036" fmla="*/ 357466 h 2902183"/>
                  <a:gd name="connsiteX3037" fmla="*/ 1106195 w 5062695"/>
                  <a:gd name="connsiteY3037" fmla="*/ 356176 h 2902183"/>
                  <a:gd name="connsiteX3038" fmla="*/ 1104260 w 5062695"/>
                  <a:gd name="connsiteY3038" fmla="*/ 354563 h 2902183"/>
                  <a:gd name="connsiteX3039" fmla="*/ 1097811 w 5062695"/>
                  <a:gd name="connsiteY3039" fmla="*/ 348759 h 2902183"/>
                  <a:gd name="connsiteX3040" fmla="*/ 1097811 w 5062695"/>
                  <a:gd name="connsiteY3040" fmla="*/ 341020 h 2902183"/>
                  <a:gd name="connsiteX3041" fmla="*/ 1105550 w 5062695"/>
                  <a:gd name="connsiteY3041" fmla="*/ 341020 h 2902183"/>
                  <a:gd name="connsiteX3042" fmla="*/ 1110710 w 5062695"/>
                  <a:gd name="connsiteY3042" fmla="*/ 345534 h 2902183"/>
                  <a:gd name="connsiteX3043" fmla="*/ 1113289 w 5062695"/>
                  <a:gd name="connsiteY3043" fmla="*/ 347792 h 2902183"/>
                  <a:gd name="connsiteX3044" fmla="*/ 1113934 w 5062695"/>
                  <a:gd name="connsiteY3044" fmla="*/ 355531 h 2902183"/>
                  <a:gd name="connsiteX3045" fmla="*/ 1109742 w 5062695"/>
                  <a:gd name="connsiteY3045" fmla="*/ 357466 h 2902183"/>
                  <a:gd name="connsiteX3046" fmla="*/ 1743063 w 5062695"/>
                  <a:gd name="connsiteY3046" fmla="*/ 326186 h 2902183"/>
                  <a:gd name="connsiteX3047" fmla="*/ 1743063 w 5062695"/>
                  <a:gd name="connsiteY3047" fmla="*/ 326186 h 2902183"/>
                  <a:gd name="connsiteX3048" fmla="*/ 1732099 w 5062695"/>
                  <a:gd name="connsiteY3048" fmla="*/ 325864 h 2902183"/>
                  <a:gd name="connsiteX3049" fmla="*/ 1726940 w 5062695"/>
                  <a:gd name="connsiteY3049" fmla="*/ 320382 h 2902183"/>
                  <a:gd name="connsiteX3050" fmla="*/ 1732421 w 5062695"/>
                  <a:gd name="connsiteY3050" fmla="*/ 315223 h 2902183"/>
                  <a:gd name="connsiteX3051" fmla="*/ 1743063 w 5062695"/>
                  <a:gd name="connsiteY3051" fmla="*/ 315545 h 2902183"/>
                  <a:gd name="connsiteX3052" fmla="*/ 1748545 w 5062695"/>
                  <a:gd name="connsiteY3052" fmla="*/ 321027 h 2902183"/>
                  <a:gd name="connsiteX3053" fmla="*/ 1743063 w 5062695"/>
                  <a:gd name="connsiteY3053" fmla="*/ 326186 h 2902183"/>
                  <a:gd name="connsiteX3054" fmla="*/ 1706947 w 5062695"/>
                  <a:gd name="connsiteY3054" fmla="*/ 318770 h 2902183"/>
                  <a:gd name="connsiteX3055" fmla="*/ 1703722 w 5062695"/>
                  <a:gd name="connsiteY3055" fmla="*/ 317802 h 2902183"/>
                  <a:gd name="connsiteX3056" fmla="*/ 1694371 w 5062695"/>
                  <a:gd name="connsiteY3056" fmla="*/ 309418 h 2902183"/>
                  <a:gd name="connsiteX3057" fmla="*/ 1672121 w 5062695"/>
                  <a:gd name="connsiteY3057" fmla="*/ 291038 h 2902183"/>
                  <a:gd name="connsiteX3058" fmla="*/ 1662124 w 5062695"/>
                  <a:gd name="connsiteY3058" fmla="*/ 284911 h 2902183"/>
                  <a:gd name="connsiteX3059" fmla="*/ 1660189 w 5062695"/>
                  <a:gd name="connsiteY3059" fmla="*/ 277817 h 2902183"/>
                  <a:gd name="connsiteX3060" fmla="*/ 1667606 w 5062695"/>
                  <a:gd name="connsiteY3060" fmla="*/ 275882 h 2902183"/>
                  <a:gd name="connsiteX3061" fmla="*/ 1678247 w 5062695"/>
                  <a:gd name="connsiteY3061" fmla="*/ 282331 h 2902183"/>
                  <a:gd name="connsiteX3062" fmla="*/ 1702110 w 5062695"/>
                  <a:gd name="connsiteY3062" fmla="*/ 302002 h 2902183"/>
                  <a:gd name="connsiteX3063" fmla="*/ 1710494 w 5062695"/>
                  <a:gd name="connsiteY3063" fmla="*/ 309418 h 2902183"/>
                  <a:gd name="connsiteX3064" fmla="*/ 1711461 w 5062695"/>
                  <a:gd name="connsiteY3064" fmla="*/ 316835 h 2902183"/>
                  <a:gd name="connsiteX3065" fmla="*/ 1706947 w 5062695"/>
                  <a:gd name="connsiteY3065" fmla="*/ 318770 h 2902183"/>
                  <a:gd name="connsiteX3066" fmla="*/ 1784338 w 5062695"/>
                  <a:gd name="connsiteY3066" fmla="*/ 317157 h 2902183"/>
                  <a:gd name="connsiteX3067" fmla="*/ 1779824 w 5062695"/>
                  <a:gd name="connsiteY3067" fmla="*/ 314578 h 2902183"/>
                  <a:gd name="connsiteX3068" fmla="*/ 1781759 w 5062695"/>
                  <a:gd name="connsiteY3068" fmla="*/ 307161 h 2902183"/>
                  <a:gd name="connsiteX3069" fmla="*/ 1788530 w 5062695"/>
                  <a:gd name="connsiteY3069" fmla="*/ 302969 h 2902183"/>
                  <a:gd name="connsiteX3070" fmla="*/ 1805299 w 5062695"/>
                  <a:gd name="connsiteY3070" fmla="*/ 290393 h 2902183"/>
                  <a:gd name="connsiteX3071" fmla="*/ 1824646 w 5062695"/>
                  <a:gd name="connsiteY3071" fmla="*/ 275882 h 2902183"/>
                  <a:gd name="connsiteX3072" fmla="*/ 1832063 w 5062695"/>
                  <a:gd name="connsiteY3072" fmla="*/ 277172 h 2902183"/>
                  <a:gd name="connsiteX3073" fmla="*/ 1830773 w 5062695"/>
                  <a:gd name="connsiteY3073" fmla="*/ 284589 h 2902183"/>
                  <a:gd name="connsiteX3074" fmla="*/ 1811425 w 5062695"/>
                  <a:gd name="connsiteY3074" fmla="*/ 299099 h 2902183"/>
                  <a:gd name="connsiteX3075" fmla="*/ 1794335 w 5062695"/>
                  <a:gd name="connsiteY3075" fmla="*/ 311998 h 2902183"/>
                  <a:gd name="connsiteX3076" fmla="*/ 1786596 w 5062695"/>
                  <a:gd name="connsiteY3076" fmla="*/ 316835 h 2902183"/>
                  <a:gd name="connsiteX3077" fmla="*/ 1784338 w 5062695"/>
                  <a:gd name="connsiteY3077" fmla="*/ 317157 h 2902183"/>
                  <a:gd name="connsiteX3078" fmla="*/ 1077173 w 5062695"/>
                  <a:gd name="connsiteY3078" fmla="*/ 315223 h 2902183"/>
                  <a:gd name="connsiteX3079" fmla="*/ 1073304 w 5062695"/>
                  <a:gd name="connsiteY3079" fmla="*/ 313610 h 2902183"/>
                  <a:gd name="connsiteX3080" fmla="*/ 1071691 w 5062695"/>
                  <a:gd name="connsiteY3080" fmla="*/ 311998 h 2902183"/>
                  <a:gd name="connsiteX3081" fmla="*/ 1047507 w 5062695"/>
                  <a:gd name="connsiteY3081" fmla="*/ 300389 h 2902183"/>
                  <a:gd name="connsiteX3082" fmla="*/ 1026224 w 5062695"/>
                  <a:gd name="connsiteY3082" fmla="*/ 291360 h 2902183"/>
                  <a:gd name="connsiteX3083" fmla="*/ 1024289 w 5062695"/>
                  <a:gd name="connsiteY3083" fmla="*/ 284266 h 2902183"/>
                  <a:gd name="connsiteX3084" fmla="*/ 1031706 w 5062695"/>
                  <a:gd name="connsiteY3084" fmla="*/ 282331 h 2902183"/>
                  <a:gd name="connsiteX3085" fmla="*/ 1051054 w 5062695"/>
                  <a:gd name="connsiteY3085" fmla="*/ 290715 h 2902183"/>
                  <a:gd name="connsiteX3086" fmla="*/ 1078463 w 5062695"/>
                  <a:gd name="connsiteY3086" fmla="*/ 304259 h 2902183"/>
                  <a:gd name="connsiteX3087" fmla="*/ 1080720 w 5062695"/>
                  <a:gd name="connsiteY3087" fmla="*/ 306516 h 2902183"/>
                  <a:gd name="connsiteX3088" fmla="*/ 1080720 w 5062695"/>
                  <a:gd name="connsiteY3088" fmla="*/ 314255 h 2902183"/>
                  <a:gd name="connsiteX3089" fmla="*/ 1077173 w 5062695"/>
                  <a:gd name="connsiteY3089" fmla="*/ 315223 h 2902183"/>
                  <a:gd name="connsiteX3090" fmla="*/ 2111640 w 5062695"/>
                  <a:gd name="connsiteY3090" fmla="*/ 290393 h 2902183"/>
                  <a:gd name="connsiteX3091" fmla="*/ 2109383 w 5062695"/>
                  <a:gd name="connsiteY3091" fmla="*/ 289748 h 2902183"/>
                  <a:gd name="connsiteX3092" fmla="*/ 2100031 w 5062695"/>
                  <a:gd name="connsiteY3092" fmla="*/ 285878 h 2902183"/>
                  <a:gd name="connsiteX3093" fmla="*/ 2096807 w 5062695"/>
                  <a:gd name="connsiteY3093" fmla="*/ 279107 h 2902183"/>
                  <a:gd name="connsiteX3094" fmla="*/ 2103578 w 5062695"/>
                  <a:gd name="connsiteY3094" fmla="*/ 275882 h 2902183"/>
                  <a:gd name="connsiteX3095" fmla="*/ 2113897 w 5062695"/>
                  <a:gd name="connsiteY3095" fmla="*/ 280396 h 2902183"/>
                  <a:gd name="connsiteX3096" fmla="*/ 2116477 w 5062695"/>
                  <a:gd name="connsiteY3096" fmla="*/ 287491 h 2902183"/>
                  <a:gd name="connsiteX3097" fmla="*/ 2111640 w 5062695"/>
                  <a:gd name="connsiteY3097" fmla="*/ 290393 h 2902183"/>
                  <a:gd name="connsiteX3098" fmla="*/ 2076169 w 5062695"/>
                  <a:gd name="connsiteY3098" fmla="*/ 278462 h 2902183"/>
                  <a:gd name="connsiteX3099" fmla="*/ 2074557 w 5062695"/>
                  <a:gd name="connsiteY3099" fmla="*/ 278139 h 2902183"/>
                  <a:gd name="connsiteX3100" fmla="*/ 2034248 w 5062695"/>
                  <a:gd name="connsiteY3100" fmla="*/ 257501 h 2902183"/>
                  <a:gd name="connsiteX3101" fmla="*/ 2026187 w 5062695"/>
                  <a:gd name="connsiteY3101" fmla="*/ 252665 h 2902183"/>
                  <a:gd name="connsiteX3102" fmla="*/ 2024252 w 5062695"/>
                  <a:gd name="connsiteY3102" fmla="*/ 245248 h 2902183"/>
                  <a:gd name="connsiteX3103" fmla="*/ 2031669 w 5062695"/>
                  <a:gd name="connsiteY3103" fmla="*/ 243313 h 2902183"/>
                  <a:gd name="connsiteX3104" fmla="*/ 2039730 w 5062695"/>
                  <a:gd name="connsiteY3104" fmla="*/ 248472 h 2902183"/>
                  <a:gd name="connsiteX3105" fmla="*/ 2077781 w 5062695"/>
                  <a:gd name="connsiteY3105" fmla="*/ 268143 h 2902183"/>
                  <a:gd name="connsiteX3106" fmla="*/ 2081006 w 5062695"/>
                  <a:gd name="connsiteY3106" fmla="*/ 274915 h 2902183"/>
                  <a:gd name="connsiteX3107" fmla="*/ 2076169 w 5062695"/>
                  <a:gd name="connsiteY3107" fmla="*/ 278462 h 2902183"/>
                  <a:gd name="connsiteX3108" fmla="*/ 1010423 w 5062695"/>
                  <a:gd name="connsiteY3108" fmla="*/ 272980 h 2902183"/>
                  <a:gd name="connsiteX3109" fmla="*/ 1006231 w 5062695"/>
                  <a:gd name="connsiteY3109" fmla="*/ 270723 h 2902183"/>
                  <a:gd name="connsiteX3110" fmla="*/ 1000749 w 5062695"/>
                  <a:gd name="connsiteY3110" fmla="*/ 263306 h 2902183"/>
                  <a:gd name="connsiteX3111" fmla="*/ 999782 w 5062695"/>
                  <a:gd name="connsiteY3111" fmla="*/ 262016 h 2902183"/>
                  <a:gd name="connsiteX3112" fmla="*/ 1001072 w 5062695"/>
                  <a:gd name="connsiteY3112" fmla="*/ 254599 h 2902183"/>
                  <a:gd name="connsiteX3113" fmla="*/ 1008488 w 5062695"/>
                  <a:gd name="connsiteY3113" fmla="*/ 255889 h 2902183"/>
                  <a:gd name="connsiteX3114" fmla="*/ 1009456 w 5062695"/>
                  <a:gd name="connsiteY3114" fmla="*/ 257179 h 2902183"/>
                  <a:gd name="connsiteX3115" fmla="*/ 1014938 w 5062695"/>
                  <a:gd name="connsiteY3115" fmla="*/ 264596 h 2902183"/>
                  <a:gd name="connsiteX3116" fmla="*/ 1013970 w 5062695"/>
                  <a:gd name="connsiteY3116" fmla="*/ 272012 h 2902183"/>
                  <a:gd name="connsiteX3117" fmla="*/ 1010423 w 5062695"/>
                  <a:gd name="connsiteY3117" fmla="*/ 272980 h 2902183"/>
                  <a:gd name="connsiteX3118" fmla="*/ 1849799 w 5062695"/>
                  <a:gd name="connsiteY3118" fmla="*/ 270078 h 2902183"/>
                  <a:gd name="connsiteX3119" fmla="*/ 1845284 w 5062695"/>
                  <a:gd name="connsiteY3119" fmla="*/ 267498 h 2902183"/>
                  <a:gd name="connsiteX3120" fmla="*/ 1846896 w 5062695"/>
                  <a:gd name="connsiteY3120" fmla="*/ 260081 h 2902183"/>
                  <a:gd name="connsiteX3121" fmla="*/ 1856570 w 5062695"/>
                  <a:gd name="connsiteY3121" fmla="*/ 254277 h 2902183"/>
                  <a:gd name="connsiteX3122" fmla="*/ 1863987 w 5062695"/>
                  <a:gd name="connsiteY3122" fmla="*/ 256534 h 2902183"/>
                  <a:gd name="connsiteX3123" fmla="*/ 1861730 w 5062695"/>
                  <a:gd name="connsiteY3123" fmla="*/ 263951 h 2902183"/>
                  <a:gd name="connsiteX3124" fmla="*/ 1852701 w 5062695"/>
                  <a:gd name="connsiteY3124" fmla="*/ 269433 h 2902183"/>
                  <a:gd name="connsiteX3125" fmla="*/ 1849799 w 5062695"/>
                  <a:gd name="connsiteY3125" fmla="*/ 270078 h 2902183"/>
                  <a:gd name="connsiteX3126" fmla="*/ 1625363 w 5062695"/>
                  <a:gd name="connsiteY3126" fmla="*/ 269110 h 2902183"/>
                  <a:gd name="connsiteX3127" fmla="*/ 1623751 w 5062695"/>
                  <a:gd name="connsiteY3127" fmla="*/ 268788 h 2902183"/>
                  <a:gd name="connsiteX3128" fmla="*/ 1613754 w 5062695"/>
                  <a:gd name="connsiteY3128" fmla="*/ 265886 h 2902183"/>
                  <a:gd name="connsiteX3129" fmla="*/ 1609885 w 5062695"/>
                  <a:gd name="connsiteY3129" fmla="*/ 259436 h 2902183"/>
                  <a:gd name="connsiteX3130" fmla="*/ 1616334 w 5062695"/>
                  <a:gd name="connsiteY3130" fmla="*/ 255567 h 2902183"/>
                  <a:gd name="connsiteX3131" fmla="*/ 1626976 w 5062695"/>
                  <a:gd name="connsiteY3131" fmla="*/ 258791 h 2902183"/>
                  <a:gd name="connsiteX3132" fmla="*/ 1630523 w 5062695"/>
                  <a:gd name="connsiteY3132" fmla="*/ 265563 h 2902183"/>
                  <a:gd name="connsiteX3133" fmla="*/ 1625363 w 5062695"/>
                  <a:gd name="connsiteY3133" fmla="*/ 269110 h 2902183"/>
                  <a:gd name="connsiteX3134" fmla="*/ 1947828 w 5062695"/>
                  <a:gd name="connsiteY3134" fmla="*/ 255889 h 2902183"/>
                  <a:gd name="connsiteX3135" fmla="*/ 1930092 w 5062695"/>
                  <a:gd name="connsiteY3135" fmla="*/ 255567 h 2902183"/>
                  <a:gd name="connsiteX3136" fmla="*/ 1908810 w 5062695"/>
                  <a:gd name="connsiteY3136" fmla="*/ 255244 h 2902183"/>
                  <a:gd name="connsiteX3137" fmla="*/ 1900748 w 5062695"/>
                  <a:gd name="connsiteY3137" fmla="*/ 255244 h 2902183"/>
                  <a:gd name="connsiteX3138" fmla="*/ 1895266 w 5062695"/>
                  <a:gd name="connsiteY3138" fmla="*/ 250085 h 2902183"/>
                  <a:gd name="connsiteX3139" fmla="*/ 1900426 w 5062695"/>
                  <a:gd name="connsiteY3139" fmla="*/ 244603 h 2902183"/>
                  <a:gd name="connsiteX3140" fmla="*/ 1909132 w 5062695"/>
                  <a:gd name="connsiteY3140" fmla="*/ 244603 h 2902183"/>
                  <a:gd name="connsiteX3141" fmla="*/ 1930415 w 5062695"/>
                  <a:gd name="connsiteY3141" fmla="*/ 244925 h 2902183"/>
                  <a:gd name="connsiteX3142" fmla="*/ 1954600 w 5062695"/>
                  <a:gd name="connsiteY3142" fmla="*/ 245248 h 2902183"/>
                  <a:gd name="connsiteX3143" fmla="*/ 1960082 w 5062695"/>
                  <a:gd name="connsiteY3143" fmla="*/ 250407 h 2902183"/>
                  <a:gd name="connsiteX3144" fmla="*/ 1954922 w 5062695"/>
                  <a:gd name="connsiteY3144" fmla="*/ 255889 h 2902183"/>
                  <a:gd name="connsiteX3145" fmla="*/ 1947828 w 5062695"/>
                  <a:gd name="connsiteY3145" fmla="*/ 255889 h 2902183"/>
                  <a:gd name="connsiteX3146" fmla="*/ 1596986 w 5062695"/>
                  <a:gd name="connsiteY3146" fmla="*/ 250085 h 2902183"/>
                  <a:gd name="connsiteX3147" fmla="*/ 1591827 w 5062695"/>
                  <a:gd name="connsiteY3147" fmla="*/ 246215 h 2902183"/>
                  <a:gd name="connsiteX3148" fmla="*/ 1586990 w 5062695"/>
                  <a:gd name="connsiteY3148" fmla="*/ 228480 h 2902183"/>
                  <a:gd name="connsiteX3149" fmla="*/ 1583765 w 5062695"/>
                  <a:gd name="connsiteY3149" fmla="*/ 216548 h 2902183"/>
                  <a:gd name="connsiteX3150" fmla="*/ 1572801 w 5062695"/>
                  <a:gd name="connsiteY3150" fmla="*/ 200103 h 2902183"/>
                  <a:gd name="connsiteX3151" fmla="*/ 1572479 w 5062695"/>
                  <a:gd name="connsiteY3151" fmla="*/ 192364 h 2902183"/>
                  <a:gd name="connsiteX3152" fmla="*/ 1580218 w 5062695"/>
                  <a:gd name="connsiteY3152" fmla="*/ 192041 h 2902183"/>
                  <a:gd name="connsiteX3153" fmla="*/ 1594084 w 5062695"/>
                  <a:gd name="connsiteY3153" fmla="*/ 213646 h 2902183"/>
                  <a:gd name="connsiteX3154" fmla="*/ 1597309 w 5062695"/>
                  <a:gd name="connsiteY3154" fmla="*/ 225900 h 2902183"/>
                  <a:gd name="connsiteX3155" fmla="*/ 1601823 w 5062695"/>
                  <a:gd name="connsiteY3155" fmla="*/ 243313 h 2902183"/>
                  <a:gd name="connsiteX3156" fmla="*/ 1598276 w 5062695"/>
                  <a:gd name="connsiteY3156" fmla="*/ 250085 h 2902183"/>
                  <a:gd name="connsiteX3157" fmla="*/ 1596986 w 5062695"/>
                  <a:gd name="connsiteY3157" fmla="*/ 250085 h 2902183"/>
                  <a:gd name="connsiteX3158" fmla="*/ 1978462 w 5062695"/>
                  <a:gd name="connsiteY3158" fmla="*/ 247183 h 2902183"/>
                  <a:gd name="connsiteX3159" fmla="*/ 1974593 w 5062695"/>
                  <a:gd name="connsiteY3159" fmla="*/ 245248 h 2902183"/>
                  <a:gd name="connsiteX3160" fmla="*/ 1974915 w 5062695"/>
                  <a:gd name="connsiteY3160" fmla="*/ 237509 h 2902183"/>
                  <a:gd name="connsiteX3161" fmla="*/ 1987169 w 5062695"/>
                  <a:gd name="connsiteY3161" fmla="*/ 231704 h 2902183"/>
                  <a:gd name="connsiteX3162" fmla="*/ 1993295 w 5062695"/>
                  <a:gd name="connsiteY3162" fmla="*/ 235896 h 2902183"/>
                  <a:gd name="connsiteX3163" fmla="*/ 1989103 w 5062695"/>
                  <a:gd name="connsiteY3163" fmla="*/ 242023 h 2902183"/>
                  <a:gd name="connsiteX3164" fmla="*/ 1982009 w 5062695"/>
                  <a:gd name="connsiteY3164" fmla="*/ 245248 h 2902183"/>
                  <a:gd name="connsiteX3165" fmla="*/ 1978462 w 5062695"/>
                  <a:gd name="connsiteY3165" fmla="*/ 247183 h 2902183"/>
                  <a:gd name="connsiteX3166" fmla="*/ 976242 w 5062695"/>
                  <a:gd name="connsiteY3166" fmla="*/ 231382 h 2902183"/>
                  <a:gd name="connsiteX3167" fmla="*/ 972695 w 5062695"/>
                  <a:gd name="connsiteY3167" fmla="*/ 230092 h 2902183"/>
                  <a:gd name="connsiteX3168" fmla="*/ 962698 w 5062695"/>
                  <a:gd name="connsiteY3168" fmla="*/ 224933 h 2902183"/>
                  <a:gd name="connsiteX3169" fmla="*/ 952702 w 5062695"/>
                  <a:gd name="connsiteY3169" fmla="*/ 224610 h 2902183"/>
                  <a:gd name="connsiteX3170" fmla="*/ 923358 w 5062695"/>
                  <a:gd name="connsiteY3170" fmla="*/ 222353 h 2902183"/>
                  <a:gd name="connsiteX3171" fmla="*/ 919166 w 5062695"/>
                  <a:gd name="connsiteY3171" fmla="*/ 216226 h 2902183"/>
                  <a:gd name="connsiteX3172" fmla="*/ 925292 w 5062695"/>
                  <a:gd name="connsiteY3172" fmla="*/ 212034 h 2902183"/>
                  <a:gd name="connsiteX3173" fmla="*/ 953024 w 5062695"/>
                  <a:gd name="connsiteY3173" fmla="*/ 213969 h 2902183"/>
                  <a:gd name="connsiteX3174" fmla="*/ 963343 w 5062695"/>
                  <a:gd name="connsiteY3174" fmla="*/ 214291 h 2902183"/>
                  <a:gd name="connsiteX3175" fmla="*/ 979789 w 5062695"/>
                  <a:gd name="connsiteY3175" fmla="*/ 222030 h 2902183"/>
                  <a:gd name="connsiteX3176" fmla="*/ 980434 w 5062695"/>
                  <a:gd name="connsiteY3176" fmla="*/ 229447 h 2902183"/>
                  <a:gd name="connsiteX3177" fmla="*/ 976242 w 5062695"/>
                  <a:gd name="connsiteY3177" fmla="*/ 231382 h 2902183"/>
                  <a:gd name="connsiteX3178" fmla="*/ 903042 w 5062695"/>
                  <a:gd name="connsiteY3178" fmla="*/ 208164 h 2902183"/>
                  <a:gd name="connsiteX3179" fmla="*/ 898205 w 5062695"/>
                  <a:gd name="connsiteY3179" fmla="*/ 205262 h 2902183"/>
                  <a:gd name="connsiteX3180" fmla="*/ 894013 w 5062695"/>
                  <a:gd name="connsiteY3180" fmla="*/ 194621 h 2902183"/>
                  <a:gd name="connsiteX3181" fmla="*/ 897560 w 5062695"/>
                  <a:gd name="connsiteY3181" fmla="*/ 187849 h 2902183"/>
                  <a:gd name="connsiteX3182" fmla="*/ 904332 w 5062695"/>
                  <a:gd name="connsiteY3182" fmla="*/ 191396 h 2902183"/>
                  <a:gd name="connsiteX3183" fmla="*/ 907879 w 5062695"/>
                  <a:gd name="connsiteY3183" fmla="*/ 200748 h 2902183"/>
                  <a:gd name="connsiteX3184" fmla="*/ 905300 w 5062695"/>
                  <a:gd name="connsiteY3184" fmla="*/ 207842 h 2902183"/>
                  <a:gd name="connsiteX3185" fmla="*/ 903042 w 5062695"/>
                  <a:gd name="connsiteY3185" fmla="*/ 208164 h 2902183"/>
                  <a:gd name="connsiteX3186" fmla="*/ 1542812 w 5062695"/>
                  <a:gd name="connsiteY3186" fmla="*/ 175273 h 2902183"/>
                  <a:gd name="connsiteX3187" fmla="*/ 1539265 w 5062695"/>
                  <a:gd name="connsiteY3187" fmla="*/ 173983 h 2902183"/>
                  <a:gd name="connsiteX3188" fmla="*/ 1531204 w 5062695"/>
                  <a:gd name="connsiteY3188" fmla="*/ 165921 h 2902183"/>
                  <a:gd name="connsiteX3189" fmla="*/ 1531526 w 5062695"/>
                  <a:gd name="connsiteY3189" fmla="*/ 158182 h 2902183"/>
                  <a:gd name="connsiteX3190" fmla="*/ 1539265 w 5062695"/>
                  <a:gd name="connsiteY3190" fmla="*/ 158505 h 2902183"/>
                  <a:gd name="connsiteX3191" fmla="*/ 1546359 w 5062695"/>
                  <a:gd name="connsiteY3191" fmla="*/ 165599 h 2902183"/>
                  <a:gd name="connsiteX3192" fmla="*/ 1547004 w 5062695"/>
                  <a:gd name="connsiteY3192" fmla="*/ 173338 h 2902183"/>
                  <a:gd name="connsiteX3193" fmla="*/ 1542812 w 5062695"/>
                  <a:gd name="connsiteY3193" fmla="*/ 175273 h 2902183"/>
                  <a:gd name="connsiteX3194" fmla="*/ 897560 w 5062695"/>
                  <a:gd name="connsiteY3194" fmla="*/ 155925 h 2902183"/>
                  <a:gd name="connsiteX3195" fmla="*/ 895626 w 5062695"/>
                  <a:gd name="connsiteY3195" fmla="*/ 155603 h 2902183"/>
                  <a:gd name="connsiteX3196" fmla="*/ 892401 w 5062695"/>
                  <a:gd name="connsiteY3196" fmla="*/ 148508 h 2902183"/>
                  <a:gd name="connsiteX3197" fmla="*/ 902075 w 5062695"/>
                  <a:gd name="connsiteY3197" fmla="*/ 136900 h 2902183"/>
                  <a:gd name="connsiteX3198" fmla="*/ 929484 w 5062695"/>
                  <a:gd name="connsiteY3198" fmla="*/ 121099 h 2902183"/>
                  <a:gd name="connsiteX3199" fmla="*/ 938191 w 5062695"/>
                  <a:gd name="connsiteY3199" fmla="*/ 115939 h 2902183"/>
                  <a:gd name="connsiteX3200" fmla="*/ 945608 w 5062695"/>
                  <a:gd name="connsiteY3200" fmla="*/ 117874 h 2902183"/>
                  <a:gd name="connsiteX3201" fmla="*/ 943673 w 5062695"/>
                  <a:gd name="connsiteY3201" fmla="*/ 125291 h 2902183"/>
                  <a:gd name="connsiteX3202" fmla="*/ 934966 w 5062695"/>
                  <a:gd name="connsiteY3202" fmla="*/ 130450 h 2902183"/>
                  <a:gd name="connsiteX3203" fmla="*/ 907557 w 5062695"/>
                  <a:gd name="connsiteY3203" fmla="*/ 146251 h 2902183"/>
                  <a:gd name="connsiteX3204" fmla="*/ 902397 w 5062695"/>
                  <a:gd name="connsiteY3204" fmla="*/ 152700 h 2902183"/>
                  <a:gd name="connsiteX3205" fmla="*/ 897560 w 5062695"/>
                  <a:gd name="connsiteY3205" fmla="*/ 155925 h 2902183"/>
                  <a:gd name="connsiteX3206" fmla="*/ 1517015 w 5062695"/>
                  <a:gd name="connsiteY3206" fmla="*/ 147863 h 2902183"/>
                  <a:gd name="connsiteX3207" fmla="*/ 1513468 w 5062695"/>
                  <a:gd name="connsiteY3207" fmla="*/ 146574 h 2902183"/>
                  <a:gd name="connsiteX3208" fmla="*/ 1495087 w 5062695"/>
                  <a:gd name="connsiteY3208" fmla="*/ 132708 h 2902183"/>
                  <a:gd name="connsiteX3209" fmla="*/ 1469613 w 5062695"/>
                  <a:gd name="connsiteY3209" fmla="*/ 117874 h 2902183"/>
                  <a:gd name="connsiteX3210" fmla="*/ 1467355 w 5062695"/>
                  <a:gd name="connsiteY3210" fmla="*/ 110457 h 2902183"/>
                  <a:gd name="connsiteX3211" fmla="*/ 1474772 w 5062695"/>
                  <a:gd name="connsiteY3211" fmla="*/ 108200 h 2902183"/>
                  <a:gd name="connsiteX3212" fmla="*/ 1500892 w 5062695"/>
                  <a:gd name="connsiteY3212" fmla="*/ 123356 h 2902183"/>
                  <a:gd name="connsiteX3213" fmla="*/ 1520562 w 5062695"/>
                  <a:gd name="connsiteY3213" fmla="*/ 138512 h 2902183"/>
                  <a:gd name="connsiteX3214" fmla="*/ 1520885 w 5062695"/>
                  <a:gd name="connsiteY3214" fmla="*/ 146251 h 2902183"/>
                  <a:gd name="connsiteX3215" fmla="*/ 1517015 w 5062695"/>
                  <a:gd name="connsiteY3215" fmla="*/ 147863 h 2902183"/>
                  <a:gd name="connsiteX3216" fmla="*/ 963666 w 5062695"/>
                  <a:gd name="connsiteY3216" fmla="*/ 111747 h 2902183"/>
                  <a:gd name="connsiteX3217" fmla="*/ 960119 w 5062695"/>
                  <a:gd name="connsiteY3217" fmla="*/ 110457 h 2902183"/>
                  <a:gd name="connsiteX3218" fmla="*/ 959474 w 5062695"/>
                  <a:gd name="connsiteY3218" fmla="*/ 102718 h 2902183"/>
                  <a:gd name="connsiteX3219" fmla="*/ 964633 w 5062695"/>
                  <a:gd name="connsiteY3219" fmla="*/ 94657 h 2902183"/>
                  <a:gd name="connsiteX3220" fmla="*/ 972050 w 5062695"/>
                  <a:gd name="connsiteY3220" fmla="*/ 92399 h 2902183"/>
                  <a:gd name="connsiteX3221" fmla="*/ 974307 w 5062695"/>
                  <a:gd name="connsiteY3221" fmla="*/ 99816 h 2902183"/>
                  <a:gd name="connsiteX3222" fmla="*/ 967858 w 5062695"/>
                  <a:gd name="connsiteY3222" fmla="*/ 109813 h 2902183"/>
                  <a:gd name="connsiteX3223" fmla="*/ 963666 w 5062695"/>
                  <a:gd name="connsiteY3223" fmla="*/ 111747 h 2902183"/>
                  <a:gd name="connsiteX3224" fmla="*/ 1434464 w 5062695"/>
                  <a:gd name="connsiteY3224" fmla="*/ 97881 h 2902183"/>
                  <a:gd name="connsiteX3225" fmla="*/ 1431562 w 5062695"/>
                  <a:gd name="connsiteY3225" fmla="*/ 96914 h 2902183"/>
                  <a:gd name="connsiteX3226" fmla="*/ 1428660 w 5062695"/>
                  <a:gd name="connsiteY3226" fmla="*/ 94979 h 2902183"/>
                  <a:gd name="connsiteX3227" fmla="*/ 1422533 w 5062695"/>
                  <a:gd name="connsiteY3227" fmla="*/ 90465 h 2902183"/>
                  <a:gd name="connsiteX3228" fmla="*/ 1421566 w 5062695"/>
                  <a:gd name="connsiteY3228" fmla="*/ 83048 h 2902183"/>
                  <a:gd name="connsiteX3229" fmla="*/ 1428982 w 5062695"/>
                  <a:gd name="connsiteY3229" fmla="*/ 82081 h 2902183"/>
                  <a:gd name="connsiteX3230" fmla="*/ 1434464 w 5062695"/>
                  <a:gd name="connsiteY3230" fmla="*/ 85950 h 2902183"/>
                  <a:gd name="connsiteX3231" fmla="*/ 1437366 w 5062695"/>
                  <a:gd name="connsiteY3231" fmla="*/ 87885 h 2902183"/>
                  <a:gd name="connsiteX3232" fmla="*/ 1438979 w 5062695"/>
                  <a:gd name="connsiteY3232" fmla="*/ 95302 h 2902183"/>
                  <a:gd name="connsiteX3233" fmla="*/ 1434464 w 5062695"/>
                  <a:gd name="connsiteY3233" fmla="*/ 97881 h 2902183"/>
                  <a:gd name="connsiteX3234" fmla="*/ 1406087 w 5062695"/>
                  <a:gd name="connsiteY3234" fmla="*/ 73374 h 2902183"/>
                  <a:gd name="connsiteX3235" fmla="*/ 1402218 w 5062695"/>
                  <a:gd name="connsiteY3235" fmla="*/ 71762 h 2902183"/>
                  <a:gd name="connsiteX3236" fmla="*/ 1376420 w 5062695"/>
                  <a:gd name="connsiteY3236" fmla="*/ 41128 h 2902183"/>
                  <a:gd name="connsiteX3237" fmla="*/ 1367714 w 5062695"/>
                  <a:gd name="connsiteY3237" fmla="*/ 30164 h 2902183"/>
                  <a:gd name="connsiteX3238" fmla="*/ 1368359 w 5062695"/>
                  <a:gd name="connsiteY3238" fmla="*/ 22747 h 2902183"/>
                  <a:gd name="connsiteX3239" fmla="*/ 1375776 w 5062695"/>
                  <a:gd name="connsiteY3239" fmla="*/ 23392 h 2902183"/>
                  <a:gd name="connsiteX3240" fmla="*/ 1384805 w 5062695"/>
                  <a:gd name="connsiteY3240" fmla="*/ 34356 h 2902183"/>
                  <a:gd name="connsiteX3241" fmla="*/ 1410279 w 5062695"/>
                  <a:gd name="connsiteY3241" fmla="*/ 64345 h 2902183"/>
                  <a:gd name="connsiteX3242" fmla="*/ 1409957 w 5062695"/>
                  <a:gd name="connsiteY3242" fmla="*/ 72084 h 2902183"/>
                  <a:gd name="connsiteX3243" fmla="*/ 1406087 w 5062695"/>
                  <a:gd name="connsiteY3243" fmla="*/ 73374 h 2902183"/>
                  <a:gd name="connsiteX3244" fmla="*/ 989463 w 5062695"/>
                  <a:gd name="connsiteY3244" fmla="*/ 64667 h 2902183"/>
                  <a:gd name="connsiteX3245" fmla="*/ 985916 w 5062695"/>
                  <a:gd name="connsiteY3245" fmla="*/ 63378 h 2902183"/>
                  <a:gd name="connsiteX3246" fmla="*/ 985271 w 5062695"/>
                  <a:gd name="connsiteY3246" fmla="*/ 55961 h 2902183"/>
                  <a:gd name="connsiteX3247" fmla="*/ 1024934 w 5062695"/>
                  <a:gd name="connsiteY3247" fmla="*/ 43062 h 2902183"/>
                  <a:gd name="connsiteX3248" fmla="*/ 1040412 w 5062695"/>
                  <a:gd name="connsiteY3248" fmla="*/ 43707 h 2902183"/>
                  <a:gd name="connsiteX3249" fmla="*/ 1045572 w 5062695"/>
                  <a:gd name="connsiteY3249" fmla="*/ 49512 h 2902183"/>
                  <a:gd name="connsiteX3250" fmla="*/ 1039767 w 5062695"/>
                  <a:gd name="connsiteY3250" fmla="*/ 54671 h 2902183"/>
                  <a:gd name="connsiteX3251" fmla="*/ 1024934 w 5062695"/>
                  <a:gd name="connsiteY3251" fmla="*/ 54026 h 2902183"/>
                  <a:gd name="connsiteX3252" fmla="*/ 993655 w 5062695"/>
                  <a:gd name="connsiteY3252" fmla="*/ 63055 h 2902183"/>
                  <a:gd name="connsiteX3253" fmla="*/ 989463 w 5062695"/>
                  <a:gd name="connsiteY3253" fmla="*/ 64667 h 2902183"/>
                  <a:gd name="connsiteX3254" fmla="*/ 1077496 w 5062695"/>
                  <a:gd name="connsiteY3254" fmla="*/ 57573 h 2902183"/>
                  <a:gd name="connsiteX3255" fmla="*/ 1077173 w 5062695"/>
                  <a:gd name="connsiteY3255" fmla="*/ 57573 h 2902183"/>
                  <a:gd name="connsiteX3256" fmla="*/ 1066532 w 5062695"/>
                  <a:gd name="connsiteY3256" fmla="*/ 56606 h 2902183"/>
                  <a:gd name="connsiteX3257" fmla="*/ 1061695 w 5062695"/>
                  <a:gd name="connsiteY3257" fmla="*/ 50801 h 2902183"/>
                  <a:gd name="connsiteX3258" fmla="*/ 1067499 w 5062695"/>
                  <a:gd name="connsiteY3258" fmla="*/ 45965 h 2902183"/>
                  <a:gd name="connsiteX3259" fmla="*/ 1078141 w 5062695"/>
                  <a:gd name="connsiteY3259" fmla="*/ 46932 h 2902183"/>
                  <a:gd name="connsiteX3260" fmla="*/ 1082978 w 5062695"/>
                  <a:gd name="connsiteY3260" fmla="*/ 52736 h 2902183"/>
                  <a:gd name="connsiteX3261" fmla="*/ 1077496 w 5062695"/>
                  <a:gd name="connsiteY3261" fmla="*/ 57573 h 2902183"/>
                  <a:gd name="connsiteX3262" fmla="*/ 1120061 w 5062695"/>
                  <a:gd name="connsiteY3262" fmla="*/ 53704 h 2902183"/>
                  <a:gd name="connsiteX3263" fmla="*/ 1114902 w 5062695"/>
                  <a:gd name="connsiteY3263" fmla="*/ 50157 h 2902183"/>
                  <a:gd name="connsiteX3264" fmla="*/ 1118126 w 5062695"/>
                  <a:gd name="connsiteY3264" fmla="*/ 43385 h 2902183"/>
                  <a:gd name="connsiteX3265" fmla="*/ 1137797 w 5062695"/>
                  <a:gd name="connsiteY3265" fmla="*/ 33388 h 2902183"/>
                  <a:gd name="connsiteX3266" fmla="*/ 1150373 w 5062695"/>
                  <a:gd name="connsiteY3266" fmla="*/ 26617 h 2902183"/>
                  <a:gd name="connsiteX3267" fmla="*/ 1152630 w 5062695"/>
                  <a:gd name="connsiteY3267" fmla="*/ 25327 h 2902183"/>
                  <a:gd name="connsiteX3268" fmla="*/ 1165206 w 5062695"/>
                  <a:gd name="connsiteY3268" fmla="*/ 18877 h 2902183"/>
                  <a:gd name="connsiteX3269" fmla="*/ 1172300 w 5062695"/>
                  <a:gd name="connsiteY3269" fmla="*/ 21457 h 2902183"/>
                  <a:gd name="connsiteX3270" fmla="*/ 1169721 w 5062695"/>
                  <a:gd name="connsiteY3270" fmla="*/ 28551 h 2902183"/>
                  <a:gd name="connsiteX3271" fmla="*/ 1157144 w 5062695"/>
                  <a:gd name="connsiteY3271" fmla="*/ 35001 h 2902183"/>
                  <a:gd name="connsiteX3272" fmla="*/ 1154887 w 5062695"/>
                  <a:gd name="connsiteY3272" fmla="*/ 36291 h 2902183"/>
                  <a:gd name="connsiteX3273" fmla="*/ 1142634 w 5062695"/>
                  <a:gd name="connsiteY3273" fmla="*/ 43062 h 2902183"/>
                  <a:gd name="connsiteX3274" fmla="*/ 1121351 w 5062695"/>
                  <a:gd name="connsiteY3274" fmla="*/ 53704 h 2902183"/>
                  <a:gd name="connsiteX3275" fmla="*/ 1120061 w 5062695"/>
                  <a:gd name="connsiteY3275" fmla="*/ 53704 h 2902183"/>
                  <a:gd name="connsiteX3276" fmla="*/ 1323859 w 5062695"/>
                  <a:gd name="connsiteY3276" fmla="*/ 22425 h 2902183"/>
                  <a:gd name="connsiteX3277" fmla="*/ 1318699 w 5062695"/>
                  <a:gd name="connsiteY3277" fmla="*/ 17910 h 2902183"/>
                  <a:gd name="connsiteX3278" fmla="*/ 1323214 w 5062695"/>
                  <a:gd name="connsiteY3278" fmla="*/ 11783 h 2902183"/>
                  <a:gd name="connsiteX3279" fmla="*/ 1333533 w 5062695"/>
                  <a:gd name="connsiteY3279" fmla="*/ 9526 h 2902183"/>
                  <a:gd name="connsiteX3280" fmla="*/ 1339982 w 5062695"/>
                  <a:gd name="connsiteY3280" fmla="*/ 13396 h 2902183"/>
                  <a:gd name="connsiteX3281" fmla="*/ 1336112 w 5062695"/>
                  <a:gd name="connsiteY3281" fmla="*/ 19845 h 2902183"/>
                  <a:gd name="connsiteX3282" fmla="*/ 1325149 w 5062695"/>
                  <a:gd name="connsiteY3282" fmla="*/ 22102 h 2902183"/>
                  <a:gd name="connsiteX3283" fmla="*/ 1323859 w 5062695"/>
                  <a:gd name="connsiteY3283" fmla="*/ 22425 h 2902183"/>
                  <a:gd name="connsiteX3284" fmla="*/ 1297094 w 5062695"/>
                  <a:gd name="connsiteY3284" fmla="*/ 22425 h 2902183"/>
                  <a:gd name="connsiteX3285" fmla="*/ 1296127 w 5062695"/>
                  <a:gd name="connsiteY3285" fmla="*/ 22425 h 2902183"/>
                  <a:gd name="connsiteX3286" fmla="*/ 1276779 w 5062695"/>
                  <a:gd name="connsiteY3286" fmla="*/ 15330 h 2902183"/>
                  <a:gd name="connsiteX3287" fmla="*/ 1258398 w 5062695"/>
                  <a:gd name="connsiteY3287" fmla="*/ 11138 h 2902183"/>
                  <a:gd name="connsiteX3288" fmla="*/ 1246790 w 5062695"/>
                  <a:gd name="connsiteY3288" fmla="*/ 12428 h 2902183"/>
                  <a:gd name="connsiteX3289" fmla="*/ 1240663 w 5062695"/>
                  <a:gd name="connsiteY3289" fmla="*/ 7914 h 2902183"/>
                  <a:gd name="connsiteX3290" fmla="*/ 1245177 w 5062695"/>
                  <a:gd name="connsiteY3290" fmla="*/ 1787 h 2902183"/>
                  <a:gd name="connsiteX3291" fmla="*/ 1257431 w 5062695"/>
                  <a:gd name="connsiteY3291" fmla="*/ 175 h 2902183"/>
                  <a:gd name="connsiteX3292" fmla="*/ 1281616 w 5062695"/>
                  <a:gd name="connsiteY3292" fmla="*/ 5656 h 2902183"/>
                  <a:gd name="connsiteX3293" fmla="*/ 1298062 w 5062695"/>
                  <a:gd name="connsiteY3293" fmla="*/ 11783 h 2902183"/>
                  <a:gd name="connsiteX3294" fmla="*/ 1302254 w 5062695"/>
                  <a:gd name="connsiteY3294" fmla="*/ 18233 h 2902183"/>
                  <a:gd name="connsiteX3295" fmla="*/ 1297094 w 5062695"/>
                  <a:gd name="connsiteY3295" fmla="*/ 22425 h 2902183"/>
                  <a:gd name="connsiteX3296" fmla="*/ 1192616 w 5062695"/>
                  <a:gd name="connsiteY3296" fmla="*/ 18877 h 2902183"/>
                  <a:gd name="connsiteX3297" fmla="*/ 1187456 w 5062695"/>
                  <a:gd name="connsiteY3297" fmla="*/ 15008 h 2902183"/>
                  <a:gd name="connsiteX3298" fmla="*/ 1191003 w 5062695"/>
                  <a:gd name="connsiteY3298" fmla="*/ 8236 h 2902183"/>
                  <a:gd name="connsiteX3299" fmla="*/ 1202290 w 5062695"/>
                  <a:gd name="connsiteY3299" fmla="*/ 5656 h 2902183"/>
                  <a:gd name="connsiteX3300" fmla="*/ 1208416 w 5062695"/>
                  <a:gd name="connsiteY3300" fmla="*/ 10171 h 2902183"/>
                  <a:gd name="connsiteX3301" fmla="*/ 1203902 w 5062695"/>
                  <a:gd name="connsiteY3301" fmla="*/ 16298 h 2902183"/>
                  <a:gd name="connsiteX3302" fmla="*/ 1194228 w 5062695"/>
                  <a:gd name="connsiteY3302" fmla="*/ 18555 h 2902183"/>
                  <a:gd name="connsiteX3303" fmla="*/ 1192616 w 5062695"/>
                  <a:gd name="connsiteY3303" fmla="*/ 18877 h 2902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  <a:cxn ang="0">
                    <a:pos x="connsiteX1229" y="connsiteY1229"/>
                  </a:cxn>
                  <a:cxn ang="0">
                    <a:pos x="connsiteX1230" y="connsiteY1230"/>
                  </a:cxn>
                  <a:cxn ang="0">
                    <a:pos x="connsiteX1231" y="connsiteY1231"/>
                  </a:cxn>
                  <a:cxn ang="0">
                    <a:pos x="connsiteX1232" y="connsiteY1232"/>
                  </a:cxn>
                  <a:cxn ang="0">
                    <a:pos x="connsiteX1233" y="connsiteY1233"/>
                  </a:cxn>
                  <a:cxn ang="0">
                    <a:pos x="connsiteX1234" y="connsiteY1234"/>
                  </a:cxn>
                  <a:cxn ang="0">
                    <a:pos x="connsiteX1235" y="connsiteY1235"/>
                  </a:cxn>
                  <a:cxn ang="0">
                    <a:pos x="connsiteX1236" y="connsiteY1236"/>
                  </a:cxn>
                  <a:cxn ang="0">
                    <a:pos x="connsiteX1237" y="connsiteY1237"/>
                  </a:cxn>
                  <a:cxn ang="0">
                    <a:pos x="connsiteX1238" y="connsiteY1238"/>
                  </a:cxn>
                  <a:cxn ang="0">
                    <a:pos x="connsiteX1239" y="connsiteY1239"/>
                  </a:cxn>
                  <a:cxn ang="0">
                    <a:pos x="connsiteX1240" y="connsiteY1240"/>
                  </a:cxn>
                  <a:cxn ang="0">
                    <a:pos x="connsiteX1241" y="connsiteY1241"/>
                  </a:cxn>
                  <a:cxn ang="0">
                    <a:pos x="connsiteX1242" y="connsiteY1242"/>
                  </a:cxn>
                  <a:cxn ang="0">
                    <a:pos x="connsiteX1243" y="connsiteY1243"/>
                  </a:cxn>
                  <a:cxn ang="0">
                    <a:pos x="connsiteX1244" y="connsiteY1244"/>
                  </a:cxn>
                  <a:cxn ang="0">
                    <a:pos x="connsiteX1245" y="connsiteY1245"/>
                  </a:cxn>
                  <a:cxn ang="0">
                    <a:pos x="connsiteX1246" y="connsiteY1246"/>
                  </a:cxn>
                  <a:cxn ang="0">
                    <a:pos x="connsiteX1247" y="connsiteY1247"/>
                  </a:cxn>
                  <a:cxn ang="0">
                    <a:pos x="connsiteX1248" y="connsiteY1248"/>
                  </a:cxn>
                  <a:cxn ang="0">
                    <a:pos x="connsiteX1249" y="connsiteY1249"/>
                  </a:cxn>
                  <a:cxn ang="0">
                    <a:pos x="connsiteX1250" y="connsiteY1250"/>
                  </a:cxn>
                  <a:cxn ang="0">
                    <a:pos x="connsiteX1251" y="connsiteY1251"/>
                  </a:cxn>
                  <a:cxn ang="0">
                    <a:pos x="connsiteX1252" y="connsiteY1252"/>
                  </a:cxn>
                  <a:cxn ang="0">
                    <a:pos x="connsiteX1253" y="connsiteY1253"/>
                  </a:cxn>
                  <a:cxn ang="0">
                    <a:pos x="connsiteX1254" y="connsiteY1254"/>
                  </a:cxn>
                  <a:cxn ang="0">
                    <a:pos x="connsiteX1255" y="connsiteY1255"/>
                  </a:cxn>
                  <a:cxn ang="0">
                    <a:pos x="connsiteX1256" y="connsiteY1256"/>
                  </a:cxn>
                  <a:cxn ang="0">
                    <a:pos x="connsiteX1257" y="connsiteY1257"/>
                  </a:cxn>
                  <a:cxn ang="0">
                    <a:pos x="connsiteX1258" y="connsiteY1258"/>
                  </a:cxn>
                  <a:cxn ang="0">
                    <a:pos x="connsiteX1259" y="connsiteY1259"/>
                  </a:cxn>
                  <a:cxn ang="0">
                    <a:pos x="connsiteX1260" y="connsiteY1260"/>
                  </a:cxn>
                  <a:cxn ang="0">
                    <a:pos x="connsiteX1261" y="connsiteY1261"/>
                  </a:cxn>
                  <a:cxn ang="0">
                    <a:pos x="connsiteX1262" y="connsiteY1262"/>
                  </a:cxn>
                  <a:cxn ang="0">
                    <a:pos x="connsiteX1263" y="connsiteY1263"/>
                  </a:cxn>
                  <a:cxn ang="0">
                    <a:pos x="connsiteX1264" y="connsiteY1264"/>
                  </a:cxn>
                  <a:cxn ang="0">
                    <a:pos x="connsiteX1265" y="connsiteY1265"/>
                  </a:cxn>
                  <a:cxn ang="0">
                    <a:pos x="connsiteX1266" y="connsiteY1266"/>
                  </a:cxn>
                  <a:cxn ang="0">
                    <a:pos x="connsiteX1267" y="connsiteY1267"/>
                  </a:cxn>
                  <a:cxn ang="0">
                    <a:pos x="connsiteX1268" y="connsiteY1268"/>
                  </a:cxn>
                  <a:cxn ang="0">
                    <a:pos x="connsiteX1269" y="connsiteY1269"/>
                  </a:cxn>
                  <a:cxn ang="0">
                    <a:pos x="connsiteX1270" y="connsiteY1270"/>
                  </a:cxn>
                  <a:cxn ang="0">
                    <a:pos x="connsiteX1271" y="connsiteY1271"/>
                  </a:cxn>
                  <a:cxn ang="0">
                    <a:pos x="connsiteX1272" y="connsiteY1272"/>
                  </a:cxn>
                  <a:cxn ang="0">
                    <a:pos x="connsiteX1273" y="connsiteY1273"/>
                  </a:cxn>
                  <a:cxn ang="0">
                    <a:pos x="connsiteX1274" y="connsiteY1274"/>
                  </a:cxn>
                  <a:cxn ang="0">
                    <a:pos x="connsiteX1275" y="connsiteY1275"/>
                  </a:cxn>
                  <a:cxn ang="0">
                    <a:pos x="connsiteX1276" y="connsiteY1276"/>
                  </a:cxn>
                  <a:cxn ang="0">
                    <a:pos x="connsiteX1277" y="connsiteY1277"/>
                  </a:cxn>
                  <a:cxn ang="0">
                    <a:pos x="connsiteX1278" y="connsiteY1278"/>
                  </a:cxn>
                  <a:cxn ang="0">
                    <a:pos x="connsiteX1279" y="connsiteY1279"/>
                  </a:cxn>
                  <a:cxn ang="0">
                    <a:pos x="connsiteX1280" y="connsiteY1280"/>
                  </a:cxn>
                  <a:cxn ang="0">
                    <a:pos x="connsiteX1281" y="connsiteY1281"/>
                  </a:cxn>
                  <a:cxn ang="0">
                    <a:pos x="connsiteX1282" y="connsiteY1282"/>
                  </a:cxn>
                  <a:cxn ang="0">
                    <a:pos x="connsiteX1283" y="connsiteY1283"/>
                  </a:cxn>
                  <a:cxn ang="0">
                    <a:pos x="connsiteX1284" y="connsiteY1284"/>
                  </a:cxn>
                  <a:cxn ang="0">
                    <a:pos x="connsiteX1285" y="connsiteY1285"/>
                  </a:cxn>
                  <a:cxn ang="0">
                    <a:pos x="connsiteX1286" y="connsiteY1286"/>
                  </a:cxn>
                  <a:cxn ang="0">
                    <a:pos x="connsiteX1287" y="connsiteY1287"/>
                  </a:cxn>
                  <a:cxn ang="0">
                    <a:pos x="connsiteX1288" y="connsiteY1288"/>
                  </a:cxn>
                  <a:cxn ang="0">
                    <a:pos x="connsiteX1289" y="connsiteY1289"/>
                  </a:cxn>
                  <a:cxn ang="0">
                    <a:pos x="connsiteX1290" y="connsiteY1290"/>
                  </a:cxn>
                  <a:cxn ang="0">
                    <a:pos x="connsiteX1291" y="connsiteY1291"/>
                  </a:cxn>
                  <a:cxn ang="0">
                    <a:pos x="connsiteX1292" y="connsiteY1292"/>
                  </a:cxn>
                  <a:cxn ang="0">
                    <a:pos x="connsiteX1293" y="connsiteY1293"/>
                  </a:cxn>
                  <a:cxn ang="0">
                    <a:pos x="connsiteX1294" y="connsiteY1294"/>
                  </a:cxn>
                  <a:cxn ang="0">
                    <a:pos x="connsiteX1295" y="connsiteY1295"/>
                  </a:cxn>
                  <a:cxn ang="0">
                    <a:pos x="connsiteX1296" y="connsiteY1296"/>
                  </a:cxn>
                  <a:cxn ang="0">
                    <a:pos x="connsiteX1297" y="connsiteY1297"/>
                  </a:cxn>
                  <a:cxn ang="0">
                    <a:pos x="connsiteX1298" y="connsiteY1298"/>
                  </a:cxn>
                  <a:cxn ang="0">
                    <a:pos x="connsiteX1299" y="connsiteY1299"/>
                  </a:cxn>
                  <a:cxn ang="0">
                    <a:pos x="connsiteX1300" y="connsiteY1300"/>
                  </a:cxn>
                  <a:cxn ang="0">
                    <a:pos x="connsiteX1301" y="connsiteY1301"/>
                  </a:cxn>
                  <a:cxn ang="0">
                    <a:pos x="connsiteX1302" y="connsiteY1302"/>
                  </a:cxn>
                  <a:cxn ang="0">
                    <a:pos x="connsiteX1303" y="connsiteY1303"/>
                  </a:cxn>
                  <a:cxn ang="0">
                    <a:pos x="connsiteX1304" y="connsiteY1304"/>
                  </a:cxn>
                  <a:cxn ang="0">
                    <a:pos x="connsiteX1305" y="connsiteY1305"/>
                  </a:cxn>
                  <a:cxn ang="0">
                    <a:pos x="connsiteX1306" y="connsiteY1306"/>
                  </a:cxn>
                  <a:cxn ang="0">
                    <a:pos x="connsiteX1307" y="connsiteY1307"/>
                  </a:cxn>
                  <a:cxn ang="0">
                    <a:pos x="connsiteX1308" y="connsiteY1308"/>
                  </a:cxn>
                  <a:cxn ang="0">
                    <a:pos x="connsiteX1309" y="connsiteY1309"/>
                  </a:cxn>
                  <a:cxn ang="0">
                    <a:pos x="connsiteX1310" y="connsiteY1310"/>
                  </a:cxn>
                  <a:cxn ang="0">
                    <a:pos x="connsiteX1311" y="connsiteY1311"/>
                  </a:cxn>
                  <a:cxn ang="0">
                    <a:pos x="connsiteX1312" y="connsiteY1312"/>
                  </a:cxn>
                  <a:cxn ang="0">
                    <a:pos x="connsiteX1313" y="connsiteY1313"/>
                  </a:cxn>
                  <a:cxn ang="0">
                    <a:pos x="connsiteX1314" y="connsiteY1314"/>
                  </a:cxn>
                  <a:cxn ang="0">
                    <a:pos x="connsiteX1315" y="connsiteY1315"/>
                  </a:cxn>
                  <a:cxn ang="0">
                    <a:pos x="connsiteX1316" y="connsiteY1316"/>
                  </a:cxn>
                  <a:cxn ang="0">
                    <a:pos x="connsiteX1317" y="connsiteY1317"/>
                  </a:cxn>
                  <a:cxn ang="0">
                    <a:pos x="connsiteX1318" y="connsiteY1318"/>
                  </a:cxn>
                  <a:cxn ang="0">
                    <a:pos x="connsiteX1319" y="connsiteY1319"/>
                  </a:cxn>
                  <a:cxn ang="0">
                    <a:pos x="connsiteX1320" y="connsiteY1320"/>
                  </a:cxn>
                  <a:cxn ang="0">
                    <a:pos x="connsiteX1321" y="connsiteY1321"/>
                  </a:cxn>
                  <a:cxn ang="0">
                    <a:pos x="connsiteX1322" y="connsiteY1322"/>
                  </a:cxn>
                  <a:cxn ang="0">
                    <a:pos x="connsiteX1323" y="connsiteY1323"/>
                  </a:cxn>
                  <a:cxn ang="0">
                    <a:pos x="connsiteX1324" y="connsiteY1324"/>
                  </a:cxn>
                  <a:cxn ang="0">
                    <a:pos x="connsiteX1325" y="connsiteY1325"/>
                  </a:cxn>
                  <a:cxn ang="0">
                    <a:pos x="connsiteX1326" y="connsiteY1326"/>
                  </a:cxn>
                  <a:cxn ang="0">
                    <a:pos x="connsiteX1327" y="connsiteY1327"/>
                  </a:cxn>
                  <a:cxn ang="0">
                    <a:pos x="connsiteX1328" y="connsiteY1328"/>
                  </a:cxn>
                  <a:cxn ang="0">
                    <a:pos x="connsiteX1329" y="connsiteY1329"/>
                  </a:cxn>
                  <a:cxn ang="0">
                    <a:pos x="connsiteX1330" y="connsiteY1330"/>
                  </a:cxn>
                  <a:cxn ang="0">
                    <a:pos x="connsiteX1331" y="connsiteY1331"/>
                  </a:cxn>
                  <a:cxn ang="0">
                    <a:pos x="connsiteX1332" y="connsiteY1332"/>
                  </a:cxn>
                  <a:cxn ang="0">
                    <a:pos x="connsiteX1333" y="connsiteY1333"/>
                  </a:cxn>
                  <a:cxn ang="0">
                    <a:pos x="connsiteX1334" y="connsiteY1334"/>
                  </a:cxn>
                  <a:cxn ang="0">
                    <a:pos x="connsiteX1335" y="connsiteY1335"/>
                  </a:cxn>
                  <a:cxn ang="0">
                    <a:pos x="connsiteX1336" y="connsiteY1336"/>
                  </a:cxn>
                  <a:cxn ang="0">
                    <a:pos x="connsiteX1337" y="connsiteY1337"/>
                  </a:cxn>
                  <a:cxn ang="0">
                    <a:pos x="connsiteX1338" y="connsiteY1338"/>
                  </a:cxn>
                  <a:cxn ang="0">
                    <a:pos x="connsiteX1339" y="connsiteY1339"/>
                  </a:cxn>
                  <a:cxn ang="0">
                    <a:pos x="connsiteX1340" y="connsiteY1340"/>
                  </a:cxn>
                  <a:cxn ang="0">
                    <a:pos x="connsiteX1341" y="connsiteY1341"/>
                  </a:cxn>
                  <a:cxn ang="0">
                    <a:pos x="connsiteX1342" y="connsiteY1342"/>
                  </a:cxn>
                  <a:cxn ang="0">
                    <a:pos x="connsiteX1343" y="connsiteY1343"/>
                  </a:cxn>
                  <a:cxn ang="0">
                    <a:pos x="connsiteX1344" y="connsiteY1344"/>
                  </a:cxn>
                  <a:cxn ang="0">
                    <a:pos x="connsiteX1345" y="connsiteY1345"/>
                  </a:cxn>
                  <a:cxn ang="0">
                    <a:pos x="connsiteX1346" y="connsiteY1346"/>
                  </a:cxn>
                  <a:cxn ang="0">
                    <a:pos x="connsiteX1347" y="connsiteY1347"/>
                  </a:cxn>
                  <a:cxn ang="0">
                    <a:pos x="connsiteX1348" y="connsiteY1348"/>
                  </a:cxn>
                  <a:cxn ang="0">
                    <a:pos x="connsiteX1349" y="connsiteY1349"/>
                  </a:cxn>
                  <a:cxn ang="0">
                    <a:pos x="connsiteX1350" y="connsiteY1350"/>
                  </a:cxn>
                  <a:cxn ang="0">
                    <a:pos x="connsiteX1351" y="connsiteY1351"/>
                  </a:cxn>
                  <a:cxn ang="0">
                    <a:pos x="connsiteX1352" y="connsiteY1352"/>
                  </a:cxn>
                  <a:cxn ang="0">
                    <a:pos x="connsiteX1353" y="connsiteY1353"/>
                  </a:cxn>
                  <a:cxn ang="0">
                    <a:pos x="connsiteX1354" y="connsiteY1354"/>
                  </a:cxn>
                  <a:cxn ang="0">
                    <a:pos x="connsiteX1355" y="connsiteY1355"/>
                  </a:cxn>
                  <a:cxn ang="0">
                    <a:pos x="connsiteX1356" y="connsiteY1356"/>
                  </a:cxn>
                  <a:cxn ang="0">
                    <a:pos x="connsiteX1357" y="connsiteY1357"/>
                  </a:cxn>
                  <a:cxn ang="0">
                    <a:pos x="connsiteX1358" y="connsiteY1358"/>
                  </a:cxn>
                  <a:cxn ang="0">
                    <a:pos x="connsiteX1359" y="connsiteY1359"/>
                  </a:cxn>
                  <a:cxn ang="0">
                    <a:pos x="connsiteX1360" y="connsiteY1360"/>
                  </a:cxn>
                  <a:cxn ang="0">
                    <a:pos x="connsiteX1361" y="connsiteY1361"/>
                  </a:cxn>
                  <a:cxn ang="0">
                    <a:pos x="connsiteX1362" y="connsiteY1362"/>
                  </a:cxn>
                  <a:cxn ang="0">
                    <a:pos x="connsiteX1363" y="connsiteY1363"/>
                  </a:cxn>
                  <a:cxn ang="0">
                    <a:pos x="connsiteX1364" y="connsiteY1364"/>
                  </a:cxn>
                  <a:cxn ang="0">
                    <a:pos x="connsiteX1365" y="connsiteY1365"/>
                  </a:cxn>
                  <a:cxn ang="0">
                    <a:pos x="connsiteX1366" y="connsiteY1366"/>
                  </a:cxn>
                  <a:cxn ang="0">
                    <a:pos x="connsiteX1367" y="connsiteY1367"/>
                  </a:cxn>
                  <a:cxn ang="0">
                    <a:pos x="connsiteX1368" y="connsiteY1368"/>
                  </a:cxn>
                  <a:cxn ang="0">
                    <a:pos x="connsiteX1369" y="connsiteY1369"/>
                  </a:cxn>
                  <a:cxn ang="0">
                    <a:pos x="connsiteX1370" y="connsiteY1370"/>
                  </a:cxn>
                  <a:cxn ang="0">
                    <a:pos x="connsiteX1371" y="connsiteY1371"/>
                  </a:cxn>
                  <a:cxn ang="0">
                    <a:pos x="connsiteX1372" y="connsiteY1372"/>
                  </a:cxn>
                  <a:cxn ang="0">
                    <a:pos x="connsiteX1373" y="connsiteY1373"/>
                  </a:cxn>
                  <a:cxn ang="0">
                    <a:pos x="connsiteX1374" y="connsiteY1374"/>
                  </a:cxn>
                  <a:cxn ang="0">
                    <a:pos x="connsiteX1375" y="connsiteY1375"/>
                  </a:cxn>
                  <a:cxn ang="0">
                    <a:pos x="connsiteX1376" y="connsiteY1376"/>
                  </a:cxn>
                  <a:cxn ang="0">
                    <a:pos x="connsiteX1377" y="connsiteY1377"/>
                  </a:cxn>
                  <a:cxn ang="0">
                    <a:pos x="connsiteX1378" y="connsiteY1378"/>
                  </a:cxn>
                  <a:cxn ang="0">
                    <a:pos x="connsiteX1379" y="connsiteY1379"/>
                  </a:cxn>
                  <a:cxn ang="0">
                    <a:pos x="connsiteX1380" y="connsiteY1380"/>
                  </a:cxn>
                  <a:cxn ang="0">
                    <a:pos x="connsiteX1381" y="connsiteY1381"/>
                  </a:cxn>
                  <a:cxn ang="0">
                    <a:pos x="connsiteX1382" y="connsiteY1382"/>
                  </a:cxn>
                  <a:cxn ang="0">
                    <a:pos x="connsiteX1383" y="connsiteY1383"/>
                  </a:cxn>
                  <a:cxn ang="0">
                    <a:pos x="connsiteX1384" y="connsiteY1384"/>
                  </a:cxn>
                  <a:cxn ang="0">
                    <a:pos x="connsiteX1385" y="connsiteY1385"/>
                  </a:cxn>
                  <a:cxn ang="0">
                    <a:pos x="connsiteX1386" y="connsiteY1386"/>
                  </a:cxn>
                  <a:cxn ang="0">
                    <a:pos x="connsiteX1387" y="connsiteY1387"/>
                  </a:cxn>
                  <a:cxn ang="0">
                    <a:pos x="connsiteX1388" y="connsiteY1388"/>
                  </a:cxn>
                  <a:cxn ang="0">
                    <a:pos x="connsiteX1389" y="connsiteY1389"/>
                  </a:cxn>
                  <a:cxn ang="0">
                    <a:pos x="connsiteX1390" y="connsiteY1390"/>
                  </a:cxn>
                  <a:cxn ang="0">
                    <a:pos x="connsiteX1391" y="connsiteY1391"/>
                  </a:cxn>
                  <a:cxn ang="0">
                    <a:pos x="connsiteX1392" y="connsiteY1392"/>
                  </a:cxn>
                  <a:cxn ang="0">
                    <a:pos x="connsiteX1393" y="connsiteY1393"/>
                  </a:cxn>
                  <a:cxn ang="0">
                    <a:pos x="connsiteX1394" y="connsiteY1394"/>
                  </a:cxn>
                  <a:cxn ang="0">
                    <a:pos x="connsiteX1395" y="connsiteY1395"/>
                  </a:cxn>
                  <a:cxn ang="0">
                    <a:pos x="connsiteX1396" y="connsiteY1396"/>
                  </a:cxn>
                  <a:cxn ang="0">
                    <a:pos x="connsiteX1397" y="connsiteY1397"/>
                  </a:cxn>
                  <a:cxn ang="0">
                    <a:pos x="connsiteX1398" y="connsiteY1398"/>
                  </a:cxn>
                  <a:cxn ang="0">
                    <a:pos x="connsiteX1399" y="connsiteY1399"/>
                  </a:cxn>
                  <a:cxn ang="0">
                    <a:pos x="connsiteX1400" y="connsiteY1400"/>
                  </a:cxn>
                  <a:cxn ang="0">
                    <a:pos x="connsiteX1401" y="connsiteY1401"/>
                  </a:cxn>
                  <a:cxn ang="0">
                    <a:pos x="connsiteX1402" y="connsiteY1402"/>
                  </a:cxn>
                  <a:cxn ang="0">
                    <a:pos x="connsiteX1403" y="connsiteY1403"/>
                  </a:cxn>
                  <a:cxn ang="0">
                    <a:pos x="connsiteX1404" y="connsiteY1404"/>
                  </a:cxn>
                  <a:cxn ang="0">
                    <a:pos x="connsiteX1405" y="connsiteY1405"/>
                  </a:cxn>
                  <a:cxn ang="0">
                    <a:pos x="connsiteX1406" y="connsiteY1406"/>
                  </a:cxn>
                  <a:cxn ang="0">
                    <a:pos x="connsiteX1407" y="connsiteY1407"/>
                  </a:cxn>
                  <a:cxn ang="0">
                    <a:pos x="connsiteX1408" y="connsiteY1408"/>
                  </a:cxn>
                  <a:cxn ang="0">
                    <a:pos x="connsiteX1409" y="connsiteY1409"/>
                  </a:cxn>
                  <a:cxn ang="0">
                    <a:pos x="connsiteX1410" y="connsiteY1410"/>
                  </a:cxn>
                  <a:cxn ang="0">
                    <a:pos x="connsiteX1411" y="connsiteY1411"/>
                  </a:cxn>
                  <a:cxn ang="0">
                    <a:pos x="connsiteX1412" y="connsiteY1412"/>
                  </a:cxn>
                  <a:cxn ang="0">
                    <a:pos x="connsiteX1413" y="connsiteY1413"/>
                  </a:cxn>
                  <a:cxn ang="0">
                    <a:pos x="connsiteX1414" y="connsiteY1414"/>
                  </a:cxn>
                  <a:cxn ang="0">
                    <a:pos x="connsiteX1415" y="connsiteY1415"/>
                  </a:cxn>
                  <a:cxn ang="0">
                    <a:pos x="connsiteX1416" y="connsiteY1416"/>
                  </a:cxn>
                  <a:cxn ang="0">
                    <a:pos x="connsiteX1417" y="connsiteY1417"/>
                  </a:cxn>
                  <a:cxn ang="0">
                    <a:pos x="connsiteX1418" y="connsiteY1418"/>
                  </a:cxn>
                  <a:cxn ang="0">
                    <a:pos x="connsiteX1419" y="connsiteY1419"/>
                  </a:cxn>
                  <a:cxn ang="0">
                    <a:pos x="connsiteX1420" y="connsiteY1420"/>
                  </a:cxn>
                  <a:cxn ang="0">
                    <a:pos x="connsiteX1421" y="connsiteY1421"/>
                  </a:cxn>
                  <a:cxn ang="0">
                    <a:pos x="connsiteX1422" y="connsiteY1422"/>
                  </a:cxn>
                  <a:cxn ang="0">
                    <a:pos x="connsiteX1423" y="connsiteY1423"/>
                  </a:cxn>
                  <a:cxn ang="0">
                    <a:pos x="connsiteX1424" y="connsiteY1424"/>
                  </a:cxn>
                  <a:cxn ang="0">
                    <a:pos x="connsiteX1425" y="connsiteY1425"/>
                  </a:cxn>
                  <a:cxn ang="0">
                    <a:pos x="connsiteX1426" y="connsiteY1426"/>
                  </a:cxn>
                  <a:cxn ang="0">
                    <a:pos x="connsiteX1427" y="connsiteY1427"/>
                  </a:cxn>
                  <a:cxn ang="0">
                    <a:pos x="connsiteX1428" y="connsiteY1428"/>
                  </a:cxn>
                  <a:cxn ang="0">
                    <a:pos x="connsiteX1429" y="connsiteY1429"/>
                  </a:cxn>
                  <a:cxn ang="0">
                    <a:pos x="connsiteX1430" y="connsiteY1430"/>
                  </a:cxn>
                  <a:cxn ang="0">
                    <a:pos x="connsiteX1431" y="connsiteY1431"/>
                  </a:cxn>
                  <a:cxn ang="0">
                    <a:pos x="connsiteX1432" y="connsiteY1432"/>
                  </a:cxn>
                  <a:cxn ang="0">
                    <a:pos x="connsiteX1433" y="connsiteY1433"/>
                  </a:cxn>
                  <a:cxn ang="0">
                    <a:pos x="connsiteX1434" y="connsiteY1434"/>
                  </a:cxn>
                  <a:cxn ang="0">
                    <a:pos x="connsiteX1435" y="connsiteY1435"/>
                  </a:cxn>
                  <a:cxn ang="0">
                    <a:pos x="connsiteX1436" y="connsiteY1436"/>
                  </a:cxn>
                  <a:cxn ang="0">
                    <a:pos x="connsiteX1437" y="connsiteY1437"/>
                  </a:cxn>
                  <a:cxn ang="0">
                    <a:pos x="connsiteX1438" y="connsiteY1438"/>
                  </a:cxn>
                  <a:cxn ang="0">
                    <a:pos x="connsiteX1439" y="connsiteY1439"/>
                  </a:cxn>
                  <a:cxn ang="0">
                    <a:pos x="connsiteX1440" y="connsiteY1440"/>
                  </a:cxn>
                  <a:cxn ang="0">
                    <a:pos x="connsiteX1441" y="connsiteY1441"/>
                  </a:cxn>
                  <a:cxn ang="0">
                    <a:pos x="connsiteX1442" y="connsiteY1442"/>
                  </a:cxn>
                  <a:cxn ang="0">
                    <a:pos x="connsiteX1443" y="connsiteY1443"/>
                  </a:cxn>
                  <a:cxn ang="0">
                    <a:pos x="connsiteX1444" y="connsiteY1444"/>
                  </a:cxn>
                  <a:cxn ang="0">
                    <a:pos x="connsiteX1445" y="connsiteY1445"/>
                  </a:cxn>
                  <a:cxn ang="0">
                    <a:pos x="connsiteX1446" y="connsiteY1446"/>
                  </a:cxn>
                  <a:cxn ang="0">
                    <a:pos x="connsiteX1447" y="connsiteY1447"/>
                  </a:cxn>
                  <a:cxn ang="0">
                    <a:pos x="connsiteX1448" y="connsiteY1448"/>
                  </a:cxn>
                  <a:cxn ang="0">
                    <a:pos x="connsiteX1449" y="connsiteY1449"/>
                  </a:cxn>
                  <a:cxn ang="0">
                    <a:pos x="connsiteX1450" y="connsiteY1450"/>
                  </a:cxn>
                  <a:cxn ang="0">
                    <a:pos x="connsiteX1451" y="connsiteY1451"/>
                  </a:cxn>
                  <a:cxn ang="0">
                    <a:pos x="connsiteX1452" y="connsiteY1452"/>
                  </a:cxn>
                  <a:cxn ang="0">
                    <a:pos x="connsiteX1453" y="connsiteY1453"/>
                  </a:cxn>
                  <a:cxn ang="0">
                    <a:pos x="connsiteX1454" y="connsiteY1454"/>
                  </a:cxn>
                  <a:cxn ang="0">
                    <a:pos x="connsiteX1455" y="connsiteY1455"/>
                  </a:cxn>
                  <a:cxn ang="0">
                    <a:pos x="connsiteX1456" y="connsiteY1456"/>
                  </a:cxn>
                  <a:cxn ang="0">
                    <a:pos x="connsiteX1457" y="connsiteY1457"/>
                  </a:cxn>
                  <a:cxn ang="0">
                    <a:pos x="connsiteX1458" y="connsiteY1458"/>
                  </a:cxn>
                  <a:cxn ang="0">
                    <a:pos x="connsiteX1459" y="connsiteY1459"/>
                  </a:cxn>
                  <a:cxn ang="0">
                    <a:pos x="connsiteX1460" y="connsiteY1460"/>
                  </a:cxn>
                  <a:cxn ang="0">
                    <a:pos x="connsiteX1461" y="connsiteY1461"/>
                  </a:cxn>
                  <a:cxn ang="0">
                    <a:pos x="connsiteX1462" y="connsiteY1462"/>
                  </a:cxn>
                  <a:cxn ang="0">
                    <a:pos x="connsiteX1463" y="connsiteY1463"/>
                  </a:cxn>
                  <a:cxn ang="0">
                    <a:pos x="connsiteX1464" y="connsiteY1464"/>
                  </a:cxn>
                  <a:cxn ang="0">
                    <a:pos x="connsiteX1465" y="connsiteY1465"/>
                  </a:cxn>
                  <a:cxn ang="0">
                    <a:pos x="connsiteX1466" y="connsiteY1466"/>
                  </a:cxn>
                  <a:cxn ang="0">
                    <a:pos x="connsiteX1467" y="connsiteY1467"/>
                  </a:cxn>
                  <a:cxn ang="0">
                    <a:pos x="connsiteX1468" y="connsiteY1468"/>
                  </a:cxn>
                  <a:cxn ang="0">
                    <a:pos x="connsiteX1469" y="connsiteY1469"/>
                  </a:cxn>
                  <a:cxn ang="0">
                    <a:pos x="connsiteX1470" y="connsiteY1470"/>
                  </a:cxn>
                  <a:cxn ang="0">
                    <a:pos x="connsiteX1471" y="connsiteY1471"/>
                  </a:cxn>
                  <a:cxn ang="0">
                    <a:pos x="connsiteX1472" y="connsiteY1472"/>
                  </a:cxn>
                  <a:cxn ang="0">
                    <a:pos x="connsiteX1473" y="connsiteY1473"/>
                  </a:cxn>
                  <a:cxn ang="0">
                    <a:pos x="connsiteX1474" y="connsiteY1474"/>
                  </a:cxn>
                  <a:cxn ang="0">
                    <a:pos x="connsiteX1475" y="connsiteY1475"/>
                  </a:cxn>
                  <a:cxn ang="0">
                    <a:pos x="connsiteX1476" y="connsiteY1476"/>
                  </a:cxn>
                  <a:cxn ang="0">
                    <a:pos x="connsiteX1477" y="connsiteY1477"/>
                  </a:cxn>
                  <a:cxn ang="0">
                    <a:pos x="connsiteX1478" y="connsiteY1478"/>
                  </a:cxn>
                  <a:cxn ang="0">
                    <a:pos x="connsiteX1479" y="connsiteY1479"/>
                  </a:cxn>
                  <a:cxn ang="0">
                    <a:pos x="connsiteX1480" y="connsiteY1480"/>
                  </a:cxn>
                  <a:cxn ang="0">
                    <a:pos x="connsiteX1481" y="connsiteY1481"/>
                  </a:cxn>
                  <a:cxn ang="0">
                    <a:pos x="connsiteX1482" y="connsiteY1482"/>
                  </a:cxn>
                  <a:cxn ang="0">
                    <a:pos x="connsiteX1483" y="connsiteY1483"/>
                  </a:cxn>
                  <a:cxn ang="0">
                    <a:pos x="connsiteX1484" y="connsiteY1484"/>
                  </a:cxn>
                  <a:cxn ang="0">
                    <a:pos x="connsiteX1485" y="connsiteY1485"/>
                  </a:cxn>
                  <a:cxn ang="0">
                    <a:pos x="connsiteX1486" y="connsiteY1486"/>
                  </a:cxn>
                  <a:cxn ang="0">
                    <a:pos x="connsiteX1487" y="connsiteY1487"/>
                  </a:cxn>
                  <a:cxn ang="0">
                    <a:pos x="connsiteX1488" y="connsiteY1488"/>
                  </a:cxn>
                  <a:cxn ang="0">
                    <a:pos x="connsiteX1489" y="connsiteY1489"/>
                  </a:cxn>
                  <a:cxn ang="0">
                    <a:pos x="connsiteX1490" y="connsiteY1490"/>
                  </a:cxn>
                  <a:cxn ang="0">
                    <a:pos x="connsiteX1491" y="connsiteY1491"/>
                  </a:cxn>
                  <a:cxn ang="0">
                    <a:pos x="connsiteX1492" y="connsiteY1492"/>
                  </a:cxn>
                  <a:cxn ang="0">
                    <a:pos x="connsiteX1493" y="connsiteY1493"/>
                  </a:cxn>
                  <a:cxn ang="0">
                    <a:pos x="connsiteX1494" y="connsiteY1494"/>
                  </a:cxn>
                  <a:cxn ang="0">
                    <a:pos x="connsiteX1495" y="connsiteY1495"/>
                  </a:cxn>
                  <a:cxn ang="0">
                    <a:pos x="connsiteX1496" y="connsiteY1496"/>
                  </a:cxn>
                  <a:cxn ang="0">
                    <a:pos x="connsiteX1497" y="connsiteY1497"/>
                  </a:cxn>
                  <a:cxn ang="0">
                    <a:pos x="connsiteX1498" y="connsiteY1498"/>
                  </a:cxn>
                  <a:cxn ang="0">
                    <a:pos x="connsiteX1499" y="connsiteY1499"/>
                  </a:cxn>
                  <a:cxn ang="0">
                    <a:pos x="connsiteX1500" y="connsiteY1500"/>
                  </a:cxn>
                  <a:cxn ang="0">
                    <a:pos x="connsiteX1501" y="connsiteY1501"/>
                  </a:cxn>
                  <a:cxn ang="0">
                    <a:pos x="connsiteX1502" y="connsiteY1502"/>
                  </a:cxn>
                  <a:cxn ang="0">
                    <a:pos x="connsiteX1503" y="connsiteY1503"/>
                  </a:cxn>
                  <a:cxn ang="0">
                    <a:pos x="connsiteX1504" y="connsiteY1504"/>
                  </a:cxn>
                  <a:cxn ang="0">
                    <a:pos x="connsiteX1505" y="connsiteY1505"/>
                  </a:cxn>
                  <a:cxn ang="0">
                    <a:pos x="connsiteX1506" y="connsiteY1506"/>
                  </a:cxn>
                  <a:cxn ang="0">
                    <a:pos x="connsiteX1507" y="connsiteY1507"/>
                  </a:cxn>
                  <a:cxn ang="0">
                    <a:pos x="connsiteX1508" y="connsiteY1508"/>
                  </a:cxn>
                  <a:cxn ang="0">
                    <a:pos x="connsiteX1509" y="connsiteY1509"/>
                  </a:cxn>
                  <a:cxn ang="0">
                    <a:pos x="connsiteX1510" y="connsiteY1510"/>
                  </a:cxn>
                  <a:cxn ang="0">
                    <a:pos x="connsiteX1511" y="connsiteY1511"/>
                  </a:cxn>
                  <a:cxn ang="0">
                    <a:pos x="connsiteX1512" y="connsiteY1512"/>
                  </a:cxn>
                  <a:cxn ang="0">
                    <a:pos x="connsiteX1513" y="connsiteY1513"/>
                  </a:cxn>
                  <a:cxn ang="0">
                    <a:pos x="connsiteX1514" y="connsiteY1514"/>
                  </a:cxn>
                  <a:cxn ang="0">
                    <a:pos x="connsiteX1515" y="connsiteY1515"/>
                  </a:cxn>
                  <a:cxn ang="0">
                    <a:pos x="connsiteX1516" y="connsiteY1516"/>
                  </a:cxn>
                  <a:cxn ang="0">
                    <a:pos x="connsiteX1517" y="connsiteY1517"/>
                  </a:cxn>
                  <a:cxn ang="0">
                    <a:pos x="connsiteX1518" y="connsiteY1518"/>
                  </a:cxn>
                  <a:cxn ang="0">
                    <a:pos x="connsiteX1519" y="connsiteY1519"/>
                  </a:cxn>
                  <a:cxn ang="0">
                    <a:pos x="connsiteX1520" y="connsiteY1520"/>
                  </a:cxn>
                  <a:cxn ang="0">
                    <a:pos x="connsiteX1521" y="connsiteY1521"/>
                  </a:cxn>
                  <a:cxn ang="0">
                    <a:pos x="connsiteX1522" y="connsiteY1522"/>
                  </a:cxn>
                  <a:cxn ang="0">
                    <a:pos x="connsiteX1523" y="connsiteY1523"/>
                  </a:cxn>
                  <a:cxn ang="0">
                    <a:pos x="connsiteX1524" y="connsiteY1524"/>
                  </a:cxn>
                  <a:cxn ang="0">
                    <a:pos x="connsiteX1525" y="connsiteY1525"/>
                  </a:cxn>
                  <a:cxn ang="0">
                    <a:pos x="connsiteX1526" y="connsiteY1526"/>
                  </a:cxn>
                  <a:cxn ang="0">
                    <a:pos x="connsiteX1527" y="connsiteY1527"/>
                  </a:cxn>
                  <a:cxn ang="0">
                    <a:pos x="connsiteX1528" y="connsiteY1528"/>
                  </a:cxn>
                  <a:cxn ang="0">
                    <a:pos x="connsiteX1529" y="connsiteY1529"/>
                  </a:cxn>
                  <a:cxn ang="0">
                    <a:pos x="connsiteX1530" y="connsiteY1530"/>
                  </a:cxn>
                  <a:cxn ang="0">
                    <a:pos x="connsiteX1531" y="connsiteY1531"/>
                  </a:cxn>
                  <a:cxn ang="0">
                    <a:pos x="connsiteX1532" y="connsiteY1532"/>
                  </a:cxn>
                  <a:cxn ang="0">
                    <a:pos x="connsiteX1533" y="connsiteY1533"/>
                  </a:cxn>
                  <a:cxn ang="0">
                    <a:pos x="connsiteX1534" y="connsiteY1534"/>
                  </a:cxn>
                  <a:cxn ang="0">
                    <a:pos x="connsiteX1535" y="connsiteY1535"/>
                  </a:cxn>
                  <a:cxn ang="0">
                    <a:pos x="connsiteX1536" y="connsiteY1536"/>
                  </a:cxn>
                  <a:cxn ang="0">
                    <a:pos x="connsiteX1537" y="connsiteY1537"/>
                  </a:cxn>
                  <a:cxn ang="0">
                    <a:pos x="connsiteX1538" y="connsiteY1538"/>
                  </a:cxn>
                  <a:cxn ang="0">
                    <a:pos x="connsiteX1539" y="connsiteY1539"/>
                  </a:cxn>
                  <a:cxn ang="0">
                    <a:pos x="connsiteX1540" y="connsiteY1540"/>
                  </a:cxn>
                  <a:cxn ang="0">
                    <a:pos x="connsiteX1541" y="connsiteY1541"/>
                  </a:cxn>
                  <a:cxn ang="0">
                    <a:pos x="connsiteX1542" y="connsiteY1542"/>
                  </a:cxn>
                  <a:cxn ang="0">
                    <a:pos x="connsiteX1543" y="connsiteY1543"/>
                  </a:cxn>
                  <a:cxn ang="0">
                    <a:pos x="connsiteX1544" y="connsiteY1544"/>
                  </a:cxn>
                  <a:cxn ang="0">
                    <a:pos x="connsiteX1545" y="connsiteY1545"/>
                  </a:cxn>
                  <a:cxn ang="0">
                    <a:pos x="connsiteX1546" y="connsiteY1546"/>
                  </a:cxn>
                  <a:cxn ang="0">
                    <a:pos x="connsiteX1547" y="connsiteY1547"/>
                  </a:cxn>
                  <a:cxn ang="0">
                    <a:pos x="connsiteX1548" y="connsiteY1548"/>
                  </a:cxn>
                  <a:cxn ang="0">
                    <a:pos x="connsiteX1549" y="connsiteY1549"/>
                  </a:cxn>
                  <a:cxn ang="0">
                    <a:pos x="connsiteX1550" y="connsiteY1550"/>
                  </a:cxn>
                  <a:cxn ang="0">
                    <a:pos x="connsiteX1551" y="connsiteY1551"/>
                  </a:cxn>
                  <a:cxn ang="0">
                    <a:pos x="connsiteX1552" y="connsiteY1552"/>
                  </a:cxn>
                  <a:cxn ang="0">
                    <a:pos x="connsiteX1553" y="connsiteY1553"/>
                  </a:cxn>
                  <a:cxn ang="0">
                    <a:pos x="connsiteX1554" y="connsiteY1554"/>
                  </a:cxn>
                  <a:cxn ang="0">
                    <a:pos x="connsiteX1555" y="connsiteY1555"/>
                  </a:cxn>
                  <a:cxn ang="0">
                    <a:pos x="connsiteX1556" y="connsiteY1556"/>
                  </a:cxn>
                  <a:cxn ang="0">
                    <a:pos x="connsiteX1557" y="connsiteY1557"/>
                  </a:cxn>
                  <a:cxn ang="0">
                    <a:pos x="connsiteX1558" y="connsiteY1558"/>
                  </a:cxn>
                  <a:cxn ang="0">
                    <a:pos x="connsiteX1559" y="connsiteY1559"/>
                  </a:cxn>
                  <a:cxn ang="0">
                    <a:pos x="connsiteX1560" y="connsiteY1560"/>
                  </a:cxn>
                  <a:cxn ang="0">
                    <a:pos x="connsiteX1561" y="connsiteY1561"/>
                  </a:cxn>
                  <a:cxn ang="0">
                    <a:pos x="connsiteX1562" y="connsiteY1562"/>
                  </a:cxn>
                  <a:cxn ang="0">
                    <a:pos x="connsiteX1563" y="connsiteY1563"/>
                  </a:cxn>
                  <a:cxn ang="0">
                    <a:pos x="connsiteX1564" y="connsiteY1564"/>
                  </a:cxn>
                  <a:cxn ang="0">
                    <a:pos x="connsiteX1565" y="connsiteY1565"/>
                  </a:cxn>
                  <a:cxn ang="0">
                    <a:pos x="connsiteX1566" y="connsiteY1566"/>
                  </a:cxn>
                  <a:cxn ang="0">
                    <a:pos x="connsiteX1567" y="connsiteY1567"/>
                  </a:cxn>
                  <a:cxn ang="0">
                    <a:pos x="connsiteX1568" y="connsiteY1568"/>
                  </a:cxn>
                  <a:cxn ang="0">
                    <a:pos x="connsiteX1569" y="connsiteY1569"/>
                  </a:cxn>
                  <a:cxn ang="0">
                    <a:pos x="connsiteX1570" y="connsiteY1570"/>
                  </a:cxn>
                  <a:cxn ang="0">
                    <a:pos x="connsiteX1571" y="connsiteY1571"/>
                  </a:cxn>
                  <a:cxn ang="0">
                    <a:pos x="connsiteX1572" y="connsiteY1572"/>
                  </a:cxn>
                  <a:cxn ang="0">
                    <a:pos x="connsiteX1573" y="connsiteY1573"/>
                  </a:cxn>
                  <a:cxn ang="0">
                    <a:pos x="connsiteX1574" y="connsiteY1574"/>
                  </a:cxn>
                  <a:cxn ang="0">
                    <a:pos x="connsiteX1575" y="connsiteY1575"/>
                  </a:cxn>
                  <a:cxn ang="0">
                    <a:pos x="connsiteX1576" y="connsiteY1576"/>
                  </a:cxn>
                  <a:cxn ang="0">
                    <a:pos x="connsiteX1577" y="connsiteY1577"/>
                  </a:cxn>
                  <a:cxn ang="0">
                    <a:pos x="connsiteX1578" y="connsiteY1578"/>
                  </a:cxn>
                  <a:cxn ang="0">
                    <a:pos x="connsiteX1579" y="connsiteY1579"/>
                  </a:cxn>
                  <a:cxn ang="0">
                    <a:pos x="connsiteX1580" y="connsiteY1580"/>
                  </a:cxn>
                  <a:cxn ang="0">
                    <a:pos x="connsiteX1581" y="connsiteY1581"/>
                  </a:cxn>
                  <a:cxn ang="0">
                    <a:pos x="connsiteX1582" y="connsiteY1582"/>
                  </a:cxn>
                  <a:cxn ang="0">
                    <a:pos x="connsiteX1583" y="connsiteY1583"/>
                  </a:cxn>
                  <a:cxn ang="0">
                    <a:pos x="connsiteX1584" y="connsiteY1584"/>
                  </a:cxn>
                  <a:cxn ang="0">
                    <a:pos x="connsiteX1585" y="connsiteY1585"/>
                  </a:cxn>
                  <a:cxn ang="0">
                    <a:pos x="connsiteX1586" y="connsiteY1586"/>
                  </a:cxn>
                  <a:cxn ang="0">
                    <a:pos x="connsiteX1587" y="connsiteY1587"/>
                  </a:cxn>
                  <a:cxn ang="0">
                    <a:pos x="connsiteX1588" y="connsiteY1588"/>
                  </a:cxn>
                  <a:cxn ang="0">
                    <a:pos x="connsiteX1589" y="connsiteY1589"/>
                  </a:cxn>
                  <a:cxn ang="0">
                    <a:pos x="connsiteX1590" y="connsiteY1590"/>
                  </a:cxn>
                  <a:cxn ang="0">
                    <a:pos x="connsiteX1591" y="connsiteY1591"/>
                  </a:cxn>
                  <a:cxn ang="0">
                    <a:pos x="connsiteX1592" y="connsiteY1592"/>
                  </a:cxn>
                  <a:cxn ang="0">
                    <a:pos x="connsiteX1593" y="connsiteY1593"/>
                  </a:cxn>
                  <a:cxn ang="0">
                    <a:pos x="connsiteX1594" y="connsiteY1594"/>
                  </a:cxn>
                  <a:cxn ang="0">
                    <a:pos x="connsiteX1595" y="connsiteY1595"/>
                  </a:cxn>
                  <a:cxn ang="0">
                    <a:pos x="connsiteX1596" y="connsiteY1596"/>
                  </a:cxn>
                  <a:cxn ang="0">
                    <a:pos x="connsiteX1597" y="connsiteY1597"/>
                  </a:cxn>
                  <a:cxn ang="0">
                    <a:pos x="connsiteX1598" y="connsiteY1598"/>
                  </a:cxn>
                  <a:cxn ang="0">
                    <a:pos x="connsiteX1599" y="connsiteY1599"/>
                  </a:cxn>
                  <a:cxn ang="0">
                    <a:pos x="connsiteX1600" y="connsiteY1600"/>
                  </a:cxn>
                  <a:cxn ang="0">
                    <a:pos x="connsiteX1601" y="connsiteY1601"/>
                  </a:cxn>
                  <a:cxn ang="0">
                    <a:pos x="connsiteX1602" y="connsiteY1602"/>
                  </a:cxn>
                  <a:cxn ang="0">
                    <a:pos x="connsiteX1603" y="connsiteY1603"/>
                  </a:cxn>
                  <a:cxn ang="0">
                    <a:pos x="connsiteX1604" y="connsiteY1604"/>
                  </a:cxn>
                  <a:cxn ang="0">
                    <a:pos x="connsiteX1605" y="connsiteY1605"/>
                  </a:cxn>
                  <a:cxn ang="0">
                    <a:pos x="connsiteX1606" y="connsiteY1606"/>
                  </a:cxn>
                  <a:cxn ang="0">
                    <a:pos x="connsiteX1607" y="connsiteY1607"/>
                  </a:cxn>
                  <a:cxn ang="0">
                    <a:pos x="connsiteX1608" y="connsiteY1608"/>
                  </a:cxn>
                  <a:cxn ang="0">
                    <a:pos x="connsiteX1609" y="connsiteY1609"/>
                  </a:cxn>
                  <a:cxn ang="0">
                    <a:pos x="connsiteX1610" y="connsiteY1610"/>
                  </a:cxn>
                  <a:cxn ang="0">
                    <a:pos x="connsiteX1611" y="connsiteY1611"/>
                  </a:cxn>
                  <a:cxn ang="0">
                    <a:pos x="connsiteX1612" y="connsiteY1612"/>
                  </a:cxn>
                  <a:cxn ang="0">
                    <a:pos x="connsiteX1613" y="connsiteY1613"/>
                  </a:cxn>
                  <a:cxn ang="0">
                    <a:pos x="connsiteX1614" y="connsiteY1614"/>
                  </a:cxn>
                  <a:cxn ang="0">
                    <a:pos x="connsiteX1615" y="connsiteY1615"/>
                  </a:cxn>
                  <a:cxn ang="0">
                    <a:pos x="connsiteX1616" y="connsiteY1616"/>
                  </a:cxn>
                  <a:cxn ang="0">
                    <a:pos x="connsiteX1617" y="connsiteY1617"/>
                  </a:cxn>
                  <a:cxn ang="0">
                    <a:pos x="connsiteX1618" y="connsiteY1618"/>
                  </a:cxn>
                  <a:cxn ang="0">
                    <a:pos x="connsiteX1619" y="connsiteY1619"/>
                  </a:cxn>
                  <a:cxn ang="0">
                    <a:pos x="connsiteX1620" y="connsiteY1620"/>
                  </a:cxn>
                  <a:cxn ang="0">
                    <a:pos x="connsiteX1621" y="connsiteY1621"/>
                  </a:cxn>
                  <a:cxn ang="0">
                    <a:pos x="connsiteX1622" y="connsiteY1622"/>
                  </a:cxn>
                  <a:cxn ang="0">
                    <a:pos x="connsiteX1623" y="connsiteY1623"/>
                  </a:cxn>
                  <a:cxn ang="0">
                    <a:pos x="connsiteX1624" y="connsiteY1624"/>
                  </a:cxn>
                  <a:cxn ang="0">
                    <a:pos x="connsiteX1625" y="connsiteY1625"/>
                  </a:cxn>
                  <a:cxn ang="0">
                    <a:pos x="connsiteX1626" y="connsiteY1626"/>
                  </a:cxn>
                  <a:cxn ang="0">
                    <a:pos x="connsiteX1627" y="connsiteY1627"/>
                  </a:cxn>
                  <a:cxn ang="0">
                    <a:pos x="connsiteX1628" y="connsiteY1628"/>
                  </a:cxn>
                  <a:cxn ang="0">
                    <a:pos x="connsiteX1629" y="connsiteY1629"/>
                  </a:cxn>
                  <a:cxn ang="0">
                    <a:pos x="connsiteX1630" y="connsiteY1630"/>
                  </a:cxn>
                  <a:cxn ang="0">
                    <a:pos x="connsiteX1631" y="connsiteY1631"/>
                  </a:cxn>
                  <a:cxn ang="0">
                    <a:pos x="connsiteX1632" y="connsiteY1632"/>
                  </a:cxn>
                  <a:cxn ang="0">
                    <a:pos x="connsiteX1633" y="connsiteY1633"/>
                  </a:cxn>
                  <a:cxn ang="0">
                    <a:pos x="connsiteX1634" y="connsiteY1634"/>
                  </a:cxn>
                  <a:cxn ang="0">
                    <a:pos x="connsiteX1635" y="connsiteY1635"/>
                  </a:cxn>
                  <a:cxn ang="0">
                    <a:pos x="connsiteX1636" y="connsiteY1636"/>
                  </a:cxn>
                  <a:cxn ang="0">
                    <a:pos x="connsiteX1637" y="connsiteY1637"/>
                  </a:cxn>
                  <a:cxn ang="0">
                    <a:pos x="connsiteX1638" y="connsiteY1638"/>
                  </a:cxn>
                  <a:cxn ang="0">
                    <a:pos x="connsiteX1639" y="connsiteY1639"/>
                  </a:cxn>
                  <a:cxn ang="0">
                    <a:pos x="connsiteX1640" y="connsiteY1640"/>
                  </a:cxn>
                  <a:cxn ang="0">
                    <a:pos x="connsiteX1641" y="connsiteY1641"/>
                  </a:cxn>
                  <a:cxn ang="0">
                    <a:pos x="connsiteX1642" y="connsiteY1642"/>
                  </a:cxn>
                  <a:cxn ang="0">
                    <a:pos x="connsiteX1643" y="connsiteY1643"/>
                  </a:cxn>
                  <a:cxn ang="0">
                    <a:pos x="connsiteX1644" y="connsiteY1644"/>
                  </a:cxn>
                  <a:cxn ang="0">
                    <a:pos x="connsiteX1645" y="connsiteY1645"/>
                  </a:cxn>
                  <a:cxn ang="0">
                    <a:pos x="connsiteX1646" y="connsiteY1646"/>
                  </a:cxn>
                  <a:cxn ang="0">
                    <a:pos x="connsiteX1647" y="connsiteY1647"/>
                  </a:cxn>
                  <a:cxn ang="0">
                    <a:pos x="connsiteX1648" y="connsiteY1648"/>
                  </a:cxn>
                  <a:cxn ang="0">
                    <a:pos x="connsiteX1649" y="connsiteY1649"/>
                  </a:cxn>
                  <a:cxn ang="0">
                    <a:pos x="connsiteX1650" y="connsiteY1650"/>
                  </a:cxn>
                  <a:cxn ang="0">
                    <a:pos x="connsiteX1651" y="connsiteY1651"/>
                  </a:cxn>
                  <a:cxn ang="0">
                    <a:pos x="connsiteX1652" y="connsiteY1652"/>
                  </a:cxn>
                  <a:cxn ang="0">
                    <a:pos x="connsiteX1653" y="connsiteY1653"/>
                  </a:cxn>
                  <a:cxn ang="0">
                    <a:pos x="connsiteX1654" y="connsiteY1654"/>
                  </a:cxn>
                  <a:cxn ang="0">
                    <a:pos x="connsiteX1655" y="connsiteY1655"/>
                  </a:cxn>
                  <a:cxn ang="0">
                    <a:pos x="connsiteX1656" y="connsiteY1656"/>
                  </a:cxn>
                  <a:cxn ang="0">
                    <a:pos x="connsiteX1657" y="connsiteY1657"/>
                  </a:cxn>
                  <a:cxn ang="0">
                    <a:pos x="connsiteX1658" y="connsiteY1658"/>
                  </a:cxn>
                  <a:cxn ang="0">
                    <a:pos x="connsiteX1659" y="connsiteY1659"/>
                  </a:cxn>
                  <a:cxn ang="0">
                    <a:pos x="connsiteX1660" y="connsiteY1660"/>
                  </a:cxn>
                  <a:cxn ang="0">
                    <a:pos x="connsiteX1661" y="connsiteY1661"/>
                  </a:cxn>
                  <a:cxn ang="0">
                    <a:pos x="connsiteX1662" y="connsiteY1662"/>
                  </a:cxn>
                  <a:cxn ang="0">
                    <a:pos x="connsiteX1663" y="connsiteY1663"/>
                  </a:cxn>
                  <a:cxn ang="0">
                    <a:pos x="connsiteX1664" y="connsiteY1664"/>
                  </a:cxn>
                  <a:cxn ang="0">
                    <a:pos x="connsiteX1665" y="connsiteY1665"/>
                  </a:cxn>
                  <a:cxn ang="0">
                    <a:pos x="connsiteX1666" y="connsiteY1666"/>
                  </a:cxn>
                  <a:cxn ang="0">
                    <a:pos x="connsiteX1667" y="connsiteY1667"/>
                  </a:cxn>
                  <a:cxn ang="0">
                    <a:pos x="connsiteX1668" y="connsiteY1668"/>
                  </a:cxn>
                  <a:cxn ang="0">
                    <a:pos x="connsiteX1669" y="connsiteY1669"/>
                  </a:cxn>
                  <a:cxn ang="0">
                    <a:pos x="connsiteX1670" y="connsiteY1670"/>
                  </a:cxn>
                  <a:cxn ang="0">
                    <a:pos x="connsiteX1671" y="connsiteY1671"/>
                  </a:cxn>
                  <a:cxn ang="0">
                    <a:pos x="connsiteX1672" y="connsiteY1672"/>
                  </a:cxn>
                  <a:cxn ang="0">
                    <a:pos x="connsiteX1673" y="connsiteY1673"/>
                  </a:cxn>
                  <a:cxn ang="0">
                    <a:pos x="connsiteX1674" y="connsiteY1674"/>
                  </a:cxn>
                  <a:cxn ang="0">
                    <a:pos x="connsiteX1675" y="connsiteY1675"/>
                  </a:cxn>
                  <a:cxn ang="0">
                    <a:pos x="connsiteX1676" y="connsiteY1676"/>
                  </a:cxn>
                  <a:cxn ang="0">
                    <a:pos x="connsiteX1677" y="connsiteY1677"/>
                  </a:cxn>
                  <a:cxn ang="0">
                    <a:pos x="connsiteX1678" y="connsiteY1678"/>
                  </a:cxn>
                  <a:cxn ang="0">
                    <a:pos x="connsiteX1679" y="connsiteY1679"/>
                  </a:cxn>
                  <a:cxn ang="0">
                    <a:pos x="connsiteX1680" y="connsiteY1680"/>
                  </a:cxn>
                  <a:cxn ang="0">
                    <a:pos x="connsiteX1681" y="connsiteY1681"/>
                  </a:cxn>
                  <a:cxn ang="0">
                    <a:pos x="connsiteX1682" y="connsiteY1682"/>
                  </a:cxn>
                  <a:cxn ang="0">
                    <a:pos x="connsiteX1683" y="connsiteY1683"/>
                  </a:cxn>
                  <a:cxn ang="0">
                    <a:pos x="connsiteX1684" y="connsiteY1684"/>
                  </a:cxn>
                  <a:cxn ang="0">
                    <a:pos x="connsiteX1685" y="connsiteY1685"/>
                  </a:cxn>
                  <a:cxn ang="0">
                    <a:pos x="connsiteX1686" y="connsiteY1686"/>
                  </a:cxn>
                  <a:cxn ang="0">
                    <a:pos x="connsiteX1687" y="connsiteY1687"/>
                  </a:cxn>
                  <a:cxn ang="0">
                    <a:pos x="connsiteX1688" y="connsiteY1688"/>
                  </a:cxn>
                  <a:cxn ang="0">
                    <a:pos x="connsiteX1689" y="connsiteY1689"/>
                  </a:cxn>
                  <a:cxn ang="0">
                    <a:pos x="connsiteX1690" y="connsiteY1690"/>
                  </a:cxn>
                  <a:cxn ang="0">
                    <a:pos x="connsiteX1691" y="connsiteY1691"/>
                  </a:cxn>
                  <a:cxn ang="0">
                    <a:pos x="connsiteX1692" y="connsiteY1692"/>
                  </a:cxn>
                  <a:cxn ang="0">
                    <a:pos x="connsiteX1693" y="connsiteY1693"/>
                  </a:cxn>
                  <a:cxn ang="0">
                    <a:pos x="connsiteX1694" y="connsiteY1694"/>
                  </a:cxn>
                  <a:cxn ang="0">
                    <a:pos x="connsiteX1695" y="connsiteY1695"/>
                  </a:cxn>
                  <a:cxn ang="0">
                    <a:pos x="connsiteX1696" y="connsiteY1696"/>
                  </a:cxn>
                  <a:cxn ang="0">
                    <a:pos x="connsiteX1697" y="connsiteY1697"/>
                  </a:cxn>
                  <a:cxn ang="0">
                    <a:pos x="connsiteX1698" y="connsiteY1698"/>
                  </a:cxn>
                  <a:cxn ang="0">
                    <a:pos x="connsiteX1699" y="connsiteY1699"/>
                  </a:cxn>
                  <a:cxn ang="0">
                    <a:pos x="connsiteX1700" y="connsiteY1700"/>
                  </a:cxn>
                  <a:cxn ang="0">
                    <a:pos x="connsiteX1701" y="connsiteY1701"/>
                  </a:cxn>
                  <a:cxn ang="0">
                    <a:pos x="connsiteX1702" y="connsiteY1702"/>
                  </a:cxn>
                  <a:cxn ang="0">
                    <a:pos x="connsiteX1703" y="connsiteY1703"/>
                  </a:cxn>
                  <a:cxn ang="0">
                    <a:pos x="connsiteX1704" y="connsiteY1704"/>
                  </a:cxn>
                  <a:cxn ang="0">
                    <a:pos x="connsiteX1705" y="connsiteY1705"/>
                  </a:cxn>
                  <a:cxn ang="0">
                    <a:pos x="connsiteX1706" y="connsiteY1706"/>
                  </a:cxn>
                  <a:cxn ang="0">
                    <a:pos x="connsiteX1707" y="connsiteY1707"/>
                  </a:cxn>
                  <a:cxn ang="0">
                    <a:pos x="connsiteX1708" y="connsiteY1708"/>
                  </a:cxn>
                  <a:cxn ang="0">
                    <a:pos x="connsiteX1709" y="connsiteY1709"/>
                  </a:cxn>
                  <a:cxn ang="0">
                    <a:pos x="connsiteX1710" y="connsiteY1710"/>
                  </a:cxn>
                  <a:cxn ang="0">
                    <a:pos x="connsiteX1711" y="connsiteY1711"/>
                  </a:cxn>
                  <a:cxn ang="0">
                    <a:pos x="connsiteX1712" y="connsiteY1712"/>
                  </a:cxn>
                  <a:cxn ang="0">
                    <a:pos x="connsiteX1713" y="connsiteY1713"/>
                  </a:cxn>
                  <a:cxn ang="0">
                    <a:pos x="connsiteX1714" y="connsiteY1714"/>
                  </a:cxn>
                  <a:cxn ang="0">
                    <a:pos x="connsiteX1715" y="connsiteY1715"/>
                  </a:cxn>
                  <a:cxn ang="0">
                    <a:pos x="connsiteX1716" y="connsiteY1716"/>
                  </a:cxn>
                  <a:cxn ang="0">
                    <a:pos x="connsiteX1717" y="connsiteY1717"/>
                  </a:cxn>
                  <a:cxn ang="0">
                    <a:pos x="connsiteX1718" y="connsiteY1718"/>
                  </a:cxn>
                  <a:cxn ang="0">
                    <a:pos x="connsiteX1719" y="connsiteY1719"/>
                  </a:cxn>
                  <a:cxn ang="0">
                    <a:pos x="connsiteX1720" y="connsiteY1720"/>
                  </a:cxn>
                  <a:cxn ang="0">
                    <a:pos x="connsiteX1721" y="connsiteY1721"/>
                  </a:cxn>
                  <a:cxn ang="0">
                    <a:pos x="connsiteX1722" y="connsiteY1722"/>
                  </a:cxn>
                  <a:cxn ang="0">
                    <a:pos x="connsiteX1723" y="connsiteY1723"/>
                  </a:cxn>
                  <a:cxn ang="0">
                    <a:pos x="connsiteX1724" y="connsiteY1724"/>
                  </a:cxn>
                  <a:cxn ang="0">
                    <a:pos x="connsiteX1725" y="connsiteY1725"/>
                  </a:cxn>
                  <a:cxn ang="0">
                    <a:pos x="connsiteX1726" y="connsiteY1726"/>
                  </a:cxn>
                  <a:cxn ang="0">
                    <a:pos x="connsiteX1727" y="connsiteY1727"/>
                  </a:cxn>
                  <a:cxn ang="0">
                    <a:pos x="connsiteX1728" y="connsiteY1728"/>
                  </a:cxn>
                  <a:cxn ang="0">
                    <a:pos x="connsiteX1729" y="connsiteY1729"/>
                  </a:cxn>
                  <a:cxn ang="0">
                    <a:pos x="connsiteX1730" y="connsiteY1730"/>
                  </a:cxn>
                  <a:cxn ang="0">
                    <a:pos x="connsiteX1731" y="connsiteY1731"/>
                  </a:cxn>
                  <a:cxn ang="0">
                    <a:pos x="connsiteX1732" y="connsiteY1732"/>
                  </a:cxn>
                  <a:cxn ang="0">
                    <a:pos x="connsiteX1733" y="connsiteY1733"/>
                  </a:cxn>
                  <a:cxn ang="0">
                    <a:pos x="connsiteX1734" y="connsiteY1734"/>
                  </a:cxn>
                  <a:cxn ang="0">
                    <a:pos x="connsiteX1735" y="connsiteY1735"/>
                  </a:cxn>
                  <a:cxn ang="0">
                    <a:pos x="connsiteX1736" y="connsiteY1736"/>
                  </a:cxn>
                  <a:cxn ang="0">
                    <a:pos x="connsiteX1737" y="connsiteY1737"/>
                  </a:cxn>
                  <a:cxn ang="0">
                    <a:pos x="connsiteX1738" y="connsiteY1738"/>
                  </a:cxn>
                  <a:cxn ang="0">
                    <a:pos x="connsiteX1739" y="connsiteY1739"/>
                  </a:cxn>
                  <a:cxn ang="0">
                    <a:pos x="connsiteX1740" y="connsiteY1740"/>
                  </a:cxn>
                  <a:cxn ang="0">
                    <a:pos x="connsiteX1741" y="connsiteY1741"/>
                  </a:cxn>
                  <a:cxn ang="0">
                    <a:pos x="connsiteX1742" y="connsiteY1742"/>
                  </a:cxn>
                  <a:cxn ang="0">
                    <a:pos x="connsiteX1743" y="connsiteY1743"/>
                  </a:cxn>
                  <a:cxn ang="0">
                    <a:pos x="connsiteX1744" y="connsiteY1744"/>
                  </a:cxn>
                  <a:cxn ang="0">
                    <a:pos x="connsiteX1745" y="connsiteY1745"/>
                  </a:cxn>
                  <a:cxn ang="0">
                    <a:pos x="connsiteX1746" y="connsiteY1746"/>
                  </a:cxn>
                  <a:cxn ang="0">
                    <a:pos x="connsiteX1747" y="connsiteY1747"/>
                  </a:cxn>
                  <a:cxn ang="0">
                    <a:pos x="connsiteX1748" y="connsiteY1748"/>
                  </a:cxn>
                  <a:cxn ang="0">
                    <a:pos x="connsiteX1749" y="connsiteY1749"/>
                  </a:cxn>
                  <a:cxn ang="0">
                    <a:pos x="connsiteX1750" y="connsiteY1750"/>
                  </a:cxn>
                  <a:cxn ang="0">
                    <a:pos x="connsiteX1751" y="connsiteY1751"/>
                  </a:cxn>
                  <a:cxn ang="0">
                    <a:pos x="connsiteX1752" y="connsiteY1752"/>
                  </a:cxn>
                  <a:cxn ang="0">
                    <a:pos x="connsiteX1753" y="connsiteY1753"/>
                  </a:cxn>
                  <a:cxn ang="0">
                    <a:pos x="connsiteX1754" y="connsiteY1754"/>
                  </a:cxn>
                  <a:cxn ang="0">
                    <a:pos x="connsiteX1755" y="connsiteY1755"/>
                  </a:cxn>
                  <a:cxn ang="0">
                    <a:pos x="connsiteX1756" y="connsiteY1756"/>
                  </a:cxn>
                  <a:cxn ang="0">
                    <a:pos x="connsiteX1757" y="connsiteY1757"/>
                  </a:cxn>
                  <a:cxn ang="0">
                    <a:pos x="connsiteX1758" y="connsiteY1758"/>
                  </a:cxn>
                  <a:cxn ang="0">
                    <a:pos x="connsiteX1759" y="connsiteY1759"/>
                  </a:cxn>
                  <a:cxn ang="0">
                    <a:pos x="connsiteX1760" y="connsiteY1760"/>
                  </a:cxn>
                  <a:cxn ang="0">
                    <a:pos x="connsiteX1761" y="connsiteY1761"/>
                  </a:cxn>
                  <a:cxn ang="0">
                    <a:pos x="connsiteX1762" y="connsiteY1762"/>
                  </a:cxn>
                  <a:cxn ang="0">
                    <a:pos x="connsiteX1763" y="connsiteY1763"/>
                  </a:cxn>
                  <a:cxn ang="0">
                    <a:pos x="connsiteX1764" y="connsiteY1764"/>
                  </a:cxn>
                  <a:cxn ang="0">
                    <a:pos x="connsiteX1765" y="connsiteY1765"/>
                  </a:cxn>
                  <a:cxn ang="0">
                    <a:pos x="connsiteX1766" y="connsiteY1766"/>
                  </a:cxn>
                  <a:cxn ang="0">
                    <a:pos x="connsiteX1767" y="connsiteY1767"/>
                  </a:cxn>
                  <a:cxn ang="0">
                    <a:pos x="connsiteX1768" y="connsiteY1768"/>
                  </a:cxn>
                  <a:cxn ang="0">
                    <a:pos x="connsiteX1769" y="connsiteY1769"/>
                  </a:cxn>
                  <a:cxn ang="0">
                    <a:pos x="connsiteX1770" y="connsiteY1770"/>
                  </a:cxn>
                  <a:cxn ang="0">
                    <a:pos x="connsiteX1771" y="connsiteY1771"/>
                  </a:cxn>
                  <a:cxn ang="0">
                    <a:pos x="connsiteX1772" y="connsiteY1772"/>
                  </a:cxn>
                  <a:cxn ang="0">
                    <a:pos x="connsiteX1773" y="connsiteY1773"/>
                  </a:cxn>
                  <a:cxn ang="0">
                    <a:pos x="connsiteX1774" y="connsiteY1774"/>
                  </a:cxn>
                  <a:cxn ang="0">
                    <a:pos x="connsiteX1775" y="connsiteY1775"/>
                  </a:cxn>
                  <a:cxn ang="0">
                    <a:pos x="connsiteX1776" y="connsiteY1776"/>
                  </a:cxn>
                  <a:cxn ang="0">
                    <a:pos x="connsiteX1777" y="connsiteY1777"/>
                  </a:cxn>
                  <a:cxn ang="0">
                    <a:pos x="connsiteX1778" y="connsiteY1778"/>
                  </a:cxn>
                  <a:cxn ang="0">
                    <a:pos x="connsiteX1779" y="connsiteY1779"/>
                  </a:cxn>
                  <a:cxn ang="0">
                    <a:pos x="connsiteX1780" y="connsiteY1780"/>
                  </a:cxn>
                  <a:cxn ang="0">
                    <a:pos x="connsiteX1781" y="connsiteY1781"/>
                  </a:cxn>
                  <a:cxn ang="0">
                    <a:pos x="connsiteX1782" y="connsiteY1782"/>
                  </a:cxn>
                  <a:cxn ang="0">
                    <a:pos x="connsiteX1783" y="connsiteY1783"/>
                  </a:cxn>
                  <a:cxn ang="0">
                    <a:pos x="connsiteX1784" y="connsiteY1784"/>
                  </a:cxn>
                  <a:cxn ang="0">
                    <a:pos x="connsiteX1785" y="connsiteY1785"/>
                  </a:cxn>
                  <a:cxn ang="0">
                    <a:pos x="connsiteX1786" y="connsiteY1786"/>
                  </a:cxn>
                  <a:cxn ang="0">
                    <a:pos x="connsiteX1787" y="connsiteY1787"/>
                  </a:cxn>
                  <a:cxn ang="0">
                    <a:pos x="connsiteX1788" y="connsiteY1788"/>
                  </a:cxn>
                  <a:cxn ang="0">
                    <a:pos x="connsiteX1789" y="connsiteY1789"/>
                  </a:cxn>
                  <a:cxn ang="0">
                    <a:pos x="connsiteX1790" y="connsiteY1790"/>
                  </a:cxn>
                  <a:cxn ang="0">
                    <a:pos x="connsiteX1791" y="connsiteY1791"/>
                  </a:cxn>
                  <a:cxn ang="0">
                    <a:pos x="connsiteX1792" y="connsiteY1792"/>
                  </a:cxn>
                  <a:cxn ang="0">
                    <a:pos x="connsiteX1793" y="connsiteY1793"/>
                  </a:cxn>
                  <a:cxn ang="0">
                    <a:pos x="connsiteX1794" y="connsiteY1794"/>
                  </a:cxn>
                  <a:cxn ang="0">
                    <a:pos x="connsiteX1795" y="connsiteY1795"/>
                  </a:cxn>
                  <a:cxn ang="0">
                    <a:pos x="connsiteX1796" y="connsiteY1796"/>
                  </a:cxn>
                  <a:cxn ang="0">
                    <a:pos x="connsiteX1797" y="connsiteY1797"/>
                  </a:cxn>
                  <a:cxn ang="0">
                    <a:pos x="connsiteX1798" y="connsiteY1798"/>
                  </a:cxn>
                  <a:cxn ang="0">
                    <a:pos x="connsiteX1799" y="connsiteY1799"/>
                  </a:cxn>
                  <a:cxn ang="0">
                    <a:pos x="connsiteX1800" y="connsiteY1800"/>
                  </a:cxn>
                  <a:cxn ang="0">
                    <a:pos x="connsiteX1801" y="connsiteY1801"/>
                  </a:cxn>
                  <a:cxn ang="0">
                    <a:pos x="connsiteX1802" y="connsiteY1802"/>
                  </a:cxn>
                  <a:cxn ang="0">
                    <a:pos x="connsiteX1803" y="connsiteY1803"/>
                  </a:cxn>
                  <a:cxn ang="0">
                    <a:pos x="connsiteX1804" y="connsiteY1804"/>
                  </a:cxn>
                  <a:cxn ang="0">
                    <a:pos x="connsiteX1805" y="connsiteY1805"/>
                  </a:cxn>
                  <a:cxn ang="0">
                    <a:pos x="connsiteX1806" y="connsiteY1806"/>
                  </a:cxn>
                  <a:cxn ang="0">
                    <a:pos x="connsiteX1807" y="connsiteY1807"/>
                  </a:cxn>
                  <a:cxn ang="0">
                    <a:pos x="connsiteX1808" y="connsiteY1808"/>
                  </a:cxn>
                  <a:cxn ang="0">
                    <a:pos x="connsiteX1809" y="connsiteY1809"/>
                  </a:cxn>
                  <a:cxn ang="0">
                    <a:pos x="connsiteX1810" y="connsiteY1810"/>
                  </a:cxn>
                  <a:cxn ang="0">
                    <a:pos x="connsiteX1811" y="connsiteY1811"/>
                  </a:cxn>
                  <a:cxn ang="0">
                    <a:pos x="connsiteX1812" y="connsiteY1812"/>
                  </a:cxn>
                  <a:cxn ang="0">
                    <a:pos x="connsiteX1813" y="connsiteY1813"/>
                  </a:cxn>
                  <a:cxn ang="0">
                    <a:pos x="connsiteX1814" y="connsiteY1814"/>
                  </a:cxn>
                  <a:cxn ang="0">
                    <a:pos x="connsiteX1815" y="connsiteY1815"/>
                  </a:cxn>
                  <a:cxn ang="0">
                    <a:pos x="connsiteX1816" y="connsiteY1816"/>
                  </a:cxn>
                  <a:cxn ang="0">
                    <a:pos x="connsiteX1817" y="connsiteY1817"/>
                  </a:cxn>
                  <a:cxn ang="0">
                    <a:pos x="connsiteX1818" y="connsiteY1818"/>
                  </a:cxn>
                  <a:cxn ang="0">
                    <a:pos x="connsiteX1819" y="connsiteY1819"/>
                  </a:cxn>
                  <a:cxn ang="0">
                    <a:pos x="connsiteX1820" y="connsiteY1820"/>
                  </a:cxn>
                  <a:cxn ang="0">
                    <a:pos x="connsiteX1821" y="connsiteY1821"/>
                  </a:cxn>
                  <a:cxn ang="0">
                    <a:pos x="connsiteX1822" y="connsiteY1822"/>
                  </a:cxn>
                  <a:cxn ang="0">
                    <a:pos x="connsiteX1823" y="connsiteY1823"/>
                  </a:cxn>
                  <a:cxn ang="0">
                    <a:pos x="connsiteX1824" y="connsiteY1824"/>
                  </a:cxn>
                  <a:cxn ang="0">
                    <a:pos x="connsiteX1825" y="connsiteY1825"/>
                  </a:cxn>
                  <a:cxn ang="0">
                    <a:pos x="connsiteX1826" y="connsiteY1826"/>
                  </a:cxn>
                  <a:cxn ang="0">
                    <a:pos x="connsiteX1827" y="connsiteY1827"/>
                  </a:cxn>
                  <a:cxn ang="0">
                    <a:pos x="connsiteX1828" y="connsiteY1828"/>
                  </a:cxn>
                  <a:cxn ang="0">
                    <a:pos x="connsiteX1829" y="connsiteY1829"/>
                  </a:cxn>
                  <a:cxn ang="0">
                    <a:pos x="connsiteX1830" y="connsiteY1830"/>
                  </a:cxn>
                  <a:cxn ang="0">
                    <a:pos x="connsiteX1831" y="connsiteY1831"/>
                  </a:cxn>
                  <a:cxn ang="0">
                    <a:pos x="connsiteX1832" y="connsiteY1832"/>
                  </a:cxn>
                  <a:cxn ang="0">
                    <a:pos x="connsiteX1833" y="connsiteY1833"/>
                  </a:cxn>
                  <a:cxn ang="0">
                    <a:pos x="connsiteX1834" y="connsiteY1834"/>
                  </a:cxn>
                  <a:cxn ang="0">
                    <a:pos x="connsiteX1835" y="connsiteY1835"/>
                  </a:cxn>
                  <a:cxn ang="0">
                    <a:pos x="connsiteX1836" y="connsiteY1836"/>
                  </a:cxn>
                  <a:cxn ang="0">
                    <a:pos x="connsiteX1837" y="connsiteY1837"/>
                  </a:cxn>
                  <a:cxn ang="0">
                    <a:pos x="connsiteX1838" y="connsiteY1838"/>
                  </a:cxn>
                  <a:cxn ang="0">
                    <a:pos x="connsiteX1839" y="connsiteY1839"/>
                  </a:cxn>
                  <a:cxn ang="0">
                    <a:pos x="connsiteX1840" y="connsiteY1840"/>
                  </a:cxn>
                  <a:cxn ang="0">
                    <a:pos x="connsiteX1841" y="connsiteY1841"/>
                  </a:cxn>
                  <a:cxn ang="0">
                    <a:pos x="connsiteX1842" y="connsiteY1842"/>
                  </a:cxn>
                  <a:cxn ang="0">
                    <a:pos x="connsiteX1843" y="connsiteY1843"/>
                  </a:cxn>
                  <a:cxn ang="0">
                    <a:pos x="connsiteX1844" y="connsiteY1844"/>
                  </a:cxn>
                  <a:cxn ang="0">
                    <a:pos x="connsiteX1845" y="connsiteY1845"/>
                  </a:cxn>
                  <a:cxn ang="0">
                    <a:pos x="connsiteX1846" y="connsiteY1846"/>
                  </a:cxn>
                  <a:cxn ang="0">
                    <a:pos x="connsiteX1847" y="connsiteY1847"/>
                  </a:cxn>
                  <a:cxn ang="0">
                    <a:pos x="connsiteX1848" y="connsiteY1848"/>
                  </a:cxn>
                  <a:cxn ang="0">
                    <a:pos x="connsiteX1849" y="connsiteY1849"/>
                  </a:cxn>
                  <a:cxn ang="0">
                    <a:pos x="connsiteX1850" y="connsiteY1850"/>
                  </a:cxn>
                  <a:cxn ang="0">
                    <a:pos x="connsiteX1851" y="connsiteY1851"/>
                  </a:cxn>
                  <a:cxn ang="0">
                    <a:pos x="connsiteX1852" y="connsiteY1852"/>
                  </a:cxn>
                  <a:cxn ang="0">
                    <a:pos x="connsiteX1853" y="connsiteY1853"/>
                  </a:cxn>
                  <a:cxn ang="0">
                    <a:pos x="connsiteX1854" y="connsiteY1854"/>
                  </a:cxn>
                  <a:cxn ang="0">
                    <a:pos x="connsiteX1855" y="connsiteY1855"/>
                  </a:cxn>
                  <a:cxn ang="0">
                    <a:pos x="connsiteX1856" y="connsiteY1856"/>
                  </a:cxn>
                  <a:cxn ang="0">
                    <a:pos x="connsiteX1857" y="connsiteY1857"/>
                  </a:cxn>
                  <a:cxn ang="0">
                    <a:pos x="connsiteX1858" y="connsiteY1858"/>
                  </a:cxn>
                  <a:cxn ang="0">
                    <a:pos x="connsiteX1859" y="connsiteY1859"/>
                  </a:cxn>
                  <a:cxn ang="0">
                    <a:pos x="connsiteX1860" y="connsiteY1860"/>
                  </a:cxn>
                  <a:cxn ang="0">
                    <a:pos x="connsiteX1861" y="connsiteY1861"/>
                  </a:cxn>
                  <a:cxn ang="0">
                    <a:pos x="connsiteX1862" y="connsiteY1862"/>
                  </a:cxn>
                  <a:cxn ang="0">
                    <a:pos x="connsiteX1863" y="connsiteY1863"/>
                  </a:cxn>
                  <a:cxn ang="0">
                    <a:pos x="connsiteX1864" y="connsiteY1864"/>
                  </a:cxn>
                  <a:cxn ang="0">
                    <a:pos x="connsiteX1865" y="connsiteY1865"/>
                  </a:cxn>
                  <a:cxn ang="0">
                    <a:pos x="connsiteX1866" y="connsiteY1866"/>
                  </a:cxn>
                  <a:cxn ang="0">
                    <a:pos x="connsiteX1867" y="connsiteY1867"/>
                  </a:cxn>
                  <a:cxn ang="0">
                    <a:pos x="connsiteX1868" y="connsiteY1868"/>
                  </a:cxn>
                  <a:cxn ang="0">
                    <a:pos x="connsiteX1869" y="connsiteY1869"/>
                  </a:cxn>
                  <a:cxn ang="0">
                    <a:pos x="connsiteX1870" y="connsiteY1870"/>
                  </a:cxn>
                  <a:cxn ang="0">
                    <a:pos x="connsiteX1871" y="connsiteY1871"/>
                  </a:cxn>
                  <a:cxn ang="0">
                    <a:pos x="connsiteX1872" y="connsiteY1872"/>
                  </a:cxn>
                  <a:cxn ang="0">
                    <a:pos x="connsiteX1873" y="connsiteY1873"/>
                  </a:cxn>
                  <a:cxn ang="0">
                    <a:pos x="connsiteX1874" y="connsiteY1874"/>
                  </a:cxn>
                  <a:cxn ang="0">
                    <a:pos x="connsiteX1875" y="connsiteY1875"/>
                  </a:cxn>
                  <a:cxn ang="0">
                    <a:pos x="connsiteX1876" y="connsiteY1876"/>
                  </a:cxn>
                  <a:cxn ang="0">
                    <a:pos x="connsiteX1877" y="connsiteY1877"/>
                  </a:cxn>
                  <a:cxn ang="0">
                    <a:pos x="connsiteX1878" y="connsiteY1878"/>
                  </a:cxn>
                  <a:cxn ang="0">
                    <a:pos x="connsiteX1879" y="connsiteY1879"/>
                  </a:cxn>
                  <a:cxn ang="0">
                    <a:pos x="connsiteX1880" y="connsiteY1880"/>
                  </a:cxn>
                  <a:cxn ang="0">
                    <a:pos x="connsiteX1881" y="connsiteY1881"/>
                  </a:cxn>
                  <a:cxn ang="0">
                    <a:pos x="connsiteX1882" y="connsiteY1882"/>
                  </a:cxn>
                  <a:cxn ang="0">
                    <a:pos x="connsiteX1883" y="connsiteY1883"/>
                  </a:cxn>
                  <a:cxn ang="0">
                    <a:pos x="connsiteX1884" y="connsiteY1884"/>
                  </a:cxn>
                  <a:cxn ang="0">
                    <a:pos x="connsiteX1885" y="connsiteY1885"/>
                  </a:cxn>
                  <a:cxn ang="0">
                    <a:pos x="connsiteX1886" y="connsiteY1886"/>
                  </a:cxn>
                  <a:cxn ang="0">
                    <a:pos x="connsiteX1887" y="connsiteY1887"/>
                  </a:cxn>
                  <a:cxn ang="0">
                    <a:pos x="connsiteX1888" y="connsiteY1888"/>
                  </a:cxn>
                  <a:cxn ang="0">
                    <a:pos x="connsiteX1889" y="connsiteY1889"/>
                  </a:cxn>
                  <a:cxn ang="0">
                    <a:pos x="connsiteX1890" y="connsiteY1890"/>
                  </a:cxn>
                  <a:cxn ang="0">
                    <a:pos x="connsiteX1891" y="connsiteY1891"/>
                  </a:cxn>
                  <a:cxn ang="0">
                    <a:pos x="connsiteX1892" y="connsiteY1892"/>
                  </a:cxn>
                  <a:cxn ang="0">
                    <a:pos x="connsiteX1893" y="connsiteY1893"/>
                  </a:cxn>
                  <a:cxn ang="0">
                    <a:pos x="connsiteX1894" y="connsiteY1894"/>
                  </a:cxn>
                  <a:cxn ang="0">
                    <a:pos x="connsiteX1895" y="connsiteY1895"/>
                  </a:cxn>
                  <a:cxn ang="0">
                    <a:pos x="connsiteX1896" y="connsiteY1896"/>
                  </a:cxn>
                  <a:cxn ang="0">
                    <a:pos x="connsiteX1897" y="connsiteY1897"/>
                  </a:cxn>
                  <a:cxn ang="0">
                    <a:pos x="connsiteX1898" y="connsiteY1898"/>
                  </a:cxn>
                  <a:cxn ang="0">
                    <a:pos x="connsiteX1899" y="connsiteY1899"/>
                  </a:cxn>
                  <a:cxn ang="0">
                    <a:pos x="connsiteX1900" y="connsiteY1900"/>
                  </a:cxn>
                  <a:cxn ang="0">
                    <a:pos x="connsiteX1901" y="connsiteY1901"/>
                  </a:cxn>
                  <a:cxn ang="0">
                    <a:pos x="connsiteX1902" y="connsiteY1902"/>
                  </a:cxn>
                  <a:cxn ang="0">
                    <a:pos x="connsiteX1903" y="connsiteY1903"/>
                  </a:cxn>
                  <a:cxn ang="0">
                    <a:pos x="connsiteX1904" y="connsiteY1904"/>
                  </a:cxn>
                  <a:cxn ang="0">
                    <a:pos x="connsiteX1905" y="connsiteY1905"/>
                  </a:cxn>
                  <a:cxn ang="0">
                    <a:pos x="connsiteX1906" y="connsiteY1906"/>
                  </a:cxn>
                  <a:cxn ang="0">
                    <a:pos x="connsiteX1907" y="connsiteY1907"/>
                  </a:cxn>
                  <a:cxn ang="0">
                    <a:pos x="connsiteX1908" y="connsiteY1908"/>
                  </a:cxn>
                  <a:cxn ang="0">
                    <a:pos x="connsiteX1909" y="connsiteY1909"/>
                  </a:cxn>
                  <a:cxn ang="0">
                    <a:pos x="connsiteX1910" y="connsiteY1910"/>
                  </a:cxn>
                  <a:cxn ang="0">
                    <a:pos x="connsiteX1911" y="connsiteY1911"/>
                  </a:cxn>
                  <a:cxn ang="0">
                    <a:pos x="connsiteX1912" y="connsiteY1912"/>
                  </a:cxn>
                  <a:cxn ang="0">
                    <a:pos x="connsiteX1913" y="connsiteY1913"/>
                  </a:cxn>
                  <a:cxn ang="0">
                    <a:pos x="connsiteX1914" y="connsiteY1914"/>
                  </a:cxn>
                  <a:cxn ang="0">
                    <a:pos x="connsiteX1915" y="connsiteY1915"/>
                  </a:cxn>
                  <a:cxn ang="0">
                    <a:pos x="connsiteX1916" y="connsiteY1916"/>
                  </a:cxn>
                  <a:cxn ang="0">
                    <a:pos x="connsiteX1917" y="connsiteY1917"/>
                  </a:cxn>
                  <a:cxn ang="0">
                    <a:pos x="connsiteX1918" y="connsiteY1918"/>
                  </a:cxn>
                  <a:cxn ang="0">
                    <a:pos x="connsiteX1919" y="connsiteY1919"/>
                  </a:cxn>
                  <a:cxn ang="0">
                    <a:pos x="connsiteX1920" y="connsiteY1920"/>
                  </a:cxn>
                  <a:cxn ang="0">
                    <a:pos x="connsiteX1921" y="connsiteY1921"/>
                  </a:cxn>
                  <a:cxn ang="0">
                    <a:pos x="connsiteX1922" y="connsiteY1922"/>
                  </a:cxn>
                  <a:cxn ang="0">
                    <a:pos x="connsiteX1923" y="connsiteY1923"/>
                  </a:cxn>
                  <a:cxn ang="0">
                    <a:pos x="connsiteX1924" y="connsiteY1924"/>
                  </a:cxn>
                  <a:cxn ang="0">
                    <a:pos x="connsiteX1925" y="connsiteY1925"/>
                  </a:cxn>
                  <a:cxn ang="0">
                    <a:pos x="connsiteX1926" y="connsiteY1926"/>
                  </a:cxn>
                  <a:cxn ang="0">
                    <a:pos x="connsiteX1927" y="connsiteY1927"/>
                  </a:cxn>
                  <a:cxn ang="0">
                    <a:pos x="connsiteX1928" y="connsiteY1928"/>
                  </a:cxn>
                  <a:cxn ang="0">
                    <a:pos x="connsiteX1929" y="connsiteY1929"/>
                  </a:cxn>
                  <a:cxn ang="0">
                    <a:pos x="connsiteX1930" y="connsiteY1930"/>
                  </a:cxn>
                  <a:cxn ang="0">
                    <a:pos x="connsiteX1931" y="connsiteY1931"/>
                  </a:cxn>
                  <a:cxn ang="0">
                    <a:pos x="connsiteX1932" y="connsiteY1932"/>
                  </a:cxn>
                  <a:cxn ang="0">
                    <a:pos x="connsiteX1933" y="connsiteY1933"/>
                  </a:cxn>
                  <a:cxn ang="0">
                    <a:pos x="connsiteX1934" y="connsiteY1934"/>
                  </a:cxn>
                  <a:cxn ang="0">
                    <a:pos x="connsiteX1935" y="connsiteY1935"/>
                  </a:cxn>
                  <a:cxn ang="0">
                    <a:pos x="connsiteX1936" y="connsiteY1936"/>
                  </a:cxn>
                  <a:cxn ang="0">
                    <a:pos x="connsiteX1937" y="connsiteY1937"/>
                  </a:cxn>
                  <a:cxn ang="0">
                    <a:pos x="connsiteX1938" y="connsiteY1938"/>
                  </a:cxn>
                  <a:cxn ang="0">
                    <a:pos x="connsiteX1939" y="connsiteY1939"/>
                  </a:cxn>
                  <a:cxn ang="0">
                    <a:pos x="connsiteX1940" y="connsiteY1940"/>
                  </a:cxn>
                  <a:cxn ang="0">
                    <a:pos x="connsiteX1941" y="connsiteY1941"/>
                  </a:cxn>
                  <a:cxn ang="0">
                    <a:pos x="connsiteX1942" y="connsiteY1942"/>
                  </a:cxn>
                  <a:cxn ang="0">
                    <a:pos x="connsiteX1943" y="connsiteY1943"/>
                  </a:cxn>
                  <a:cxn ang="0">
                    <a:pos x="connsiteX1944" y="connsiteY1944"/>
                  </a:cxn>
                  <a:cxn ang="0">
                    <a:pos x="connsiteX1945" y="connsiteY1945"/>
                  </a:cxn>
                  <a:cxn ang="0">
                    <a:pos x="connsiteX1946" y="connsiteY1946"/>
                  </a:cxn>
                  <a:cxn ang="0">
                    <a:pos x="connsiteX1947" y="connsiteY1947"/>
                  </a:cxn>
                  <a:cxn ang="0">
                    <a:pos x="connsiteX1948" y="connsiteY1948"/>
                  </a:cxn>
                  <a:cxn ang="0">
                    <a:pos x="connsiteX1949" y="connsiteY1949"/>
                  </a:cxn>
                  <a:cxn ang="0">
                    <a:pos x="connsiteX1950" y="connsiteY1950"/>
                  </a:cxn>
                  <a:cxn ang="0">
                    <a:pos x="connsiteX1951" y="connsiteY1951"/>
                  </a:cxn>
                  <a:cxn ang="0">
                    <a:pos x="connsiteX1952" y="connsiteY1952"/>
                  </a:cxn>
                  <a:cxn ang="0">
                    <a:pos x="connsiteX1953" y="connsiteY1953"/>
                  </a:cxn>
                  <a:cxn ang="0">
                    <a:pos x="connsiteX1954" y="connsiteY1954"/>
                  </a:cxn>
                  <a:cxn ang="0">
                    <a:pos x="connsiteX1955" y="connsiteY1955"/>
                  </a:cxn>
                  <a:cxn ang="0">
                    <a:pos x="connsiteX1956" y="connsiteY1956"/>
                  </a:cxn>
                  <a:cxn ang="0">
                    <a:pos x="connsiteX1957" y="connsiteY1957"/>
                  </a:cxn>
                  <a:cxn ang="0">
                    <a:pos x="connsiteX1958" y="connsiteY1958"/>
                  </a:cxn>
                  <a:cxn ang="0">
                    <a:pos x="connsiteX1959" y="connsiteY1959"/>
                  </a:cxn>
                  <a:cxn ang="0">
                    <a:pos x="connsiteX1960" y="connsiteY1960"/>
                  </a:cxn>
                  <a:cxn ang="0">
                    <a:pos x="connsiteX1961" y="connsiteY1961"/>
                  </a:cxn>
                  <a:cxn ang="0">
                    <a:pos x="connsiteX1962" y="connsiteY1962"/>
                  </a:cxn>
                  <a:cxn ang="0">
                    <a:pos x="connsiteX1963" y="connsiteY1963"/>
                  </a:cxn>
                  <a:cxn ang="0">
                    <a:pos x="connsiteX1964" y="connsiteY1964"/>
                  </a:cxn>
                  <a:cxn ang="0">
                    <a:pos x="connsiteX1965" y="connsiteY1965"/>
                  </a:cxn>
                  <a:cxn ang="0">
                    <a:pos x="connsiteX1966" y="connsiteY1966"/>
                  </a:cxn>
                  <a:cxn ang="0">
                    <a:pos x="connsiteX1967" y="connsiteY1967"/>
                  </a:cxn>
                  <a:cxn ang="0">
                    <a:pos x="connsiteX1968" y="connsiteY1968"/>
                  </a:cxn>
                  <a:cxn ang="0">
                    <a:pos x="connsiteX1969" y="connsiteY1969"/>
                  </a:cxn>
                  <a:cxn ang="0">
                    <a:pos x="connsiteX1970" y="connsiteY1970"/>
                  </a:cxn>
                  <a:cxn ang="0">
                    <a:pos x="connsiteX1971" y="connsiteY1971"/>
                  </a:cxn>
                  <a:cxn ang="0">
                    <a:pos x="connsiteX1972" y="connsiteY1972"/>
                  </a:cxn>
                  <a:cxn ang="0">
                    <a:pos x="connsiteX1973" y="connsiteY1973"/>
                  </a:cxn>
                  <a:cxn ang="0">
                    <a:pos x="connsiteX1974" y="connsiteY1974"/>
                  </a:cxn>
                  <a:cxn ang="0">
                    <a:pos x="connsiteX1975" y="connsiteY1975"/>
                  </a:cxn>
                  <a:cxn ang="0">
                    <a:pos x="connsiteX1976" y="connsiteY1976"/>
                  </a:cxn>
                  <a:cxn ang="0">
                    <a:pos x="connsiteX1977" y="connsiteY1977"/>
                  </a:cxn>
                  <a:cxn ang="0">
                    <a:pos x="connsiteX1978" y="connsiteY1978"/>
                  </a:cxn>
                  <a:cxn ang="0">
                    <a:pos x="connsiteX1979" y="connsiteY1979"/>
                  </a:cxn>
                  <a:cxn ang="0">
                    <a:pos x="connsiteX1980" y="connsiteY1980"/>
                  </a:cxn>
                  <a:cxn ang="0">
                    <a:pos x="connsiteX1981" y="connsiteY1981"/>
                  </a:cxn>
                  <a:cxn ang="0">
                    <a:pos x="connsiteX1982" y="connsiteY1982"/>
                  </a:cxn>
                  <a:cxn ang="0">
                    <a:pos x="connsiteX1983" y="connsiteY1983"/>
                  </a:cxn>
                  <a:cxn ang="0">
                    <a:pos x="connsiteX1984" y="connsiteY1984"/>
                  </a:cxn>
                  <a:cxn ang="0">
                    <a:pos x="connsiteX1985" y="connsiteY1985"/>
                  </a:cxn>
                  <a:cxn ang="0">
                    <a:pos x="connsiteX1986" y="connsiteY1986"/>
                  </a:cxn>
                  <a:cxn ang="0">
                    <a:pos x="connsiteX1987" y="connsiteY1987"/>
                  </a:cxn>
                  <a:cxn ang="0">
                    <a:pos x="connsiteX1988" y="connsiteY1988"/>
                  </a:cxn>
                  <a:cxn ang="0">
                    <a:pos x="connsiteX1989" y="connsiteY1989"/>
                  </a:cxn>
                  <a:cxn ang="0">
                    <a:pos x="connsiteX1990" y="connsiteY1990"/>
                  </a:cxn>
                  <a:cxn ang="0">
                    <a:pos x="connsiteX1991" y="connsiteY1991"/>
                  </a:cxn>
                  <a:cxn ang="0">
                    <a:pos x="connsiteX1992" y="connsiteY1992"/>
                  </a:cxn>
                  <a:cxn ang="0">
                    <a:pos x="connsiteX1993" y="connsiteY1993"/>
                  </a:cxn>
                  <a:cxn ang="0">
                    <a:pos x="connsiteX1994" y="connsiteY1994"/>
                  </a:cxn>
                  <a:cxn ang="0">
                    <a:pos x="connsiteX1995" y="connsiteY1995"/>
                  </a:cxn>
                  <a:cxn ang="0">
                    <a:pos x="connsiteX1996" y="connsiteY1996"/>
                  </a:cxn>
                  <a:cxn ang="0">
                    <a:pos x="connsiteX1997" y="connsiteY1997"/>
                  </a:cxn>
                  <a:cxn ang="0">
                    <a:pos x="connsiteX1998" y="connsiteY1998"/>
                  </a:cxn>
                  <a:cxn ang="0">
                    <a:pos x="connsiteX1999" y="connsiteY1999"/>
                  </a:cxn>
                  <a:cxn ang="0">
                    <a:pos x="connsiteX2000" y="connsiteY2000"/>
                  </a:cxn>
                  <a:cxn ang="0">
                    <a:pos x="connsiteX2001" y="connsiteY2001"/>
                  </a:cxn>
                  <a:cxn ang="0">
                    <a:pos x="connsiteX2002" y="connsiteY2002"/>
                  </a:cxn>
                  <a:cxn ang="0">
                    <a:pos x="connsiteX2003" y="connsiteY2003"/>
                  </a:cxn>
                  <a:cxn ang="0">
                    <a:pos x="connsiteX2004" y="connsiteY2004"/>
                  </a:cxn>
                  <a:cxn ang="0">
                    <a:pos x="connsiteX2005" y="connsiteY2005"/>
                  </a:cxn>
                  <a:cxn ang="0">
                    <a:pos x="connsiteX2006" y="connsiteY2006"/>
                  </a:cxn>
                  <a:cxn ang="0">
                    <a:pos x="connsiteX2007" y="connsiteY2007"/>
                  </a:cxn>
                  <a:cxn ang="0">
                    <a:pos x="connsiteX2008" y="connsiteY2008"/>
                  </a:cxn>
                  <a:cxn ang="0">
                    <a:pos x="connsiteX2009" y="connsiteY2009"/>
                  </a:cxn>
                  <a:cxn ang="0">
                    <a:pos x="connsiteX2010" y="connsiteY2010"/>
                  </a:cxn>
                  <a:cxn ang="0">
                    <a:pos x="connsiteX2011" y="connsiteY2011"/>
                  </a:cxn>
                  <a:cxn ang="0">
                    <a:pos x="connsiteX2012" y="connsiteY2012"/>
                  </a:cxn>
                  <a:cxn ang="0">
                    <a:pos x="connsiteX2013" y="connsiteY2013"/>
                  </a:cxn>
                  <a:cxn ang="0">
                    <a:pos x="connsiteX2014" y="connsiteY2014"/>
                  </a:cxn>
                  <a:cxn ang="0">
                    <a:pos x="connsiteX2015" y="connsiteY2015"/>
                  </a:cxn>
                  <a:cxn ang="0">
                    <a:pos x="connsiteX2016" y="connsiteY2016"/>
                  </a:cxn>
                  <a:cxn ang="0">
                    <a:pos x="connsiteX2017" y="connsiteY2017"/>
                  </a:cxn>
                  <a:cxn ang="0">
                    <a:pos x="connsiteX2018" y="connsiteY2018"/>
                  </a:cxn>
                  <a:cxn ang="0">
                    <a:pos x="connsiteX2019" y="connsiteY2019"/>
                  </a:cxn>
                  <a:cxn ang="0">
                    <a:pos x="connsiteX2020" y="connsiteY2020"/>
                  </a:cxn>
                  <a:cxn ang="0">
                    <a:pos x="connsiteX2021" y="connsiteY2021"/>
                  </a:cxn>
                  <a:cxn ang="0">
                    <a:pos x="connsiteX2022" y="connsiteY2022"/>
                  </a:cxn>
                  <a:cxn ang="0">
                    <a:pos x="connsiteX2023" y="connsiteY2023"/>
                  </a:cxn>
                  <a:cxn ang="0">
                    <a:pos x="connsiteX2024" y="connsiteY2024"/>
                  </a:cxn>
                  <a:cxn ang="0">
                    <a:pos x="connsiteX2025" y="connsiteY2025"/>
                  </a:cxn>
                  <a:cxn ang="0">
                    <a:pos x="connsiteX2026" y="connsiteY2026"/>
                  </a:cxn>
                  <a:cxn ang="0">
                    <a:pos x="connsiteX2027" y="connsiteY2027"/>
                  </a:cxn>
                  <a:cxn ang="0">
                    <a:pos x="connsiteX2028" y="connsiteY2028"/>
                  </a:cxn>
                  <a:cxn ang="0">
                    <a:pos x="connsiteX2029" y="connsiteY2029"/>
                  </a:cxn>
                  <a:cxn ang="0">
                    <a:pos x="connsiteX2030" y="connsiteY2030"/>
                  </a:cxn>
                  <a:cxn ang="0">
                    <a:pos x="connsiteX2031" y="connsiteY2031"/>
                  </a:cxn>
                  <a:cxn ang="0">
                    <a:pos x="connsiteX2032" y="connsiteY2032"/>
                  </a:cxn>
                  <a:cxn ang="0">
                    <a:pos x="connsiteX2033" y="connsiteY2033"/>
                  </a:cxn>
                  <a:cxn ang="0">
                    <a:pos x="connsiteX2034" y="connsiteY2034"/>
                  </a:cxn>
                  <a:cxn ang="0">
                    <a:pos x="connsiteX2035" y="connsiteY2035"/>
                  </a:cxn>
                  <a:cxn ang="0">
                    <a:pos x="connsiteX2036" y="connsiteY2036"/>
                  </a:cxn>
                  <a:cxn ang="0">
                    <a:pos x="connsiteX2037" y="connsiteY2037"/>
                  </a:cxn>
                  <a:cxn ang="0">
                    <a:pos x="connsiteX2038" y="connsiteY2038"/>
                  </a:cxn>
                  <a:cxn ang="0">
                    <a:pos x="connsiteX2039" y="connsiteY2039"/>
                  </a:cxn>
                  <a:cxn ang="0">
                    <a:pos x="connsiteX2040" y="connsiteY2040"/>
                  </a:cxn>
                  <a:cxn ang="0">
                    <a:pos x="connsiteX2041" y="connsiteY2041"/>
                  </a:cxn>
                  <a:cxn ang="0">
                    <a:pos x="connsiteX2042" y="connsiteY2042"/>
                  </a:cxn>
                  <a:cxn ang="0">
                    <a:pos x="connsiteX2043" y="connsiteY2043"/>
                  </a:cxn>
                  <a:cxn ang="0">
                    <a:pos x="connsiteX2044" y="connsiteY2044"/>
                  </a:cxn>
                  <a:cxn ang="0">
                    <a:pos x="connsiteX2045" y="connsiteY2045"/>
                  </a:cxn>
                  <a:cxn ang="0">
                    <a:pos x="connsiteX2046" y="connsiteY2046"/>
                  </a:cxn>
                  <a:cxn ang="0">
                    <a:pos x="connsiteX2047" y="connsiteY2047"/>
                  </a:cxn>
                  <a:cxn ang="0">
                    <a:pos x="connsiteX2048" y="connsiteY2048"/>
                  </a:cxn>
                  <a:cxn ang="0">
                    <a:pos x="connsiteX2049" y="connsiteY2049"/>
                  </a:cxn>
                  <a:cxn ang="0">
                    <a:pos x="connsiteX2050" y="connsiteY2050"/>
                  </a:cxn>
                  <a:cxn ang="0">
                    <a:pos x="connsiteX2051" y="connsiteY2051"/>
                  </a:cxn>
                  <a:cxn ang="0">
                    <a:pos x="connsiteX2052" y="connsiteY2052"/>
                  </a:cxn>
                  <a:cxn ang="0">
                    <a:pos x="connsiteX2053" y="connsiteY2053"/>
                  </a:cxn>
                  <a:cxn ang="0">
                    <a:pos x="connsiteX2054" y="connsiteY2054"/>
                  </a:cxn>
                  <a:cxn ang="0">
                    <a:pos x="connsiteX2055" y="connsiteY2055"/>
                  </a:cxn>
                  <a:cxn ang="0">
                    <a:pos x="connsiteX2056" y="connsiteY2056"/>
                  </a:cxn>
                  <a:cxn ang="0">
                    <a:pos x="connsiteX2057" y="connsiteY2057"/>
                  </a:cxn>
                  <a:cxn ang="0">
                    <a:pos x="connsiteX2058" y="connsiteY2058"/>
                  </a:cxn>
                  <a:cxn ang="0">
                    <a:pos x="connsiteX2059" y="connsiteY2059"/>
                  </a:cxn>
                  <a:cxn ang="0">
                    <a:pos x="connsiteX2060" y="connsiteY2060"/>
                  </a:cxn>
                  <a:cxn ang="0">
                    <a:pos x="connsiteX2061" y="connsiteY2061"/>
                  </a:cxn>
                  <a:cxn ang="0">
                    <a:pos x="connsiteX2062" y="connsiteY2062"/>
                  </a:cxn>
                  <a:cxn ang="0">
                    <a:pos x="connsiteX2063" y="connsiteY2063"/>
                  </a:cxn>
                  <a:cxn ang="0">
                    <a:pos x="connsiteX2064" y="connsiteY2064"/>
                  </a:cxn>
                  <a:cxn ang="0">
                    <a:pos x="connsiteX2065" y="connsiteY2065"/>
                  </a:cxn>
                  <a:cxn ang="0">
                    <a:pos x="connsiteX2066" y="connsiteY2066"/>
                  </a:cxn>
                  <a:cxn ang="0">
                    <a:pos x="connsiteX2067" y="connsiteY2067"/>
                  </a:cxn>
                  <a:cxn ang="0">
                    <a:pos x="connsiteX2068" y="connsiteY2068"/>
                  </a:cxn>
                  <a:cxn ang="0">
                    <a:pos x="connsiteX2069" y="connsiteY2069"/>
                  </a:cxn>
                  <a:cxn ang="0">
                    <a:pos x="connsiteX2070" y="connsiteY2070"/>
                  </a:cxn>
                  <a:cxn ang="0">
                    <a:pos x="connsiteX2071" y="connsiteY2071"/>
                  </a:cxn>
                  <a:cxn ang="0">
                    <a:pos x="connsiteX2072" y="connsiteY2072"/>
                  </a:cxn>
                  <a:cxn ang="0">
                    <a:pos x="connsiteX2073" y="connsiteY2073"/>
                  </a:cxn>
                  <a:cxn ang="0">
                    <a:pos x="connsiteX2074" y="connsiteY2074"/>
                  </a:cxn>
                  <a:cxn ang="0">
                    <a:pos x="connsiteX2075" y="connsiteY2075"/>
                  </a:cxn>
                  <a:cxn ang="0">
                    <a:pos x="connsiteX2076" y="connsiteY2076"/>
                  </a:cxn>
                  <a:cxn ang="0">
                    <a:pos x="connsiteX2077" y="connsiteY2077"/>
                  </a:cxn>
                  <a:cxn ang="0">
                    <a:pos x="connsiteX2078" y="connsiteY2078"/>
                  </a:cxn>
                  <a:cxn ang="0">
                    <a:pos x="connsiteX2079" y="connsiteY2079"/>
                  </a:cxn>
                  <a:cxn ang="0">
                    <a:pos x="connsiteX2080" y="connsiteY2080"/>
                  </a:cxn>
                  <a:cxn ang="0">
                    <a:pos x="connsiteX2081" y="connsiteY2081"/>
                  </a:cxn>
                  <a:cxn ang="0">
                    <a:pos x="connsiteX2082" y="connsiteY2082"/>
                  </a:cxn>
                  <a:cxn ang="0">
                    <a:pos x="connsiteX2083" y="connsiteY2083"/>
                  </a:cxn>
                  <a:cxn ang="0">
                    <a:pos x="connsiteX2084" y="connsiteY2084"/>
                  </a:cxn>
                  <a:cxn ang="0">
                    <a:pos x="connsiteX2085" y="connsiteY2085"/>
                  </a:cxn>
                  <a:cxn ang="0">
                    <a:pos x="connsiteX2086" y="connsiteY2086"/>
                  </a:cxn>
                  <a:cxn ang="0">
                    <a:pos x="connsiteX2087" y="connsiteY2087"/>
                  </a:cxn>
                  <a:cxn ang="0">
                    <a:pos x="connsiteX2088" y="connsiteY2088"/>
                  </a:cxn>
                  <a:cxn ang="0">
                    <a:pos x="connsiteX2089" y="connsiteY2089"/>
                  </a:cxn>
                  <a:cxn ang="0">
                    <a:pos x="connsiteX2090" y="connsiteY2090"/>
                  </a:cxn>
                  <a:cxn ang="0">
                    <a:pos x="connsiteX2091" y="connsiteY2091"/>
                  </a:cxn>
                  <a:cxn ang="0">
                    <a:pos x="connsiteX2092" y="connsiteY2092"/>
                  </a:cxn>
                  <a:cxn ang="0">
                    <a:pos x="connsiteX2093" y="connsiteY2093"/>
                  </a:cxn>
                  <a:cxn ang="0">
                    <a:pos x="connsiteX2094" y="connsiteY2094"/>
                  </a:cxn>
                  <a:cxn ang="0">
                    <a:pos x="connsiteX2095" y="connsiteY2095"/>
                  </a:cxn>
                  <a:cxn ang="0">
                    <a:pos x="connsiteX2096" y="connsiteY2096"/>
                  </a:cxn>
                  <a:cxn ang="0">
                    <a:pos x="connsiteX2097" y="connsiteY2097"/>
                  </a:cxn>
                  <a:cxn ang="0">
                    <a:pos x="connsiteX2098" y="connsiteY2098"/>
                  </a:cxn>
                  <a:cxn ang="0">
                    <a:pos x="connsiteX2099" y="connsiteY2099"/>
                  </a:cxn>
                  <a:cxn ang="0">
                    <a:pos x="connsiteX2100" y="connsiteY2100"/>
                  </a:cxn>
                  <a:cxn ang="0">
                    <a:pos x="connsiteX2101" y="connsiteY2101"/>
                  </a:cxn>
                  <a:cxn ang="0">
                    <a:pos x="connsiteX2102" y="connsiteY2102"/>
                  </a:cxn>
                  <a:cxn ang="0">
                    <a:pos x="connsiteX2103" y="connsiteY2103"/>
                  </a:cxn>
                  <a:cxn ang="0">
                    <a:pos x="connsiteX2104" y="connsiteY2104"/>
                  </a:cxn>
                  <a:cxn ang="0">
                    <a:pos x="connsiteX2105" y="connsiteY2105"/>
                  </a:cxn>
                  <a:cxn ang="0">
                    <a:pos x="connsiteX2106" y="connsiteY2106"/>
                  </a:cxn>
                  <a:cxn ang="0">
                    <a:pos x="connsiteX2107" y="connsiteY2107"/>
                  </a:cxn>
                  <a:cxn ang="0">
                    <a:pos x="connsiteX2108" y="connsiteY2108"/>
                  </a:cxn>
                  <a:cxn ang="0">
                    <a:pos x="connsiteX2109" y="connsiteY2109"/>
                  </a:cxn>
                  <a:cxn ang="0">
                    <a:pos x="connsiteX2110" y="connsiteY2110"/>
                  </a:cxn>
                  <a:cxn ang="0">
                    <a:pos x="connsiteX2111" y="connsiteY2111"/>
                  </a:cxn>
                  <a:cxn ang="0">
                    <a:pos x="connsiteX2112" y="connsiteY2112"/>
                  </a:cxn>
                  <a:cxn ang="0">
                    <a:pos x="connsiteX2113" y="connsiteY2113"/>
                  </a:cxn>
                  <a:cxn ang="0">
                    <a:pos x="connsiteX2114" y="connsiteY2114"/>
                  </a:cxn>
                  <a:cxn ang="0">
                    <a:pos x="connsiteX2115" y="connsiteY2115"/>
                  </a:cxn>
                  <a:cxn ang="0">
                    <a:pos x="connsiteX2116" y="connsiteY2116"/>
                  </a:cxn>
                  <a:cxn ang="0">
                    <a:pos x="connsiteX2117" y="connsiteY2117"/>
                  </a:cxn>
                  <a:cxn ang="0">
                    <a:pos x="connsiteX2118" y="connsiteY2118"/>
                  </a:cxn>
                  <a:cxn ang="0">
                    <a:pos x="connsiteX2119" y="connsiteY2119"/>
                  </a:cxn>
                  <a:cxn ang="0">
                    <a:pos x="connsiteX2120" y="connsiteY2120"/>
                  </a:cxn>
                  <a:cxn ang="0">
                    <a:pos x="connsiteX2121" y="connsiteY2121"/>
                  </a:cxn>
                  <a:cxn ang="0">
                    <a:pos x="connsiteX2122" y="connsiteY2122"/>
                  </a:cxn>
                  <a:cxn ang="0">
                    <a:pos x="connsiteX2123" y="connsiteY2123"/>
                  </a:cxn>
                  <a:cxn ang="0">
                    <a:pos x="connsiteX2124" y="connsiteY2124"/>
                  </a:cxn>
                  <a:cxn ang="0">
                    <a:pos x="connsiteX2125" y="connsiteY2125"/>
                  </a:cxn>
                  <a:cxn ang="0">
                    <a:pos x="connsiteX2126" y="connsiteY2126"/>
                  </a:cxn>
                  <a:cxn ang="0">
                    <a:pos x="connsiteX2127" y="connsiteY2127"/>
                  </a:cxn>
                  <a:cxn ang="0">
                    <a:pos x="connsiteX2128" y="connsiteY2128"/>
                  </a:cxn>
                  <a:cxn ang="0">
                    <a:pos x="connsiteX2129" y="connsiteY2129"/>
                  </a:cxn>
                  <a:cxn ang="0">
                    <a:pos x="connsiteX2130" y="connsiteY2130"/>
                  </a:cxn>
                  <a:cxn ang="0">
                    <a:pos x="connsiteX2131" y="connsiteY2131"/>
                  </a:cxn>
                  <a:cxn ang="0">
                    <a:pos x="connsiteX2132" y="connsiteY2132"/>
                  </a:cxn>
                  <a:cxn ang="0">
                    <a:pos x="connsiteX2133" y="connsiteY2133"/>
                  </a:cxn>
                  <a:cxn ang="0">
                    <a:pos x="connsiteX2134" y="connsiteY2134"/>
                  </a:cxn>
                  <a:cxn ang="0">
                    <a:pos x="connsiteX2135" y="connsiteY2135"/>
                  </a:cxn>
                  <a:cxn ang="0">
                    <a:pos x="connsiteX2136" y="connsiteY2136"/>
                  </a:cxn>
                  <a:cxn ang="0">
                    <a:pos x="connsiteX2137" y="connsiteY2137"/>
                  </a:cxn>
                  <a:cxn ang="0">
                    <a:pos x="connsiteX2138" y="connsiteY2138"/>
                  </a:cxn>
                  <a:cxn ang="0">
                    <a:pos x="connsiteX2139" y="connsiteY2139"/>
                  </a:cxn>
                  <a:cxn ang="0">
                    <a:pos x="connsiteX2140" y="connsiteY2140"/>
                  </a:cxn>
                  <a:cxn ang="0">
                    <a:pos x="connsiteX2141" y="connsiteY2141"/>
                  </a:cxn>
                  <a:cxn ang="0">
                    <a:pos x="connsiteX2142" y="connsiteY2142"/>
                  </a:cxn>
                  <a:cxn ang="0">
                    <a:pos x="connsiteX2143" y="connsiteY2143"/>
                  </a:cxn>
                  <a:cxn ang="0">
                    <a:pos x="connsiteX2144" y="connsiteY2144"/>
                  </a:cxn>
                  <a:cxn ang="0">
                    <a:pos x="connsiteX2145" y="connsiteY2145"/>
                  </a:cxn>
                  <a:cxn ang="0">
                    <a:pos x="connsiteX2146" y="connsiteY2146"/>
                  </a:cxn>
                  <a:cxn ang="0">
                    <a:pos x="connsiteX2147" y="connsiteY2147"/>
                  </a:cxn>
                  <a:cxn ang="0">
                    <a:pos x="connsiteX2148" y="connsiteY2148"/>
                  </a:cxn>
                  <a:cxn ang="0">
                    <a:pos x="connsiteX2149" y="connsiteY2149"/>
                  </a:cxn>
                  <a:cxn ang="0">
                    <a:pos x="connsiteX2150" y="connsiteY2150"/>
                  </a:cxn>
                  <a:cxn ang="0">
                    <a:pos x="connsiteX2151" y="connsiteY2151"/>
                  </a:cxn>
                  <a:cxn ang="0">
                    <a:pos x="connsiteX2152" y="connsiteY2152"/>
                  </a:cxn>
                  <a:cxn ang="0">
                    <a:pos x="connsiteX2153" y="connsiteY2153"/>
                  </a:cxn>
                  <a:cxn ang="0">
                    <a:pos x="connsiteX2154" y="connsiteY2154"/>
                  </a:cxn>
                  <a:cxn ang="0">
                    <a:pos x="connsiteX2155" y="connsiteY2155"/>
                  </a:cxn>
                  <a:cxn ang="0">
                    <a:pos x="connsiteX2156" y="connsiteY2156"/>
                  </a:cxn>
                  <a:cxn ang="0">
                    <a:pos x="connsiteX2157" y="connsiteY2157"/>
                  </a:cxn>
                  <a:cxn ang="0">
                    <a:pos x="connsiteX2158" y="connsiteY2158"/>
                  </a:cxn>
                  <a:cxn ang="0">
                    <a:pos x="connsiteX2159" y="connsiteY2159"/>
                  </a:cxn>
                  <a:cxn ang="0">
                    <a:pos x="connsiteX2160" y="connsiteY2160"/>
                  </a:cxn>
                  <a:cxn ang="0">
                    <a:pos x="connsiteX2161" y="connsiteY2161"/>
                  </a:cxn>
                  <a:cxn ang="0">
                    <a:pos x="connsiteX2162" y="connsiteY2162"/>
                  </a:cxn>
                  <a:cxn ang="0">
                    <a:pos x="connsiteX2163" y="connsiteY2163"/>
                  </a:cxn>
                  <a:cxn ang="0">
                    <a:pos x="connsiteX2164" y="connsiteY2164"/>
                  </a:cxn>
                  <a:cxn ang="0">
                    <a:pos x="connsiteX2165" y="connsiteY2165"/>
                  </a:cxn>
                  <a:cxn ang="0">
                    <a:pos x="connsiteX2166" y="connsiteY2166"/>
                  </a:cxn>
                  <a:cxn ang="0">
                    <a:pos x="connsiteX2167" y="connsiteY2167"/>
                  </a:cxn>
                  <a:cxn ang="0">
                    <a:pos x="connsiteX2168" y="connsiteY2168"/>
                  </a:cxn>
                  <a:cxn ang="0">
                    <a:pos x="connsiteX2169" y="connsiteY2169"/>
                  </a:cxn>
                  <a:cxn ang="0">
                    <a:pos x="connsiteX2170" y="connsiteY2170"/>
                  </a:cxn>
                  <a:cxn ang="0">
                    <a:pos x="connsiteX2171" y="connsiteY2171"/>
                  </a:cxn>
                  <a:cxn ang="0">
                    <a:pos x="connsiteX2172" y="connsiteY2172"/>
                  </a:cxn>
                  <a:cxn ang="0">
                    <a:pos x="connsiteX2173" y="connsiteY2173"/>
                  </a:cxn>
                  <a:cxn ang="0">
                    <a:pos x="connsiteX2174" y="connsiteY2174"/>
                  </a:cxn>
                  <a:cxn ang="0">
                    <a:pos x="connsiteX2175" y="connsiteY2175"/>
                  </a:cxn>
                  <a:cxn ang="0">
                    <a:pos x="connsiteX2176" y="connsiteY2176"/>
                  </a:cxn>
                  <a:cxn ang="0">
                    <a:pos x="connsiteX2177" y="connsiteY2177"/>
                  </a:cxn>
                  <a:cxn ang="0">
                    <a:pos x="connsiteX2178" y="connsiteY2178"/>
                  </a:cxn>
                  <a:cxn ang="0">
                    <a:pos x="connsiteX2179" y="connsiteY2179"/>
                  </a:cxn>
                  <a:cxn ang="0">
                    <a:pos x="connsiteX2180" y="connsiteY2180"/>
                  </a:cxn>
                  <a:cxn ang="0">
                    <a:pos x="connsiteX2181" y="connsiteY2181"/>
                  </a:cxn>
                  <a:cxn ang="0">
                    <a:pos x="connsiteX2182" y="connsiteY2182"/>
                  </a:cxn>
                  <a:cxn ang="0">
                    <a:pos x="connsiteX2183" y="connsiteY2183"/>
                  </a:cxn>
                  <a:cxn ang="0">
                    <a:pos x="connsiteX2184" y="connsiteY2184"/>
                  </a:cxn>
                  <a:cxn ang="0">
                    <a:pos x="connsiteX2185" y="connsiteY2185"/>
                  </a:cxn>
                  <a:cxn ang="0">
                    <a:pos x="connsiteX2186" y="connsiteY2186"/>
                  </a:cxn>
                  <a:cxn ang="0">
                    <a:pos x="connsiteX2187" y="connsiteY2187"/>
                  </a:cxn>
                  <a:cxn ang="0">
                    <a:pos x="connsiteX2188" y="connsiteY2188"/>
                  </a:cxn>
                  <a:cxn ang="0">
                    <a:pos x="connsiteX2189" y="connsiteY2189"/>
                  </a:cxn>
                  <a:cxn ang="0">
                    <a:pos x="connsiteX2190" y="connsiteY2190"/>
                  </a:cxn>
                  <a:cxn ang="0">
                    <a:pos x="connsiteX2191" y="connsiteY2191"/>
                  </a:cxn>
                  <a:cxn ang="0">
                    <a:pos x="connsiteX2192" y="connsiteY2192"/>
                  </a:cxn>
                  <a:cxn ang="0">
                    <a:pos x="connsiteX2193" y="connsiteY2193"/>
                  </a:cxn>
                  <a:cxn ang="0">
                    <a:pos x="connsiteX2194" y="connsiteY2194"/>
                  </a:cxn>
                  <a:cxn ang="0">
                    <a:pos x="connsiteX2195" y="connsiteY2195"/>
                  </a:cxn>
                  <a:cxn ang="0">
                    <a:pos x="connsiteX2196" y="connsiteY2196"/>
                  </a:cxn>
                  <a:cxn ang="0">
                    <a:pos x="connsiteX2197" y="connsiteY2197"/>
                  </a:cxn>
                  <a:cxn ang="0">
                    <a:pos x="connsiteX2198" y="connsiteY2198"/>
                  </a:cxn>
                  <a:cxn ang="0">
                    <a:pos x="connsiteX2199" y="connsiteY2199"/>
                  </a:cxn>
                  <a:cxn ang="0">
                    <a:pos x="connsiteX2200" y="connsiteY2200"/>
                  </a:cxn>
                  <a:cxn ang="0">
                    <a:pos x="connsiteX2201" y="connsiteY2201"/>
                  </a:cxn>
                  <a:cxn ang="0">
                    <a:pos x="connsiteX2202" y="connsiteY2202"/>
                  </a:cxn>
                  <a:cxn ang="0">
                    <a:pos x="connsiteX2203" y="connsiteY2203"/>
                  </a:cxn>
                  <a:cxn ang="0">
                    <a:pos x="connsiteX2204" y="connsiteY2204"/>
                  </a:cxn>
                  <a:cxn ang="0">
                    <a:pos x="connsiteX2205" y="connsiteY2205"/>
                  </a:cxn>
                  <a:cxn ang="0">
                    <a:pos x="connsiteX2206" y="connsiteY2206"/>
                  </a:cxn>
                  <a:cxn ang="0">
                    <a:pos x="connsiteX2207" y="connsiteY2207"/>
                  </a:cxn>
                  <a:cxn ang="0">
                    <a:pos x="connsiteX2208" y="connsiteY2208"/>
                  </a:cxn>
                  <a:cxn ang="0">
                    <a:pos x="connsiteX2209" y="connsiteY2209"/>
                  </a:cxn>
                  <a:cxn ang="0">
                    <a:pos x="connsiteX2210" y="connsiteY2210"/>
                  </a:cxn>
                  <a:cxn ang="0">
                    <a:pos x="connsiteX2211" y="connsiteY2211"/>
                  </a:cxn>
                  <a:cxn ang="0">
                    <a:pos x="connsiteX2212" y="connsiteY2212"/>
                  </a:cxn>
                  <a:cxn ang="0">
                    <a:pos x="connsiteX2213" y="connsiteY2213"/>
                  </a:cxn>
                  <a:cxn ang="0">
                    <a:pos x="connsiteX2214" y="connsiteY2214"/>
                  </a:cxn>
                  <a:cxn ang="0">
                    <a:pos x="connsiteX2215" y="connsiteY2215"/>
                  </a:cxn>
                  <a:cxn ang="0">
                    <a:pos x="connsiteX2216" y="connsiteY2216"/>
                  </a:cxn>
                  <a:cxn ang="0">
                    <a:pos x="connsiteX2217" y="connsiteY2217"/>
                  </a:cxn>
                  <a:cxn ang="0">
                    <a:pos x="connsiteX2218" y="connsiteY2218"/>
                  </a:cxn>
                  <a:cxn ang="0">
                    <a:pos x="connsiteX2219" y="connsiteY2219"/>
                  </a:cxn>
                  <a:cxn ang="0">
                    <a:pos x="connsiteX2220" y="connsiteY2220"/>
                  </a:cxn>
                  <a:cxn ang="0">
                    <a:pos x="connsiteX2221" y="connsiteY2221"/>
                  </a:cxn>
                  <a:cxn ang="0">
                    <a:pos x="connsiteX2222" y="connsiteY2222"/>
                  </a:cxn>
                  <a:cxn ang="0">
                    <a:pos x="connsiteX2223" y="connsiteY2223"/>
                  </a:cxn>
                  <a:cxn ang="0">
                    <a:pos x="connsiteX2224" y="connsiteY2224"/>
                  </a:cxn>
                  <a:cxn ang="0">
                    <a:pos x="connsiteX2225" y="connsiteY2225"/>
                  </a:cxn>
                  <a:cxn ang="0">
                    <a:pos x="connsiteX2226" y="connsiteY2226"/>
                  </a:cxn>
                  <a:cxn ang="0">
                    <a:pos x="connsiteX2227" y="connsiteY2227"/>
                  </a:cxn>
                  <a:cxn ang="0">
                    <a:pos x="connsiteX2228" y="connsiteY2228"/>
                  </a:cxn>
                  <a:cxn ang="0">
                    <a:pos x="connsiteX2229" y="connsiteY2229"/>
                  </a:cxn>
                  <a:cxn ang="0">
                    <a:pos x="connsiteX2230" y="connsiteY2230"/>
                  </a:cxn>
                  <a:cxn ang="0">
                    <a:pos x="connsiteX2231" y="connsiteY2231"/>
                  </a:cxn>
                  <a:cxn ang="0">
                    <a:pos x="connsiteX2232" y="connsiteY2232"/>
                  </a:cxn>
                  <a:cxn ang="0">
                    <a:pos x="connsiteX2233" y="connsiteY2233"/>
                  </a:cxn>
                  <a:cxn ang="0">
                    <a:pos x="connsiteX2234" y="connsiteY2234"/>
                  </a:cxn>
                  <a:cxn ang="0">
                    <a:pos x="connsiteX2235" y="connsiteY2235"/>
                  </a:cxn>
                  <a:cxn ang="0">
                    <a:pos x="connsiteX2236" y="connsiteY2236"/>
                  </a:cxn>
                  <a:cxn ang="0">
                    <a:pos x="connsiteX2237" y="connsiteY2237"/>
                  </a:cxn>
                  <a:cxn ang="0">
                    <a:pos x="connsiteX2238" y="connsiteY2238"/>
                  </a:cxn>
                  <a:cxn ang="0">
                    <a:pos x="connsiteX2239" y="connsiteY2239"/>
                  </a:cxn>
                  <a:cxn ang="0">
                    <a:pos x="connsiteX2240" y="connsiteY2240"/>
                  </a:cxn>
                  <a:cxn ang="0">
                    <a:pos x="connsiteX2241" y="connsiteY2241"/>
                  </a:cxn>
                  <a:cxn ang="0">
                    <a:pos x="connsiteX2242" y="connsiteY2242"/>
                  </a:cxn>
                  <a:cxn ang="0">
                    <a:pos x="connsiteX2243" y="connsiteY2243"/>
                  </a:cxn>
                  <a:cxn ang="0">
                    <a:pos x="connsiteX2244" y="connsiteY2244"/>
                  </a:cxn>
                  <a:cxn ang="0">
                    <a:pos x="connsiteX2245" y="connsiteY2245"/>
                  </a:cxn>
                  <a:cxn ang="0">
                    <a:pos x="connsiteX2246" y="connsiteY2246"/>
                  </a:cxn>
                  <a:cxn ang="0">
                    <a:pos x="connsiteX2247" y="connsiteY2247"/>
                  </a:cxn>
                  <a:cxn ang="0">
                    <a:pos x="connsiteX2248" y="connsiteY2248"/>
                  </a:cxn>
                  <a:cxn ang="0">
                    <a:pos x="connsiteX2249" y="connsiteY2249"/>
                  </a:cxn>
                  <a:cxn ang="0">
                    <a:pos x="connsiteX2250" y="connsiteY2250"/>
                  </a:cxn>
                  <a:cxn ang="0">
                    <a:pos x="connsiteX2251" y="connsiteY2251"/>
                  </a:cxn>
                  <a:cxn ang="0">
                    <a:pos x="connsiteX2252" y="connsiteY2252"/>
                  </a:cxn>
                  <a:cxn ang="0">
                    <a:pos x="connsiteX2253" y="connsiteY2253"/>
                  </a:cxn>
                  <a:cxn ang="0">
                    <a:pos x="connsiteX2254" y="connsiteY2254"/>
                  </a:cxn>
                  <a:cxn ang="0">
                    <a:pos x="connsiteX2255" y="connsiteY2255"/>
                  </a:cxn>
                  <a:cxn ang="0">
                    <a:pos x="connsiteX2256" y="connsiteY2256"/>
                  </a:cxn>
                  <a:cxn ang="0">
                    <a:pos x="connsiteX2257" y="connsiteY2257"/>
                  </a:cxn>
                  <a:cxn ang="0">
                    <a:pos x="connsiteX2258" y="connsiteY2258"/>
                  </a:cxn>
                  <a:cxn ang="0">
                    <a:pos x="connsiteX2259" y="connsiteY2259"/>
                  </a:cxn>
                  <a:cxn ang="0">
                    <a:pos x="connsiteX2260" y="connsiteY2260"/>
                  </a:cxn>
                  <a:cxn ang="0">
                    <a:pos x="connsiteX2261" y="connsiteY2261"/>
                  </a:cxn>
                  <a:cxn ang="0">
                    <a:pos x="connsiteX2262" y="connsiteY2262"/>
                  </a:cxn>
                  <a:cxn ang="0">
                    <a:pos x="connsiteX2263" y="connsiteY2263"/>
                  </a:cxn>
                  <a:cxn ang="0">
                    <a:pos x="connsiteX2264" y="connsiteY2264"/>
                  </a:cxn>
                  <a:cxn ang="0">
                    <a:pos x="connsiteX2265" y="connsiteY2265"/>
                  </a:cxn>
                  <a:cxn ang="0">
                    <a:pos x="connsiteX2266" y="connsiteY2266"/>
                  </a:cxn>
                  <a:cxn ang="0">
                    <a:pos x="connsiteX2267" y="connsiteY2267"/>
                  </a:cxn>
                  <a:cxn ang="0">
                    <a:pos x="connsiteX2268" y="connsiteY2268"/>
                  </a:cxn>
                  <a:cxn ang="0">
                    <a:pos x="connsiteX2269" y="connsiteY2269"/>
                  </a:cxn>
                  <a:cxn ang="0">
                    <a:pos x="connsiteX2270" y="connsiteY2270"/>
                  </a:cxn>
                  <a:cxn ang="0">
                    <a:pos x="connsiteX2271" y="connsiteY2271"/>
                  </a:cxn>
                  <a:cxn ang="0">
                    <a:pos x="connsiteX2272" y="connsiteY2272"/>
                  </a:cxn>
                  <a:cxn ang="0">
                    <a:pos x="connsiteX2273" y="connsiteY2273"/>
                  </a:cxn>
                  <a:cxn ang="0">
                    <a:pos x="connsiteX2274" y="connsiteY2274"/>
                  </a:cxn>
                  <a:cxn ang="0">
                    <a:pos x="connsiteX2275" y="connsiteY2275"/>
                  </a:cxn>
                  <a:cxn ang="0">
                    <a:pos x="connsiteX2276" y="connsiteY2276"/>
                  </a:cxn>
                  <a:cxn ang="0">
                    <a:pos x="connsiteX2277" y="connsiteY2277"/>
                  </a:cxn>
                  <a:cxn ang="0">
                    <a:pos x="connsiteX2278" y="connsiteY2278"/>
                  </a:cxn>
                  <a:cxn ang="0">
                    <a:pos x="connsiteX2279" y="connsiteY2279"/>
                  </a:cxn>
                  <a:cxn ang="0">
                    <a:pos x="connsiteX2280" y="connsiteY2280"/>
                  </a:cxn>
                  <a:cxn ang="0">
                    <a:pos x="connsiteX2281" y="connsiteY2281"/>
                  </a:cxn>
                  <a:cxn ang="0">
                    <a:pos x="connsiteX2282" y="connsiteY2282"/>
                  </a:cxn>
                  <a:cxn ang="0">
                    <a:pos x="connsiteX2283" y="connsiteY2283"/>
                  </a:cxn>
                  <a:cxn ang="0">
                    <a:pos x="connsiteX2284" y="connsiteY2284"/>
                  </a:cxn>
                  <a:cxn ang="0">
                    <a:pos x="connsiteX2285" y="connsiteY2285"/>
                  </a:cxn>
                  <a:cxn ang="0">
                    <a:pos x="connsiteX2286" y="connsiteY2286"/>
                  </a:cxn>
                  <a:cxn ang="0">
                    <a:pos x="connsiteX2287" y="connsiteY2287"/>
                  </a:cxn>
                  <a:cxn ang="0">
                    <a:pos x="connsiteX2288" y="connsiteY2288"/>
                  </a:cxn>
                  <a:cxn ang="0">
                    <a:pos x="connsiteX2289" y="connsiteY2289"/>
                  </a:cxn>
                  <a:cxn ang="0">
                    <a:pos x="connsiteX2290" y="connsiteY2290"/>
                  </a:cxn>
                  <a:cxn ang="0">
                    <a:pos x="connsiteX2291" y="connsiteY2291"/>
                  </a:cxn>
                  <a:cxn ang="0">
                    <a:pos x="connsiteX2292" y="connsiteY2292"/>
                  </a:cxn>
                  <a:cxn ang="0">
                    <a:pos x="connsiteX2293" y="connsiteY2293"/>
                  </a:cxn>
                  <a:cxn ang="0">
                    <a:pos x="connsiteX2294" y="connsiteY2294"/>
                  </a:cxn>
                  <a:cxn ang="0">
                    <a:pos x="connsiteX2295" y="connsiteY2295"/>
                  </a:cxn>
                  <a:cxn ang="0">
                    <a:pos x="connsiteX2296" y="connsiteY2296"/>
                  </a:cxn>
                  <a:cxn ang="0">
                    <a:pos x="connsiteX2297" y="connsiteY2297"/>
                  </a:cxn>
                  <a:cxn ang="0">
                    <a:pos x="connsiteX2298" y="connsiteY2298"/>
                  </a:cxn>
                  <a:cxn ang="0">
                    <a:pos x="connsiteX2299" y="connsiteY2299"/>
                  </a:cxn>
                  <a:cxn ang="0">
                    <a:pos x="connsiteX2300" y="connsiteY2300"/>
                  </a:cxn>
                  <a:cxn ang="0">
                    <a:pos x="connsiteX2301" y="connsiteY2301"/>
                  </a:cxn>
                  <a:cxn ang="0">
                    <a:pos x="connsiteX2302" y="connsiteY2302"/>
                  </a:cxn>
                  <a:cxn ang="0">
                    <a:pos x="connsiteX2303" y="connsiteY2303"/>
                  </a:cxn>
                  <a:cxn ang="0">
                    <a:pos x="connsiteX2304" y="connsiteY2304"/>
                  </a:cxn>
                  <a:cxn ang="0">
                    <a:pos x="connsiteX2305" y="connsiteY2305"/>
                  </a:cxn>
                  <a:cxn ang="0">
                    <a:pos x="connsiteX2306" y="connsiteY2306"/>
                  </a:cxn>
                  <a:cxn ang="0">
                    <a:pos x="connsiteX2307" y="connsiteY2307"/>
                  </a:cxn>
                  <a:cxn ang="0">
                    <a:pos x="connsiteX2308" y="connsiteY2308"/>
                  </a:cxn>
                  <a:cxn ang="0">
                    <a:pos x="connsiteX2309" y="connsiteY2309"/>
                  </a:cxn>
                  <a:cxn ang="0">
                    <a:pos x="connsiteX2310" y="connsiteY2310"/>
                  </a:cxn>
                  <a:cxn ang="0">
                    <a:pos x="connsiteX2311" y="connsiteY2311"/>
                  </a:cxn>
                  <a:cxn ang="0">
                    <a:pos x="connsiteX2312" y="connsiteY2312"/>
                  </a:cxn>
                  <a:cxn ang="0">
                    <a:pos x="connsiteX2313" y="connsiteY2313"/>
                  </a:cxn>
                  <a:cxn ang="0">
                    <a:pos x="connsiteX2314" y="connsiteY2314"/>
                  </a:cxn>
                  <a:cxn ang="0">
                    <a:pos x="connsiteX2315" y="connsiteY2315"/>
                  </a:cxn>
                  <a:cxn ang="0">
                    <a:pos x="connsiteX2316" y="connsiteY2316"/>
                  </a:cxn>
                  <a:cxn ang="0">
                    <a:pos x="connsiteX2317" y="connsiteY2317"/>
                  </a:cxn>
                  <a:cxn ang="0">
                    <a:pos x="connsiteX2318" y="connsiteY2318"/>
                  </a:cxn>
                  <a:cxn ang="0">
                    <a:pos x="connsiteX2319" y="connsiteY2319"/>
                  </a:cxn>
                  <a:cxn ang="0">
                    <a:pos x="connsiteX2320" y="connsiteY2320"/>
                  </a:cxn>
                  <a:cxn ang="0">
                    <a:pos x="connsiteX2321" y="connsiteY2321"/>
                  </a:cxn>
                  <a:cxn ang="0">
                    <a:pos x="connsiteX2322" y="connsiteY2322"/>
                  </a:cxn>
                  <a:cxn ang="0">
                    <a:pos x="connsiteX2323" y="connsiteY2323"/>
                  </a:cxn>
                  <a:cxn ang="0">
                    <a:pos x="connsiteX2324" y="connsiteY2324"/>
                  </a:cxn>
                  <a:cxn ang="0">
                    <a:pos x="connsiteX2325" y="connsiteY2325"/>
                  </a:cxn>
                  <a:cxn ang="0">
                    <a:pos x="connsiteX2326" y="connsiteY2326"/>
                  </a:cxn>
                  <a:cxn ang="0">
                    <a:pos x="connsiteX2327" y="connsiteY2327"/>
                  </a:cxn>
                  <a:cxn ang="0">
                    <a:pos x="connsiteX2328" y="connsiteY2328"/>
                  </a:cxn>
                  <a:cxn ang="0">
                    <a:pos x="connsiteX2329" y="connsiteY2329"/>
                  </a:cxn>
                  <a:cxn ang="0">
                    <a:pos x="connsiteX2330" y="connsiteY2330"/>
                  </a:cxn>
                  <a:cxn ang="0">
                    <a:pos x="connsiteX2331" y="connsiteY2331"/>
                  </a:cxn>
                  <a:cxn ang="0">
                    <a:pos x="connsiteX2332" y="connsiteY2332"/>
                  </a:cxn>
                  <a:cxn ang="0">
                    <a:pos x="connsiteX2333" y="connsiteY2333"/>
                  </a:cxn>
                  <a:cxn ang="0">
                    <a:pos x="connsiteX2334" y="connsiteY2334"/>
                  </a:cxn>
                  <a:cxn ang="0">
                    <a:pos x="connsiteX2335" y="connsiteY2335"/>
                  </a:cxn>
                  <a:cxn ang="0">
                    <a:pos x="connsiteX2336" y="connsiteY2336"/>
                  </a:cxn>
                  <a:cxn ang="0">
                    <a:pos x="connsiteX2337" y="connsiteY2337"/>
                  </a:cxn>
                  <a:cxn ang="0">
                    <a:pos x="connsiteX2338" y="connsiteY2338"/>
                  </a:cxn>
                  <a:cxn ang="0">
                    <a:pos x="connsiteX2339" y="connsiteY2339"/>
                  </a:cxn>
                  <a:cxn ang="0">
                    <a:pos x="connsiteX2340" y="connsiteY2340"/>
                  </a:cxn>
                  <a:cxn ang="0">
                    <a:pos x="connsiteX2341" y="connsiteY2341"/>
                  </a:cxn>
                  <a:cxn ang="0">
                    <a:pos x="connsiteX2342" y="connsiteY2342"/>
                  </a:cxn>
                  <a:cxn ang="0">
                    <a:pos x="connsiteX2343" y="connsiteY2343"/>
                  </a:cxn>
                  <a:cxn ang="0">
                    <a:pos x="connsiteX2344" y="connsiteY2344"/>
                  </a:cxn>
                  <a:cxn ang="0">
                    <a:pos x="connsiteX2345" y="connsiteY2345"/>
                  </a:cxn>
                  <a:cxn ang="0">
                    <a:pos x="connsiteX2346" y="connsiteY2346"/>
                  </a:cxn>
                  <a:cxn ang="0">
                    <a:pos x="connsiteX2347" y="connsiteY2347"/>
                  </a:cxn>
                  <a:cxn ang="0">
                    <a:pos x="connsiteX2348" y="connsiteY2348"/>
                  </a:cxn>
                  <a:cxn ang="0">
                    <a:pos x="connsiteX2349" y="connsiteY2349"/>
                  </a:cxn>
                  <a:cxn ang="0">
                    <a:pos x="connsiteX2350" y="connsiteY2350"/>
                  </a:cxn>
                  <a:cxn ang="0">
                    <a:pos x="connsiteX2351" y="connsiteY2351"/>
                  </a:cxn>
                  <a:cxn ang="0">
                    <a:pos x="connsiteX2352" y="connsiteY2352"/>
                  </a:cxn>
                  <a:cxn ang="0">
                    <a:pos x="connsiteX2353" y="connsiteY2353"/>
                  </a:cxn>
                  <a:cxn ang="0">
                    <a:pos x="connsiteX2354" y="connsiteY2354"/>
                  </a:cxn>
                  <a:cxn ang="0">
                    <a:pos x="connsiteX2355" y="connsiteY2355"/>
                  </a:cxn>
                  <a:cxn ang="0">
                    <a:pos x="connsiteX2356" y="connsiteY2356"/>
                  </a:cxn>
                  <a:cxn ang="0">
                    <a:pos x="connsiteX2357" y="connsiteY2357"/>
                  </a:cxn>
                  <a:cxn ang="0">
                    <a:pos x="connsiteX2358" y="connsiteY2358"/>
                  </a:cxn>
                  <a:cxn ang="0">
                    <a:pos x="connsiteX2359" y="connsiteY2359"/>
                  </a:cxn>
                  <a:cxn ang="0">
                    <a:pos x="connsiteX2360" y="connsiteY2360"/>
                  </a:cxn>
                  <a:cxn ang="0">
                    <a:pos x="connsiteX2361" y="connsiteY2361"/>
                  </a:cxn>
                  <a:cxn ang="0">
                    <a:pos x="connsiteX2362" y="connsiteY2362"/>
                  </a:cxn>
                  <a:cxn ang="0">
                    <a:pos x="connsiteX2363" y="connsiteY2363"/>
                  </a:cxn>
                  <a:cxn ang="0">
                    <a:pos x="connsiteX2364" y="connsiteY2364"/>
                  </a:cxn>
                  <a:cxn ang="0">
                    <a:pos x="connsiteX2365" y="connsiteY2365"/>
                  </a:cxn>
                  <a:cxn ang="0">
                    <a:pos x="connsiteX2366" y="connsiteY2366"/>
                  </a:cxn>
                  <a:cxn ang="0">
                    <a:pos x="connsiteX2367" y="connsiteY2367"/>
                  </a:cxn>
                  <a:cxn ang="0">
                    <a:pos x="connsiteX2368" y="connsiteY2368"/>
                  </a:cxn>
                  <a:cxn ang="0">
                    <a:pos x="connsiteX2369" y="connsiteY2369"/>
                  </a:cxn>
                  <a:cxn ang="0">
                    <a:pos x="connsiteX2370" y="connsiteY2370"/>
                  </a:cxn>
                  <a:cxn ang="0">
                    <a:pos x="connsiteX2371" y="connsiteY2371"/>
                  </a:cxn>
                  <a:cxn ang="0">
                    <a:pos x="connsiteX2372" y="connsiteY2372"/>
                  </a:cxn>
                  <a:cxn ang="0">
                    <a:pos x="connsiteX2373" y="connsiteY2373"/>
                  </a:cxn>
                  <a:cxn ang="0">
                    <a:pos x="connsiteX2374" y="connsiteY2374"/>
                  </a:cxn>
                  <a:cxn ang="0">
                    <a:pos x="connsiteX2375" y="connsiteY2375"/>
                  </a:cxn>
                  <a:cxn ang="0">
                    <a:pos x="connsiteX2376" y="connsiteY2376"/>
                  </a:cxn>
                  <a:cxn ang="0">
                    <a:pos x="connsiteX2377" y="connsiteY2377"/>
                  </a:cxn>
                  <a:cxn ang="0">
                    <a:pos x="connsiteX2378" y="connsiteY2378"/>
                  </a:cxn>
                  <a:cxn ang="0">
                    <a:pos x="connsiteX2379" y="connsiteY2379"/>
                  </a:cxn>
                  <a:cxn ang="0">
                    <a:pos x="connsiteX2380" y="connsiteY2380"/>
                  </a:cxn>
                  <a:cxn ang="0">
                    <a:pos x="connsiteX2381" y="connsiteY2381"/>
                  </a:cxn>
                  <a:cxn ang="0">
                    <a:pos x="connsiteX2382" y="connsiteY2382"/>
                  </a:cxn>
                  <a:cxn ang="0">
                    <a:pos x="connsiteX2383" y="connsiteY2383"/>
                  </a:cxn>
                  <a:cxn ang="0">
                    <a:pos x="connsiteX2384" y="connsiteY2384"/>
                  </a:cxn>
                  <a:cxn ang="0">
                    <a:pos x="connsiteX2385" y="connsiteY2385"/>
                  </a:cxn>
                  <a:cxn ang="0">
                    <a:pos x="connsiteX2386" y="connsiteY2386"/>
                  </a:cxn>
                  <a:cxn ang="0">
                    <a:pos x="connsiteX2387" y="connsiteY2387"/>
                  </a:cxn>
                  <a:cxn ang="0">
                    <a:pos x="connsiteX2388" y="connsiteY2388"/>
                  </a:cxn>
                  <a:cxn ang="0">
                    <a:pos x="connsiteX2389" y="connsiteY2389"/>
                  </a:cxn>
                  <a:cxn ang="0">
                    <a:pos x="connsiteX2390" y="connsiteY2390"/>
                  </a:cxn>
                  <a:cxn ang="0">
                    <a:pos x="connsiteX2391" y="connsiteY2391"/>
                  </a:cxn>
                  <a:cxn ang="0">
                    <a:pos x="connsiteX2392" y="connsiteY2392"/>
                  </a:cxn>
                  <a:cxn ang="0">
                    <a:pos x="connsiteX2393" y="connsiteY2393"/>
                  </a:cxn>
                  <a:cxn ang="0">
                    <a:pos x="connsiteX2394" y="connsiteY2394"/>
                  </a:cxn>
                  <a:cxn ang="0">
                    <a:pos x="connsiteX2395" y="connsiteY2395"/>
                  </a:cxn>
                  <a:cxn ang="0">
                    <a:pos x="connsiteX2396" y="connsiteY2396"/>
                  </a:cxn>
                  <a:cxn ang="0">
                    <a:pos x="connsiteX2397" y="connsiteY2397"/>
                  </a:cxn>
                  <a:cxn ang="0">
                    <a:pos x="connsiteX2398" y="connsiteY2398"/>
                  </a:cxn>
                  <a:cxn ang="0">
                    <a:pos x="connsiteX2399" y="connsiteY2399"/>
                  </a:cxn>
                  <a:cxn ang="0">
                    <a:pos x="connsiteX2400" y="connsiteY2400"/>
                  </a:cxn>
                  <a:cxn ang="0">
                    <a:pos x="connsiteX2401" y="connsiteY2401"/>
                  </a:cxn>
                  <a:cxn ang="0">
                    <a:pos x="connsiteX2402" y="connsiteY2402"/>
                  </a:cxn>
                  <a:cxn ang="0">
                    <a:pos x="connsiteX2403" y="connsiteY2403"/>
                  </a:cxn>
                  <a:cxn ang="0">
                    <a:pos x="connsiteX2404" y="connsiteY2404"/>
                  </a:cxn>
                  <a:cxn ang="0">
                    <a:pos x="connsiteX2405" y="connsiteY2405"/>
                  </a:cxn>
                  <a:cxn ang="0">
                    <a:pos x="connsiteX2406" y="connsiteY2406"/>
                  </a:cxn>
                  <a:cxn ang="0">
                    <a:pos x="connsiteX2407" y="connsiteY2407"/>
                  </a:cxn>
                  <a:cxn ang="0">
                    <a:pos x="connsiteX2408" y="connsiteY2408"/>
                  </a:cxn>
                  <a:cxn ang="0">
                    <a:pos x="connsiteX2409" y="connsiteY2409"/>
                  </a:cxn>
                  <a:cxn ang="0">
                    <a:pos x="connsiteX2410" y="connsiteY2410"/>
                  </a:cxn>
                  <a:cxn ang="0">
                    <a:pos x="connsiteX2411" y="connsiteY2411"/>
                  </a:cxn>
                  <a:cxn ang="0">
                    <a:pos x="connsiteX2412" y="connsiteY2412"/>
                  </a:cxn>
                  <a:cxn ang="0">
                    <a:pos x="connsiteX2413" y="connsiteY2413"/>
                  </a:cxn>
                  <a:cxn ang="0">
                    <a:pos x="connsiteX2414" y="connsiteY2414"/>
                  </a:cxn>
                  <a:cxn ang="0">
                    <a:pos x="connsiteX2415" y="connsiteY2415"/>
                  </a:cxn>
                  <a:cxn ang="0">
                    <a:pos x="connsiteX2416" y="connsiteY2416"/>
                  </a:cxn>
                  <a:cxn ang="0">
                    <a:pos x="connsiteX2417" y="connsiteY2417"/>
                  </a:cxn>
                  <a:cxn ang="0">
                    <a:pos x="connsiteX2418" y="connsiteY2418"/>
                  </a:cxn>
                  <a:cxn ang="0">
                    <a:pos x="connsiteX2419" y="connsiteY2419"/>
                  </a:cxn>
                  <a:cxn ang="0">
                    <a:pos x="connsiteX2420" y="connsiteY2420"/>
                  </a:cxn>
                  <a:cxn ang="0">
                    <a:pos x="connsiteX2421" y="connsiteY2421"/>
                  </a:cxn>
                  <a:cxn ang="0">
                    <a:pos x="connsiteX2422" y="connsiteY2422"/>
                  </a:cxn>
                  <a:cxn ang="0">
                    <a:pos x="connsiteX2423" y="connsiteY2423"/>
                  </a:cxn>
                  <a:cxn ang="0">
                    <a:pos x="connsiteX2424" y="connsiteY2424"/>
                  </a:cxn>
                  <a:cxn ang="0">
                    <a:pos x="connsiteX2425" y="connsiteY2425"/>
                  </a:cxn>
                  <a:cxn ang="0">
                    <a:pos x="connsiteX2426" y="connsiteY2426"/>
                  </a:cxn>
                  <a:cxn ang="0">
                    <a:pos x="connsiteX2427" y="connsiteY2427"/>
                  </a:cxn>
                  <a:cxn ang="0">
                    <a:pos x="connsiteX2428" y="connsiteY2428"/>
                  </a:cxn>
                  <a:cxn ang="0">
                    <a:pos x="connsiteX2429" y="connsiteY2429"/>
                  </a:cxn>
                  <a:cxn ang="0">
                    <a:pos x="connsiteX2430" y="connsiteY2430"/>
                  </a:cxn>
                  <a:cxn ang="0">
                    <a:pos x="connsiteX2431" y="connsiteY2431"/>
                  </a:cxn>
                  <a:cxn ang="0">
                    <a:pos x="connsiteX2432" y="connsiteY2432"/>
                  </a:cxn>
                  <a:cxn ang="0">
                    <a:pos x="connsiteX2433" y="connsiteY2433"/>
                  </a:cxn>
                  <a:cxn ang="0">
                    <a:pos x="connsiteX2434" y="connsiteY2434"/>
                  </a:cxn>
                  <a:cxn ang="0">
                    <a:pos x="connsiteX2435" y="connsiteY2435"/>
                  </a:cxn>
                  <a:cxn ang="0">
                    <a:pos x="connsiteX2436" y="connsiteY2436"/>
                  </a:cxn>
                  <a:cxn ang="0">
                    <a:pos x="connsiteX2437" y="connsiteY2437"/>
                  </a:cxn>
                  <a:cxn ang="0">
                    <a:pos x="connsiteX2438" y="connsiteY2438"/>
                  </a:cxn>
                  <a:cxn ang="0">
                    <a:pos x="connsiteX2439" y="connsiteY2439"/>
                  </a:cxn>
                  <a:cxn ang="0">
                    <a:pos x="connsiteX2440" y="connsiteY2440"/>
                  </a:cxn>
                  <a:cxn ang="0">
                    <a:pos x="connsiteX2441" y="connsiteY2441"/>
                  </a:cxn>
                  <a:cxn ang="0">
                    <a:pos x="connsiteX2442" y="connsiteY2442"/>
                  </a:cxn>
                  <a:cxn ang="0">
                    <a:pos x="connsiteX2443" y="connsiteY2443"/>
                  </a:cxn>
                  <a:cxn ang="0">
                    <a:pos x="connsiteX2444" y="connsiteY2444"/>
                  </a:cxn>
                  <a:cxn ang="0">
                    <a:pos x="connsiteX2445" y="connsiteY2445"/>
                  </a:cxn>
                  <a:cxn ang="0">
                    <a:pos x="connsiteX2446" y="connsiteY2446"/>
                  </a:cxn>
                  <a:cxn ang="0">
                    <a:pos x="connsiteX2447" y="connsiteY2447"/>
                  </a:cxn>
                  <a:cxn ang="0">
                    <a:pos x="connsiteX2448" y="connsiteY2448"/>
                  </a:cxn>
                  <a:cxn ang="0">
                    <a:pos x="connsiteX2449" y="connsiteY2449"/>
                  </a:cxn>
                  <a:cxn ang="0">
                    <a:pos x="connsiteX2450" y="connsiteY2450"/>
                  </a:cxn>
                  <a:cxn ang="0">
                    <a:pos x="connsiteX2451" y="connsiteY2451"/>
                  </a:cxn>
                  <a:cxn ang="0">
                    <a:pos x="connsiteX2452" y="connsiteY2452"/>
                  </a:cxn>
                  <a:cxn ang="0">
                    <a:pos x="connsiteX2453" y="connsiteY2453"/>
                  </a:cxn>
                  <a:cxn ang="0">
                    <a:pos x="connsiteX2454" y="connsiteY2454"/>
                  </a:cxn>
                  <a:cxn ang="0">
                    <a:pos x="connsiteX2455" y="connsiteY2455"/>
                  </a:cxn>
                  <a:cxn ang="0">
                    <a:pos x="connsiteX2456" y="connsiteY2456"/>
                  </a:cxn>
                  <a:cxn ang="0">
                    <a:pos x="connsiteX2457" y="connsiteY2457"/>
                  </a:cxn>
                  <a:cxn ang="0">
                    <a:pos x="connsiteX2458" y="connsiteY2458"/>
                  </a:cxn>
                  <a:cxn ang="0">
                    <a:pos x="connsiteX2459" y="connsiteY2459"/>
                  </a:cxn>
                  <a:cxn ang="0">
                    <a:pos x="connsiteX2460" y="connsiteY2460"/>
                  </a:cxn>
                  <a:cxn ang="0">
                    <a:pos x="connsiteX2461" y="connsiteY2461"/>
                  </a:cxn>
                  <a:cxn ang="0">
                    <a:pos x="connsiteX2462" y="connsiteY2462"/>
                  </a:cxn>
                  <a:cxn ang="0">
                    <a:pos x="connsiteX2463" y="connsiteY2463"/>
                  </a:cxn>
                  <a:cxn ang="0">
                    <a:pos x="connsiteX2464" y="connsiteY2464"/>
                  </a:cxn>
                  <a:cxn ang="0">
                    <a:pos x="connsiteX2465" y="connsiteY2465"/>
                  </a:cxn>
                  <a:cxn ang="0">
                    <a:pos x="connsiteX2466" y="connsiteY2466"/>
                  </a:cxn>
                  <a:cxn ang="0">
                    <a:pos x="connsiteX2467" y="connsiteY2467"/>
                  </a:cxn>
                  <a:cxn ang="0">
                    <a:pos x="connsiteX2468" y="connsiteY2468"/>
                  </a:cxn>
                  <a:cxn ang="0">
                    <a:pos x="connsiteX2469" y="connsiteY2469"/>
                  </a:cxn>
                  <a:cxn ang="0">
                    <a:pos x="connsiteX2470" y="connsiteY2470"/>
                  </a:cxn>
                  <a:cxn ang="0">
                    <a:pos x="connsiteX2471" y="connsiteY2471"/>
                  </a:cxn>
                  <a:cxn ang="0">
                    <a:pos x="connsiteX2472" y="connsiteY2472"/>
                  </a:cxn>
                  <a:cxn ang="0">
                    <a:pos x="connsiteX2473" y="connsiteY2473"/>
                  </a:cxn>
                  <a:cxn ang="0">
                    <a:pos x="connsiteX2474" y="connsiteY2474"/>
                  </a:cxn>
                  <a:cxn ang="0">
                    <a:pos x="connsiteX2475" y="connsiteY2475"/>
                  </a:cxn>
                  <a:cxn ang="0">
                    <a:pos x="connsiteX2476" y="connsiteY2476"/>
                  </a:cxn>
                  <a:cxn ang="0">
                    <a:pos x="connsiteX2477" y="connsiteY2477"/>
                  </a:cxn>
                  <a:cxn ang="0">
                    <a:pos x="connsiteX2478" y="connsiteY2478"/>
                  </a:cxn>
                  <a:cxn ang="0">
                    <a:pos x="connsiteX2479" y="connsiteY2479"/>
                  </a:cxn>
                  <a:cxn ang="0">
                    <a:pos x="connsiteX2480" y="connsiteY2480"/>
                  </a:cxn>
                  <a:cxn ang="0">
                    <a:pos x="connsiteX2481" y="connsiteY2481"/>
                  </a:cxn>
                  <a:cxn ang="0">
                    <a:pos x="connsiteX2482" y="connsiteY2482"/>
                  </a:cxn>
                  <a:cxn ang="0">
                    <a:pos x="connsiteX2483" y="connsiteY2483"/>
                  </a:cxn>
                  <a:cxn ang="0">
                    <a:pos x="connsiteX2484" y="connsiteY2484"/>
                  </a:cxn>
                  <a:cxn ang="0">
                    <a:pos x="connsiteX2485" y="connsiteY2485"/>
                  </a:cxn>
                  <a:cxn ang="0">
                    <a:pos x="connsiteX2486" y="connsiteY2486"/>
                  </a:cxn>
                  <a:cxn ang="0">
                    <a:pos x="connsiteX2487" y="connsiteY2487"/>
                  </a:cxn>
                  <a:cxn ang="0">
                    <a:pos x="connsiteX2488" y="connsiteY2488"/>
                  </a:cxn>
                  <a:cxn ang="0">
                    <a:pos x="connsiteX2489" y="connsiteY2489"/>
                  </a:cxn>
                  <a:cxn ang="0">
                    <a:pos x="connsiteX2490" y="connsiteY2490"/>
                  </a:cxn>
                  <a:cxn ang="0">
                    <a:pos x="connsiteX2491" y="connsiteY2491"/>
                  </a:cxn>
                  <a:cxn ang="0">
                    <a:pos x="connsiteX2492" y="connsiteY2492"/>
                  </a:cxn>
                  <a:cxn ang="0">
                    <a:pos x="connsiteX2493" y="connsiteY2493"/>
                  </a:cxn>
                  <a:cxn ang="0">
                    <a:pos x="connsiteX2494" y="connsiteY2494"/>
                  </a:cxn>
                  <a:cxn ang="0">
                    <a:pos x="connsiteX2495" y="connsiteY2495"/>
                  </a:cxn>
                  <a:cxn ang="0">
                    <a:pos x="connsiteX2496" y="connsiteY2496"/>
                  </a:cxn>
                  <a:cxn ang="0">
                    <a:pos x="connsiteX2497" y="connsiteY2497"/>
                  </a:cxn>
                  <a:cxn ang="0">
                    <a:pos x="connsiteX2498" y="connsiteY2498"/>
                  </a:cxn>
                  <a:cxn ang="0">
                    <a:pos x="connsiteX2499" y="connsiteY2499"/>
                  </a:cxn>
                  <a:cxn ang="0">
                    <a:pos x="connsiteX2500" y="connsiteY2500"/>
                  </a:cxn>
                  <a:cxn ang="0">
                    <a:pos x="connsiteX2501" y="connsiteY2501"/>
                  </a:cxn>
                  <a:cxn ang="0">
                    <a:pos x="connsiteX2502" y="connsiteY2502"/>
                  </a:cxn>
                  <a:cxn ang="0">
                    <a:pos x="connsiteX2503" y="connsiteY2503"/>
                  </a:cxn>
                  <a:cxn ang="0">
                    <a:pos x="connsiteX2504" y="connsiteY2504"/>
                  </a:cxn>
                  <a:cxn ang="0">
                    <a:pos x="connsiteX2505" y="connsiteY2505"/>
                  </a:cxn>
                  <a:cxn ang="0">
                    <a:pos x="connsiteX2506" y="connsiteY2506"/>
                  </a:cxn>
                  <a:cxn ang="0">
                    <a:pos x="connsiteX2507" y="connsiteY2507"/>
                  </a:cxn>
                  <a:cxn ang="0">
                    <a:pos x="connsiteX2508" y="connsiteY2508"/>
                  </a:cxn>
                  <a:cxn ang="0">
                    <a:pos x="connsiteX2509" y="connsiteY2509"/>
                  </a:cxn>
                  <a:cxn ang="0">
                    <a:pos x="connsiteX2510" y="connsiteY2510"/>
                  </a:cxn>
                  <a:cxn ang="0">
                    <a:pos x="connsiteX2511" y="connsiteY2511"/>
                  </a:cxn>
                  <a:cxn ang="0">
                    <a:pos x="connsiteX2512" y="connsiteY2512"/>
                  </a:cxn>
                  <a:cxn ang="0">
                    <a:pos x="connsiteX2513" y="connsiteY2513"/>
                  </a:cxn>
                  <a:cxn ang="0">
                    <a:pos x="connsiteX2514" y="connsiteY2514"/>
                  </a:cxn>
                  <a:cxn ang="0">
                    <a:pos x="connsiteX2515" y="connsiteY2515"/>
                  </a:cxn>
                  <a:cxn ang="0">
                    <a:pos x="connsiteX2516" y="connsiteY2516"/>
                  </a:cxn>
                  <a:cxn ang="0">
                    <a:pos x="connsiteX2517" y="connsiteY2517"/>
                  </a:cxn>
                  <a:cxn ang="0">
                    <a:pos x="connsiteX2518" y="connsiteY2518"/>
                  </a:cxn>
                  <a:cxn ang="0">
                    <a:pos x="connsiteX2519" y="connsiteY2519"/>
                  </a:cxn>
                  <a:cxn ang="0">
                    <a:pos x="connsiteX2520" y="connsiteY2520"/>
                  </a:cxn>
                  <a:cxn ang="0">
                    <a:pos x="connsiteX2521" y="connsiteY2521"/>
                  </a:cxn>
                  <a:cxn ang="0">
                    <a:pos x="connsiteX2522" y="connsiteY2522"/>
                  </a:cxn>
                  <a:cxn ang="0">
                    <a:pos x="connsiteX2523" y="connsiteY2523"/>
                  </a:cxn>
                  <a:cxn ang="0">
                    <a:pos x="connsiteX2524" y="connsiteY2524"/>
                  </a:cxn>
                  <a:cxn ang="0">
                    <a:pos x="connsiteX2525" y="connsiteY2525"/>
                  </a:cxn>
                  <a:cxn ang="0">
                    <a:pos x="connsiteX2526" y="connsiteY2526"/>
                  </a:cxn>
                  <a:cxn ang="0">
                    <a:pos x="connsiteX2527" y="connsiteY2527"/>
                  </a:cxn>
                  <a:cxn ang="0">
                    <a:pos x="connsiteX2528" y="connsiteY2528"/>
                  </a:cxn>
                  <a:cxn ang="0">
                    <a:pos x="connsiteX2529" y="connsiteY2529"/>
                  </a:cxn>
                  <a:cxn ang="0">
                    <a:pos x="connsiteX2530" y="connsiteY2530"/>
                  </a:cxn>
                  <a:cxn ang="0">
                    <a:pos x="connsiteX2531" y="connsiteY2531"/>
                  </a:cxn>
                  <a:cxn ang="0">
                    <a:pos x="connsiteX2532" y="connsiteY2532"/>
                  </a:cxn>
                  <a:cxn ang="0">
                    <a:pos x="connsiteX2533" y="connsiteY2533"/>
                  </a:cxn>
                  <a:cxn ang="0">
                    <a:pos x="connsiteX2534" y="connsiteY2534"/>
                  </a:cxn>
                  <a:cxn ang="0">
                    <a:pos x="connsiteX2535" y="connsiteY2535"/>
                  </a:cxn>
                  <a:cxn ang="0">
                    <a:pos x="connsiteX2536" y="connsiteY2536"/>
                  </a:cxn>
                  <a:cxn ang="0">
                    <a:pos x="connsiteX2537" y="connsiteY2537"/>
                  </a:cxn>
                  <a:cxn ang="0">
                    <a:pos x="connsiteX2538" y="connsiteY2538"/>
                  </a:cxn>
                  <a:cxn ang="0">
                    <a:pos x="connsiteX2539" y="connsiteY2539"/>
                  </a:cxn>
                  <a:cxn ang="0">
                    <a:pos x="connsiteX2540" y="connsiteY2540"/>
                  </a:cxn>
                  <a:cxn ang="0">
                    <a:pos x="connsiteX2541" y="connsiteY2541"/>
                  </a:cxn>
                  <a:cxn ang="0">
                    <a:pos x="connsiteX2542" y="connsiteY2542"/>
                  </a:cxn>
                  <a:cxn ang="0">
                    <a:pos x="connsiteX2543" y="connsiteY2543"/>
                  </a:cxn>
                  <a:cxn ang="0">
                    <a:pos x="connsiteX2544" y="connsiteY2544"/>
                  </a:cxn>
                  <a:cxn ang="0">
                    <a:pos x="connsiteX2545" y="connsiteY2545"/>
                  </a:cxn>
                  <a:cxn ang="0">
                    <a:pos x="connsiteX2546" y="connsiteY2546"/>
                  </a:cxn>
                  <a:cxn ang="0">
                    <a:pos x="connsiteX2547" y="connsiteY2547"/>
                  </a:cxn>
                  <a:cxn ang="0">
                    <a:pos x="connsiteX2548" y="connsiteY2548"/>
                  </a:cxn>
                  <a:cxn ang="0">
                    <a:pos x="connsiteX2549" y="connsiteY2549"/>
                  </a:cxn>
                  <a:cxn ang="0">
                    <a:pos x="connsiteX2550" y="connsiteY2550"/>
                  </a:cxn>
                  <a:cxn ang="0">
                    <a:pos x="connsiteX2551" y="connsiteY2551"/>
                  </a:cxn>
                  <a:cxn ang="0">
                    <a:pos x="connsiteX2552" y="connsiteY2552"/>
                  </a:cxn>
                  <a:cxn ang="0">
                    <a:pos x="connsiteX2553" y="connsiteY2553"/>
                  </a:cxn>
                  <a:cxn ang="0">
                    <a:pos x="connsiteX2554" y="connsiteY2554"/>
                  </a:cxn>
                  <a:cxn ang="0">
                    <a:pos x="connsiteX2555" y="connsiteY2555"/>
                  </a:cxn>
                  <a:cxn ang="0">
                    <a:pos x="connsiteX2556" y="connsiteY2556"/>
                  </a:cxn>
                  <a:cxn ang="0">
                    <a:pos x="connsiteX2557" y="connsiteY2557"/>
                  </a:cxn>
                  <a:cxn ang="0">
                    <a:pos x="connsiteX2558" y="connsiteY2558"/>
                  </a:cxn>
                  <a:cxn ang="0">
                    <a:pos x="connsiteX2559" y="connsiteY2559"/>
                  </a:cxn>
                  <a:cxn ang="0">
                    <a:pos x="connsiteX2560" y="connsiteY2560"/>
                  </a:cxn>
                  <a:cxn ang="0">
                    <a:pos x="connsiteX2561" y="connsiteY2561"/>
                  </a:cxn>
                  <a:cxn ang="0">
                    <a:pos x="connsiteX2562" y="connsiteY2562"/>
                  </a:cxn>
                  <a:cxn ang="0">
                    <a:pos x="connsiteX2563" y="connsiteY2563"/>
                  </a:cxn>
                  <a:cxn ang="0">
                    <a:pos x="connsiteX2564" y="connsiteY2564"/>
                  </a:cxn>
                  <a:cxn ang="0">
                    <a:pos x="connsiteX2565" y="connsiteY2565"/>
                  </a:cxn>
                  <a:cxn ang="0">
                    <a:pos x="connsiteX2566" y="connsiteY2566"/>
                  </a:cxn>
                  <a:cxn ang="0">
                    <a:pos x="connsiteX2567" y="connsiteY2567"/>
                  </a:cxn>
                  <a:cxn ang="0">
                    <a:pos x="connsiteX2568" y="connsiteY2568"/>
                  </a:cxn>
                  <a:cxn ang="0">
                    <a:pos x="connsiteX2569" y="connsiteY2569"/>
                  </a:cxn>
                  <a:cxn ang="0">
                    <a:pos x="connsiteX2570" y="connsiteY2570"/>
                  </a:cxn>
                  <a:cxn ang="0">
                    <a:pos x="connsiteX2571" y="connsiteY2571"/>
                  </a:cxn>
                  <a:cxn ang="0">
                    <a:pos x="connsiteX2572" y="connsiteY2572"/>
                  </a:cxn>
                  <a:cxn ang="0">
                    <a:pos x="connsiteX2573" y="connsiteY2573"/>
                  </a:cxn>
                  <a:cxn ang="0">
                    <a:pos x="connsiteX2574" y="connsiteY2574"/>
                  </a:cxn>
                  <a:cxn ang="0">
                    <a:pos x="connsiteX2575" y="connsiteY2575"/>
                  </a:cxn>
                  <a:cxn ang="0">
                    <a:pos x="connsiteX2576" y="connsiteY2576"/>
                  </a:cxn>
                  <a:cxn ang="0">
                    <a:pos x="connsiteX2577" y="connsiteY2577"/>
                  </a:cxn>
                  <a:cxn ang="0">
                    <a:pos x="connsiteX2578" y="connsiteY2578"/>
                  </a:cxn>
                  <a:cxn ang="0">
                    <a:pos x="connsiteX2579" y="connsiteY2579"/>
                  </a:cxn>
                  <a:cxn ang="0">
                    <a:pos x="connsiteX2580" y="connsiteY2580"/>
                  </a:cxn>
                  <a:cxn ang="0">
                    <a:pos x="connsiteX2581" y="connsiteY2581"/>
                  </a:cxn>
                  <a:cxn ang="0">
                    <a:pos x="connsiteX2582" y="connsiteY2582"/>
                  </a:cxn>
                  <a:cxn ang="0">
                    <a:pos x="connsiteX2583" y="connsiteY2583"/>
                  </a:cxn>
                  <a:cxn ang="0">
                    <a:pos x="connsiteX2584" y="connsiteY2584"/>
                  </a:cxn>
                  <a:cxn ang="0">
                    <a:pos x="connsiteX2585" y="connsiteY2585"/>
                  </a:cxn>
                  <a:cxn ang="0">
                    <a:pos x="connsiteX2586" y="connsiteY2586"/>
                  </a:cxn>
                  <a:cxn ang="0">
                    <a:pos x="connsiteX2587" y="connsiteY2587"/>
                  </a:cxn>
                  <a:cxn ang="0">
                    <a:pos x="connsiteX2588" y="connsiteY2588"/>
                  </a:cxn>
                  <a:cxn ang="0">
                    <a:pos x="connsiteX2589" y="connsiteY2589"/>
                  </a:cxn>
                  <a:cxn ang="0">
                    <a:pos x="connsiteX2590" y="connsiteY2590"/>
                  </a:cxn>
                  <a:cxn ang="0">
                    <a:pos x="connsiteX2591" y="connsiteY2591"/>
                  </a:cxn>
                  <a:cxn ang="0">
                    <a:pos x="connsiteX2592" y="connsiteY2592"/>
                  </a:cxn>
                  <a:cxn ang="0">
                    <a:pos x="connsiteX2593" y="connsiteY2593"/>
                  </a:cxn>
                  <a:cxn ang="0">
                    <a:pos x="connsiteX2594" y="connsiteY2594"/>
                  </a:cxn>
                  <a:cxn ang="0">
                    <a:pos x="connsiteX2595" y="connsiteY2595"/>
                  </a:cxn>
                  <a:cxn ang="0">
                    <a:pos x="connsiteX2596" y="connsiteY2596"/>
                  </a:cxn>
                  <a:cxn ang="0">
                    <a:pos x="connsiteX2597" y="connsiteY2597"/>
                  </a:cxn>
                  <a:cxn ang="0">
                    <a:pos x="connsiteX2598" y="connsiteY2598"/>
                  </a:cxn>
                  <a:cxn ang="0">
                    <a:pos x="connsiteX2599" y="connsiteY2599"/>
                  </a:cxn>
                  <a:cxn ang="0">
                    <a:pos x="connsiteX2600" y="connsiteY2600"/>
                  </a:cxn>
                  <a:cxn ang="0">
                    <a:pos x="connsiteX2601" y="connsiteY2601"/>
                  </a:cxn>
                  <a:cxn ang="0">
                    <a:pos x="connsiteX2602" y="connsiteY2602"/>
                  </a:cxn>
                  <a:cxn ang="0">
                    <a:pos x="connsiteX2603" y="connsiteY2603"/>
                  </a:cxn>
                  <a:cxn ang="0">
                    <a:pos x="connsiteX2604" y="connsiteY2604"/>
                  </a:cxn>
                  <a:cxn ang="0">
                    <a:pos x="connsiteX2605" y="connsiteY2605"/>
                  </a:cxn>
                  <a:cxn ang="0">
                    <a:pos x="connsiteX2606" y="connsiteY2606"/>
                  </a:cxn>
                  <a:cxn ang="0">
                    <a:pos x="connsiteX2607" y="connsiteY2607"/>
                  </a:cxn>
                  <a:cxn ang="0">
                    <a:pos x="connsiteX2608" y="connsiteY2608"/>
                  </a:cxn>
                  <a:cxn ang="0">
                    <a:pos x="connsiteX2609" y="connsiteY2609"/>
                  </a:cxn>
                  <a:cxn ang="0">
                    <a:pos x="connsiteX2610" y="connsiteY2610"/>
                  </a:cxn>
                  <a:cxn ang="0">
                    <a:pos x="connsiteX2611" y="connsiteY2611"/>
                  </a:cxn>
                  <a:cxn ang="0">
                    <a:pos x="connsiteX2612" y="connsiteY2612"/>
                  </a:cxn>
                  <a:cxn ang="0">
                    <a:pos x="connsiteX2613" y="connsiteY2613"/>
                  </a:cxn>
                  <a:cxn ang="0">
                    <a:pos x="connsiteX2614" y="connsiteY2614"/>
                  </a:cxn>
                  <a:cxn ang="0">
                    <a:pos x="connsiteX2615" y="connsiteY2615"/>
                  </a:cxn>
                  <a:cxn ang="0">
                    <a:pos x="connsiteX2616" y="connsiteY2616"/>
                  </a:cxn>
                  <a:cxn ang="0">
                    <a:pos x="connsiteX2617" y="connsiteY2617"/>
                  </a:cxn>
                  <a:cxn ang="0">
                    <a:pos x="connsiteX2618" y="connsiteY2618"/>
                  </a:cxn>
                  <a:cxn ang="0">
                    <a:pos x="connsiteX2619" y="connsiteY2619"/>
                  </a:cxn>
                  <a:cxn ang="0">
                    <a:pos x="connsiteX2620" y="connsiteY2620"/>
                  </a:cxn>
                  <a:cxn ang="0">
                    <a:pos x="connsiteX2621" y="connsiteY2621"/>
                  </a:cxn>
                  <a:cxn ang="0">
                    <a:pos x="connsiteX2622" y="connsiteY2622"/>
                  </a:cxn>
                  <a:cxn ang="0">
                    <a:pos x="connsiteX2623" y="connsiteY2623"/>
                  </a:cxn>
                  <a:cxn ang="0">
                    <a:pos x="connsiteX2624" y="connsiteY2624"/>
                  </a:cxn>
                  <a:cxn ang="0">
                    <a:pos x="connsiteX2625" y="connsiteY2625"/>
                  </a:cxn>
                  <a:cxn ang="0">
                    <a:pos x="connsiteX2626" y="connsiteY2626"/>
                  </a:cxn>
                  <a:cxn ang="0">
                    <a:pos x="connsiteX2627" y="connsiteY2627"/>
                  </a:cxn>
                  <a:cxn ang="0">
                    <a:pos x="connsiteX2628" y="connsiteY2628"/>
                  </a:cxn>
                  <a:cxn ang="0">
                    <a:pos x="connsiteX2629" y="connsiteY2629"/>
                  </a:cxn>
                  <a:cxn ang="0">
                    <a:pos x="connsiteX2630" y="connsiteY2630"/>
                  </a:cxn>
                  <a:cxn ang="0">
                    <a:pos x="connsiteX2631" y="connsiteY2631"/>
                  </a:cxn>
                  <a:cxn ang="0">
                    <a:pos x="connsiteX2632" y="connsiteY2632"/>
                  </a:cxn>
                  <a:cxn ang="0">
                    <a:pos x="connsiteX2633" y="connsiteY2633"/>
                  </a:cxn>
                  <a:cxn ang="0">
                    <a:pos x="connsiteX2634" y="connsiteY2634"/>
                  </a:cxn>
                  <a:cxn ang="0">
                    <a:pos x="connsiteX2635" y="connsiteY2635"/>
                  </a:cxn>
                  <a:cxn ang="0">
                    <a:pos x="connsiteX2636" y="connsiteY2636"/>
                  </a:cxn>
                  <a:cxn ang="0">
                    <a:pos x="connsiteX2637" y="connsiteY2637"/>
                  </a:cxn>
                  <a:cxn ang="0">
                    <a:pos x="connsiteX2638" y="connsiteY2638"/>
                  </a:cxn>
                  <a:cxn ang="0">
                    <a:pos x="connsiteX2639" y="connsiteY2639"/>
                  </a:cxn>
                  <a:cxn ang="0">
                    <a:pos x="connsiteX2640" y="connsiteY2640"/>
                  </a:cxn>
                  <a:cxn ang="0">
                    <a:pos x="connsiteX2641" y="connsiteY2641"/>
                  </a:cxn>
                  <a:cxn ang="0">
                    <a:pos x="connsiteX2642" y="connsiteY2642"/>
                  </a:cxn>
                  <a:cxn ang="0">
                    <a:pos x="connsiteX2643" y="connsiteY2643"/>
                  </a:cxn>
                  <a:cxn ang="0">
                    <a:pos x="connsiteX2644" y="connsiteY2644"/>
                  </a:cxn>
                  <a:cxn ang="0">
                    <a:pos x="connsiteX2645" y="connsiteY2645"/>
                  </a:cxn>
                  <a:cxn ang="0">
                    <a:pos x="connsiteX2646" y="connsiteY2646"/>
                  </a:cxn>
                  <a:cxn ang="0">
                    <a:pos x="connsiteX2647" y="connsiteY2647"/>
                  </a:cxn>
                  <a:cxn ang="0">
                    <a:pos x="connsiteX2648" y="connsiteY2648"/>
                  </a:cxn>
                  <a:cxn ang="0">
                    <a:pos x="connsiteX2649" y="connsiteY2649"/>
                  </a:cxn>
                  <a:cxn ang="0">
                    <a:pos x="connsiteX2650" y="connsiteY2650"/>
                  </a:cxn>
                  <a:cxn ang="0">
                    <a:pos x="connsiteX2651" y="connsiteY2651"/>
                  </a:cxn>
                  <a:cxn ang="0">
                    <a:pos x="connsiteX2652" y="connsiteY2652"/>
                  </a:cxn>
                  <a:cxn ang="0">
                    <a:pos x="connsiteX2653" y="connsiteY2653"/>
                  </a:cxn>
                  <a:cxn ang="0">
                    <a:pos x="connsiteX2654" y="connsiteY2654"/>
                  </a:cxn>
                  <a:cxn ang="0">
                    <a:pos x="connsiteX2655" y="connsiteY2655"/>
                  </a:cxn>
                  <a:cxn ang="0">
                    <a:pos x="connsiteX2656" y="connsiteY2656"/>
                  </a:cxn>
                  <a:cxn ang="0">
                    <a:pos x="connsiteX2657" y="connsiteY2657"/>
                  </a:cxn>
                  <a:cxn ang="0">
                    <a:pos x="connsiteX2658" y="connsiteY2658"/>
                  </a:cxn>
                  <a:cxn ang="0">
                    <a:pos x="connsiteX2659" y="connsiteY2659"/>
                  </a:cxn>
                  <a:cxn ang="0">
                    <a:pos x="connsiteX2660" y="connsiteY2660"/>
                  </a:cxn>
                  <a:cxn ang="0">
                    <a:pos x="connsiteX2661" y="connsiteY2661"/>
                  </a:cxn>
                  <a:cxn ang="0">
                    <a:pos x="connsiteX2662" y="connsiteY2662"/>
                  </a:cxn>
                  <a:cxn ang="0">
                    <a:pos x="connsiteX2663" y="connsiteY2663"/>
                  </a:cxn>
                  <a:cxn ang="0">
                    <a:pos x="connsiteX2664" y="connsiteY2664"/>
                  </a:cxn>
                  <a:cxn ang="0">
                    <a:pos x="connsiteX2665" y="connsiteY2665"/>
                  </a:cxn>
                  <a:cxn ang="0">
                    <a:pos x="connsiteX2666" y="connsiteY2666"/>
                  </a:cxn>
                  <a:cxn ang="0">
                    <a:pos x="connsiteX2667" y="connsiteY2667"/>
                  </a:cxn>
                  <a:cxn ang="0">
                    <a:pos x="connsiteX2668" y="connsiteY2668"/>
                  </a:cxn>
                  <a:cxn ang="0">
                    <a:pos x="connsiteX2669" y="connsiteY2669"/>
                  </a:cxn>
                  <a:cxn ang="0">
                    <a:pos x="connsiteX2670" y="connsiteY2670"/>
                  </a:cxn>
                  <a:cxn ang="0">
                    <a:pos x="connsiteX2671" y="connsiteY2671"/>
                  </a:cxn>
                  <a:cxn ang="0">
                    <a:pos x="connsiteX2672" y="connsiteY2672"/>
                  </a:cxn>
                  <a:cxn ang="0">
                    <a:pos x="connsiteX2673" y="connsiteY2673"/>
                  </a:cxn>
                  <a:cxn ang="0">
                    <a:pos x="connsiteX2674" y="connsiteY2674"/>
                  </a:cxn>
                  <a:cxn ang="0">
                    <a:pos x="connsiteX2675" y="connsiteY2675"/>
                  </a:cxn>
                  <a:cxn ang="0">
                    <a:pos x="connsiteX2676" y="connsiteY2676"/>
                  </a:cxn>
                  <a:cxn ang="0">
                    <a:pos x="connsiteX2677" y="connsiteY2677"/>
                  </a:cxn>
                  <a:cxn ang="0">
                    <a:pos x="connsiteX2678" y="connsiteY2678"/>
                  </a:cxn>
                  <a:cxn ang="0">
                    <a:pos x="connsiteX2679" y="connsiteY2679"/>
                  </a:cxn>
                  <a:cxn ang="0">
                    <a:pos x="connsiteX2680" y="connsiteY2680"/>
                  </a:cxn>
                  <a:cxn ang="0">
                    <a:pos x="connsiteX2681" y="connsiteY2681"/>
                  </a:cxn>
                  <a:cxn ang="0">
                    <a:pos x="connsiteX2682" y="connsiteY2682"/>
                  </a:cxn>
                  <a:cxn ang="0">
                    <a:pos x="connsiteX2683" y="connsiteY2683"/>
                  </a:cxn>
                  <a:cxn ang="0">
                    <a:pos x="connsiteX2684" y="connsiteY2684"/>
                  </a:cxn>
                  <a:cxn ang="0">
                    <a:pos x="connsiteX2685" y="connsiteY2685"/>
                  </a:cxn>
                  <a:cxn ang="0">
                    <a:pos x="connsiteX2686" y="connsiteY2686"/>
                  </a:cxn>
                  <a:cxn ang="0">
                    <a:pos x="connsiteX2687" y="connsiteY2687"/>
                  </a:cxn>
                  <a:cxn ang="0">
                    <a:pos x="connsiteX2688" y="connsiteY2688"/>
                  </a:cxn>
                  <a:cxn ang="0">
                    <a:pos x="connsiteX2689" y="connsiteY2689"/>
                  </a:cxn>
                  <a:cxn ang="0">
                    <a:pos x="connsiteX2690" y="connsiteY2690"/>
                  </a:cxn>
                  <a:cxn ang="0">
                    <a:pos x="connsiteX2691" y="connsiteY2691"/>
                  </a:cxn>
                  <a:cxn ang="0">
                    <a:pos x="connsiteX2692" y="connsiteY2692"/>
                  </a:cxn>
                  <a:cxn ang="0">
                    <a:pos x="connsiteX2693" y="connsiteY2693"/>
                  </a:cxn>
                  <a:cxn ang="0">
                    <a:pos x="connsiteX2694" y="connsiteY2694"/>
                  </a:cxn>
                  <a:cxn ang="0">
                    <a:pos x="connsiteX2695" y="connsiteY2695"/>
                  </a:cxn>
                  <a:cxn ang="0">
                    <a:pos x="connsiteX2696" y="connsiteY2696"/>
                  </a:cxn>
                  <a:cxn ang="0">
                    <a:pos x="connsiteX2697" y="connsiteY2697"/>
                  </a:cxn>
                  <a:cxn ang="0">
                    <a:pos x="connsiteX2698" y="connsiteY2698"/>
                  </a:cxn>
                  <a:cxn ang="0">
                    <a:pos x="connsiteX2699" y="connsiteY2699"/>
                  </a:cxn>
                  <a:cxn ang="0">
                    <a:pos x="connsiteX2700" y="connsiteY2700"/>
                  </a:cxn>
                  <a:cxn ang="0">
                    <a:pos x="connsiteX2701" y="connsiteY2701"/>
                  </a:cxn>
                  <a:cxn ang="0">
                    <a:pos x="connsiteX2702" y="connsiteY2702"/>
                  </a:cxn>
                  <a:cxn ang="0">
                    <a:pos x="connsiteX2703" y="connsiteY2703"/>
                  </a:cxn>
                  <a:cxn ang="0">
                    <a:pos x="connsiteX2704" y="connsiteY2704"/>
                  </a:cxn>
                  <a:cxn ang="0">
                    <a:pos x="connsiteX2705" y="connsiteY2705"/>
                  </a:cxn>
                  <a:cxn ang="0">
                    <a:pos x="connsiteX2706" y="connsiteY2706"/>
                  </a:cxn>
                  <a:cxn ang="0">
                    <a:pos x="connsiteX2707" y="connsiteY2707"/>
                  </a:cxn>
                  <a:cxn ang="0">
                    <a:pos x="connsiteX2708" y="connsiteY2708"/>
                  </a:cxn>
                  <a:cxn ang="0">
                    <a:pos x="connsiteX2709" y="connsiteY2709"/>
                  </a:cxn>
                  <a:cxn ang="0">
                    <a:pos x="connsiteX2710" y="connsiteY2710"/>
                  </a:cxn>
                  <a:cxn ang="0">
                    <a:pos x="connsiteX2711" y="connsiteY2711"/>
                  </a:cxn>
                  <a:cxn ang="0">
                    <a:pos x="connsiteX2712" y="connsiteY2712"/>
                  </a:cxn>
                  <a:cxn ang="0">
                    <a:pos x="connsiteX2713" y="connsiteY2713"/>
                  </a:cxn>
                  <a:cxn ang="0">
                    <a:pos x="connsiteX2714" y="connsiteY2714"/>
                  </a:cxn>
                  <a:cxn ang="0">
                    <a:pos x="connsiteX2715" y="connsiteY2715"/>
                  </a:cxn>
                  <a:cxn ang="0">
                    <a:pos x="connsiteX2716" y="connsiteY2716"/>
                  </a:cxn>
                  <a:cxn ang="0">
                    <a:pos x="connsiteX2717" y="connsiteY2717"/>
                  </a:cxn>
                  <a:cxn ang="0">
                    <a:pos x="connsiteX2718" y="connsiteY2718"/>
                  </a:cxn>
                  <a:cxn ang="0">
                    <a:pos x="connsiteX2719" y="connsiteY2719"/>
                  </a:cxn>
                  <a:cxn ang="0">
                    <a:pos x="connsiteX2720" y="connsiteY2720"/>
                  </a:cxn>
                  <a:cxn ang="0">
                    <a:pos x="connsiteX2721" y="connsiteY2721"/>
                  </a:cxn>
                  <a:cxn ang="0">
                    <a:pos x="connsiteX2722" y="connsiteY2722"/>
                  </a:cxn>
                  <a:cxn ang="0">
                    <a:pos x="connsiteX2723" y="connsiteY2723"/>
                  </a:cxn>
                  <a:cxn ang="0">
                    <a:pos x="connsiteX2724" y="connsiteY2724"/>
                  </a:cxn>
                  <a:cxn ang="0">
                    <a:pos x="connsiteX2725" y="connsiteY2725"/>
                  </a:cxn>
                  <a:cxn ang="0">
                    <a:pos x="connsiteX2726" y="connsiteY2726"/>
                  </a:cxn>
                  <a:cxn ang="0">
                    <a:pos x="connsiteX2727" y="connsiteY2727"/>
                  </a:cxn>
                  <a:cxn ang="0">
                    <a:pos x="connsiteX2728" y="connsiteY2728"/>
                  </a:cxn>
                  <a:cxn ang="0">
                    <a:pos x="connsiteX2729" y="connsiteY2729"/>
                  </a:cxn>
                  <a:cxn ang="0">
                    <a:pos x="connsiteX2730" y="connsiteY2730"/>
                  </a:cxn>
                  <a:cxn ang="0">
                    <a:pos x="connsiteX2731" y="connsiteY2731"/>
                  </a:cxn>
                  <a:cxn ang="0">
                    <a:pos x="connsiteX2732" y="connsiteY2732"/>
                  </a:cxn>
                  <a:cxn ang="0">
                    <a:pos x="connsiteX2733" y="connsiteY2733"/>
                  </a:cxn>
                  <a:cxn ang="0">
                    <a:pos x="connsiteX2734" y="connsiteY2734"/>
                  </a:cxn>
                  <a:cxn ang="0">
                    <a:pos x="connsiteX2735" y="connsiteY2735"/>
                  </a:cxn>
                  <a:cxn ang="0">
                    <a:pos x="connsiteX2736" y="connsiteY2736"/>
                  </a:cxn>
                  <a:cxn ang="0">
                    <a:pos x="connsiteX2737" y="connsiteY2737"/>
                  </a:cxn>
                  <a:cxn ang="0">
                    <a:pos x="connsiteX2738" y="connsiteY2738"/>
                  </a:cxn>
                  <a:cxn ang="0">
                    <a:pos x="connsiteX2739" y="connsiteY2739"/>
                  </a:cxn>
                  <a:cxn ang="0">
                    <a:pos x="connsiteX2740" y="connsiteY2740"/>
                  </a:cxn>
                  <a:cxn ang="0">
                    <a:pos x="connsiteX2741" y="connsiteY2741"/>
                  </a:cxn>
                  <a:cxn ang="0">
                    <a:pos x="connsiteX2742" y="connsiteY2742"/>
                  </a:cxn>
                  <a:cxn ang="0">
                    <a:pos x="connsiteX2743" y="connsiteY2743"/>
                  </a:cxn>
                  <a:cxn ang="0">
                    <a:pos x="connsiteX2744" y="connsiteY2744"/>
                  </a:cxn>
                  <a:cxn ang="0">
                    <a:pos x="connsiteX2745" y="connsiteY2745"/>
                  </a:cxn>
                  <a:cxn ang="0">
                    <a:pos x="connsiteX2746" y="connsiteY2746"/>
                  </a:cxn>
                  <a:cxn ang="0">
                    <a:pos x="connsiteX2747" y="connsiteY2747"/>
                  </a:cxn>
                  <a:cxn ang="0">
                    <a:pos x="connsiteX2748" y="connsiteY2748"/>
                  </a:cxn>
                  <a:cxn ang="0">
                    <a:pos x="connsiteX2749" y="connsiteY2749"/>
                  </a:cxn>
                  <a:cxn ang="0">
                    <a:pos x="connsiteX2750" y="connsiteY2750"/>
                  </a:cxn>
                  <a:cxn ang="0">
                    <a:pos x="connsiteX2751" y="connsiteY2751"/>
                  </a:cxn>
                  <a:cxn ang="0">
                    <a:pos x="connsiteX2752" y="connsiteY2752"/>
                  </a:cxn>
                  <a:cxn ang="0">
                    <a:pos x="connsiteX2753" y="connsiteY2753"/>
                  </a:cxn>
                  <a:cxn ang="0">
                    <a:pos x="connsiteX2754" y="connsiteY2754"/>
                  </a:cxn>
                  <a:cxn ang="0">
                    <a:pos x="connsiteX2755" y="connsiteY2755"/>
                  </a:cxn>
                  <a:cxn ang="0">
                    <a:pos x="connsiteX2756" y="connsiteY2756"/>
                  </a:cxn>
                  <a:cxn ang="0">
                    <a:pos x="connsiteX2757" y="connsiteY2757"/>
                  </a:cxn>
                  <a:cxn ang="0">
                    <a:pos x="connsiteX2758" y="connsiteY2758"/>
                  </a:cxn>
                  <a:cxn ang="0">
                    <a:pos x="connsiteX2759" y="connsiteY2759"/>
                  </a:cxn>
                  <a:cxn ang="0">
                    <a:pos x="connsiteX2760" y="connsiteY2760"/>
                  </a:cxn>
                  <a:cxn ang="0">
                    <a:pos x="connsiteX2761" y="connsiteY2761"/>
                  </a:cxn>
                  <a:cxn ang="0">
                    <a:pos x="connsiteX2762" y="connsiteY2762"/>
                  </a:cxn>
                  <a:cxn ang="0">
                    <a:pos x="connsiteX2763" y="connsiteY2763"/>
                  </a:cxn>
                  <a:cxn ang="0">
                    <a:pos x="connsiteX2764" y="connsiteY2764"/>
                  </a:cxn>
                  <a:cxn ang="0">
                    <a:pos x="connsiteX2765" y="connsiteY2765"/>
                  </a:cxn>
                  <a:cxn ang="0">
                    <a:pos x="connsiteX2766" y="connsiteY2766"/>
                  </a:cxn>
                  <a:cxn ang="0">
                    <a:pos x="connsiteX2767" y="connsiteY2767"/>
                  </a:cxn>
                  <a:cxn ang="0">
                    <a:pos x="connsiteX2768" y="connsiteY2768"/>
                  </a:cxn>
                  <a:cxn ang="0">
                    <a:pos x="connsiteX2769" y="connsiteY2769"/>
                  </a:cxn>
                  <a:cxn ang="0">
                    <a:pos x="connsiteX2770" y="connsiteY2770"/>
                  </a:cxn>
                  <a:cxn ang="0">
                    <a:pos x="connsiteX2771" y="connsiteY2771"/>
                  </a:cxn>
                  <a:cxn ang="0">
                    <a:pos x="connsiteX2772" y="connsiteY2772"/>
                  </a:cxn>
                  <a:cxn ang="0">
                    <a:pos x="connsiteX2773" y="connsiteY2773"/>
                  </a:cxn>
                  <a:cxn ang="0">
                    <a:pos x="connsiteX2774" y="connsiteY2774"/>
                  </a:cxn>
                  <a:cxn ang="0">
                    <a:pos x="connsiteX2775" y="connsiteY2775"/>
                  </a:cxn>
                  <a:cxn ang="0">
                    <a:pos x="connsiteX2776" y="connsiteY2776"/>
                  </a:cxn>
                  <a:cxn ang="0">
                    <a:pos x="connsiteX2777" y="connsiteY2777"/>
                  </a:cxn>
                  <a:cxn ang="0">
                    <a:pos x="connsiteX2778" y="connsiteY2778"/>
                  </a:cxn>
                  <a:cxn ang="0">
                    <a:pos x="connsiteX2779" y="connsiteY2779"/>
                  </a:cxn>
                  <a:cxn ang="0">
                    <a:pos x="connsiteX2780" y="connsiteY2780"/>
                  </a:cxn>
                  <a:cxn ang="0">
                    <a:pos x="connsiteX2781" y="connsiteY2781"/>
                  </a:cxn>
                  <a:cxn ang="0">
                    <a:pos x="connsiteX2782" y="connsiteY2782"/>
                  </a:cxn>
                  <a:cxn ang="0">
                    <a:pos x="connsiteX2783" y="connsiteY2783"/>
                  </a:cxn>
                  <a:cxn ang="0">
                    <a:pos x="connsiteX2784" y="connsiteY2784"/>
                  </a:cxn>
                  <a:cxn ang="0">
                    <a:pos x="connsiteX2785" y="connsiteY2785"/>
                  </a:cxn>
                  <a:cxn ang="0">
                    <a:pos x="connsiteX2786" y="connsiteY2786"/>
                  </a:cxn>
                  <a:cxn ang="0">
                    <a:pos x="connsiteX2787" y="connsiteY2787"/>
                  </a:cxn>
                  <a:cxn ang="0">
                    <a:pos x="connsiteX2788" y="connsiteY2788"/>
                  </a:cxn>
                  <a:cxn ang="0">
                    <a:pos x="connsiteX2789" y="connsiteY2789"/>
                  </a:cxn>
                  <a:cxn ang="0">
                    <a:pos x="connsiteX2790" y="connsiteY2790"/>
                  </a:cxn>
                  <a:cxn ang="0">
                    <a:pos x="connsiteX2791" y="connsiteY2791"/>
                  </a:cxn>
                  <a:cxn ang="0">
                    <a:pos x="connsiteX2792" y="connsiteY2792"/>
                  </a:cxn>
                  <a:cxn ang="0">
                    <a:pos x="connsiteX2793" y="connsiteY2793"/>
                  </a:cxn>
                  <a:cxn ang="0">
                    <a:pos x="connsiteX2794" y="connsiteY2794"/>
                  </a:cxn>
                  <a:cxn ang="0">
                    <a:pos x="connsiteX2795" y="connsiteY2795"/>
                  </a:cxn>
                  <a:cxn ang="0">
                    <a:pos x="connsiteX2796" y="connsiteY2796"/>
                  </a:cxn>
                  <a:cxn ang="0">
                    <a:pos x="connsiteX2797" y="connsiteY2797"/>
                  </a:cxn>
                  <a:cxn ang="0">
                    <a:pos x="connsiteX2798" y="connsiteY2798"/>
                  </a:cxn>
                  <a:cxn ang="0">
                    <a:pos x="connsiteX2799" y="connsiteY2799"/>
                  </a:cxn>
                  <a:cxn ang="0">
                    <a:pos x="connsiteX2800" y="connsiteY2800"/>
                  </a:cxn>
                  <a:cxn ang="0">
                    <a:pos x="connsiteX2801" y="connsiteY2801"/>
                  </a:cxn>
                  <a:cxn ang="0">
                    <a:pos x="connsiteX2802" y="connsiteY2802"/>
                  </a:cxn>
                  <a:cxn ang="0">
                    <a:pos x="connsiteX2803" y="connsiteY2803"/>
                  </a:cxn>
                  <a:cxn ang="0">
                    <a:pos x="connsiteX2804" y="connsiteY2804"/>
                  </a:cxn>
                  <a:cxn ang="0">
                    <a:pos x="connsiteX2805" y="connsiteY2805"/>
                  </a:cxn>
                  <a:cxn ang="0">
                    <a:pos x="connsiteX2806" y="connsiteY2806"/>
                  </a:cxn>
                  <a:cxn ang="0">
                    <a:pos x="connsiteX2807" y="connsiteY2807"/>
                  </a:cxn>
                  <a:cxn ang="0">
                    <a:pos x="connsiteX2808" y="connsiteY2808"/>
                  </a:cxn>
                  <a:cxn ang="0">
                    <a:pos x="connsiteX2809" y="connsiteY2809"/>
                  </a:cxn>
                  <a:cxn ang="0">
                    <a:pos x="connsiteX2810" y="connsiteY2810"/>
                  </a:cxn>
                  <a:cxn ang="0">
                    <a:pos x="connsiteX2811" y="connsiteY2811"/>
                  </a:cxn>
                  <a:cxn ang="0">
                    <a:pos x="connsiteX2812" y="connsiteY2812"/>
                  </a:cxn>
                  <a:cxn ang="0">
                    <a:pos x="connsiteX2813" y="connsiteY2813"/>
                  </a:cxn>
                  <a:cxn ang="0">
                    <a:pos x="connsiteX2814" y="connsiteY2814"/>
                  </a:cxn>
                  <a:cxn ang="0">
                    <a:pos x="connsiteX2815" y="connsiteY2815"/>
                  </a:cxn>
                  <a:cxn ang="0">
                    <a:pos x="connsiteX2816" y="connsiteY2816"/>
                  </a:cxn>
                  <a:cxn ang="0">
                    <a:pos x="connsiteX2817" y="connsiteY2817"/>
                  </a:cxn>
                  <a:cxn ang="0">
                    <a:pos x="connsiteX2818" y="connsiteY2818"/>
                  </a:cxn>
                  <a:cxn ang="0">
                    <a:pos x="connsiteX2819" y="connsiteY2819"/>
                  </a:cxn>
                  <a:cxn ang="0">
                    <a:pos x="connsiteX2820" y="connsiteY2820"/>
                  </a:cxn>
                  <a:cxn ang="0">
                    <a:pos x="connsiteX2821" y="connsiteY2821"/>
                  </a:cxn>
                  <a:cxn ang="0">
                    <a:pos x="connsiteX2822" y="connsiteY2822"/>
                  </a:cxn>
                  <a:cxn ang="0">
                    <a:pos x="connsiteX2823" y="connsiteY2823"/>
                  </a:cxn>
                  <a:cxn ang="0">
                    <a:pos x="connsiteX2824" y="connsiteY2824"/>
                  </a:cxn>
                  <a:cxn ang="0">
                    <a:pos x="connsiteX2825" y="connsiteY2825"/>
                  </a:cxn>
                  <a:cxn ang="0">
                    <a:pos x="connsiteX2826" y="connsiteY2826"/>
                  </a:cxn>
                  <a:cxn ang="0">
                    <a:pos x="connsiteX2827" y="connsiteY2827"/>
                  </a:cxn>
                  <a:cxn ang="0">
                    <a:pos x="connsiteX2828" y="connsiteY2828"/>
                  </a:cxn>
                  <a:cxn ang="0">
                    <a:pos x="connsiteX2829" y="connsiteY2829"/>
                  </a:cxn>
                  <a:cxn ang="0">
                    <a:pos x="connsiteX2830" y="connsiteY2830"/>
                  </a:cxn>
                  <a:cxn ang="0">
                    <a:pos x="connsiteX2831" y="connsiteY2831"/>
                  </a:cxn>
                  <a:cxn ang="0">
                    <a:pos x="connsiteX2832" y="connsiteY2832"/>
                  </a:cxn>
                  <a:cxn ang="0">
                    <a:pos x="connsiteX2833" y="connsiteY2833"/>
                  </a:cxn>
                  <a:cxn ang="0">
                    <a:pos x="connsiteX2834" y="connsiteY2834"/>
                  </a:cxn>
                  <a:cxn ang="0">
                    <a:pos x="connsiteX2835" y="connsiteY2835"/>
                  </a:cxn>
                  <a:cxn ang="0">
                    <a:pos x="connsiteX2836" y="connsiteY2836"/>
                  </a:cxn>
                  <a:cxn ang="0">
                    <a:pos x="connsiteX2837" y="connsiteY2837"/>
                  </a:cxn>
                  <a:cxn ang="0">
                    <a:pos x="connsiteX2838" y="connsiteY2838"/>
                  </a:cxn>
                  <a:cxn ang="0">
                    <a:pos x="connsiteX2839" y="connsiteY2839"/>
                  </a:cxn>
                  <a:cxn ang="0">
                    <a:pos x="connsiteX2840" y="connsiteY2840"/>
                  </a:cxn>
                  <a:cxn ang="0">
                    <a:pos x="connsiteX2841" y="connsiteY2841"/>
                  </a:cxn>
                  <a:cxn ang="0">
                    <a:pos x="connsiteX2842" y="connsiteY2842"/>
                  </a:cxn>
                  <a:cxn ang="0">
                    <a:pos x="connsiteX2843" y="connsiteY2843"/>
                  </a:cxn>
                  <a:cxn ang="0">
                    <a:pos x="connsiteX2844" y="connsiteY2844"/>
                  </a:cxn>
                  <a:cxn ang="0">
                    <a:pos x="connsiteX2845" y="connsiteY2845"/>
                  </a:cxn>
                  <a:cxn ang="0">
                    <a:pos x="connsiteX2846" y="connsiteY2846"/>
                  </a:cxn>
                  <a:cxn ang="0">
                    <a:pos x="connsiteX2847" y="connsiteY2847"/>
                  </a:cxn>
                  <a:cxn ang="0">
                    <a:pos x="connsiteX2848" y="connsiteY2848"/>
                  </a:cxn>
                  <a:cxn ang="0">
                    <a:pos x="connsiteX2849" y="connsiteY2849"/>
                  </a:cxn>
                  <a:cxn ang="0">
                    <a:pos x="connsiteX2850" y="connsiteY2850"/>
                  </a:cxn>
                  <a:cxn ang="0">
                    <a:pos x="connsiteX2851" y="connsiteY2851"/>
                  </a:cxn>
                  <a:cxn ang="0">
                    <a:pos x="connsiteX2852" y="connsiteY2852"/>
                  </a:cxn>
                  <a:cxn ang="0">
                    <a:pos x="connsiteX2853" y="connsiteY2853"/>
                  </a:cxn>
                  <a:cxn ang="0">
                    <a:pos x="connsiteX2854" y="connsiteY2854"/>
                  </a:cxn>
                  <a:cxn ang="0">
                    <a:pos x="connsiteX2855" y="connsiteY2855"/>
                  </a:cxn>
                  <a:cxn ang="0">
                    <a:pos x="connsiteX2856" y="connsiteY2856"/>
                  </a:cxn>
                  <a:cxn ang="0">
                    <a:pos x="connsiteX2857" y="connsiteY2857"/>
                  </a:cxn>
                  <a:cxn ang="0">
                    <a:pos x="connsiteX2858" y="connsiteY2858"/>
                  </a:cxn>
                  <a:cxn ang="0">
                    <a:pos x="connsiteX2859" y="connsiteY2859"/>
                  </a:cxn>
                  <a:cxn ang="0">
                    <a:pos x="connsiteX2860" y="connsiteY2860"/>
                  </a:cxn>
                  <a:cxn ang="0">
                    <a:pos x="connsiteX2861" y="connsiteY2861"/>
                  </a:cxn>
                  <a:cxn ang="0">
                    <a:pos x="connsiteX2862" y="connsiteY2862"/>
                  </a:cxn>
                  <a:cxn ang="0">
                    <a:pos x="connsiteX2863" y="connsiteY2863"/>
                  </a:cxn>
                  <a:cxn ang="0">
                    <a:pos x="connsiteX2864" y="connsiteY2864"/>
                  </a:cxn>
                  <a:cxn ang="0">
                    <a:pos x="connsiteX2865" y="connsiteY2865"/>
                  </a:cxn>
                  <a:cxn ang="0">
                    <a:pos x="connsiteX2866" y="connsiteY2866"/>
                  </a:cxn>
                  <a:cxn ang="0">
                    <a:pos x="connsiteX2867" y="connsiteY2867"/>
                  </a:cxn>
                  <a:cxn ang="0">
                    <a:pos x="connsiteX2868" y="connsiteY2868"/>
                  </a:cxn>
                  <a:cxn ang="0">
                    <a:pos x="connsiteX2869" y="connsiteY2869"/>
                  </a:cxn>
                  <a:cxn ang="0">
                    <a:pos x="connsiteX2870" y="connsiteY2870"/>
                  </a:cxn>
                  <a:cxn ang="0">
                    <a:pos x="connsiteX2871" y="connsiteY2871"/>
                  </a:cxn>
                  <a:cxn ang="0">
                    <a:pos x="connsiteX2872" y="connsiteY2872"/>
                  </a:cxn>
                  <a:cxn ang="0">
                    <a:pos x="connsiteX2873" y="connsiteY2873"/>
                  </a:cxn>
                  <a:cxn ang="0">
                    <a:pos x="connsiteX2874" y="connsiteY2874"/>
                  </a:cxn>
                  <a:cxn ang="0">
                    <a:pos x="connsiteX2875" y="connsiteY2875"/>
                  </a:cxn>
                  <a:cxn ang="0">
                    <a:pos x="connsiteX2876" y="connsiteY2876"/>
                  </a:cxn>
                  <a:cxn ang="0">
                    <a:pos x="connsiteX2877" y="connsiteY2877"/>
                  </a:cxn>
                  <a:cxn ang="0">
                    <a:pos x="connsiteX2878" y="connsiteY2878"/>
                  </a:cxn>
                  <a:cxn ang="0">
                    <a:pos x="connsiteX2879" y="connsiteY2879"/>
                  </a:cxn>
                  <a:cxn ang="0">
                    <a:pos x="connsiteX2880" y="connsiteY2880"/>
                  </a:cxn>
                  <a:cxn ang="0">
                    <a:pos x="connsiteX2881" y="connsiteY2881"/>
                  </a:cxn>
                  <a:cxn ang="0">
                    <a:pos x="connsiteX2882" y="connsiteY2882"/>
                  </a:cxn>
                  <a:cxn ang="0">
                    <a:pos x="connsiteX2883" y="connsiteY2883"/>
                  </a:cxn>
                  <a:cxn ang="0">
                    <a:pos x="connsiteX2884" y="connsiteY2884"/>
                  </a:cxn>
                  <a:cxn ang="0">
                    <a:pos x="connsiteX2885" y="connsiteY2885"/>
                  </a:cxn>
                  <a:cxn ang="0">
                    <a:pos x="connsiteX2886" y="connsiteY2886"/>
                  </a:cxn>
                  <a:cxn ang="0">
                    <a:pos x="connsiteX2887" y="connsiteY2887"/>
                  </a:cxn>
                  <a:cxn ang="0">
                    <a:pos x="connsiteX2888" y="connsiteY2888"/>
                  </a:cxn>
                  <a:cxn ang="0">
                    <a:pos x="connsiteX2889" y="connsiteY2889"/>
                  </a:cxn>
                  <a:cxn ang="0">
                    <a:pos x="connsiteX2890" y="connsiteY2890"/>
                  </a:cxn>
                  <a:cxn ang="0">
                    <a:pos x="connsiteX2891" y="connsiteY2891"/>
                  </a:cxn>
                  <a:cxn ang="0">
                    <a:pos x="connsiteX2892" y="connsiteY2892"/>
                  </a:cxn>
                  <a:cxn ang="0">
                    <a:pos x="connsiteX2893" y="connsiteY2893"/>
                  </a:cxn>
                  <a:cxn ang="0">
                    <a:pos x="connsiteX2894" y="connsiteY2894"/>
                  </a:cxn>
                  <a:cxn ang="0">
                    <a:pos x="connsiteX2895" y="connsiteY2895"/>
                  </a:cxn>
                  <a:cxn ang="0">
                    <a:pos x="connsiteX2896" y="connsiteY2896"/>
                  </a:cxn>
                  <a:cxn ang="0">
                    <a:pos x="connsiteX2897" y="connsiteY2897"/>
                  </a:cxn>
                  <a:cxn ang="0">
                    <a:pos x="connsiteX2898" y="connsiteY2898"/>
                  </a:cxn>
                  <a:cxn ang="0">
                    <a:pos x="connsiteX2899" y="connsiteY2899"/>
                  </a:cxn>
                  <a:cxn ang="0">
                    <a:pos x="connsiteX2900" y="connsiteY2900"/>
                  </a:cxn>
                  <a:cxn ang="0">
                    <a:pos x="connsiteX2901" y="connsiteY2901"/>
                  </a:cxn>
                  <a:cxn ang="0">
                    <a:pos x="connsiteX2902" y="connsiteY2902"/>
                  </a:cxn>
                  <a:cxn ang="0">
                    <a:pos x="connsiteX2903" y="connsiteY2903"/>
                  </a:cxn>
                  <a:cxn ang="0">
                    <a:pos x="connsiteX2904" y="connsiteY2904"/>
                  </a:cxn>
                  <a:cxn ang="0">
                    <a:pos x="connsiteX2905" y="connsiteY2905"/>
                  </a:cxn>
                  <a:cxn ang="0">
                    <a:pos x="connsiteX2906" y="connsiteY2906"/>
                  </a:cxn>
                  <a:cxn ang="0">
                    <a:pos x="connsiteX2907" y="connsiteY2907"/>
                  </a:cxn>
                  <a:cxn ang="0">
                    <a:pos x="connsiteX2908" y="connsiteY2908"/>
                  </a:cxn>
                  <a:cxn ang="0">
                    <a:pos x="connsiteX2909" y="connsiteY2909"/>
                  </a:cxn>
                  <a:cxn ang="0">
                    <a:pos x="connsiteX2910" y="connsiteY2910"/>
                  </a:cxn>
                  <a:cxn ang="0">
                    <a:pos x="connsiteX2911" y="connsiteY2911"/>
                  </a:cxn>
                  <a:cxn ang="0">
                    <a:pos x="connsiteX2912" y="connsiteY2912"/>
                  </a:cxn>
                  <a:cxn ang="0">
                    <a:pos x="connsiteX2913" y="connsiteY2913"/>
                  </a:cxn>
                  <a:cxn ang="0">
                    <a:pos x="connsiteX2914" y="connsiteY2914"/>
                  </a:cxn>
                  <a:cxn ang="0">
                    <a:pos x="connsiteX2915" y="connsiteY2915"/>
                  </a:cxn>
                  <a:cxn ang="0">
                    <a:pos x="connsiteX2916" y="connsiteY2916"/>
                  </a:cxn>
                  <a:cxn ang="0">
                    <a:pos x="connsiteX2917" y="connsiteY2917"/>
                  </a:cxn>
                  <a:cxn ang="0">
                    <a:pos x="connsiteX2918" y="connsiteY2918"/>
                  </a:cxn>
                  <a:cxn ang="0">
                    <a:pos x="connsiteX2919" y="connsiteY2919"/>
                  </a:cxn>
                  <a:cxn ang="0">
                    <a:pos x="connsiteX2920" y="connsiteY2920"/>
                  </a:cxn>
                  <a:cxn ang="0">
                    <a:pos x="connsiteX2921" y="connsiteY2921"/>
                  </a:cxn>
                  <a:cxn ang="0">
                    <a:pos x="connsiteX2922" y="connsiteY2922"/>
                  </a:cxn>
                  <a:cxn ang="0">
                    <a:pos x="connsiteX2923" y="connsiteY2923"/>
                  </a:cxn>
                  <a:cxn ang="0">
                    <a:pos x="connsiteX2924" y="connsiteY2924"/>
                  </a:cxn>
                  <a:cxn ang="0">
                    <a:pos x="connsiteX2925" y="connsiteY2925"/>
                  </a:cxn>
                  <a:cxn ang="0">
                    <a:pos x="connsiteX2926" y="connsiteY2926"/>
                  </a:cxn>
                  <a:cxn ang="0">
                    <a:pos x="connsiteX2927" y="connsiteY2927"/>
                  </a:cxn>
                  <a:cxn ang="0">
                    <a:pos x="connsiteX2928" y="connsiteY2928"/>
                  </a:cxn>
                  <a:cxn ang="0">
                    <a:pos x="connsiteX2929" y="connsiteY2929"/>
                  </a:cxn>
                  <a:cxn ang="0">
                    <a:pos x="connsiteX2930" y="connsiteY2930"/>
                  </a:cxn>
                  <a:cxn ang="0">
                    <a:pos x="connsiteX2931" y="connsiteY2931"/>
                  </a:cxn>
                  <a:cxn ang="0">
                    <a:pos x="connsiteX2932" y="connsiteY2932"/>
                  </a:cxn>
                  <a:cxn ang="0">
                    <a:pos x="connsiteX2933" y="connsiteY2933"/>
                  </a:cxn>
                  <a:cxn ang="0">
                    <a:pos x="connsiteX2934" y="connsiteY2934"/>
                  </a:cxn>
                  <a:cxn ang="0">
                    <a:pos x="connsiteX2935" y="connsiteY2935"/>
                  </a:cxn>
                  <a:cxn ang="0">
                    <a:pos x="connsiteX2936" y="connsiteY2936"/>
                  </a:cxn>
                  <a:cxn ang="0">
                    <a:pos x="connsiteX2937" y="connsiteY2937"/>
                  </a:cxn>
                  <a:cxn ang="0">
                    <a:pos x="connsiteX2938" y="connsiteY2938"/>
                  </a:cxn>
                  <a:cxn ang="0">
                    <a:pos x="connsiteX2939" y="connsiteY2939"/>
                  </a:cxn>
                  <a:cxn ang="0">
                    <a:pos x="connsiteX2940" y="connsiteY2940"/>
                  </a:cxn>
                  <a:cxn ang="0">
                    <a:pos x="connsiteX2941" y="connsiteY2941"/>
                  </a:cxn>
                  <a:cxn ang="0">
                    <a:pos x="connsiteX2942" y="connsiteY2942"/>
                  </a:cxn>
                  <a:cxn ang="0">
                    <a:pos x="connsiteX2943" y="connsiteY2943"/>
                  </a:cxn>
                  <a:cxn ang="0">
                    <a:pos x="connsiteX2944" y="connsiteY2944"/>
                  </a:cxn>
                  <a:cxn ang="0">
                    <a:pos x="connsiteX2945" y="connsiteY2945"/>
                  </a:cxn>
                  <a:cxn ang="0">
                    <a:pos x="connsiteX2946" y="connsiteY2946"/>
                  </a:cxn>
                  <a:cxn ang="0">
                    <a:pos x="connsiteX2947" y="connsiteY2947"/>
                  </a:cxn>
                  <a:cxn ang="0">
                    <a:pos x="connsiteX2948" y="connsiteY2948"/>
                  </a:cxn>
                  <a:cxn ang="0">
                    <a:pos x="connsiteX2949" y="connsiteY2949"/>
                  </a:cxn>
                  <a:cxn ang="0">
                    <a:pos x="connsiteX2950" y="connsiteY2950"/>
                  </a:cxn>
                  <a:cxn ang="0">
                    <a:pos x="connsiteX2951" y="connsiteY2951"/>
                  </a:cxn>
                  <a:cxn ang="0">
                    <a:pos x="connsiteX2952" y="connsiteY2952"/>
                  </a:cxn>
                  <a:cxn ang="0">
                    <a:pos x="connsiteX2953" y="connsiteY2953"/>
                  </a:cxn>
                  <a:cxn ang="0">
                    <a:pos x="connsiteX2954" y="connsiteY2954"/>
                  </a:cxn>
                  <a:cxn ang="0">
                    <a:pos x="connsiteX2955" y="connsiteY2955"/>
                  </a:cxn>
                  <a:cxn ang="0">
                    <a:pos x="connsiteX2956" y="connsiteY2956"/>
                  </a:cxn>
                  <a:cxn ang="0">
                    <a:pos x="connsiteX2957" y="connsiteY2957"/>
                  </a:cxn>
                  <a:cxn ang="0">
                    <a:pos x="connsiteX2958" y="connsiteY2958"/>
                  </a:cxn>
                  <a:cxn ang="0">
                    <a:pos x="connsiteX2959" y="connsiteY2959"/>
                  </a:cxn>
                  <a:cxn ang="0">
                    <a:pos x="connsiteX2960" y="connsiteY2960"/>
                  </a:cxn>
                  <a:cxn ang="0">
                    <a:pos x="connsiteX2961" y="connsiteY2961"/>
                  </a:cxn>
                  <a:cxn ang="0">
                    <a:pos x="connsiteX2962" y="connsiteY2962"/>
                  </a:cxn>
                  <a:cxn ang="0">
                    <a:pos x="connsiteX2963" y="connsiteY2963"/>
                  </a:cxn>
                  <a:cxn ang="0">
                    <a:pos x="connsiteX2964" y="connsiteY2964"/>
                  </a:cxn>
                  <a:cxn ang="0">
                    <a:pos x="connsiteX2965" y="connsiteY2965"/>
                  </a:cxn>
                  <a:cxn ang="0">
                    <a:pos x="connsiteX2966" y="connsiteY2966"/>
                  </a:cxn>
                  <a:cxn ang="0">
                    <a:pos x="connsiteX2967" y="connsiteY2967"/>
                  </a:cxn>
                  <a:cxn ang="0">
                    <a:pos x="connsiteX2968" y="connsiteY2968"/>
                  </a:cxn>
                  <a:cxn ang="0">
                    <a:pos x="connsiteX2969" y="connsiteY2969"/>
                  </a:cxn>
                  <a:cxn ang="0">
                    <a:pos x="connsiteX2970" y="connsiteY2970"/>
                  </a:cxn>
                  <a:cxn ang="0">
                    <a:pos x="connsiteX2971" y="connsiteY2971"/>
                  </a:cxn>
                  <a:cxn ang="0">
                    <a:pos x="connsiteX2972" y="connsiteY2972"/>
                  </a:cxn>
                  <a:cxn ang="0">
                    <a:pos x="connsiteX2973" y="connsiteY2973"/>
                  </a:cxn>
                  <a:cxn ang="0">
                    <a:pos x="connsiteX2974" y="connsiteY2974"/>
                  </a:cxn>
                  <a:cxn ang="0">
                    <a:pos x="connsiteX2975" y="connsiteY2975"/>
                  </a:cxn>
                  <a:cxn ang="0">
                    <a:pos x="connsiteX2976" y="connsiteY2976"/>
                  </a:cxn>
                  <a:cxn ang="0">
                    <a:pos x="connsiteX2977" y="connsiteY2977"/>
                  </a:cxn>
                  <a:cxn ang="0">
                    <a:pos x="connsiteX2978" y="connsiteY2978"/>
                  </a:cxn>
                  <a:cxn ang="0">
                    <a:pos x="connsiteX2979" y="connsiteY2979"/>
                  </a:cxn>
                  <a:cxn ang="0">
                    <a:pos x="connsiteX2980" y="connsiteY2980"/>
                  </a:cxn>
                  <a:cxn ang="0">
                    <a:pos x="connsiteX2981" y="connsiteY2981"/>
                  </a:cxn>
                  <a:cxn ang="0">
                    <a:pos x="connsiteX2982" y="connsiteY2982"/>
                  </a:cxn>
                  <a:cxn ang="0">
                    <a:pos x="connsiteX2983" y="connsiteY2983"/>
                  </a:cxn>
                  <a:cxn ang="0">
                    <a:pos x="connsiteX2984" y="connsiteY2984"/>
                  </a:cxn>
                  <a:cxn ang="0">
                    <a:pos x="connsiteX2985" y="connsiteY2985"/>
                  </a:cxn>
                  <a:cxn ang="0">
                    <a:pos x="connsiteX2986" y="connsiteY2986"/>
                  </a:cxn>
                  <a:cxn ang="0">
                    <a:pos x="connsiteX2987" y="connsiteY2987"/>
                  </a:cxn>
                  <a:cxn ang="0">
                    <a:pos x="connsiteX2988" y="connsiteY2988"/>
                  </a:cxn>
                  <a:cxn ang="0">
                    <a:pos x="connsiteX2989" y="connsiteY2989"/>
                  </a:cxn>
                  <a:cxn ang="0">
                    <a:pos x="connsiteX2990" y="connsiteY2990"/>
                  </a:cxn>
                  <a:cxn ang="0">
                    <a:pos x="connsiteX2991" y="connsiteY2991"/>
                  </a:cxn>
                  <a:cxn ang="0">
                    <a:pos x="connsiteX2992" y="connsiteY2992"/>
                  </a:cxn>
                  <a:cxn ang="0">
                    <a:pos x="connsiteX2993" y="connsiteY2993"/>
                  </a:cxn>
                  <a:cxn ang="0">
                    <a:pos x="connsiteX2994" y="connsiteY2994"/>
                  </a:cxn>
                  <a:cxn ang="0">
                    <a:pos x="connsiteX2995" y="connsiteY2995"/>
                  </a:cxn>
                  <a:cxn ang="0">
                    <a:pos x="connsiteX2996" y="connsiteY2996"/>
                  </a:cxn>
                  <a:cxn ang="0">
                    <a:pos x="connsiteX2997" y="connsiteY2997"/>
                  </a:cxn>
                  <a:cxn ang="0">
                    <a:pos x="connsiteX2998" y="connsiteY2998"/>
                  </a:cxn>
                  <a:cxn ang="0">
                    <a:pos x="connsiteX2999" y="connsiteY2999"/>
                  </a:cxn>
                  <a:cxn ang="0">
                    <a:pos x="connsiteX3000" y="connsiteY3000"/>
                  </a:cxn>
                  <a:cxn ang="0">
                    <a:pos x="connsiteX3001" y="connsiteY3001"/>
                  </a:cxn>
                  <a:cxn ang="0">
                    <a:pos x="connsiteX3002" y="connsiteY3002"/>
                  </a:cxn>
                  <a:cxn ang="0">
                    <a:pos x="connsiteX3003" y="connsiteY3003"/>
                  </a:cxn>
                  <a:cxn ang="0">
                    <a:pos x="connsiteX3004" y="connsiteY3004"/>
                  </a:cxn>
                  <a:cxn ang="0">
                    <a:pos x="connsiteX3005" y="connsiteY3005"/>
                  </a:cxn>
                  <a:cxn ang="0">
                    <a:pos x="connsiteX3006" y="connsiteY3006"/>
                  </a:cxn>
                  <a:cxn ang="0">
                    <a:pos x="connsiteX3007" y="connsiteY3007"/>
                  </a:cxn>
                  <a:cxn ang="0">
                    <a:pos x="connsiteX3008" y="connsiteY3008"/>
                  </a:cxn>
                  <a:cxn ang="0">
                    <a:pos x="connsiteX3009" y="connsiteY3009"/>
                  </a:cxn>
                  <a:cxn ang="0">
                    <a:pos x="connsiteX3010" y="connsiteY3010"/>
                  </a:cxn>
                  <a:cxn ang="0">
                    <a:pos x="connsiteX3011" y="connsiteY3011"/>
                  </a:cxn>
                  <a:cxn ang="0">
                    <a:pos x="connsiteX3012" y="connsiteY3012"/>
                  </a:cxn>
                  <a:cxn ang="0">
                    <a:pos x="connsiteX3013" y="connsiteY3013"/>
                  </a:cxn>
                  <a:cxn ang="0">
                    <a:pos x="connsiteX3014" y="connsiteY3014"/>
                  </a:cxn>
                  <a:cxn ang="0">
                    <a:pos x="connsiteX3015" y="connsiteY3015"/>
                  </a:cxn>
                  <a:cxn ang="0">
                    <a:pos x="connsiteX3016" y="connsiteY3016"/>
                  </a:cxn>
                  <a:cxn ang="0">
                    <a:pos x="connsiteX3017" y="connsiteY3017"/>
                  </a:cxn>
                  <a:cxn ang="0">
                    <a:pos x="connsiteX3018" y="connsiteY3018"/>
                  </a:cxn>
                  <a:cxn ang="0">
                    <a:pos x="connsiteX3019" y="connsiteY3019"/>
                  </a:cxn>
                  <a:cxn ang="0">
                    <a:pos x="connsiteX3020" y="connsiteY3020"/>
                  </a:cxn>
                  <a:cxn ang="0">
                    <a:pos x="connsiteX3021" y="connsiteY3021"/>
                  </a:cxn>
                  <a:cxn ang="0">
                    <a:pos x="connsiteX3022" y="connsiteY3022"/>
                  </a:cxn>
                  <a:cxn ang="0">
                    <a:pos x="connsiteX3023" y="connsiteY3023"/>
                  </a:cxn>
                  <a:cxn ang="0">
                    <a:pos x="connsiteX3024" y="connsiteY3024"/>
                  </a:cxn>
                  <a:cxn ang="0">
                    <a:pos x="connsiteX3025" y="connsiteY3025"/>
                  </a:cxn>
                  <a:cxn ang="0">
                    <a:pos x="connsiteX3026" y="connsiteY3026"/>
                  </a:cxn>
                  <a:cxn ang="0">
                    <a:pos x="connsiteX3027" y="connsiteY3027"/>
                  </a:cxn>
                  <a:cxn ang="0">
                    <a:pos x="connsiteX3028" y="connsiteY3028"/>
                  </a:cxn>
                  <a:cxn ang="0">
                    <a:pos x="connsiteX3029" y="connsiteY3029"/>
                  </a:cxn>
                  <a:cxn ang="0">
                    <a:pos x="connsiteX3030" y="connsiteY3030"/>
                  </a:cxn>
                  <a:cxn ang="0">
                    <a:pos x="connsiteX3031" y="connsiteY3031"/>
                  </a:cxn>
                  <a:cxn ang="0">
                    <a:pos x="connsiteX3032" y="connsiteY3032"/>
                  </a:cxn>
                  <a:cxn ang="0">
                    <a:pos x="connsiteX3033" y="connsiteY3033"/>
                  </a:cxn>
                  <a:cxn ang="0">
                    <a:pos x="connsiteX3034" y="connsiteY3034"/>
                  </a:cxn>
                  <a:cxn ang="0">
                    <a:pos x="connsiteX3035" y="connsiteY3035"/>
                  </a:cxn>
                  <a:cxn ang="0">
                    <a:pos x="connsiteX3036" y="connsiteY3036"/>
                  </a:cxn>
                  <a:cxn ang="0">
                    <a:pos x="connsiteX3037" y="connsiteY3037"/>
                  </a:cxn>
                  <a:cxn ang="0">
                    <a:pos x="connsiteX3038" y="connsiteY3038"/>
                  </a:cxn>
                  <a:cxn ang="0">
                    <a:pos x="connsiteX3039" y="connsiteY3039"/>
                  </a:cxn>
                  <a:cxn ang="0">
                    <a:pos x="connsiteX3040" y="connsiteY3040"/>
                  </a:cxn>
                  <a:cxn ang="0">
                    <a:pos x="connsiteX3041" y="connsiteY3041"/>
                  </a:cxn>
                  <a:cxn ang="0">
                    <a:pos x="connsiteX3042" y="connsiteY3042"/>
                  </a:cxn>
                  <a:cxn ang="0">
                    <a:pos x="connsiteX3043" y="connsiteY3043"/>
                  </a:cxn>
                  <a:cxn ang="0">
                    <a:pos x="connsiteX3044" y="connsiteY3044"/>
                  </a:cxn>
                  <a:cxn ang="0">
                    <a:pos x="connsiteX3045" y="connsiteY3045"/>
                  </a:cxn>
                  <a:cxn ang="0">
                    <a:pos x="connsiteX3046" y="connsiteY3046"/>
                  </a:cxn>
                  <a:cxn ang="0">
                    <a:pos x="connsiteX3047" y="connsiteY3047"/>
                  </a:cxn>
                  <a:cxn ang="0">
                    <a:pos x="connsiteX3048" y="connsiteY3048"/>
                  </a:cxn>
                  <a:cxn ang="0">
                    <a:pos x="connsiteX3049" y="connsiteY3049"/>
                  </a:cxn>
                  <a:cxn ang="0">
                    <a:pos x="connsiteX3050" y="connsiteY3050"/>
                  </a:cxn>
                  <a:cxn ang="0">
                    <a:pos x="connsiteX3051" y="connsiteY3051"/>
                  </a:cxn>
                  <a:cxn ang="0">
                    <a:pos x="connsiteX3052" y="connsiteY3052"/>
                  </a:cxn>
                  <a:cxn ang="0">
                    <a:pos x="connsiteX3053" y="connsiteY3053"/>
                  </a:cxn>
                  <a:cxn ang="0">
                    <a:pos x="connsiteX3054" y="connsiteY3054"/>
                  </a:cxn>
                  <a:cxn ang="0">
                    <a:pos x="connsiteX3055" y="connsiteY3055"/>
                  </a:cxn>
                  <a:cxn ang="0">
                    <a:pos x="connsiteX3056" y="connsiteY3056"/>
                  </a:cxn>
                  <a:cxn ang="0">
                    <a:pos x="connsiteX3057" y="connsiteY3057"/>
                  </a:cxn>
                  <a:cxn ang="0">
                    <a:pos x="connsiteX3058" y="connsiteY3058"/>
                  </a:cxn>
                  <a:cxn ang="0">
                    <a:pos x="connsiteX3059" y="connsiteY3059"/>
                  </a:cxn>
                  <a:cxn ang="0">
                    <a:pos x="connsiteX3060" y="connsiteY3060"/>
                  </a:cxn>
                  <a:cxn ang="0">
                    <a:pos x="connsiteX3061" y="connsiteY3061"/>
                  </a:cxn>
                  <a:cxn ang="0">
                    <a:pos x="connsiteX3062" y="connsiteY3062"/>
                  </a:cxn>
                  <a:cxn ang="0">
                    <a:pos x="connsiteX3063" y="connsiteY3063"/>
                  </a:cxn>
                  <a:cxn ang="0">
                    <a:pos x="connsiteX3064" y="connsiteY3064"/>
                  </a:cxn>
                  <a:cxn ang="0">
                    <a:pos x="connsiteX3065" y="connsiteY3065"/>
                  </a:cxn>
                  <a:cxn ang="0">
                    <a:pos x="connsiteX3066" y="connsiteY3066"/>
                  </a:cxn>
                  <a:cxn ang="0">
                    <a:pos x="connsiteX3067" y="connsiteY3067"/>
                  </a:cxn>
                  <a:cxn ang="0">
                    <a:pos x="connsiteX3068" y="connsiteY3068"/>
                  </a:cxn>
                  <a:cxn ang="0">
                    <a:pos x="connsiteX3069" y="connsiteY3069"/>
                  </a:cxn>
                  <a:cxn ang="0">
                    <a:pos x="connsiteX3070" y="connsiteY3070"/>
                  </a:cxn>
                  <a:cxn ang="0">
                    <a:pos x="connsiteX3071" y="connsiteY3071"/>
                  </a:cxn>
                  <a:cxn ang="0">
                    <a:pos x="connsiteX3072" y="connsiteY3072"/>
                  </a:cxn>
                  <a:cxn ang="0">
                    <a:pos x="connsiteX3073" y="connsiteY3073"/>
                  </a:cxn>
                  <a:cxn ang="0">
                    <a:pos x="connsiteX3074" y="connsiteY3074"/>
                  </a:cxn>
                  <a:cxn ang="0">
                    <a:pos x="connsiteX3075" y="connsiteY3075"/>
                  </a:cxn>
                  <a:cxn ang="0">
                    <a:pos x="connsiteX3076" y="connsiteY3076"/>
                  </a:cxn>
                  <a:cxn ang="0">
                    <a:pos x="connsiteX3077" y="connsiteY3077"/>
                  </a:cxn>
                  <a:cxn ang="0">
                    <a:pos x="connsiteX3078" y="connsiteY3078"/>
                  </a:cxn>
                  <a:cxn ang="0">
                    <a:pos x="connsiteX3079" y="connsiteY3079"/>
                  </a:cxn>
                  <a:cxn ang="0">
                    <a:pos x="connsiteX3080" y="connsiteY3080"/>
                  </a:cxn>
                  <a:cxn ang="0">
                    <a:pos x="connsiteX3081" y="connsiteY3081"/>
                  </a:cxn>
                  <a:cxn ang="0">
                    <a:pos x="connsiteX3082" y="connsiteY3082"/>
                  </a:cxn>
                  <a:cxn ang="0">
                    <a:pos x="connsiteX3083" y="connsiteY3083"/>
                  </a:cxn>
                  <a:cxn ang="0">
                    <a:pos x="connsiteX3084" y="connsiteY3084"/>
                  </a:cxn>
                  <a:cxn ang="0">
                    <a:pos x="connsiteX3085" y="connsiteY3085"/>
                  </a:cxn>
                  <a:cxn ang="0">
                    <a:pos x="connsiteX3086" y="connsiteY3086"/>
                  </a:cxn>
                  <a:cxn ang="0">
                    <a:pos x="connsiteX3087" y="connsiteY3087"/>
                  </a:cxn>
                  <a:cxn ang="0">
                    <a:pos x="connsiteX3088" y="connsiteY3088"/>
                  </a:cxn>
                  <a:cxn ang="0">
                    <a:pos x="connsiteX3089" y="connsiteY3089"/>
                  </a:cxn>
                  <a:cxn ang="0">
                    <a:pos x="connsiteX3090" y="connsiteY3090"/>
                  </a:cxn>
                  <a:cxn ang="0">
                    <a:pos x="connsiteX3091" y="connsiteY3091"/>
                  </a:cxn>
                  <a:cxn ang="0">
                    <a:pos x="connsiteX3092" y="connsiteY3092"/>
                  </a:cxn>
                  <a:cxn ang="0">
                    <a:pos x="connsiteX3093" y="connsiteY3093"/>
                  </a:cxn>
                  <a:cxn ang="0">
                    <a:pos x="connsiteX3094" y="connsiteY3094"/>
                  </a:cxn>
                  <a:cxn ang="0">
                    <a:pos x="connsiteX3095" y="connsiteY3095"/>
                  </a:cxn>
                  <a:cxn ang="0">
                    <a:pos x="connsiteX3096" y="connsiteY3096"/>
                  </a:cxn>
                  <a:cxn ang="0">
                    <a:pos x="connsiteX3097" y="connsiteY3097"/>
                  </a:cxn>
                  <a:cxn ang="0">
                    <a:pos x="connsiteX3098" y="connsiteY3098"/>
                  </a:cxn>
                  <a:cxn ang="0">
                    <a:pos x="connsiteX3099" y="connsiteY3099"/>
                  </a:cxn>
                  <a:cxn ang="0">
                    <a:pos x="connsiteX3100" y="connsiteY3100"/>
                  </a:cxn>
                  <a:cxn ang="0">
                    <a:pos x="connsiteX3101" y="connsiteY3101"/>
                  </a:cxn>
                  <a:cxn ang="0">
                    <a:pos x="connsiteX3102" y="connsiteY3102"/>
                  </a:cxn>
                  <a:cxn ang="0">
                    <a:pos x="connsiteX3103" y="connsiteY3103"/>
                  </a:cxn>
                  <a:cxn ang="0">
                    <a:pos x="connsiteX3104" y="connsiteY3104"/>
                  </a:cxn>
                  <a:cxn ang="0">
                    <a:pos x="connsiteX3105" y="connsiteY3105"/>
                  </a:cxn>
                  <a:cxn ang="0">
                    <a:pos x="connsiteX3106" y="connsiteY3106"/>
                  </a:cxn>
                  <a:cxn ang="0">
                    <a:pos x="connsiteX3107" y="connsiteY3107"/>
                  </a:cxn>
                  <a:cxn ang="0">
                    <a:pos x="connsiteX3108" y="connsiteY3108"/>
                  </a:cxn>
                  <a:cxn ang="0">
                    <a:pos x="connsiteX3109" y="connsiteY3109"/>
                  </a:cxn>
                  <a:cxn ang="0">
                    <a:pos x="connsiteX3110" y="connsiteY3110"/>
                  </a:cxn>
                  <a:cxn ang="0">
                    <a:pos x="connsiteX3111" y="connsiteY3111"/>
                  </a:cxn>
                  <a:cxn ang="0">
                    <a:pos x="connsiteX3112" y="connsiteY3112"/>
                  </a:cxn>
                  <a:cxn ang="0">
                    <a:pos x="connsiteX3113" y="connsiteY3113"/>
                  </a:cxn>
                  <a:cxn ang="0">
                    <a:pos x="connsiteX3114" y="connsiteY3114"/>
                  </a:cxn>
                  <a:cxn ang="0">
                    <a:pos x="connsiteX3115" y="connsiteY3115"/>
                  </a:cxn>
                  <a:cxn ang="0">
                    <a:pos x="connsiteX3116" y="connsiteY3116"/>
                  </a:cxn>
                  <a:cxn ang="0">
                    <a:pos x="connsiteX3117" y="connsiteY3117"/>
                  </a:cxn>
                  <a:cxn ang="0">
                    <a:pos x="connsiteX3118" y="connsiteY3118"/>
                  </a:cxn>
                  <a:cxn ang="0">
                    <a:pos x="connsiteX3119" y="connsiteY3119"/>
                  </a:cxn>
                  <a:cxn ang="0">
                    <a:pos x="connsiteX3120" y="connsiteY3120"/>
                  </a:cxn>
                  <a:cxn ang="0">
                    <a:pos x="connsiteX3121" y="connsiteY3121"/>
                  </a:cxn>
                  <a:cxn ang="0">
                    <a:pos x="connsiteX3122" y="connsiteY3122"/>
                  </a:cxn>
                  <a:cxn ang="0">
                    <a:pos x="connsiteX3123" y="connsiteY3123"/>
                  </a:cxn>
                  <a:cxn ang="0">
                    <a:pos x="connsiteX3124" y="connsiteY3124"/>
                  </a:cxn>
                  <a:cxn ang="0">
                    <a:pos x="connsiteX3125" y="connsiteY3125"/>
                  </a:cxn>
                  <a:cxn ang="0">
                    <a:pos x="connsiteX3126" y="connsiteY3126"/>
                  </a:cxn>
                  <a:cxn ang="0">
                    <a:pos x="connsiteX3127" y="connsiteY3127"/>
                  </a:cxn>
                  <a:cxn ang="0">
                    <a:pos x="connsiteX3128" y="connsiteY3128"/>
                  </a:cxn>
                  <a:cxn ang="0">
                    <a:pos x="connsiteX3129" y="connsiteY3129"/>
                  </a:cxn>
                  <a:cxn ang="0">
                    <a:pos x="connsiteX3130" y="connsiteY3130"/>
                  </a:cxn>
                  <a:cxn ang="0">
                    <a:pos x="connsiteX3131" y="connsiteY3131"/>
                  </a:cxn>
                  <a:cxn ang="0">
                    <a:pos x="connsiteX3132" y="connsiteY3132"/>
                  </a:cxn>
                  <a:cxn ang="0">
                    <a:pos x="connsiteX3133" y="connsiteY3133"/>
                  </a:cxn>
                  <a:cxn ang="0">
                    <a:pos x="connsiteX3134" y="connsiteY3134"/>
                  </a:cxn>
                  <a:cxn ang="0">
                    <a:pos x="connsiteX3135" y="connsiteY3135"/>
                  </a:cxn>
                  <a:cxn ang="0">
                    <a:pos x="connsiteX3136" y="connsiteY3136"/>
                  </a:cxn>
                  <a:cxn ang="0">
                    <a:pos x="connsiteX3137" y="connsiteY3137"/>
                  </a:cxn>
                  <a:cxn ang="0">
                    <a:pos x="connsiteX3138" y="connsiteY3138"/>
                  </a:cxn>
                  <a:cxn ang="0">
                    <a:pos x="connsiteX3139" y="connsiteY3139"/>
                  </a:cxn>
                  <a:cxn ang="0">
                    <a:pos x="connsiteX3140" y="connsiteY3140"/>
                  </a:cxn>
                  <a:cxn ang="0">
                    <a:pos x="connsiteX3141" y="connsiteY3141"/>
                  </a:cxn>
                  <a:cxn ang="0">
                    <a:pos x="connsiteX3142" y="connsiteY3142"/>
                  </a:cxn>
                  <a:cxn ang="0">
                    <a:pos x="connsiteX3143" y="connsiteY3143"/>
                  </a:cxn>
                  <a:cxn ang="0">
                    <a:pos x="connsiteX3144" y="connsiteY3144"/>
                  </a:cxn>
                  <a:cxn ang="0">
                    <a:pos x="connsiteX3145" y="connsiteY3145"/>
                  </a:cxn>
                  <a:cxn ang="0">
                    <a:pos x="connsiteX3146" y="connsiteY3146"/>
                  </a:cxn>
                  <a:cxn ang="0">
                    <a:pos x="connsiteX3147" y="connsiteY3147"/>
                  </a:cxn>
                  <a:cxn ang="0">
                    <a:pos x="connsiteX3148" y="connsiteY3148"/>
                  </a:cxn>
                  <a:cxn ang="0">
                    <a:pos x="connsiteX3149" y="connsiteY3149"/>
                  </a:cxn>
                  <a:cxn ang="0">
                    <a:pos x="connsiteX3150" y="connsiteY3150"/>
                  </a:cxn>
                  <a:cxn ang="0">
                    <a:pos x="connsiteX3151" y="connsiteY3151"/>
                  </a:cxn>
                  <a:cxn ang="0">
                    <a:pos x="connsiteX3152" y="connsiteY3152"/>
                  </a:cxn>
                  <a:cxn ang="0">
                    <a:pos x="connsiteX3153" y="connsiteY3153"/>
                  </a:cxn>
                  <a:cxn ang="0">
                    <a:pos x="connsiteX3154" y="connsiteY3154"/>
                  </a:cxn>
                  <a:cxn ang="0">
                    <a:pos x="connsiteX3155" y="connsiteY3155"/>
                  </a:cxn>
                  <a:cxn ang="0">
                    <a:pos x="connsiteX3156" y="connsiteY3156"/>
                  </a:cxn>
                  <a:cxn ang="0">
                    <a:pos x="connsiteX3157" y="connsiteY3157"/>
                  </a:cxn>
                  <a:cxn ang="0">
                    <a:pos x="connsiteX3158" y="connsiteY3158"/>
                  </a:cxn>
                  <a:cxn ang="0">
                    <a:pos x="connsiteX3159" y="connsiteY3159"/>
                  </a:cxn>
                  <a:cxn ang="0">
                    <a:pos x="connsiteX3160" y="connsiteY3160"/>
                  </a:cxn>
                  <a:cxn ang="0">
                    <a:pos x="connsiteX3161" y="connsiteY3161"/>
                  </a:cxn>
                  <a:cxn ang="0">
                    <a:pos x="connsiteX3162" y="connsiteY3162"/>
                  </a:cxn>
                  <a:cxn ang="0">
                    <a:pos x="connsiteX3163" y="connsiteY3163"/>
                  </a:cxn>
                  <a:cxn ang="0">
                    <a:pos x="connsiteX3164" y="connsiteY3164"/>
                  </a:cxn>
                  <a:cxn ang="0">
                    <a:pos x="connsiteX3165" y="connsiteY3165"/>
                  </a:cxn>
                  <a:cxn ang="0">
                    <a:pos x="connsiteX3166" y="connsiteY3166"/>
                  </a:cxn>
                  <a:cxn ang="0">
                    <a:pos x="connsiteX3167" y="connsiteY3167"/>
                  </a:cxn>
                  <a:cxn ang="0">
                    <a:pos x="connsiteX3168" y="connsiteY3168"/>
                  </a:cxn>
                  <a:cxn ang="0">
                    <a:pos x="connsiteX3169" y="connsiteY3169"/>
                  </a:cxn>
                  <a:cxn ang="0">
                    <a:pos x="connsiteX3170" y="connsiteY3170"/>
                  </a:cxn>
                  <a:cxn ang="0">
                    <a:pos x="connsiteX3171" y="connsiteY3171"/>
                  </a:cxn>
                  <a:cxn ang="0">
                    <a:pos x="connsiteX3172" y="connsiteY3172"/>
                  </a:cxn>
                  <a:cxn ang="0">
                    <a:pos x="connsiteX3173" y="connsiteY3173"/>
                  </a:cxn>
                  <a:cxn ang="0">
                    <a:pos x="connsiteX3174" y="connsiteY3174"/>
                  </a:cxn>
                  <a:cxn ang="0">
                    <a:pos x="connsiteX3175" y="connsiteY3175"/>
                  </a:cxn>
                  <a:cxn ang="0">
                    <a:pos x="connsiteX3176" y="connsiteY3176"/>
                  </a:cxn>
                  <a:cxn ang="0">
                    <a:pos x="connsiteX3177" y="connsiteY3177"/>
                  </a:cxn>
                  <a:cxn ang="0">
                    <a:pos x="connsiteX3178" y="connsiteY3178"/>
                  </a:cxn>
                  <a:cxn ang="0">
                    <a:pos x="connsiteX3179" y="connsiteY3179"/>
                  </a:cxn>
                  <a:cxn ang="0">
                    <a:pos x="connsiteX3180" y="connsiteY3180"/>
                  </a:cxn>
                  <a:cxn ang="0">
                    <a:pos x="connsiteX3181" y="connsiteY3181"/>
                  </a:cxn>
                  <a:cxn ang="0">
                    <a:pos x="connsiteX3182" y="connsiteY3182"/>
                  </a:cxn>
                  <a:cxn ang="0">
                    <a:pos x="connsiteX3183" y="connsiteY3183"/>
                  </a:cxn>
                  <a:cxn ang="0">
                    <a:pos x="connsiteX3184" y="connsiteY3184"/>
                  </a:cxn>
                  <a:cxn ang="0">
                    <a:pos x="connsiteX3185" y="connsiteY3185"/>
                  </a:cxn>
                  <a:cxn ang="0">
                    <a:pos x="connsiteX3186" y="connsiteY3186"/>
                  </a:cxn>
                  <a:cxn ang="0">
                    <a:pos x="connsiteX3187" y="connsiteY3187"/>
                  </a:cxn>
                  <a:cxn ang="0">
                    <a:pos x="connsiteX3188" y="connsiteY3188"/>
                  </a:cxn>
                  <a:cxn ang="0">
                    <a:pos x="connsiteX3189" y="connsiteY3189"/>
                  </a:cxn>
                  <a:cxn ang="0">
                    <a:pos x="connsiteX3190" y="connsiteY3190"/>
                  </a:cxn>
                  <a:cxn ang="0">
                    <a:pos x="connsiteX3191" y="connsiteY3191"/>
                  </a:cxn>
                  <a:cxn ang="0">
                    <a:pos x="connsiteX3192" y="connsiteY3192"/>
                  </a:cxn>
                  <a:cxn ang="0">
                    <a:pos x="connsiteX3193" y="connsiteY3193"/>
                  </a:cxn>
                  <a:cxn ang="0">
                    <a:pos x="connsiteX3194" y="connsiteY3194"/>
                  </a:cxn>
                  <a:cxn ang="0">
                    <a:pos x="connsiteX3195" y="connsiteY3195"/>
                  </a:cxn>
                  <a:cxn ang="0">
                    <a:pos x="connsiteX3196" y="connsiteY3196"/>
                  </a:cxn>
                  <a:cxn ang="0">
                    <a:pos x="connsiteX3197" y="connsiteY3197"/>
                  </a:cxn>
                  <a:cxn ang="0">
                    <a:pos x="connsiteX3198" y="connsiteY3198"/>
                  </a:cxn>
                  <a:cxn ang="0">
                    <a:pos x="connsiteX3199" y="connsiteY3199"/>
                  </a:cxn>
                  <a:cxn ang="0">
                    <a:pos x="connsiteX3200" y="connsiteY3200"/>
                  </a:cxn>
                  <a:cxn ang="0">
                    <a:pos x="connsiteX3201" y="connsiteY3201"/>
                  </a:cxn>
                  <a:cxn ang="0">
                    <a:pos x="connsiteX3202" y="connsiteY3202"/>
                  </a:cxn>
                  <a:cxn ang="0">
                    <a:pos x="connsiteX3203" y="connsiteY3203"/>
                  </a:cxn>
                  <a:cxn ang="0">
                    <a:pos x="connsiteX3204" y="connsiteY3204"/>
                  </a:cxn>
                  <a:cxn ang="0">
                    <a:pos x="connsiteX3205" y="connsiteY3205"/>
                  </a:cxn>
                  <a:cxn ang="0">
                    <a:pos x="connsiteX3206" y="connsiteY3206"/>
                  </a:cxn>
                  <a:cxn ang="0">
                    <a:pos x="connsiteX3207" y="connsiteY3207"/>
                  </a:cxn>
                  <a:cxn ang="0">
                    <a:pos x="connsiteX3208" y="connsiteY3208"/>
                  </a:cxn>
                  <a:cxn ang="0">
                    <a:pos x="connsiteX3209" y="connsiteY3209"/>
                  </a:cxn>
                  <a:cxn ang="0">
                    <a:pos x="connsiteX3210" y="connsiteY3210"/>
                  </a:cxn>
                  <a:cxn ang="0">
                    <a:pos x="connsiteX3211" y="connsiteY3211"/>
                  </a:cxn>
                  <a:cxn ang="0">
                    <a:pos x="connsiteX3212" y="connsiteY3212"/>
                  </a:cxn>
                  <a:cxn ang="0">
                    <a:pos x="connsiteX3213" y="connsiteY3213"/>
                  </a:cxn>
                  <a:cxn ang="0">
                    <a:pos x="connsiteX3214" y="connsiteY3214"/>
                  </a:cxn>
                  <a:cxn ang="0">
                    <a:pos x="connsiteX3215" y="connsiteY3215"/>
                  </a:cxn>
                  <a:cxn ang="0">
                    <a:pos x="connsiteX3216" y="connsiteY3216"/>
                  </a:cxn>
                  <a:cxn ang="0">
                    <a:pos x="connsiteX3217" y="connsiteY3217"/>
                  </a:cxn>
                  <a:cxn ang="0">
                    <a:pos x="connsiteX3218" y="connsiteY3218"/>
                  </a:cxn>
                  <a:cxn ang="0">
                    <a:pos x="connsiteX3219" y="connsiteY3219"/>
                  </a:cxn>
                  <a:cxn ang="0">
                    <a:pos x="connsiteX3220" y="connsiteY3220"/>
                  </a:cxn>
                  <a:cxn ang="0">
                    <a:pos x="connsiteX3221" y="connsiteY3221"/>
                  </a:cxn>
                  <a:cxn ang="0">
                    <a:pos x="connsiteX3222" y="connsiteY3222"/>
                  </a:cxn>
                  <a:cxn ang="0">
                    <a:pos x="connsiteX3223" y="connsiteY3223"/>
                  </a:cxn>
                  <a:cxn ang="0">
                    <a:pos x="connsiteX3224" y="connsiteY3224"/>
                  </a:cxn>
                  <a:cxn ang="0">
                    <a:pos x="connsiteX3225" y="connsiteY3225"/>
                  </a:cxn>
                  <a:cxn ang="0">
                    <a:pos x="connsiteX3226" y="connsiteY3226"/>
                  </a:cxn>
                  <a:cxn ang="0">
                    <a:pos x="connsiteX3227" y="connsiteY3227"/>
                  </a:cxn>
                  <a:cxn ang="0">
                    <a:pos x="connsiteX3228" y="connsiteY3228"/>
                  </a:cxn>
                  <a:cxn ang="0">
                    <a:pos x="connsiteX3229" y="connsiteY3229"/>
                  </a:cxn>
                  <a:cxn ang="0">
                    <a:pos x="connsiteX3230" y="connsiteY3230"/>
                  </a:cxn>
                  <a:cxn ang="0">
                    <a:pos x="connsiteX3231" y="connsiteY3231"/>
                  </a:cxn>
                  <a:cxn ang="0">
                    <a:pos x="connsiteX3232" y="connsiteY3232"/>
                  </a:cxn>
                  <a:cxn ang="0">
                    <a:pos x="connsiteX3233" y="connsiteY3233"/>
                  </a:cxn>
                  <a:cxn ang="0">
                    <a:pos x="connsiteX3234" y="connsiteY3234"/>
                  </a:cxn>
                  <a:cxn ang="0">
                    <a:pos x="connsiteX3235" y="connsiteY3235"/>
                  </a:cxn>
                  <a:cxn ang="0">
                    <a:pos x="connsiteX3236" y="connsiteY3236"/>
                  </a:cxn>
                  <a:cxn ang="0">
                    <a:pos x="connsiteX3237" y="connsiteY3237"/>
                  </a:cxn>
                  <a:cxn ang="0">
                    <a:pos x="connsiteX3238" y="connsiteY3238"/>
                  </a:cxn>
                  <a:cxn ang="0">
                    <a:pos x="connsiteX3239" y="connsiteY3239"/>
                  </a:cxn>
                  <a:cxn ang="0">
                    <a:pos x="connsiteX3240" y="connsiteY3240"/>
                  </a:cxn>
                  <a:cxn ang="0">
                    <a:pos x="connsiteX3241" y="connsiteY3241"/>
                  </a:cxn>
                  <a:cxn ang="0">
                    <a:pos x="connsiteX3242" y="connsiteY3242"/>
                  </a:cxn>
                  <a:cxn ang="0">
                    <a:pos x="connsiteX3243" y="connsiteY3243"/>
                  </a:cxn>
                  <a:cxn ang="0">
                    <a:pos x="connsiteX3244" y="connsiteY3244"/>
                  </a:cxn>
                  <a:cxn ang="0">
                    <a:pos x="connsiteX3245" y="connsiteY3245"/>
                  </a:cxn>
                  <a:cxn ang="0">
                    <a:pos x="connsiteX3246" y="connsiteY3246"/>
                  </a:cxn>
                  <a:cxn ang="0">
                    <a:pos x="connsiteX3247" y="connsiteY3247"/>
                  </a:cxn>
                  <a:cxn ang="0">
                    <a:pos x="connsiteX3248" y="connsiteY3248"/>
                  </a:cxn>
                  <a:cxn ang="0">
                    <a:pos x="connsiteX3249" y="connsiteY3249"/>
                  </a:cxn>
                  <a:cxn ang="0">
                    <a:pos x="connsiteX3250" y="connsiteY3250"/>
                  </a:cxn>
                  <a:cxn ang="0">
                    <a:pos x="connsiteX3251" y="connsiteY3251"/>
                  </a:cxn>
                  <a:cxn ang="0">
                    <a:pos x="connsiteX3252" y="connsiteY3252"/>
                  </a:cxn>
                  <a:cxn ang="0">
                    <a:pos x="connsiteX3253" y="connsiteY3253"/>
                  </a:cxn>
                  <a:cxn ang="0">
                    <a:pos x="connsiteX3254" y="connsiteY3254"/>
                  </a:cxn>
                  <a:cxn ang="0">
                    <a:pos x="connsiteX3255" y="connsiteY3255"/>
                  </a:cxn>
                  <a:cxn ang="0">
                    <a:pos x="connsiteX3256" y="connsiteY3256"/>
                  </a:cxn>
                  <a:cxn ang="0">
                    <a:pos x="connsiteX3257" y="connsiteY3257"/>
                  </a:cxn>
                  <a:cxn ang="0">
                    <a:pos x="connsiteX3258" y="connsiteY3258"/>
                  </a:cxn>
                  <a:cxn ang="0">
                    <a:pos x="connsiteX3259" y="connsiteY3259"/>
                  </a:cxn>
                  <a:cxn ang="0">
                    <a:pos x="connsiteX3260" y="connsiteY3260"/>
                  </a:cxn>
                  <a:cxn ang="0">
                    <a:pos x="connsiteX3261" y="connsiteY3261"/>
                  </a:cxn>
                  <a:cxn ang="0">
                    <a:pos x="connsiteX3262" y="connsiteY3262"/>
                  </a:cxn>
                  <a:cxn ang="0">
                    <a:pos x="connsiteX3263" y="connsiteY3263"/>
                  </a:cxn>
                  <a:cxn ang="0">
                    <a:pos x="connsiteX3264" y="connsiteY3264"/>
                  </a:cxn>
                  <a:cxn ang="0">
                    <a:pos x="connsiteX3265" y="connsiteY3265"/>
                  </a:cxn>
                  <a:cxn ang="0">
                    <a:pos x="connsiteX3266" y="connsiteY3266"/>
                  </a:cxn>
                  <a:cxn ang="0">
                    <a:pos x="connsiteX3267" y="connsiteY3267"/>
                  </a:cxn>
                  <a:cxn ang="0">
                    <a:pos x="connsiteX3268" y="connsiteY3268"/>
                  </a:cxn>
                  <a:cxn ang="0">
                    <a:pos x="connsiteX3269" y="connsiteY3269"/>
                  </a:cxn>
                  <a:cxn ang="0">
                    <a:pos x="connsiteX3270" y="connsiteY3270"/>
                  </a:cxn>
                  <a:cxn ang="0">
                    <a:pos x="connsiteX3271" y="connsiteY3271"/>
                  </a:cxn>
                  <a:cxn ang="0">
                    <a:pos x="connsiteX3272" y="connsiteY3272"/>
                  </a:cxn>
                  <a:cxn ang="0">
                    <a:pos x="connsiteX3273" y="connsiteY3273"/>
                  </a:cxn>
                  <a:cxn ang="0">
                    <a:pos x="connsiteX3274" y="connsiteY3274"/>
                  </a:cxn>
                  <a:cxn ang="0">
                    <a:pos x="connsiteX3275" y="connsiteY3275"/>
                  </a:cxn>
                  <a:cxn ang="0">
                    <a:pos x="connsiteX3276" y="connsiteY3276"/>
                  </a:cxn>
                  <a:cxn ang="0">
                    <a:pos x="connsiteX3277" y="connsiteY3277"/>
                  </a:cxn>
                  <a:cxn ang="0">
                    <a:pos x="connsiteX3278" y="connsiteY3278"/>
                  </a:cxn>
                  <a:cxn ang="0">
                    <a:pos x="connsiteX3279" y="connsiteY3279"/>
                  </a:cxn>
                  <a:cxn ang="0">
                    <a:pos x="connsiteX3280" y="connsiteY3280"/>
                  </a:cxn>
                  <a:cxn ang="0">
                    <a:pos x="connsiteX3281" y="connsiteY3281"/>
                  </a:cxn>
                  <a:cxn ang="0">
                    <a:pos x="connsiteX3282" y="connsiteY3282"/>
                  </a:cxn>
                  <a:cxn ang="0">
                    <a:pos x="connsiteX3283" y="connsiteY3283"/>
                  </a:cxn>
                  <a:cxn ang="0">
                    <a:pos x="connsiteX3284" y="connsiteY3284"/>
                  </a:cxn>
                  <a:cxn ang="0">
                    <a:pos x="connsiteX3285" y="connsiteY3285"/>
                  </a:cxn>
                  <a:cxn ang="0">
                    <a:pos x="connsiteX3286" y="connsiteY3286"/>
                  </a:cxn>
                  <a:cxn ang="0">
                    <a:pos x="connsiteX3287" y="connsiteY3287"/>
                  </a:cxn>
                  <a:cxn ang="0">
                    <a:pos x="connsiteX3288" y="connsiteY3288"/>
                  </a:cxn>
                  <a:cxn ang="0">
                    <a:pos x="connsiteX3289" y="connsiteY3289"/>
                  </a:cxn>
                  <a:cxn ang="0">
                    <a:pos x="connsiteX3290" y="connsiteY3290"/>
                  </a:cxn>
                  <a:cxn ang="0">
                    <a:pos x="connsiteX3291" y="connsiteY3291"/>
                  </a:cxn>
                  <a:cxn ang="0">
                    <a:pos x="connsiteX3292" y="connsiteY3292"/>
                  </a:cxn>
                  <a:cxn ang="0">
                    <a:pos x="connsiteX3293" y="connsiteY3293"/>
                  </a:cxn>
                  <a:cxn ang="0">
                    <a:pos x="connsiteX3294" y="connsiteY3294"/>
                  </a:cxn>
                  <a:cxn ang="0">
                    <a:pos x="connsiteX3295" y="connsiteY3295"/>
                  </a:cxn>
                  <a:cxn ang="0">
                    <a:pos x="connsiteX3296" y="connsiteY3296"/>
                  </a:cxn>
                  <a:cxn ang="0">
                    <a:pos x="connsiteX3297" y="connsiteY3297"/>
                  </a:cxn>
                  <a:cxn ang="0">
                    <a:pos x="connsiteX3298" y="connsiteY3298"/>
                  </a:cxn>
                  <a:cxn ang="0">
                    <a:pos x="connsiteX3299" y="connsiteY3299"/>
                  </a:cxn>
                  <a:cxn ang="0">
                    <a:pos x="connsiteX3300" y="connsiteY3300"/>
                  </a:cxn>
                  <a:cxn ang="0">
                    <a:pos x="connsiteX3301" y="connsiteY3301"/>
                  </a:cxn>
                  <a:cxn ang="0">
                    <a:pos x="connsiteX3302" y="connsiteY3302"/>
                  </a:cxn>
                  <a:cxn ang="0">
                    <a:pos x="connsiteX3303" y="connsiteY3303"/>
                  </a:cxn>
                </a:cxnLst>
                <a:rect l="l" t="t" r="r" b="b"/>
                <a:pathLst>
                  <a:path w="5062695" h="2902183">
                    <a:moveTo>
                      <a:pt x="3731703" y="2912032"/>
                    </a:moveTo>
                    <a:cubicBezTo>
                      <a:pt x="3730735" y="2912032"/>
                      <a:pt x="3730090" y="2911710"/>
                      <a:pt x="3729123" y="2911387"/>
                    </a:cubicBezTo>
                    <a:cubicBezTo>
                      <a:pt x="3726543" y="2910098"/>
                      <a:pt x="3725576" y="2906873"/>
                      <a:pt x="3726866" y="2904293"/>
                    </a:cubicBezTo>
                    <a:lnTo>
                      <a:pt x="3731703" y="2906550"/>
                    </a:lnTo>
                    <a:lnTo>
                      <a:pt x="3727188" y="2903648"/>
                    </a:lnTo>
                    <a:cubicBezTo>
                      <a:pt x="3728478" y="2901069"/>
                      <a:pt x="3731703" y="2900101"/>
                      <a:pt x="3734605" y="2901391"/>
                    </a:cubicBezTo>
                    <a:cubicBezTo>
                      <a:pt x="3737184" y="2902681"/>
                      <a:pt x="3738152" y="2905906"/>
                      <a:pt x="3736862" y="2908808"/>
                    </a:cubicBezTo>
                    <a:cubicBezTo>
                      <a:pt x="3736862" y="2908808"/>
                      <a:pt x="3736540" y="2909130"/>
                      <a:pt x="3736540" y="2909130"/>
                    </a:cubicBezTo>
                    <a:cubicBezTo>
                      <a:pt x="3735572" y="2911065"/>
                      <a:pt x="3733637" y="2912032"/>
                      <a:pt x="3731703" y="2912032"/>
                    </a:cubicBezTo>
                    <a:close/>
                    <a:moveTo>
                      <a:pt x="3730090" y="2885913"/>
                    </a:moveTo>
                    <a:cubicBezTo>
                      <a:pt x="3729768" y="2885913"/>
                      <a:pt x="3729768" y="2885913"/>
                      <a:pt x="3730090" y="2885913"/>
                    </a:cubicBezTo>
                    <a:cubicBezTo>
                      <a:pt x="3726866" y="2885913"/>
                      <a:pt x="3724608" y="2883333"/>
                      <a:pt x="3724608" y="2880431"/>
                    </a:cubicBezTo>
                    <a:cubicBezTo>
                      <a:pt x="3724608" y="2879463"/>
                      <a:pt x="3724608" y="2878174"/>
                      <a:pt x="3724608" y="2876884"/>
                    </a:cubicBezTo>
                    <a:cubicBezTo>
                      <a:pt x="3724608" y="2870757"/>
                      <a:pt x="3724286" y="2867532"/>
                      <a:pt x="3714935" y="2862373"/>
                    </a:cubicBezTo>
                    <a:cubicBezTo>
                      <a:pt x="3711387" y="2860438"/>
                      <a:pt x="3706550" y="2857213"/>
                      <a:pt x="3706550" y="2851731"/>
                    </a:cubicBezTo>
                    <a:cubicBezTo>
                      <a:pt x="3706550" y="2849796"/>
                      <a:pt x="3707195" y="2847862"/>
                      <a:pt x="3707840" y="2846894"/>
                    </a:cubicBezTo>
                    <a:cubicBezTo>
                      <a:pt x="3707840" y="2846894"/>
                      <a:pt x="3707840" y="2846572"/>
                      <a:pt x="3707840" y="2846572"/>
                    </a:cubicBezTo>
                    <a:cubicBezTo>
                      <a:pt x="3706873" y="2843992"/>
                      <a:pt x="3706228" y="2840445"/>
                      <a:pt x="3705905" y="2835930"/>
                    </a:cubicBezTo>
                    <a:cubicBezTo>
                      <a:pt x="3705905" y="2833028"/>
                      <a:pt x="3708163" y="2830449"/>
                      <a:pt x="3711065" y="2830126"/>
                    </a:cubicBezTo>
                    <a:cubicBezTo>
                      <a:pt x="3713967" y="2829804"/>
                      <a:pt x="3716547" y="2832383"/>
                      <a:pt x="3716869" y="2835286"/>
                    </a:cubicBezTo>
                    <a:cubicBezTo>
                      <a:pt x="3717192" y="2839800"/>
                      <a:pt x="3717837" y="2842057"/>
                      <a:pt x="3718159" y="2843025"/>
                    </a:cubicBezTo>
                    <a:cubicBezTo>
                      <a:pt x="3718804" y="2843992"/>
                      <a:pt x="3718804" y="2845282"/>
                      <a:pt x="3718804" y="2846572"/>
                    </a:cubicBezTo>
                    <a:cubicBezTo>
                      <a:pt x="3718804" y="2848507"/>
                      <a:pt x="3718159" y="2850119"/>
                      <a:pt x="3717514" y="2851409"/>
                    </a:cubicBezTo>
                    <a:cubicBezTo>
                      <a:pt x="3717514" y="2851409"/>
                      <a:pt x="3717514" y="2851409"/>
                      <a:pt x="3717514" y="2851409"/>
                    </a:cubicBezTo>
                    <a:cubicBezTo>
                      <a:pt x="3717837" y="2851731"/>
                      <a:pt x="3718804" y="2852376"/>
                      <a:pt x="3720094" y="2853021"/>
                    </a:cubicBezTo>
                    <a:cubicBezTo>
                      <a:pt x="3732992" y="2860115"/>
                      <a:pt x="3735572" y="2867210"/>
                      <a:pt x="3735572" y="2876884"/>
                    </a:cubicBezTo>
                    <a:cubicBezTo>
                      <a:pt x="3735572" y="2878174"/>
                      <a:pt x="3735572" y="2879463"/>
                      <a:pt x="3735572" y="2880753"/>
                    </a:cubicBezTo>
                    <a:cubicBezTo>
                      <a:pt x="3735250" y="2883655"/>
                      <a:pt x="3732670" y="2885913"/>
                      <a:pt x="3730090" y="2885913"/>
                    </a:cubicBezTo>
                    <a:close/>
                    <a:moveTo>
                      <a:pt x="4377599" y="2860760"/>
                    </a:moveTo>
                    <a:cubicBezTo>
                      <a:pt x="4370505" y="2860760"/>
                      <a:pt x="4365023" y="2854311"/>
                      <a:pt x="4363089" y="2843992"/>
                    </a:cubicBezTo>
                    <a:cubicBezTo>
                      <a:pt x="4362444" y="2841090"/>
                      <a:pt x="4364378" y="2838188"/>
                      <a:pt x="4367281" y="2837865"/>
                    </a:cubicBezTo>
                    <a:cubicBezTo>
                      <a:pt x="4370183" y="2837220"/>
                      <a:pt x="4373085" y="2839155"/>
                      <a:pt x="4373407" y="2842057"/>
                    </a:cubicBezTo>
                    <a:cubicBezTo>
                      <a:pt x="4374375" y="2847539"/>
                      <a:pt x="4376310" y="2850119"/>
                      <a:pt x="4377599" y="2850119"/>
                    </a:cubicBezTo>
                    <a:cubicBezTo>
                      <a:pt x="4377922" y="2850119"/>
                      <a:pt x="4378244" y="2850119"/>
                      <a:pt x="4379212" y="2849474"/>
                    </a:cubicBezTo>
                    <a:cubicBezTo>
                      <a:pt x="4383726" y="2847217"/>
                      <a:pt x="4384694" y="2844637"/>
                      <a:pt x="4385983" y="2842057"/>
                    </a:cubicBezTo>
                    <a:cubicBezTo>
                      <a:pt x="4386951" y="2839800"/>
                      <a:pt x="4388563" y="2836576"/>
                      <a:pt x="4391788" y="2834641"/>
                    </a:cubicBezTo>
                    <a:cubicBezTo>
                      <a:pt x="4396625" y="2831739"/>
                      <a:pt x="4400495" y="2833351"/>
                      <a:pt x="4402752" y="2834963"/>
                    </a:cubicBezTo>
                    <a:cubicBezTo>
                      <a:pt x="4403719" y="2835608"/>
                      <a:pt x="4405009" y="2836253"/>
                      <a:pt x="4407266" y="2836898"/>
                    </a:cubicBezTo>
                    <a:cubicBezTo>
                      <a:pt x="4410168" y="2837543"/>
                      <a:pt x="4411781" y="2840768"/>
                      <a:pt x="4411136" y="2843347"/>
                    </a:cubicBezTo>
                    <a:cubicBezTo>
                      <a:pt x="4410491" y="2846249"/>
                      <a:pt x="4407266" y="2847862"/>
                      <a:pt x="4404686" y="2847217"/>
                    </a:cubicBezTo>
                    <a:cubicBezTo>
                      <a:pt x="4400817" y="2846249"/>
                      <a:pt x="4398882" y="2844960"/>
                      <a:pt x="4397270" y="2843992"/>
                    </a:cubicBezTo>
                    <a:cubicBezTo>
                      <a:pt x="4397270" y="2843992"/>
                      <a:pt x="4397270" y="2843992"/>
                      <a:pt x="4397270" y="2843992"/>
                    </a:cubicBezTo>
                    <a:cubicBezTo>
                      <a:pt x="4396948" y="2844315"/>
                      <a:pt x="4396625" y="2844960"/>
                      <a:pt x="4395980" y="2846572"/>
                    </a:cubicBezTo>
                    <a:cubicBezTo>
                      <a:pt x="4394368" y="2849796"/>
                      <a:pt x="4392110" y="2854956"/>
                      <a:pt x="4384371" y="2858826"/>
                    </a:cubicBezTo>
                    <a:cubicBezTo>
                      <a:pt x="4381792" y="2860115"/>
                      <a:pt x="4379534" y="2860760"/>
                      <a:pt x="4377599" y="2860760"/>
                    </a:cubicBezTo>
                    <a:close/>
                    <a:moveTo>
                      <a:pt x="4442415" y="2860760"/>
                    </a:moveTo>
                    <a:cubicBezTo>
                      <a:pt x="4441447" y="2860760"/>
                      <a:pt x="4440480" y="2860438"/>
                      <a:pt x="4439513" y="2859793"/>
                    </a:cubicBezTo>
                    <a:cubicBezTo>
                      <a:pt x="4436933" y="2858181"/>
                      <a:pt x="4436288" y="2854956"/>
                      <a:pt x="4437900" y="2852376"/>
                    </a:cubicBezTo>
                    <a:cubicBezTo>
                      <a:pt x="4438545" y="2851086"/>
                      <a:pt x="4439513" y="2849152"/>
                      <a:pt x="4440158" y="2847217"/>
                    </a:cubicBezTo>
                    <a:cubicBezTo>
                      <a:pt x="4440480" y="2846249"/>
                      <a:pt x="4440803" y="2845282"/>
                      <a:pt x="4441125" y="2844315"/>
                    </a:cubicBezTo>
                    <a:lnTo>
                      <a:pt x="4441447" y="2843347"/>
                    </a:lnTo>
                    <a:cubicBezTo>
                      <a:pt x="4442415" y="2840445"/>
                      <a:pt x="4445639" y="2839155"/>
                      <a:pt x="4448542" y="2840445"/>
                    </a:cubicBezTo>
                    <a:cubicBezTo>
                      <a:pt x="4451444" y="2841413"/>
                      <a:pt x="4452734" y="2844637"/>
                      <a:pt x="4451444" y="2847539"/>
                    </a:cubicBezTo>
                    <a:lnTo>
                      <a:pt x="4451121" y="2848507"/>
                    </a:lnTo>
                    <a:cubicBezTo>
                      <a:pt x="4450799" y="2849152"/>
                      <a:pt x="4450476" y="2850119"/>
                      <a:pt x="4450154" y="2851086"/>
                    </a:cubicBezTo>
                    <a:cubicBezTo>
                      <a:pt x="4449187" y="2853666"/>
                      <a:pt x="4448219" y="2856246"/>
                      <a:pt x="4446930" y="2858503"/>
                    </a:cubicBezTo>
                    <a:cubicBezTo>
                      <a:pt x="4445639" y="2859793"/>
                      <a:pt x="4444027" y="2860760"/>
                      <a:pt x="4442415" y="2860760"/>
                    </a:cubicBezTo>
                    <a:close/>
                    <a:moveTo>
                      <a:pt x="4455959" y="2825612"/>
                    </a:moveTo>
                    <a:cubicBezTo>
                      <a:pt x="4454668" y="2825612"/>
                      <a:pt x="4453379" y="2825289"/>
                      <a:pt x="4452411" y="2824322"/>
                    </a:cubicBezTo>
                    <a:cubicBezTo>
                      <a:pt x="4450154" y="2822387"/>
                      <a:pt x="4449832" y="2819162"/>
                      <a:pt x="4451766" y="2816905"/>
                    </a:cubicBezTo>
                    <a:cubicBezTo>
                      <a:pt x="4454023" y="2814003"/>
                      <a:pt x="4457248" y="2812391"/>
                      <a:pt x="4460473" y="2810778"/>
                    </a:cubicBezTo>
                    <a:cubicBezTo>
                      <a:pt x="4461118" y="2810456"/>
                      <a:pt x="4461763" y="2810133"/>
                      <a:pt x="4462730" y="2809488"/>
                    </a:cubicBezTo>
                    <a:cubicBezTo>
                      <a:pt x="4462408" y="2808521"/>
                      <a:pt x="4461763" y="2807231"/>
                      <a:pt x="4461118" y="2806586"/>
                    </a:cubicBezTo>
                    <a:cubicBezTo>
                      <a:pt x="4459506" y="2803362"/>
                      <a:pt x="4457571" y="2799815"/>
                      <a:pt x="4457571" y="2795945"/>
                    </a:cubicBezTo>
                    <a:cubicBezTo>
                      <a:pt x="4457571" y="2793688"/>
                      <a:pt x="4458216" y="2791430"/>
                      <a:pt x="4459506" y="2789818"/>
                    </a:cubicBezTo>
                    <a:cubicBezTo>
                      <a:pt x="4461118" y="2787238"/>
                      <a:pt x="4461440" y="2785626"/>
                      <a:pt x="4461440" y="2784014"/>
                    </a:cubicBezTo>
                    <a:cubicBezTo>
                      <a:pt x="4461440" y="2782079"/>
                      <a:pt x="4460795" y="2780144"/>
                      <a:pt x="4460473" y="2778210"/>
                    </a:cubicBezTo>
                    <a:lnTo>
                      <a:pt x="4460150" y="2776920"/>
                    </a:lnTo>
                    <a:cubicBezTo>
                      <a:pt x="4459506" y="2774017"/>
                      <a:pt x="4461118" y="2771115"/>
                      <a:pt x="4464020" y="2770470"/>
                    </a:cubicBezTo>
                    <a:cubicBezTo>
                      <a:pt x="4466922" y="2769825"/>
                      <a:pt x="4469824" y="2771438"/>
                      <a:pt x="4470469" y="2774340"/>
                    </a:cubicBezTo>
                    <a:lnTo>
                      <a:pt x="4470792" y="2775630"/>
                    </a:lnTo>
                    <a:cubicBezTo>
                      <a:pt x="4471437" y="2778210"/>
                      <a:pt x="4472082" y="2781112"/>
                      <a:pt x="4472082" y="2784336"/>
                    </a:cubicBezTo>
                    <a:cubicBezTo>
                      <a:pt x="4472082" y="2788528"/>
                      <a:pt x="4470792" y="2792398"/>
                      <a:pt x="4468212" y="2796267"/>
                    </a:cubicBezTo>
                    <a:cubicBezTo>
                      <a:pt x="4468212" y="2797557"/>
                      <a:pt x="4469502" y="2800137"/>
                      <a:pt x="4470469" y="2801749"/>
                    </a:cubicBezTo>
                    <a:cubicBezTo>
                      <a:pt x="4472082" y="2804652"/>
                      <a:pt x="4473694" y="2807554"/>
                      <a:pt x="4473694" y="2810778"/>
                    </a:cubicBezTo>
                    <a:cubicBezTo>
                      <a:pt x="4473694" y="2814003"/>
                      <a:pt x="4472082" y="2816583"/>
                      <a:pt x="4469179" y="2818518"/>
                    </a:cubicBezTo>
                    <a:cubicBezTo>
                      <a:pt x="4467890" y="2819162"/>
                      <a:pt x="4466922" y="2819807"/>
                      <a:pt x="4465632" y="2820452"/>
                    </a:cubicBezTo>
                    <a:cubicBezTo>
                      <a:pt x="4463053" y="2821742"/>
                      <a:pt x="4461118" y="2823032"/>
                      <a:pt x="4460150" y="2824322"/>
                    </a:cubicBezTo>
                    <a:cubicBezTo>
                      <a:pt x="4458861" y="2824967"/>
                      <a:pt x="4457571" y="2825612"/>
                      <a:pt x="4455959" y="2825612"/>
                    </a:cubicBezTo>
                    <a:close/>
                    <a:moveTo>
                      <a:pt x="4362121" y="2822710"/>
                    </a:moveTo>
                    <a:cubicBezTo>
                      <a:pt x="4360187" y="2822710"/>
                      <a:pt x="4357929" y="2821420"/>
                      <a:pt x="4357284" y="2819485"/>
                    </a:cubicBezTo>
                    <a:cubicBezTo>
                      <a:pt x="4355672" y="2815938"/>
                      <a:pt x="4354705" y="2812068"/>
                      <a:pt x="4354382" y="2807231"/>
                    </a:cubicBezTo>
                    <a:cubicBezTo>
                      <a:pt x="4354060" y="2804329"/>
                      <a:pt x="4356317" y="2801749"/>
                      <a:pt x="4359219" y="2801427"/>
                    </a:cubicBezTo>
                    <a:cubicBezTo>
                      <a:pt x="4362121" y="2801427"/>
                      <a:pt x="4364701" y="2803362"/>
                      <a:pt x="4365023" y="2806264"/>
                    </a:cubicBezTo>
                    <a:cubicBezTo>
                      <a:pt x="4365346" y="2809811"/>
                      <a:pt x="4365991" y="2812391"/>
                      <a:pt x="4366958" y="2814970"/>
                    </a:cubicBezTo>
                    <a:cubicBezTo>
                      <a:pt x="4368248" y="2817550"/>
                      <a:pt x="4366958" y="2820775"/>
                      <a:pt x="4364056" y="2822065"/>
                    </a:cubicBezTo>
                    <a:cubicBezTo>
                      <a:pt x="4363411" y="2822710"/>
                      <a:pt x="4362766" y="2822710"/>
                      <a:pt x="4362121" y="2822710"/>
                    </a:cubicBezTo>
                    <a:close/>
                    <a:moveTo>
                      <a:pt x="3708485" y="2797880"/>
                    </a:moveTo>
                    <a:cubicBezTo>
                      <a:pt x="3705905" y="2797880"/>
                      <a:pt x="3703971" y="2796267"/>
                      <a:pt x="3703326" y="2793688"/>
                    </a:cubicBezTo>
                    <a:cubicBezTo>
                      <a:pt x="3702358" y="2790141"/>
                      <a:pt x="3701713" y="2786916"/>
                      <a:pt x="3700746" y="2783369"/>
                    </a:cubicBezTo>
                    <a:cubicBezTo>
                      <a:pt x="3700101" y="2780467"/>
                      <a:pt x="3701713" y="2777564"/>
                      <a:pt x="3704616" y="2776920"/>
                    </a:cubicBezTo>
                    <a:cubicBezTo>
                      <a:pt x="3707518" y="2776275"/>
                      <a:pt x="3710420" y="2777887"/>
                      <a:pt x="3711065" y="2780789"/>
                    </a:cubicBezTo>
                    <a:cubicBezTo>
                      <a:pt x="3712032" y="2784336"/>
                      <a:pt x="3713000" y="2787883"/>
                      <a:pt x="3713645" y="2791430"/>
                    </a:cubicBezTo>
                    <a:cubicBezTo>
                      <a:pt x="3714289" y="2794333"/>
                      <a:pt x="3712677" y="2797235"/>
                      <a:pt x="3709775" y="2797880"/>
                    </a:cubicBezTo>
                    <a:cubicBezTo>
                      <a:pt x="3709130" y="2797880"/>
                      <a:pt x="3708808" y="2797880"/>
                      <a:pt x="3708485" y="2797880"/>
                    </a:cubicBezTo>
                    <a:close/>
                    <a:moveTo>
                      <a:pt x="4354705" y="2769825"/>
                    </a:moveTo>
                    <a:cubicBezTo>
                      <a:pt x="4351802" y="2769825"/>
                      <a:pt x="4349545" y="2767568"/>
                      <a:pt x="4349222" y="2764666"/>
                    </a:cubicBezTo>
                    <a:cubicBezTo>
                      <a:pt x="4348900" y="2754025"/>
                      <a:pt x="4342451" y="2743383"/>
                      <a:pt x="4336324" y="2732742"/>
                    </a:cubicBezTo>
                    <a:cubicBezTo>
                      <a:pt x="4333422" y="2727905"/>
                      <a:pt x="4330842" y="2723390"/>
                      <a:pt x="4328907" y="2718876"/>
                    </a:cubicBezTo>
                    <a:lnTo>
                      <a:pt x="4328585" y="2717908"/>
                    </a:lnTo>
                    <a:cubicBezTo>
                      <a:pt x="4327295" y="2715329"/>
                      <a:pt x="4328585" y="2712104"/>
                      <a:pt x="4331164" y="2710814"/>
                    </a:cubicBezTo>
                    <a:cubicBezTo>
                      <a:pt x="4333744" y="2709524"/>
                      <a:pt x="4336969" y="2710814"/>
                      <a:pt x="4338259" y="2713394"/>
                    </a:cubicBezTo>
                    <a:lnTo>
                      <a:pt x="4338581" y="2714361"/>
                    </a:lnTo>
                    <a:cubicBezTo>
                      <a:pt x="4340516" y="2718553"/>
                      <a:pt x="4343096" y="2722746"/>
                      <a:pt x="4345675" y="2727260"/>
                    </a:cubicBezTo>
                    <a:cubicBezTo>
                      <a:pt x="4352125" y="2738224"/>
                      <a:pt x="4359541" y="2751122"/>
                      <a:pt x="4359864" y="2764021"/>
                    </a:cubicBezTo>
                    <a:cubicBezTo>
                      <a:pt x="4360187" y="2767246"/>
                      <a:pt x="4357929" y="2769825"/>
                      <a:pt x="4354705" y="2769825"/>
                    </a:cubicBezTo>
                    <a:cubicBezTo>
                      <a:pt x="4355027" y="2769825"/>
                      <a:pt x="4354705" y="2769825"/>
                      <a:pt x="4354705" y="2769825"/>
                    </a:cubicBezTo>
                    <a:close/>
                    <a:moveTo>
                      <a:pt x="3698811" y="2761441"/>
                    </a:moveTo>
                    <a:cubicBezTo>
                      <a:pt x="3696232" y="2761441"/>
                      <a:pt x="3694297" y="2759829"/>
                      <a:pt x="3693652" y="2757249"/>
                    </a:cubicBezTo>
                    <a:cubicBezTo>
                      <a:pt x="3690105" y="2742416"/>
                      <a:pt x="3688492" y="2731129"/>
                      <a:pt x="3688492" y="2720166"/>
                    </a:cubicBezTo>
                    <a:cubicBezTo>
                      <a:pt x="3688492" y="2713717"/>
                      <a:pt x="3689137" y="2707590"/>
                      <a:pt x="3690427" y="2701463"/>
                    </a:cubicBezTo>
                    <a:cubicBezTo>
                      <a:pt x="3691072" y="2698561"/>
                      <a:pt x="3693974" y="2696626"/>
                      <a:pt x="3696876" y="2697271"/>
                    </a:cubicBezTo>
                    <a:cubicBezTo>
                      <a:pt x="3699779" y="2697916"/>
                      <a:pt x="3701713" y="2700818"/>
                      <a:pt x="3701069" y="2703720"/>
                    </a:cubicBezTo>
                    <a:cubicBezTo>
                      <a:pt x="3700101" y="2708880"/>
                      <a:pt x="3699456" y="2714361"/>
                      <a:pt x="3699456" y="2720166"/>
                    </a:cubicBezTo>
                    <a:cubicBezTo>
                      <a:pt x="3699456" y="2730162"/>
                      <a:pt x="3701069" y="2740481"/>
                      <a:pt x="3704293" y="2754669"/>
                    </a:cubicBezTo>
                    <a:cubicBezTo>
                      <a:pt x="3704938" y="2757572"/>
                      <a:pt x="3703326" y="2760474"/>
                      <a:pt x="3700423" y="2761119"/>
                    </a:cubicBezTo>
                    <a:cubicBezTo>
                      <a:pt x="3699779" y="2761441"/>
                      <a:pt x="3699134" y="2761441"/>
                      <a:pt x="3698811" y="2761441"/>
                    </a:cubicBezTo>
                    <a:close/>
                    <a:moveTo>
                      <a:pt x="4445962" y="2743383"/>
                    </a:moveTo>
                    <a:cubicBezTo>
                      <a:pt x="4445639" y="2743383"/>
                      <a:pt x="4445639" y="2743383"/>
                      <a:pt x="4445317" y="2743383"/>
                    </a:cubicBezTo>
                    <a:cubicBezTo>
                      <a:pt x="4442415" y="2743061"/>
                      <a:pt x="4440158" y="2740481"/>
                      <a:pt x="4440480" y="2737579"/>
                    </a:cubicBezTo>
                    <a:cubicBezTo>
                      <a:pt x="4440803" y="2734999"/>
                      <a:pt x="4441447" y="2732419"/>
                      <a:pt x="4441770" y="2729840"/>
                    </a:cubicBezTo>
                    <a:cubicBezTo>
                      <a:pt x="4442092" y="2728872"/>
                      <a:pt x="4442092" y="2727582"/>
                      <a:pt x="4442415" y="2726615"/>
                    </a:cubicBezTo>
                    <a:cubicBezTo>
                      <a:pt x="4443060" y="2723713"/>
                      <a:pt x="4445962" y="2721778"/>
                      <a:pt x="4448864" y="2722423"/>
                    </a:cubicBezTo>
                    <a:cubicBezTo>
                      <a:pt x="4451766" y="2723068"/>
                      <a:pt x="4453701" y="2725970"/>
                      <a:pt x="4453056" y="2728872"/>
                    </a:cubicBezTo>
                    <a:cubicBezTo>
                      <a:pt x="4452734" y="2730162"/>
                      <a:pt x="4452734" y="2731129"/>
                      <a:pt x="4452411" y="2732097"/>
                    </a:cubicBezTo>
                    <a:cubicBezTo>
                      <a:pt x="4451766" y="2734354"/>
                      <a:pt x="4451444" y="2736612"/>
                      <a:pt x="4451121" y="2738869"/>
                    </a:cubicBezTo>
                    <a:cubicBezTo>
                      <a:pt x="4451121" y="2741126"/>
                      <a:pt x="4448542" y="2743383"/>
                      <a:pt x="4445962" y="2743383"/>
                    </a:cubicBezTo>
                    <a:close/>
                    <a:moveTo>
                      <a:pt x="4445317" y="2706300"/>
                    </a:moveTo>
                    <a:cubicBezTo>
                      <a:pt x="4443060" y="2706300"/>
                      <a:pt x="4440803" y="2704687"/>
                      <a:pt x="4440158" y="2702430"/>
                    </a:cubicBezTo>
                    <a:cubicBezTo>
                      <a:pt x="4438545" y="2696948"/>
                      <a:pt x="4437256" y="2692111"/>
                      <a:pt x="4437256" y="2686307"/>
                    </a:cubicBezTo>
                    <a:cubicBezTo>
                      <a:pt x="4437256" y="2681470"/>
                      <a:pt x="4438223" y="2676310"/>
                      <a:pt x="4440158" y="2670829"/>
                    </a:cubicBezTo>
                    <a:cubicBezTo>
                      <a:pt x="4443060" y="2663089"/>
                      <a:pt x="4447252" y="2655995"/>
                      <a:pt x="4452089" y="2647611"/>
                    </a:cubicBezTo>
                    <a:cubicBezTo>
                      <a:pt x="4453701" y="2645031"/>
                      <a:pt x="4456926" y="2644387"/>
                      <a:pt x="4459506" y="2645999"/>
                    </a:cubicBezTo>
                    <a:cubicBezTo>
                      <a:pt x="4462085" y="2647611"/>
                      <a:pt x="4462730" y="2650836"/>
                      <a:pt x="4461118" y="2653416"/>
                    </a:cubicBezTo>
                    <a:cubicBezTo>
                      <a:pt x="4456281" y="2661155"/>
                      <a:pt x="4452734" y="2667604"/>
                      <a:pt x="4449832" y="2674698"/>
                    </a:cubicBezTo>
                    <a:cubicBezTo>
                      <a:pt x="4448219" y="2678890"/>
                      <a:pt x="4447574" y="2682437"/>
                      <a:pt x="4447574" y="2686307"/>
                    </a:cubicBezTo>
                    <a:cubicBezTo>
                      <a:pt x="4447574" y="2690821"/>
                      <a:pt x="4448542" y="2694691"/>
                      <a:pt x="4450154" y="2699205"/>
                    </a:cubicBezTo>
                    <a:cubicBezTo>
                      <a:pt x="4451121" y="2702108"/>
                      <a:pt x="4449509" y="2705010"/>
                      <a:pt x="4446607" y="2705977"/>
                    </a:cubicBezTo>
                    <a:cubicBezTo>
                      <a:pt x="4446285" y="2706300"/>
                      <a:pt x="4445639" y="2706300"/>
                      <a:pt x="4445317" y="2706300"/>
                    </a:cubicBezTo>
                    <a:close/>
                    <a:moveTo>
                      <a:pt x="4186055" y="2700173"/>
                    </a:moveTo>
                    <a:cubicBezTo>
                      <a:pt x="4184443" y="2700173"/>
                      <a:pt x="4182831" y="2699851"/>
                      <a:pt x="4180573" y="2699528"/>
                    </a:cubicBezTo>
                    <a:lnTo>
                      <a:pt x="4178961" y="2699205"/>
                    </a:lnTo>
                    <a:cubicBezTo>
                      <a:pt x="4177349" y="2698883"/>
                      <a:pt x="4175737" y="2698561"/>
                      <a:pt x="4174124" y="2698238"/>
                    </a:cubicBezTo>
                    <a:cubicBezTo>
                      <a:pt x="4171222" y="2697593"/>
                      <a:pt x="4169287" y="2694691"/>
                      <a:pt x="4169932" y="2691789"/>
                    </a:cubicBezTo>
                    <a:cubicBezTo>
                      <a:pt x="4170577" y="2688887"/>
                      <a:pt x="4173479" y="2686952"/>
                      <a:pt x="4176381" y="2687597"/>
                    </a:cubicBezTo>
                    <a:cubicBezTo>
                      <a:pt x="4177671" y="2687919"/>
                      <a:pt x="4178961" y="2687919"/>
                      <a:pt x="4180573" y="2688242"/>
                    </a:cubicBezTo>
                    <a:lnTo>
                      <a:pt x="4182508" y="2688564"/>
                    </a:lnTo>
                    <a:cubicBezTo>
                      <a:pt x="4183798" y="2688887"/>
                      <a:pt x="4185411" y="2688887"/>
                      <a:pt x="4186055" y="2688887"/>
                    </a:cubicBezTo>
                    <a:cubicBezTo>
                      <a:pt x="4188958" y="2688887"/>
                      <a:pt x="4191537" y="2691144"/>
                      <a:pt x="4191537" y="2694368"/>
                    </a:cubicBezTo>
                    <a:cubicBezTo>
                      <a:pt x="4191537" y="2697593"/>
                      <a:pt x="4188958" y="2700173"/>
                      <a:pt x="4186055" y="2700173"/>
                    </a:cubicBezTo>
                    <a:close/>
                    <a:moveTo>
                      <a:pt x="4322781" y="2696303"/>
                    </a:moveTo>
                    <a:cubicBezTo>
                      <a:pt x="4320523" y="2696303"/>
                      <a:pt x="4318588" y="2695014"/>
                      <a:pt x="4317944" y="2692756"/>
                    </a:cubicBezTo>
                    <a:cubicBezTo>
                      <a:pt x="4316654" y="2689532"/>
                      <a:pt x="4315364" y="2685985"/>
                      <a:pt x="4314074" y="2682437"/>
                    </a:cubicBezTo>
                    <a:cubicBezTo>
                      <a:pt x="4313106" y="2679535"/>
                      <a:pt x="4314397" y="2676633"/>
                      <a:pt x="4317299" y="2675666"/>
                    </a:cubicBezTo>
                    <a:cubicBezTo>
                      <a:pt x="4320201" y="2674698"/>
                      <a:pt x="4323103" y="2675988"/>
                      <a:pt x="4324070" y="2678890"/>
                    </a:cubicBezTo>
                    <a:cubicBezTo>
                      <a:pt x="4325360" y="2682115"/>
                      <a:pt x="4326650" y="2685662"/>
                      <a:pt x="4327940" y="2688887"/>
                    </a:cubicBezTo>
                    <a:cubicBezTo>
                      <a:pt x="4328907" y="2691789"/>
                      <a:pt x="4327617" y="2694691"/>
                      <a:pt x="4325038" y="2695981"/>
                    </a:cubicBezTo>
                    <a:cubicBezTo>
                      <a:pt x="4324070" y="2696303"/>
                      <a:pt x="4323426" y="2696303"/>
                      <a:pt x="4322781" y="2696303"/>
                    </a:cubicBezTo>
                    <a:close/>
                    <a:moveTo>
                      <a:pt x="4204113" y="2681148"/>
                    </a:moveTo>
                    <a:cubicBezTo>
                      <a:pt x="4203146" y="2681148"/>
                      <a:pt x="4202179" y="2680825"/>
                      <a:pt x="4201211" y="2680502"/>
                    </a:cubicBezTo>
                    <a:cubicBezTo>
                      <a:pt x="4198631" y="2678890"/>
                      <a:pt x="4197987" y="2675666"/>
                      <a:pt x="4199276" y="2673086"/>
                    </a:cubicBezTo>
                    <a:cubicBezTo>
                      <a:pt x="4199922" y="2671796"/>
                      <a:pt x="4200566" y="2670829"/>
                      <a:pt x="4201211" y="2669216"/>
                    </a:cubicBezTo>
                    <a:cubicBezTo>
                      <a:pt x="4203469" y="2664702"/>
                      <a:pt x="4207983" y="2649546"/>
                      <a:pt x="4209273" y="2639872"/>
                    </a:cubicBezTo>
                    <a:cubicBezTo>
                      <a:pt x="4209273" y="2639227"/>
                      <a:pt x="4209273" y="2638582"/>
                      <a:pt x="4209273" y="2637937"/>
                    </a:cubicBezTo>
                    <a:cubicBezTo>
                      <a:pt x="4209273" y="2634390"/>
                      <a:pt x="4207983" y="2630843"/>
                      <a:pt x="4206693" y="2626973"/>
                    </a:cubicBezTo>
                    <a:lnTo>
                      <a:pt x="4206371" y="2626006"/>
                    </a:lnTo>
                    <a:cubicBezTo>
                      <a:pt x="4205403" y="2623104"/>
                      <a:pt x="4207016" y="2620202"/>
                      <a:pt x="4209596" y="2619234"/>
                    </a:cubicBezTo>
                    <a:cubicBezTo>
                      <a:pt x="4212498" y="2618267"/>
                      <a:pt x="4215400" y="2619879"/>
                      <a:pt x="4216367" y="2622459"/>
                    </a:cubicBezTo>
                    <a:lnTo>
                      <a:pt x="4216689" y="2623426"/>
                    </a:lnTo>
                    <a:cubicBezTo>
                      <a:pt x="4218302" y="2627618"/>
                      <a:pt x="4219914" y="2632455"/>
                      <a:pt x="4219914" y="2637937"/>
                    </a:cubicBezTo>
                    <a:cubicBezTo>
                      <a:pt x="4219914" y="2638904"/>
                      <a:pt x="4219914" y="2640194"/>
                      <a:pt x="4219592" y="2641484"/>
                    </a:cubicBezTo>
                    <a:cubicBezTo>
                      <a:pt x="4218302" y="2652126"/>
                      <a:pt x="4213465" y="2667926"/>
                      <a:pt x="4210240" y="2674053"/>
                    </a:cubicBezTo>
                    <a:cubicBezTo>
                      <a:pt x="4209273" y="2675988"/>
                      <a:pt x="4208628" y="2677278"/>
                      <a:pt x="4207660" y="2678568"/>
                    </a:cubicBezTo>
                    <a:cubicBezTo>
                      <a:pt x="4207660" y="2680180"/>
                      <a:pt x="4205726" y="2681148"/>
                      <a:pt x="4204113" y="2681148"/>
                    </a:cubicBezTo>
                    <a:close/>
                    <a:moveTo>
                      <a:pt x="3677851" y="2675988"/>
                    </a:moveTo>
                    <a:cubicBezTo>
                      <a:pt x="3674949" y="2675988"/>
                      <a:pt x="3672691" y="2673731"/>
                      <a:pt x="3672369" y="2670829"/>
                    </a:cubicBezTo>
                    <a:cubicBezTo>
                      <a:pt x="3672047" y="2667926"/>
                      <a:pt x="3674626" y="2665347"/>
                      <a:pt x="3677529" y="2665024"/>
                    </a:cubicBezTo>
                    <a:cubicBezTo>
                      <a:pt x="3678818" y="2665024"/>
                      <a:pt x="3679786" y="2665024"/>
                      <a:pt x="3681076" y="2664702"/>
                    </a:cubicBezTo>
                    <a:cubicBezTo>
                      <a:pt x="3683655" y="2664379"/>
                      <a:pt x="3686235" y="2664379"/>
                      <a:pt x="3688492" y="2664379"/>
                    </a:cubicBezTo>
                    <a:cubicBezTo>
                      <a:pt x="3691394" y="2664379"/>
                      <a:pt x="3693974" y="2666636"/>
                      <a:pt x="3693974" y="2669861"/>
                    </a:cubicBezTo>
                    <a:cubicBezTo>
                      <a:pt x="3693974" y="2672763"/>
                      <a:pt x="3691717" y="2675343"/>
                      <a:pt x="3688492" y="2675343"/>
                    </a:cubicBezTo>
                    <a:cubicBezTo>
                      <a:pt x="3686235" y="2675343"/>
                      <a:pt x="3684300" y="2675666"/>
                      <a:pt x="3681720" y="2675666"/>
                    </a:cubicBezTo>
                    <a:cubicBezTo>
                      <a:pt x="3680753" y="2675666"/>
                      <a:pt x="3679463" y="2675666"/>
                      <a:pt x="3677851" y="2675988"/>
                    </a:cubicBezTo>
                    <a:cubicBezTo>
                      <a:pt x="3678174" y="2675988"/>
                      <a:pt x="3678174" y="2675988"/>
                      <a:pt x="3677851" y="2675988"/>
                    </a:cubicBezTo>
                    <a:close/>
                    <a:moveTo>
                      <a:pt x="4133171" y="2671473"/>
                    </a:moveTo>
                    <a:cubicBezTo>
                      <a:pt x="4132526" y="2671473"/>
                      <a:pt x="4131881" y="2671473"/>
                      <a:pt x="4131559" y="2671151"/>
                    </a:cubicBezTo>
                    <a:cubicBezTo>
                      <a:pt x="4128657" y="2670184"/>
                      <a:pt x="4127367" y="2667282"/>
                      <a:pt x="4128334" y="2664379"/>
                    </a:cubicBezTo>
                    <a:cubicBezTo>
                      <a:pt x="4128979" y="2662122"/>
                      <a:pt x="4129302" y="2660187"/>
                      <a:pt x="4129302" y="2658575"/>
                    </a:cubicBezTo>
                    <a:lnTo>
                      <a:pt x="4129302" y="2657930"/>
                    </a:lnTo>
                    <a:cubicBezTo>
                      <a:pt x="4129302" y="2655995"/>
                      <a:pt x="4128979" y="2654705"/>
                      <a:pt x="4128657" y="2653738"/>
                    </a:cubicBezTo>
                    <a:cubicBezTo>
                      <a:pt x="4128334" y="2652448"/>
                      <a:pt x="4128011" y="2651158"/>
                      <a:pt x="4128011" y="2649868"/>
                    </a:cubicBezTo>
                    <a:cubicBezTo>
                      <a:pt x="4128011" y="2647934"/>
                      <a:pt x="4128657" y="2645999"/>
                      <a:pt x="4129624" y="2643419"/>
                    </a:cubicBezTo>
                    <a:cubicBezTo>
                      <a:pt x="4131559" y="2639872"/>
                      <a:pt x="4134783" y="2637615"/>
                      <a:pt x="4138976" y="2637615"/>
                    </a:cubicBezTo>
                    <a:cubicBezTo>
                      <a:pt x="4141878" y="2637615"/>
                      <a:pt x="4145103" y="2638582"/>
                      <a:pt x="4148972" y="2640839"/>
                    </a:cubicBezTo>
                    <a:cubicBezTo>
                      <a:pt x="4152841" y="2643097"/>
                      <a:pt x="4157679" y="2645676"/>
                      <a:pt x="4158001" y="2652770"/>
                    </a:cubicBezTo>
                    <a:cubicBezTo>
                      <a:pt x="4158646" y="2653416"/>
                      <a:pt x="4159613" y="2654060"/>
                      <a:pt x="4160581" y="2654705"/>
                    </a:cubicBezTo>
                    <a:lnTo>
                      <a:pt x="4161226" y="2655028"/>
                    </a:lnTo>
                    <a:cubicBezTo>
                      <a:pt x="4163483" y="2656640"/>
                      <a:pt x="4164128" y="2660187"/>
                      <a:pt x="4162515" y="2662444"/>
                    </a:cubicBezTo>
                    <a:cubicBezTo>
                      <a:pt x="4160903" y="2665024"/>
                      <a:pt x="4157356" y="2665347"/>
                      <a:pt x="4155099" y="2663734"/>
                    </a:cubicBezTo>
                    <a:lnTo>
                      <a:pt x="4154454" y="2663412"/>
                    </a:lnTo>
                    <a:cubicBezTo>
                      <a:pt x="4151552" y="2661477"/>
                      <a:pt x="4147360" y="2658575"/>
                      <a:pt x="4147360" y="2653416"/>
                    </a:cubicBezTo>
                    <a:cubicBezTo>
                      <a:pt x="4147360" y="2652126"/>
                      <a:pt x="4147360" y="2652126"/>
                      <a:pt x="4143812" y="2650191"/>
                    </a:cubicBezTo>
                    <a:cubicBezTo>
                      <a:pt x="4140910" y="2648578"/>
                      <a:pt x="4139620" y="2648256"/>
                      <a:pt x="4138976" y="2648256"/>
                    </a:cubicBezTo>
                    <a:cubicBezTo>
                      <a:pt x="4138653" y="2649224"/>
                      <a:pt x="4138653" y="2649546"/>
                      <a:pt x="4138653" y="2649546"/>
                    </a:cubicBezTo>
                    <a:cubicBezTo>
                      <a:pt x="4138653" y="2650191"/>
                      <a:pt x="4138653" y="2650513"/>
                      <a:pt x="4138976" y="2651481"/>
                    </a:cubicBezTo>
                    <a:cubicBezTo>
                      <a:pt x="4139298" y="2652770"/>
                      <a:pt x="4139620" y="2654705"/>
                      <a:pt x="4139620" y="2656963"/>
                    </a:cubicBezTo>
                    <a:cubicBezTo>
                      <a:pt x="4139620" y="2657607"/>
                      <a:pt x="4139620" y="2657930"/>
                      <a:pt x="4139620" y="2658575"/>
                    </a:cubicBezTo>
                    <a:cubicBezTo>
                      <a:pt x="4139620" y="2662122"/>
                      <a:pt x="4138653" y="2665669"/>
                      <a:pt x="4138008" y="2667926"/>
                    </a:cubicBezTo>
                    <a:cubicBezTo>
                      <a:pt x="4137363" y="2669861"/>
                      <a:pt x="4135429" y="2671473"/>
                      <a:pt x="4133171" y="2671473"/>
                    </a:cubicBezTo>
                    <a:close/>
                    <a:moveTo>
                      <a:pt x="3658825" y="2663089"/>
                    </a:moveTo>
                    <a:cubicBezTo>
                      <a:pt x="3658825" y="2663089"/>
                      <a:pt x="3658503" y="2663089"/>
                      <a:pt x="3658825" y="2663089"/>
                    </a:cubicBezTo>
                    <a:cubicBezTo>
                      <a:pt x="3655601" y="2663089"/>
                      <a:pt x="3653344" y="2660510"/>
                      <a:pt x="3653344" y="2657607"/>
                    </a:cubicBezTo>
                    <a:cubicBezTo>
                      <a:pt x="3653666" y="2653093"/>
                      <a:pt x="3654956" y="2648578"/>
                      <a:pt x="3656246" y="2645999"/>
                    </a:cubicBezTo>
                    <a:cubicBezTo>
                      <a:pt x="3658181" y="2641484"/>
                      <a:pt x="3659471" y="2637615"/>
                      <a:pt x="3659471" y="2634068"/>
                    </a:cubicBezTo>
                    <a:cubicBezTo>
                      <a:pt x="3659471" y="2626328"/>
                      <a:pt x="3654311" y="2621492"/>
                      <a:pt x="3646249" y="2615687"/>
                    </a:cubicBezTo>
                    <a:cubicBezTo>
                      <a:pt x="3643670" y="2614075"/>
                      <a:pt x="3643347" y="2610528"/>
                      <a:pt x="3644960" y="2608270"/>
                    </a:cubicBezTo>
                    <a:cubicBezTo>
                      <a:pt x="3646572" y="2605691"/>
                      <a:pt x="3650119" y="2605368"/>
                      <a:pt x="3652376" y="2606980"/>
                    </a:cubicBezTo>
                    <a:cubicBezTo>
                      <a:pt x="3661405" y="2613107"/>
                      <a:pt x="3670434" y="2621169"/>
                      <a:pt x="3670434" y="2634068"/>
                    </a:cubicBezTo>
                    <a:cubicBezTo>
                      <a:pt x="3670434" y="2639227"/>
                      <a:pt x="3669144" y="2644387"/>
                      <a:pt x="3666242" y="2650513"/>
                    </a:cubicBezTo>
                    <a:cubicBezTo>
                      <a:pt x="3664952" y="2653093"/>
                      <a:pt x="3664308" y="2655995"/>
                      <a:pt x="3664308" y="2658253"/>
                    </a:cubicBezTo>
                    <a:cubicBezTo>
                      <a:pt x="3663985" y="2660510"/>
                      <a:pt x="3661728" y="2663089"/>
                      <a:pt x="3658825" y="2663089"/>
                    </a:cubicBezTo>
                    <a:close/>
                    <a:moveTo>
                      <a:pt x="4122207" y="2659865"/>
                    </a:moveTo>
                    <a:cubicBezTo>
                      <a:pt x="4119305" y="2659865"/>
                      <a:pt x="4117048" y="2657607"/>
                      <a:pt x="4116725" y="2654705"/>
                    </a:cubicBezTo>
                    <a:cubicBezTo>
                      <a:pt x="4116403" y="2651481"/>
                      <a:pt x="4116403" y="2647289"/>
                      <a:pt x="4116403" y="2643741"/>
                    </a:cubicBezTo>
                    <a:cubicBezTo>
                      <a:pt x="4116403" y="2640839"/>
                      <a:pt x="4118660" y="2638260"/>
                      <a:pt x="4121562" y="2638260"/>
                    </a:cubicBezTo>
                    <a:cubicBezTo>
                      <a:pt x="4124787" y="2637937"/>
                      <a:pt x="4127044" y="2640517"/>
                      <a:pt x="4127044" y="2643419"/>
                    </a:cubicBezTo>
                    <a:cubicBezTo>
                      <a:pt x="4127044" y="2646644"/>
                      <a:pt x="4127044" y="2650836"/>
                      <a:pt x="4127367" y="2654060"/>
                    </a:cubicBezTo>
                    <a:cubicBezTo>
                      <a:pt x="4127689" y="2657285"/>
                      <a:pt x="4125432" y="2659542"/>
                      <a:pt x="4122207" y="2659865"/>
                    </a:cubicBezTo>
                    <a:cubicBezTo>
                      <a:pt x="4122530" y="2659865"/>
                      <a:pt x="4122207" y="2659865"/>
                      <a:pt x="4122207" y="2659865"/>
                    </a:cubicBezTo>
                    <a:close/>
                    <a:moveTo>
                      <a:pt x="4306980" y="2645031"/>
                    </a:moveTo>
                    <a:cubicBezTo>
                      <a:pt x="4304400" y="2645031"/>
                      <a:pt x="4302143" y="2643419"/>
                      <a:pt x="4301821" y="2640839"/>
                    </a:cubicBezTo>
                    <a:cubicBezTo>
                      <a:pt x="4301175" y="2637937"/>
                      <a:pt x="4300530" y="2635035"/>
                      <a:pt x="4300208" y="2632133"/>
                    </a:cubicBezTo>
                    <a:cubicBezTo>
                      <a:pt x="4299885" y="2629875"/>
                      <a:pt x="4299241" y="2627296"/>
                      <a:pt x="4299241" y="2624716"/>
                    </a:cubicBezTo>
                    <a:cubicBezTo>
                      <a:pt x="4299241" y="2622136"/>
                      <a:pt x="4299563" y="2619557"/>
                      <a:pt x="4300530" y="2617622"/>
                    </a:cubicBezTo>
                    <a:cubicBezTo>
                      <a:pt x="4301498" y="2615365"/>
                      <a:pt x="4302788" y="2613430"/>
                      <a:pt x="4304723" y="2612140"/>
                    </a:cubicBezTo>
                    <a:cubicBezTo>
                      <a:pt x="4302788" y="2609238"/>
                      <a:pt x="4300530" y="2605691"/>
                      <a:pt x="4297628" y="2600209"/>
                    </a:cubicBezTo>
                    <a:cubicBezTo>
                      <a:pt x="4296338" y="2597629"/>
                      <a:pt x="4297306" y="2594404"/>
                      <a:pt x="4299885" y="2593115"/>
                    </a:cubicBezTo>
                    <a:cubicBezTo>
                      <a:pt x="4302465" y="2591825"/>
                      <a:pt x="4305690" y="2592792"/>
                      <a:pt x="4306980" y="2595372"/>
                    </a:cubicBezTo>
                    <a:cubicBezTo>
                      <a:pt x="4312139" y="2605691"/>
                      <a:pt x="4315686" y="2609560"/>
                      <a:pt x="4316976" y="2609883"/>
                    </a:cubicBezTo>
                    <a:lnTo>
                      <a:pt x="4316976" y="2609883"/>
                    </a:lnTo>
                    <a:lnTo>
                      <a:pt x="4316976" y="2609883"/>
                    </a:lnTo>
                    <a:lnTo>
                      <a:pt x="4312139" y="2619557"/>
                    </a:lnTo>
                    <a:cubicBezTo>
                      <a:pt x="4312139" y="2619557"/>
                      <a:pt x="4312139" y="2619557"/>
                      <a:pt x="4312139" y="2619557"/>
                    </a:cubicBezTo>
                    <a:cubicBezTo>
                      <a:pt x="4311494" y="2619557"/>
                      <a:pt x="4310527" y="2620524"/>
                      <a:pt x="4309882" y="2621492"/>
                    </a:cubicBezTo>
                    <a:cubicBezTo>
                      <a:pt x="4309559" y="2622459"/>
                      <a:pt x="4309237" y="2623426"/>
                      <a:pt x="4309237" y="2624716"/>
                    </a:cubicBezTo>
                    <a:cubicBezTo>
                      <a:pt x="4309237" y="2626328"/>
                      <a:pt x="4309559" y="2628263"/>
                      <a:pt x="4309882" y="2630198"/>
                    </a:cubicBezTo>
                    <a:cubicBezTo>
                      <a:pt x="4310527" y="2633100"/>
                      <a:pt x="4310849" y="2636002"/>
                      <a:pt x="4311494" y="2638582"/>
                    </a:cubicBezTo>
                    <a:cubicBezTo>
                      <a:pt x="4312139" y="2641484"/>
                      <a:pt x="4310204" y="2644387"/>
                      <a:pt x="4307302" y="2645031"/>
                    </a:cubicBezTo>
                    <a:cubicBezTo>
                      <a:pt x="4307625" y="2645031"/>
                      <a:pt x="4307302" y="2645031"/>
                      <a:pt x="4306980" y="2645031"/>
                    </a:cubicBezTo>
                    <a:close/>
                    <a:moveTo>
                      <a:pt x="4476274" y="2617944"/>
                    </a:moveTo>
                    <a:cubicBezTo>
                      <a:pt x="4475629" y="2617944"/>
                      <a:pt x="4475306" y="2617944"/>
                      <a:pt x="4474661" y="2617622"/>
                    </a:cubicBezTo>
                    <a:cubicBezTo>
                      <a:pt x="4471759" y="2616655"/>
                      <a:pt x="4470469" y="2613752"/>
                      <a:pt x="4471114" y="2610850"/>
                    </a:cubicBezTo>
                    <a:cubicBezTo>
                      <a:pt x="4472082" y="2607626"/>
                      <a:pt x="4473049" y="2604401"/>
                      <a:pt x="4474017" y="2600854"/>
                    </a:cubicBezTo>
                    <a:cubicBezTo>
                      <a:pt x="4474661" y="2597952"/>
                      <a:pt x="4477564" y="2596339"/>
                      <a:pt x="4480466" y="2596984"/>
                    </a:cubicBezTo>
                    <a:cubicBezTo>
                      <a:pt x="4483368" y="2597629"/>
                      <a:pt x="4484980" y="2600531"/>
                      <a:pt x="4484335" y="2603433"/>
                    </a:cubicBezTo>
                    <a:cubicBezTo>
                      <a:pt x="4483368" y="2606980"/>
                      <a:pt x="4482400" y="2610850"/>
                      <a:pt x="4481111" y="2614075"/>
                    </a:cubicBezTo>
                    <a:cubicBezTo>
                      <a:pt x="4480788" y="2616655"/>
                      <a:pt x="4478531" y="2617944"/>
                      <a:pt x="4476274" y="2617944"/>
                    </a:cubicBezTo>
                    <a:close/>
                    <a:moveTo>
                      <a:pt x="4107051" y="2611173"/>
                    </a:moveTo>
                    <a:cubicBezTo>
                      <a:pt x="4104472" y="2611173"/>
                      <a:pt x="4102214" y="2609238"/>
                      <a:pt x="4101892" y="2606658"/>
                    </a:cubicBezTo>
                    <a:cubicBezTo>
                      <a:pt x="4101570" y="2605368"/>
                      <a:pt x="4099635" y="2603433"/>
                      <a:pt x="4098345" y="2601821"/>
                    </a:cubicBezTo>
                    <a:cubicBezTo>
                      <a:pt x="4096410" y="2599886"/>
                      <a:pt x="4094475" y="2597629"/>
                      <a:pt x="4093508" y="2595049"/>
                    </a:cubicBezTo>
                    <a:cubicBezTo>
                      <a:pt x="4093185" y="2594082"/>
                      <a:pt x="4091573" y="2591825"/>
                      <a:pt x="4090606" y="2590212"/>
                    </a:cubicBezTo>
                    <a:cubicBezTo>
                      <a:pt x="4088026" y="2586343"/>
                      <a:pt x="4085124" y="2582473"/>
                      <a:pt x="4085124" y="2578604"/>
                    </a:cubicBezTo>
                    <a:cubicBezTo>
                      <a:pt x="4085124" y="2577959"/>
                      <a:pt x="4084801" y="2576346"/>
                      <a:pt x="4084479" y="2575379"/>
                    </a:cubicBezTo>
                    <a:cubicBezTo>
                      <a:pt x="4083834" y="2572799"/>
                      <a:pt x="4082867" y="2569575"/>
                      <a:pt x="4082867" y="2566028"/>
                    </a:cubicBezTo>
                    <a:cubicBezTo>
                      <a:pt x="4082867" y="2562803"/>
                      <a:pt x="4083512" y="2560223"/>
                      <a:pt x="4085124" y="2557643"/>
                    </a:cubicBezTo>
                    <a:cubicBezTo>
                      <a:pt x="4085124" y="2557643"/>
                      <a:pt x="4085446" y="2557321"/>
                      <a:pt x="4085446" y="2556676"/>
                    </a:cubicBezTo>
                    <a:cubicBezTo>
                      <a:pt x="4086091" y="2553774"/>
                      <a:pt x="4088994" y="2551839"/>
                      <a:pt x="4091896" y="2552484"/>
                    </a:cubicBezTo>
                    <a:cubicBezTo>
                      <a:pt x="4094798" y="2553129"/>
                      <a:pt x="4096733" y="2556031"/>
                      <a:pt x="4096088" y="2558933"/>
                    </a:cubicBezTo>
                    <a:cubicBezTo>
                      <a:pt x="4095765" y="2560546"/>
                      <a:pt x="4095120" y="2561835"/>
                      <a:pt x="4094475" y="2563125"/>
                    </a:cubicBezTo>
                    <a:cubicBezTo>
                      <a:pt x="4094153" y="2563770"/>
                      <a:pt x="4093831" y="2565060"/>
                      <a:pt x="4093831" y="2566028"/>
                    </a:cubicBezTo>
                    <a:cubicBezTo>
                      <a:pt x="4093831" y="2567962"/>
                      <a:pt x="4094475" y="2570542"/>
                      <a:pt x="4095120" y="2572477"/>
                    </a:cubicBezTo>
                    <a:cubicBezTo>
                      <a:pt x="4095765" y="2574734"/>
                      <a:pt x="4096088" y="2576669"/>
                      <a:pt x="4096088" y="2578604"/>
                    </a:cubicBezTo>
                    <a:cubicBezTo>
                      <a:pt x="4096410" y="2579571"/>
                      <a:pt x="4098345" y="2582473"/>
                      <a:pt x="4099635" y="2584086"/>
                    </a:cubicBezTo>
                    <a:cubicBezTo>
                      <a:pt x="4101570" y="2586665"/>
                      <a:pt x="4103182" y="2589245"/>
                      <a:pt x="4103827" y="2591502"/>
                    </a:cubicBezTo>
                    <a:cubicBezTo>
                      <a:pt x="4104149" y="2591825"/>
                      <a:pt x="4105439" y="2593437"/>
                      <a:pt x="4106084" y="2594082"/>
                    </a:cubicBezTo>
                    <a:cubicBezTo>
                      <a:pt x="4108664" y="2596662"/>
                      <a:pt x="4111566" y="2599886"/>
                      <a:pt x="4112533" y="2604401"/>
                    </a:cubicBezTo>
                    <a:cubicBezTo>
                      <a:pt x="4113178" y="2607303"/>
                      <a:pt x="4111244" y="2610205"/>
                      <a:pt x="4108341" y="2610528"/>
                    </a:cubicBezTo>
                    <a:cubicBezTo>
                      <a:pt x="4107697" y="2611173"/>
                      <a:pt x="4107374" y="2611173"/>
                      <a:pt x="4107051" y="2611173"/>
                    </a:cubicBezTo>
                    <a:close/>
                    <a:moveTo>
                      <a:pt x="4227331" y="2593760"/>
                    </a:moveTo>
                    <a:cubicBezTo>
                      <a:pt x="4226041" y="2593760"/>
                      <a:pt x="4225074" y="2593437"/>
                      <a:pt x="4224106" y="2592470"/>
                    </a:cubicBezTo>
                    <a:cubicBezTo>
                      <a:pt x="4221849" y="2590535"/>
                      <a:pt x="4221527" y="2587310"/>
                      <a:pt x="4223139" y="2585053"/>
                    </a:cubicBezTo>
                    <a:cubicBezTo>
                      <a:pt x="4225396" y="2582151"/>
                      <a:pt x="4225719" y="2580216"/>
                      <a:pt x="4225719" y="2578926"/>
                    </a:cubicBezTo>
                    <a:cubicBezTo>
                      <a:pt x="4225719" y="2576024"/>
                      <a:pt x="4227976" y="2573444"/>
                      <a:pt x="4231201" y="2573444"/>
                    </a:cubicBezTo>
                    <a:cubicBezTo>
                      <a:pt x="4234103" y="2573444"/>
                      <a:pt x="4236683" y="2575701"/>
                      <a:pt x="4236683" y="2578604"/>
                    </a:cubicBezTo>
                    <a:lnTo>
                      <a:pt x="4231201" y="2578604"/>
                    </a:lnTo>
                    <a:lnTo>
                      <a:pt x="4236683" y="2578604"/>
                    </a:lnTo>
                    <a:cubicBezTo>
                      <a:pt x="4236683" y="2583441"/>
                      <a:pt x="4235070" y="2587633"/>
                      <a:pt x="4231845" y="2591825"/>
                    </a:cubicBezTo>
                    <a:cubicBezTo>
                      <a:pt x="4230556" y="2593115"/>
                      <a:pt x="4228943" y="2593760"/>
                      <a:pt x="4227331" y="2593760"/>
                    </a:cubicBezTo>
                    <a:close/>
                    <a:moveTo>
                      <a:pt x="3620452" y="2586343"/>
                    </a:moveTo>
                    <a:cubicBezTo>
                      <a:pt x="3617873" y="2586343"/>
                      <a:pt x="3615615" y="2584408"/>
                      <a:pt x="3615293" y="2581828"/>
                    </a:cubicBezTo>
                    <a:cubicBezTo>
                      <a:pt x="3614970" y="2580538"/>
                      <a:pt x="3614970" y="2578926"/>
                      <a:pt x="3614970" y="2577314"/>
                    </a:cubicBezTo>
                    <a:cubicBezTo>
                      <a:pt x="3614970" y="2574734"/>
                      <a:pt x="3615293" y="2572154"/>
                      <a:pt x="3615938" y="2569252"/>
                    </a:cubicBezTo>
                    <a:cubicBezTo>
                      <a:pt x="3616583" y="2566350"/>
                      <a:pt x="3619485" y="2564415"/>
                      <a:pt x="3622387" y="2565060"/>
                    </a:cubicBezTo>
                    <a:cubicBezTo>
                      <a:pt x="3625289" y="2565705"/>
                      <a:pt x="3627224" y="2568607"/>
                      <a:pt x="3626579" y="2571509"/>
                    </a:cubicBezTo>
                    <a:cubicBezTo>
                      <a:pt x="3626257" y="2573444"/>
                      <a:pt x="3625934" y="2575379"/>
                      <a:pt x="3625934" y="2577314"/>
                    </a:cubicBezTo>
                    <a:cubicBezTo>
                      <a:pt x="3625934" y="2578281"/>
                      <a:pt x="3625934" y="2579249"/>
                      <a:pt x="3626257" y="2580216"/>
                    </a:cubicBezTo>
                    <a:cubicBezTo>
                      <a:pt x="3626579" y="2583118"/>
                      <a:pt x="3624644" y="2586020"/>
                      <a:pt x="3621742" y="2586343"/>
                    </a:cubicBezTo>
                    <a:cubicBezTo>
                      <a:pt x="3621097" y="2586343"/>
                      <a:pt x="3620775" y="2586343"/>
                      <a:pt x="3620452" y="2586343"/>
                    </a:cubicBezTo>
                    <a:close/>
                    <a:moveTo>
                      <a:pt x="4484013" y="2581183"/>
                    </a:moveTo>
                    <a:cubicBezTo>
                      <a:pt x="4483691" y="2581183"/>
                      <a:pt x="4483691" y="2581183"/>
                      <a:pt x="4483368" y="2581183"/>
                    </a:cubicBezTo>
                    <a:cubicBezTo>
                      <a:pt x="4480466" y="2580861"/>
                      <a:pt x="4478208" y="2578281"/>
                      <a:pt x="4478531" y="2575379"/>
                    </a:cubicBezTo>
                    <a:cubicBezTo>
                      <a:pt x="4479498" y="2567317"/>
                      <a:pt x="4479821" y="2558611"/>
                      <a:pt x="4479821" y="2550227"/>
                    </a:cubicBezTo>
                    <a:cubicBezTo>
                      <a:pt x="4479821" y="2540875"/>
                      <a:pt x="4479176" y="2531846"/>
                      <a:pt x="4478208" y="2522817"/>
                    </a:cubicBezTo>
                    <a:cubicBezTo>
                      <a:pt x="4477886" y="2519915"/>
                      <a:pt x="4479821" y="2517335"/>
                      <a:pt x="4483046" y="2516690"/>
                    </a:cubicBezTo>
                    <a:cubicBezTo>
                      <a:pt x="4485948" y="2516368"/>
                      <a:pt x="4488527" y="2518303"/>
                      <a:pt x="4489172" y="2521527"/>
                    </a:cubicBezTo>
                    <a:cubicBezTo>
                      <a:pt x="4490140" y="2530879"/>
                      <a:pt x="4490784" y="2540553"/>
                      <a:pt x="4490784" y="2550227"/>
                    </a:cubicBezTo>
                    <a:cubicBezTo>
                      <a:pt x="4490784" y="2558933"/>
                      <a:pt x="4490462" y="2567962"/>
                      <a:pt x="4489495" y="2576346"/>
                    </a:cubicBezTo>
                    <a:cubicBezTo>
                      <a:pt x="4489172" y="2579249"/>
                      <a:pt x="4486915" y="2581183"/>
                      <a:pt x="4484013" y="2581183"/>
                    </a:cubicBezTo>
                    <a:close/>
                    <a:moveTo>
                      <a:pt x="4292469" y="2577959"/>
                    </a:moveTo>
                    <a:cubicBezTo>
                      <a:pt x="4290212" y="2577959"/>
                      <a:pt x="4287954" y="2576346"/>
                      <a:pt x="4287309" y="2574089"/>
                    </a:cubicBezTo>
                    <a:cubicBezTo>
                      <a:pt x="4286020" y="2569897"/>
                      <a:pt x="4285052" y="2566350"/>
                      <a:pt x="4284729" y="2562803"/>
                    </a:cubicBezTo>
                    <a:cubicBezTo>
                      <a:pt x="4284407" y="2559901"/>
                      <a:pt x="4286342" y="2556999"/>
                      <a:pt x="4289244" y="2556676"/>
                    </a:cubicBezTo>
                    <a:cubicBezTo>
                      <a:pt x="4292146" y="2556031"/>
                      <a:pt x="4295049" y="2558288"/>
                      <a:pt x="4295371" y="2561191"/>
                    </a:cubicBezTo>
                    <a:cubicBezTo>
                      <a:pt x="4295694" y="2564093"/>
                      <a:pt x="4296661" y="2567317"/>
                      <a:pt x="4297628" y="2570865"/>
                    </a:cubicBezTo>
                    <a:cubicBezTo>
                      <a:pt x="4298596" y="2573767"/>
                      <a:pt x="4296983" y="2576669"/>
                      <a:pt x="4294081" y="2577636"/>
                    </a:cubicBezTo>
                    <a:cubicBezTo>
                      <a:pt x="4293436" y="2577959"/>
                      <a:pt x="4292791" y="2577959"/>
                      <a:pt x="4292469" y="2577959"/>
                    </a:cubicBezTo>
                    <a:close/>
                    <a:moveTo>
                      <a:pt x="4228943" y="2557643"/>
                    </a:moveTo>
                    <a:cubicBezTo>
                      <a:pt x="4227976" y="2557643"/>
                      <a:pt x="4227331" y="2557321"/>
                      <a:pt x="4226363" y="2556999"/>
                    </a:cubicBezTo>
                    <a:cubicBezTo>
                      <a:pt x="4223784" y="2555709"/>
                      <a:pt x="4222816" y="2552484"/>
                      <a:pt x="4224106" y="2549582"/>
                    </a:cubicBezTo>
                    <a:cubicBezTo>
                      <a:pt x="4224751" y="2548292"/>
                      <a:pt x="4225719" y="2547002"/>
                      <a:pt x="4226686" y="2545390"/>
                    </a:cubicBezTo>
                    <a:cubicBezTo>
                      <a:pt x="4229588" y="2540875"/>
                      <a:pt x="4233135" y="2538940"/>
                      <a:pt x="4237650" y="2538940"/>
                    </a:cubicBezTo>
                    <a:cubicBezTo>
                      <a:pt x="4240230" y="2538940"/>
                      <a:pt x="4242487" y="2539908"/>
                      <a:pt x="4244421" y="2540553"/>
                    </a:cubicBezTo>
                    <a:cubicBezTo>
                      <a:pt x="4245066" y="2540875"/>
                      <a:pt x="4246034" y="2541198"/>
                      <a:pt x="4246357" y="2541198"/>
                    </a:cubicBezTo>
                    <a:cubicBezTo>
                      <a:pt x="4249581" y="2541198"/>
                      <a:pt x="4252806" y="2540875"/>
                      <a:pt x="4256997" y="2535716"/>
                    </a:cubicBezTo>
                    <a:cubicBezTo>
                      <a:pt x="4259255" y="2533136"/>
                      <a:pt x="4261835" y="2529911"/>
                      <a:pt x="4265704" y="2529911"/>
                    </a:cubicBezTo>
                    <a:cubicBezTo>
                      <a:pt x="4269251" y="2529911"/>
                      <a:pt x="4271186" y="2532491"/>
                      <a:pt x="4272476" y="2534103"/>
                    </a:cubicBezTo>
                    <a:cubicBezTo>
                      <a:pt x="4272798" y="2534748"/>
                      <a:pt x="4273121" y="2535071"/>
                      <a:pt x="4273766" y="2535716"/>
                    </a:cubicBezTo>
                    <a:cubicBezTo>
                      <a:pt x="4276668" y="2536038"/>
                      <a:pt x="4278603" y="2538618"/>
                      <a:pt x="4278603" y="2541520"/>
                    </a:cubicBezTo>
                    <a:cubicBezTo>
                      <a:pt x="4278280" y="2544422"/>
                      <a:pt x="4275378" y="2546680"/>
                      <a:pt x="4272798" y="2546357"/>
                    </a:cubicBezTo>
                    <a:cubicBezTo>
                      <a:pt x="4270219" y="2546035"/>
                      <a:pt x="4268284" y="2545067"/>
                      <a:pt x="4266349" y="2543455"/>
                    </a:cubicBezTo>
                    <a:cubicBezTo>
                      <a:pt x="4266027" y="2543133"/>
                      <a:pt x="4265704" y="2542810"/>
                      <a:pt x="4265382" y="2542488"/>
                    </a:cubicBezTo>
                    <a:cubicBezTo>
                      <a:pt x="4258610" y="2550872"/>
                      <a:pt x="4251516" y="2551839"/>
                      <a:pt x="4246679" y="2551839"/>
                    </a:cubicBezTo>
                    <a:cubicBezTo>
                      <a:pt x="4244421" y="2551839"/>
                      <a:pt x="4242809" y="2551194"/>
                      <a:pt x="4241197" y="2550549"/>
                    </a:cubicBezTo>
                    <a:cubicBezTo>
                      <a:pt x="4240230" y="2550227"/>
                      <a:pt x="4238940" y="2549582"/>
                      <a:pt x="4238295" y="2549582"/>
                    </a:cubicBezTo>
                    <a:cubicBezTo>
                      <a:pt x="4237650" y="2549582"/>
                      <a:pt x="4236683" y="2550872"/>
                      <a:pt x="4236360" y="2551517"/>
                    </a:cubicBezTo>
                    <a:cubicBezTo>
                      <a:pt x="4235392" y="2552806"/>
                      <a:pt x="4234748" y="2553774"/>
                      <a:pt x="4234425" y="2554741"/>
                    </a:cubicBezTo>
                    <a:cubicBezTo>
                      <a:pt x="4232813" y="2556676"/>
                      <a:pt x="4230878" y="2557643"/>
                      <a:pt x="4228943" y="2557643"/>
                    </a:cubicBezTo>
                    <a:close/>
                    <a:moveTo>
                      <a:pt x="3635608" y="2553774"/>
                    </a:moveTo>
                    <a:cubicBezTo>
                      <a:pt x="3633996" y="2553774"/>
                      <a:pt x="3632383" y="2553129"/>
                      <a:pt x="3631416" y="2551839"/>
                    </a:cubicBezTo>
                    <a:cubicBezTo>
                      <a:pt x="3629481" y="2549582"/>
                      <a:pt x="3629804" y="2546035"/>
                      <a:pt x="3632061" y="2544422"/>
                    </a:cubicBezTo>
                    <a:lnTo>
                      <a:pt x="3633351" y="2543133"/>
                    </a:lnTo>
                    <a:cubicBezTo>
                      <a:pt x="3638833" y="2538618"/>
                      <a:pt x="3644315" y="2534426"/>
                      <a:pt x="3647539" y="2527332"/>
                    </a:cubicBezTo>
                    <a:cubicBezTo>
                      <a:pt x="3647539" y="2527332"/>
                      <a:pt x="3647539" y="2527009"/>
                      <a:pt x="3647539" y="2526364"/>
                    </a:cubicBezTo>
                    <a:cubicBezTo>
                      <a:pt x="3647539" y="2522817"/>
                      <a:pt x="3644315" y="2516368"/>
                      <a:pt x="3641735" y="2510564"/>
                    </a:cubicBezTo>
                    <a:cubicBezTo>
                      <a:pt x="3640768" y="2508951"/>
                      <a:pt x="3640123" y="2507016"/>
                      <a:pt x="3639155" y="2505404"/>
                    </a:cubicBezTo>
                    <a:cubicBezTo>
                      <a:pt x="3637865" y="2502824"/>
                      <a:pt x="3639155" y="2499600"/>
                      <a:pt x="3641735" y="2498310"/>
                    </a:cubicBezTo>
                    <a:cubicBezTo>
                      <a:pt x="3644315" y="2497020"/>
                      <a:pt x="3647539" y="2498310"/>
                      <a:pt x="3648829" y="2500890"/>
                    </a:cubicBezTo>
                    <a:cubicBezTo>
                      <a:pt x="3649474" y="2502502"/>
                      <a:pt x="3650442" y="2504114"/>
                      <a:pt x="3651086" y="2505727"/>
                    </a:cubicBezTo>
                    <a:cubicBezTo>
                      <a:pt x="3654634" y="2513143"/>
                      <a:pt x="3658181" y="2520238"/>
                      <a:pt x="3658181" y="2526042"/>
                    </a:cubicBezTo>
                    <a:cubicBezTo>
                      <a:pt x="3658181" y="2527977"/>
                      <a:pt x="3657858" y="2529911"/>
                      <a:pt x="3657213" y="2531524"/>
                    </a:cubicBezTo>
                    <a:cubicBezTo>
                      <a:pt x="3653021" y="2540875"/>
                      <a:pt x="3646249" y="2546357"/>
                      <a:pt x="3640123" y="2551194"/>
                    </a:cubicBezTo>
                    <a:lnTo>
                      <a:pt x="3638833" y="2552162"/>
                    </a:lnTo>
                    <a:cubicBezTo>
                      <a:pt x="3637865" y="2553451"/>
                      <a:pt x="3636576" y="2553774"/>
                      <a:pt x="3635608" y="2553774"/>
                    </a:cubicBezTo>
                    <a:close/>
                    <a:moveTo>
                      <a:pt x="7880" y="2545712"/>
                    </a:moveTo>
                    <a:cubicBezTo>
                      <a:pt x="6268" y="2545712"/>
                      <a:pt x="4333" y="2544745"/>
                      <a:pt x="3366" y="2543455"/>
                    </a:cubicBezTo>
                    <a:cubicBezTo>
                      <a:pt x="2398" y="2541843"/>
                      <a:pt x="1753" y="2540230"/>
                      <a:pt x="1431" y="2538296"/>
                    </a:cubicBezTo>
                    <a:cubicBezTo>
                      <a:pt x="1109" y="2536683"/>
                      <a:pt x="786" y="2535071"/>
                      <a:pt x="141" y="2532814"/>
                    </a:cubicBezTo>
                    <a:lnTo>
                      <a:pt x="141" y="2531201"/>
                    </a:lnTo>
                    <a:cubicBezTo>
                      <a:pt x="-504" y="2528299"/>
                      <a:pt x="1109" y="2525397"/>
                      <a:pt x="4011" y="2524752"/>
                    </a:cubicBezTo>
                    <a:cubicBezTo>
                      <a:pt x="6913" y="2524107"/>
                      <a:pt x="9815" y="2525719"/>
                      <a:pt x="10460" y="2528622"/>
                    </a:cubicBezTo>
                    <a:lnTo>
                      <a:pt x="10782" y="2530234"/>
                    </a:lnTo>
                    <a:cubicBezTo>
                      <a:pt x="11427" y="2532491"/>
                      <a:pt x="11750" y="2534748"/>
                      <a:pt x="12072" y="2536361"/>
                    </a:cubicBezTo>
                    <a:cubicBezTo>
                      <a:pt x="12072" y="2536683"/>
                      <a:pt x="12072" y="2537006"/>
                      <a:pt x="12395" y="2537328"/>
                    </a:cubicBezTo>
                    <a:cubicBezTo>
                      <a:pt x="14007" y="2539908"/>
                      <a:pt x="13362" y="2543133"/>
                      <a:pt x="11105" y="2544745"/>
                    </a:cubicBezTo>
                    <a:cubicBezTo>
                      <a:pt x="10138" y="2545390"/>
                      <a:pt x="9170" y="2545712"/>
                      <a:pt x="7880" y="2545712"/>
                    </a:cubicBezTo>
                    <a:close/>
                    <a:moveTo>
                      <a:pt x="4091896" y="2536683"/>
                    </a:moveTo>
                    <a:cubicBezTo>
                      <a:pt x="4090928" y="2536683"/>
                      <a:pt x="4090283" y="2536361"/>
                      <a:pt x="4089316" y="2536038"/>
                    </a:cubicBezTo>
                    <a:cubicBezTo>
                      <a:pt x="4086736" y="2534748"/>
                      <a:pt x="4085769" y="2531524"/>
                      <a:pt x="4087059" y="2528944"/>
                    </a:cubicBezTo>
                    <a:cubicBezTo>
                      <a:pt x="4087704" y="2527977"/>
                      <a:pt x="4088026" y="2526042"/>
                      <a:pt x="4088026" y="2524430"/>
                    </a:cubicBezTo>
                    <a:cubicBezTo>
                      <a:pt x="4088348" y="2522817"/>
                      <a:pt x="4088671" y="2520882"/>
                      <a:pt x="4089316" y="2519270"/>
                    </a:cubicBezTo>
                    <a:cubicBezTo>
                      <a:pt x="4090283" y="2516368"/>
                      <a:pt x="4093508" y="2515078"/>
                      <a:pt x="4096088" y="2516045"/>
                    </a:cubicBezTo>
                    <a:cubicBezTo>
                      <a:pt x="4098990" y="2517013"/>
                      <a:pt x="4100280" y="2520238"/>
                      <a:pt x="4099312" y="2522817"/>
                    </a:cubicBezTo>
                    <a:cubicBezTo>
                      <a:pt x="4098990" y="2523785"/>
                      <a:pt x="4098667" y="2525074"/>
                      <a:pt x="4098667" y="2526364"/>
                    </a:cubicBezTo>
                    <a:cubicBezTo>
                      <a:pt x="4098345" y="2528622"/>
                      <a:pt x="4097700" y="2531524"/>
                      <a:pt x="4096410" y="2534103"/>
                    </a:cubicBezTo>
                    <a:cubicBezTo>
                      <a:pt x="4095765" y="2535716"/>
                      <a:pt x="4093831" y="2536683"/>
                      <a:pt x="4091896" y="2536683"/>
                    </a:cubicBezTo>
                    <a:close/>
                    <a:moveTo>
                      <a:pt x="66891" y="2509596"/>
                    </a:moveTo>
                    <a:cubicBezTo>
                      <a:pt x="53348" y="2509596"/>
                      <a:pt x="50446" y="2508951"/>
                      <a:pt x="43996" y="2506372"/>
                    </a:cubicBezTo>
                    <a:cubicBezTo>
                      <a:pt x="42062" y="2505727"/>
                      <a:pt x="39482" y="2504759"/>
                      <a:pt x="35935" y="2503469"/>
                    </a:cubicBezTo>
                    <a:cubicBezTo>
                      <a:pt x="32710" y="2502502"/>
                      <a:pt x="28196" y="2502502"/>
                      <a:pt x="24004" y="2503469"/>
                    </a:cubicBezTo>
                    <a:cubicBezTo>
                      <a:pt x="21101" y="2504114"/>
                      <a:pt x="18199" y="2502502"/>
                      <a:pt x="17554" y="2499600"/>
                    </a:cubicBezTo>
                    <a:cubicBezTo>
                      <a:pt x="16909" y="2496698"/>
                      <a:pt x="18522" y="2493795"/>
                      <a:pt x="21424" y="2493150"/>
                    </a:cubicBezTo>
                    <a:cubicBezTo>
                      <a:pt x="27551" y="2491538"/>
                      <a:pt x="34000" y="2491861"/>
                      <a:pt x="39159" y="2493473"/>
                    </a:cubicBezTo>
                    <a:cubicBezTo>
                      <a:pt x="43029" y="2494763"/>
                      <a:pt x="45609" y="2495730"/>
                      <a:pt x="47866" y="2496375"/>
                    </a:cubicBezTo>
                    <a:cubicBezTo>
                      <a:pt x="53348" y="2498310"/>
                      <a:pt x="54960" y="2498955"/>
                      <a:pt x="67214" y="2498955"/>
                    </a:cubicBezTo>
                    <a:cubicBezTo>
                      <a:pt x="70116" y="2498955"/>
                      <a:pt x="72696" y="2498955"/>
                      <a:pt x="75275" y="2498632"/>
                    </a:cubicBezTo>
                    <a:cubicBezTo>
                      <a:pt x="78178" y="2498632"/>
                      <a:pt x="80757" y="2500890"/>
                      <a:pt x="81080" y="2503792"/>
                    </a:cubicBezTo>
                    <a:cubicBezTo>
                      <a:pt x="81402" y="2506694"/>
                      <a:pt x="78823" y="2509274"/>
                      <a:pt x="75920" y="2509596"/>
                    </a:cubicBezTo>
                    <a:cubicBezTo>
                      <a:pt x="73018" y="2509274"/>
                      <a:pt x="70116" y="2509596"/>
                      <a:pt x="66891" y="2509596"/>
                    </a:cubicBezTo>
                    <a:close/>
                    <a:moveTo>
                      <a:pt x="100428" y="2501857"/>
                    </a:moveTo>
                    <a:cubicBezTo>
                      <a:pt x="99460" y="2501857"/>
                      <a:pt x="98170" y="2501535"/>
                      <a:pt x="97525" y="2500890"/>
                    </a:cubicBezTo>
                    <a:cubicBezTo>
                      <a:pt x="94946" y="2499277"/>
                      <a:pt x="94623" y="2495730"/>
                      <a:pt x="96236" y="2493473"/>
                    </a:cubicBezTo>
                    <a:cubicBezTo>
                      <a:pt x="97203" y="2491861"/>
                      <a:pt x="97525" y="2487991"/>
                      <a:pt x="97525" y="2485734"/>
                    </a:cubicBezTo>
                    <a:cubicBezTo>
                      <a:pt x="97525" y="2482832"/>
                      <a:pt x="100105" y="2480574"/>
                      <a:pt x="103330" y="2480574"/>
                    </a:cubicBezTo>
                    <a:cubicBezTo>
                      <a:pt x="106232" y="2480574"/>
                      <a:pt x="108489" y="2483154"/>
                      <a:pt x="108489" y="2486379"/>
                    </a:cubicBezTo>
                    <a:cubicBezTo>
                      <a:pt x="108167" y="2490893"/>
                      <a:pt x="107844" y="2495730"/>
                      <a:pt x="105265" y="2499600"/>
                    </a:cubicBezTo>
                    <a:cubicBezTo>
                      <a:pt x="103652" y="2501212"/>
                      <a:pt x="102040" y="2501857"/>
                      <a:pt x="100428" y="2501857"/>
                    </a:cubicBezTo>
                    <a:close/>
                    <a:moveTo>
                      <a:pt x="4117693" y="2493795"/>
                    </a:moveTo>
                    <a:cubicBezTo>
                      <a:pt x="4116403" y="2493795"/>
                      <a:pt x="4115113" y="2493150"/>
                      <a:pt x="4113823" y="2492183"/>
                    </a:cubicBezTo>
                    <a:cubicBezTo>
                      <a:pt x="4111566" y="2490248"/>
                      <a:pt x="4111566" y="2486701"/>
                      <a:pt x="4113823" y="2484444"/>
                    </a:cubicBezTo>
                    <a:cubicBezTo>
                      <a:pt x="4115435" y="2482832"/>
                      <a:pt x="4117048" y="2481542"/>
                      <a:pt x="4119305" y="2479930"/>
                    </a:cubicBezTo>
                    <a:cubicBezTo>
                      <a:pt x="4121240" y="2478317"/>
                      <a:pt x="4121885" y="2477027"/>
                      <a:pt x="4122530" y="2475092"/>
                    </a:cubicBezTo>
                    <a:cubicBezTo>
                      <a:pt x="4123497" y="2472835"/>
                      <a:pt x="4124787" y="2469288"/>
                      <a:pt x="4129302" y="2468321"/>
                    </a:cubicBezTo>
                    <a:lnTo>
                      <a:pt x="4131236" y="2467998"/>
                    </a:lnTo>
                    <a:cubicBezTo>
                      <a:pt x="4135429" y="2467031"/>
                      <a:pt x="4141878" y="2465096"/>
                      <a:pt x="4148005" y="2465741"/>
                    </a:cubicBezTo>
                    <a:cubicBezTo>
                      <a:pt x="4148650" y="2465741"/>
                      <a:pt x="4148972" y="2465741"/>
                      <a:pt x="4149617" y="2465741"/>
                    </a:cubicBezTo>
                    <a:cubicBezTo>
                      <a:pt x="4153809" y="2465741"/>
                      <a:pt x="4157679" y="2464774"/>
                      <a:pt x="4160258" y="2462839"/>
                    </a:cubicBezTo>
                    <a:cubicBezTo>
                      <a:pt x="4162838" y="2461226"/>
                      <a:pt x="4166063" y="2461871"/>
                      <a:pt x="4167675" y="2464451"/>
                    </a:cubicBezTo>
                    <a:cubicBezTo>
                      <a:pt x="4169287" y="2467031"/>
                      <a:pt x="4168642" y="2470255"/>
                      <a:pt x="4166063" y="2471868"/>
                    </a:cubicBezTo>
                    <a:cubicBezTo>
                      <a:pt x="4161548" y="2474770"/>
                      <a:pt x="4155743" y="2476382"/>
                      <a:pt x="4149294" y="2476382"/>
                    </a:cubicBezTo>
                    <a:cubicBezTo>
                      <a:pt x="4148650" y="2476382"/>
                      <a:pt x="4147682" y="2476382"/>
                      <a:pt x="4147037" y="2476382"/>
                    </a:cubicBezTo>
                    <a:cubicBezTo>
                      <a:pt x="4142200" y="2476060"/>
                      <a:pt x="4137363" y="2477350"/>
                      <a:pt x="4133816" y="2478317"/>
                    </a:cubicBezTo>
                    <a:lnTo>
                      <a:pt x="4132849" y="2478640"/>
                    </a:lnTo>
                    <a:cubicBezTo>
                      <a:pt x="4132849" y="2478962"/>
                      <a:pt x="4132526" y="2479284"/>
                      <a:pt x="4132526" y="2479284"/>
                    </a:cubicBezTo>
                    <a:cubicBezTo>
                      <a:pt x="4131559" y="2481542"/>
                      <a:pt x="4129947" y="2485411"/>
                      <a:pt x="4125754" y="2488636"/>
                    </a:cubicBezTo>
                    <a:cubicBezTo>
                      <a:pt x="4123497" y="2490248"/>
                      <a:pt x="4122207" y="2491538"/>
                      <a:pt x="4121562" y="2492183"/>
                    </a:cubicBezTo>
                    <a:cubicBezTo>
                      <a:pt x="4120273" y="2493473"/>
                      <a:pt x="4118982" y="2493795"/>
                      <a:pt x="4117693" y="2493795"/>
                    </a:cubicBezTo>
                    <a:close/>
                    <a:moveTo>
                      <a:pt x="460621" y="2486701"/>
                    </a:moveTo>
                    <a:cubicBezTo>
                      <a:pt x="453527" y="2486701"/>
                      <a:pt x="439661" y="2481864"/>
                      <a:pt x="430309" y="2473803"/>
                    </a:cubicBezTo>
                    <a:cubicBezTo>
                      <a:pt x="428052" y="2471868"/>
                      <a:pt x="427729" y="2468643"/>
                      <a:pt x="429664" y="2466386"/>
                    </a:cubicBezTo>
                    <a:cubicBezTo>
                      <a:pt x="431599" y="2464129"/>
                      <a:pt x="434824" y="2463806"/>
                      <a:pt x="437081" y="2465741"/>
                    </a:cubicBezTo>
                    <a:cubicBezTo>
                      <a:pt x="444498" y="2471868"/>
                      <a:pt x="455784" y="2476060"/>
                      <a:pt x="460298" y="2476060"/>
                    </a:cubicBezTo>
                    <a:cubicBezTo>
                      <a:pt x="466748" y="2476060"/>
                      <a:pt x="476099" y="2474770"/>
                      <a:pt x="481903" y="2472190"/>
                    </a:cubicBezTo>
                    <a:cubicBezTo>
                      <a:pt x="484483" y="2470900"/>
                      <a:pt x="487708" y="2472190"/>
                      <a:pt x="488998" y="2475092"/>
                    </a:cubicBezTo>
                    <a:cubicBezTo>
                      <a:pt x="490287" y="2477672"/>
                      <a:pt x="488998" y="2480897"/>
                      <a:pt x="486095" y="2482187"/>
                    </a:cubicBezTo>
                    <a:cubicBezTo>
                      <a:pt x="478034" y="2485734"/>
                      <a:pt x="466103" y="2486701"/>
                      <a:pt x="460621" y="2486701"/>
                    </a:cubicBezTo>
                    <a:close/>
                    <a:moveTo>
                      <a:pt x="4474017" y="2485734"/>
                    </a:moveTo>
                    <a:cubicBezTo>
                      <a:pt x="4471759" y="2485734"/>
                      <a:pt x="4469824" y="2484444"/>
                      <a:pt x="4468857" y="2482187"/>
                    </a:cubicBezTo>
                    <a:cubicBezTo>
                      <a:pt x="4467567" y="2478962"/>
                      <a:pt x="4466277" y="2475737"/>
                      <a:pt x="4464665" y="2472835"/>
                    </a:cubicBezTo>
                    <a:cubicBezTo>
                      <a:pt x="4463375" y="2470255"/>
                      <a:pt x="4464343" y="2467031"/>
                      <a:pt x="4466922" y="2465741"/>
                    </a:cubicBezTo>
                    <a:cubicBezTo>
                      <a:pt x="4469502" y="2464451"/>
                      <a:pt x="4472726" y="2465418"/>
                      <a:pt x="4474017" y="2467998"/>
                    </a:cubicBezTo>
                    <a:cubicBezTo>
                      <a:pt x="4475629" y="2471223"/>
                      <a:pt x="4477241" y="2474770"/>
                      <a:pt x="4478531" y="2478317"/>
                    </a:cubicBezTo>
                    <a:cubicBezTo>
                      <a:pt x="4479498" y="2481219"/>
                      <a:pt x="4478208" y="2484121"/>
                      <a:pt x="4475306" y="2485411"/>
                    </a:cubicBezTo>
                    <a:cubicBezTo>
                      <a:pt x="4475306" y="2485734"/>
                      <a:pt x="4474661" y="2485734"/>
                      <a:pt x="4474017" y="2485734"/>
                    </a:cubicBezTo>
                    <a:close/>
                    <a:moveTo>
                      <a:pt x="299388" y="2484766"/>
                    </a:moveTo>
                    <a:cubicBezTo>
                      <a:pt x="296809" y="2484766"/>
                      <a:pt x="294551" y="2484766"/>
                      <a:pt x="292617" y="2484444"/>
                    </a:cubicBezTo>
                    <a:cubicBezTo>
                      <a:pt x="289714" y="2484121"/>
                      <a:pt x="287457" y="2481542"/>
                      <a:pt x="287780" y="2478640"/>
                    </a:cubicBezTo>
                    <a:cubicBezTo>
                      <a:pt x="288102" y="2475737"/>
                      <a:pt x="290682" y="2473480"/>
                      <a:pt x="293584" y="2473803"/>
                    </a:cubicBezTo>
                    <a:cubicBezTo>
                      <a:pt x="295841" y="2474125"/>
                      <a:pt x="298421" y="2474125"/>
                      <a:pt x="301001" y="2474125"/>
                    </a:cubicBezTo>
                    <a:lnTo>
                      <a:pt x="303580" y="2474125"/>
                    </a:lnTo>
                    <a:cubicBezTo>
                      <a:pt x="306483" y="2474125"/>
                      <a:pt x="309062" y="2476382"/>
                      <a:pt x="309062" y="2479284"/>
                    </a:cubicBezTo>
                    <a:cubicBezTo>
                      <a:pt x="309062" y="2482187"/>
                      <a:pt x="306805" y="2484766"/>
                      <a:pt x="303903" y="2484766"/>
                    </a:cubicBezTo>
                    <a:lnTo>
                      <a:pt x="301646" y="2484766"/>
                    </a:lnTo>
                    <a:cubicBezTo>
                      <a:pt x="301001" y="2484766"/>
                      <a:pt x="300356" y="2484766"/>
                      <a:pt x="299388" y="2484766"/>
                    </a:cubicBezTo>
                    <a:close/>
                    <a:moveTo>
                      <a:pt x="344533" y="2476705"/>
                    </a:moveTo>
                    <a:cubicBezTo>
                      <a:pt x="343244" y="2476705"/>
                      <a:pt x="341954" y="2476382"/>
                      <a:pt x="340986" y="2475415"/>
                    </a:cubicBezTo>
                    <a:cubicBezTo>
                      <a:pt x="338729" y="2473480"/>
                      <a:pt x="338729" y="2469933"/>
                      <a:pt x="340664" y="2467676"/>
                    </a:cubicBezTo>
                    <a:lnTo>
                      <a:pt x="341954" y="2466386"/>
                    </a:lnTo>
                    <a:cubicBezTo>
                      <a:pt x="345178" y="2462839"/>
                      <a:pt x="348725" y="2458969"/>
                      <a:pt x="354207" y="2456067"/>
                    </a:cubicBezTo>
                    <a:cubicBezTo>
                      <a:pt x="364204" y="2450908"/>
                      <a:pt x="371298" y="2447683"/>
                      <a:pt x="387421" y="2448650"/>
                    </a:cubicBezTo>
                    <a:cubicBezTo>
                      <a:pt x="389679" y="2448650"/>
                      <a:pt x="391291" y="2448650"/>
                      <a:pt x="392581" y="2448650"/>
                    </a:cubicBezTo>
                    <a:cubicBezTo>
                      <a:pt x="395483" y="2448328"/>
                      <a:pt x="398063" y="2450585"/>
                      <a:pt x="398385" y="2453810"/>
                    </a:cubicBezTo>
                    <a:cubicBezTo>
                      <a:pt x="398708" y="2456712"/>
                      <a:pt x="396450" y="2459292"/>
                      <a:pt x="393226" y="2459614"/>
                    </a:cubicBezTo>
                    <a:cubicBezTo>
                      <a:pt x="391291" y="2459614"/>
                      <a:pt x="389356" y="2459614"/>
                      <a:pt x="386776" y="2459614"/>
                    </a:cubicBezTo>
                    <a:cubicBezTo>
                      <a:pt x="373233" y="2458969"/>
                      <a:pt x="367751" y="2461226"/>
                      <a:pt x="359044" y="2465741"/>
                    </a:cubicBezTo>
                    <a:cubicBezTo>
                      <a:pt x="355497" y="2467676"/>
                      <a:pt x="352595" y="2470900"/>
                      <a:pt x="349693" y="2473803"/>
                    </a:cubicBezTo>
                    <a:lnTo>
                      <a:pt x="348403" y="2475092"/>
                    </a:lnTo>
                    <a:cubicBezTo>
                      <a:pt x="347436" y="2476060"/>
                      <a:pt x="346146" y="2476705"/>
                      <a:pt x="344533" y="2476705"/>
                    </a:cubicBezTo>
                    <a:close/>
                    <a:moveTo>
                      <a:pt x="4593328" y="2475737"/>
                    </a:moveTo>
                    <a:cubicBezTo>
                      <a:pt x="4590426" y="2475737"/>
                      <a:pt x="4588169" y="2473803"/>
                      <a:pt x="4587847" y="2470900"/>
                    </a:cubicBezTo>
                    <a:cubicBezTo>
                      <a:pt x="4587524" y="2467998"/>
                      <a:pt x="4589781" y="2465418"/>
                      <a:pt x="4592683" y="2465096"/>
                    </a:cubicBezTo>
                    <a:cubicBezTo>
                      <a:pt x="4604937" y="2464129"/>
                      <a:pt x="4618803" y="2457034"/>
                      <a:pt x="4622028" y="2444458"/>
                    </a:cubicBezTo>
                    <a:cubicBezTo>
                      <a:pt x="4622673" y="2442523"/>
                      <a:pt x="4622673" y="2440266"/>
                      <a:pt x="4622673" y="2437686"/>
                    </a:cubicBezTo>
                    <a:lnTo>
                      <a:pt x="4622673" y="2437042"/>
                    </a:lnTo>
                    <a:cubicBezTo>
                      <a:pt x="4622673" y="2434139"/>
                      <a:pt x="4624930" y="2431560"/>
                      <a:pt x="4627832" y="2431560"/>
                    </a:cubicBezTo>
                    <a:cubicBezTo>
                      <a:pt x="4627832" y="2431560"/>
                      <a:pt x="4627832" y="2431560"/>
                      <a:pt x="4627832" y="2431560"/>
                    </a:cubicBezTo>
                    <a:cubicBezTo>
                      <a:pt x="4630734" y="2431560"/>
                      <a:pt x="4633314" y="2433817"/>
                      <a:pt x="4633314" y="2436719"/>
                    </a:cubicBezTo>
                    <a:lnTo>
                      <a:pt x="4633314" y="2437686"/>
                    </a:lnTo>
                    <a:cubicBezTo>
                      <a:pt x="4633314" y="2440911"/>
                      <a:pt x="4632991" y="2444136"/>
                      <a:pt x="4632347" y="2447038"/>
                    </a:cubicBezTo>
                    <a:cubicBezTo>
                      <a:pt x="4627832" y="2464774"/>
                      <a:pt x="4609774" y="2474125"/>
                      <a:pt x="4593651" y="2475737"/>
                    </a:cubicBezTo>
                    <a:cubicBezTo>
                      <a:pt x="4593651" y="2475737"/>
                      <a:pt x="4593651" y="2475737"/>
                      <a:pt x="4593328" y="2475737"/>
                    </a:cubicBezTo>
                    <a:close/>
                    <a:moveTo>
                      <a:pt x="4566886" y="2472513"/>
                    </a:moveTo>
                    <a:cubicBezTo>
                      <a:pt x="4566564" y="2472513"/>
                      <a:pt x="4565919" y="2472513"/>
                      <a:pt x="4565274" y="2472190"/>
                    </a:cubicBezTo>
                    <a:cubicBezTo>
                      <a:pt x="4561727" y="2471223"/>
                      <a:pt x="4558180" y="2469933"/>
                      <a:pt x="4554633" y="2468966"/>
                    </a:cubicBezTo>
                    <a:cubicBezTo>
                      <a:pt x="4551731" y="2467998"/>
                      <a:pt x="4550441" y="2465096"/>
                      <a:pt x="4551408" y="2462194"/>
                    </a:cubicBezTo>
                    <a:cubicBezTo>
                      <a:pt x="4552375" y="2459292"/>
                      <a:pt x="4555277" y="2458002"/>
                      <a:pt x="4558180" y="2458969"/>
                    </a:cubicBezTo>
                    <a:cubicBezTo>
                      <a:pt x="4561404" y="2459937"/>
                      <a:pt x="4564951" y="2461226"/>
                      <a:pt x="4568176" y="2462194"/>
                    </a:cubicBezTo>
                    <a:cubicBezTo>
                      <a:pt x="4571078" y="2462839"/>
                      <a:pt x="4572691" y="2466064"/>
                      <a:pt x="4572046" y="2468966"/>
                    </a:cubicBezTo>
                    <a:cubicBezTo>
                      <a:pt x="4571401" y="2470900"/>
                      <a:pt x="4569144" y="2472513"/>
                      <a:pt x="4566886" y="2472513"/>
                    </a:cubicBezTo>
                    <a:close/>
                    <a:moveTo>
                      <a:pt x="270367" y="2472190"/>
                    </a:moveTo>
                    <a:cubicBezTo>
                      <a:pt x="268754" y="2472190"/>
                      <a:pt x="267142" y="2471545"/>
                      <a:pt x="266175" y="2470255"/>
                    </a:cubicBezTo>
                    <a:cubicBezTo>
                      <a:pt x="265852" y="2469933"/>
                      <a:pt x="265530" y="2469288"/>
                      <a:pt x="265207" y="2468966"/>
                    </a:cubicBezTo>
                    <a:cubicBezTo>
                      <a:pt x="260048" y="2461871"/>
                      <a:pt x="259403" y="2461871"/>
                      <a:pt x="256178" y="2461226"/>
                    </a:cubicBezTo>
                    <a:cubicBezTo>
                      <a:pt x="255533" y="2461226"/>
                      <a:pt x="254888" y="2460904"/>
                      <a:pt x="254243" y="2460904"/>
                    </a:cubicBezTo>
                    <a:cubicBezTo>
                      <a:pt x="251019" y="2460259"/>
                      <a:pt x="243280" y="2458324"/>
                      <a:pt x="233283" y="2458324"/>
                    </a:cubicBezTo>
                    <a:cubicBezTo>
                      <a:pt x="229736" y="2458324"/>
                      <a:pt x="226189" y="2458647"/>
                      <a:pt x="222642" y="2458969"/>
                    </a:cubicBezTo>
                    <a:cubicBezTo>
                      <a:pt x="219740" y="2459292"/>
                      <a:pt x="217160" y="2457357"/>
                      <a:pt x="216515" y="2454132"/>
                    </a:cubicBezTo>
                    <a:cubicBezTo>
                      <a:pt x="216192" y="2451230"/>
                      <a:pt x="218127" y="2448650"/>
                      <a:pt x="221352" y="2448005"/>
                    </a:cubicBezTo>
                    <a:cubicBezTo>
                      <a:pt x="225222" y="2447683"/>
                      <a:pt x="229414" y="2447360"/>
                      <a:pt x="233283" y="2447360"/>
                    </a:cubicBezTo>
                    <a:cubicBezTo>
                      <a:pt x="244569" y="2447360"/>
                      <a:pt x="252953" y="2449295"/>
                      <a:pt x="256823" y="2450263"/>
                    </a:cubicBezTo>
                    <a:lnTo>
                      <a:pt x="258758" y="2450585"/>
                    </a:lnTo>
                    <a:cubicBezTo>
                      <a:pt x="264562" y="2451875"/>
                      <a:pt x="267464" y="2453165"/>
                      <a:pt x="274559" y="2462516"/>
                    </a:cubicBezTo>
                    <a:cubicBezTo>
                      <a:pt x="274881" y="2462839"/>
                      <a:pt x="275204" y="2463161"/>
                      <a:pt x="275204" y="2463484"/>
                    </a:cubicBezTo>
                    <a:cubicBezTo>
                      <a:pt x="277138" y="2465741"/>
                      <a:pt x="276493" y="2469288"/>
                      <a:pt x="274236" y="2470900"/>
                    </a:cubicBezTo>
                    <a:cubicBezTo>
                      <a:pt x="272624" y="2471868"/>
                      <a:pt x="271334" y="2472190"/>
                      <a:pt x="270367" y="2472190"/>
                    </a:cubicBezTo>
                    <a:close/>
                    <a:moveTo>
                      <a:pt x="3642057" y="2468643"/>
                    </a:moveTo>
                    <a:cubicBezTo>
                      <a:pt x="3640768" y="2468643"/>
                      <a:pt x="3639478" y="2468321"/>
                      <a:pt x="3638510" y="2467353"/>
                    </a:cubicBezTo>
                    <a:cubicBezTo>
                      <a:pt x="3637220" y="2466064"/>
                      <a:pt x="3635608" y="2465418"/>
                      <a:pt x="3634318" y="2465096"/>
                    </a:cubicBezTo>
                    <a:cubicBezTo>
                      <a:pt x="3633351" y="2464774"/>
                      <a:pt x="3632383" y="2464451"/>
                      <a:pt x="3631094" y="2464451"/>
                    </a:cubicBezTo>
                    <a:cubicBezTo>
                      <a:pt x="3628191" y="2463806"/>
                      <a:pt x="3626257" y="2460904"/>
                      <a:pt x="3626902" y="2458002"/>
                    </a:cubicBezTo>
                    <a:cubicBezTo>
                      <a:pt x="3627547" y="2455100"/>
                      <a:pt x="3630449" y="2453165"/>
                      <a:pt x="3633351" y="2453810"/>
                    </a:cubicBezTo>
                    <a:cubicBezTo>
                      <a:pt x="3634963" y="2454132"/>
                      <a:pt x="3636253" y="2454455"/>
                      <a:pt x="3637220" y="2454777"/>
                    </a:cubicBezTo>
                    <a:cubicBezTo>
                      <a:pt x="3640123" y="2455422"/>
                      <a:pt x="3642702" y="2457357"/>
                      <a:pt x="3645282" y="2459614"/>
                    </a:cubicBezTo>
                    <a:cubicBezTo>
                      <a:pt x="3647539" y="2461549"/>
                      <a:pt x="3647862" y="2465096"/>
                      <a:pt x="3645605" y="2467353"/>
                    </a:cubicBezTo>
                    <a:cubicBezTo>
                      <a:pt x="3644960" y="2467998"/>
                      <a:pt x="3643670" y="2468643"/>
                      <a:pt x="3642057" y="2468643"/>
                    </a:cubicBezTo>
                    <a:close/>
                    <a:moveTo>
                      <a:pt x="4501749" y="2467998"/>
                    </a:moveTo>
                    <a:lnTo>
                      <a:pt x="4501749" y="2467998"/>
                    </a:lnTo>
                    <a:cubicBezTo>
                      <a:pt x="4500781" y="2467998"/>
                      <a:pt x="4499814" y="2467998"/>
                      <a:pt x="4498846" y="2467676"/>
                    </a:cubicBezTo>
                    <a:cubicBezTo>
                      <a:pt x="4491752" y="2466708"/>
                      <a:pt x="4487238" y="2461549"/>
                      <a:pt x="4483046" y="2457034"/>
                    </a:cubicBezTo>
                    <a:lnTo>
                      <a:pt x="4481111" y="2455100"/>
                    </a:lnTo>
                    <a:cubicBezTo>
                      <a:pt x="4477564" y="2451552"/>
                      <a:pt x="4473694" y="2449295"/>
                      <a:pt x="4471114" y="2450585"/>
                    </a:cubicBezTo>
                    <a:cubicBezTo>
                      <a:pt x="4468535" y="2451875"/>
                      <a:pt x="4464988" y="2451230"/>
                      <a:pt x="4463697" y="2448650"/>
                    </a:cubicBezTo>
                    <a:cubicBezTo>
                      <a:pt x="4462408" y="2446071"/>
                      <a:pt x="4462730" y="2443168"/>
                      <a:pt x="4465310" y="2441556"/>
                    </a:cubicBezTo>
                    <a:cubicBezTo>
                      <a:pt x="4465310" y="2441556"/>
                      <a:pt x="4465955" y="2441234"/>
                      <a:pt x="4465955" y="2441234"/>
                    </a:cubicBezTo>
                    <a:cubicBezTo>
                      <a:pt x="4467890" y="2440266"/>
                      <a:pt x="4470147" y="2439621"/>
                      <a:pt x="4472404" y="2439621"/>
                    </a:cubicBezTo>
                    <a:cubicBezTo>
                      <a:pt x="4479821" y="2439621"/>
                      <a:pt x="4486270" y="2445426"/>
                      <a:pt x="4488527" y="2448005"/>
                    </a:cubicBezTo>
                    <a:cubicBezTo>
                      <a:pt x="4489172" y="2448650"/>
                      <a:pt x="4489817" y="2449295"/>
                      <a:pt x="4490462" y="2450263"/>
                    </a:cubicBezTo>
                    <a:cubicBezTo>
                      <a:pt x="4493687" y="2453810"/>
                      <a:pt x="4496589" y="2457034"/>
                      <a:pt x="4499814" y="2457357"/>
                    </a:cubicBezTo>
                    <a:cubicBezTo>
                      <a:pt x="4500136" y="2457357"/>
                      <a:pt x="4500458" y="2457357"/>
                      <a:pt x="4500781" y="2457357"/>
                    </a:cubicBezTo>
                    <a:lnTo>
                      <a:pt x="4500781" y="2457357"/>
                    </a:lnTo>
                    <a:cubicBezTo>
                      <a:pt x="4503361" y="2457357"/>
                      <a:pt x="4506263" y="2456067"/>
                      <a:pt x="4509487" y="2454455"/>
                    </a:cubicBezTo>
                    <a:lnTo>
                      <a:pt x="4512067" y="2453165"/>
                    </a:lnTo>
                    <a:cubicBezTo>
                      <a:pt x="4514647" y="2451875"/>
                      <a:pt x="4517872" y="2453165"/>
                      <a:pt x="4519161" y="2455745"/>
                    </a:cubicBezTo>
                    <a:cubicBezTo>
                      <a:pt x="4520452" y="2458324"/>
                      <a:pt x="4519161" y="2461549"/>
                      <a:pt x="4516582" y="2462839"/>
                    </a:cubicBezTo>
                    <a:lnTo>
                      <a:pt x="4514325" y="2463806"/>
                    </a:lnTo>
                    <a:cubicBezTo>
                      <a:pt x="4511423" y="2465741"/>
                      <a:pt x="4506908" y="2467998"/>
                      <a:pt x="4501749" y="2467998"/>
                    </a:cubicBezTo>
                    <a:close/>
                    <a:moveTo>
                      <a:pt x="3599815" y="2466386"/>
                    </a:moveTo>
                    <a:cubicBezTo>
                      <a:pt x="3588851" y="2466386"/>
                      <a:pt x="3573695" y="2459937"/>
                      <a:pt x="3564343" y="2453810"/>
                    </a:cubicBezTo>
                    <a:lnTo>
                      <a:pt x="3563054" y="2452842"/>
                    </a:lnTo>
                    <a:cubicBezTo>
                      <a:pt x="3559184" y="2450263"/>
                      <a:pt x="3556282" y="2448328"/>
                      <a:pt x="3553702" y="2446715"/>
                    </a:cubicBezTo>
                    <a:cubicBezTo>
                      <a:pt x="3551445" y="2445103"/>
                      <a:pt x="3550800" y="2441556"/>
                      <a:pt x="3552412" y="2439299"/>
                    </a:cubicBezTo>
                    <a:cubicBezTo>
                      <a:pt x="3554024" y="2437042"/>
                      <a:pt x="3557572" y="2436397"/>
                      <a:pt x="3559829" y="2438009"/>
                    </a:cubicBezTo>
                    <a:cubicBezTo>
                      <a:pt x="3562086" y="2439621"/>
                      <a:pt x="3564988" y="2441556"/>
                      <a:pt x="3568536" y="2443813"/>
                    </a:cubicBezTo>
                    <a:lnTo>
                      <a:pt x="3569825" y="2444781"/>
                    </a:lnTo>
                    <a:cubicBezTo>
                      <a:pt x="3579177" y="2450908"/>
                      <a:pt x="3592075" y="2455745"/>
                      <a:pt x="3599170" y="2455745"/>
                    </a:cubicBezTo>
                    <a:cubicBezTo>
                      <a:pt x="3601104" y="2455745"/>
                      <a:pt x="3602394" y="2455422"/>
                      <a:pt x="3603039" y="2455100"/>
                    </a:cubicBezTo>
                    <a:cubicBezTo>
                      <a:pt x="3605619" y="2453810"/>
                      <a:pt x="3608844" y="2454777"/>
                      <a:pt x="3610134" y="2457357"/>
                    </a:cubicBezTo>
                    <a:cubicBezTo>
                      <a:pt x="3611423" y="2459937"/>
                      <a:pt x="3610456" y="2463161"/>
                      <a:pt x="3607876" y="2464451"/>
                    </a:cubicBezTo>
                    <a:cubicBezTo>
                      <a:pt x="3606264" y="2465741"/>
                      <a:pt x="3603362" y="2466386"/>
                      <a:pt x="3599815" y="2466386"/>
                    </a:cubicBezTo>
                    <a:close/>
                    <a:moveTo>
                      <a:pt x="503186" y="2464774"/>
                    </a:moveTo>
                    <a:cubicBezTo>
                      <a:pt x="500929" y="2464774"/>
                      <a:pt x="498672" y="2463161"/>
                      <a:pt x="498027" y="2460581"/>
                    </a:cubicBezTo>
                    <a:cubicBezTo>
                      <a:pt x="497382" y="2457679"/>
                      <a:pt x="498994" y="2454777"/>
                      <a:pt x="501896" y="2454132"/>
                    </a:cubicBezTo>
                    <a:cubicBezTo>
                      <a:pt x="502864" y="2453810"/>
                      <a:pt x="503831" y="2453487"/>
                      <a:pt x="504153" y="2453487"/>
                    </a:cubicBezTo>
                    <a:cubicBezTo>
                      <a:pt x="506733" y="2452520"/>
                      <a:pt x="507701" y="2452520"/>
                      <a:pt x="513505" y="2452520"/>
                    </a:cubicBezTo>
                    <a:lnTo>
                      <a:pt x="513505" y="2452520"/>
                    </a:lnTo>
                    <a:cubicBezTo>
                      <a:pt x="516407" y="2452520"/>
                      <a:pt x="518987" y="2454777"/>
                      <a:pt x="518987" y="2458002"/>
                    </a:cubicBezTo>
                    <a:cubicBezTo>
                      <a:pt x="518987" y="2460904"/>
                      <a:pt x="516730" y="2463484"/>
                      <a:pt x="513505" y="2463484"/>
                    </a:cubicBezTo>
                    <a:cubicBezTo>
                      <a:pt x="508668" y="2463484"/>
                      <a:pt x="508346" y="2463484"/>
                      <a:pt x="507056" y="2463806"/>
                    </a:cubicBezTo>
                    <a:cubicBezTo>
                      <a:pt x="506411" y="2464129"/>
                      <a:pt x="505443" y="2464129"/>
                      <a:pt x="504153" y="2464774"/>
                    </a:cubicBezTo>
                    <a:cubicBezTo>
                      <a:pt x="504153" y="2464774"/>
                      <a:pt x="503831" y="2464774"/>
                      <a:pt x="503186" y="2464774"/>
                    </a:cubicBezTo>
                    <a:close/>
                    <a:moveTo>
                      <a:pt x="168468" y="2461549"/>
                    </a:moveTo>
                    <a:cubicBezTo>
                      <a:pt x="166210" y="2461549"/>
                      <a:pt x="163953" y="2459937"/>
                      <a:pt x="163308" y="2457357"/>
                    </a:cubicBezTo>
                    <a:cubicBezTo>
                      <a:pt x="162663" y="2454455"/>
                      <a:pt x="164276" y="2451552"/>
                      <a:pt x="167178" y="2450908"/>
                    </a:cubicBezTo>
                    <a:cubicBezTo>
                      <a:pt x="171047" y="2449940"/>
                      <a:pt x="175562" y="2450263"/>
                      <a:pt x="179754" y="2450585"/>
                    </a:cubicBezTo>
                    <a:cubicBezTo>
                      <a:pt x="182656" y="2450908"/>
                      <a:pt x="184913" y="2453487"/>
                      <a:pt x="184591" y="2456712"/>
                    </a:cubicBezTo>
                    <a:cubicBezTo>
                      <a:pt x="184269" y="2459614"/>
                      <a:pt x="181689" y="2461871"/>
                      <a:pt x="178464" y="2461549"/>
                    </a:cubicBezTo>
                    <a:cubicBezTo>
                      <a:pt x="174917" y="2461226"/>
                      <a:pt x="172015" y="2460904"/>
                      <a:pt x="169758" y="2461549"/>
                    </a:cubicBezTo>
                    <a:cubicBezTo>
                      <a:pt x="169435" y="2461549"/>
                      <a:pt x="168790" y="2461549"/>
                      <a:pt x="168468" y="2461549"/>
                    </a:cubicBezTo>
                    <a:close/>
                    <a:moveTo>
                      <a:pt x="145573" y="2457679"/>
                    </a:moveTo>
                    <a:cubicBezTo>
                      <a:pt x="143638" y="2457679"/>
                      <a:pt x="141703" y="2456712"/>
                      <a:pt x="140736" y="2454777"/>
                    </a:cubicBezTo>
                    <a:cubicBezTo>
                      <a:pt x="140413" y="2454455"/>
                      <a:pt x="140413" y="2453810"/>
                      <a:pt x="140091" y="2453487"/>
                    </a:cubicBezTo>
                    <a:cubicBezTo>
                      <a:pt x="138479" y="2454777"/>
                      <a:pt x="136544" y="2456067"/>
                      <a:pt x="133642" y="2456067"/>
                    </a:cubicBezTo>
                    <a:cubicBezTo>
                      <a:pt x="131384" y="2456067"/>
                      <a:pt x="128805" y="2455100"/>
                      <a:pt x="126225" y="2453487"/>
                    </a:cubicBezTo>
                    <a:cubicBezTo>
                      <a:pt x="121388" y="2449940"/>
                      <a:pt x="119453" y="2446393"/>
                      <a:pt x="118163" y="2444136"/>
                    </a:cubicBezTo>
                    <a:cubicBezTo>
                      <a:pt x="118163" y="2443813"/>
                      <a:pt x="117841" y="2443813"/>
                      <a:pt x="117841" y="2443491"/>
                    </a:cubicBezTo>
                    <a:cubicBezTo>
                      <a:pt x="117196" y="2443813"/>
                      <a:pt x="116228" y="2444136"/>
                      <a:pt x="114294" y="2444781"/>
                    </a:cubicBezTo>
                    <a:cubicBezTo>
                      <a:pt x="112359" y="2445426"/>
                      <a:pt x="111069" y="2446393"/>
                      <a:pt x="110424" y="2447683"/>
                    </a:cubicBezTo>
                    <a:cubicBezTo>
                      <a:pt x="109134" y="2450263"/>
                      <a:pt x="105910" y="2451230"/>
                      <a:pt x="103007" y="2449940"/>
                    </a:cubicBezTo>
                    <a:cubicBezTo>
                      <a:pt x="100428" y="2448650"/>
                      <a:pt x="99460" y="2445426"/>
                      <a:pt x="100750" y="2442523"/>
                    </a:cubicBezTo>
                    <a:cubicBezTo>
                      <a:pt x="102685" y="2438976"/>
                      <a:pt x="105587" y="2436397"/>
                      <a:pt x="109779" y="2434784"/>
                    </a:cubicBezTo>
                    <a:cubicBezTo>
                      <a:pt x="113326" y="2433172"/>
                      <a:pt x="115906" y="2432527"/>
                      <a:pt x="118163" y="2432527"/>
                    </a:cubicBezTo>
                    <a:cubicBezTo>
                      <a:pt x="123645" y="2432527"/>
                      <a:pt x="125902" y="2436397"/>
                      <a:pt x="127192" y="2438976"/>
                    </a:cubicBezTo>
                    <a:cubicBezTo>
                      <a:pt x="128160" y="2440911"/>
                      <a:pt x="129449" y="2442846"/>
                      <a:pt x="132029" y="2444781"/>
                    </a:cubicBezTo>
                    <a:cubicBezTo>
                      <a:pt x="132352" y="2445103"/>
                      <a:pt x="132352" y="2445103"/>
                      <a:pt x="132674" y="2445103"/>
                    </a:cubicBezTo>
                    <a:cubicBezTo>
                      <a:pt x="132997" y="2444781"/>
                      <a:pt x="133319" y="2444458"/>
                      <a:pt x="133319" y="2444136"/>
                    </a:cubicBezTo>
                    <a:cubicBezTo>
                      <a:pt x="134609" y="2442523"/>
                      <a:pt x="136544" y="2439944"/>
                      <a:pt x="140091" y="2439944"/>
                    </a:cubicBezTo>
                    <a:cubicBezTo>
                      <a:pt x="144928" y="2439944"/>
                      <a:pt x="147185" y="2445103"/>
                      <a:pt x="148475" y="2447683"/>
                    </a:cubicBezTo>
                    <a:cubicBezTo>
                      <a:pt x="148797" y="2448328"/>
                      <a:pt x="149120" y="2449295"/>
                      <a:pt x="149442" y="2449940"/>
                    </a:cubicBezTo>
                    <a:cubicBezTo>
                      <a:pt x="150732" y="2452520"/>
                      <a:pt x="149765" y="2455745"/>
                      <a:pt x="147185" y="2457357"/>
                    </a:cubicBezTo>
                    <a:cubicBezTo>
                      <a:pt x="147185" y="2457679"/>
                      <a:pt x="146540" y="2457679"/>
                      <a:pt x="145573" y="2457679"/>
                    </a:cubicBezTo>
                    <a:close/>
                    <a:moveTo>
                      <a:pt x="4187668" y="2450908"/>
                    </a:moveTo>
                    <a:cubicBezTo>
                      <a:pt x="4187023" y="2450908"/>
                      <a:pt x="4186378" y="2450908"/>
                      <a:pt x="4186055" y="2450585"/>
                    </a:cubicBezTo>
                    <a:cubicBezTo>
                      <a:pt x="4183798" y="2449940"/>
                      <a:pt x="4182508" y="2449618"/>
                      <a:pt x="4180573" y="2449940"/>
                    </a:cubicBezTo>
                    <a:cubicBezTo>
                      <a:pt x="4180251" y="2449940"/>
                      <a:pt x="4179928" y="2450263"/>
                      <a:pt x="4179606" y="2450263"/>
                    </a:cubicBezTo>
                    <a:cubicBezTo>
                      <a:pt x="4177026" y="2451552"/>
                      <a:pt x="4173802" y="2450263"/>
                      <a:pt x="4172512" y="2447683"/>
                    </a:cubicBezTo>
                    <a:cubicBezTo>
                      <a:pt x="4171222" y="2445103"/>
                      <a:pt x="4172512" y="2441879"/>
                      <a:pt x="4175092" y="2440589"/>
                    </a:cubicBezTo>
                    <a:cubicBezTo>
                      <a:pt x="4176381" y="2439944"/>
                      <a:pt x="4177671" y="2439621"/>
                      <a:pt x="4178961" y="2439299"/>
                    </a:cubicBezTo>
                    <a:cubicBezTo>
                      <a:pt x="4183475" y="2438654"/>
                      <a:pt x="4187345" y="2439621"/>
                      <a:pt x="4189602" y="2440266"/>
                    </a:cubicBezTo>
                    <a:cubicBezTo>
                      <a:pt x="4192504" y="2441234"/>
                      <a:pt x="4193795" y="2444136"/>
                      <a:pt x="4192827" y="2447038"/>
                    </a:cubicBezTo>
                    <a:cubicBezTo>
                      <a:pt x="4191860" y="2449295"/>
                      <a:pt x="4189925" y="2450908"/>
                      <a:pt x="4187668" y="2450908"/>
                    </a:cubicBezTo>
                    <a:close/>
                    <a:moveTo>
                      <a:pt x="416766" y="2447683"/>
                    </a:moveTo>
                    <a:cubicBezTo>
                      <a:pt x="414831" y="2447683"/>
                      <a:pt x="413218" y="2446715"/>
                      <a:pt x="412251" y="2445103"/>
                    </a:cubicBezTo>
                    <a:cubicBezTo>
                      <a:pt x="410639" y="2442523"/>
                      <a:pt x="411606" y="2439299"/>
                      <a:pt x="414186" y="2437686"/>
                    </a:cubicBezTo>
                    <a:lnTo>
                      <a:pt x="415798" y="2436719"/>
                    </a:lnTo>
                    <a:cubicBezTo>
                      <a:pt x="419023" y="2434784"/>
                      <a:pt x="421925" y="2432849"/>
                      <a:pt x="425472" y="2432205"/>
                    </a:cubicBezTo>
                    <a:cubicBezTo>
                      <a:pt x="428374" y="2431560"/>
                      <a:pt x="431276" y="2433494"/>
                      <a:pt x="431599" y="2436397"/>
                    </a:cubicBezTo>
                    <a:cubicBezTo>
                      <a:pt x="432244" y="2439299"/>
                      <a:pt x="430309" y="2442201"/>
                      <a:pt x="427407" y="2442523"/>
                    </a:cubicBezTo>
                    <a:cubicBezTo>
                      <a:pt x="426117" y="2442846"/>
                      <a:pt x="423860" y="2444136"/>
                      <a:pt x="421603" y="2445426"/>
                    </a:cubicBezTo>
                    <a:lnTo>
                      <a:pt x="419668" y="2446715"/>
                    </a:lnTo>
                    <a:cubicBezTo>
                      <a:pt x="418700" y="2447360"/>
                      <a:pt x="417733" y="2447683"/>
                      <a:pt x="416766" y="2447683"/>
                    </a:cubicBezTo>
                    <a:close/>
                    <a:moveTo>
                      <a:pt x="520599" y="2437686"/>
                    </a:moveTo>
                    <a:cubicBezTo>
                      <a:pt x="519632" y="2437686"/>
                      <a:pt x="518664" y="2437364"/>
                      <a:pt x="517697" y="2436719"/>
                    </a:cubicBezTo>
                    <a:cubicBezTo>
                      <a:pt x="511248" y="2432527"/>
                      <a:pt x="508023" y="2427690"/>
                      <a:pt x="508023" y="2422531"/>
                    </a:cubicBezTo>
                    <a:lnTo>
                      <a:pt x="508023" y="2420918"/>
                    </a:lnTo>
                    <a:cubicBezTo>
                      <a:pt x="508023" y="2416081"/>
                      <a:pt x="508668" y="2411244"/>
                      <a:pt x="516085" y="2402215"/>
                    </a:cubicBezTo>
                    <a:cubicBezTo>
                      <a:pt x="517374" y="2400925"/>
                      <a:pt x="518019" y="2399958"/>
                      <a:pt x="518664" y="2398991"/>
                    </a:cubicBezTo>
                    <a:cubicBezTo>
                      <a:pt x="521244" y="2395766"/>
                      <a:pt x="521889" y="2395121"/>
                      <a:pt x="525436" y="2393831"/>
                    </a:cubicBezTo>
                    <a:cubicBezTo>
                      <a:pt x="526404" y="2393509"/>
                      <a:pt x="527693" y="2393186"/>
                      <a:pt x="529951" y="2392219"/>
                    </a:cubicBezTo>
                    <a:cubicBezTo>
                      <a:pt x="529628" y="2389639"/>
                      <a:pt x="531241" y="2386737"/>
                      <a:pt x="533820" y="2386092"/>
                    </a:cubicBezTo>
                    <a:cubicBezTo>
                      <a:pt x="536722" y="2385447"/>
                      <a:pt x="539625" y="2386737"/>
                      <a:pt x="540270" y="2389639"/>
                    </a:cubicBezTo>
                    <a:cubicBezTo>
                      <a:pt x="540592" y="2390607"/>
                      <a:pt x="540592" y="2391896"/>
                      <a:pt x="540592" y="2392864"/>
                    </a:cubicBezTo>
                    <a:cubicBezTo>
                      <a:pt x="540592" y="2397056"/>
                      <a:pt x="538335" y="2400281"/>
                      <a:pt x="534143" y="2401893"/>
                    </a:cubicBezTo>
                    <a:cubicBezTo>
                      <a:pt x="531241" y="2403183"/>
                      <a:pt x="529306" y="2403828"/>
                      <a:pt x="528338" y="2404150"/>
                    </a:cubicBezTo>
                    <a:lnTo>
                      <a:pt x="528016" y="2404150"/>
                    </a:lnTo>
                    <a:cubicBezTo>
                      <a:pt x="527693" y="2404473"/>
                      <a:pt x="527371" y="2404795"/>
                      <a:pt x="526726" y="2405440"/>
                    </a:cubicBezTo>
                    <a:cubicBezTo>
                      <a:pt x="526081" y="2406407"/>
                      <a:pt x="525114" y="2407375"/>
                      <a:pt x="524146" y="2408665"/>
                    </a:cubicBezTo>
                    <a:cubicBezTo>
                      <a:pt x="518664" y="2415114"/>
                      <a:pt x="518664" y="2417694"/>
                      <a:pt x="518664" y="2420273"/>
                    </a:cubicBezTo>
                    <a:lnTo>
                      <a:pt x="518664" y="2421886"/>
                    </a:lnTo>
                    <a:cubicBezTo>
                      <a:pt x="518664" y="2422853"/>
                      <a:pt x="519954" y="2424788"/>
                      <a:pt x="523501" y="2427045"/>
                    </a:cubicBezTo>
                    <a:cubicBezTo>
                      <a:pt x="526081" y="2428657"/>
                      <a:pt x="526726" y="2431882"/>
                      <a:pt x="525114" y="2434462"/>
                    </a:cubicBezTo>
                    <a:cubicBezTo>
                      <a:pt x="524146" y="2436719"/>
                      <a:pt x="522534" y="2437686"/>
                      <a:pt x="520599" y="2437686"/>
                    </a:cubicBezTo>
                    <a:close/>
                    <a:moveTo>
                      <a:pt x="4209273" y="2426078"/>
                    </a:moveTo>
                    <a:cubicBezTo>
                      <a:pt x="4208951" y="2426078"/>
                      <a:pt x="4208628" y="2426078"/>
                      <a:pt x="4208628" y="2426078"/>
                    </a:cubicBezTo>
                    <a:cubicBezTo>
                      <a:pt x="4205726" y="2425755"/>
                      <a:pt x="4203791" y="2422853"/>
                      <a:pt x="4204113" y="2419951"/>
                    </a:cubicBezTo>
                    <a:cubicBezTo>
                      <a:pt x="4204436" y="2418016"/>
                      <a:pt x="4205081" y="2416404"/>
                      <a:pt x="4205726" y="2415114"/>
                    </a:cubicBezTo>
                    <a:cubicBezTo>
                      <a:pt x="4209273" y="2408987"/>
                      <a:pt x="4217334" y="2401571"/>
                      <a:pt x="4228298" y="2400925"/>
                    </a:cubicBezTo>
                    <a:cubicBezTo>
                      <a:pt x="4230878" y="2400925"/>
                      <a:pt x="4232813" y="2400925"/>
                      <a:pt x="4234748" y="2400925"/>
                    </a:cubicBezTo>
                    <a:lnTo>
                      <a:pt x="4237005" y="2400925"/>
                    </a:lnTo>
                    <a:cubicBezTo>
                      <a:pt x="4240230" y="2400925"/>
                      <a:pt x="4240552" y="2400603"/>
                      <a:pt x="4241197" y="2399958"/>
                    </a:cubicBezTo>
                    <a:cubicBezTo>
                      <a:pt x="4244099" y="2396411"/>
                      <a:pt x="4244421" y="2395766"/>
                      <a:pt x="4245711" y="2392541"/>
                    </a:cubicBezTo>
                    <a:cubicBezTo>
                      <a:pt x="4246679" y="2389639"/>
                      <a:pt x="4249904" y="2388349"/>
                      <a:pt x="4252483" y="2389317"/>
                    </a:cubicBezTo>
                    <a:cubicBezTo>
                      <a:pt x="4255386" y="2390284"/>
                      <a:pt x="4256675" y="2393509"/>
                      <a:pt x="4255708" y="2396088"/>
                    </a:cubicBezTo>
                    <a:cubicBezTo>
                      <a:pt x="4254095" y="2400603"/>
                      <a:pt x="4252806" y="2402538"/>
                      <a:pt x="4249581" y="2406407"/>
                    </a:cubicBezTo>
                    <a:cubicBezTo>
                      <a:pt x="4246034" y="2410922"/>
                      <a:pt x="4241519" y="2411567"/>
                      <a:pt x="4237005" y="2411567"/>
                    </a:cubicBezTo>
                    <a:lnTo>
                      <a:pt x="4234748" y="2411567"/>
                    </a:lnTo>
                    <a:cubicBezTo>
                      <a:pt x="4233135" y="2411567"/>
                      <a:pt x="4231201" y="2411567"/>
                      <a:pt x="4228943" y="2411567"/>
                    </a:cubicBezTo>
                    <a:cubicBezTo>
                      <a:pt x="4222816" y="2411889"/>
                      <a:pt x="4217334" y="2416404"/>
                      <a:pt x="4215077" y="2420596"/>
                    </a:cubicBezTo>
                    <a:cubicBezTo>
                      <a:pt x="4214755" y="2420918"/>
                      <a:pt x="4214755" y="2421241"/>
                      <a:pt x="4214755" y="2421563"/>
                    </a:cubicBezTo>
                    <a:cubicBezTo>
                      <a:pt x="4214110" y="2424143"/>
                      <a:pt x="4211853" y="2426078"/>
                      <a:pt x="4209273" y="2426078"/>
                    </a:cubicBezTo>
                    <a:close/>
                    <a:moveTo>
                      <a:pt x="3529840" y="2414791"/>
                    </a:moveTo>
                    <a:cubicBezTo>
                      <a:pt x="3527582" y="2414791"/>
                      <a:pt x="3525970" y="2413502"/>
                      <a:pt x="3525003" y="2411567"/>
                    </a:cubicBezTo>
                    <a:cubicBezTo>
                      <a:pt x="3525003" y="2411567"/>
                      <a:pt x="3524680" y="2410922"/>
                      <a:pt x="3524680" y="2410922"/>
                    </a:cubicBezTo>
                    <a:cubicBezTo>
                      <a:pt x="3523713" y="2408342"/>
                      <a:pt x="3522746" y="2406407"/>
                      <a:pt x="3521456" y="2404473"/>
                    </a:cubicBezTo>
                    <a:lnTo>
                      <a:pt x="3520811" y="2403183"/>
                    </a:lnTo>
                    <a:cubicBezTo>
                      <a:pt x="3519198" y="2400603"/>
                      <a:pt x="3519843" y="2397378"/>
                      <a:pt x="3522423" y="2395766"/>
                    </a:cubicBezTo>
                    <a:cubicBezTo>
                      <a:pt x="3525003" y="2394154"/>
                      <a:pt x="3528227" y="2394799"/>
                      <a:pt x="3529840" y="2397378"/>
                    </a:cubicBezTo>
                    <a:lnTo>
                      <a:pt x="3530485" y="2398346"/>
                    </a:lnTo>
                    <a:cubicBezTo>
                      <a:pt x="3532097" y="2400603"/>
                      <a:pt x="3534032" y="2403505"/>
                      <a:pt x="3535322" y="2407697"/>
                    </a:cubicBezTo>
                    <a:cubicBezTo>
                      <a:pt x="3536289" y="2410600"/>
                      <a:pt x="3534677" y="2413502"/>
                      <a:pt x="3532097" y="2414469"/>
                    </a:cubicBezTo>
                    <a:cubicBezTo>
                      <a:pt x="3531130" y="2414791"/>
                      <a:pt x="3530485" y="2414791"/>
                      <a:pt x="3529840" y="2414791"/>
                    </a:cubicBezTo>
                    <a:close/>
                    <a:moveTo>
                      <a:pt x="4630412" y="2399958"/>
                    </a:moveTo>
                    <a:cubicBezTo>
                      <a:pt x="4629767" y="2399958"/>
                      <a:pt x="4629122" y="2399958"/>
                      <a:pt x="4628477" y="2399636"/>
                    </a:cubicBezTo>
                    <a:cubicBezTo>
                      <a:pt x="4625575" y="2398668"/>
                      <a:pt x="4624285" y="2395444"/>
                      <a:pt x="4625253" y="2392864"/>
                    </a:cubicBezTo>
                    <a:cubicBezTo>
                      <a:pt x="4626542" y="2389639"/>
                      <a:pt x="4627832" y="2386092"/>
                      <a:pt x="4629444" y="2382545"/>
                    </a:cubicBezTo>
                    <a:cubicBezTo>
                      <a:pt x="4630734" y="2379965"/>
                      <a:pt x="4633959" y="2378675"/>
                      <a:pt x="4636539" y="2379965"/>
                    </a:cubicBezTo>
                    <a:cubicBezTo>
                      <a:pt x="4639118" y="2381255"/>
                      <a:pt x="4640408" y="2384480"/>
                      <a:pt x="4639118" y="2387059"/>
                    </a:cubicBezTo>
                    <a:cubicBezTo>
                      <a:pt x="4637506" y="2390284"/>
                      <a:pt x="4636216" y="2393509"/>
                      <a:pt x="4635249" y="2396734"/>
                    </a:cubicBezTo>
                    <a:cubicBezTo>
                      <a:pt x="4634604" y="2398668"/>
                      <a:pt x="4632669" y="2399958"/>
                      <a:pt x="4630412" y="2399958"/>
                    </a:cubicBezTo>
                    <a:close/>
                    <a:moveTo>
                      <a:pt x="3531775" y="2381578"/>
                    </a:moveTo>
                    <a:cubicBezTo>
                      <a:pt x="3530485" y="2381578"/>
                      <a:pt x="3529195" y="2381255"/>
                      <a:pt x="3528227" y="2380288"/>
                    </a:cubicBezTo>
                    <a:cubicBezTo>
                      <a:pt x="3525970" y="2378353"/>
                      <a:pt x="3525648" y="2375128"/>
                      <a:pt x="3527582" y="2372549"/>
                    </a:cubicBezTo>
                    <a:lnTo>
                      <a:pt x="3529195" y="2370614"/>
                    </a:lnTo>
                    <a:cubicBezTo>
                      <a:pt x="3530807" y="2369002"/>
                      <a:pt x="3532097" y="2367389"/>
                      <a:pt x="3533387" y="2366099"/>
                    </a:cubicBezTo>
                    <a:cubicBezTo>
                      <a:pt x="3536934" y="2362230"/>
                      <a:pt x="3537579" y="2361262"/>
                      <a:pt x="3537579" y="2359327"/>
                    </a:cubicBezTo>
                    <a:cubicBezTo>
                      <a:pt x="3537579" y="2358360"/>
                      <a:pt x="3537579" y="2357715"/>
                      <a:pt x="3537256" y="2356748"/>
                    </a:cubicBezTo>
                    <a:cubicBezTo>
                      <a:pt x="3537256" y="2355780"/>
                      <a:pt x="3536934" y="2354813"/>
                      <a:pt x="3536934" y="2353846"/>
                    </a:cubicBezTo>
                    <a:cubicBezTo>
                      <a:pt x="3536934" y="2344494"/>
                      <a:pt x="3546285" y="2342559"/>
                      <a:pt x="3550155" y="2341914"/>
                    </a:cubicBezTo>
                    <a:cubicBezTo>
                      <a:pt x="3551767" y="2341592"/>
                      <a:pt x="3553380" y="2341592"/>
                      <a:pt x="3554670" y="2341592"/>
                    </a:cubicBezTo>
                    <a:cubicBezTo>
                      <a:pt x="3560474" y="2341592"/>
                      <a:pt x="3563699" y="2344817"/>
                      <a:pt x="3564021" y="2351266"/>
                    </a:cubicBezTo>
                    <a:cubicBezTo>
                      <a:pt x="3564021" y="2352233"/>
                      <a:pt x="3564021" y="2353201"/>
                      <a:pt x="3564343" y="2353523"/>
                    </a:cubicBezTo>
                    <a:cubicBezTo>
                      <a:pt x="3565956" y="2356103"/>
                      <a:pt x="3564988" y="2359327"/>
                      <a:pt x="3562409" y="2360940"/>
                    </a:cubicBezTo>
                    <a:cubicBezTo>
                      <a:pt x="3559829" y="2362552"/>
                      <a:pt x="3556604" y="2361585"/>
                      <a:pt x="3554992" y="2359005"/>
                    </a:cubicBezTo>
                    <a:cubicBezTo>
                      <a:pt x="3553702" y="2356748"/>
                      <a:pt x="3553380" y="2354490"/>
                      <a:pt x="3553380" y="2352556"/>
                    </a:cubicBezTo>
                    <a:cubicBezTo>
                      <a:pt x="3553057" y="2352556"/>
                      <a:pt x="3552735" y="2352556"/>
                      <a:pt x="3552412" y="2352878"/>
                    </a:cubicBezTo>
                    <a:cubicBezTo>
                      <a:pt x="3549510" y="2353523"/>
                      <a:pt x="3548543" y="2353846"/>
                      <a:pt x="3547898" y="2354168"/>
                    </a:cubicBezTo>
                    <a:cubicBezTo>
                      <a:pt x="3547898" y="2354813"/>
                      <a:pt x="3547898" y="2355458"/>
                      <a:pt x="3547898" y="2356103"/>
                    </a:cubicBezTo>
                    <a:cubicBezTo>
                      <a:pt x="3547898" y="2357393"/>
                      <a:pt x="3548220" y="2358360"/>
                      <a:pt x="3548220" y="2359650"/>
                    </a:cubicBezTo>
                    <a:cubicBezTo>
                      <a:pt x="3548220" y="2366099"/>
                      <a:pt x="3544673" y="2369646"/>
                      <a:pt x="3540804" y="2373839"/>
                    </a:cubicBezTo>
                    <a:cubicBezTo>
                      <a:pt x="3539514" y="2375128"/>
                      <a:pt x="3538224" y="2376418"/>
                      <a:pt x="3536934" y="2378030"/>
                    </a:cubicBezTo>
                    <a:lnTo>
                      <a:pt x="3535322" y="2379965"/>
                    </a:lnTo>
                    <a:cubicBezTo>
                      <a:pt x="3534677" y="2380933"/>
                      <a:pt x="3533387" y="2381578"/>
                      <a:pt x="3531775" y="2381578"/>
                    </a:cubicBezTo>
                    <a:close/>
                    <a:moveTo>
                      <a:pt x="4262802" y="2376096"/>
                    </a:moveTo>
                    <a:cubicBezTo>
                      <a:pt x="4262480" y="2376096"/>
                      <a:pt x="4262157" y="2376096"/>
                      <a:pt x="4261512" y="2376096"/>
                    </a:cubicBezTo>
                    <a:cubicBezTo>
                      <a:pt x="4258610" y="2375451"/>
                      <a:pt x="4256675" y="2372549"/>
                      <a:pt x="4257320" y="2369646"/>
                    </a:cubicBezTo>
                    <a:cubicBezTo>
                      <a:pt x="4257643" y="2368356"/>
                      <a:pt x="4257643" y="2367389"/>
                      <a:pt x="4257643" y="2366744"/>
                    </a:cubicBezTo>
                    <a:cubicBezTo>
                      <a:pt x="4257643" y="2366422"/>
                      <a:pt x="4257320" y="2365777"/>
                      <a:pt x="4256997" y="2365454"/>
                    </a:cubicBezTo>
                    <a:cubicBezTo>
                      <a:pt x="4256675" y="2364487"/>
                      <a:pt x="4256353" y="2363520"/>
                      <a:pt x="4255708" y="2362552"/>
                    </a:cubicBezTo>
                    <a:cubicBezTo>
                      <a:pt x="4254740" y="2359650"/>
                      <a:pt x="4256030" y="2356748"/>
                      <a:pt x="4258610" y="2355458"/>
                    </a:cubicBezTo>
                    <a:cubicBezTo>
                      <a:pt x="4261512" y="2354490"/>
                      <a:pt x="4264415" y="2355780"/>
                      <a:pt x="4265704" y="2358360"/>
                    </a:cubicBezTo>
                    <a:cubicBezTo>
                      <a:pt x="4266027" y="2359327"/>
                      <a:pt x="4266349" y="2360295"/>
                      <a:pt x="4266671" y="2360940"/>
                    </a:cubicBezTo>
                    <a:cubicBezTo>
                      <a:pt x="4267317" y="2362552"/>
                      <a:pt x="4267962" y="2363520"/>
                      <a:pt x="4267962" y="2364487"/>
                    </a:cubicBezTo>
                    <a:cubicBezTo>
                      <a:pt x="4267962" y="2365132"/>
                      <a:pt x="4267962" y="2365454"/>
                      <a:pt x="4267962" y="2366099"/>
                    </a:cubicBezTo>
                    <a:cubicBezTo>
                      <a:pt x="4267962" y="2367389"/>
                      <a:pt x="4267639" y="2369324"/>
                      <a:pt x="4267317" y="2371581"/>
                    </a:cubicBezTo>
                    <a:cubicBezTo>
                      <a:pt x="4267639" y="2374161"/>
                      <a:pt x="4265382" y="2376096"/>
                      <a:pt x="4262802" y="2376096"/>
                    </a:cubicBezTo>
                    <a:close/>
                    <a:moveTo>
                      <a:pt x="519632" y="2375128"/>
                    </a:moveTo>
                    <a:cubicBezTo>
                      <a:pt x="517697" y="2375128"/>
                      <a:pt x="516085" y="2374161"/>
                      <a:pt x="515117" y="2372549"/>
                    </a:cubicBezTo>
                    <a:cubicBezTo>
                      <a:pt x="512860" y="2369002"/>
                      <a:pt x="511570" y="2364809"/>
                      <a:pt x="510603" y="2361262"/>
                    </a:cubicBezTo>
                    <a:cubicBezTo>
                      <a:pt x="509958" y="2358360"/>
                      <a:pt x="511570" y="2355458"/>
                      <a:pt x="514472" y="2354490"/>
                    </a:cubicBezTo>
                    <a:cubicBezTo>
                      <a:pt x="517374" y="2353846"/>
                      <a:pt x="520277" y="2355458"/>
                      <a:pt x="521244" y="2358360"/>
                    </a:cubicBezTo>
                    <a:cubicBezTo>
                      <a:pt x="521889" y="2361262"/>
                      <a:pt x="523179" y="2364487"/>
                      <a:pt x="524469" y="2367067"/>
                    </a:cubicBezTo>
                    <a:cubicBezTo>
                      <a:pt x="526081" y="2369646"/>
                      <a:pt x="525114" y="2372871"/>
                      <a:pt x="522534" y="2374483"/>
                    </a:cubicBezTo>
                    <a:cubicBezTo>
                      <a:pt x="521567" y="2374806"/>
                      <a:pt x="520599" y="2375128"/>
                      <a:pt x="519632" y="2375128"/>
                    </a:cubicBezTo>
                    <a:close/>
                    <a:moveTo>
                      <a:pt x="4646213" y="2365777"/>
                    </a:moveTo>
                    <a:cubicBezTo>
                      <a:pt x="4645568" y="2365777"/>
                      <a:pt x="4644600" y="2365777"/>
                      <a:pt x="4643955" y="2365454"/>
                    </a:cubicBezTo>
                    <a:cubicBezTo>
                      <a:pt x="4641376" y="2364164"/>
                      <a:pt x="4640086" y="2360940"/>
                      <a:pt x="4641053" y="2358360"/>
                    </a:cubicBezTo>
                    <a:cubicBezTo>
                      <a:pt x="4642020" y="2356103"/>
                      <a:pt x="4642988" y="2353523"/>
                      <a:pt x="4643955" y="2351588"/>
                    </a:cubicBezTo>
                    <a:cubicBezTo>
                      <a:pt x="4645568" y="2347074"/>
                      <a:pt x="4646858" y="2343204"/>
                      <a:pt x="4648147" y="2339657"/>
                    </a:cubicBezTo>
                    <a:cubicBezTo>
                      <a:pt x="4652339" y="2327726"/>
                      <a:pt x="4654274" y="2322244"/>
                      <a:pt x="4659111" y="2312570"/>
                    </a:cubicBezTo>
                    <a:cubicBezTo>
                      <a:pt x="4659756" y="2310958"/>
                      <a:pt x="4660723" y="2309668"/>
                      <a:pt x="4661368" y="2308056"/>
                    </a:cubicBezTo>
                    <a:cubicBezTo>
                      <a:pt x="4662658" y="2305476"/>
                      <a:pt x="4666205" y="2304509"/>
                      <a:pt x="4668785" y="2306121"/>
                    </a:cubicBezTo>
                    <a:cubicBezTo>
                      <a:pt x="4671365" y="2307411"/>
                      <a:pt x="4672332" y="2310958"/>
                      <a:pt x="4670720" y="2313538"/>
                    </a:cubicBezTo>
                    <a:cubicBezTo>
                      <a:pt x="4670075" y="2314827"/>
                      <a:pt x="4669108" y="2316117"/>
                      <a:pt x="4668463" y="2317729"/>
                    </a:cubicBezTo>
                    <a:cubicBezTo>
                      <a:pt x="4663948" y="2326759"/>
                      <a:pt x="4662014" y="2331918"/>
                      <a:pt x="4658144" y="2343527"/>
                    </a:cubicBezTo>
                    <a:cubicBezTo>
                      <a:pt x="4656854" y="2346751"/>
                      <a:pt x="4655564" y="2350621"/>
                      <a:pt x="4653952" y="2355458"/>
                    </a:cubicBezTo>
                    <a:cubicBezTo>
                      <a:pt x="4652985" y="2357715"/>
                      <a:pt x="4652017" y="2360295"/>
                      <a:pt x="4651049" y="2362875"/>
                    </a:cubicBezTo>
                    <a:cubicBezTo>
                      <a:pt x="4650082" y="2364487"/>
                      <a:pt x="4648147" y="2365777"/>
                      <a:pt x="4646213" y="2365777"/>
                    </a:cubicBezTo>
                    <a:close/>
                    <a:moveTo>
                      <a:pt x="3586916" y="2335465"/>
                    </a:moveTo>
                    <a:cubicBezTo>
                      <a:pt x="3585626" y="2335465"/>
                      <a:pt x="3584336" y="2335143"/>
                      <a:pt x="3583369" y="2334175"/>
                    </a:cubicBezTo>
                    <a:cubicBezTo>
                      <a:pt x="3581112" y="2332241"/>
                      <a:pt x="3580789" y="2329016"/>
                      <a:pt x="3582724" y="2326759"/>
                    </a:cubicBezTo>
                    <a:cubicBezTo>
                      <a:pt x="3583369" y="2325791"/>
                      <a:pt x="3585304" y="2323856"/>
                      <a:pt x="3585626" y="2322244"/>
                    </a:cubicBezTo>
                    <a:cubicBezTo>
                      <a:pt x="3585626" y="2321599"/>
                      <a:pt x="3585626" y="2321277"/>
                      <a:pt x="3585626" y="2320954"/>
                    </a:cubicBezTo>
                    <a:cubicBezTo>
                      <a:pt x="3585304" y="2318052"/>
                      <a:pt x="3587561" y="2315472"/>
                      <a:pt x="3590463" y="2315150"/>
                    </a:cubicBezTo>
                    <a:cubicBezTo>
                      <a:pt x="3593365" y="2314827"/>
                      <a:pt x="3595945" y="2317085"/>
                      <a:pt x="3596268" y="2319987"/>
                    </a:cubicBezTo>
                    <a:cubicBezTo>
                      <a:pt x="3596268" y="2320632"/>
                      <a:pt x="3596268" y="2321277"/>
                      <a:pt x="3596268" y="2321922"/>
                    </a:cubicBezTo>
                    <a:cubicBezTo>
                      <a:pt x="3596268" y="2323212"/>
                      <a:pt x="3595945" y="2324501"/>
                      <a:pt x="3595622" y="2325791"/>
                    </a:cubicBezTo>
                    <a:cubicBezTo>
                      <a:pt x="3594655" y="2328693"/>
                      <a:pt x="3592720" y="2331273"/>
                      <a:pt x="3590785" y="2333530"/>
                    </a:cubicBezTo>
                    <a:cubicBezTo>
                      <a:pt x="3590141" y="2334820"/>
                      <a:pt x="3588528" y="2335465"/>
                      <a:pt x="3586916" y="2335465"/>
                    </a:cubicBezTo>
                    <a:close/>
                    <a:moveTo>
                      <a:pt x="501251" y="2325146"/>
                    </a:moveTo>
                    <a:cubicBezTo>
                      <a:pt x="498349" y="2325146"/>
                      <a:pt x="496092" y="2322889"/>
                      <a:pt x="495769" y="2319987"/>
                    </a:cubicBezTo>
                    <a:cubicBezTo>
                      <a:pt x="495769" y="2319342"/>
                      <a:pt x="495769" y="2318697"/>
                      <a:pt x="495769" y="2318052"/>
                    </a:cubicBezTo>
                    <a:cubicBezTo>
                      <a:pt x="495769" y="2314182"/>
                      <a:pt x="496092" y="2310313"/>
                      <a:pt x="496414" y="2307088"/>
                    </a:cubicBezTo>
                    <a:cubicBezTo>
                      <a:pt x="496737" y="2304509"/>
                      <a:pt x="497059" y="2302251"/>
                      <a:pt x="497059" y="2300316"/>
                    </a:cubicBezTo>
                    <a:cubicBezTo>
                      <a:pt x="497059" y="2298704"/>
                      <a:pt x="496737" y="2298059"/>
                      <a:pt x="496737" y="2297737"/>
                    </a:cubicBezTo>
                    <a:cubicBezTo>
                      <a:pt x="496092" y="2295802"/>
                      <a:pt x="490287" y="2291932"/>
                      <a:pt x="486095" y="2289353"/>
                    </a:cubicBezTo>
                    <a:cubicBezTo>
                      <a:pt x="482226" y="2286773"/>
                      <a:pt x="478356" y="2284193"/>
                      <a:pt x="474809" y="2281291"/>
                    </a:cubicBezTo>
                    <a:cubicBezTo>
                      <a:pt x="472552" y="2279356"/>
                      <a:pt x="472229" y="2275809"/>
                      <a:pt x="474164" y="2273552"/>
                    </a:cubicBezTo>
                    <a:cubicBezTo>
                      <a:pt x="476099" y="2271295"/>
                      <a:pt x="479646" y="2270972"/>
                      <a:pt x="481903" y="2272907"/>
                    </a:cubicBezTo>
                    <a:cubicBezTo>
                      <a:pt x="484806" y="2275487"/>
                      <a:pt x="488353" y="2277744"/>
                      <a:pt x="491900" y="2280001"/>
                    </a:cubicBezTo>
                    <a:cubicBezTo>
                      <a:pt x="498672" y="2284516"/>
                      <a:pt x="504798" y="2288385"/>
                      <a:pt x="506733" y="2293867"/>
                    </a:cubicBezTo>
                    <a:cubicBezTo>
                      <a:pt x="507378" y="2295480"/>
                      <a:pt x="507701" y="2297414"/>
                      <a:pt x="507701" y="2299994"/>
                    </a:cubicBezTo>
                    <a:cubicBezTo>
                      <a:pt x="507701" y="2302574"/>
                      <a:pt x="507378" y="2305153"/>
                      <a:pt x="507056" y="2308056"/>
                    </a:cubicBezTo>
                    <a:cubicBezTo>
                      <a:pt x="506733" y="2311280"/>
                      <a:pt x="506411" y="2314505"/>
                      <a:pt x="506411" y="2317729"/>
                    </a:cubicBezTo>
                    <a:lnTo>
                      <a:pt x="506411" y="2319019"/>
                    </a:lnTo>
                    <a:cubicBezTo>
                      <a:pt x="506733" y="2322567"/>
                      <a:pt x="504476" y="2324824"/>
                      <a:pt x="501251" y="2325146"/>
                    </a:cubicBezTo>
                    <a:cubicBezTo>
                      <a:pt x="501574" y="2325146"/>
                      <a:pt x="501574" y="2325146"/>
                      <a:pt x="501251" y="2325146"/>
                    </a:cubicBezTo>
                    <a:close/>
                    <a:moveTo>
                      <a:pt x="4261190" y="2324179"/>
                    </a:moveTo>
                    <a:cubicBezTo>
                      <a:pt x="4258288" y="2324179"/>
                      <a:pt x="4256030" y="2321922"/>
                      <a:pt x="4255708" y="2319342"/>
                    </a:cubicBezTo>
                    <a:cubicBezTo>
                      <a:pt x="4255708" y="2318375"/>
                      <a:pt x="4255708" y="2317729"/>
                      <a:pt x="4255708" y="2316440"/>
                    </a:cubicBezTo>
                    <a:cubicBezTo>
                      <a:pt x="4255708" y="2314182"/>
                      <a:pt x="4256030" y="2311925"/>
                      <a:pt x="4256353" y="2309346"/>
                    </a:cubicBezTo>
                    <a:cubicBezTo>
                      <a:pt x="4257643" y="2298704"/>
                      <a:pt x="4265059" y="2293222"/>
                      <a:pt x="4271186" y="2293222"/>
                    </a:cubicBezTo>
                    <a:cubicBezTo>
                      <a:pt x="4274089" y="2293222"/>
                      <a:pt x="4276346" y="2294190"/>
                      <a:pt x="4278280" y="2296447"/>
                    </a:cubicBezTo>
                    <a:cubicBezTo>
                      <a:pt x="4279248" y="2297414"/>
                      <a:pt x="4280215" y="2298704"/>
                      <a:pt x="4281182" y="2300316"/>
                    </a:cubicBezTo>
                    <a:cubicBezTo>
                      <a:pt x="4281827" y="2300961"/>
                      <a:pt x="4282472" y="2302251"/>
                      <a:pt x="4283118" y="2302896"/>
                    </a:cubicBezTo>
                    <a:cubicBezTo>
                      <a:pt x="4284729" y="2301929"/>
                      <a:pt x="4286342" y="2301284"/>
                      <a:pt x="4288277" y="2300316"/>
                    </a:cubicBezTo>
                    <a:cubicBezTo>
                      <a:pt x="4289244" y="2299672"/>
                      <a:pt x="4290534" y="2299349"/>
                      <a:pt x="4291501" y="2298704"/>
                    </a:cubicBezTo>
                    <a:cubicBezTo>
                      <a:pt x="4294081" y="2297414"/>
                      <a:pt x="4297306" y="2298382"/>
                      <a:pt x="4298596" y="2300961"/>
                    </a:cubicBezTo>
                    <a:cubicBezTo>
                      <a:pt x="4299885" y="2303541"/>
                      <a:pt x="4298918" y="2306766"/>
                      <a:pt x="4296338" y="2308056"/>
                    </a:cubicBezTo>
                    <a:cubicBezTo>
                      <a:pt x="4295049" y="2308701"/>
                      <a:pt x="4293759" y="2309346"/>
                      <a:pt x="4292791" y="2309668"/>
                    </a:cubicBezTo>
                    <a:cubicBezTo>
                      <a:pt x="4291179" y="2310313"/>
                      <a:pt x="4288922" y="2311603"/>
                      <a:pt x="4287954" y="2312248"/>
                    </a:cubicBezTo>
                    <a:cubicBezTo>
                      <a:pt x="4286020" y="2313860"/>
                      <a:pt x="4284085" y="2314182"/>
                      <a:pt x="4282795" y="2314182"/>
                    </a:cubicBezTo>
                    <a:cubicBezTo>
                      <a:pt x="4277958" y="2314182"/>
                      <a:pt x="4274733" y="2309668"/>
                      <a:pt x="4272153" y="2306121"/>
                    </a:cubicBezTo>
                    <a:cubicBezTo>
                      <a:pt x="4271509" y="2305476"/>
                      <a:pt x="4271186" y="2304509"/>
                      <a:pt x="4270541" y="2303863"/>
                    </a:cubicBezTo>
                    <a:cubicBezTo>
                      <a:pt x="4269574" y="2304509"/>
                      <a:pt x="4267317" y="2306443"/>
                      <a:pt x="4266671" y="2310635"/>
                    </a:cubicBezTo>
                    <a:cubicBezTo>
                      <a:pt x="4266349" y="2312893"/>
                      <a:pt x="4266349" y="2314827"/>
                      <a:pt x="4266349" y="2316440"/>
                    </a:cubicBezTo>
                    <a:cubicBezTo>
                      <a:pt x="4266349" y="2317085"/>
                      <a:pt x="4266349" y="2317729"/>
                      <a:pt x="4266349" y="2318375"/>
                    </a:cubicBezTo>
                    <a:cubicBezTo>
                      <a:pt x="4266671" y="2321277"/>
                      <a:pt x="4264415" y="2323856"/>
                      <a:pt x="4261512" y="2324179"/>
                    </a:cubicBezTo>
                    <a:cubicBezTo>
                      <a:pt x="4261512" y="2324179"/>
                      <a:pt x="4261512" y="2324179"/>
                      <a:pt x="4261190" y="2324179"/>
                    </a:cubicBezTo>
                    <a:close/>
                    <a:moveTo>
                      <a:pt x="3644637" y="2302574"/>
                    </a:moveTo>
                    <a:cubicBezTo>
                      <a:pt x="3641735" y="2302574"/>
                      <a:pt x="3638833" y="2301606"/>
                      <a:pt x="3635931" y="2299672"/>
                    </a:cubicBezTo>
                    <a:cubicBezTo>
                      <a:pt x="3633996" y="2298382"/>
                      <a:pt x="3632706" y="2297414"/>
                      <a:pt x="3631416" y="2296769"/>
                    </a:cubicBezTo>
                    <a:cubicBezTo>
                      <a:pt x="3630449" y="2296124"/>
                      <a:pt x="3629159" y="2295157"/>
                      <a:pt x="3628514" y="2295157"/>
                    </a:cubicBezTo>
                    <a:cubicBezTo>
                      <a:pt x="3628514" y="2295157"/>
                      <a:pt x="3628191" y="2295157"/>
                      <a:pt x="3627547" y="2295480"/>
                    </a:cubicBezTo>
                    <a:cubicBezTo>
                      <a:pt x="3626579" y="2295802"/>
                      <a:pt x="3626257" y="2296124"/>
                      <a:pt x="3625289" y="2297092"/>
                    </a:cubicBezTo>
                    <a:cubicBezTo>
                      <a:pt x="3622710" y="2299349"/>
                      <a:pt x="3619807" y="2301606"/>
                      <a:pt x="3613036" y="2301929"/>
                    </a:cubicBezTo>
                    <a:cubicBezTo>
                      <a:pt x="3608844" y="2302251"/>
                      <a:pt x="3604974" y="2301606"/>
                      <a:pt x="3601749" y="2301284"/>
                    </a:cubicBezTo>
                    <a:cubicBezTo>
                      <a:pt x="3600137" y="2300961"/>
                      <a:pt x="3598847" y="2300961"/>
                      <a:pt x="3597880" y="2300961"/>
                    </a:cubicBezTo>
                    <a:cubicBezTo>
                      <a:pt x="3595622" y="2302574"/>
                      <a:pt x="3592720" y="2301929"/>
                      <a:pt x="3590785" y="2299994"/>
                    </a:cubicBezTo>
                    <a:cubicBezTo>
                      <a:pt x="3588851" y="2297737"/>
                      <a:pt x="3589173" y="2294512"/>
                      <a:pt x="3591430" y="2292255"/>
                    </a:cubicBezTo>
                    <a:cubicBezTo>
                      <a:pt x="3593365" y="2290320"/>
                      <a:pt x="3595945" y="2289997"/>
                      <a:pt x="3597880" y="2289997"/>
                    </a:cubicBezTo>
                    <a:cubicBezTo>
                      <a:pt x="3599170" y="2289997"/>
                      <a:pt x="3601104" y="2290320"/>
                      <a:pt x="3603039" y="2290320"/>
                    </a:cubicBezTo>
                    <a:cubicBezTo>
                      <a:pt x="3605941" y="2290643"/>
                      <a:pt x="3609166" y="2290965"/>
                      <a:pt x="3612713" y="2290965"/>
                    </a:cubicBezTo>
                    <a:cubicBezTo>
                      <a:pt x="3616260" y="2290965"/>
                      <a:pt x="3616905" y="2290320"/>
                      <a:pt x="3618517" y="2288708"/>
                    </a:cubicBezTo>
                    <a:cubicBezTo>
                      <a:pt x="3619807" y="2287740"/>
                      <a:pt x="3621097" y="2286128"/>
                      <a:pt x="3623677" y="2285161"/>
                    </a:cubicBezTo>
                    <a:cubicBezTo>
                      <a:pt x="3629481" y="2282581"/>
                      <a:pt x="3633028" y="2284516"/>
                      <a:pt x="3637543" y="2287418"/>
                    </a:cubicBezTo>
                    <a:cubicBezTo>
                      <a:pt x="3638510" y="2288063"/>
                      <a:pt x="3640123" y="2289030"/>
                      <a:pt x="3641735" y="2289997"/>
                    </a:cubicBezTo>
                    <a:cubicBezTo>
                      <a:pt x="3643670" y="2291287"/>
                      <a:pt x="3644637" y="2291287"/>
                      <a:pt x="3644960" y="2291287"/>
                    </a:cubicBezTo>
                    <a:cubicBezTo>
                      <a:pt x="3647862" y="2291287"/>
                      <a:pt x="3650442" y="2293545"/>
                      <a:pt x="3650442" y="2296769"/>
                    </a:cubicBezTo>
                    <a:cubicBezTo>
                      <a:pt x="3650119" y="2299994"/>
                      <a:pt x="3647539" y="2302574"/>
                      <a:pt x="3644637" y="2302574"/>
                    </a:cubicBezTo>
                    <a:close/>
                    <a:moveTo>
                      <a:pt x="4290856" y="2287095"/>
                    </a:moveTo>
                    <a:cubicBezTo>
                      <a:pt x="4289244" y="2287095"/>
                      <a:pt x="4287632" y="2286128"/>
                      <a:pt x="4286342" y="2284838"/>
                    </a:cubicBezTo>
                    <a:cubicBezTo>
                      <a:pt x="4284729" y="2282581"/>
                      <a:pt x="4284085" y="2281291"/>
                      <a:pt x="4283762" y="2279679"/>
                    </a:cubicBezTo>
                    <a:cubicBezTo>
                      <a:pt x="4283762" y="2279034"/>
                      <a:pt x="4283440" y="2278389"/>
                      <a:pt x="4283118" y="2277744"/>
                    </a:cubicBezTo>
                    <a:cubicBezTo>
                      <a:pt x="4282472" y="2276454"/>
                      <a:pt x="4281827" y="2274842"/>
                      <a:pt x="4281505" y="2272907"/>
                    </a:cubicBezTo>
                    <a:cubicBezTo>
                      <a:pt x="4280860" y="2270005"/>
                      <a:pt x="4282472" y="2267103"/>
                      <a:pt x="4285375" y="2266458"/>
                    </a:cubicBezTo>
                    <a:cubicBezTo>
                      <a:pt x="4288277" y="2265813"/>
                      <a:pt x="4291179" y="2267425"/>
                      <a:pt x="4291824" y="2270327"/>
                    </a:cubicBezTo>
                    <a:cubicBezTo>
                      <a:pt x="4292146" y="2271617"/>
                      <a:pt x="4292469" y="2272585"/>
                      <a:pt x="4292791" y="2273552"/>
                    </a:cubicBezTo>
                    <a:cubicBezTo>
                      <a:pt x="4293114" y="2274519"/>
                      <a:pt x="4293759" y="2275809"/>
                      <a:pt x="4293759" y="2276777"/>
                    </a:cubicBezTo>
                    <a:cubicBezTo>
                      <a:pt x="4294081" y="2277099"/>
                      <a:pt x="4294403" y="2277744"/>
                      <a:pt x="4294726" y="2278389"/>
                    </a:cubicBezTo>
                    <a:cubicBezTo>
                      <a:pt x="4296338" y="2280969"/>
                      <a:pt x="4295694" y="2284193"/>
                      <a:pt x="4293436" y="2285806"/>
                    </a:cubicBezTo>
                    <a:cubicBezTo>
                      <a:pt x="4292791" y="2286773"/>
                      <a:pt x="4291824" y="2287095"/>
                      <a:pt x="4290856" y="2287095"/>
                    </a:cubicBezTo>
                    <a:close/>
                    <a:moveTo>
                      <a:pt x="3676561" y="2280324"/>
                    </a:moveTo>
                    <a:cubicBezTo>
                      <a:pt x="3676239" y="2280324"/>
                      <a:pt x="3675594" y="2280324"/>
                      <a:pt x="3675271" y="2280001"/>
                    </a:cubicBezTo>
                    <a:cubicBezTo>
                      <a:pt x="3672369" y="2279356"/>
                      <a:pt x="3670757" y="2276131"/>
                      <a:pt x="3671402" y="2273229"/>
                    </a:cubicBezTo>
                    <a:cubicBezTo>
                      <a:pt x="3671402" y="2272907"/>
                      <a:pt x="3671724" y="2272585"/>
                      <a:pt x="3671724" y="2272262"/>
                    </a:cubicBezTo>
                    <a:cubicBezTo>
                      <a:pt x="3671724" y="2271940"/>
                      <a:pt x="3671724" y="2270972"/>
                      <a:pt x="3670112" y="2269682"/>
                    </a:cubicBezTo>
                    <a:cubicBezTo>
                      <a:pt x="3667855" y="2267748"/>
                      <a:pt x="3667532" y="2264523"/>
                      <a:pt x="3669144" y="2262266"/>
                    </a:cubicBezTo>
                    <a:cubicBezTo>
                      <a:pt x="3671079" y="2260008"/>
                      <a:pt x="3674304" y="2259686"/>
                      <a:pt x="3676561" y="2261298"/>
                    </a:cubicBezTo>
                    <a:cubicBezTo>
                      <a:pt x="3680431" y="2264200"/>
                      <a:pt x="3682366" y="2268070"/>
                      <a:pt x="3682366" y="2272585"/>
                    </a:cubicBezTo>
                    <a:cubicBezTo>
                      <a:pt x="3682366" y="2273874"/>
                      <a:pt x="3682043" y="2275164"/>
                      <a:pt x="3681720" y="2276454"/>
                    </a:cubicBezTo>
                    <a:cubicBezTo>
                      <a:pt x="3681076" y="2279034"/>
                      <a:pt x="3678818" y="2280324"/>
                      <a:pt x="3676561" y="2280324"/>
                    </a:cubicBezTo>
                    <a:close/>
                    <a:moveTo>
                      <a:pt x="3941305" y="2280324"/>
                    </a:moveTo>
                    <a:cubicBezTo>
                      <a:pt x="3939047" y="2280324"/>
                      <a:pt x="3936790" y="2278711"/>
                      <a:pt x="3936145" y="2276454"/>
                    </a:cubicBezTo>
                    <a:cubicBezTo>
                      <a:pt x="3935178" y="2273552"/>
                      <a:pt x="3936790" y="2270650"/>
                      <a:pt x="3939692" y="2269682"/>
                    </a:cubicBezTo>
                    <a:cubicBezTo>
                      <a:pt x="3941950" y="2269037"/>
                      <a:pt x="3944529" y="2268070"/>
                      <a:pt x="3947432" y="2267103"/>
                    </a:cubicBezTo>
                    <a:lnTo>
                      <a:pt x="3952269" y="2265490"/>
                    </a:lnTo>
                    <a:cubicBezTo>
                      <a:pt x="3963555" y="2261943"/>
                      <a:pt x="3965167" y="2260653"/>
                      <a:pt x="3966135" y="2260008"/>
                    </a:cubicBezTo>
                    <a:cubicBezTo>
                      <a:pt x="3967747" y="2258719"/>
                      <a:pt x="3969037" y="2257751"/>
                      <a:pt x="3974196" y="2256461"/>
                    </a:cubicBezTo>
                    <a:cubicBezTo>
                      <a:pt x="3979033" y="2255171"/>
                      <a:pt x="3985482" y="2254526"/>
                      <a:pt x="3992577" y="2254849"/>
                    </a:cubicBezTo>
                    <a:cubicBezTo>
                      <a:pt x="3995479" y="2254849"/>
                      <a:pt x="3997736" y="2257429"/>
                      <a:pt x="3997736" y="2260331"/>
                    </a:cubicBezTo>
                    <a:cubicBezTo>
                      <a:pt x="3997736" y="2263233"/>
                      <a:pt x="3995156" y="2265490"/>
                      <a:pt x="3992254" y="2265490"/>
                    </a:cubicBezTo>
                    <a:cubicBezTo>
                      <a:pt x="3986450" y="2265168"/>
                      <a:pt x="3980968" y="2265490"/>
                      <a:pt x="3977421" y="2266780"/>
                    </a:cubicBezTo>
                    <a:cubicBezTo>
                      <a:pt x="3973874" y="2267748"/>
                      <a:pt x="3973551" y="2268070"/>
                      <a:pt x="3972906" y="2268715"/>
                    </a:cubicBezTo>
                    <a:cubicBezTo>
                      <a:pt x="3970649" y="2270327"/>
                      <a:pt x="3967747" y="2271940"/>
                      <a:pt x="3955815" y="2275809"/>
                    </a:cubicBezTo>
                    <a:lnTo>
                      <a:pt x="3950979" y="2277421"/>
                    </a:lnTo>
                    <a:cubicBezTo>
                      <a:pt x="3948076" y="2278389"/>
                      <a:pt x="3945497" y="2279356"/>
                      <a:pt x="3943239" y="2280001"/>
                    </a:cubicBezTo>
                    <a:cubicBezTo>
                      <a:pt x="3942272" y="2280001"/>
                      <a:pt x="3941627" y="2280324"/>
                      <a:pt x="3941305" y="2280324"/>
                    </a:cubicBezTo>
                    <a:close/>
                    <a:moveTo>
                      <a:pt x="3915185" y="2279034"/>
                    </a:moveTo>
                    <a:cubicBezTo>
                      <a:pt x="3914540" y="2279034"/>
                      <a:pt x="3913895" y="2279034"/>
                      <a:pt x="3913250" y="2278711"/>
                    </a:cubicBezTo>
                    <a:cubicBezTo>
                      <a:pt x="3911315" y="2277744"/>
                      <a:pt x="3909381" y="2277099"/>
                      <a:pt x="3907768" y="2276454"/>
                    </a:cubicBezTo>
                    <a:cubicBezTo>
                      <a:pt x="3906156" y="2275809"/>
                      <a:pt x="3904866" y="2275164"/>
                      <a:pt x="3903576" y="2274519"/>
                    </a:cubicBezTo>
                    <a:cubicBezTo>
                      <a:pt x="3900674" y="2273552"/>
                      <a:pt x="3899384" y="2270327"/>
                      <a:pt x="3900674" y="2267425"/>
                    </a:cubicBezTo>
                    <a:cubicBezTo>
                      <a:pt x="3901642" y="2264523"/>
                      <a:pt x="3904866" y="2263233"/>
                      <a:pt x="3907768" y="2264523"/>
                    </a:cubicBezTo>
                    <a:cubicBezTo>
                      <a:pt x="3909381" y="2265168"/>
                      <a:pt x="3910993" y="2265813"/>
                      <a:pt x="3912605" y="2266458"/>
                    </a:cubicBezTo>
                    <a:cubicBezTo>
                      <a:pt x="3914218" y="2267103"/>
                      <a:pt x="3915830" y="2268070"/>
                      <a:pt x="3917765" y="2268715"/>
                    </a:cubicBezTo>
                    <a:cubicBezTo>
                      <a:pt x="3920344" y="2270005"/>
                      <a:pt x="3921957" y="2272907"/>
                      <a:pt x="3920667" y="2275809"/>
                    </a:cubicBezTo>
                    <a:cubicBezTo>
                      <a:pt x="3919377" y="2277744"/>
                      <a:pt x="3917442" y="2279034"/>
                      <a:pt x="3915185" y="2279034"/>
                    </a:cubicBezTo>
                    <a:close/>
                    <a:moveTo>
                      <a:pt x="4681039" y="2276131"/>
                    </a:moveTo>
                    <a:cubicBezTo>
                      <a:pt x="4681039" y="2276131"/>
                      <a:pt x="4680717" y="2276131"/>
                      <a:pt x="4680717" y="2276131"/>
                    </a:cubicBezTo>
                    <a:cubicBezTo>
                      <a:pt x="4677814" y="2275809"/>
                      <a:pt x="4675557" y="2273229"/>
                      <a:pt x="4675879" y="2270327"/>
                    </a:cubicBezTo>
                    <a:cubicBezTo>
                      <a:pt x="4675879" y="2268715"/>
                      <a:pt x="4676202" y="2267425"/>
                      <a:pt x="4676202" y="2265813"/>
                    </a:cubicBezTo>
                    <a:cubicBezTo>
                      <a:pt x="4676202" y="2263555"/>
                      <a:pt x="4676202" y="2261621"/>
                      <a:pt x="4676524" y="2259363"/>
                    </a:cubicBezTo>
                    <a:cubicBezTo>
                      <a:pt x="4676847" y="2256461"/>
                      <a:pt x="4679426" y="2254204"/>
                      <a:pt x="4682328" y="2254526"/>
                    </a:cubicBezTo>
                    <a:cubicBezTo>
                      <a:pt x="4685231" y="2254849"/>
                      <a:pt x="4687488" y="2257429"/>
                      <a:pt x="4687166" y="2260331"/>
                    </a:cubicBezTo>
                    <a:cubicBezTo>
                      <a:pt x="4686843" y="2261943"/>
                      <a:pt x="4686843" y="2263878"/>
                      <a:pt x="4686843" y="2265490"/>
                    </a:cubicBezTo>
                    <a:cubicBezTo>
                      <a:pt x="4686843" y="2267425"/>
                      <a:pt x="4686843" y="2269037"/>
                      <a:pt x="4686521" y="2270650"/>
                    </a:cubicBezTo>
                    <a:cubicBezTo>
                      <a:pt x="4686198" y="2273874"/>
                      <a:pt x="4683941" y="2276131"/>
                      <a:pt x="4681039" y="2276131"/>
                    </a:cubicBezTo>
                    <a:close/>
                    <a:moveTo>
                      <a:pt x="4034497" y="2269682"/>
                    </a:moveTo>
                    <a:cubicBezTo>
                      <a:pt x="4032240" y="2269682"/>
                      <a:pt x="4030305" y="2268392"/>
                      <a:pt x="4029338" y="2266135"/>
                    </a:cubicBezTo>
                    <a:cubicBezTo>
                      <a:pt x="4028370" y="2263233"/>
                      <a:pt x="4029660" y="2260331"/>
                      <a:pt x="4032240" y="2259041"/>
                    </a:cubicBezTo>
                    <a:cubicBezTo>
                      <a:pt x="4033207" y="2258719"/>
                      <a:pt x="4034174" y="2258074"/>
                      <a:pt x="4035142" y="2257751"/>
                    </a:cubicBezTo>
                    <a:cubicBezTo>
                      <a:pt x="4037077" y="2257106"/>
                      <a:pt x="4038689" y="2256139"/>
                      <a:pt x="4040946" y="2255171"/>
                    </a:cubicBezTo>
                    <a:lnTo>
                      <a:pt x="4042236" y="2254849"/>
                    </a:lnTo>
                    <a:cubicBezTo>
                      <a:pt x="4045138" y="2253882"/>
                      <a:pt x="4048040" y="2255171"/>
                      <a:pt x="4049008" y="2258074"/>
                    </a:cubicBezTo>
                    <a:cubicBezTo>
                      <a:pt x="4049975" y="2260976"/>
                      <a:pt x="4048685" y="2263878"/>
                      <a:pt x="4045783" y="2264845"/>
                    </a:cubicBezTo>
                    <a:lnTo>
                      <a:pt x="4044171" y="2265490"/>
                    </a:lnTo>
                    <a:cubicBezTo>
                      <a:pt x="4042236" y="2266135"/>
                      <a:pt x="4040624" y="2266780"/>
                      <a:pt x="4039334" y="2267425"/>
                    </a:cubicBezTo>
                    <a:cubicBezTo>
                      <a:pt x="4038044" y="2268070"/>
                      <a:pt x="4037077" y="2268392"/>
                      <a:pt x="4036109" y="2269037"/>
                    </a:cubicBezTo>
                    <a:cubicBezTo>
                      <a:pt x="4035787" y="2269682"/>
                      <a:pt x="4035142" y="2269682"/>
                      <a:pt x="4034497" y="2269682"/>
                    </a:cubicBezTo>
                    <a:close/>
                    <a:moveTo>
                      <a:pt x="4122207" y="2269360"/>
                    </a:moveTo>
                    <a:cubicBezTo>
                      <a:pt x="4121885" y="2269360"/>
                      <a:pt x="4121885" y="2269360"/>
                      <a:pt x="4121562" y="2269360"/>
                    </a:cubicBezTo>
                    <a:cubicBezTo>
                      <a:pt x="4118015" y="2269037"/>
                      <a:pt x="4115113" y="2268070"/>
                      <a:pt x="4111244" y="2266458"/>
                    </a:cubicBezTo>
                    <a:lnTo>
                      <a:pt x="4108986" y="2265490"/>
                    </a:lnTo>
                    <a:cubicBezTo>
                      <a:pt x="4102214" y="2262588"/>
                      <a:pt x="4097055" y="2260653"/>
                      <a:pt x="4085769" y="2260008"/>
                    </a:cubicBezTo>
                    <a:cubicBezTo>
                      <a:pt x="4083189" y="2260008"/>
                      <a:pt x="4080609" y="2259686"/>
                      <a:pt x="4078352" y="2259686"/>
                    </a:cubicBezTo>
                    <a:cubicBezTo>
                      <a:pt x="4075450" y="2259363"/>
                      <a:pt x="4072548" y="2259363"/>
                      <a:pt x="4069646" y="2259363"/>
                    </a:cubicBezTo>
                    <a:cubicBezTo>
                      <a:pt x="4066743" y="2259363"/>
                      <a:pt x="4064486" y="2256784"/>
                      <a:pt x="4064486" y="2253882"/>
                    </a:cubicBezTo>
                    <a:cubicBezTo>
                      <a:pt x="4064486" y="2250979"/>
                      <a:pt x="4067066" y="2248722"/>
                      <a:pt x="4069968" y="2248722"/>
                    </a:cubicBezTo>
                    <a:cubicBezTo>
                      <a:pt x="4072870" y="2248722"/>
                      <a:pt x="4075772" y="2249045"/>
                      <a:pt x="4078997" y="2249045"/>
                    </a:cubicBezTo>
                    <a:cubicBezTo>
                      <a:pt x="4081254" y="2249045"/>
                      <a:pt x="4083834" y="2249367"/>
                      <a:pt x="4086414" y="2249367"/>
                    </a:cubicBezTo>
                    <a:cubicBezTo>
                      <a:pt x="4099635" y="2250012"/>
                      <a:pt x="4105762" y="2252592"/>
                      <a:pt x="4113178" y="2255494"/>
                    </a:cubicBezTo>
                    <a:lnTo>
                      <a:pt x="4115435" y="2256461"/>
                    </a:lnTo>
                    <a:cubicBezTo>
                      <a:pt x="4118982" y="2257751"/>
                      <a:pt x="4120918" y="2258396"/>
                      <a:pt x="4122852" y="2258719"/>
                    </a:cubicBezTo>
                    <a:cubicBezTo>
                      <a:pt x="4125754" y="2259041"/>
                      <a:pt x="4128011" y="2261621"/>
                      <a:pt x="4127689" y="2264523"/>
                    </a:cubicBezTo>
                    <a:cubicBezTo>
                      <a:pt x="4127367" y="2267103"/>
                      <a:pt x="4124787" y="2269360"/>
                      <a:pt x="4122207" y="2269360"/>
                    </a:cubicBezTo>
                    <a:close/>
                    <a:moveTo>
                      <a:pt x="4175092" y="2268070"/>
                    </a:moveTo>
                    <a:cubicBezTo>
                      <a:pt x="4174769" y="2268070"/>
                      <a:pt x="4174769" y="2268070"/>
                      <a:pt x="4174446" y="2268070"/>
                    </a:cubicBezTo>
                    <a:cubicBezTo>
                      <a:pt x="4173802" y="2268070"/>
                      <a:pt x="4173479" y="2268070"/>
                      <a:pt x="4172835" y="2267748"/>
                    </a:cubicBezTo>
                    <a:cubicBezTo>
                      <a:pt x="4170255" y="2267103"/>
                      <a:pt x="4167997" y="2267103"/>
                      <a:pt x="4166063" y="2267748"/>
                    </a:cubicBezTo>
                    <a:cubicBezTo>
                      <a:pt x="4163160" y="2268715"/>
                      <a:pt x="4160258" y="2267103"/>
                      <a:pt x="4159291" y="2264200"/>
                    </a:cubicBezTo>
                    <a:cubicBezTo>
                      <a:pt x="4158323" y="2261298"/>
                      <a:pt x="4159936" y="2258396"/>
                      <a:pt x="4162838" y="2257429"/>
                    </a:cubicBezTo>
                    <a:cubicBezTo>
                      <a:pt x="4166708" y="2256139"/>
                      <a:pt x="4170899" y="2256139"/>
                      <a:pt x="4175414" y="2257429"/>
                    </a:cubicBezTo>
                    <a:cubicBezTo>
                      <a:pt x="4178316" y="2257751"/>
                      <a:pt x="4180573" y="2260331"/>
                      <a:pt x="4180251" y="2263233"/>
                    </a:cubicBezTo>
                    <a:cubicBezTo>
                      <a:pt x="4179928" y="2265813"/>
                      <a:pt x="4177671" y="2268070"/>
                      <a:pt x="4175092" y="2268070"/>
                    </a:cubicBezTo>
                    <a:close/>
                    <a:moveTo>
                      <a:pt x="4247646" y="2267103"/>
                    </a:moveTo>
                    <a:cubicBezTo>
                      <a:pt x="4246679" y="2267103"/>
                      <a:pt x="4246034" y="2266780"/>
                      <a:pt x="4245066" y="2266458"/>
                    </a:cubicBezTo>
                    <a:cubicBezTo>
                      <a:pt x="4244744" y="2266135"/>
                      <a:pt x="4244421" y="2266135"/>
                      <a:pt x="4243777" y="2265813"/>
                    </a:cubicBezTo>
                    <a:cubicBezTo>
                      <a:pt x="4242164" y="2264845"/>
                      <a:pt x="4240552" y="2263555"/>
                      <a:pt x="4238940" y="2262266"/>
                    </a:cubicBezTo>
                    <a:cubicBezTo>
                      <a:pt x="4235392" y="2259363"/>
                      <a:pt x="4231523" y="2256461"/>
                      <a:pt x="4226363" y="2256461"/>
                    </a:cubicBezTo>
                    <a:cubicBezTo>
                      <a:pt x="4221527" y="2256461"/>
                      <a:pt x="4217657" y="2254849"/>
                      <a:pt x="4214755" y="2253559"/>
                    </a:cubicBezTo>
                    <a:cubicBezTo>
                      <a:pt x="4212820" y="2252592"/>
                      <a:pt x="4210885" y="2251947"/>
                      <a:pt x="4209596" y="2251947"/>
                    </a:cubicBezTo>
                    <a:cubicBezTo>
                      <a:pt x="4208628" y="2251947"/>
                      <a:pt x="4207338" y="2252269"/>
                      <a:pt x="4205081" y="2253882"/>
                    </a:cubicBezTo>
                    <a:cubicBezTo>
                      <a:pt x="4204113" y="2254526"/>
                      <a:pt x="4203146" y="2255171"/>
                      <a:pt x="4202501" y="2255816"/>
                    </a:cubicBezTo>
                    <a:cubicBezTo>
                      <a:pt x="4200244" y="2257751"/>
                      <a:pt x="4196697" y="2257106"/>
                      <a:pt x="4195084" y="2254849"/>
                    </a:cubicBezTo>
                    <a:cubicBezTo>
                      <a:pt x="4193472" y="2252592"/>
                      <a:pt x="4193795" y="2249045"/>
                      <a:pt x="4196052" y="2247432"/>
                    </a:cubicBezTo>
                    <a:cubicBezTo>
                      <a:pt x="4197020" y="2246787"/>
                      <a:pt x="4197664" y="2246142"/>
                      <a:pt x="4198309" y="2245497"/>
                    </a:cubicBezTo>
                    <a:cubicBezTo>
                      <a:pt x="4202179" y="2242595"/>
                      <a:pt x="4205726" y="2240983"/>
                      <a:pt x="4209596" y="2240983"/>
                    </a:cubicBezTo>
                    <a:cubicBezTo>
                      <a:pt x="4213143" y="2240983"/>
                      <a:pt x="4216367" y="2242273"/>
                      <a:pt x="4219269" y="2243563"/>
                    </a:cubicBezTo>
                    <a:cubicBezTo>
                      <a:pt x="4221849" y="2244530"/>
                      <a:pt x="4224106" y="2245497"/>
                      <a:pt x="4226686" y="2245497"/>
                    </a:cubicBezTo>
                    <a:cubicBezTo>
                      <a:pt x="4236037" y="2245497"/>
                      <a:pt x="4242164" y="2250334"/>
                      <a:pt x="4246034" y="2253882"/>
                    </a:cubicBezTo>
                    <a:cubicBezTo>
                      <a:pt x="4247324" y="2254849"/>
                      <a:pt x="4248614" y="2255816"/>
                      <a:pt x="4249259" y="2256461"/>
                    </a:cubicBezTo>
                    <a:lnTo>
                      <a:pt x="4249904" y="2256784"/>
                    </a:lnTo>
                    <a:cubicBezTo>
                      <a:pt x="4252483" y="2258074"/>
                      <a:pt x="4253451" y="2261298"/>
                      <a:pt x="4252161" y="2263878"/>
                    </a:cubicBezTo>
                    <a:cubicBezTo>
                      <a:pt x="4251516" y="2265813"/>
                      <a:pt x="4249581" y="2267103"/>
                      <a:pt x="4247646" y="2267103"/>
                    </a:cubicBezTo>
                    <a:close/>
                    <a:moveTo>
                      <a:pt x="3860688" y="2264845"/>
                    </a:moveTo>
                    <a:cubicBezTo>
                      <a:pt x="3860688" y="2264845"/>
                      <a:pt x="3860688" y="2264845"/>
                      <a:pt x="3860688" y="2264845"/>
                    </a:cubicBezTo>
                    <a:cubicBezTo>
                      <a:pt x="3853272" y="2264845"/>
                      <a:pt x="3846500" y="2263555"/>
                      <a:pt x="3842308" y="2262911"/>
                    </a:cubicBezTo>
                    <a:cubicBezTo>
                      <a:pt x="3840696" y="2262588"/>
                      <a:pt x="3838761" y="2262266"/>
                      <a:pt x="3838116" y="2262266"/>
                    </a:cubicBezTo>
                    <a:cubicBezTo>
                      <a:pt x="3831667" y="2262266"/>
                      <a:pt x="3825540" y="2255171"/>
                      <a:pt x="3822638" y="2244530"/>
                    </a:cubicBezTo>
                    <a:cubicBezTo>
                      <a:pt x="3821993" y="2242595"/>
                      <a:pt x="3821993" y="2240338"/>
                      <a:pt x="3821993" y="2238081"/>
                    </a:cubicBezTo>
                    <a:cubicBezTo>
                      <a:pt x="3821993" y="2236791"/>
                      <a:pt x="3821993" y="2235823"/>
                      <a:pt x="3822315" y="2234534"/>
                    </a:cubicBezTo>
                    <a:cubicBezTo>
                      <a:pt x="3822638" y="2231631"/>
                      <a:pt x="3825217" y="2229374"/>
                      <a:pt x="3828119" y="2229697"/>
                    </a:cubicBezTo>
                    <a:cubicBezTo>
                      <a:pt x="3831022" y="2230019"/>
                      <a:pt x="3833279" y="2232599"/>
                      <a:pt x="3832956" y="2235501"/>
                    </a:cubicBezTo>
                    <a:cubicBezTo>
                      <a:pt x="3832956" y="2236146"/>
                      <a:pt x="3832956" y="2237113"/>
                      <a:pt x="3832956" y="2237758"/>
                    </a:cubicBezTo>
                    <a:cubicBezTo>
                      <a:pt x="3832956" y="2239048"/>
                      <a:pt x="3832956" y="2240338"/>
                      <a:pt x="3833279" y="2241305"/>
                    </a:cubicBezTo>
                    <a:cubicBezTo>
                      <a:pt x="3834891" y="2248077"/>
                      <a:pt x="3837793" y="2250979"/>
                      <a:pt x="3838761" y="2251302"/>
                    </a:cubicBezTo>
                    <a:cubicBezTo>
                      <a:pt x="3839728" y="2251302"/>
                      <a:pt x="3841663" y="2251624"/>
                      <a:pt x="3844565" y="2251947"/>
                    </a:cubicBezTo>
                    <a:cubicBezTo>
                      <a:pt x="3848757" y="2252592"/>
                      <a:pt x="3854562" y="2253559"/>
                      <a:pt x="3861011" y="2253559"/>
                    </a:cubicBezTo>
                    <a:cubicBezTo>
                      <a:pt x="3862301" y="2253559"/>
                      <a:pt x="3863913" y="2253559"/>
                      <a:pt x="3865203" y="2253237"/>
                    </a:cubicBezTo>
                    <a:cubicBezTo>
                      <a:pt x="3868105" y="2252914"/>
                      <a:pt x="3870685" y="2255171"/>
                      <a:pt x="3871007" y="2258074"/>
                    </a:cubicBezTo>
                    <a:cubicBezTo>
                      <a:pt x="3871330" y="2260976"/>
                      <a:pt x="3869073" y="2263555"/>
                      <a:pt x="3866170" y="2263878"/>
                    </a:cubicBezTo>
                    <a:cubicBezTo>
                      <a:pt x="3863913" y="2264845"/>
                      <a:pt x="3862301" y="2264845"/>
                      <a:pt x="3860688" y="2264845"/>
                    </a:cubicBezTo>
                    <a:close/>
                    <a:moveTo>
                      <a:pt x="469005" y="2258396"/>
                    </a:moveTo>
                    <a:cubicBezTo>
                      <a:pt x="466425" y="2258396"/>
                      <a:pt x="464168" y="2256461"/>
                      <a:pt x="463845" y="2253882"/>
                    </a:cubicBezTo>
                    <a:cubicBezTo>
                      <a:pt x="463200" y="2250334"/>
                      <a:pt x="462556" y="2246787"/>
                      <a:pt x="462233" y="2242918"/>
                    </a:cubicBezTo>
                    <a:cubicBezTo>
                      <a:pt x="461911" y="2240016"/>
                      <a:pt x="463845" y="2237436"/>
                      <a:pt x="466748" y="2236791"/>
                    </a:cubicBezTo>
                    <a:cubicBezTo>
                      <a:pt x="469650" y="2236468"/>
                      <a:pt x="472229" y="2238403"/>
                      <a:pt x="472874" y="2241305"/>
                    </a:cubicBezTo>
                    <a:cubicBezTo>
                      <a:pt x="473197" y="2244853"/>
                      <a:pt x="473842" y="2248400"/>
                      <a:pt x="474487" y="2251624"/>
                    </a:cubicBezTo>
                    <a:cubicBezTo>
                      <a:pt x="475132" y="2254526"/>
                      <a:pt x="473197" y="2257429"/>
                      <a:pt x="469972" y="2257751"/>
                    </a:cubicBezTo>
                    <a:cubicBezTo>
                      <a:pt x="469327" y="2258396"/>
                      <a:pt x="469327" y="2258396"/>
                      <a:pt x="469005" y="2258396"/>
                    </a:cubicBezTo>
                    <a:close/>
                    <a:moveTo>
                      <a:pt x="3649797" y="2258074"/>
                    </a:moveTo>
                    <a:cubicBezTo>
                      <a:pt x="3648507" y="2258074"/>
                      <a:pt x="3647539" y="2257751"/>
                      <a:pt x="3646572" y="2256784"/>
                    </a:cubicBezTo>
                    <a:lnTo>
                      <a:pt x="3645605" y="2255816"/>
                    </a:lnTo>
                    <a:cubicBezTo>
                      <a:pt x="3643025" y="2253559"/>
                      <a:pt x="3641735" y="2250979"/>
                      <a:pt x="3641735" y="2247755"/>
                    </a:cubicBezTo>
                    <a:cubicBezTo>
                      <a:pt x="3641735" y="2245175"/>
                      <a:pt x="3642702" y="2242595"/>
                      <a:pt x="3643670" y="2240338"/>
                    </a:cubicBezTo>
                    <a:cubicBezTo>
                      <a:pt x="3644637" y="2238403"/>
                      <a:pt x="3645282" y="2236468"/>
                      <a:pt x="3645282" y="2234534"/>
                    </a:cubicBezTo>
                    <a:cubicBezTo>
                      <a:pt x="3645282" y="2233889"/>
                      <a:pt x="3645282" y="2232921"/>
                      <a:pt x="3644960" y="2232276"/>
                    </a:cubicBezTo>
                    <a:cubicBezTo>
                      <a:pt x="3644637" y="2231954"/>
                      <a:pt x="3644637" y="2231631"/>
                      <a:pt x="3644637" y="2231309"/>
                    </a:cubicBezTo>
                    <a:cubicBezTo>
                      <a:pt x="3644315" y="2231309"/>
                      <a:pt x="3643992" y="2231631"/>
                      <a:pt x="3643992" y="2231631"/>
                    </a:cubicBezTo>
                    <a:cubicBezTo>
                      <a:pt x="3642380" y="2232599"/>
                      <a:pt x="3640445" y="2233889"/>
                      <a:pt x="3637865" y="2234856"/>
                    </a:cubicBezTo>
                    <a:cubicBezTo>
                      <a:pt x="3633673" y="2236468"/>
                      <a:pt x="3628514" y="2236791"/>
                      <a:pt x="3623999" y="2236791"/>
                    </a:cubicBezTo>
                    <a:cubicBezTo>
                      <a:pt x="3623999" y="2236791"/>
                      <a:pt x="3623999" y="2236791"/>
                      <a:pt x="3623999" y="2236791"/>
                    </a:cubicBezTo>
                    <a:cubicBezTo>
                      <a:pt x="3621097" y="2236791"/>
                      <a:pt x="3618517" y="2234534"/>
                      <a:pt x="3618517" y="2231309"/>
                    </a:cubicBezTo>
                    <a:cubicBezTo>
                      <a:pt x="3618517" y="2228407"/>
                      <a:pt x="3620775" y="2225827"/>
                      <a:pt x="3623999" y="2225827"/>
                    </a:cubicBezTo>
                    <a:cubicBezTo>
                      <a:pt x="3627547" y="2225827"/>
                      <a:pt x="3631416" y="2225505"/>
                      <a:pt x="3634318" y="2224537"/>
                    </a:cubicBezTo>
                    <a:cubicBezTo>
                      <a:pt x="3635931" y="2223892"/>
                      <a:pt x="3637220" y="2223247"/>
                      <a:pt x="3638510" y="2222280"/>
                    </a:cubicBezTo>
                    <a:cubicBezTo>
                      <a:pt x="3640768" y="2220990"/>
                      <a:pt x="3643025" y="2219700"/>
                      <a:pt x="3645605" y="2219700"/>
                    </a:cubicBezTo>
                    <a:cubicBezTo>
                      <a:pt x="3651409" y="2219700"/>
                      <a:pt x="3653989" y="2225505"/>
                      <a:pt x="3654956" y="2227762"/>
                    </a:cubicBezTo>
                    <a:cubicBezTo>
                      <a:pt x="3655923" y="2229697"/>
                      <a:pt x="3656246" y="2231954"/>
                      <a:pt x="3656246" y="2234211"/>
                    </a:cubicBezTo>
                    <a:cubicBezTo>
                      <a:pt x="3656246" y="2238081"/>
                      <a:pt x="3654956" y="2241305"/>
                      <a:pt x="3653989" y="2243885"/>
                    </a:cubicBezTo>
                    <a:cubicBezTo>
                      <a:pt x="3653344" y="2245175"/>
                      <a:pt x="3652699" y="2246787"/>
                      <a:pt x="3652699" y="2247432"/>
                    </a:cubicBezTo>
                    <a:lnTo>
                      <a:pt x="3653344" y="2247755"/>
                    </a:lnTo>
                    <a:cubicBezTo>
                      <a:pt x="3655601" y="2249689"/>
                      <a:pt x="3655923" y="2252914"/>
                      <a:pt x="3654311" y="2255171"/>
                    </a:cubicBezTo>
                    <a:cubicBezTo>
                      <a:pt x="3652699" y="2257429"/>
                      <a:pt x="3651086" y="2258074"/>
                      <a:pt x="3649797" y="2258074"/>
                    </a:cubicBezTo>
                    <a:close/>
                    <a:moveTo>
                      <a:pt x="4688778" y="2239371"/>
                    </a:moveTo>
                    <a:cubicBezTo>
                      <a:pt x="4688133" y="2239371"/>
                      <a:pt x="4687488" y="2239371"/>
                      <a:pt x="4686843" y="2239048"/>
                    </a:cubicBezTo>
                    <a:cubicBezTo>
                      <a:pt x="4683941" y="2238081"/>
                      <a:pt x="4682651" y="2234856"/>
                      <a:pt x="4683619" y="2232276"/>
                    </a:cubicBezTo>
                    <a:cubicBezTo>
                      <a:pt x="4684908" y="2228729"/>
                      <a:pt x="4686521" y="2224215"/>
                      <a:pt x="4686521" y="2221958"/>
                    </a:cubicBezTo>
                    <a:lnTo>
                      <a:pt x="4685553" y="2221313"/>
                    </a:lnTo>
                    <a:cubicBezTo>
                      <a:pt x="4678459" y="2216798"/>
                      <a:pt x="4668463" y="2210994"/>
                      <a:pt x="4663303" y="2199385"/>
                    </a:cubicBezTo>
                    <a:cubicBezTo>
                      <a:pt x="4662336" y="2197128"/>
                      <a:pt x="4661368" y="2195193"/>
                      <a:pt x="4661046" y="2193258"/>
                    </a:cubicBezTo>
                    <a:cubicBezTo>
                      <a:pt x="4660401" y="2190356"/>
                      <a:pt x="4662014" y="2187454"/>
                      <a:pt x="4664916" y="2186486"/>
                    </a:cubicBezTo>
                    <a:cubicBezTo>
                      <a:pt x="4667818" y="2185841"/>
                      <a:pt x="4670720" y="2187454"/>
                      <a:pt x="4671687" y="2190356"/>
                    </a:cubicBezTo>
                    <a:cubicBezTo>
                      <a:pt x="4672010" y="2191646"/>
                      <a:pt x="4672655" y="2193258"/>
                      <a:pt x="4673299" y="2194870"/>
                    </a:cubicBezTo>
                    <a:cubicBezTo>
                      <a:pt x="4677169" y="2203255"/>
                      <a:pt x="4684586" y="2207769"/>
                      <a:pt x="4691357" y="2211961"/>
                    </a:cubicBezTo>
                    <a:lnTo>
                      <a:pt x="4693293" y="2213251"/>
                    </a:lnTo>
                    <a:cubicBezTo>
                      <a:pt x="4694905" y="2214218"/>
                      <a:pt x="4697807" y="2216798"/>
                      <a:pt x="4697807" y="2221635"/>
                    </a:cubicBezTo>
                    <a:cubicBezTo>
                      <a:pt x="4697807" y="2225505"/>
                      <a:pt x="4696195" y="2230019"/>
                      <a:pt x="4694260" y="2235823"/>
                    </a:cubicBezTo>
                    <a:cubicBezTo>
                      <a:pt x="4692970" y="2238081"/>
                      <a:pt x="4691035" y="2239371"/>
                      <a:pt x="4688778" y="2239371"/>
                    </a:cubicBezTo>
                    <a:close/>
                    <a:moveTo>
                      <a:pt x="3590141" y="2222602"/>
                    </a:moveTo>
                    <a:cubicBezTo>
                      <a:pt x="3587883" y="2222602"/>
                      <a:pt x="3585626" y="2220990"/>
                      <a:pt x="3584981" y="2218733"/>
                    </a:cubicBezTo>
                    <a:cubicBezTo>
                      <a:pt x="3584014" y="2216153"/>
                      <a:pt x="3583046" y="2215186"/>
                      <a:pt x="3582402" y="2214218"/>
                    </a:cubicBezTo>
                    <a:cubicBezTo>
                      <a:pt x="3581434" y="2213251"/>
                      <a:pt x="3579499" y="2211316"/>
                      <a:pt x="3579499" y="2208414"/>
                    </a:cubicBezTo>
                    <a:lnTo>
                      <a:pt x="3579499" y="2206802"/>
                    </a:lnTo>
                    <a:cubicBezTo>
                      <a:pt x="3580144" y="2203899"/>
                      <a:pt x="3583046" y="2201965"/>
                      <a:pt x="3585949" y="2202610"/>
                    </a:cubicBezTo>
                    <a:cubicBezTo>
                      <a:pt x="3588206" y="2202932"/>
                      <a:pt x="3589496" y="2204867"/>
                      <a:pt x="3590141" y="2206802"/>
                    </a:cubicBezTo>
                    <a:cubicBezTo>
                      <a:pt x="3591430" y="2208092"/>
                      <a:pt x="3593688" y="2210671"/>
                      <a:pt x="3595300" y="2215508"/>
                    </a:cubicBezTo>
                    <a:cubicBezTo>
                      <a:pt x="3596268" y="2218410"/>
                      <a:pt x="3594655" y="2221313"/>
                      <a:pt x="3591753" y="2222280"/>
                    </a:cubicBezTo>
                    <a:cubicBezTo>
                      <a:pt x="3591108" y="2222602"/>
                      <a:pt x="3590463" y="2222602"/>
                      <a:pt x="3590141" y="2222602"/>
                    </a:cubicBezTo>
                    <a:close/>
                    <a:moveTo>
                      <a:pt x="3832956" y="2214218"/>
                    </a:moveTo>
                    <a:cubicBezTo>
                      <a:pt x="3830054" y="2214218"/>
                      <a:pt x="3827475" y="2211961"/>
                      <a:pt x="3827475" y="2209059"/>
                    </a:cubicBezTo>
                    <a:cubicBezTo>
                      <a:pt x="3827475" y="2209059"/>
                      <a:pt x="3827475" y="2208414"/>
                      <a:pt x="3827475" y="2208414"/>
                    </a:cubicBezTo>
                    <a:cubicBezTo>
                      <a:pt x="3827475" y="2205512"/>
                      <a:pt x="3827152" y="2204544"/>
                      <a:pt x="3827152" y="2204544"/>
                    </a:cubicBezTo>
                    <a:cubicBezTo>
                      <a:pt x="3826507" y="2202932"/>
                      <a:pt x="3826185" y="2200997"/>
                      <a:pt x="3826185" y="2198740"/>
                    </a:cubicBezTo>
                    <a:cubicBezTo>
                      <a:pt x="3826185" y="2195838"/>
                      <a:pt x="3828442" y="2193258"/>
                      <a:pt x="3831344" y="2193258"/>
                    </a:cubicBezTo>
                    <a:cubicBezTo>
                      <a:pt x="3834246" y="2193258"/>
                      <a:pt x="3836826" y="2195515"/>
                      <a:pt x="3836826" y="2198418"/>
                    </a:cubicBezTo>
                    <a:cubicBezTo>
                      <a:pt x="3836826" y="2199707"/>
                      <a:pt x="3836826" y="2200352"/>
                      <a:pt x="3836826" y="2200352"/>
                    </a:cubicBezTo>
                    <a:cubicBezTo>
                      <a:pt x="3837793" y="2202287"/>
                      <a:pt x="3838116" y="2204867"/>
                      <a:pt x="3838116" y="2208736"/>
                    </a:cubicBezTo>
                    <a:cubicBezTo>
                      <a:pt x="3838438" y="2211316"/>
                      <a:pt x="3835859" y="2214218"/>
                      <a:pt x="3832956" y="2214218"/>
                    </a:cubicBezTo>
                    <a:close/>
                    <a:moveTo>
                      <a:pt x="462878" y="2205189"/>
                    </a:moveTo>
                    <a:cubicBezTo>
                      <a:pt x="462556" y="2205189"/>
                      <a:pt x="462233" y="2205189"/>
                      <a:pt x="461911" y="2205189"/>
                    </a:cubicBezTo>
                    <a:cubicBezTo>
                      <a:pt x="459008" y="2204544"/>
                      <a:pt x="457074" y="2201965"/>
                      <a:pt x="457396" y="2199062"/>
                    </a:cubicBezTo>
                    <a:cubicBezTo>
                      <a:pt x="457719" y="2196483"/>
                      <a:pt x="458686" y="2193903"/>
                      <a:pt x="459976" y="2191646"/>
                    </a:cubicBezTo>
                    <a:cubicBezTo>
                      <a:pt x="460943" y="2190356"/>
                      <a:pt x="461266" y="2189389"/>
                      <a:pt x="461266" y="2188744"/>
                    </a:cubicBezTo>
                    <a:cubicBezTo>
                      <a:pt x="459653" y="2188421"/>
                      <a:pt x="455139" y="2188421"/>
                      <a:pt x="449334" y="2189711"/>
                    </a:cubicBezTo>
                    <a:cubicBezTo>
                      <a:pt x="444498" y="2190678"/>
                      <a:pt x="440305" y="2191646"/>
                      <a:pt x="436436" y="2192613"/>
                    </a:cubicBezTo>
                    <a:cubicBezTo>
                      <a:pt x="434179" y="2193258"/>
                      <a:pt x="432244" y="2193581"/>
                      <a:pt x="430309" y="2194226"/>
                    </a:cubicBezTo>
                    <a:cubicBezTo>
                      <a:pt x="427407" y="2194870"/>
                      <a:pt x="424505" y="2192936"/>
                      <a:pt x="423860" y="2190033"/>
                    </a:cubicBezTo>
                    <a:cubicBezTo>
                      <a:pt x="423215" y="2187131"/>
                      <a:pt x="425150" y="2184229"/>
                      <a:pt x="428052" y="2183584"/>
                    </a:cubicBezTo>
                    <a:cubicBezTo>
                      <a:pt x="429987" y="2183262"/>
                      <a:pt x="431599" y="2182617"/>
                      <a:pt x="433856" y="2182294"/>
                    </a:cubicBezTo>
                    <a:cubicBezTo>
                      <a:pt x="437726" y="2181327"/>
                      <a:pt x="442240" y="2180037"/>
                      <a:pt x="447400" y="2179070"/>
                    </a:cubicBezTo>
                    <a:cubicBezTo>
                      <a:pt x="451914" y="2178102"/>
                      <a:pt x="455461" y="2177780"/>
                      <a:pt x="458686" y="2177780"/>
                    </a:cubicBezTo>
                    <a:cubicBezTo>
                      <a:pt x="471262" y="2177780"/>
                      <a:pt x="472229" y="2185519"/>
                      <a:pt x="472229" y="2188099"/>
                    </a:cubicBezTo>
                    <a:cubicBezTo>
                      <a:pt x="472229" y="2190678"/>
                      <a:pt x="471262" y="2193581"/>
                      <a:pt x="469327" y="2197128"/>
                    </a:cubicBezTo>
                    <a:cubicBezTo>
                      <a:pt x="468682" y="2198418"/>
                      <a:pt x="468037" y="2199707"/>
                      <a:pt x="467715" y="2201320"/>
                    </a:cubicBezTo>
                    <a:cubicBezTo>
                      <a:pt x="467715" y="2203255"/>
                      <a:pt x="465458" y="2205189"/>
                      <a:pt x="462878" y="2205189"/>
                    </a:cubicBezTo>
                    <a:close/>
                    <a:moveTo>
                      <a:pt x="3564988" y="2198740"/>
                    </a:moveTo>
                    <a:cubicBezTo>
                      <a:pt x="3564343" y="2198740"/>
                      <a:pt x="3563699" y="2198740"/>
                      <a:pt x="3563054" y="2198418"/>
                    </a:cubicBezTo>
                    <a:cubicBezTo>
                      <a:pt x="3557249" y="2196160"/>
                      <a:pt x="3555959" y="2191968"/>
                      <a:pt x="3554670" y="2188744"/>
                    </a:cubicBezTo>
                    <a:cubicBezTo>
                      <a:pt x="3554024" y="2187131"/>
                      <a:pt x="3553380" y="2184874"/>
                      <a:pt x="3552090" y="2182294"/>
                    </a:cubicBezTo>
                    <a:cubicBezTo>
                      <a:pt x="3550477" y="2179392"/>
                      <a:pt x="3549833" y="2178747"/>
                      <a:pt x="3549510" y="2178747"/>
                    </a:cubicBezTo>
                    <a:cubicBezTo>
                      <a:pt x="3548543" y="2178747"/>
                      <a:pt x="3544351" y="2180682"/>
                      <a:pt x="3539836" y="2182939"/>
                    </a:cubicBezTo>
                    <a:lnTo>
                      <a:pt x="3534999" y="2185196"/>
                    </a:lnTo>
                    <a:cubicBezTo>
                      <a:pt x="3530807" y="2187131"/>
                      <a:pt x="3527582" y="2188099"/>
                      <a:pt x="3524680" y="2188099"/>
                    </a:cubicBezTo>
                    <a:lnTo>
                      <a:pt x="3524035" y="2188099"/>
                    </a:lnTo>
                    <a:cubicBezTo>
                      <a:pt x="3521133" y="2188099"/>
                      <a:pt x="3518876" y="2185519"/>
                      <a:pt x="3518876" y="2182617"/>
                    </a:cubicBezTo>
                    <a:cubicBezTo>
                      <a:pt x="3518876" y="2179715"/>
                      <a:pt x="3521778" y="2177457"/>
                      <a:pt x="3524358" y="2177457"/>
                    </a:cubicBezTo>
                    <a:lnTo>
                      <a:pt x="3524035" y="2182939"/>
                    </a:lnTo>
                    <a:lnTo>
                      <a:pt x="3524358" y="2177457"/>
                    </a:lnTo>
                    <a:cubicBezTo>
                      <a:pt x="3524680" y="2177457"/>
                      <a:pt x="3526292" y="2177457"/>
                      <a:pt x="3529840" y="2175523"/>
                    </a:cubicBezTo>
                    <a:lnTo>
                      <a:pt x="3534677" y="2173265"/>
                    </a:lnTo>
                    <a:cubicBezTo>
                      <a:pt x="3541771" y="2170041"/>
                      <a:pt x="3545641" y="2168106"/>
                      <a:pt x="3549510" y="2168106"/>
                    </a:cubicBezTo>
                    <a:cubicBezTo>
                      <a:pt x="3555959" y="2168106"/>
                      <a:pt x="3558861" y="2173588"/>
                      <a:pt x="3561119" y="2177135"/>
                    </a:cubicBezTo>
                    <a:cubicBezTo>
                      <a:pt x="3563054" y="2180682"/>
                      <a:pt x="3564021" y="2183584"/>
                      <a:pt x="3564666" y="2185519"/>
                    </a:cubicBezTo>
                    <a:cubicBezTo>
                      <a:pt x="3565311" y="2188099"/>
                      <a:pt x="3565311" y="2188099"/>
                      <a:pt x="3566601" y="2188421"/>
                    </a:cubicBezTo>
                    <a:cubicBezTo>
                      <a:pt x="3569503" y="2189389"/>
                      <a:pt x="3570793" y="2192613"/>
                      <a:pt x="3569825" y="2195515"/>
                    </a:cubicBezTo>
                    <a:cubicBezTo>
                      <a:pt x="3569180" y="2197450"/>
                      <a:pt x="3566923" y="2198740"/>
                      <a:pt x="3564988" y="2198740"/>
                    </a:cubicBezTo>
                    <a:close/>
                    <a:moveTo>
                      <a:pt x="405479" y="2187454"/>
                    </a:moveTo>
                    <a:cubicBezTo>
                      <a:pt x="404189" y="2187454"/>
                      <a:pt x="402577" y="2186809"/>
                      <a:pt x="401610" y="2185841"/>
                    </a:cubicBezTo>
                    <a:cubicBezTo>
                      <a:pt x="398708" y="2182617"/>
                      <a:pt x="396450" y="2179392"/>
                      <a:pt x="394515" y="2176490"/>
                    </a:cubicBezTo>
                    <a:cubicBezTo>
                      <a:pt x="392903" y="2173910"/>
                      <a:pt x="393548" y="2170686"/>
                      <a:pt x="396128" y="2169073"/>
                    </a:cubicBezTo>
                    <a:cubicBezTo>
                      <a:pt x="398708" y="2167461"/>
                      <a:pt x="401932" y="2168106"/>
                      <a:pt x="403545" y="2170686"/>
                    </a:cubicBezTo>
                    <a:cubicBezTo>
                      <a:pt x="405157" y="2173265"/>
                      <a:pt x="407092" y="2176167"/>
                      <a:pt x="409349" y="2178425"/>
                    </a:cubicBezTo>
                    <a:cubicBezTo>
                      <a:pt x="411284" y="2180682"/>
                      <a:pt x="411284" y="2183907"/>
                      <a:pt x="409026" y="2186164"/>
                    </a:cubicBezTo>
                    <a:cubicBezTo>
                      <a:pt x="408059" y="2187131"/>
                      <a:pt x="406769" y="2187454"/>
                      <a:pt x="405479" y="2187454"/>
                    </a:cubicBezTo>
                    <a:close/>
                    <a:moveTo>
                      <a:pt x="3817801" y="2163914"/>
                    </a:moveTo>
                    <a:cubicBezTo>
                      <a:pt x="3814899" y="2163914"/>
                      <a:pt x="3812641" y="2161979"/>
                      <a:pt x="3812319" y="2159077"/>
                    </a:cubicBezTo>
                    <a:cubicBezTo>
                      <a:pt x="3812319" y="2159077"/>
                      <a:pt x="3812319" y="2158754"/>
                      <a:pt x="3812319" y="2158754"/>
                    </a:cubicBezTo>
                    <a:cubicBezTo>
                      <a:pt x="3812319" y="2156497"/>
                      <a:pt x="3812319" y="2154562"/>
                      <a:pt x="3812641" y="2152305"/>
                    </a:cubicBezTo>
                    <a:cubicBezTo>
                      <a:pt x="3812964" y="2149725"/>
                      <a:pt x="3814253" y="2145211"/>
                      <a:pt x="3815543" y="2140052"/>
                    </a:cubicBezTo>
                    <a:cubicBezTo>
                      <a:pt x="3816833" y="2135214"/>
                      <a:pt x="3818768" y="2127475"/>
                      <a:pt x="3818768" y="2125540"/>
                    </a:cubicBezTo>
                    <a:cubicBezTo>
                      <a:pt x="3818446" y="2123606"/>
                      <a:pt x="3813609" y="2117157"/>
                      <a:pt x="3811029" y="2113609"/>
                    </a:cubicBezTo>
                    <a:lnTo>
                      <a:pt x="3810062" y="2111997"/>
                    </a:lnTo>
                    <a:cubicBezTo>
                      <a:pt x="3808449" y="2109417"/>
                      <a:pt x="3808772" y="2106193"/>
                      <a:pt x="3811351" y="2104580"/>
                    </a:cubicBezTo>
                    <a:cubicBezTo>
                      <a:pt x="3813931" y="2102968"/>
                      <a:pt x="3817156" y="2103613"/>
                      <a:pt x="3818768" y="2105870"/>
                    </a:cubicBezTo>
                    <a:lnTo>
                      <a:pt x="3819736" y="2107483"/>
                    </a:lnTo>
                    <a:cubicBezTo>
                      <a:pt x="3825862" y="2115867"/>
                      <a:pt x="3829409" y="2121349"/>
                      <a:pt x="3829409" y="2125863"/>
                    </a:cubicBezTo>
                    <a:cubicBezTo>
                      <a:pt x="3829409" y="2129088"/>
                      <a:pt x="3828119" y="2134247"/>
                      <a:pt x="3825862" y="2142954"/>
                    </a:cubicBezTo>
                    <a:cubicBezTo>
                      <a:pt x="3824572" y="2147468"/>
                      <a:pt x="3823605" y="2151983"/>
                      <a:pt x="3823283" y="2153918"/>
                    </a:cubicBezTo>
                    <a:cubicBezTo>
                      <a:pt x="3822960" y="2155207"/>
                      <a:pt x="3822960" y="2156820"/>
                      <a:pt x="3822960" y="2158432"/>
                    </a:cubicBezTo>
                    <a:cubicBezTo>
                      <a:pt x="3822960" y="2161334"/>
                      <a:pt x="3820703" y="2163914"/>
                      <a:pt x="3817801" y="2163914"/>
                    </a:cubicBezTo>
                    <a:cubicBezTo>
                      <a:pt x="3817801" y="2163914"/>
                      <a:pt x="3817801" y="2163914"/>
                      <a:pt x="3817801" y="2163914"/>
                    </a:cubicBezTo>
                    <a:close/>
                    <a:moveTo>
                      <a:pt x="4678459" y="2159399"/>
                    </a:moveTo>
                    <a:cubicBezTo>
                      <a:pt x="4676524" y="2159399"/>
                      <a:pt x="4674590" y="2158109"/>
                      <a:pt x="4673622" y="2156175"/>
                    </a:cubicBezTo>
                    <a:cubicBezTo>
                      <a:pt x="4672332" y="2153595"/>
                      <a:pt x="4673622" y="2150370"/>
                      <a:pt x="4676202" y="2149080"/>
                    </a:cubicBezTo>
                    <a:cubicBezTo>
                      <a:pt x="4679104" y="2147791"/>
                      <a:pt x="4682328" y="2146178"/>
                      <a:pt x="4685553" y="2144566"/>
                    </a:cubicBezTo>
                    <a:cubicBezTo>
                      <a:pt x="4688133" y="2143276"/>
                      <a:pt x="4691357" y="2143921"/>
                      <a:pt x="4692970" y="2146501"/>
                    </a:cubicBezTo>
                    <a:cubicBezTo>
                      <a:pt x="4694260" y="2149080"/>
                      <a:pt x="4693615" y="2152305"/>
                      <a:pt x="4690713" y="2153918"/>
                    </a:cubicBezTo>
                    <a:cubicBezTo>
                      <a:pt x="4687488" y="2155852"/>
                      <a:pt x="4683941" y="2157465"/>
                      <a:pt x="4680717" y="2159077"/>
                    </a:cubicBezTo>
                    <a:cubicBezTo>
                      <a:pt x="4679749" y="2159399"/>
                      <a:pt x="4679104" y="2159399"/>
                      <a:pt x="4678459" y="2159399"/>
                    </a:cubicBezTo>
                    <a:close/>
                    <a:moveTo>
                      <a:pt x="3524358" y="2147791"/>
                    </a:moveTo>
                    <a:cubicBezTo>
                      <a:pt x="3521778" y="2147791"/>
                      <a:pt x="3519198" y="2145856"/>
                      <a:pt x="3518876" y="2142954"/>
                    </a:cubicBezTo>
                    <a:cubicBezTo>
                      <a:pt x="3518553" y="2141341"/>
                      <a:pt x="3518231" y="2139729"/>
                      <a:pt x="3517586" y="2137794"/>
                    </a:cubicBezTo>
                    <a:cubicBezTo>
                      <a:pt x="3516941" y="2136182"/>
                      <a:pt x="3516619" y="2134247"/>
                      <a:pt x="3516296" y="2132635"/>
                    </a:cubicBezTo>
                    <a:cubicBezTo>
                      <a:pt x="3515974" y="2129733"/>
                      <a:pt x="3517909" y="2126830"/>
                      <a:pt x="3520811" y="2126508"/>
                    </a:cubicBezTo>
                    <a:cubicBezTo>
                      <a:pt x="3523713" y="2126186"/>
                      <a:pt x="3526615" y="2128120"/>
                      <a:pt x="3526938" y="2131022"/>
                    </a:cubicBezTo>
                    <a:cubicBezTo>
                      <a:pt x="3527260" y="2132312"/>
                      <a:pt x="3527582" y="2133602"/>
                      <a:pt x="3527905" y="2134892"/>
                    </a:cubicBezTo>
                    <a:cubicBezTo>
                      <a:pt x="3528550" y="2136827"/>
                      <a:pt x="3529195" y="2139406"/>
                      <a:pt x="3529517" y="2141986"/>
                    </a:cubicBezTo>
                    <a:cubicBezTo>
                      <a:pt x="3529840" y="2144888"/>
                      <a:pt x="3527582" y="2147468"/>
                      <a:pt x="3524680" y="2147791"/>
                    </a:cubicBezTo>
                    <a:cubicBezTo>
                      <a:pt x="3524680" y="2147791"/>
                      <a:pt x="3524680" y="2147791"/>
                      <a:pt x="3524358" y="2147791"/>
                    </a:cubicBezTo>
                    <a:close/>
                    <a:moveTo>
                      <a:pt x="373878" y="2144566"/>
                    </a:moveTo>
                    <a:cubicBezTo>
                      <a:pt x="371620" y="2144566"/>
                      <a:pt x="369363" y="2142954"/>
                      <a:pt x="368718" y="2140374"/>
                    </a:cubicBezTo>
                    <a:cubicBezTo>
                      <a:pt x="367428" y="2135537"/>
                      <a:pt x="367106" y="2130700"/>
                      <a:pt x="367106" y="2127475"/>
                    </a:cubicBezTo>
                    <a:cubicBezTo>
                      <a:pt x="367106" y="2123606"/>
                      <a:pt x="367428" y="2119736"/>
                      <a:pt x="368073" y="2116834"/>
                    </a:cubicBezTo>
                    <a:cubicBezTo>
                      <a:pt x="367751" y="2116511"/>
                      <a:pt x="367428" y="2116189"/>
                      <a:pt x="367428" y="2116189"/>
                    </a:cubicBezTo>
                    <a:cubicBezTo>
                      <a:pt x="365171" y="2113932"/>
                      <a:pt x="361302" y="2110707"/>
                      <a:pt x="361302" y="2105548"/>
                    </a:cubicBezTo>
                    <a:cubicBezTo>
                      <a:pt x="361302" y="2099098"/>
                      <a:pt x="367428" y="2095229"/>
                      <a:pt x="369363" y="2093939"/>
                    </a:cubicBezTo>
                    <a:cubicBezTo>
                      <a:pt x="371298" y="2092649"/>
                      <a:pt x="373233" y="2091037"/>
                      <a:pt x="374845" y="2089424"/>
                    </a:cubicBezTo>
                    <a:cubicBezTo>
                      <a:pt x="376780" y="2087167"/>
                      <a:pt x="380327" y="2087167"/>
                      <a:pt x="382584" y="2089424"/>
                    </a:cubicBezTo>
                    <a:cubicBezTo>
                      <a:pt x="384842" y="2091359"/>
                      <a:pt x="384842" y="2094906"/>
                      <a:pt x="382584" y="2097164"/>
                    </a:cubicBezTo>
                    <a:cubicBezTo>
                      <a:pt x="380650" y="2099421"/>
                      <a:pt x="378070" y="2101356"/>
                      <a:pt x="375490" y="2102968"/>
                    </a:cubicBezTo>
                    <a:cubicBezTo>
                      <a:pt x="372588" y="2104903"/>
                      <a:pt x="372265" y="2105870"/>
                      <a:pt x="372265" y="2105870"/>
                    </a:cubicBezTo>
                    <a:cubicBezTo>
                      <a:pt x="372588" y="2106193"/>
                      <a:pt x="373878" y="2107483"/>
                      <a:pt x="374845" y="2108127"/>
                    </a:cubicBezTo>
                    <a:cubicBezTo>
                      <a:pt x="376780" y="2110062"/>
                      <a:pt x="379360" y="2112320"/>
                      <a:pt x="379360" y="2115867"/>
                    </a:cubicBezTo>
                    <a:lnTo>
                      <a:pt x="379360" y="2116834"/>
                    </a:lnTo>
                    <a:lnTo>
                      <a:pt x="379037" y="2118124"/>
                    </a:lnTo>
                    <a:cubicBezTo>
                      <a:pt x="378715" y="2119091"/>
                      <a:pt x="378070" y="2122638"/>
                      <a:pt x="378070" y="2127475"/>
                    </a:cubicBezTo>
                    <a:cubicBezTo>
                      <a:pt x="378070" y="2131345"/>
                      <a:pt x="378392" y="2134892"/>
                      <a:pt x="379037" y="2137794"/>
                    </a:cubicBezTo>
                    <a:cubicBezTo>
                      <a:pt x="379682" y="2140696"/>
                      <a:pt x="378070" y="2143599"/>
                      <a:pt x="375168" y="2144243"/>
                    </a:cubicBezTo>
                    <a:cubicBezTo>
                      <a:pt x="374523" y="2144566"/>
                      <a:pt x="374200" y="2144566"/>
                      <a:pt x="373878" y="2144566"/>
                    </a:cubicBezTo>
                    <a:close/>
                    <a:moveTo>
                      <a:pt x="4709093" y="2138117"/>
                    </a:moveTo>
                    <a:cubicBezTo>
                      <a:pt x="4707803" y="2138117"/>
                      <a:pt x="4706191" y="2137472"/>
                      <a:pt x="4705224" y="2136504"/>
                    </a:cubicBezTo>
                    <a:cubicBezTo>
                      <a:pt x="4703289" y="2134247"/>
                      <a:pt x="4703289" y="2131022"/>
                      <a:pt x="4705224" y="2128765"/>
                    </a:cubicBezTo>
                    <a:cubicBezTo>
                      <a:pt x="4708126" y="2125863"/>
                      <a:pt x="4711028" y="2122961"/>
                      <a:pt x="4713930" y="2119414"/>
                    </a:cubicBezTo>
                    <a:cubicBezTo>
                      <a:pt x="4717800" y="2115222"/>
                      <a:pt x="4719089" y="2112320"/>
                      <a:pt x="4720702" y="2109095"/>
                    </a:cubicBezTo>
                    <a:cubicBezTo>
                      <a:pt x="4722314" y="2106193"/>
                      <a:pt x="4723927" y="2102645"/>
                      <a:pt x="4727474" y="2098131"/>
                    </a:cubicBezTo>
                    <a:cubicBezTo>
                      <a:pt x="4729409" y="2095551"/>
                      <a:pt x="4729731" y="2093939"/>
                      <a:pt x="4729731" y="2092004"/>
                    </a:cubicBezTo>
                    <a:cubicBezTo>
                      <a:pt x="4729731" y="2090714"/>
                      <a:pt x="4729731" y="2089747"/>
                      <a:pt x="4729409" y="2088135"/>
                    </a:cubicBezTo>
                    <a:cubicBezTo>
                      <a:pt x="4729086" y="2085232"/>
                      <a:pt x="4731021" y="2082330"/>
                      <a:pt x="4733923" y="2082008"/>
                    </a:cubicBezTo>
                    <a:cubicBezTo>
                      <a:pt x="4736825" y="2081685"/>
                      <a:pt x="4739727" y="2083620"/>
                      <a:pt x="4740050" y="2086522"/>
                    </a:cubicBezTo>
                    <a:cubicBezTo>
                      <a:pt x="4740372" y="2088779"/>
                      <a:pt x="4740372" y="2090392"/>
                      <a:pt x="4740372" y="2091682"/>
                    </a:cubicBezTo>
                    <a:cubicBezTo>
                      <a:pt x="4740372" y="2096519"/>
                      <a:pt x="4738760" y="2100388"/>
                      <a:pt x="4735535" y="2104580"/>
                    </a:cubicBezTo>
                    <a:cubicBezTo>
                      <a:pt x="4732633" y="2108450"/>
                      <a:pt x="4731343" y="2111030"/>
                      <a:pt x="4729731" y="2113609"/>
                    </a:cubicBezTo>
                    <a:cubicBezTo>
                      <a:pt x="4727796" y="2117157"/>
                      <a:pt x="4726184" y="2121026"/>
                      <a:pt x="4721347" y="2126186"/>
                    </a:cubicBezTo>
                    <a:cubicBezTo>
                      <a:pt x="4718122" y="2129733"/>
                      <a:pt x="4715220" y="2132957"/>
                      <a:pt x="4711995" y="2135859"/>
                    </a:cubicBezTo>
                    <a:cubicBezTo>
                      <a:pt x="4711673" y="2137794"/>
                      <a:pt x="4710383" y="2138117"/>
                      <a:pt x="4709093" y="2138117"/>
                    </a:cubicBezTo>
                    <a:close/>
                    <a:moveTo>
                      <a:pt x="3746213" y="2127475"/>
                    </a:moveTo>
                    <a:cubicBezTo>
                      <a:pt x="3737184" y="2127475"/>
                      <a:pt x="3726221" y="2126830"/>
                      <a:pt x="3718159" y="2122316"/>
                    </a:cubicBezTo>
                    <a:cubicBezTo>
                      <a:pt x="3715579" y="2120703"/>
                      <a:pt x="3714612" y="2117479"/>
                      <a:pt x="3716224" y="2114899"/>
                    </a:cubicBezTo>
                    <a:cubicBezTo>
                      <a:pt x="3717837" y="2112320"/>
                      <a:pt x="3721061" y="2111352"/>
                      <a:pt x="3723641" y="2112964"/>
                    </a:cubicBezTo>
                    <a:cubicBezTo>
                      <a:pt x="3730090" y="2116834"/>
                      <a:pt x="3741699" y="2116834"/>
                      <a:pt x="3746213" y="2116834"/>
                    </a:cubicBezTo>
                    <a:lnTo>
                      <a:pt x="3751373" y="2116834"/>
                    </a:lnTo>
                    <a:lnTo>
                      <a:pt x="3751373" y="2116834"/>
                    </a:lnTo>
                    <a:cubicBezTo>
                      <a:pt x="3755887" y="2116834"/>
                      <a:pt x="3763304" y="2113932"/>
                      <a:pt x="3769109" y="2109740"/>
                    </a:cubicBezTo>
                    <a:cubicBezTo>
                      <a:pt x="3771366" y="2108127"/>
                      <a:pt x="3774913" y="2108450"/>
                      <a:pt x="3776525" y="2111030"/>
                    </a:cubicBezTo>
                    <a:cubicBezTo>
                      <a:pt x="3778138" y="2113287"/>
                      <a:pt x="3777815" y="2116834"/>
                      <a:pt x="3775235" y="2118446"/>
                    </a:cubicBezTo>
                    <a:cubicBezTo>
                      <a:pt x="3769109" y="2122961"/>
                      <a:pt x="3759112" y="2127475"/>
                      <a:pt x="3751373" y="2127475"/>
                    </a:cubicBezTo>
                    <a:lnTo>
                      <a:pt x="3751373" y="2127475"/>
                    </a:lnTo>
                    <a:lnTo>
                      <a:pt x="3746213" y="2127475"/>
                    </a:lnTo>
                    <a:close/>
                    <a:moveTo>
                      <a:pt x="3536611" y="2115867"/>
                    </a:moveTo>
                    <a:cubicBezTo>
                      <a:pt x="3535322" y="2115867"/>
                      <a:pt x="3534032" y="2115544"/>
                      <a:pt x="3533064" y="2114577"/>
                    </a:cubicBezTo>
                    <a:cubicBezTo>
                      <a:pt x="3530807" y="2112642"/>
                      <a:pt x="3530485" y="2109417"/>
                      <a:pt x="3532419" y="2107160"/>
                    </a:cubicBezTo>
                    <a:cubicBezTo>
                      <a:pt x="3533709" y="2105870"/>
                      <a:pt x="3534677" y="2104258"/>
                      <a:pt x="3535322" y="2103291"/>
                    </a:cubicBezTo>
                    <a:cubicBezTo>
                      <a:pt x="3538869" y="2097486"/>
                      <a:pt x="3542738" y="2095551"/>
                      <a:pt x="3545963" y="2094261"/>
                    </a:cubicBezTo>
                    <a:cubicBezTo>
                      <a:pt x="3548220" y="2093294"/>
                      <a:pt x="3549833" y="2092327"/>
                      <a:pt x="3551445" y="2089747"/>
                    </a:cubicBezTo>
                    <a:cubicBezTo>
                      <a:pt x="3554024" y="2085877"/>
                      <a:pt x="3554024" y="2083298"/>
                      <a:pt x="3554347" y="2080395"/>
                    </a:cubicBezTo>
                    <a:cubicBezTo>
                      <a:pt x="3554347" y="2078138"/>
                      <a:pt x="3554670" y="2075881"/>
                      <a:pt x="3555637" y="2072979"/>
                    </a:cubicBezTo>
                    <a:cubicBezTo>
                      <a:pt x="3557894" y="2067819"/>
                      <a:pt x="3564343" y="2067174"/>
                      <a:pt x="3567246" y="2066529"/>
                    </a:cubicBezTo>
                    <a:cubicBezTo>
                      <a:pt x="3570148" y="2066207"/>
                      <a:pt x="3572727" y="2068142"/>
                      <a:pt x="3573373" y="2071366"/>
                    </a:cubicBezTo>
                    <a:cubicBezTo>
                      <a:pt x="3573695" y="2074269"/>
                      <a:pt x="3571760" y="2076848"/>
                      <a:pt x="3568536" y="2077493"/>
                    </a:cubicBezTo>
                    <a:cubicBezTo>
                      <a:pt x="3566923" y="2077816"/>
                      <a:pt x="3565633" y="2077816"/>
                      <a:pt x="3565311" y="2078138"/>
                    </a:cubicBezTo>
                    <a:cubicBezTo>
                      <a:pt x="3564988" y="2078783"/>
                      <a:pt x="3564988" y="2079750"/>
                      <a:pt x="3564988" y="2081040"/>
                    </a:cubicBezTo>
                    <a:cubicBezTo>
                      <a:pt x="3564666" y="2084587"/>
                      <a:pt x="3564666" y="2089424"/>
                      <a:pt x="3560474" y="2095874"/>
                    </a:cubicBezTo>
                    <a:cubicBezTo>
                      <a:pt x="3556927" y="2101033"/>
                      <a:pt x="3553380" y="2102645"/>
                      <a:pt x="3550477" y="2104258"/>
                    </a:cubicBezTo>
                    <a:cubicBezTo>
                      <a:pt x="3547898" y="2105548"/>
                      <a:pt x="3546285" y="2106193"/>
                      <a:pt x="3544351" y="2109417"/>
                    </a:cubicBezTo>
                    <a:cubicBezTo>
                      <a:pt x="3543383" y="2111030"/>
                      <a:pt x="3542093" y="2112964"/>
                      <a:pt x="3540481" y="2114577"/>
                    </a:cubicBezTo>
                    <a:cubicBezTo>
                      <a:pt x="3539514" y="2115222"/>
                      <a:pt x="3537901" y="2115867"/>
                      <a:pt x="3536611" y="2115867"/>
                    </a:cubicBezTo>
                    <a:close/>
                    <a:moveTo>
                      <a:pt x="3632061" y="2105870"/>
                    </a:moveTo>
                    <a:cubicBezTo>
                      <a:pt x="3629481" y="2105870"/>
                      <a:pt x="3627224" y="2103935"/>
                      <a:pt x="3626579" y="2101356"/>
                    </a:cubicBezTo>
                    <a:cubicBezTo>
                      <a:pt x="3626257" y="2098776"/>
                      <a:pt x="3627547" y="2096196"/>
                      <a:pt x="3630126" y="2095229"/>
                    </a:cubicBezTo>
                    <a:cubicBezTo>
                      <a:pt x="3630449" y="2094261"/>
                      <a:pt x="3631094" y="2092327"/>
                      <a:pt x="3631416" y="2090714"/>
                    </a:cubicBezTo>
                    <a:lnTo>
                      <a:pt x="3636576" y="2091682"/>
                    </a:lnTo>
                    <a:lnTo>
                      <a:pt x="3641735" y="2093616"/>
                    </a:lnTo>
                    <a:cubicBezTo>
                      <a:pt x="3640445" y="2098776"/>
                      <a:pt x="3638510" y="2104580"/>
                      <a:pt x="3632706" y="2105548"/>
                    </a:cubicBezTo>
                    <a:cubicBezTo>
                      <a:pt x="3632383" y="2105870"/>
                      <a:pt x="3632061" y="2105870"/>
                      <a:pt x="3632061" y="2105870"/>
                    </a:cubicBezTo>
                    <a:close/>
                    <a:moveTo>
                      <a:pt x="3704616" y="2102001"/>
                    </a:moveTo>
                    <a:cubicBezTo>
                      <a:pt x="3703003" y="2102001"/>
                      <a:pt x="3701391" y="2101356"/>
                      <a:pt x="3700423" y="2100066"/>
                    </a:cubicBezTo>
                    <a:cubicBezTo>
                      <a:pt x="3698166" y="2097486"/>
                      <a:pt x="3696232" y="2095874"/>
                      <a:pt x="3694619" y="2094584"/>
                    </a:cubicBezTo>
                    <a:lnTo>
                      <a:pt x="3693652" y="2093939"/>
                    </a:lnTo>
                    <a:cubicBezTo>
                      <a:pt x="3691394" y="2092327"/>
                      <a:pt x="3690750" y="2088779"/>
                      <a:pt x="3692684" y="2086522"/>
                    </a:cubicBezTo>
                    <a:cubicBezTo>
                      <a:pt x="3694297" y="2084265"/>
                      <a:pt x="3697844" y="2083620"/>
                      <a:pt x="3700101" y="2085555"/>
                    </a:cubicBezTo>
                    <a:lnTo>
                      <a:pt x="3701069" y="2086200"/>
                    </a:lnTo>
                    <a:cubicBezTo>
                      <a:pt x="3703326" y="2087812"/>
                      <a:pt x="3705905" y="2089747"/>
                      <a:pt x="3709130" y="2093616"/>
                    </a:cubicBezTo>
                    <a:cubicBezTo>
                      <a:pt x="3711065" y="2095874"/>
                      <a:pt x="3710420" y="2099421"/>
                      <a:pt x="3708163" y="2101033"/>
                    </a:cubicBezTo>
                    <a:cubicBezTo>
                      <a:pt x="3707195" y="2101678"/>
                      <a:pt x="3705905" y="2102001"/>
                      <a:pt x="3704616" y="2102001"/>
                    </a:cubicBezTo>
                    <a:close/>
                    <a:moveTo>
                      <a:pt x="3800065" y="2091359"/>
                    </a:moveTo>
                    <a:cubicBezTo>
                      <a:pt x="3798775" y="2091359"/>
                      <a:pt x="3797485" y="2091037"/>
                      <a:pt x="3796518" y="2089747"/>
                    </a:cubicBezTo>
                    <a:cubicBezTo>
                      <a:pt x="3796518" y="2089747"/>
                      <a:pt x="3796518" y="2089747"/>
                      <a:pt x="3796518" y="2089747"/>
                    </a:cubicBezTo>
                    <a:cubicBezTo>
                      <a:pt x="3795228" y="2089747"/>
                      <a:pt x="3793938" y="2089424"/>
                      <a:pt x="3792326" y="2089102"/>
                    </a:cubicBezTo>
                    <a:cubicBezTo>
                      <a:pt x="3791358" y="2088779"/>
                      <a:pt x="3790391" y="2088779"/>
                      <a:pt x="3789101" y="2088457"/>
                    </a:cubicBezTo>
                    <a:cubicBezTo>
                      <a:pt x="3786199" y="2088135"/>
                      <a:pt x="3784264" y="2085232"/>
                      <a:pt x="3784587" y="2082330"/>
                    </a:cubicBezTo>
                    <a:cubicBezTo>
                      <a:pt x="3784909" y="2079428"/>
                      <a:pt x="3787811" y="2077493"/>
                      <a:pt x="3790714" y="2077816"/>
                    </a:cubicBezTo>
                    <a:cubicBezTo>
                      <a:pt x="3792004" y="2078138"/>
                      <a:pt x="3792971" y="2078138"/>
                      <a:pt x="3794261" y="2078461"/>
                    </a:cubicBezTo>
                    <a:cubicBezTo>
                      <a:pt x="3795551" y="2078783"/>
                      <a:pt x="3796518" y="2078783"/>
                      <a:pt x="3797485" y="2078783"/>
                    </a:cubicBezTo>
                    <a:cubicBezTo>
                      <a:pt x="3799743" y="2078783"/>
                      <a:pt x="3802000" y="2079750"/>
                      <a:pt x="3803935" y="2081685"/>
                    </a:cubicBezTo>
                    <a:cubicBezTo>
                      <a:pt x="3806192" y="2083620"/>
                      <a:pt x="3806192" y="2087167"/>
                      <a:pt x="3804257" y="2089424"/>
                    </a:cubicBezTo>
                    <a:cubicBezTo>
                      <a:pt x="3802967" y="2090714"/>
                      <a:pt x="3801355" y="2091359"/>
                      <a:pt x="3800065" y="2091359"/>
                    </a:cubicBezTo>
                    <a:close/>
                    <a:moveTo>
                      <a:pt x="3613036" y="2079750"/>
                    </a:moveTo>
                    <a:cubicBezTo>
                      <a:pt x="3612713" y="2079750"/>
                      <a:pt x="3612713" y="2079750"/>
                      <a:pt x="3612391" y="2079750"/>
                    </a:cubicBezTo>
                    <a:cubicBezTo>
                      <a:pt x="3609488" y="2079428"/>
                      <a:pt x="3607231" y="2076526"/>
                      <a:pt x="3607876" y="2073624"/>
                    </a:cubicBezTo>
                    <a:cubicBezTo>
                      <a:pt x="3607876" y="2072656"/>
                      <a:pt x="3608199" y="2071366"/>
                      <a:pt x="3608199" y="2070399"/>
                    </a:cubicBezTo>
                    <a:cubicBezTo>
                      <a:pt x="3608199" y="2066207"/>
                      <a:pt x="3607231" y="2063950"/>
                      <a:pt x="3606909" y="2063305"/>
                    </a:cubicBezTo>
                    <a:cubicBezTo>
                      <a:pt x="3605619" y="2062015"/>
                      <a:pt x="3603684" y="2060725"/>
                      <a:pt x="3601104" y="2059113"/>
                    </a:cubicBezTo>
                    <a:cubicBezTo>
                      <a:pt x="3598847" y="2057500"/>
                      <a:pt x="3596268" y="2055888"/>
                      <a:pt x="3593365" y="2053631"/>
                    </a:cubicBezTo>
                    <a:cubicBezTo>
                      <a:pt x="3591430" y="2052341"/>
                      <a:pt x="3589818" y="2050729"/>
                      <a:pt x="3588206" y="2049439"/>
                    </a:cubicBezTo>
                    <a:cubicBezTo>
                      <a:pt x="3584659" y="2046537"/>
                      <a:pt x="3581756" y="2043957"/>
                      <a:pt x="3579177" y="2042989"/>
                    </a:cubicBezTo>
                    <a:cubicBezTo>
                      <a:pt x="3578532" y="2042667"/>
                      <a:pt x="3577887" y="2042345"/>
                      <a:pt x="3577242" y="2042022"/>
                    </a:cubicBezTo>
                    <a:cubicBezTo>
                      <a:pt x="3574662" y="2040410"/>
                      <a:pt x="3573695" y="2037185"/>
                      <a:pt x="3575307" y="2034605"/>
                    </a:cubicBezTo>
                    <a:cubicBezTo>
                      <a:pt x="3576919" y="2032026"/>
                      <a:pt x="3580144" y="2031058"/>
                      <a:pt x="3582724" y="2032671"/>
                    </a:cubicBezTo>
                    <a:cubicBezTo>
                      <a:pt x="3583046" y="2032671"/>
                      <a:pt x="3583369" y="2032993"/>
                      <a:pt x="3583691" y="2032993"/>
                    </a:cubicBezTo>
                    <a:cubicBezTo>
                      <a:pt x="3587883" y="2034605"/>
                      <a:pt x="3591430" y="2037830"/>
                      <a:pt x="3595300" y="2041055"/>
                    </a:cubicBezTo>
                    <a:cubicBezTo>
                      <a:pt x="3596912" y="2042345"/>
                      <a:pt x="3598525" y="2043634"/>
                      <a:pt x="3600137" y="2044924"/>
                    </a:cubicBezTo>
                    <a:cubicBezTo>
                      <a:pt x="3602717" y="2046859"/>
                      <a:pt x="3604974" y="2048471"/>
                      <a:pt x="3607231" y="2049761"/>
                    </a:cubicBezTo>
                    <a:cubicBezTo>
                      <a:pt x="3610134" y="2051373"/>
                      <a:pt x="3612713" y="2053308"/>
                      <a:pt x="3614970" y="2055566"/>
                    </a:cubicBezTo>
                    <a:cubicBezTo>
                      <a:pt x="3618840" y="2059435"/>
                      <a:pt x="3619485" y="2066529"/>
                      <a:pt x="3619485" y="2070076"/>
                    </a:cubicBezTo>
                    <a:cubicBezTo>
                      <a:pt x="3619485" y="2071689"/>
                      <a:pt x="3619485" y="2073301"/>
                      <a:pt x="3619162" y="2074913"/>
                    </a:cubicBezTo>
                    <a:cubicBezTo>
                      <a:pt x="3618195" y="2077816"/>
                      <a:pt x="3615938" y="2079750"/>
                      <a:pt x="3613036" y="2079750"/>
                    </a:cubicBezTo>
                    <a:close/>
                    <a:moveTo>
                      <a:pt x="3374089" y="2079750"/>
                    </a:moveTo>
                    <a:cubicBezTo>
                      <a:pt x="3368285" y="2079750"/>
                      <a:pt x="3361191" y="2076848"/>
                      <a:pt x="3351517" y="2070399"/>
                    </a:cubicBezTo>
                    <a:cubicBezTo>
                      <a:pt x="3349259" y="2068787"/>
                      <a:pt x="3347002" y="2067497"/>
                      <a:pt x="3345067" y="2066207"/>
                    </a:cubicBezTo>
                    <a:cubicBezTo>
                      <a:pt x="3339263" y="2062015"/>
                      <a:pt x="3334749" y="2059113"/>
                      <a:pt x="3331202" y="2057823"/>
                    </a:cubicBezTo>
                    <a:cubicBezTo>
                      <a:pt x="3328299" y="2056855"/>
                      <a:pt x="3327009" y="2053631"/>
                      <a:pt x="3327977" y="2051051"/>
                    </a:cubicBezTo>
                    <a:cubicBezTo>
                      <a:pt x="3328944" y="2048149"/>
                      <a:pt x="3332169" y="2046859"/>
                      <a:pt x="3334749" y="2047826"/>
                    </a:cubicBezTo>
                    <a:cubicBezTo>
                      <a:pt x="3339586" y="2049761"/>
                      <a:pt x="3344422" y="2052986"/>
                      <a:pt x="3350872" y="2057500"/>
                    </a:cubicBezTo>
                    <a:cubicBezTo>
                      <a:pt x="3352807" y="2058790"/>
                      <a:pt x="3354741" y="2060080"/>
                      <a:pt x="3356999" y="2061692"/>
                    </a:cubicBezTo>
                    <a:cubicBezTo>
                      <a:pt x="3364415" y="2066529"/>
                      <a:pt x="3369897" y="2069109"/>
                      <a:pt x="3373444" y="2069109"/>
                    </a:cubicBezTo>
                    <a:cubicBezTo>
                      <a:pt x="3374734" y="2069109"/>
                      <a:pt x="3376024" y="2068787"/>
                      <a:pt x="3377314" y="2067819"/>
                    </a:cubicBezTo>
                    <a:cubicBezTo>
                      <a:pt x="3379894" y="2066207"/>
                      <a:pt x="3383118" y="2066852"/>
                      <a:pt x="3384731" y="2069432"/>
                    </a:cubicBezTo>
                    <a:cubicBezTo>
                      <a:pt x="3386343" y="2072011"/>
                      <a:pt x="3385698" y="2075236"/>
                      <a:pt x="3383118" y="2076848"/>
                    </a:cubicBezTo>
                    <a:cubicBezTo>
                      <a:pt x="3380539" y="2078783"/>
                      <a:pt x="3377636" y="2079750"/>
                      <a:pt x="3374089" y="2079750"/>
                    </a:cubicBezTo>
                    <a:close/>
                    <a:moveTo>
                      <a:pt x="3653344" y="2077493"/>
                    </a:moveTo>
                    <a:cubicBezTo>
                      <a:pt x="3651731" y="2077493"/>
                      <a:pt x="3650119" y="2076848"/>
                      <a:pt x="3649152" y="2075236"/>
                    </a:cubicBezTo>
                    <a:cubicBezTo>
                      <a:pt x="3647217" y="2072979"/>
                      <a:pt x="3647862" y="2069432"/>
                      <a:pt x="3650119" y="2067819"/>
                    </a:cubicBezTo>
                    <a:cubicBezTo>
                      <a:pt x="3650764" y="2067497"/>
                      <a:pt x="3651086" y="2067174"/>
                      <a:pt x="3651409" y="2066852"/>
                    </a:cubicBezTo>
                    <a:cubicBezTo>
                      <a:pt x="3653344" y="2064595"/>
                      <a:pt x="3653666" y="2059113"/>
                      <a:pt x="3653989" y="2053953"/>
                    </a:cubicBezTo>
                    <a:cubicBezTo>
                      <a:pt x="3653989" y="2052018"/>
                      <a:pt x="3654311" y="2050084"/>
                      <a:pt x="3654311" y="2048471"/>
                    </a:cubicBezTo>
                    <a:cubicBezTo>
                      <a:pt x="3654634" y="2045892"/>
                      <a:pt x="3655923" y="2038152"/>
                      <a:pt x="3667532" y="2038152"/>
                    </a:cubicBezTo>
                    <a:cubicBezTo>
                      <a:pt x="3672369" y="2038152"/>
                      <a:pt x="3677529" y="2039765"/>
                      <a:pt x="3680108" y="2040410"/>
                    </a:cubicBezTo>
                    <a:cubicBezTo>
                      <a:pt x="3683655" y="2041700"/>
                      <a:pt x="3686557" y="2044279"/>
                      <a:pt x="3687847" y="2048471"/>
                    </a:cubicBezTo>
                    <a:cubicBezTo>
                      <a:pt x="3688815" y="2051373"/>
                      <a:pt x="3687203" y="2054276"/>
                      <a:pt x="3684623" y="2055243"/>
                    </a:cubicBezTo>
                    <a:cubicBezTo>
                      <a:pt x="3681720" y="2056211"/>
                      <a:pt x="3678818" y="2054598"/>
                      <a:pt x="3677851" y="2052018"/>
                    </a:cubicBezTo>
                    <a:cubicBezTo>
                      <a:pt x="3677529" y="2050729"/>
                      <a:pt x="3676884" y="2050729"/>
                      <a:pt x="3676884" y="2050406"/>
                    </a:cubicBezTo>
                    <a:cubicBezTo>
                      <a:pt x="3673337" y="2049116"/>
                      <a:pt x="3670112" y="2048471"/>
                      <a:pt x="3667532" y="2048471"/>
                    </a:cubicBezTo>
                    <a:cubicBezTo>
                      <a:pt x="3665597" y="2048471"/>
                      <a:pt x="3664952" y="2048794"/>
                      <a:pt x="3664952" y="2048794"/>
                    </a:cubicBezTo>
                    <a:cubicBezTo>
                      <a:pt x="3664952" y="2050729"/>
                      <a:pt x="3664952" y="2052341"/>
                      <a:pt x="3664630" y="2053953"/>
                    </a:cubicBezTo>
                    <a:cubicBezTo>
                      <a:pt x="3664308" y="2061047"/>
                      <a:pt x="3663985" y="2068142"/>
                      <a:pt x="3659471" y="2073301"/>
                    </a:cubicBezTo>
                    <a:cubicBezTo>
                      <a:pt x="3658825" y="2074269"/>
                      <a:pt x="3657858" y="2075236"/>
                      <a:pt x="3656568" y="2075881"/>
                    </a:cubicBezTo>
                    <a:cubicBezTo>
                      <a:pt x="3655601" y="2077171"/>
                      <a:pt x="3654634" y="2077493"/>
                      <a:pt x="3653344" y="2077493"/>
                    </a:cubicBezTo>
                    <a:close/>
                    <a:moveTo>
                      <a:pt x="389356" y="2074591"/>
                    </a:moveTo>
                    <a:cubicBezTo>
                      <a:pt x="389034" y="2074591"/>
                      <a:pt x="388711" y="2074591"/>
                      <a:pt x="388389" y="2074591"/>
                    </a:cubicBezTo>
                    <a:cubicBezTo>
                      <a:pt x="385486" y="2073946"/>
                      <a:pt x="383552" y="2071044"/>
                      <a:pt x="384197" y="2068142"/>
                    </a:cubicBezTo>
                    <a:cubicBezTo>
                      <a:pt x="384519" y="2066207"/>
                      <a:pt x="384842" y="2064272"/>
                      <a:pt x="385486" y="2062337"/>
                    </a:cubicBezTo>
                    <a:lnTo>
                      <a:pt x="386454" y="2057823"/>
                    </a:lnTo>
                    <a:cubicBezTo>
                      <a:pt x="387099" y="2054921"/>
                      <a:pt x="389679" y="2052986"/>
                      <a:pt x="392581" y="2053308"/>
                    </a:cubicBezTo>
                    <a:cubicBezTo>
                      <a:pt x="395483" y="2053953"/>
                      <a:pt x="397418" y="2056533"/>
                      <a:pt x="397095" y="2059435"/>
                    </a:cubicBezTo>
                    <a:lnTo>
                      <a:pt x="396128" y="2063950"/>
                    </a:lnTo>
                    <a:cubicBezTo>
                      <a:pt x="395805" y="2066207"/>
                      <a:pt x="395483" y="2068142"/>
                      <a:pt x="394838" y="2070076"/>
                    </a:cubicBezTo>
                    <a:cubicBezTo>
                      <a:pt x="394193" y="2072979"/>
                      <a:pt x="391936" y="2074591"/>
                      <a:pt x="389356" y="2074591"/>
                    </a:cubicBezTo>
                    <a:close/>
                    <a:moveTo>
                      <a:pt x="3281864" y="2069754"/>
                    </a:moveTo>
                    <a:cubicBezTo>
                      <a:pt x="3278962" y="2069754"/>
                      <a:pt x="3276705" y="2067497"/>
                      <a:pt x="3276382" y="2064595"/>
                    </a:cubicBezTo>
                    <a:cubicBezTo>
                      <a:pt x="3276060" y="2061692"/>
                      <a:pt x="3278640" y="2059113"/>
                      <a:pt x="3281542" y="2058790"/>
                    </a:cubicBezTo>
                    <a:cubicBezTo>
                      <a:pt x="3284767" y="2058468"/>
                      <a:pt x="3287991" y="2058145"/>
                      <a:pt x="3291216" y="2057500"/>
                    </a:cubicBezTo>
                    <a:cubicBezTo>
                      <a:pt x="3294118" y="2056855"/>
                      <a:pt x="3297020" y="2058468"/>
                      <a:pt x="3297665" y="2061370"/>
                    </a:cubicBezTo>
                    <a:cubicBezTo>
                      <a:pt x="3298310" y="2064272"/>
                      <a:pt x="3296698" y="2067174"/>
                      <a:pt x="3293795" y="2067819"/>
                    </a:cubicBezTo>
                    <a:cubicBezTo>
                      <a:pt x="3290248" y="2068787"/>
                      <a:pt x="3286056" y="2069432"/>
                      <a:pt x="3281864" y="2069754"/>
                    </a:cubicBezTo>
                    <a:cubicBezTo>
                      <a:pt x="3282187" y="2069754"/>
                      <a:pt x="3281864" y="2069754"/>
                      <a:pt x="3281864" y="2069754"/>
                    </a:cubicBezTo>
                    <a:close/>
                    <a:moveTo>
                      <a:pt x="3489209" y="2068142"/>
                    </a:moveTo>
                    <a:cubicBezTo>
                      <a:pt x="3488242" y="2068142"/>
                      <a:pt x="3487274" y="2067819"/>
                      <a:pt x="3486307" y="2067497"/>
                    </a:cubicBezTo>
                    <a:cubicBezTo>
                      <a:pt x="3481792" y="2064917"/>
                      <a:pt x="3479213" y="2062337"/>
                      <a:pt x="3475343" y="2054921"/>
                    </a:cubicBezTo>
                    <a:cubicBezTo>
                      <a:pt x="3474376" y="2052986"/>
                      <a:pt x="3473731" y="2052663"/>
                      <a:pt x="3471796" y="2052663"/>
                    </a:cubicBezTo>
                    <a:cubicBezTo>
                      <a:pt x="3470184" y="2052663"/>
                      <a:pt x="3467926" y="2052986"/>
                      <a:pt x="3465347" y="2053308"/>
                    </a:cubicBezTo>
                    <a:cubicBezTo>
                      <a:pt x="3463412" y="2053631"/>
                      <a:pt x="3461155" y="2053953"/>
                      <a:pt x="3458897" y="2054276"/>
                    </a:cubicBezTo>
                    <a:cubicBezTo>
                      <a:pt x="3458253" y="2054276"/>
                      <a:pt x="3457608" y="2054276"/>
                      <a:pt x="3457285" y="2054598"/>
                    </a:cubicBezTo>
                    <a:cubicBezTo>
                      <a:pt x="3457285" y="2055243"/>
                      <a:pt x="3457285" y="2055888"/>
                      <a:pt x="3457285" y="2056533"/>
                    </a:cubicBezTo>
                    <a:cubicBezTo>
                      <a:pt x="3457285" y="2057823"/>
                      <a:pt x="3456963" y="2059113"/>
                      <a:pt x="3456640" y="2060403"/>
                    </a:cubicBezTo>
                    <a:cubicBezTo>
                      <a:pt x="3456318" y="2061047"/>
                      <a:pt x="3456318" y="2061370"/>
                      <a:pt x="3455995" y="2061692"/>
                    </a:cubicBezTo>
                    <a:cubicBezTo>
                      <a:pt x="3454706" y="2064272"/>
                      <a:pt x="3451481" y="2065562"/>
                      <a:pt x="3448901" y="2064272"/>
                    </a:cubicBezTo>
                    <a:cubicBezTo>
                      <a:pt x="3446321" y="2062982"/>
                      <a:pt x="3445031" y="2059758"/>
                      <a:pt x="3446321" y="2057178"/>
                    </a:cubicBezTo>
                    <a:cubicBezTo>
                      <a:pt x="3446321" y="2056855"/>
                      <a:pt x="3446644" y="2056855"/>
                      <a:pt x="3446644" y="2056533"/>
                    </a:cubicBezTo>
                    <a:cubicBezTo>
                      <a:pt x="3446644" y="2056211"/>
                      <a:pt x="3446644" y="2055566"/>
                      <a:pt x="3446321" y="2055243"/>
                    </a:cubicBezTo>
                    <a:cubicBezTo>
                      <a:pt x="3445999" y="2054276"/>
                      <a:pt x="3445676" y="2053308"/>
                      <a:pt x="3445676" y="2052018"/>
                    </a:cubicBezTo>
                    <a:cubicBezTo>
                      <a:pt x="3445676" y="2044924"/>
                      <a:pt x="3453738" y="2043957"/>
                      <a:pt x="3457608" y="2043634"/>
                    </a:cubicBezTo>
                    <a:cubicBezTo>
                      <a:pt x="3459865" y="2043312"/>
                      <a:pt x="3461800" y="2042989"/>
                      <a:pt x="3463735" y="2042667"/>
                    </a:cubicBezTo>
                    <a:cubicBezTo>
                      <a:pt x="3466637" y="2042345"/>
                      <a:pt x="3469216" y="2041700"/>
                      <a:pt x="3471796" y="2041700"/>
                    </a:cubicBezTo>
                    <a:cubicBezTo>
                      <a:pt x="3477600" y="2041700"/>
                      <a:pt x="3481792" y="2044279"/>
                      <a:pt x="3484695" y="2049439"/>
                    </a:cubicBezTo>
                    <a:cubicBezTo>
                      <a:pt x="3487919" y="2055243"/>
                      <a:pt x="3489209" y="2056211"/>
                      <a:pt x="3491789" y="2057823"/>
                    </a:cubicBezTo>
                    <a:cubicBezTo>
                      <a:pt x="3494369" y="2059435"/>
                      <a:pt x="3495014" y="2062660"/>
                      <a:pt x="3493724" y="2065240"/>
                    </a:cubicBezTo>
                    <a:cubicBezTo>
                      <a:pt x="3492756" y="2067174"/>
                      <a:pt x="3491144" y="2068142"/>
                      <a:pt x="3489209" y="2068142"/>
                    </a:cubicBezTo>
                    <a:close/>
                    <a:moveTo>
                      <a:pt x="3414720" y="2067819"/>
                    </a:moveTo>
                    <a:cubicBezTo>
                      <a:pt x="3413752" y="2067819"/>
                      <a:pt x="3412785" y="2067497"/>
                      <a:pt x="3412140" y="2067174"/>
                    </a:cubicBezTo>
                    <a:cubicBezTo>
                      <a:pt x="3411173" y="2066529"/>
                      <a:pt x="3410205" y="2066207"/>
                      <a:pt x="3408593" y="2066207"/>
                    </a:cubicBezTo>
                    <a:cubicBezTo>
                      <a:pt x="3407625" y="2066207"/>
                      <a:pt x="3406658" y="2066207"/>
                      <a:pt x="3406013" y="2066207"/>
                    </a:cubicBezTo>
                    <a:cubicBezTo>
                      <a:pt x="3405691" y="2066207"/>
                      <a:pt x="3405046" y="2066207"/>
                      <a:pt x="3404723" y="2066207"/>
                    </a:cubicBezTo>
                    <a:cubicBezTo>
                      <a:pt x="3401821" y="2066529"/>
                      <a:pt x="3399242" y="2063950"/>
                      <a:pt x="3399242" y="2061047"/>
                    </a:cubicBezTo>
                    <a:cubicBezTo>
                      <a:pt x="3399242" y="2058145"/>
                      <a:pt x="3401499" y="2055566"/>
                      <a:pt x="3404401" y="2055566"/>
                    </a:cubicBezTo>
                    <a:cubicBezTo>
                      <a:pt x="3405046" y="2055566"/>
                      <a:pt x="3405691" y="2055566"/>
                      <a:pt x="3406336" y="2055566"/>
                    </a:cubicBezTo>
                    <a:cubicBezTo>
                      <a:pt x="3407303" y="2055566"/>
                      <a:pt x="3408271" y="2055566"/>
                      <a:pt x="3409560" y="2055566"/>
                    </a:cubicBezTo>
                    <a:cubicBezTo>
                      <a:pt x="3412785" y="2055888"/>
                      <a:pt x="3415687" y="2056533"/>
                      <a:pt x="3417945" y="2057823"/>
                    </a:cubicBezTo>
                    <a:cubicBezTo>
                      <a:pt x="3420524" y="2059435"/>
                      <a:pt x="3421491" y="2062660"/>
                      <a:pt x="3419879" y="2065240"/>
                    </a:cubicBezTo>
                    <a:cubicBezTo>
                      <a:pt x="3418589" y="2066852"/>
                      <a:pt x="3416655" y="2067819"/>
                      <a:pt x="3414720" y="2067819"/>
                    </a:cubicBezTo>
                    <a:close/>
                    <a:moveTo>
                      <a:pt x="3255422" y="2066529"/>
                    </a:moveTo>
                    <a:cubicBezTo>
                      <a:pt x="3255100" y="2066529"/>
                      <a:pt x="3254455" y="2066529"/>
                      <a:pt x="3254132" y="2066207"/>
                    </a:cubicBezTo>
                    <a:cubicBezTo>
                      <a:pt x="3246716" y="2064272"/>
                      <a:pt x="3238654" y="2061692"/>
                      <a:pt x="3228980" y="2057823"/>
                    </a:cubicBezTo>
                    <a:lnTo>
                      <a:pt x="3223498" y="2055566"/>
                    </a:lnTo>
                    <a:cubicBezTo>
                      <a:pt x="3216726" y="2052663"/>
                      <a:pt x="3209955" y="2050084"/>
                      <a:pt x="3203183" y="2047504"/>
                    </a:cubicBezTo>
                    <a:cubicBezTo>
                      <a:pt x="3200281" y="2046537"/>
                      <a:pt x="3198991" y="2043312"/>
                      <a:pt x="3199958" y="2040732"/>
                    </a:cubicBezTo>
                    <a:cubicBezTo>
                      <a:pt x="3200926" y="2037830"/>
                      <a:pt x="3204150" y="2036540"/>
                      <a:pt x="3206730" y="2037508"/>
                    </a:cubicBezTo>
                    <a:cubicBezTo>
                      <a:pt x="3213824" y="2040087"/>
                      <a:pt x="3220919" y="2042989"/>
                      <a:pt x="3227690" y="2045569"/>
                    </a:cubicBezTo>
                    <a:lnTo>
                      <a:pt x="3233172" y="2047826"/>
                    </a:lnTo>
                    <a:cubicBezTo>
                      <a:pt x="3242201" y="2051373"/>
                      <a:pt x="3249618" y="2053953"/>
                      <a:pt x="3256712" y="2055888"/>
                    </a:cubicBezTo>
                    <a:cubicBezTo>
                      <a:pt x="3259614" y="2056533"/>
                      <a:pt x="3261227" y="2059435"/>
                      <a:pt x="3260582" y="2062337"/>
                    </a:cubicBezTo>
                    <a:cubicBezTo>
                      <a:pt x="3259937" y="2064917"/>
                      <a:pt x="3257680" y="2066529"/>
                      <a:pt x="3255422" y="2066529"/>
                    </a:cubicBezTo>
                    <a:close/>
                    <a:moveTo>
                      <a:pt x="3505332" y="2059435"/>
                    </a:moveTo>
                    <a:cubicBezTo>
                      <a:pt x="3504687" y="2059435"/>
                      <a:pt x="3504365" y="2059435"/>
                      <a:pt x="3503720" y="2059113"/>
                    </a:cubicBezTo>
                    <a:cubicBezTo>
                      <a:pt x="3500818" y="2058145"/>
                      <a:pt x="3499206" y="2055243"/>
                      <a:pt x="3500173" y="2052341"/>
                    </a:cubicBezTo>
                    <a:cubicBezTo>
                      <a:pt x="3501140" y="2048794"/>
                      <a:pt x="3502430" y="2045247"/>
                      <a:pt x="3503398" y="2041700"/>
                    </a:cubicBezTo>
                    <a:cubicBezTo>
                      <a:pt x="3504365" y="2038797"/>
                      <a:pt x="3507267" y="2037508"/>
                      <a:pt x="3510169" y="2038475"/>
                    </a:cubicBezTo>
                    <a:cubicBezTo>
                      <a:pt x="3513072" y="2039442"/>
                      <a:pt x="3514361" y="2042345"/>
                      <a:pt x="3513394" y="2045247"/>
                    </a:cubicBezTo>
                    <a:cubicBezTo>
                      <a:pt x="3512426" y="2048471"/>
                      <a:pt x="3511137" y="2052018"/>
                      <a:pt x="3510169" y="2055243"/>
                    </a:cubicBezTo>
                    <a:cubicBezTo>
                      <a:pt x="3509847" y="2058145"/>
                      <a:pt x="3507590" y="2059435"/>
                      <a:pt x="3505332" y="2059435"/>
                    </a:cubicBezTo>
                    <a:close/>
                    <a:moveTo>
                      <a:pt x="3570148" y="2054598"/>
                    </a:moveTo>
                    <a:cubicBezTo>
                      <a:pt x="3569180" y="2054598"/>
                      <a:pt x="3568536" y="2054276"/>
                      <a:pt x="3567568" y="2053953"/>
                    </a:cubicBezTo>
                    <a:cubicBezTo>
                      <a:pt x="3566601" y="2053308"/>
                      <a:pt x="3565956" y="2052986"/>
                      <a:pt x="3565633" y="2052986"/>
                    </a:cubicBezTo>
                    <a:cubicBezTo>
                      <a:pt x="3561764" y="2052663"/>
                      <a:pt x="3559507" y="2049116"/>
                      <a:pt x="3557572" y="2045247"/>
                    </a:cubicBezTo>
                    <a:cubicBezTo>
                      <a:pt x="3556282" y="2042667"/>
                      <a:pt x="3557249" y="2039442"/>
                      <a:pt x="3559829" y="2038152"/>
                    </a:cubicBezTo>
                    <a:cubicBezTo>
                      <a:pt x="3562409" y="2036863"/>
                      <a:pt x="3565633" y="2037830"/>
                      <a:pt x="3566923" y="2040410"/>
                    </a:cubicBezTo>
                    <a:cubicBezTo>
                      <a:pt x="3567568" y="2041377"/>
                      <a:pt x="3567890" y="2042022"/>
                      <a:pt x="3568213" y="2042667"/>
                    </a:cubicBezTo>
                    <a:cubicBezTo>
                      <a:pt x="3569180" y="2042989"/>
                      <a:pt x="3570793" y="2043634"/>
                      <a:pt x="3572727" y="2044602"/>
                    </a:cubicBezTo>
                    <a:cubicBezTo>
                      <a:pt x="3575307" y="2045892"/>
                      <a:pt x="3576275" y="2049439"/>
                      <a:pt x="3574985" y="2052018"/>
                    </a:cubicBezTo>
                    <a:cubicBezTo>
                      <a:pt x="3574017" y="2053308"/>
                      <a:pt x="3572083" y="2054598"/>
                      <a:pt x="3570148" y="2054598"/>
                    </a:cubicBezTo>
                    <a:close/>
                    <a:moveTo>
                      <a:pt x="4740372" y="2052018"/>
                    </a:moveTo>
                    <a:cubicBezTo>
                      <a:pt x="4739083" y="2052018"/>
                      <a:pt x="4738115" y="2051696"/>
                      <a:pt x="4737148" y="2051051"/>
                    </a:cubicBezTo>
                    <a:cubicBezTo>
                      <a:pt x="4734890" y="2049116"/>
                      <a:pt x="4734245" y="2045892"/>
                      <a:pt x="4736180" y="2043634"/>
                    </a:cubicBezTo>
                    <a:lnTo>
                      <a:pt x="4737148" y="2042667"/>
                    </a:lnTo>
                    <a:cubicBezTo>
                      <a:pt x="4738760" y="2040732"/>
                      <a:pt x="4740372" y="2038475"/>
                      <a:pt x="4741662" y="2035895"/>
                    </a:cubicBezTo>
                    <a:cubicBezTo>
                      <a:pt x="4743274" y="2033316"/>
                      <a:pt x="4746499" y="2032026"/>
                      <a:pt x="4749079" y="2033638"/>
                    </a:cubicBezTo>
                    <a:cubicBezTo>
                      <a:pt x="4751659" y="2034928"/>
                      <a:pt x="4752626" y="2038152"/>
                      <a:pt x="4751336" y="2040732"/>
                    </a:cubicBezTo>
                    <a:lnTo>
                      <a:pt x="4746499" y="2038152"/>
                    </a:lnTo>
                    <a:lnTo>
                      <a:pt x="4751014" y="2040732"/>
                    </a:lnTo>
                    <a:cubicBezTo>
                      <a:pt x="4751014" y="2040732"/>
                      <a:pt x="4750691" y="2041055"/>
                      <a:pt x="4750691" y="2041055"/>
                    </a:cubicBezTo>
                    <a:cubicBezTo>
                      <a:pt x="4748756" y="2044279"/>
                      <a:pt x="4747144" y="2046537"/>
                      <a:pt x="4745209" y="2048794"/>
                    </a:cubicBezTo>
                    <a:lnTo>
                      <a:pt x="4744242" y="2049761"/>
                    </a:lnTo>
                    <a:cubicBezTo>
                      <a:pt x="4743597" y="2051373"/>
                      <a:pt x="4741985" y="2052018"/>
                      <a:pt x="4740372" y="2052018"/>
                    </a:cubicBezTo>
                    <a:close/>
                    <a:moveTo>
                      <a:pt x="3122244" y="2051051"/>
                    </a:moveTo>
                    <a:cubicBezTo>
                      <a:pt x="3109023" y="2051051"/>
                      <a:pt x="3098382" y="2045569"/>
                      <a:pt x="3093545" y="2036218"/>
                    </a:cubicBezTo>
                    <a:cubicBezTo>
                      <a:pt x="3090643" y="2030413"/>
                      <a:pt x="3089998" y="2023642"/>
                      <a:pt x="3089676" y="2017515"/>
                    </a:cubicBezTo>
                    <a:cubicBezTo>
                      <a:pt x="3089676" y="2015902"/>
                      <a:pt x="3089676" y="2014613"/>
                      <a:pt x="3089353" y="2013000"/>
                    </a:cubicBezTo>
                    <a:cubicBezTo>
                      <a:pt x="3089030" y="2010098"/>
                      <a:pt x="3091288" y="2007518"/>
                      <a:pt x="3094190" y="2007196"/>
                    </a:cubicBezTo>
                    <a:cubicBezTo>
                      <a:pt x="3097092" y="2006873"/>
                      <a:pt x="3099672" y="2009131"/>
                      <a:pt x="3099994" y="2012033"/>
                    </a:cubicBezTo>
                    <a:cubicBezTo>
                      <a:pt x="3099994" y="2013645"/>
                      <a:pt x="3100317" y="2015257"/>
                      <a:pt x="3100317" y="2016547"/>
                    </a:cubicBezTo>
                    <a:cubicBezTo>
                      <a:pt x="3100639" y="2022029"/>
                      <a:pt x="3100962" y="2027189"/>
                      <a:pt x="3102896" y="2031058"/>
                    </a:cubicBezTo>
                    <a:cubicBezTo>
                      <a:pt x="3105799" y="2036540"/>
                      <a:pt x="3112893" y="2040087"/>
                      <a:pt x="3121922" y="2040087"/>
                    </a:cubicBezTo>
                    <a:cubicBezTo>
                      <a:pt x="3123212" y="2040087"/>
                      <a:pt x="3124179" y="2040087"/>
                      <a:pt x="3125469" y="2039765"/>
                    </a:cubicBezTo>
                    <a:cubicBezTo>
                      <a:pt x="3128371" y="2039442"/>
                      <a:pt x="3130951" y="2041700"/>
                      <a:pt x="3131273" y="2044602"/>
                    </a:cubicBezTo>
                    <a:cubicBezTo>
                      <a:pt x="3131596" y="2047504"/>
                      <a:pt x="3129339" y="2050084"/>
                      <a:pt x="3126436" y="2050406"/>
                    </a:cubicBezTo>
                    <a:cubicBezTo>
                      <a:pt x="3125469" y="2051051"/>
                      <a:pt x="3123857" y="2051051"/>
                      <a:pt x="3122244" y="2051051"/>
                    </a:cubicBezTo>
                    <a:close/>
                    <a:moveTo>
                      <a:pt x="3152234" y="2043957"/>
                    </a:moveTo>
                    <a:cubicBezTo>
                      <a:pt x="3149976" y="2043957"/>
                      <a:pt x="3147719" y="2042345"/>
                      <a:pt x="3147074" y="2040087"/>
                    </a:cubicBezTo>
                    <a:cubicBezTo>
                      <a:pt x="3146429" y="2037185"/>
                      <a:pt x="3148042" y="2034283"/>
                      <a:pt x="3150944" y="2033316"/>
                    </a:cubicBezTo>
                    <a:cubicBezTo>
                      <a:pt x="3154168" y="2032348"/>
                      <a:pt x="3156748" y="2031703"/>
                      <a:pt x="3159328" y="2031381"/>
                    </a:cubicBezTo>
                    <a:cubicBezTo>
                      <a:pt x="3160295" y="2031381"/>
                      <a:pt x="3161262" y="2031058"/>
                      <a:pt x="3161908" y="2031058"/>
                    </a:cubicBezTo>
                    <a:cubicBezTo>
                      <a:pt x="3164810" y="2030736"/>
                      <a:pt x="3167389" y="2032671"/>
                      <a:pt x="3168034" y="2035573"/>
                    </a:cubicBezTo>
                    <a:cubicBezTo>
                      <a:pt x="3168357" y="2038475"/>
                      <a:pt x="3166422" y="2041055"/>
                      <a:pt x="3163520" y="2041700"/>
                    </a:cubicBezTo>
                    <a:cubicBezTo>
                      <a:pt x="3162875" y="2041700"/>
                      <a:pt x="3161908" y="2042022"/>
                      <a:pt x="3161262" y="2042022"/>
                    </a:cubicBezTo>
                    <a:cubicBezTo>
                      <a:pt x="3159005" y="2042345"/>
                      <a:pt x="3156748" y="2042989"/>
                      <a:pt x="3153846" y="2043634"/>
                    </a:cubicBezTo>
                    <a:cubicBezTo>
                      <a:pt x="3153201" y="2043957"/>
                      <a:pt x="3152879" y="2043957"/>
                      <a:pt x="3152234" y="2043957"/>
                    </a:cubicBezTo>
                    <a:close/>
                    <a:moveTo>
                      <a:pt x="390001" y="2022029"/>
                    </a:moveTo>
                    <a:cubicBezTo>
                      <a:pt x="388389" y="2022029"/>
                      <a:pt x="386776" y="2021384"/>
                      <a:pt x="385809" y="2020094"/>
                    </a:cubicBezTo>
                    <a:cubicBezTo>
                      <a:pt x="384842" y="2019127"/>
                      <a:pt x="383552" y="2018160"/>
                      <a:pt x="382262" y="2017515"/>
                    </a:cubicBezTo>
                    <a:lnTo>
                      <a:pt x="381617" y="2017192"/>
                    </a:lnTo>
                    <a:cubicBezTo>
                      <a:pt x="380972" y="2016870"/>
                      <a:pt x="380327" y="2016225"/>
                      <a:pt x="379360" y="2015902"/>
                    </a:cubicBezTo>
                    <a:cubicBezTo>
                      <a:pt x="375813" y="2013645"/>
                      <a:pt x="370653" y="2009776"/>
                      <a:pt x="363559" y="2010743"/>
                    </a:cubicBezTo>
                    <a:lnTo>
                      <a:pt x="360979" y="2011065"/>
                    </a:lnTo>
                    <a:cubicBezTo>
                      <a:pt x="353562" y="2012033"/>
                      <a:pt x="346791" y="2013000"/>
                      <a:pt x="339374" y="2012355"/>
                    </a:cubicBezTo>
                    <a:cubicBezTo>
                      <a:pt x="336472" y="2012033"/>
                      <a:pt x="334215" y="2009453"/>
                      <a:pt x="334537" y="2006551"/>
                    </a:cubicBezTo>
                    <a:cubicBezTo>
                      <a:pt x="334860" y="2003649"/>
                      <a:pt x="337117" y="2001391"/>
                      <a:pt x="340341" y="2001714"/>
                    </a:cubicBezTo>
                    <a:cubicBezTo>
                      <a:pt x="347113" y="2002359"/>
                      <a:pt x="352918" y="2001391"/>
                      <a:pt x="360012" y="2000424"/>
                    </a:cubicBezTo>
                    <a:lnTo>
                      <a:pt x="362591" y="2000102"/>
                    </a:lnTo>
                    <a:cubicBezTo>
                      <a:pt x="373555" y="1998812"/>
                      <a:pt x="381939" y="2004294"/>
                      <a:pt x="385809" y="2007196"/>
                    </a:cubicBezTo>
                    <a:cubicBezTo>
                      <a:pt x="386454" y="2007518"/>
                      <a:pt x="387099" y="2007841"/>
                      <a:pt x="387421" y="2008163"/>
                    </a:cubicBezTo>
                    <a:lnTo>
                      <a:pt x="388066" y="2008486"/>
                    </a:lnTo>
                    <a:cubicBezTo>
                      <a:pt x="389679" y="2009453"/>
                      <a:pt x="392581" y="2011065"/>
                      <a:pt x="394515" y="2013645"/>
                    </a:cubicBezTo>
                    <a:cubicBezTo>
                      <a:pt x="396450" y="2015902"/>
                      <a:pt x="396128" y="2019450"/>
                      <a:pt x="393871" y="2021062"/>
                    </a:cubicBezTo>
                    <a:cubicBezTo>
                      <a:pt x="392581" y="2021707"/>
                      <a:pt x="391291" y="2022029"/>
                      <a:pt x="390001" y="2022029"/>
                    </a:cubicBezTo>
                    <a:close/>
                    <a:moveTo>
                      <a:pt x="3027762" y="2020739"/>
                    </a:moveTo>
                    <a:cubicBezTo>
                      <a:pt x="3010672" y="2020739"/>
                      <a:pt x="2996483" y="2009776"/>
                      <a:pt x="2983262" y="1999457"/>
                    </a:cubicBezTo>
                    <a:lnTo>
                      <a:pt x="2980360" y="1997199"/>
                    </a:lnTo>
                    <a:cubicBezTo>
                      <a:pt x="2978103" y="1995265"/>
                      <a:pt x="2977458" y="1992040"/>
                      <a:pt x="2979392" y="1989783"/>
                    </a:cubicBezTo>
                    <a:cubicBezTo>
                      <a:pt x="2981327" y="1987525"/>
                      <a:pt x="2984552" y="1986881"/>
                      <a:pt x="2986809" y="1988815"/>
                    </a:cubicBezTo>
                    <a:lnTo>
                      <a:pt x="2989711" y="1991073"/>
                    </a:lnTo>
                    <a:cubicBezTo>
                      <a:pt x="3003255" y="2001391"/>
                      <a:pt x="3015509" y="2011388"/>
                      <a:pt x="3030342" y="2010098"/>
                    </a:cubicBezTo>
                    <a:cubicBezTo>
                      <a:pt x="3033244" y="2009776"/>
                      <a:pt x="3035824" y="2012033"/>
                      <a:pt x="3036146" y="2014935"/>
                    </a:cubicBezTo>
                    <a:cubicBezTo>
                      <a:pt x="3036469" y="2017837"/>
                      <a:pt x="3034212" y="2020417"/>
                      <a:pt x="3031309" y="2020739"/>
                    </a:cubicBezTo>
                    <a:cubicBezTo>
                      <a:pt x="3030019" y="2020739"/>
                      <a:pt x="3029052" y="2020739"/>
                      <a:pt x="3027762" y="2020739"/>
                    </a:cubicBezTo>
                    <a:close/>
                    <a:moveTo>
                      <a:pt x="4747144" y="2018160"/>
                    </a:moveTo>
                    <a:cubicBezTo>
                      <a:pt x="4745532" y="2018160"/>
                      <a:pt x="4743919" y="2017515"/>
                      <a:pt x="4742630" y="2015902"/>
                    </a:cubicBezTo>
                    <a:cubicBezTo>
                      <a:pt x="4741985" y="2014935"/>
                      <a:pt x="4741340" y="2014290"/>
                      <a:pt x="4740694" y="2013323"/>
                    </a:cubicBezTo>
                    <a:cubicBezTo>
                      <a:pt x="4737792" y="2009776"/>
                      <a:pt x="4734568" y="2005584"/>
                      <a:pt x="4734568" y="2000424"/>
                    </a:cubicBezTo>
                    <a:lnTo>
                      <a:pt x="4734568" y="1999457"/>
                    </a:lnTo>
                    <a:cubicBezTo>
                      <a:pt x="4734568" y="1997844"/>
                      <a:pt x="4734890" y="1995910"/>
                      <a:pt x="4735213" y="1993975"/>
                    </a:cubicBezTo>
                    <a:cubicBezTo>
                      <a:pt x="4735535" y="1990105"/>
                      <a:pt x="4736180" y="1985268"/>
                      <a:pt x="4736180" y="1981721"/>
                    </a:cubicBezTo>
                    <a:cubicBezTo>
                      <a:pt x="4736180" y="1979464"/>
                      <a:pt x="4735858" y="1978174"/>
                      <a:pt x="4735858" y="1977207"/>
                    </a:cubicBezTo>
                    <a:cubicBezTo>
                      <a:pt x="4735535" y="1976239"/>
                      <a:pt x="4734245" y="1974627"/>
                      <a:pt x="4732956" y="1972692"/>
                    </a:cubicBezTo>
                    <a:cubicBezTo>
                      <a:pt x="4731343" y="1970757"/>
                      <a:pt x="4729731" y="1968823"/>
                      <a:pt x="4728118" y="1965920"/>
                    </a:cubicBezTo>
                    <a:cubicBezTo>
                      <a:pt x="4726506" y="1963341"/>
                      <a:pt x="4727474" y="1960116"/>
                      <a:pt x="4730054" y="1958504"/>
                    </a:cubicBezTo>
                    <a:cubicBezTo>
                      <a:pt x="4732633" y="1956891"/>
                      <a:pt x="4735858" y="1957859"/>
                      <a:pt x="4737470" y="1960438"/>
                    </a:cubicBezTo>
                    <a:cubicBezTo>
                      <a:pt x="4738760" y="1962373"/>
                      <a:pt x="4740050" y="1964308"/>
                      <a:pt x="4741340" y="1965920"/>
                    </a:cubicBezTo>
                    <a:cubicBezTo>
                      <a:pt x="4743597" y="1968500"/>
                      <a:pt x="4745532" y="1971080"/>
                      <a:pt x="4746499" y="1974627"/>
                    </a:cubicBezTo>
                    <a:cubicBezTo>
                      <a:pt x="4746821" y="1976562"/>
                      <a:pt x="4747144" y="1978819"/>
                      <a:pt x="4747144" y="1981399"/>
                    </a:cubicBezTo>
                    <a:cubicBezTo>
                      <a:pt x="4747144" y="1985591"/>
                      <a:pt x="4746499" y="1990428"/>
                      <a:pt x="4746177" y="1994942"/>
                    </a:cubicBezTo>
                    <a:cubicBezTo>
                      <a:pt x="4745854" y="1996877"/>
                      <a:pt x="4745854" y="1998489"/>
                      <a:pt x="4745854" y="2000102"/>
                    </a:cubicBezTo>
                    <a:cubicBezTo>
                      <a:pt x="4745854" y="2001714"/>
                      <a:pt x="4747789" y="2004294"/>
                      <a:pt x="4749724" y="2006551"/>
                    </a:cubicBezTo>
                    <a:cubicBezTo>
                      <a:pt x="4750369" y="2007518"/>
                      <a:pt x="4751014" y="2008486"/>
                      <a:pt x="4751981" y="2009453"/>
                    </a:cubicBezTo>
                    <a:cubicBezTo>
                      <a:pt x="4753593" y="2011710"/>
                      <a:pt x="4753271" y="2015257"/>
                      <a:pt x="4750691" y="2016870"/>
                    </a:cubicBezTo>
                    <a:cubicBezTo>
                      <a:pt x="4749401" y="2017837"/>
                      <a:pt x="4748434" y="2018160"/>
                      <a:pt x="4747144" y="2018160"/>
                    </a:cubicBezTo>
                    <a:close/>
                    <a:moveTo>
                      <a:pt x="3526292" y="2010743"/>
                    </a:moveTo>
                    <a:cubicBezTo>
                      <a:pt x="3525970" y="2010743"/>
                      <a:pt x="3525325" y="2010743"/>
                      <a:pt x="3525003" y="2010743"/>
                    </a:cubicBezTo>
                    <a:cubicBezTo>
                      <a:pt x="3522101" y="2010098"/>
                      <a:pt x="3520488" y="2007196"/>
                      <a:pt x="3521133" y="2004294"/>
                    </a:cubicBezTo>
                    <a:cubicBezTo>
                      <a:pt x="3521778" y="2001391"/>
                      <a:pt x="3522101" y="1997844"/>
                      <a:pt x="3522101" y="1994297"/>
                    </a:cubicBezTo>
                    <a:cubicBezTo>
                      <a:pt x="3522101" y="1989783"/>
                      <a:pt x="3521456" y="1985268"/>
                      <a:pt x="3520488" y="1982044"/>
                    </a:cubicBezTo>
                    <a:lnTo>
                      <a:pt x="3519521" y="1979464"/>
                    </a:lnTo>
                    <a:cubicBezTo>
                      <a:pt x="3517264" y="1972047"/>
                      <a:pt x="3515329" y="1965598"/>
                      <a:pt x="3508880" y="1959471"/>
                    </a:cubicBezTo>
                    <a:cubicBezTo>
                      <a:pt x="3506622" y="1957536"/>
                      <a:pt x="3506622" y="1953989"/>
                      <a:pt x="3508880" y="1951732"/>
                    </a:cubicBezTo>
                    <a:cubicBezTo>
                      <a:pt x="3510814" y="1949475"/>
                      <a:pt x="3514361" y="1949475"/>
                      <a:pt x="3516619" y="1951732"/>
                    </a:cubicBezTo>
                    <a:cubicBezTo>
                      <a:pt x="3525003" y="1960116"/>
                      <a:pt x="3527582" y="1968178"/>
                      <a:pt x="3529840" y="1976239"/>
                    </a:cubicBezTo>
                    <a:lnTo>
                      <a:pt x="3530485" y="1978819"/>
                    </a:lnTo>
                    <a:cubicBezTo>
                      <a:pt x="3531775" y="1983011"/>
                      <a:pt x="3532419" y="1988493"/>
                      <a:pt x="3532419" y="1994297"/>
                    </a:cubicBezTo>
                    <a:cubicBezTo>
                      <a:pt x="3532419" y="1998812"/>
                      <a:pt x="3532097" y="2003326"/>
                      <a:pt x="3531130" y="2006873"/>
                    </a:cubicBezTo>
                    <a:cubicBezTo>
                      <a:pt x="3531130" y="2009131"/>
                      <a:pt x="3528872" y="2010743"/>
                      <a:pt x="3526292" y="2010743"/>
                    </a:cubicBezTo>
                    <a:close/>
                    <a:moveTo>
                      <a:pt x="3055494" y="2010420"/>
                    </a:moveTo>
                    <a:cubicBezTo>
                      <a:pt x="3053882" y="2010420"/>
                      <a:pt x="3051947" y="2009453"/>
                      <a:pt x="3050980" y="2007841"/>
                    </a:cubicBezTo>
                    <a:cubicBezTo>
                      <a:pt x="3049367" y="2005261"/>
                      <a:pt x="3050012" y="2002036"/>
                      <a:pt x="3052592" y="2000424"/>
                    </a:cubicBezTo>
                    <a:lnTo>
                      <a:pt x="3053559" y="1999779"/>
                    </a:lnTo>
                    <a:cubicBezTo>
                      <a:pt x="3056461" y="1997844"/>
                      <a:pt x="3059041" y="1996232"/>
                      <a:pt x="3061944" y="1994620"/>
                    </a:cubicBezTo>
                    <a:cubicBezTo>
                      <a:pt x="3064523" y="1993007"/>
                      <a:pt x="3067748" y="1993975"/>
                      <a:pt x="3069360" y="1996554"/>
                    </a:cubicBezTo>
                    <a:cubicBezTo>
                      <a:pt x="3070973" y="1999134"/>
                      <a:pt x="3070005" y="2002359"/>
                      <a:pt x="3067425" y="2003971"/>
                    </a:cubicBezTo>
                    <a:cubicBezTo>
                      <a:pt x="3064846" y="2005584"/>
                      <a:pt x="3062266" y="2007196"/>
                      <a:pt x="3059364" y="2008808"/>
                    </a:cubicBezTo>
                    <a:lnTo>
                      <a:pt x="3058396" y="2009453"/>
                    </a:lnTo>
                    <a:cubicBezTo>
                      <a:pt x="3057429" y="2010098"/>
                      <a:pt x="3056461" y="2010420"/>
                      <a:pt x="3055494" y="2010420"/>
                    </a:cubicBezTo>
                    <a:close/>
                    <a:moveTo>
                      <a:pt x="316157" y="2001069"/>
                    </a:moveTo>
                    <a:cubicBezTo>
                      <a:pt x="314867" y="2001069"/>
                      <a:pt x="313577" y="2000747"/>
                      <a:pt x="312609" y="1999457"/>
                    </a:cubicBezTo>
                    <a:cubicBezTo>
                      <a:pt x="310352" y="1997522"/>
                      <a:pt x="307772" y="1994942"/>
                      <a:pt x="304870" y="1993007"/>
                    </a:cubicBezTo>
                    <a:cubicBezTo>
                      <a:pt x="302613" y="1991395"/>
                      <a:pt x="301968" y="1987848"/>
                      <a:pt x="303580" y="1985591"/>
                    </a:cubicBezTo>
                    <a:cubicBezTo>
                      <a:pt x="305193" y="1983333"/>
                      <a:pt x="308740" y="1982689"/>
                      <a:pt x="310997" y="1984301"/>
                    </a:cubicBezTo>
                    <a:cubicBezTo>
                      <a:pt x="314544" y="1986881"/>
                      <a:pt x="317124" y="1989460"/>
                      <a:pt x="319704" y="1991718"/>
                    </a:cubicBezTo>
                    <a:cubicBezTo>
                      <a:pt x="321961" y="1993652"/>
                      <a:pt x="321961" y="1997199"/>
                      <a:pt x="320026" y="1999457"/>
                    </a:cubicBezTo>
                    <a:cubicBezTo>
                      <a:pt x="318736" y="2000424"/>
                      <a:pt x="317446" y="2001069"/>
                      <a:pt x="316157" y="2001069"/>
                    </a:cubicBezTo>
                    <a:close/>
                    <a:moveTo>
                      <a:pt x="3812641" y="1985913"/>
                    </a:moveTo>
                    <a:cubicBezTo>
                      <a:pt x="3811029" y="1985913"/>
                      <a:pt x="3809417" y="1985591"/>
                      <a:pt x="3808127" y="1985268"/>
                    </a:cubicBezTo>
                    <a:cubicBezTo>
                      <a:pt x="3806514" y="1984623"/>
                      <a:pt x="3804257" y="1984623"/>
                      <a:pt x="3802000" y="1984623"/>
                    </a:cubicBezTo>
                    <a:cubicBezTo>
                      <a:pt x="3798130" y="1984301"/>
                      <a:pt x="3793293" y="1984301"/>
                      <a:pt x="3788779" y="1981721"/>
                    </a:cubicBezTo>
                    <a:cubicBezTo>
                      <a:pt x="3785554" y="1979786"/>
                      <a:pt x="3784264" y="1980431"/>
                      <a:pt x="3781040" y="1980754"/>
                    </a:cubicBezTo>
                    <a:cubicBezTo>
                      <a:pt x="3779427" y="1980754"/>
                      <a:pt x="3777170" y="1981076"/>
                      <a:pt x="3774590" y="1981076"/>
                    </a:cubicBezTo>
                    <a:cubicBezTo>
                      <a:pt x="3774590" y="1981076"/>
                      <a:pt x="3774590" y="1981076"/>
                      <a:pt x="3774590" y="1981076"/>
                    </a:cubicBezTo>
                    <a:cubicBezTo>
                      <a:pt x="3771688" y="1981076"/>
                      <a:pt x="3769431" y="1978819"/>
                      <a:pt x="3769109" y="1975917"/>
                    </a:cubicBezTo>
                    <a:cubicBezTo>
                      <a:pt x="3769109" y="1973015"/>
                      <a:pt x="3771366" y="1970435"/>
                      <a:pt x="3774268" y="1970435"/>
                    </a:cubicBezTo>
                    <a:cubicBezTo>
                      <a:pt x="3776525" y="1970435"/>
                      <a:pt x="3778460" y="1970112"/>
                      <a:pt x="3780072" y="1970112"/>
                    </a:cubicBezTo>
                    <a:cubicBezTo>
                      <a:pt x="3786199" y="1969790"/>
                      <a:pt x="3789101" y="1970112"/>
                      <a:pt x="3793938" y="1972370"/>
                    </a:cubicBezTo>
                    <a:cubicBezTo>
                      <a:pt x="3796196" y="1973659"/>
                      <a:pt x="3799420" y="1973659"/>
                      <a:pt x="3802645" y="1973982"/>
                    </a:cubicBezTo>
                    <a:cubicBezTo>
                      <a:pt x="3805870" y="1973982"/>
                      <a:pt x="3809094" y="1974304"/>
                      <a:pt x="3811996" y="1975272"/>
                    </a:cubicBezTo>
                    <a:lnTo>
                      <a:pt x="3811996" y="1975272"/>
                    </a:lnTo>
                    <a:cubicBezTo>
                      <a:pt x="3811996" y="1975272"/>
                      <a:pt x="3812319" y="1975272"/>
                      <a:pt x="3812641" y="1975272"/>
                    </a:cubicBezTo>
                    <a:cubicBezTo>
                      <a:pt x="3814899" y="1975272"/>
                      <a:pt x="3819090" y="1974304"/>
                      <a:pt x="3823605" y="1973337"/>
                    </a:cubicBezTo>
                    <a:lnTo>
                      <a:pt x="3826185" y="1972692"/>
                    </a:lnTo>
                    <a:cubicBezTo>
                      <a:pt x="3829087" y="1972047"/>
                      <a:pt x="3831989" y="1973982"/>
                      <a:pt x="3832634" y="1976884"/>
                    </a:cubicBezTo>
                    <a:cubicBezTo>
                      <a:pt x="3833279" y="1979786"/>
                      <a:pt x="3831344" y="1982689"/>
                      <a:pt x="3828442" y="1983333"/>
                    </a:cubicBezTo>
                    <a:lnTo>
                      <a:pt x="3825862" y="1983978"/>
                    </a:lnTo>
                    <a:cubicBezTo>
                      <a:pt x="3820703" y="1984946"/>
                      <a:pt x="3816188" y="1985913"/>
                      <a:pt x="3812641" y="1985913"/>
                    </a:cubicBezTo>
                    <a:close/>
                    <a:moveTo>
                      <a:pt x="3853594" y="1980754"/>
                    </a:moveTo>
                    <a:cubicBezTo>
                      <a:pt x="3850692" y="1980754"/>
                      <a:pt x="3848435" y="1978496"/>
                      <a:pt x="3848112" y="1975594"/>
                    </a:cubicBezTo>
                    <a:cubicBezTo>
                      <a:pt x="3848112" y="1972692"/>
                      <a:pt x="3850370" y="1970112"/>
                      <a:pt x="3853272" y="1970112"/>
                    </a:cubicBezTo>
                    <a:cubicBezTo>
                      <a:pt x="3857786" y="1969790"/>
                      <a:pt x="3859399" y="1969468"/>
                      <a:pt x="3860688" y="1968500"/>
                    </a:cubicBezTo>
                    <a:cubicBezTo>
                      <a:pt x="3863268" y="1966888"/>
                      <a:pt x="3866493" y="1967533"/>
                      <a:pt x="3868105" y="1969790"/>
                    </a:cubicBezTo>
                    <a:cubicBezTo>
                      <a:pt x="3869717" y="1972370"/>
                      <a:pt x="3869073" y="1975594"/>
                      <a:pt x="3866815" y="1977207"/>
                    </a:cubicBezTo>
                    <a:cubicBezTo>
                      <a:pt x="3862946" y="1980109"/>
                      <a:pt x="3859076" y="1980754"/>
                      <a:pt x="3853594" y="1980754"/>
                    </a:cubicBezTo>
                    <a:cubicBezTo>
                      <a:pt x="3853917" y="1980754"/>
                      <a:pt x="3853917" y="1980754"/>
                      <a:pt x="3853594" y="1980754"/>
                    </a:cubicBezTo>
                    <a:close/>
                    <a:moveTo>
                      <a:pt x="2945856" y="1978496"/>
                    </a:moveTo>
                    <a:cubicBezTo>
                      <a:pt x="2945534" y="1978496"/>
                      <a:pt x="2944889" y="1978496"/>
                      <a:pt x="2944566" y="1978174"/>
                    </a:cubicBezTo>
                    <a:cubicBezTo>
                      <a:pt x="2941342" y="1977207"/>
                      <a:pt x="2938117" y="1976562"/>
                      <a:pt x="2934570" y="1975917"/>
                    </a:cubicBezTo>
                    <a:cubicBezTo>
                      <a:pt x="2931668" y="1975272"/>
                      <a:pt x="2929733" y="1972692"/>
                      <a:pt x="2930055" y="1969790"/>
                    </a:cubicBezTo>
                    <a:cubicBezTo>
                      <a:pt x="2930378" y="1966888"/>
                      <a:pt x="2933280" y="1964953"/>
                      <a:pt x="2936182" y="1965275"/>
                    </a:cubicBezTo>
                    <a:cubicBezTo>
                      <a:pt x="2940052" y="1965920"/>
                      <a:pt x="2943599" y="1966565"/>
                      <a:pt x="2947146" y="1967533"/>
                    </a:cubicBezTo>
                    <a:cubicBezTo>
                      <a:pt x="2950048" y="1968178"/>
                      <a:pt x="2951660" y="1971080"/>
                      <a:pt x="2951016" y="1973982"/>
                    </a:cubicBezTo>
                    <a:cubicBezTo>
                      <a:pt x="2950371" y="1976884"/>
                      <a:pt x="2948113" y="1978496"/>
                      <a:pt x="2945856" y="1978496"/>
                    </a:cubicBezTo>
                    <a:close/>
                    <a:moveTo>
                      <a:pt x="3699779" y="1976562"/>
                    </a:moveTo>
                    <a:cubicBezTo>
                      <a:pt x="3697521" y="1976562"/>
                      <a:pt x="3695586" y="1975594"/>
                      <a:pt x="3693974" y="1973659"/>
                    </a:cubicBezTo>
                    <a:cubicBezTo>
                      <a:pt x="3691072" y="1972692"/>
                      <a:pt x="3687203" y="1970112"/>
                      <a:pt x="3679786" y="1964630"/>
                    </a:cubicBezTo>
                    <a:cubicBezTo>
                      <a:pt x="3676239" y="1962051"/>
                      <a:pt x="3672691" y="1959471"/>
                      <a:pt x="3669144" y="1956891"/>
                    </a:cubicBezTo>
                    <a:cubicBezTo>
                      <a:pt x="3667532" y="1955924"/>
                      <a:pt x="3666242" y="1954957"/>
                      <a:pt x="3665275" y="1954312"/>
                    </a:cubicBezTo>
                    <a:cubicBezTo>
                      <a:pt x="3661728" y="1951732"/>
                      <a:pt x="3660438" y="1951087"/>
                      <a:pt x="3658181" y="1950442"/>
                    </a:cubicBezTo>
                    <a:cubicBezTo>
                      <a:pt x="3655278" y="1949797"/>
                      <a:pt x="3653344" y="1946895"/>
                      <a:pt x="3653989" y="1943993"/>
                    </a:cubicBezTo>
                    <a:cubicBezTo>
                      <a:pt x="3654634" y="1941091"/>
                      <a:pt x="3657536" y="1939156"/>
                      <a:pt x="3660438" y="1939801"/>
                    </a:cubicBezTo>
                    <a:cubicBezTo>
                      <a:pt x="3664630" y="1940768"/>
                      <a:pt x="3667532" y="1942703"/>
                      <a:pt x="3671079" y="1945283"/>
                    </a:cubicBezTo>
                    <a:cubicBezTo>
                      <a:pt x="3672047" y="1945927"/>
                      <a:pt x="3673337" y="1946895"/>
                      <a:pt x="3674949" y="1947862"/>
                    </a:cubicBezTo>
                    <a:cubicBezTo>
                      <a:pt x="3678496" y="1950442"/>
                      <a:pt x="3682366" y="1953022"/>
                      <a:pt x="3685913" y="1955602"/>
                    </a:cubicBezTo>
                    <a:cubicBezTo>
                      <a:pt x="3689782" y="1958504"/>
                      <a:pt x="3694942" y="1962051"/>
                      <a:pt x="3696876" y="1963018"/>
                    </a:cubicBezTo>
                    <a:cubicBezTo>
                      <a:pt x="3698489" y="1963018"/>
                      <a:pt x="3699779" y="1963663"/>
                      <a:pt x="3700746" y="1964953"/>
                    </a:cubicBezTo>
                    <a:cubicBezTo>
                      <a:pt x="3701069" y="1964953"/>
                      <a:pt x="3701391" y="1964630"/>
                      <a:pt x="3702036" y="1964308"/>
                    </a:cubicBezTo>
                    <a:cubicBezTo>
                      <a:pt x="3704616" y="1963018"/>
                      <a:pt x="3707840" y="1963986"/>
                      <a:pt x="3709452" y="1966565"/>
                    </a:cubicBezTo>
                    <a:cubicBezTo>
                      <a:pt x="3710742" y="1969145"/>
                      <a:pt x="3709775" y="1972370"/>
                      <a:pt x="3707195" y="1973982"/>
                    </a:cubicBezTo>
                    <a:cubicBezTo>
                      <a:pt x="3704293" y="1975917"/>
                      <a:pt x="3701713" y="1976562"/>
                      <a:pt x="3699779" y="1976562"/>
                    </a:cubicBezTo>
                    <a:close/>
                    <a:moveTo>
                      <a:pt x="2908773" y="1973337"/>
                    </a:moveTo>
                    <a:cubicBezTo>
                      <a:pt x="2908128" y="1973337"/>
                      <a:pt x="2907483" y="1973337"/>
                      <a:pt x="2906838" y="1973015"/>
                    </a:cubicBezTo>
                    <a:cubicBezTo>
                      <a:pt x="2904903" y="1972370"/>
                      <a:pt x="2901033" y="1969790"/>
                      <a:pt x="2901033" y="1963341"/>
                    </a:cubicBezTo>
                    <a:cubicBezTo>
                      <a:pt x="2901033" y="1958504"/>
                      <a:pt x="2902968" y="1953022"/>
                      <a:pt x="2904903" y="1948185"/>
                    </a:cubicBezTo>
                    <a:cubicBezTo>
                      <a:pt x="2905548" y="1946250"/>
                      <a:pt x="2906516" y="1944315"/>
                      <a:pt x="2906838" y="1942703"/>
                    </a:cubicBezTo>
                    <a:cubicBezTo>
                      <a:pt x="2906838" y="1942058"/>
                      <a:pt x="2907160" y="1941413"/>
                      <a:pt x="2907160" y="1940123"/>
                    </a:cubicBezTo>
                    <a:cubicBezTo>
                      <a:pt x="2907160" y="1933996"/>
                      <a:pt x="2904258" y="1924967"/>
                      <a:pt x="2901356" y="1919808"/>
                    </a:cubicBezTo>
                    <a:cubicBezTo>
                      <a:pt x="2900066" y="1917228"/>
                      <a:pt x="2901033" y="1914004"/>
                      <a:pt x="2903613" y="1912391"/>
                    </a:cubicBezTo>
                    <a:cubicBezTo>
                      <a:pt x="2906193" y="1911101"/>
                      <a:pt x="2909418" y="1912069"/>
                      <a:pt x="2911030" y="1914648"/>
                    </a:cubicBezTo>
                    <a:cubicBezTo>
                      <a:pt x="2914577" y="1921098"/>
                      <a:pt x="2918124" y="1931739"/>
                      <a:pt x="2918124" y="1940123"/>
                    </a:cubicBezTo>
                    <a:cubicBezTo>
                      <a:pt x="2918124" y="1942058"/>
                      <a:pt x="2917802" y="1943993"/>
                      <a:pt x="2917479" y="1945605"/>
                    </a:cubicBezTo>
                    <a:cubicBezTo>
                      <a:pt x="2917157" y="1947217"/>
                      <a:pt x="2916189" y="1949475"/>
                      <a:pt x="2915222" y="1952054"/>
                    </a:cubicBezTo>
                    <a:cubicBezTo>
                      <a:pt x="2913610" y="1955924"/>
                      <a:pt x="2911997" y="1960761"/>
                      <a:pt x="2911997" y="1963341"/>
                    </a:cubicBezTo>
                    <a:cubicBezTo>
                      <a:pt x="2911997" y="1963341"/>
                      <a:pt x="2911997" y="1963341"/>
                      <a:pt x="2911997" y="1963341"/>
                    </a:cubicBezTo>
                    <a:cubicBezTo>
                      <a:pt x="2914255" y="1964630"/>
                      <a:pt x="2915222" y="1967533"/>
                      <a:pt x="2914255" y="1969790"/>
                    </a:cubicBezTo>
                    <a:cubicBezTo>
                      <a:pt x="2912965" y="1972047"/>
                      <a:pt x="2910708" y="1973337"/>
                      <a:pt x="2908773" y="1973337"/>
                    </a:cubicBezTo>
                    <a:close/>
                    <a:moveTo>
                      <a:pt x="280685" y="1965598"/>
                    </a:moveTo>
                    <a:cubicBezTo>
                      <a:pt x="277783" y="1965598"/>
                      <a:pt x="275526" y="1963341"/>
                      <a:pt x="275204" y="1960761"/>
                    </a:cubicBezTo>
                    <a:cubicBezTo>
                      <a:pt x="274881" y="1955279"/>
                      <a:pt x="274881" y="1949152"/>
                      <a:pt x="274881" y="1939478"/>
                    </a:cubicBezTo>
                    <a:cubicBezTo>
                      <a:pt x="274881" y="1922710"/>
                      <a:pt x="277461" y="1912069"/>
                      <a:pt x="283265" y="1904652"/>
                    </a:cubicBezTo>
                    <a:cubicBezTo>
                      <a:pt x="285200" y="1902395"/>
                      <a:pt x="288425" y="1902072"/>
                      <a:pt x="290682" y="1903685"/>
                    </a:cubicBezTo>
                    <a:cubicBezTo>
                      <a:pt x="292939" y="1905619"/>
                      <a:pt x="293262" y="1908844"/>
                      <a:pt x="291649" y="1911101"/>
                    </a:cubicBezTo>
                    <a:cubicBezTo>
                      <a:pt x="287457" y="1916583"/>
                      <a:pt x="285522" y="1924967"/>
                      <a:pt x="285522" y="1939156"/>
                    </a:cubicBezTo>
                    <a:cubicBezTo>
                      <a:pt x="285522" y="1948507"/>
                      <a:pt x="285522" y="1954634"/>
                      <a:pt x="285845" y="1959471"/>
                    </a:cubicBezTo>
                    <a:cubicBezTo>
                      <a:pt x="286167" y="1962373"/>
                      <a:pt x="283910" y="1964953"/>
                      <a:pt x="281008" y="1965275"/>
                    </a:cubicBezTo>
                    <a:cubicBezTo>
                      <a:pt x="281008" y="1965598"/>
                      <a:pt x="281008" y="1965598"/>
                      <a:pt x="280685" y="1965598"/>
                    </a:cubicBezTo>
                    <a:close/>
                    <a:moveTo>
                      <a:pt x="3939047" y="1963663"/>
                    </a:moveTo>
                    <a:cubicBezTo>
                      <a:pt x="3938725" y="1963663"/>
                      <a:pt x="3938403" y="1963663"/>
                      <a:pt x="3938080" y="1963663"/>
                    </a:cubicBezTo>
                    <a:cubicBezTo>
                      <a:pt x="3931308" y="1962373"/>
                      <a:pt x="3926149" y="1960438"/>
                      <a:pt x="3922602" y="1959149"/>
                    </a:cubicBezTo>
                    <a:cubicBezTo>
                      <a:pt x="3918410" y="1957536"/>
                      <a:pt x="3915830" y="1953989"/>
                      <a:pt x="3913573" y="1951087"/>
                    </a:cubicBezTo>
                    <a:cubicBezTo>
                      <a:pt x="3910348" y="1947217"/>
                      <a:pt x="3908413" y="1944638"/>
                      <a:pt x="3905188" y="1944638"/>
                    </a:cubicBezTo>
                    <a:cubicBezTo>
                      <a:pt x="3899062" y="1944638"/>
                      <a:pt x="3897127" y="1945283"/>
                      <a:pt x="3894547" y="1946895"/>
                    </a:cubicBezTo>
                    <a:cubicBezTo>
                      <a:pt x="3891968" y="1948185"/>
                      <a:pt x="3888743" y="1947217"/>
                      <a:pt x="3887453" y="1944638"/>
                    </a:cubicBezTo>
                    <a:cubicBezTo>
                      <a:pt x="3886163" y="1942058"/>
                      <a:pt x="3887131" y="1938833"/>
                      <a:pt x="3889710" y="1937543"/>
                    </a:cubicBezTo>
                    <a:cubicBezTo>
                      <a:pt x="3893902" y="1935286"/>
                      <a:pt x="3897449" y="1934319"/>
                      <a:pt x="3905188" y="1934319"/>
                    </a:cubicBezTo>
                    <a:cubicBezTo>
                      <a:pt x="3913895" y="1934319"/>
                      <a:pt x="3918410" y="1940446"/>
                      <a:pt x="3921957" y="1944638"/>
                    </a:cubicBezTo>
                    <a:cubicBezTo>
                      <a:pt x="3923569" y="1946572"/>
                      <a:pt x="3925181" y="1948830"/>
                      <a:pt x="3926794" y="1949475"/>
                    </a:cubicBezTo>
                    <a:cubicBezTo>
                      <a:pt x="3930018" y="1950764"/>
                      <a:pt x="3934210" y="1952377"/>
                      <a:pt x="3940015" y="1953344"/>
                    </a:cubicBezTo>
                    <a:cubicBezTo>
                      <a:pt x="3942917" y="1953989"/>
                      <a:pt x="3944852" y="1956569"/>
                      <a:pt x="3944207" y="1959471"/>
                    </a:cubicBezTo>
                    <a:cubicBezTo>
                      <a:pt x="3943884" y="1961728"/>
                      <a:pt x="3941627" y="1963663"/>
                      <a:pt x="3939047" y="1963663"/>
                    </a:cubicBezTo>
                    <a:close/>
                    <a:moveTo>
                      <a:pt x="3965812" y="1963341"/>
                    </a:moveTo>
                    <a:cubicBezTo>
                      <a:pt x="3963232" y="1963341"/>
                      <a:pt x="3960975" y="1961406"/>
                      <a:pt x="3960652" y="1958826"/>
                    </a:cubicBezTo>
                    <a:cubicBezTo>
                      <a:pt x="3960008" y="1955924"/>
                      <a:pt x="3961942" y="1953022"/>
                      <a:pt x="3964845" y="1952699"/>
                    </a:cubicBezTo>
                    <a:cubicBezTo>
                      <a:pt x="3966135" y="1952377"/>
                      <a:pt x="3967424" y="1952054"/>
                      <a:pt x="3968714" y="1951732"/>
                    </a:cubicBezTo>
                    <a:cubicBezTo>
                      <a:pt x="3970971" y="1951087"/>
                      <a:pt x="3973229" y="1950764"/>
                      <a:pt x="3974841" y="1950120"/>
                    </a:cubicBezTo>
                    <a:cubicBezTo>
                      <a:pt x="3977743" y="1949475"/>
                      <a:pt x="3980645" y="1951087"/>
                      <a:pt x="3981613" y="1953989"/>
                    </a:cubicBezTo>
                    <a:cubicBezTo>
                      <a:pt x="3982258" y="1956891"/>
                      <a:pt x="3980645" y="1959793"/>
                      <a:pt x="3977743" y="1960761"/>
                    </a:cubicBezTo>
                    <a:cubicBezTo>
                      <a:pt x="3975808" y="1961406"/>
                      <a:pt x="3973874" y="1961728"/>
                      <a:pt x="3971294" y="1962373"/>
                    </a:cubicBezTo>
                    <a:cubicBezTo>
                      <a:pt x="3969681" y="1962696"/>
                      <a:pt x="3968392" y="1963018"/>
                      <a:pt x="3966779" y="1963341"/>
                    </a:cubicBezTo>
                    <a:cubicBezTo>
                      <a:pt x="3966457" y="1963341"/>
                      <a:pt x="3966135" y="1963341"/>
                      <a:pt x="3965812" y="1963341"/>
                    </a:cubicBezTo>
                    <a:close/>
                    <a:moveTo>
                      <a:pt x="3737829" y="1961083"/>
                    </a:moveTo>
                    <a:cubicBezTo>
                      <a:pt x="3737507" y="1961083"/>
                      <a:pt x="3737184" y="1961083"/>
                      <a:pt x="3736862" y="1961083"/>
                    </a:cubicBezTo>
                    <a:cubicBezTo>
                      <a:pt x="3735572" y="1960761"/>
                      <a:pt x="3734605" y="1960761"/>
                      <a:pt x="3732670" y="1960761"/>
                    </a:cubicBezTo>
                    <a:lnTo>
                      <a:pt x="3727188" y="1960761"/>
                    </a:lnTo>
                    <a:lnTo>
                      <a:pt x="3727188" y="1960761"/>
                    </a:lnTo>
                    <a:cubicBezTo>
                      <a:pt x="3724286" y="1960761"/>
                      <a:pt x="3721706" y="1958504"/>
                      <a:pt x="3721706" y="1955279"/>
                    </a:cubicBezTo>
                    <a:cubicBezTo>
                      <a:pt x="3721706" y="1952377"/>
                      <a:pt x="3723963" y="1949797"/>
                      <a:pt x="3727188" y="1949797"/>
                    </a:cubicBezTo>
                    <a:lnTo>
                      <a:pt x="3730090" y="1949797"/>
                    </a:lnTo>
                    <a:cubicBezTo>
                      <a:pt x="3732670" y="1949797"/>
                      <a:pt x="3735250" y="1949475"/>
                      <a:pt x="3739119" y="1950120"/>
                    </a:cubicBezTo>
                    <a:cubicBezTo>
                      <a:pt x="3742021" y="1950764"/>
                      <a:pt x="3743956" y="1953344"/>
                      <a:pt x="3743311" y="1956246"/>
                    </a:cubicBezTo>
                    <a:cubicBezTo>
                      <a:pt x="3742667" y="1959149"/>
                      <a:pt x="3740409" y="1961083"/>
                      <a:pt x="3737829" y="1961083"/>
                    </a:cubicBezTo>
                    <a:close/>
                    <a:moveTo>
                      <a:pt x="4018051" y="1953989"/>
                    </a:moveTo>
                    <a:cubicBezTo>
                      <a:pt x="4016116" y="1953989"/>
                      <a:pt x="4014182" y="1952699"/>
                      <a:pt x="4013214" y="1950764"/>
                    </a:cubicBezTo>
                    <a:cubicBezTo>
                      <a:pt x="4011924" y="1948185"/>
                      <a:pt x="4013214" y="1944960"/>
                      <a:pt x="4015794" y="1943670"/>
                    </a:cubicBezTo>
                    <a:cubicBezTo>
                      <a:pt x="4019341" y="1942058"/>
                      <a:pt x="4021598" y="1939801"/>
                      <a:pt x="4024178" y="1937221"/>
                    </a:cubicBezTo>
                    <a:cubicBezTo>
                      <a:pt x="4028048" y="1933674"/>
                      <a:pt x="4032562" y="1929482"/>
                      <a:pt x="4039656" y="1929482"/>
                    </a:cubicBezTo>
                    <a:cubicBezTo>
                      <a:pt x="4042559" y="1929482"/>
                      <a:pt x="4045783" y="1930127"/>
                      <a:pt x="4049008" y="1931739"/>
                    </a:cubicBezTo>
                    <a:cubicBezTo>
                      <a:pt x="4056425" y="1934964"/>
                      <a:pt x="4061584" y="1938188"/>
                      <a:pt x="4065453" y="1940446"/>
                    </a:cubicBezTo>
                    <a:lnTo>
                      <a:pt x="4067388" y="1941413"/>
                    </a:lnTo>
                    <a:cubicBezTo>
                      <a:pt x="4069968" y="1943025"/>
                      <a:pt x="4070613" y="1946250"/>
                      <a:pt x="4069323" y="1948830"/>
                    </a:cubicBezTo>
                    <a:cubicBezTo>
                      <a:pt x="4067711" y="1951409"/>
                      <a:pt x="4064486" y="1952054"/>
                      <a:pt x="4061906" y="1950764"/>
                    </a:cubicBezTo>
                    <a:lnTo>
                      <a:pt x="4059972" y="1949475"/>
                    </a:lnTo>
                    <a:cubicBezTo>
                      <a:pt x="4056102" y="1947217"/>
                      <a:pt x="4051587" y="1944315"/>
                      <a:pt x="4044816" y="1941413"/>
                    </a:cubicBezTo>
                    <a:cubicBezTo>
                      <a:pt x="4039011" y="1938833"/>
                      <a:pt x="4036754" y="1940123"/>
                      <a:pt x="4031595" y="1944960"/>
                    </a:cubicBezTo>
                    <a:cubicBezTo>
                      <a:pt x="4028693" y="1947540"/>
                      <a:pt x="4025145" y="1950764"/>
                      <a:pt x="4020308" y="1953022"/>
                    </a:cubicBezTo>
                    <a:cubicBezTo>
                      <a:pt x="4019664" y="1953667"/>
                      <a:pt x="4019019" y="1953989"/>
                      <a:pt x="4018051" y="1953989"/>
                    </a:cubicBezTo>
                    <a:close/>
                    <a:moveTo>
                      <a:pt x="3493079" y="1943025"/>
                    </a:moveTo>
                    <a:cubicBezTo>
                      <a:pt x="3491466" y="1943025"/>
                      <a:pt x="3489854" y="1942380"/>
                      <a:pt x="3488887" y="1941091"/>
                    </a:cubicBezTo>
                    <a:cubicBezTo>
                      <a:pt x="3486307" y="1937866"/>
                      <a:pt x="3484050" y="1934319"/>
                      <a:pt x="3482760" y="1930772"/>
                    </a:cubicBezTo>
                    <a:cubicBezTo>
                      <a:pt x="3481470" y="1928192"/>
                      <a:pt x="3482760" y="1924967"/>
                      <a:pt x="3485662" y="1923677"/>
                    </a:cubicBezTo>
                    <a:cubicBezTo>
                      <a:pt x="3488242" y="1922388"/>
                      <a:pt x="3491466" y="1923677"/>
                      <a:pt x="3492756" y="1926580"/>
                    </a:cubicBezTo>
                    <a:cubicBezTo>
                      <a:pt x="3493724" y="1929159"/>
                      <a:pt x="3495658" y="1932061"/>
                      <a:pt x="3497593" y="1934641"/>
                    </a:cubicBezTo>
                    <a:cubicBezTo>
                      <a:pt x="3499528" y="1936898"/>
                      <a:pt x="3498883" y="1940446"/>
                      <a:pt x="3496626" y="1942058"/>
                    </a:cubicBezTo>
                    <a:cubicBezTo>
                      <a:pt x="3495336" y="1942703"/>
                      <a:pt x="3494046" y="1943025"/>
                      <a:pt x="3493079" y="1943025"/>
                    </a:cubicBezTo>
                    <a:close/>
                    <a:moveTo>
                      <a:pt x="4096733" y="1942703"/>
                    </a:moveTo>
                    <a:cubicBezTo>
                      <a:pt x="4096088" y="1942703"/>
                      <a:pt x="4095765" y="1942703"/>
                      <a:pt x="4095120" y="1942380"/>
                    </a:cubicBezTo>
                    <a:cubicBezTo>
                      <a:pt x="4092218" y="1941413"/>
                      <a:pt x="4089961" y="1941413"/>
                      <a:pt x="4088026" y="1942058"/>
                    </a:cubicBezTo>
                    <a:cubicBezTo>
                      <a:pt x="4085124" y="1943025"/>
                      <a:pt x="4082222" y="1941736"/>
                      <a:pt x="4081254" y="1938833"/>
                    </a:cubicBezTo>
                    <a:cubicBezTo>
                      <a:pt x="4080287" y="1935931"/>
                      <a:pt x="4081577" y="1933029"/>
                      <a:pt x="4084479" y="1932061"/>
                    </a:cubicBezTo>
                    <a:cubicBezTo>
                      <a:pt x="4088671" y="1930449"/>
                      <a:pt x="4093508" y="1930449"/>
                      <a:pt x="4098345" y="1932061"/>
                    </a:cubicBezTo>
                    <a:cubicBezTo>
                      <a:pt x="4101247" y="1933029"/>
                      <a:pt x="4102860" y="1935931"/>
                      <a:pt x="4101892" y="1938833"/>
                    </a:cubicBezTo>
                    <a:cubicBezTo>
                      <a:pt x="4101247" y="1941413"/>
                      <a:pt x="4098990" y="1942703"/>
                      <a:pt x="4096733" y="1942703"/>
                    </a:cubicBezTo>
                    <a:close/>
                    <a:moveTo>
                      <a:pt x="4138653" y="1938188"/>
                    </a:moveTo>
                    <a:cubicBezTo>
                      <a:pt x="4137363" y="1938188"/>
                      <a:pt x="4135751" y="1937543"/>
                      <a:pt x="4134783" y="1936576"/>
                    </a:cubicBezTo>
                    <a:cubicBezTo>
                      <a:pt x="4132849" y="1934319"/>
                      <a:pt x="4132849" y="1931094"/>
                      <a:pt x="4135106" y="1928837"/>
                    </a:cubicBezTo>
                    <a:cubicBezTo>
                      <a:pt x="4137041" y="1926902"/>
                      <a:pt x="4138653" y="1924000"/>
                      <a:pt x="4140588" y="1920775"/>
                    </a:cubicBezTo>
                    <a:cubicBezTo>
                      <a:pt x="4144457" y="1914004"/>
                      <a:pt x="4148972" y="1905619"/>
                      <a:pt x="4158968" y="1905619"/>
                    </a:cubicBezTo>
                    <a:lnTo>
                      <a:pt x="4158968" y="1905619"/>
                    </a:lnTo>
                    <a:cubicBezTo>
                      <a:pt x="4162193" y="1905619"/>
                      <a:pt x="4165740" y="1906587"/>
                      <a:pt x="4169932" y="1908522"/>
                    </a:cubicBezTo>
                    <a:cubicBezTo>
                      <a:pt x="4176059" y="1911746"/>
                      <a:pt x="4179928" y="1914326"/>
                      <a:pt x="4182508" y="1916261"/>
                    </a:cubicBezTo>
                    <a:cubicBezTo>
                      <a:pt x="4184766" y="1917873"/>
                      <a:pt x="4185411" y="1921420"/>
                      <a:pt x="4183798" y="1923677"/>
                    </a:cubicBezTo>
                    <a:cubicBezTo>
                      <a:pt x="4182186" y="1925935"/>
                      <a:pt x="4178639" y="1926580"/>
                      <a:pt x="4176381" y="1924967"/>
                    </a:cubicBezTo>
                    <a:cubicBezTo>
                      <a:pt x="4174124" y="1923355"/>
                      <a:pt x="4170577" y="1920775"/>
                      <a:pt x="4165095" y="1918196"/>
                    </a:cubicBezTo>
                    <a:cubicBezTo>
                      <a:pt x="4162838" y="1916906"/>
                      <a:pt x="4160903" y="1916261"/>
                      <a:pt x="4159291" y="1916261"/>
                    </a:cubicBezTo>
                    <a:lnTo>
                      <a:pt x="4159291" y="1916261"/>
                    </a:lnTo>
                    <a:cubicBezTo>
                      <a:pt x="4156066" y="1916261"/>
                      <a:pt x="4153809" y="1919485"/>
                      <a:pt x="4150262" y="1925935"/>
                    </a:cubicBezTo>
                    <a:cubicBezTo>
                      <a:pt x="4148005" y="1929804"/>
                      <a:pt x="4146070" y="1933674"/>
                      <a:pt x="4142845" y="1936576"/>
                    </a:cubicBezTo>
                    <a:cubicBezTo>
                      <a:pt x="4141233" y="1937543"/>
                      <a:pt x="4139943" y="1938188"/>
                      <a:pt x="4138653" y="1938188"/>
                    </a:cubicBezTo>
                    <a:close/>
                    <a:moveTo>
                      <a:pt x="4735213" y="1927870"/>
                    </a:moveTo>
                    <a:cubicBezTo>
                      <a:pt x="4734568" y="1927870"/>
                      <a:pt x="4733923" y="1927870"/>
                      <a:pt x="4733278" y="1927547"/>
                    </a:cubicBezTo>
                    <a:cubicBezTo>
                      <a:pt x="4730376" y="1926580"/>
                      <a:pt x="4729086" y="1923355"/>
                      <a:pt x="4730376" y="1920453"/>
                    </a:cubicBezTo>
                    <a:cubicBezTo>
                      <a:pt x="4731988" y="1916583"/>
                      <a:pt x="4733601" y="1913036"/>
                      <a:pt x="4735213" y="1910134"/>
                    </a:cubicBezTo>
                    <a:cubicBezTo>
                      <a:pt x="4736825" y="1907554"/>
                      <a:pt x="4740050" y="1906587"/>
                      <a:pt x="4742630" y="1908199"/>
                    </a:cubicBezTo>
                    <a:cubicBezTo>
                      <a:pt x="4745209" y="1909811"/>
                      <a:pt x="4746177" y="1913036"/>
                      <a:pt x="4744564" y="1915616"/>
                    </a:cubicBezTo>
                    <a:cubicBezTo>
                      <a:pt x="4743274" y="1917873"/>
                      <a:pt x="4741662" y="1921098"/>
                      <a:pt x="4740372" y="1924645"/>
                    </a:cubicBezTo>
                    <a:cubicBezTo>
                      <a:pt x="4739405" y="1926580"/>
                      <a:pt x="4737470" y="1927870"/>
                      <a:pt x="4735213" y="1927870"/>
                    </a:cubicBezTo>
                    <a:close/>
                    <a:moveTo>
                      <a:pt x="3639478" y="1926257"/>
                    </a:moveTo>
                    <a:cubicBezTo>
                      <a:pt x="3637865" y="1926257"/>
                      <a:pt x="3635931" y="1925290"/>
                      <a:pt x="3634963" y="1924000"/>
                    </a:cubicBezTo>
                    <a:cubicBezTo>
                      <a:pt x="3633351" y="1921420"/>
                      <a:pt x="3631094" y="1918840"/>
                      <a:pt x="3628836" y="1916906"/>
                    </a:cubicBezTo>
                    <a:cubicBezTo>
                      <a:pt x="3626579" y="1914971"/>
                      <a:pt x="3626257" y="1911424"/>
                      <a:pt x="3628191" y="1909167"/>
                    </a:cubicBezTo>
                    <a:cubicBezTo>
                      <a:pt x="3630126" y="1906909"/>
                      <a:pt x="3633673" y="1906587"/>
                      <a:pt x="3635931" y="1908522"/>
                    </a:cubicBezTo>
                    <a:cubicBezTo>
                      <a:pt x="3638833" y="1910779"/>
                      <a:pt x="3641735" y="1914326"/>
                      <a:pt x="3643992" y="1917873"/>
                    </a:cubicBezTo>
                    <a:cubicBezTo>
                      <a:pt x="3645605" y="1920453"/>
                      <a:pt x="3644960" y="1923677"/>
                      <a:pt x="3642380" y="1925290"/>
                    </a:cubicBezTo>
                    <a:cubicBezTo>
                      <a:pt x="3641735" y="1925935"/>
                      <a:pt x="3640445" y="1926257"/>
                      <a:pt x="3639478" y="1926257"/>
                    </a:cubicBezTo>
                    <a:close/>
                    <a:moveTo>
                      <a:pt x="4200889" y="1924645"/>
                    </a:moveTo>
                    <a:cubicBezTo>
                      <a:pt x="4200566" y="1924645"/>
                      <a:pt x="4200244" y="1924645"/>
                      <a:pt x="4199922" y="1924645"/>
                    </a:cubicBezTo>
                    <a:cubicBezTo>
                      <a:pt x="4197020" y="1924000"/>
                      <a:pt x="4195084" y="1921098"/>
                      <a:pt x="4195729" y="1918196"/>
                    </a:cubicBezTo>
                    <a:cubicBezTo>
                      <a:pt x="4196374" y="1915938"/>
                      <a:pt x="4196697" y="1912391"/>
                      <a:pt x="4197020" y="1908199"/>
                    </a:cubicBezTo>
                    <a:cubicBezTo>
                      <a:pt x="4197342" y="1905297"/>
                      <a:pt x="4199599" y="1903040"/>
                      <a:pt x="4202824" y="1903040"/>
                    </a:cubicBezTo>
                    <a:cubicBezTo>
                      <a:pt x="4205726" y="1903362"/>
                      <a:pt x="4207983" y="1905619"/>
                      <a:pt x="4207983" y="1908844"/>
                    </a:cubicBezTo>
                    <a:cubicBezTo>
                      <a:pt x="4207660" y="1913359"/>
                      <a:pt x="4207016" y="1917551"/>
                      <a:pt x="4206371" y="1920453"/>
                    </a:cubicBezTo>
                    <a:cubicBezTo>
                      <a:pt x="4205403" y="1923033"/>
                      <a:pt x="4203469" y="1924645"/>
                      <a:pt x="4200889" y="1924645"/>
                    </a:cubicBezTo>
                    <a:close/>
                    <a:moveTo>
                      <a:pt x="2767533" y="1919808"/>
                    </a:moveTo>
                    <a:cubicBezTo>
                      <a:pt x="2767533" y="1919808"/>
                      <a:pt x="2767211" y="1919808"/>
                      <a:pt x="2767211" y="1919808"/>
                    </a:cubicBezTo>
                    <a:cubicBezTo>
                      <a:pt x="2765598" y="1919808"/>
                      <a:pt x="2763019" y="1918840"/>
                      <a:pt x="2761729" y="1914971"/>
                    </a:cubicBezTo>
                    <a:cubicBezTo>
                      <a:pt x="2761406" y="1913681"/>
                      <a:pt x="2760117" y="1912069"/>
                      <a:pt x="2757859" y="1910134"/>
                    </a:cubicBezTo>
                    <a:cubicBezTo>
                      <a:pt x="2755602" y="1908199"/>
                      <a:pt x="2755280" y="1904975"/>
                      <a:pt x="2757214" y="1902717"/>
                    </a:cubicBezTo>
                    <a:cubicBezTo>
                      <a:pt x="2759149" y="1900460"/>
                      <a:pt x="2762696" y="1900138"/>
                      <a:pt x="2764631" y="1902072"/>
                    </a:cubicBezTo>
                    <a:cubicBezTo>
                      <a:pt x="2768178" y="1904975"/>
                      <a:pt x="2770435" y="1907877"/>
                      <a:pt x="2771403" y="1911101"/>
                    </a:cubicBezTo>
                    <a:cubicBezTo>
                      <a:pt x="2772370" y="1912069"/>
                      <a:pt x="2773015" y="1913681"/>
                      <a:pt x="2772693" y="1914971"/>
                    </a:cubicBezTo>
                    <a:cubicBezTo>
                      <a:pt x="2772693" y="1917551"/>
                      <a:pt x="2770435" y="1919808"/>
                      <a:pt x="2767533" y="1919808"/>
                    </a:cubicBezTo>
                    <a:close/>
                    <a:moveTo>
                      <a:pt x="2673373" y="1916261"/>
                    </a:moveTo>
                    <a:cubicBezTo>
                      <a:pt x="2672084" y="1916261"/>
                      <a:pt x="2670471" y="1915616"/>
                      <a:pt x="2669504" y="1914648"/>
                    </a:cubicBezTo>
                    <a:cubicBezTo>
                      <a:pt x="2666924" y="1912069"/>
                      <a:pt x="2664345" y="1909167"/>
                      <a:pt x="2662087" y="1905942"/>
                    </a:cubicBezTo>
                    <a:cubicBezTo>
                      <a:pt x="2660153" y="1903685"/>
                      <a:pt x="2660797" y="1900138"/>
                      <a:pt x="2663055" y="1898525"/>
                    </a:cubicBezTo>
                    <a:cubicBezTo>
                      <a:pt x="2665312" y="1896590"/>
                      <a:pt x="2668859" y="1897235"/>
                      <a:pt x="2670471" y="1899493"/>
                    </a:cubicBezTo>
                    <a:cubicBezTo>
                      <a:pt x="2672406" y="1902072"/>
                      <a:pt x="2674663" y="1904975"/>
                      <a:pt x="2676921" y="1907232"/>
                    </a:cubicBezTo>
                    <a:cubicBezTo>
                      <a:pt x="2678855" y="1909489"/>
                      <a:pt x="2678855" y="1912714"/>
                      <a:pt x="2676921" y="1914971"/>
                    </a:cubicBezTo>
                    <a:cubicBezTo>
                      <a:pt x="2675953" y="1915616"/>
                      <a:pt x="2674663" y="1916261"/>
                      <a:pt x="2673373" y="1916261"/>
                    </a:cubicBezTo>
                    <a:close/>
                    <a:moveTo>
                      <a:pt x="4763590" y="1911101"/>
                    </a:moveTo>
                    <a:cubicBezTo>
                      <a:pt x="4761655" y="1911101"/>
                      <a:pt x="4759720" y="1910134"/>
                      <a:pt x="4758753" y="1908199"/>
                    </a:cubicBezTo>
                    <a:cubicBezTo>
                      <a:pt x="4757463" y="1905619"/>
                      <a:pt x="4758108" y="1902395"/>
                      <a:pt x="4761010" y="1900782"/>
                    </a:cubicBezTo>
                    <a:cubicBezTo>
                      <a:pt x="4770039" y="1895623"/>
                      <a:pt x="4778423" y="1886272"/>
                      <a:pt x="4786807" y="1877243"/>
                    </a:cubicBezTo>
                    <a:cubicBezTo>
                      <a:pt x="4790354" y="1873050"/>
                      <a:pt x="4793901" y="1869503"/>
                      <a:pt x="4797449" y="1865956"/>
                    </a:cubicBezTo>
                    <a:lnTo>
                      <a:pt x="4798738" y="1864666"/>
                    </a:lnTo>
                    <a:cubicBezTo>
                      <a:pt x="4800996" y="1862732"/>
                      <a:pt x="4804220" y="1862732"/>
                      <a:pt x="4806478" y="1864666"/>
                    </a:cubicBezTo>
                    <a:cubicBezTo>
                      <a:pt x="4808412" y="1866924"/>
                      <a:pt x="4808412" y="1870148"/>
                      <a:pt x="4806478" y="1872406"/>
                    </a:cubicBezTo>
                    <a:lnTo>
                      <a:pt x="4805187" y="1873695"/>
                    </a:lnTo>
                    <a:cubicBezTo>
                      <a:pt x="4801963" y="1876920"/>
                      <a:pt x="4798416" y="1880790"/>
                      <a:pt x="4794869" y="1884659"/>
                    </a:cubicBezTo>
                    <a:cubicBezTo>
                      <a:pt x="4786162" y="1894333"/>
                      <a:pt x="4777133" y="1904652"/>
                      <a:pt x="4766492" y="1910456"/>
                    </a:cubicBezTo>
                    <a:cubicBezTo>
                      <a:pt x="4765524" y="1910779"/>
                      <a:pt x="4764557" y="1911101"/>
                      <a:pt x="4763590" y="1911101"/>
                    </a:cubicBezTo>
                    <a:close/>
                    <a:moveTo>
                      <a:pt x="2858791" y="1910456"/>
                    </a:moveTo>
                    <a:cubicBezTo>
                      <a:pt x="2856211" y="1910456"/>
                      <a:pt x="2853954" y="1908844"/>
                      <a:pt x="2853631" y="1906264"/>
                    </a:cubicBezTo>
                    <a:cubicBezTo>
                      <a:pt x="2852986" y="1903362"/>
                      <a:pt x="2854921" y="1900460"/>
                      <a:pt x="2857823" y="1899815"/>
                    </a:cubicBezTo>
                    <a:cubicBezTo>
                      <a:pt x="2859436" y="1899493"/>
                      <a:pt x="2860725" y="1898848"/>
                      <a:pt x="2862338" y="1898525"/>
                    </a:cubicBezTo>
                    <a:cubicBezTo>
                      <a:pt x="2863950" y="1897880"/>
                      <a:pt x="2865885" y="1897235"/>
                      <a:pt x="2868142" y="1896913"/>
                    </a:cubicBezTo>
                    <a:cubicBezTo>
                      <a:pt x="2871044" y="1896268"/>
                      <a:pt x="2873947" y="1897880"/>
                      <a:pt x="2874591" y="1900782"/>
                    </a:cubicBezTo>
                    <a:cubicBezTo>
                      <a:pt x="2875236" y="1903685"/>
                      <a:pt x="2873624" y="1906587"/>
                      <a:pt x="2870722" y="1907232"/>
                    </a:cubicBezTo>
                    <a:cubicBezTo>
                      <a:pt x="2868787" y="1907554"/>
                      <a:pt x="2867497" y="1908199"/>
                      <a:pt x="2866207" y="1908522"/>
                    </a:cubicBezTo>
                    <a:cubicBezTo>
                      <a:pt x="2864595" y="1909167"/>
                      <a:pt x="2862660" y="1909811"/>
                      <a:pt x="2860403" y="1910134"/>
                    </a:cubicBezTo>
                    <a:cubicBezTo>
                      <a:pt x="2859436" y="1910456"/>
                      <a:pt x="2859113" y="1910456"/>
                      <a:pt x="2858791" y="1910456"/>
                    </a:cubicBezTo>
                    <a:close/>
                    <a:moveTo>
                      <a:pt x="3620130" y="1902717"/>
                    </a:moveTo>
                    <a:cubicBezTo>
                      <a:pt x="3619162" y="1902717"/>
                      <a:pt x="3617873" y="1902395"/>
                      <a:pt x="3616905" y="1901750"/>
                    </a:cubicBezTo>
                    <a:cubicBezTo>
                      <a:pt x="3614648" y="1899815"/>
                      <a:pt x="3614003" y="1896590"/>
                      <a:pt x="3615938" y="1894333"/>
                    </a:cubicBezTo>
                    <a:cubicBezTo>
                      <a:pt x="3618195" y="1891109"/>
                      <a:pt x="3621420" y="1887239"/>
                      <a:pt x="3624322" y="1884014"/>
                    </a:cubicBezTo>
                    <a:cubicBezTo>
                      <a:pt x="3626579" y="1881435"/>
                      <a:pt x="3628514" y="1878855"/>
                      <a:pt x="3629804" y="1877243"/>
                    </a:cubicBezTo>
                    <a:cubicBezTo>
                      <a:pt x="3631094" y="1875630"/>
                      <a:pt x="3633028" y="1872728"/>
                      <a:pt x="3633028" y="1871761"/>
                    </a:cubicBezTo>
                    <a:lnTo>
                      <a:pt x="3633028" y="1871761"/>
                    </a:lnTo>
                    <a:cubicBezTo>
                      <a:pt x="3633028" y="1871761"/>
                      <a:pt x="3632383" y="1871116"/>
                      <a:pt x="3630126" y="1869826"/>
                    </a:cubicBezTo>
                    <a:cubicBezTo>
                      <a:pt x="3622710" y="1865956"/>
                      <a:pt x="3620775" y="1863054"/>
                      <a:pt x="3619162" y="1859507"/>
                    </a:cubicBezTo>
                    <a:lnTo>
                      <a:pt x="3618840" y="1858862"/>
                    </a:lnTo>
                    <a:cubicBezTo>
                      <a:pt x="3617550" y="1856282"/>
                      <a:pt x="3618840" y="1853058"/>
                      <a:pt x="3621420" y="1851768"/>
                    </a:cubicBezTo>
                    <a:cubicBezTo>
                      <a:pt x="3623999" y="1850478"/>
                      <a:pt x="3627224" y="1851768"/>
                      <a:pt x="3628514" y="1854347"/>
                    </a:cubicBezTo>
                    <a:lnTo>
                      <a:pt x="3628836" y="1854992"/>
                    </a:lnTo>
                    <a:cubicBezTo>
                      <a:pt x="3629804" y="1856927"/>
                      <a:pt x="3630126" y="1857572"/>
                      <a:pt x="3634641" y="1860152"/>
                    </a:cubicBezTo>
                    <a:cubicBezTo>
                      <a:pt x="3640445" y="1863054"/>
                      <a:pt x="3643347" y="1866924"/>
                      <a:pt x="3643347" y="1871761"/>
                    </a:cubicBezTo>
                    <a:cubicBezTo>
                      <a:pt x="3643347" y="1876275"/>
                      <a:pt x="3640445" y="1880145"/>
                      <a:pt x="3637865" y="1883692"/>
                    </a:cubicBezTo>
                    <a:cubicBezTo>
                      <a:pt x="3636576" y="1885627"/>
                      <a:pt x="3634318" y="1888206"/>
                      <a:pt x="3632061" y="1890786"/>
                    </a:cubicBezTo>
                    <a:cubicBezTo>
                      <a:pt x="3629481" y="1894011"/>
                      <a:pt x="3626257" y="1897558"/>
                      <a:pt x="3623999" y="1900782"/>
                    </a:cubicBezTo>
                    <a:cubicBezTo>
                      <a:pt x="3623354" y="1902072"/>
                      <a:pt x="3621742" y="1902717"/>
                      <a:pt x="3620130" y="1902717"/>
                    </a:cubicBezTo>
                    <a:close/>
                    <a:moveTo>
                      <a:pt x="2623069" y="1900782"/>
                    </a:moveTo>
                    <a:cubicBezTo>
                      <a:pt x="2616620" y="1900782"/>
                      <a:pt x="2610815" y="1899493"/>
                      <a:pt x="2605656" y="1897235"/>
                    </a:cubicBezTo>
                    <a:lnTo>
                      <a:pt x="2591790" y="1890464"/>
                    </a:lnTo>
                    <a:cubicBezTo>
                      <a:pt x="2589210" y="1889174"/>
                      <a:pt x="2587920" y="1885949"/>
                      <a:pt x="2589210" y="1883369"/>
                    </a:cubicBezTo>
                    <a:cubicBezTo>
                      <a:pt x="2590500" y="1880790"/>
                      <a:pt x="2593725" y="1879500"/>
                      <a:pt x="2596304" y="1880790"/>
                    </a:cubicBezTo>
                    <a:lnTo>
                      <a:pt x="2610170" y="1887561"/>
                    </a:lnTo>
                    <a:cubicBezTo>
                      <a:pt x="2612750" y="1888851"/>
                      <a:pt x="2616942" y="1890141"/>
                      <a:pt x="2622747" y="1890141"/>
                    </a:cubicBezTo>
                    <a:cubicBezTo>
                      <a:pt x="2627261" y="1890141"/>
                      <a:pt x="2631776" y="1889496"/>
                      <a:pt x="2636290" y="1887884"/>
                    </a:cubicBezTo>
                    <a:lnTo>
                      <a:pt x="2637580" y="1887561"/>
                    </a:lnTo>
                    <a:cubicBezTo>
                      <a:pt x="2639837" y="1886916"/>
                      <a:pt x="2641772" y="1886272"/>
                      <a:pt x="2643384" y="1885949"/>
                    </a:cubicBezTo>
                    <a:cubicBezTo>
                      <a:pt x="2646287" y="1884982"/>
                      <a:pt x="2649189" y="1886916"/>
                      <a:pt x="2649833" y="1889819"/>
                    </a:cubicBezTo>
                    <a:cubicBezTo>
                      <a:pt x="2650479" y="1892721"/>
                      <a:pt x="2648866" y="1895623"/>
                      <a:pt x="2645964" y="1896268"/>
                    </a:cubicBezTo>
                    <a:cubicBezTo>
                      <a:pt x="2644352" y="1896590"/>
                      <a:pt x="2642417" y="1897235"/>
                      <a:pt x="2640482" y="1897880"/>
                    </a:cubicBezTo>
                    <a:lnTo>
                      <a:pt x="2639192" y="1898203"/>
                    </a:lnTo>
                    <a:cubicBezTo>
                      <a:pt x="2634355" y="1899815"/>
                      <a:pt x="2628551" y="1900782"/>
                      <a:pt x="2623069" y="1900782"/>
                    </a:cubicBezTo>
                    <a:close/>
                    <a:moveTo>
                      <a:pt x="2799457" y="1898203"/>
                    </a:moveTo>
                    <a:cubicBezTo>
                      <a:pt x="2798490" y="1898203"/>
                      <a:pt x="2797522" y="1898203"/>
                      <a:pt x="2796232" y="1897880"/>
                    </a:cubicBezTo>
                    <a:cubicBezTo>
                      <a:pt x="2793330" y="1897558"/>
                      <a:pt x="2791073" y="1894978"/>
                      <a:pt x="2791718" y="1891753"/>
                    </a:cubicBezTo>
                    <a:cubicBezTo>
                      <a:pt x="2792041" y="1888851"/>
                      <a:pt x="2794620" y="1886594"/>
                      <a:pt x="2797845" y="1886916"/>
                    </a:cubicBezTo>
                    <a:cubicBezTo>
                      <a:pt x="2798490" y="1886916"/>
                      <a:pt x="2799135" y="1886916"/>
                      <a:pt x="2799780" y="1886916"/>
                    </a:cubicBezTo>
                    <a:cubicBezTo>
                      <a:pt x="2800747" y="1886916"/>
                      <a:pt x="2801069" y="1886916"/>
                      <a:pt x="2805262" y="1882402"/>
                    </a:cubicBezTo>
                    <a:lnTo>
                      <a:pt x="2806229" y="1881435"/>
                    </a:lnTo>
                    <a:cubicBezTo>
                      <a:pt x="2815581" y="1871116"/>
                      <a:pt x="2830091" y="1870148"/>
                      <a:pt x="2840410" y="1878855"/>
                    </a:cubicBezTo>
                    <a:cubicBezTo>
                      <a:pt x="2842990" y="1881112"/>
                      <a:pt x="2844925" y="1883692"/>
                      <a:pt x="2846537" y="1887561"/>
                    </a:cubicBezTo>
                    <a:cubicBezTo>
                      <a:pt x="2847827" y="1890141"/>
                      <a:pt x="2846537" y="1893366"/>
                      <a:pt x="2843635" y="1894656"/>
                    </a:cubicBezTo>
                    <a:cubicBezTo>
                      <a:pt x="2841055" y="1895945"/>
                      <a:pt x="2837830" y="1894656"/>
                      <a:pt x="2836541" y="1891753"/>
                    </a:cubicBezTo>
                    <a:cubicBezTo>
                      <a:pt x="2835573" y="1889496"/>
                      <a:pt x="2834606" y="1887884"/>
                      <a:pt x="2833316" y="1886916"/>
                    </a:cubicBezTo>
                    <a:cubicBezTo>
                      <a:pt x="2827189" y="1881757"/>
                      <a:pt x="2819450" y="1882402"/>
                      <a:pt x="2813968" y="1888529"/>
                    </a:cubicBezTo>
                    <a:lnTo>
                      <a:pt x="2813001" y="1889496"/>
                    </a:lnTo>
                    <a:cubicBezTo>
                      <a:pt x="2808164" y="1894978"/>
                      <a:pt x="2805584" y="1898203"/>
                      <a:pt x="2799457" y="1898203"/>
                    </a:cubicBezTo>
                    <a:close/>
                    <a:moveTo>
                      <a:pt x="2739156" y="1895623"/>
                    </a:moveTo>
                    <a:cubicBezTo>
                      <a:pt x="2738189" y="1895623"/>
                      <a:pt x="2737222" y="1895301"/>
                      <a:pt x="2736254" y="1894978"/>
                    </a:cubicBezTo>
                    <a:cubicBezTo>
                      <a:pt x="2733674" y="1893688"/>
                      <a:pt x="2728515" y="1891753"/>
                      <a:pt x="2717229" y="1891753"/>
                    </a:cubicBezTo>
                    <a:cubicBezTo>
                      <a:pt x="2708845" y="1891753"/>
                      <a:pt x="2699816" y="1892721"/>
                      <a:pt x="2693366" y="1893366"/>
                    </a:cubicBezTo>
                    <a:lnTo>
                      <a:pt x="2691109" y="1893688"/>
                    </a:lnTo>
                    <a:cubicBezTo>
                      <a:pt x="2690464" y="1893688"/>
                      <a:pt x="2690142" y="1894011"/>
                      <a:pt x="2689819" y="1894011"/>
                    </a:cubicBezTo>
                    <a:cubicBezTo>
                      <a:pt x="2687562" y="1895945"/>
                      <a:pt x="2684015" y="1895623"/>
                      <a:pt x="2682402" y="1893366"/>
                    </a:cubicBezTo>
                    <a:cubicBezTo>
                      <a:pt x="2680468" y="1891109"/>
                      <a:pt x="2680790" y="1887561"/>
                      <a:pt x="2683048" y="1885949"/>
                    </a:cubicBezTo>
                    <a:cubicBezTo>
                      <a:pt x="2684982" y="1884337"/>
                      <a:pt x="2687239" y="1883369"/>
                      <a:pt x="2690142" y="1883047"/>
                    </a:cubicBezTo>
                    <a:lnTo>
                      <a:pt x="2692399" y="1882724"/>
                    </a:lnTo>
                    <a:cubicBezTo>
                      <a:pt x="2699171" y="1882079"/>
                      <a:pt x="2708200" y="1881112"/>
                      <a:pt x="2717229" y="1881112"/>
                    </a:cubicBezTo>
                    <a:cubicBezTo>
                      <a:pt x="2728515" y="1881112"/>
                      <a:pt x="2736577" y="1882724"/>
                      <a:pt x="2741736" y="1885949"/>
                    </a:cubicBezTo>
                    <a:cubicBezTo>
                      <a:pt x="2744316" y="1887561"/>
                      <a:pt x="2744961" y="1890786"/>
                      <a:pt x="2743671" y="1893366"/>
                    </a:cubicBezTo>
                    <a:cubicBezTo>
                      <a:pt x="2743026" y="1894656"/>
                      <a:pt x="2741091" y="1895623"/>
                      <a:pt x="2739156" y="1895623"/>
                    </a:cubicBezTo>
                    <a:close/>
                    <a:moveTo>
                      <a:pt x="3493401" y="1895301"/>
                    </a:moveTo>
                    <a:cubicBezTo>
                      <a:pt x="3490821" y="1895301"/>
                      <a:pt x="3488564" y="1893688"/>
                      <a:pt x="3488242" y="1891109"/>
                    </a:cubicBezTo>
                    <a:cubicBezTo>
                      <a:pt x="3487274" y="1886594"/>
                      <a:pt x="3486629" y="1881757"/>
                      <a:pt x="3486629" y="1876275"/>
                    </a:cubicBezTo>
                    <a:cubicBezTo>
                      <a:pt x="3486629" y="1875308"/>
                      <a:pt x="3486629" y="1874340"/>
                      <a:pt x="3486629" y="1873050"/>
                    </a:cubicBezTo>
                    <a:cubicBezTo>
                      <a:pt x="3487274" y="1854992"/>
                      <a:pt x="3489209" y="1850478"/>
                      <a:pt x="3493401" y="1843061"/>
                    </a:cubicBezTo>
                    <a:cubicBezTo>
                      <a:pt x="3494046" y="1841771"/>
                      <a:pt x="3494691" y="1840804"/>
                      <a:pt x="3495336" y="1839192"/>
                    </a:cubicBezTo>
                    <a:cubicBezTo>
                      <a:pt x="3495658" y="1838547"/>
                      <a:pt x="3495981" y="1837579"/>
                      <a:pt x="3496303" y="1836612"/>
                    </a:cubicBezTo>
                    <a:cubicBezTo>
                      <a:pt x="3496948" y="1833710"/>
                      <a:pt x="3499850" y="1831775"/>
                      <a:pt x="3502753" y="1832420"/>
                    </a:cubicBezTo>
                    <a:cubicBezTo>
                      <a:pt x="3505655" y="1833065"/>
                      <a:pt x="3507590" y="1835967"/>
                      <a:pt x="3506945" y="1838869"/>
                    </a:cubicBezTo>
                    <a:cubicBezTo>
                      <a:pt x="3506622" y="1840482"/>
                      <a:pt x="3505977" y="1842416"/>
                      <a:pt x="3505332" y="1844029"/>
                    </a:cubicBezTo>
                    <a:cubicBezTo>
                      <a:pt x="3504687" y="1845641"/>
                      <a:pt x="3503720" y="1846931"/>
                      <a:pt x="3503075" y="1848221"/>
                    </a:cubicBezTo>
                    <a:cubicBezTo>
                      <a:pt x="3499850" y="1854347"/>
                      <a:pt x="3498238" y="1857250"/>
                      <a:pt x="3497593" y="1873373"/>
                    </a:cubicBezTo>
                    <a:cubicBezTo>
                      <a:pt x="3497593" y="1874340"/>
                      <a:pt x="3497593" y="1875308"/>
                      <a:pt x="3497593" y="1875953"/>
                    </a:cubicBezTo>
                    <a:cubicBezTo>
                      <a:pt x="3497593" y="1880790"/>
                      <a:pt x="3497916" y="1884659"/>
                      <a:pt x="3498883" y="1888529"/>
                    </a:cubicBezTo>
                    <a:cubicBezTo>
                      <a:pt x="3499528" y="1891431"/>
                      <a:pt x="3497593" y="1894333"/>
                      <a:pt x="3494691" y="1894978"/>
                    </a:cubicBezTo>
                    <a:cubicBezTo>
                      <a:pt x="3494369" y="1895301"/>
                      <a:pt x="3493724" y="1895301"/>
                      <a:pt x="3493401" y="1895301"/>
                    </a:cubicBezTo>
                    <a:close/>
                    <a:moveTo>
                      <a:pt x="302936" y="1891753"/>
                    </a:moveTo>
                    <a:cubicBezTo>
                      <a:pt x="302291" y="1891753"/>
                      <a:pt x="301646" y="1891753"/>
                      <a:pt x="301323" y="1891431"/>
                    </a:cubicBezTo>
                    <a:cubicBezTo>
                      <a:pt x="298421" y="1890464"/>
                      <a:pt x="297131" y="1887561"/>
                      <a:pt x="298099" y="1884659"/>
                    </a:cubicBezTo>
                    <a:cubicBezTo>
                      <a:pt x="299711" y="1880467"/>
                      <a:pt x="301001" y="1876598"/>
                      <a:pt x="303580" y="1873373"/>
                    </a:cubicBezTo>
                    <a:cubicBezTo>
                      <a:pt x="305515" y="1871116"/>
                      <a:pt x="308740" y="1870471"/>
                      <a:pt x="310997" y="1872406"/>
                    </a:cubicBezTo>
                    <a:cubicBezTo>
                      <a:pt x="313254" y="1874340"/>
                      <a:pt x="313899" y="1877565"/>
                      <a:pt x="311965" y="1879822"/>
                    </a:cubicBezTo>
                    <a:cubicBezTo>
                      <a:pt x="310675" y="1881757"/>
                      <a:pt x="309385" y="1884659"/>
                      <a:pt x="308417" y="1887884"/>
                    </a:cubicBezTo>
                    <a:cubicBezTo>
                      <a:pt x="307128" y="1890464"/>
                      <a:pt x="305193" y="1891753"/>
                      <a:pt x="302936" y="1891753"/>
                    </a:cubicBezTo>
                    <a:close/>
                    <a:moveTo>
                      <a:pt x="4185733" y="1876920"/>
                    </a:moveTo>
                    <a:cubicBezTo>
                      <a:pt x="4183475" y="1876920"/>
                      <a:pt x="4181218" y="1875630"/>
                      <a:pt x="4180573" y="1873050"/>
                    </a:cubicBezTo>
                    <a:cubicBezTo>
                      <a:pt x="4179928" y="1871116"/>
                      <a:pt x="4179606" y="1869181"/>
                      <a:pt x="4179606" y="1867246"/>
                    </a:cubicBezTo>
                    <a:cubicBezTo>
                      <a:pt x="4179606" y="1864021"/>
                      <a:pt x="4180573" y="1860474"/>
                      <a:pt x="4182186" y="1857572"/>
                    </a:cubicBezTo>
                    <a:cubicBezTo>
                      <a:pt x="4186700" y="1849188"/>
                      <a:pt x="4187668" y="1842094"/>
                      <a:pt x="4187668" y="1837257"/>
                    </a:cubicBezTo>
                    <a:cubicBezTo>
                      <a:pt x="4187668" y="1836934"/>
                      <a:pt x="4187345" y="1834032"/>
                      <a:pt x="4181218" y="1823391"/>
                    </a:cubicBezTo>
                    <a:cubicBezTo>
                      <a:pt x="4179606" y="1820811"/>
                      <a:pt x="4180573" y="1817586"/>
                      <a:pt x="4183153" y="1815974"/>
                    </a:cubicBezTo>
                    <a:cubicBezTo>
                      <a:pt x="4185733" y="1814362"/>
                      <a:pt x="4188958" y="1815329"/>
                      <a:pt x="4190570" y="1817909"/>
                    </a:cubicBezTo>
                    <a:cubicBezTo>
                      <a:pt x="4196052" y="1827583"/>
                      <a:pt x="4198309" y="1833065"/>
                      <a:pt x="4198309" y="1836934"/>
                    </a:cubicBezTo>
                    <a:cubicBezTo>
                      <a:pt x="4198309" y="1842739"/>
                      <a:pt x="4197020" y="1852090"/>
                      <a:pt x="4191537" y="1862409"/>
                    </a:cubicBezTo>
                    <a:cubicBezTo>
                      <a:pt x="4190570" y="1864021"/>
                      <a:pt x="4190247" y="1865634"/>
                      <a:pt x="4190247" y="1866924"/>
                    </a:cubicBezTo>
                    <a:cubicBezTo>
                      <a:pt x="4190247" y="1867891"/>
                      <a:pt x="4190247" y="1868536"/>
                      <a:pt x="4190570" y="1869503"/>
                    </a:cubicBezTo>
                    <a:cubicBezTo>
                      <a:pt x="4191537" y="1872406"/>
                      <a:pt x="4189925" y="1875308"/>
                      <a:pt x="4187023" y="1876275"/>
                    </a:cubicBezTo>
                    <a:cubicBezTo>
                      <a:pt x="4186700" y="1876920"/>
                      <a:pt x="4186055" y="1876920"/>
                      <a:pt x="4185733" y="1876920"/>
                    </a:cubicBezTo>
                    <a:close/>
                    <a:moveTo>
                      <a:pt x="2555352" y="1872406"/>
                    </a:moveTo>
                    <a:cubicBezTo>
                      <a:pt x="2554706" y="1872406"/>
                      <a:pt x="2553739" y="1872083"/>
                      <a:pt x="2553094" y="1871761"/>
                    </a:cubicBezTo>
                    <a:cubicBezTo>
                      <a:pt x="2549547" y="1870148"/>
                      <a:pt x="2546322" y="1868536"/>
                      <a:pt x="2543420" y="1867246"/>
                    </a:cubicBezTo>
                    <a:cubicBezTo>
                      <a:pt x="2540840" y="1865956"/>
                      <a:pt x="2539551" y="1862732"/>
                      <a:pt x="2540840" y="1860152"/>
                    </a:cubicBezTo>
                    <a:cubicBezTo>
                      <a:pt x="2542130" y="1857572"/>
                      <a:pt x="2545355" y="1856282"/>
                      <a:pt x="2547935" y="1857572"/>
                    </a:cubicBezTo>
                    <a:cubicBezTo>
                      <a:pt x="2550837" y="1858862"/>
                      <a:pt x="2554062" y="1860474"/>
                      <a:pt x="2557609" y="1862087"/>
                    </a:cubicBezTo>
                    <a:cubicBezTo>
                      <a:pt x="2560188" y="1863377"/>
                      <a:pt x="2561478" y="1866601"/>
                      <a:pt x="2560188" y="1869181"/>
                    </a:cubicBezTo>
                    <a:cubicBezTo>
                      <a:pt x="2559221" y="1871116"/>
                      <a:pt x="2557286" y="1872406"/>
                      <a:pt x="2555352" y="1872406"/>
                    </a:cubicBezTo>
                    <a:close/>
                    <a:moveTo>
                      <a:pt x="341954" y="1856927"/>
                    </a:moveTo>
                    <a:cubicBezTo>
                      <a:pt x="340019" y="1856927"/>
                      <a:pt x="338407" y="1855960"/>
                      <a:pt x="337439" y="1854347"/>
                    </a:cubicBezTo>
                    <a:cubicBezTo>
                      <a:pt x="335827" y="1851768"/>
                      <a:pt x="336794" y="1848543"/>
                      <a:pt x="339374" y="1846931"/>
                    </a:cubicBezTo>
                    <a:cubicBezTo>
                      <a:pt x="346146" y="1842739"/>
                      <a:pt x="350660" y="1838869"/>
                      <a:pt x="354530" y="1835322"/>
                    </a:cubicBezTo>
                    <a:cubicBezTo>
                      <a:pt x="358077" y="1832097"/>
                      <a:pt x="361302" y="1829518"/>
                      <a:pt x="364849" y="1827583"/>
                    </a:cubicBezTo>
                    <a:cubicBezTo>
                      <a:pt x="367428" y="1826293"/>
                      <a:pt x="369686" y="1824036"/>
                      <a:pt x="371943" y="1821456"/>
                    </a:cubicBezTo>
                    <a:cubicBezTo>
                      <a:pt x="374845" y="1818554"/>
                      <a:pt x="377747" y="1815329"/>
                      <a:pt x="381617" y="1813395"/>
                    </a:cubicBezTo>
                    <a:cubicBezTo>
                      <a:pt x="384197" y="1812105"/>
                      <a:pt x="387421" y="1813395"/>
                      <a:pt x="388711" y="1815974"/>
                    </a:cubicBezTo>
                    <a:cubicBezTo>
                      <a:pt x="390001" y="1818554"/>
                      <a:pt x="388711" y="1821779"/>
                      <a:pt x="386131" y="1823068"/>
                    </a:cubicBezTo>
                    <a:cubicBezTo>
                      <a:pt x="384197" y="1824036"/>
                      <a:pt x="381939" y="1826293"/>
                      <a:pt x="379682" y="1828550"/>
                    </a:cubicBezTo>
                    <a:cubicBezTo>
                      <a:pt x="376780" y="1831452"/>
                      <a:pt x="373878" y="1835000"/>
                      <a:pt x="369363" y="1836934"/>
                    </a:cubicBezTo>
                    <a:cubicBezTo>
                      <a:pt x="367106" y="1838224"/>
                      <a:pt x="364526" y="1840159"/>
                      <a:pt x="361302" y="1843061"/>
                    </a:cubicBezTo>
                    <a:cubicBezTo>
                      <a:pt x="357110" y="1846608"/>
                      <a:pt x="351950" y="1851445"/>
                      <a:pt x="344533" y="1855960"/>
                    </a:cubicBezTo>
                    <a:cubicBezTo>
                      <a:pt x="343889" y="1856927"/>
                      <a:pt x="342921" y="1856927"/>
                      <a:pt x="341954" y="1856927"/>
                    </a:cubicBezTo>
                    <a:close/>
                    <a:moveTo>
                      <a:pt x="2521170" y="1856605"/>
                    </a:moveTo>
                    <a:cubicBezTo>
                      <a:pt x="2520203" y="1856605"/>
                      <a:pt x="2519558" y="1856282"/>
                      <a:pt x="2518913" y="1855960"/>
                    </a:cubicBezTo>
                    <a:cubicBezTo>
                      <a:pt x="2513754" y="1853380"/>
                      <a:pt x="2507949" y="1850478"/>
                      <a:pt x="2502145" y="1847576"/>
                    </a:cubicBezTo>
                    <a:cubicBezTo>
                      <a:pt x="2495695" y="1844351"/>
                      <a:pt x="2489246" y="1840804"/>
                      <a:pt x="2483442" y="1837902"/>
                    </a:cubicBezTo>
                    <a:lnTo>
                      <a:pt x="2481507" y="1836934"/>
                    </a:lnTo>
                    <a:cubicBezTo>
                      <a:pt x="2477637" y="1835000"/>
                      <a:pt x="2474090" y="1833387"/>
                      <a:pt x="2470866" y="1831775"/>
                    </a:cubicBezTo>
                    <a:cubicBezTo>
                      <a:pt x="2468286" y="1830485"/>
                      <a:pt x="2466996" y="1827260"/>
                      <a:pt x="2468286" y="1824681"/>
                    </a:cubicBezTo>
                    <a:cubicBezTo>
                      <a:pt x="2469576" y="1822101"/>
                      <a:pt x="2472800" y="1820811"/>
                      <a:pt x="2475380" y="1822101"/>
                    </a:cubicBezTo>
                    <a:cubicBezTo>
                      <a:pt x="2478605" y="1823713"/>
                      <a:pt x="2482152" y="1825326"/>
                      <a:pt x="2486344" y="1827260"/>
                    </a:cubicBezTo>
                    <a:lnTo>
                      <a:pt x="2488279" y="1828228"/>
                    </a:lnTo>
                    <a:cubicBezTo>
                      <a:pt x="2494083" y="1831130"/>
                      <a:pt x="2500855" y="1834677"/>
                      <a:pt x="2507304" y="1837902"/>
                    </a:cubicBezTo>
                    <a:cubicBezTo>
                      <a:pt x="2513109" y="1840804"/>
                      <a:pt x="2518590" y="1843706"/>
                      <a:pt x="2523750" y="1846286"/>
                    </a:cubicBezTo>
                    <a:cubicBezTo>
                      <a:pt x="2526330" y="1847576"/>
                      <a:pt x="2527620" y="1850800"/>
                      <a:pt x="2526007" y="1853380"/>
                    </a:cubicBezTo>
                    <a:cubicBezTo>
                      <a:pt x="2525040" y="1855637"/>
                      <a:pt x="2523105" y="1856605"/>
                      <a:pt x="2521170" y="1856605"/>
                    </a:cubicBezTo>
                    <a:close/>
                    <a:moveTo>
                      <a:pt x="4832919" y="1844029"/>
                    </a:moveTo>
                    <a:cubicBezTo>
                      <a:pt x="4831630" y="1844029"/>
                      <a:pt x="4830017" y="1843384"/>
                      <a:pt x="4829050" y="1842416"/>
                    </a:cubicBezTo>
                    <a:cubicBezTo>
                      <a:pt x="4827115" y="1840159"/>
                      <a:pt x="4827115" y="1836934"/>
                      <a:pt x="4829050" y="1834677"/>
                    </a:cubicBezTo>
                    <a:lnTo>
                      <a:pt x="4836789" y="1827260"/>
                    </a:lnTo>
                    <a:cubicBezTo>
                      <a:pt x="4839046" y="1825326"/>
                      <a:pt x="4842271" y="1825326"/>
                      <a:pt x="4844528" y="1827260"/>
                    </a:cubicBezTo>
                    <a:cubicBezTo>
                      <a:pt x="4846463" y="1829518"/>
                      <a:pt x="4846463" y="1832742"/>
                      <a:pt x="4844528" y="1835000"/>
                    </a:cubicBezTo>
                    <a:lnTo>
                      <a:pt x="4836789" y="1842416"/>
                    </a:lnTo>
                    <a:cubicBezTo>
                      <a:pt x="4835822" y="1843384"/>
                      <a:pt x="4834210" y="1844029"/>
                      <a:pt x="4832919" y="1844029"/>
                    </a:cubicBezTo>
                    <a:close/>
                    <a:moveTo>
                      <a:pt x="3629804" y="1823068"/>
                    </a:moveTo>
                    <a:cubicBezTo>
                      <a:pt x="3629159" y="1823068"/>
                      <a:pt x="3628514" y="1823068"/>
                      <a:pt x="3627869" y="1822746"/>
                    </a:cubicBezTo>
                    <a:cubicBezTo>
                      <a:pt x="3624967" y="1821779"/>
                      <a:pt x="3623677" y="1818554"/>
                      <a:pt x="3624644" y="1815974"/>
                    </a:cubicBezTo>
                    <a:cubicBezTo>
                      <a:pt x="3624967" y="1815329"/>
                      <a:pt x="3624967" y="1814362"/>
                      <a:pt x="3625289" y="1813395"/>
                    </a:cubicBezTo>
                    <a:lnTo>
                      <a:pt x="3625612" y="1806945"/>
                    </a:lnTo>
                    <a:cubicBezTo>
                      <a:pt x="3625934" y="1804043"/>
                      <a:pt x="3628514" y="1801786"/>
                      <a:pt x="3631416" y="1802108"/>
                    </a:cubicBezTo>
                    <a:cubicBezTo>
                      <a:pt x="3634318" y="1802431"/>
                      <a:pt x="3636576" y="1805010"/>
                      <a:pt x="3636253" y="1807913"/>
                    </a:cubicBezTo>
                    <a:lnTo>
                      <a:pt x="3635931" y="1814362"/>
                    </a:lnTo>
                    <a:cubicBezTo>
                      <a:pt x="3635931" y="1816297"/>
                      <a:pt x="3635286" y="1818231"/>
                      <a:pt x="3634963" y="1819844"/>
                    </a:cubicBezTo>
                    <a:cubicBezTo>
                      <a:pt x="3633996" y="1821779"/>
                      <a:pt x="3632061" y="1823068"/>
                      <a:pt x="3629804" y="1823068"/>
                    </a:cubicBezTo>
                    <a:close/>
                    <a:moveTo>
                      <a:pt x="2431525" y="1822746"/>
                    </a:moveTo>
                    <a:cubicBezTo>
                      <a:pt x="2431202" y="1822746"/>
                      <a:pt x="2430880" y="1822746"/>
                      <a:pt x="2430558" y="1822746"/>
                    </a:cubicBezTo>
                    <a:cubicBezTo>
                      <a:pt x="2427011" y="1822101"/>
                      <a:pt x="2423141" y="1821456"/>
                      <a:pt x="2419594" y="1820166"/>
                    </a:cubicBezTo>
                    <a:cubicBezTo>
                      <a:pt x="2416692" y="1819521"/>
                      <a:pt x="2415079" y="1816297"/>
                      <a:pt x="2415724" y="1813395"/>
                    </a:cubicBezTo>
                    <a:cubicBezTo>
                      <a:pt x="2416369" y="1810492"/>
                      <a:pt x="2419594" y="1808880"/>
                      <a:pt x="2422496" y="1809525"/>
                    </a:cubicBezTo>
                    <a:cubicBezTo>
                      <a:pt x="2425721" y="1810492"/>
                      <a:pt x="2429268" y="1811137"/>
                      <a:pt x="2432492" y="1811782"/>
                    </a:cubicBezTo>
                    <a:cubicBezTo>
                      <a:pt x="2435395" y="1812427"/>
                      <a:pt x="2437329" y="1815007"/>
                      <a:pt x="2437007" y="1817909"/>
                    </a:cubicBezTo>
                    <a:cubicBezTo>
                      <a:pt x="2436362" y="1820811"/>
                      <a:pt x="2434105" y="1822746"/>
                      <a:pt x="2431525" y="1822746"/>
                    </a:cubicBezTo>
                    <a:close/>
                    <a:moveTo>
                      <a:pt x="3507912" y="1818876"/>
                    </a:moveTo>
                    <a:cubicBezTo>
                      <a:pt x="3506622" y="1818876"/>
                      <a:pt x="3505332" y="1818554"/>
                      <a:pt x="3504365" y="1817586"/>
                    </a:cubicBezTo>
                    <a:cubicBezTo>
                      <a:pt x="3502108" y="1815652"/>
                      <a:pt x="3501785" y="1812427"/>
                      <a:pt x="3503720" y="1810170"/>
                    </a:cubicBezTo>
                    <a:cubicBezTo>
                      <a:pt x="3505332" y="1808235"/>
                      <a:pt x="3505977" y="1806945"/>
                      <a:pt x="3506622" y="1804688"/>
                    </a:cubicBezTo>
                    <a:cubicBezTo>
                      <a:pt x="3506945" y="1803720"/>
                      <a:pt x="3507267" y="1802753"/>
                      <a:pt x="3507590" y="1801786"/>
                    </a:cubicBezTo>
                    <a:cubicBezTo>
                      <a:pt x="3508880" y="1799206"/>
                      <a:pt x="3512104" y="1797916"/>
                      <a:pt x="3514684" y="1798884"/>
                    </a:cubicBezTo>
                    <a:cubicBezTo>
                      <a:pt x="3517264" y="1800173"/>
                      <a:pt x="3518553" y="1803398"/>
                      <a:pt x="3517586" y="1805978"/>
                    </a:cubicBezTo>
                    <a:cubicBezTo>
                      <a:pt x="3517264" y="1806623"/>
                      <a:pt x="3516941" y="1807590"/>
                      <a:pt x="3516619" y="1808235"/>
                    </a:cubicBezTo>
                    <a:cubicBezTo>
                      <a:pt x="3515651" y="1810815"/>
                      <a:pt x="3514684" y="1813395"/>
                      <a:pt x="3511782" y="1816942"/>
                    </a:cubicBezTo>
                    <a:cubicBezTo>
                      <a:pt x="3510814" y="1818231"/>
                      <a:pt x="3509202" y="1818876"/>
                      <a:pt x="3507912" y="1818876"/>
                    </a:cubicBezTo>
                    <a:close/>
                    <a:moveTo>
                      <a:pt x="4859684" y="1817586"/>
                    </a:moveTo>
                    <a:cubicBezTo>
                      <a:pt x="4858394" y="1817586"/>
                      <a:pt x="4856782" y="1816942"/>
                      <a:pt x="4855815" y="1815974"/>
                    </a:cubicBezTo>
                    <a:cubicBezTo>
                      <a:pt x="4853880" y="1813717"/>
                      <a:pt x="4853880" y="1810492"/>
                      <a:pt x="4855815" y="1808235"/>
                    </a:cubicBezTo>
                    <a:cubicBezTo>
                      <a:pt x="4864521" y="1799851"/>
                      <a:pt x="4872905" y="1791144"/>
                      <a:pt x="4881612" y="1782760"/>
                    </a:cubicBezTo>
                    <a:cubicBezTo>
                      <a:pt x="4885159" y="1779213"/>
                      <a:pt x="4889996" y="1774699"/>
                      <a:pt x="4895155" y="1770507"/>
                    </a:cubicBezTo>
                    <a:cubicBezTo>
                      <a:pt x="4897412" y="1768572"/>
                      <a:pt x="4900959" y="1769217"/>
                      <a:pt x="4902572" y="1771474"/>
                    </a:cubicBezTo>
                    <a:cubicBezTo>
                      <a:pt x="4904507" y="1773731"/>
                      <a:pt x="4903862" y="1777278"/>
                      <a:pt x="4901605" y="1778891"/>
                    </a:cubicBezTo>
                    <a:cubicBezTo>
                      <a:pt x="4896768" y="1782438"/>
                      <a:pt x="4892576" y="1786952"/>
                      <a:pt x="4889028" y="1790177"/>
                    </a:cubicBezTo>
                    <a:cubicBezTo>
                      <a:pt x="4880645" y="1798561"/>
                      <a:pt x="4871938" y="1807268"/>
                      <a:pt x="4863231" y="1815652"/>
                    </a:cubicBezTo>
                    <a:cubicBezTo>
                      <a:pt x="4862587" y="1816942"/>
                      <a:pt x="4861296" y="1817586"/>
                      <a:pt x="4859684" y="1817586"/>
                    </a:cubicBezTo>
                    <a:close/>
                    <a:moveTo>
                      <a:pt x="2396376" y="1809847"/>
                    </a:moveTo>
                    <a:cubicBezTo>
                      <a:pt x="2395409" y="1809847"/>
                      <a:pt x="2394441" y="1809525"/>
                      <a:pt x="2393474" y="1808880"/>
                    </a:cubicBezTo>
                    <a:cubicBezTo>
                      <a:pt x="2388315" y="1805655"/>
                      <a:pt x="2384445" y="1802431"/>
                      <a:pt x="2381543" y="1798884"/>
                    </a:cubicBezTo>
                    <a:cubicBezTo>
                      <a:pt x="2377996" y="1794692"/>
                      <a:pt x="2371869" y="1790822"/>
                      <a:pt x="2365097" y="1786630"/>
                    </a:cubicBezTo>
                    <a:cubicBezTo>
                      <a:pt x="2360260" y="1783728"/>
                      <a:pt x="2355101" y="1780503"/>
                      <a:pt x="2350264" y="1776633"/>
                    </a:cubicBezTo>
                    <a:cubicBezTo>
                      <a:pt x="2348007" y="1774699"/>
                      <a:pt x="2347362" y="1771474"/>
                      <a:pt x="2349296" y="1769217"/>
                    </a:cubicBezTo>
                    <a:cubicBezTo>
                      <a:pt x="2351231" y="1766960"/>
                      <a:pt x="2354456" y="1766315"/>
                      <a:pt x="2356713" y="1768249"/>
                    </a:cubicBezTo>
                    <a:cubicBezTo>
                      <a:pt x="2361228" y="1771797"/>
                      <a:pt x="2366065" y="1774699"/>
                      <a:pt x="2370579" y="1777601"/>
                    </a:cubicBezTo>
                    <a:cubicBezTo>
                      <a:pt x="2377996" y="1782438"/>
                      <a:pt x="2385090" y="1786630"/>
                      <a:pt x="2389604" y="1792112"/>
                    </a:cubicBezTo>
                    <a:cubicBezTo>
                      <a:pt x="2391862" y="1794692"/>
                      <a:pt x="2395087" y="1797271"/>
                      <a:pt x="2398956" y="1799851"/>
                    </a:cubicBezTo>
                    <a:cubicBezTo>
                      <a:pt x="2401536" y="1801463"/>
                      <a:pt x="2402181" y="1804688"/>
                      <a:pt x="2400568" y="1807268"/>
                    </a:cubicBezTo>
                    <a:cubicBezTo>
                      <a:pt x="2399923" y="1808880"/>
                      <a:pt x="2398311" y="1809847"/>
                      <a:pt x="2396376" y="1809847"/>
                    </a:cubicBezTo>
                    <a:close/>
                    <a:moveTo>
                      <a:pt x="521567" y="1809525"/>
                    </a:moveTo>
                    <a:cubicBezTo>
                      <a:pt x="515762" y="1809525"/>
                      <a:pt x="511248" y="1808235"/>
                      <a:pt x="508346" y="1805655"/>
                    </a:cubicBezTo>
                    <a:cubicBezTo>
                      <a:pt x="506411" y="1804043"/>
                      <a:pt x="505121" y="1802108"/>
                      <a:pt x="503831" y="1799529"/>
                    </a:cubicBezTo>
                    <a:cubicBezTo>
                      <a:pt x="502541" y="1796949"/>
                      <a:pt x="503509" y="1793724"/>
                      <a:pt x="506088" y="1792434"/>
                    </a:cubicBezTo>
                    <a:cubicBezTo>
                      <a:pt x="508668" y="1791144"/>
                      <a:pt x="511893" y="1792112"/>
                      <a:pt x="513182" y="1794692"/>
                    </a:cubicBezTo>
                    <a:cubicBezTo>
                      <a:pt x="513827" y="1795981"/>
                      <a:pt x="514472" y="1796949"/>
                      <a:pt x="515440" y="1797594"/>
                    </a:cubicBezTo>
                    <a:cubicBezTo>
                      <a:pt x="516085" y="1798239"/>
                      <a:pt x="518019" y="1798884"/>
                      <a:pt x="521567" y="1798884"/>
                    </a:cubicBezTo>
                    <a:cubicBezTo>
                      <a:pt x="527693" y="1798884"/>
                      <a:pt x="536078" y="1796949"/>
                      <a:pt x="544784" y="1793402"/>
                    </a:cubicBezTo>
                    <a:cubicBezTo>
                      <a:pt x="548331" y="1792112"/>
                      <a:pt x="551878" y="1790499"/>
                      <a:pt x="555748" y="1789210"/>
                    </a:cubicBezTo>
                    <a:cubicBezTo>
                      <a:pt x="558650" y="1788242"/>
                      <a:pt x="561552" y="1789532"/>
                      <a:pt x="562520" y="1792434"/>
                    </a:cubicBezTo>
                    <a:cubicBezTo>
                      <a:pt x="563487" y="1795336"/>
                      <a:pt x="562197" y="1798239"/>
                      <a:pt x="559295" y="1799206"/>
                    </a:cubicBezTo>
                    <a:cubicBezTo>
                      <a:pt x="555425" y="1800496"/>
                      <a:pt x="551878" y="1802108"/>
                      <a:pt x="548654" y="1803398"/>
                    </a:cubicBezTo>
                    <a:cubicBezTo>
                      <a:pt x="538980" y="1807268"/>
                      <a:pt x="529306" y="1809525"/>
                      <a:pt x="521567" y="1809525"/>
                    </a:cubicBezTo>
                    <a:close/>
                    <a:moveTo>
                      <a:pt x="4118660" y="1807913"/>
                    </a:moveTo>
                    <a:cubicBezTo>
                      <a:pt x="4118015" y="1807913"/>
                      <a:pt x="4117048" y="1807913"/>
                      <a:pt x="4116403" y="1807590"/>
                    </a:cubicBezTo>
                    <a:cubicBezTo>
                      <a:pt x="4113823" y="1806300"/>
                      <a:pt x="4111566" y="1805978"/>
                      <a:pt x="4110921" y="1805978"/>
                    </a:cubicBezTo>
                    <a:lnTo>
                      <a:pt x="4110921" y="1805978"/>
                    </a:lnTo>
                    <a:cubicBezTo>
                      <a:pt x="4104149" y="1805978"/>
                      <a:pt x="4092863" y="1795014"/>
                      <a:pt x="4092218" y="1785018"/>
                    </a:cubicBezTo>
                    <a:cubicBezTo>
                      <a:pt x="4092218" y="1783405"/>
                      <a:pt x="4091896" y="1781793"/>
                      <a:pt x="4091573" y="1780503"/>
                    </a:cubicBezTo>
                    <a:cubicBezTo>
                      <a:pt x="4091251" y="1778568"/>
                      <a:pt x="4090928" y="1776633"/>
                      <a:pt x="4090928" y="1774699"/>
                    </a:cubicBezTo>
                    <a:cubicBezTo>
                      <a:pt x="4090928" y="1769862"/>
                      <a:pt x="4092863" y="1765992"/>
                      <a:pt x="4097055" y="1763412"/>
                    </a:cubicBezTo>
                    <a:cubicBezTo>
                      <a:pt x="4098022" y="1762767"/>
                      <a:pt x="4098345" y="1762123"/>
                      <a:pt x="4098667" y="1761800"/>
                    </a:cubicBezTo>
                    <a:cubicBezTo>
                      <a:pt x="4099957" y="1759220"/>
                      <a:pt x="4103182" y="1757931"/>
                      <a:pt x="4105762" y="1759220"/>
                    </a:cubicBezTo>
                    <a:cubicBezTo>
                      <a:pt x="4108341" y="1760510"/>
                      <a:pt x="4109631" y="1763735"/>
                      <a:pt x="4108341" y="1766315"/>
                    </a:cubicBezTo>
                    <a:cubicBezTo>
                      <a:pt x="4107051" y="1768894"/>
                      <a:pt x="4105439" y="1770829"/>
                      <a:pt x="4103182" y="1772441"/>
                    </a:cubicBezTo>
                    <a:cubicBezTo>
                      <a:pt x="4101570" y="1773409"/>
                      <a:pt x="4101570" y="1774054"/>
                      <a:pt x="4101570" y="1774699"/>
                    </a:cubicBezTo>
                    <a:cubicBezTo>
                      <a:pt x="4101570" y="1775666"/>
                      <a:pt x="4101892" y="1777278"/>
                      <a:pt x="4101892" y="1778891"/>
                    </a:cubicBezTo>
                    <a:cubicBezTo>
                      <a:pt x="4102214" y="1780503"/>
                      <a:pt x="4102537" y="1782438"/>
                      <a:pt x="4102537" y="1784373"/>
                    </a:cubicBezTo>
                    <a:cubicBezTo>
                      <a:pt x="4102860" y="1789210"/>
                      <a:pt x="4108664" y="1794692"/>
                      <a:pt x="4110921" y="1795659"/>
                    </a:cubicBezTo>
                    <a:cubicBezTo>
                      <a:pt x="4113501" y="1795659"/>
                      <a:pt x="4117048" y="1796626"/>
                      <a:pt x="4120595" y="1798239"/>
                    </a:cubicBezTo>
                    <a:cubicBezTo>
                      <a:pt x="4123175" y="1799529"/>
                      <a:pt x="4124465" y="1802753"/>
                      <a:pt x="4123175" y="1805333"/>
                    </a:cubicBezTo>
                    <a:cubicBezTo>
                      <a:pt x="4122852" y="1806623"/>
                      <a:pt x="4120918" y="1807913"/>
                      <a:pt x="4118660" y="1807913"/>
                    </a:cubicBezTo>
                    <a:close/>
                    <a:moveTo>
                      <a:pt x="4157679" y="1806945"/>
                    </a:moveTo>
                    <a:cubicBezTo>
                      <a:pt x="4155099" y="1806945"/>
                      <a:pt x="4152841" y="1805333"/>
                      <a:pt x="4152519" y="1802753"/>
                    </a:cubicBezTo>
                    <a:cubicBezTo>
                      <a:pt x="4151874" y="1799851"/>
                      <a:pt x="4153809" y="1796949"/>
                      <a:pt x="4156711" y="1796304"/>
                    </a:cubicBezTo>
                    <a:lnTo>
                      <a:pt x="4162193" y="1795014"/>
                    </a:lnTo>
                    <a:cubicBezTo>
                      <a:pt x="4164773" y="1794369"/>
                      <a:pt x="4167352" y="1794692"/>
                      <a:pt x="4170577" y="1795981"/>
                    </a:cubicBezTo>
                    <a:cubicBezTo>
                      <a:pt x="4173479" y="1797271"/>
                      <a:pt x="4174446" y="1800173"/>
                      <a:pt x="4173479" y="1803076"/>
                    </a:cubicBezTo>
                    <a:cubicBezTo>
                      <a:pt x="4172189" y="1805978"/>
                      <a:pt x="4169287" y="1806945"/>
                      <a:pt x="4166385" y="1805978"/>
                    </a:cubicBezTo>
                    <a:cubicBezTo>
                      <a:pt x="4165417" y="1805655"/>
                      <a:pt x="4164773" y="1805655"/>
                      <a:pt x="4164773" y="1805655"/>
                    </a:cubicBezTo>
                    <a:lnTo>
                      <a:pt x="4159291" y="1806945"/>
                    </a:lnTo>
                    <a:cubicBezTo>
                      <a:pt x="4158646" y="1806945"/>
                      <a:pt x="4158323" y="1806945"/>
                      <a:pt x="4157679" y="1806945"/>
                    </a:cubicBezTo>
                    <a:close/>
                    <a:moveTo>
                      <a:pt x="393871" y="1799529"/>
                    </a:moveTo>
                    <a:cubicBezTo>
                      <a:pt x="393548" y="1799529"/>
                      <a:pt x="393226" y="1799529"/>
                      <a:pt x="392903" y="1799529"/>
                    </a:cubicBezTo>
                    <a:cubicBezTo>
                      <a:pt x="390001" y="1798884"/>
                      <a:pt x="388066" y="1795981"/>
                      <a:pt x="388711" y="1793079"/>
                    </a:cubicBezTo>
                    <a:lnTo>
                      <a:pt x="389356" y="1789854"/>
                    </a:lnTo>
                    <a:cubicBezTo>
                      <a:pt x="389679" y="1787920"/>
                      <a:pt x="390323" y="1785340"/>
                      <a:pt x="390968" y="1782438"/>
                    </a:cubicBezTo>
                    <a:cubicBezTo>
                      <a:pt x="391613" y="1779536"/>
                      <a:pt x="394515" y="1777923"/>
                      <a:pt x="397418" y="1778568"/>
                    </a:cubicBezTo>
                    <a:cubicBezTo>
                      <a:pt x="400320" y="1779213"/>
                      <a:pt x="401932" y="1782115"/>
                      <a:pt x="401287" y="1785018"/>
                    </a:cubicBezTo>
                    <a:cubicBezTo>
                      <a:pt x="400642" y="1787597"/>
                      <a:pt x="399997" y="1790177"/>
                      <a:pt x="399675" y="1791789"/>
                    </a:cubicBezTo>
                    <a:lnTo>
                      <a:pt x="399030" y="1795014"/>
                    </a:lnTo>
                    <a:cubicBezTo>
                      <a:pt x="398708" y="1797594"/>
                      <a:pt x="396450" y="1799529"/>
                      <a:pt x="393871" y="1799529"/>
                    </a:cubicBezTo>
                    <a:close/>
                    <a:moveTo>
                      <a:pt x="583157" y="1790177"/>
                    </a:moveTo>
                    <a:cubicBezTo>
                      <a:pt x="580900" y="1790177"/>
                      <a:pt x="578965" y="1788887"/>
                      <a:pt x="577998" y="1786630"/>
                    </a:cubicBezTo>
                    <a:cubicBezTo>
                      <a:pt x="577030" y="1783728"/>
                      <a:pt x="578320" y="1780826"/>
                      <a:pt x="581223" y="1779858"/>
                    </a:cubicBezTo>
                    <a:cubicBezTo>
                      <a:pt x="585092" y="1778568"/>
                      <a:pt x="588317" y="1777278"/>
                      <a:pt x="590574" y="1776311"/>
                    </a:cubicBezTo>
                    <a:lnTo>
                      <a:pt x="591541" y="1775989"/>
                    </a:lnTo>
                    <a:cubicBezTo>
                      <a:pt x="594444" y="1775021"/>
                      <a:pt x="597346" y="1776633"/>
                      <a:pt x="598313" y="1779213"/>
                    </a:cubicBezTo>
                    <a:cubicBezTo>
                      <a:pt x="599281" y="1782115"/>
                      <a:pt x="597668" y="1785018"/>
                      <a:pt x="595089" y="1785985"/>
                    </a:cubicBezTo>
                    <a:cubicBezTo>
                      <a:pt x="592186" y="1786952"/>
                      <a:pt x="588962" y="1788242"/>
                      <a:pt x="585092" y="1789532"/>
                    </a:cubicBezTo>
                    <a:cubicBezTo>
                      <a:pt x="584447" y="1790177"/>
                      <a:pt x="583802" y="1790177"/>
                      <a:pt x="583157" y="1790177"/>
                    </a:cubicBezTo>
                    <a:close/>
                    <a:moveTo>
                      <a:pt x="648940" y="1787597"/>
                    </a:moveTo>
                    <a:cubicBezTo>
                      <a:pt x="644426" y="1787597"/>
                      <a:pt x="641523" y="1786952"/>
                      <a:pt x="638621" y="1786630"/>
                    </a:cubicBezTo>
                    <a:cubicBezTo>
                      <a:pt x="637654" y="1786307"/>
                      <a:pt x="636686" y="1786307"/>
                      <a:pt x="635397" y="1785985"/>
                    </a:cubicBezTo>
                    <a:cubicBezTo>
                      <a:pt x="632494" y="1785663"/>
                      <a:pt x="630560" y="1782760"/>
                      <a:pt x="630882" y="1779858"/>
                    </a:cubicBezTo>
                    <a:cubicBezTo>
                      <a:pt x="631205" y="1776956"/>
                      <a:pt x="634107" y="1775021"/>
                      <a:pt x="637009" y="1775344"/>
                    </a:cubicBezTo>
                    <a:cubicBezTo>
                      <a:pt x="638299" y="1775666"/>
                      <a:pt x="639266" y="1775666"/>
                      <a:pt x="640556" y="1775989"/>
                    </a:cubicBezTo>
                    <a:cubicBezTo>
                      <a:pt x="643136" y="1776311"/>
                      <a:pt x="645716" y="1776956"/>
                      <a:pt x="649263" y="1776956"/>
                    </a:cubicBezTo>
                    <a:cubicBezTo>
                      <a:pt x="651520" y="1776956"/>
                      <a:pt x="654422" y="1776633"/>
                      <a:pt x="657324" y="1776311"/>
                    </a:cubicBezTo>
                    <a:cubicBezTo>
                      <a:pt x="666676" y="1775021"/>
                      <a:pt x="673447" y="1771474"/>
                      <a:pt x="679574" y="1768249"/>
                    </a:cubicBezTo>
                    <a:cubicBezTo>
                      <a:pt x="681509" y="1767282"/>
                      <a:pt x="683444" y="1766315"/>
                      <a:pt x="685379" y="1765347"/>
                    </a:cubicBezTo>
                    <a:cubicBezTo>
                      <a:pt x="687958" y="1764057"/>
                      <a:pt x="691183" y="1765347"/>
                      <a:pt x="692473" y="1767927"/>
                    </a:cubicBezTo>
                    <a:cubicBezTo>
                      <a:pt x="693763" y="1770507"/>
                      <a:pt x="692473" y="1773731"/>
                      <a:pt x="689893" y="1775021"/>
                    </a:cubicBezTo>
                    <a:cubicBezTo>
                      <a:pt x="688281" y="1775666"/>
                      <a:pt x="686668" y="1776633"/>
                      <a:pt x="684734" y="1777601"/>
                    </a:cubicBezTo>
                    <a:cubicBezTo>
                      <a:pt x="678284" y="1781148"/>
                      <a:pt x="669900" y="1785340"/>
                      <a:pt x="658614" y="1786952"/>
                    </a:cubicBezTo>
                    <a:cubicBezTo>
                      <a:pt x="655067" y="1787275"/>
                      <a:pt x="651842" y="1787597"/>
                      <a:pt x="648940" y="1787597"/>
                    </a:cubicBezTo>
                    <a:cubicBezTo>
                      <a:pt x="648940" y="1787597"/>
                      <a:pt x="648940" y="1787597"/>
                      <a:pt x="648940" y="1787597"/>
                    </a:cubicBezTo>
                    <a:close/>
                    <a:moveTo>
                      <a:pt x="3636253" y="1786307"/>
                    </a:moveTo>
                    <a:cubicBezTo>
                      <a:pt x="3635608" y="1786307"/>
                      <a:pt x="3634963" y="1786307"/>
                      <a:pt x="3634641" y="1785985"/>
                    </a:cubicBezTo>
                    <a:cubicBezTo>
                      <a:pt x="3631739" y="1785018"/>
                      <a:pt x="3630449" y="1782115"/>
                      <a:pt x="3631416" y="1779213"/>
                    </a:cubicBezTo>
                    <a:lnTo>
                      <a:pt x="3632061" y="1777923"/>
                    </a:lnTo>
                    <a:cubicBezTo>
                      <a:pt x="3633028" y="1774699"/>
                      <a:pt x="3633673" y="1771797"/>
                      <a:pt x="3633673" y="1769217"/>
                    </a:cubicBezTo>
                    <a:cubicBezTo>
                      <a:pt x="3633673" y="1762767"/>
                      <a:pt x="3630126" y="1758575"/>
                      <a:pt x="3626257" y="1753738"/>
                    </a:cubicBezTo>
                    <a:lnTo>
                      <a:pt x="3625612" y="1753094"/>
                    </a:lnTo>
                    <a:cubicBezTo>
                      <a:pt x="3622387" y="1749224"/>
                      <a:pt x="3619162" y="1746322"/>
                      <a:pt x="3612391" y="1742775"/>
                    </a:cubicBezTo>
                    <a:cubicBezTo>
                      <a:pt x="3609811" y="1741485"/>
                      <a:pt x="3608844" y="1738260"/>
                      <a:pt x="3610134" y="1735680"/>
                    </a:cubicBezTo>
                    <a:cubicBezTo>
                      <a:pt x="3611423" y="1733101"/>
                      <a:pt x="3614648" y="1732133"/>
                      <a:pt x="3617228" y="1733423"/>
                    </a:cubicBezTo>
                    <a:cubicBezTo>
                      <a:pt x="3624322" y="1737293"/>
                      <a:pt x="3629159" y="1740840"/>
                      <a:pt x="3633673" y="1746644"/>
                    </a:cubicBezTo>
                    <a:lnTo>
                      <a:pt x="3634318" y="1747289"/>
                    </a:lnTo>
                    <a:cubicBezTo>
                      <a:pt x="3638833" y="1752771"/>
                      <a:pt x="3644315" y="1759543"/>
                      <a:pt x="3644315" y="1769862"/>
                    </a:cubicBezTo>
                    <a:cubicBezTo>
                      <a:pt x="3644315" y="1773731"/>
                      <a:pt x="3643670" y="1777601"/>
                      <a:pt x="3642057" y="1782115"/>
                    </a:cubicBezTo>
                    <a:lnTo>
                      <a:pt x="3641735" y="1783405"/>
                    </a:lnTo>
                    <a:cubicBezTo>
                      <a:pt x="3640445" y="1784695"/>
                      <a:pt x="3638510" y="1786307"/>
                      <a:pt x="3636253" y="1786307"/>
                    </a:cubicBezTo>
                    <a:close/>
                    <a:moveTo>
                      <a:pt x="5054775" y="1780181"/>
                    </a:moveTo>
                    <a:cubicBezTo>
                      <a:pt x="5054130" y="1780181"/>
                      <a:pt x="5053808" y="1780181"/>
                      <a:pt x="5053163" y="1779858"/>
                    </a:cubicBezTo>
                    <a:cubicBezTo>
                      <a:pt x="5050261" y="1778891"/>
                      <a:pt x="5048648" y="1775989"/>
                      <a:pt x="5049616" y="1773086"/>
                    </a:cubicBezTo>
                    <a:cubicBezTo>
                      <a:pt x="5049938" y="1772441"/>
                      <a:pt x="5049938" y="1771797"/>
                      <a:pt x="5049938" y="1770829"/>
                    </a:cubicBezTo>
                    <a:cubicBezTo>
                      <a:pt x="5049938" y="1769217"/>
                      <a:pt x="5049616" y="1767604"/>
                      <a:pt x="5048971" y="1765670"/>
                    </a:cubicBezTo>
                    <a:cubicBezTo>
                      <a:pt x="5048004" y="1762767"/>
                      <a:pt x="5049616" y="1759865"/>
                      <a:pt x="5052518" y="1758898"/>
                    </a:cubicBezTo>
                    <a:cubicBezTo>
                      <a:pt x="5055420" y="1757931"/>
                      <a:pt x="5058322" y="1759543"/>
                      <a:pt x="5059290" y="1762445"/>
                    </a:cubicBezTo>
                    <a:cubicBezTo>
                      <a:pt x="5060257" y="1765347"/>
                      <a:pt x="5060902" y="1768249"/>
                      <a:pt x="5060902" y="1771152"/>
                    </a:cubicBezTo>
                    <a:cubicBezTo>
                      <a:pt x="5060902" y="1773086"/>
                      <a:pt x="5060580" y="1774699"/>
                      <a:pt x="5060257" y="1776311"/>
                    </a:cubicBezTo>
                    <a:cubicBezTo>
                      <a:pt x="5058967" y="1778568"/>
                      <a:pt x="5057033" y="1780181"/>
                      <a:pt x="5054775" y="1780181"/>
                    </a:cubicBezTo>
                    <a:close/>
                    <a:moveTo>
                      <a:pt x="5019304" y="1774376"/>
                    </a:moveTo>
                    <a:cubicBezTo>
                      <a:pt x="5017692" y="1774376"/>
                      <a:pt x="5016080" y="1773731"/>
                      <a:pt x="5015112" y="1772441"/>
                    </a:cubicBezTo>
                    <a:cubicBezTo>
                      <a:pt x="5014145" y="1771474"/>
                      <a:pt x="5013178" y="1770184"/>
                      <a:pt x="5012210" y="1769217"/>
                    </a:cubicBezTo>
                    <a:lnTo>
                      <a:pt x="5010598" y="1767604"/>
                    </a:lnTo>
                    <a:cubicBezTo>
                      <a:pt x="5002858" y="1759865"/>
                      <a:pt x="4998022" y="1755028"/>
                      <a:pt x="4988993" y="1753416"/>
                    </a:cubicBezTo>
                    <a:cubicBezTo>
                      <a:pt x="4984800" y="1752771"/>
                      <a:pt x="4979641" y="1752771"/>
                      <a:pt x="4974481" y="1754061"/>
                    </a:cubicBezTo>
                    <a:cubicBezTo>
                      <a:pt x="4971579" y="1754706"/>
                      <a:pt x="4968677" y="1752771"/>
                      <a:pt x="4968032" y="1749869"/>
                    </a:cubicBezTo>
                    <a:cubicBezTo>
                      <a:pt x="4967388" y="1746967"/>
                      <a:pt x="4969322" y="1744065"/>
                      <a:pt x="4972224" y="1743420"/>
                    </a:cubicBezTo>
                    <a:cubicBezTo>
                      <a:pt x="4978996" y="1742130"/>
                      <a:pt x="4985446" y="1741807"/>
                      <a:pt x="4990927" y="1742775"/>
                    </a:cubicBezTo>
                    <a:cubicBezTo>
                      <a:pt x="5003181" y="1745032"/>
                      <a:pt x="5010275" y="1752126"/>
                      <a:pt x="5018337" y="1760188"/>
                    </a:cubicBezTo>
                    <a:lnTo>
                      <a:pt x="5019949" y="1761800"/>
                    </a:lnTo>
                    <a:cubicBezTo>
                      <a:pt x="5021239" y="1763090"/>
                      <a:pt x="5022529" y="1764702"/>
                      <a:pt x="5023496" y="1765670"/>
                    </a:cubicBezTo>
                    <a:cubicBezTo>
                      <a:pt x="5025431" y="1767927"/>
                      <a:pt x="5025109" y="1771474"/>
                      <a:pt x="5022851" y="1773086"/>
                    </a:cubicBezTo>
                    <a:cubicBezTo>
                      <a:pt x="5021561" y="1774054"/>
                      <a:pt x="5020272" y="1774376"/>
                      <a:pt x="5019304" y="1774376"/>
                    </a:cubicBezTo>
                    <a:close/>
                    <a:moveTo>
                      <a:pt x="3499850" y="1772119"/>
                    </a:moveTo>
                    <a:cubicBezTo>
                      <a:pt x="3496948" y="1772119"/>
                      <a:pt x="3494691" y="1769862"/>
                      <a:pt x="3494369" y="1766960"/>
                    </a:cubicBezTo>
                    <a:cubicBezTo>
                      <a:pt x="3494369" y="1766960"/>
                      <a:pt x="3494369" y="1766637"/>
                      <a:pt x="3494369" y="1766315"/>
                    </a:cubicBezTo>
                    <a:cubicBezTo>
                      <a:pt x="3494369" y="1765025"/>
                      <a:pt x="3494691" y="1763735"/>
                      <a:pt x="3495014" y="1762445"/>
                    </a:cubicBezTo>
                    <a:cubicBezTo>
                      <a:pt x="3498561" y="1754383"/>
                      <a:pt x="3508880" y="1753738"/>
                      <a:pt x="3520166" y="1753738"/>
                    </a:cubicBezTo>
                    <a:cubicBezTo>
                      <a:pt x="3524680" y="1753738"/>
                      <a:pt x="3528227" y="1754706"/>
                      <a:pt x="3530807" y="1755351"/>
                    </a:cubicBezTo>
                    <a:cubicBezTo>
                      <a:pt x="3532742" y="1755996"/>
                      <a:pt x="3534354" y="1756318"/>
                      <a:pt x="3535644" y="1756318"/>
                    </a:cubicBezTo>
                    <a:cubicBezTo>
                      <a:pt x="3536611" y="1756318"/>
                      <a:pt x="3537901" y="1755996"/>
                      <a:pt x="3539836" y="1754706"/>
                    </a:cubicBezTo>
                    <a:cubicBezTo>
                      <a:pt x="3541771" y="1753416"/>
                      <a:pt x="3543061" y="1752126"/>
                      <a:pt x="3544673" y="1751159"/>
                    </a:cubicBezTo>
                    <a:cubicBezTo>
                      <a:pt x="3546930" y="1749224"/>
                      <a:pt x="3550477" y="1749869"/>
                      <a:pt x="3552090" y="1752126"/>
                    </a:cubicBezTo>
                    <a:cubicBezTo>
                      <a:pt x="3554024" y="1754383"/>
                      <a:pt x="3553380" y="1757931"/>
                      <a:pt x="3551122" y="1759543"/>
                    </a:cubicBezTo>
                    <a:cubicBezTo>
                      <a:pt x="3549833" y="1760510"/>
                      <a:pt x="3548220" y="1761800"/>
                      <a:pt x="3546285" y="1763090"/>
                    </a:cubicBezTo>
                    <a:cubicBezTo>
                      <a:pt x="3543061" y="1765670"/>
                      <a:pt x="3539514" y="1766960"/>
                      <a:pt x="3535644" y="1766960"/>
                    </a:cubicBezTo>
                    <a:cubicBezTo>
                      <a:pt x="3532742" y="1766960"/>
                      <a:pt x="3530485" y="1766315"/>
                      <a:pt x="3527905" y="1765670"/>
                    </a:cubicBezTo>
                    <a:cubicBezTo>
                      <a:pt x="3525325" y="1765025"/>
                      <a:pt x="3523068" y="1764380"/>
                      <a:pt x="3519843" y="1764380"/>
                    </a:cubicBezTo>
                    <a:cubicBezTo>
                      <a:pt x="3506300" y="1764380"/>
                      <a:pt x="3504687" y="1765992"/>
                      <a:pt x="3504687" y="1766637"/>
                    </a:cubicBezTo>
                    <a:cubicBezTo>
                      <a:pt x="3505332" y="1769862"/>
                      <a:pt x="3503075" y="1772119"/>
                      <a:pt x="3499850" y="1772119"/>
                    </a:cubicBezTo>
                    <a:cubicBezTo>
                      <a:pt x="3500173" y="1772119"/>
                      <a:pt x="3499850" y="1772119"/>
                      <a:pt x="3499850" y="1772119"/>
                    </a:cubicBezTo>
                    <a:close/>
                    <a:moveTo>
                      <a:pt x="4938688" y="1768572"/>
                    </a:moveTo>
                    <a:cubicBezTo>
                      <a:pt x="4936108" y="1768572"/>
                      <a:pt x="4934173" y="1766960"/>
                      <a:pt x="4933529" y="1764380"/>
                    </a:cubicBezTo>
                    <a:cubicBezTo>
                      <a:pt x="4932884" y="1761478"/>
                      <a:pt x="4934496" y="1758575"/>
                      <a:pt x="4937398" y="1757931"/>
                    </a:cubicBezTo>
                    <a:cubicBezTo>
                      <a:pt x="4940300" y="1757286"/>
                      <a:pt x="4943203" y="1755996"/>
                      <a:pt x="4945782" y="1754383"/>
                    </a:cubicBezTo>
                    <a:cubicBezTo>
                      <a:pt x="4948362" y="1752771"/>
                      <a:pt x="4951587" y="1753738"/>
                      <a:pt x="4953199" y="1756318"/>
                    </a:cubicBezTo>
                    <a:cubicBezTo>
                      <a:pt x="4954812" y="1758898"/>
                      <a:pt x="4953844" y="1762123"/>
                      <a:pt x="4951264" y="1763735"/>
                    </a:cubicBezTo>
                    <a:cubicBezTo>
                      <a:pt x="4947394" y="1765992"/>
                      <a:pt x="4943847" y="1767282"/>
                      <a:pt x="4939978" y="1768249"/>
                    </a:cubicBezTo>
                    <a:cubicBezTo>
                      <a:pt x="4939656" y="1768572"/>
                      <a:pt x="4939011" y="1768572"/>
                      <a:pt x="4938688" y="1768572"/>
                    </a:cubicBezTo>
                    <a:close/>
                    <a:moveTo>
                      <a:pt x="4149294" y="1765347"/>
                    </a:moveTo>
                    <a:lnTo>
                      <a:pt x="4148650" y="1765347"/>
                    </a:lnTo>
                    <a:cubicBezTo>
                      <a:pt x="4145747" y="1765347"/>
                      <a:pt x="4143167" y="1762767"/>
                      <a:pt x="4143490" y="1759865"/>
                    </a:cubicBezTo>
                    <a:cubicBezTo>
                      <a:pt x="4143490" y="1756963"/>
                      <a:pt x="4146070" y="1754706"/>
                      <a:pt x="4148972" y="1754706"/>
                    </a:cubicBezTo>
                    <a:cubicBezTo>
                      <a:pt x="4148972" y="1754706"/>
                      <a:pt x="4148972" y="1754706"/>
                      <a:pt x="4148972" y="1754706"/>
                    </a:cubicBezTo>
                    <a:lnTo>
                      <a:pt x="4149294" y="1754706"/>
                    </a:lnTo>
                    <a:cubicBezTo>
                      <a:pt x="4154132" y="1754706"/>
                      <a:pt x="4158646" y="1750836"/>
                      <a:pt x="4163160" y="1747289"/>
                    </a:cubicBezTo>
                    <a:cubicBezTo>
                      <a:pt x="4167675" y="1743420"/>
                      <a:pt x="4171867" y="1739872"/>
                      <a:pt x="4177026" y="1739872"/>
                    </a:cubicBezTo>
                    <a:cubicBezTo>
                      <a:pt x="4177671" y="1739872"/>
                      <a:pt x="4178316" y="1739228"/>
                      <a:pt x="4179928" y="1736325"/>
                    </a:cubicBezTo>
                    <a:cubicBezTo>
                      <a:pt x="4181863" y="1733423"/>
                      <a:pt x="4184120" y="1729554"/>
                      <a:pt x="4188313" y="1726329"/>
                    </a:cubicBezTo>
                    <a:cubicBezTo>
                      <a:pt x="4190570" y="1724394"/>
                      <a:pt x="4194117" y="1725039"/>
                      <a:pt x="4195729" y="1727296"/>
                    </a:cubicBezTo>
                    <a:cubicBezTo>
                      <a:pt x="4197342" y="1729554"/>
                      <a:pt x="4197020" y="1733101"/>
                      <a:pt x="4194762" y="1734713"/>
                    </a:cubicBezTo>
                    <a:cubicBezTo>
                      <a:pt x="4192182" y="1736648"/>
                      <a:pt x="4190892" y="1739228"/>
                      <a:pt x="4189280" y="1741485"/>
                    </a:cubicBezTo>
                    <a:cubicBezTo>
                      <a:pt x="4187023" y="1745354"/>
                      <a:pt x="4184120" y="1750191"/>
                      <a:pt x="4177026" y="1750191"/>
                    </a:cubicBezTo>
                    <a:cubicBezTo>
                      <a:pt x="4175737" y="1750191"/>
                      <a:pt x="4172189" y="1753094"/>
                      <a:pt x="4169932" y="1755028"/>
                    </a:cubicBezTo>
                    <a:cubicBezTo>
                      <a:pt x="4164450" y="1759865"/>
                      <a:pt x="4158001" y="1765347"/>
                      <a:pt x="4149294" y="1765347"/>
                    </a:cubicBezTo>
                    <a:close/>
                    <a:moveTo>
                      <a:pt x="495447" y="1763090"/>
                    </a:moveTo>
                    <a:cubicBezTo>
                      <a:pt x="492867" y="1763090"/>
                      <a:pt x="490610" y="1761155"/>
                      <a:pt x="490287" y="1758575"/>
                    </a:cubicBezTo>
                    <a:cubicBezTo>
                      <a:pt x="489643" y="1755351"/>
                      <a:pt x="488998" y="1751804"/>
                      <a:pt x="488030" y="1748902"/>
                    </a:cubicBezTo>
                    <a:cubicBezTo>
                      <a:pt x="487063" y="1745999"/>
                      <a:pt x="488675" y="1743097"/>
                      <a:pt x="491255" y="1742130"/>
                    </a:cubicBezTo>
                    <a:cubicBezTo>
                      <a:pt x="494157" y="1741162"/>
                      <a:pt x="497059" y="1742452"/>
                      <a:pt x="498027" y="1745354"/>
                    </a:cubicBezTo>
                    <a:cubicBezTo>
                      <a:pt x="499316" y="1748579"/>
                      <a:pt x="500284" y="1752771"/>
                      <a:pt x="500929" y="1756641"/>
                    </a:cubicBezTo>
                    <a:cubicBezTo>
                      <a:pt x="501574" y="1759543"/>
                      <a:pt x="499316" y="1762445"/>
                      <a:pt x="496414" y="1762767"/>
                    </a:cubicBezTo>
                    <a:cubicBezTo>
                      <a:pt x="495769" y="1763090"/>
                      <a:pt x="495447" y="1763090"/>
                      <a:pt x="495447" y="1763090"/>
                    </a:cubicBezTo>
                    <a:close/>
                    <a:moveTo>
                      <a:pt x="707629" y="1759865"/>
                    </a:moveTo>
                    <a:cubicBezTo>
                      <a:pt x="706984" y="1759865"/>
                      <a:pt x="706339" y="1759865"/>
                      <a:pt x="705371" y="1759543"/>
                    </a:cubicBezTo>
                    <a:cubicBezTo>
                      <a:pt x="702792" y="1758253"/>
                      <a:pt x="701502" y="1755028"/>
                      <a:pt x="702469" y="1752449"/>
                    </a:cubicBezTo>
                    <a:cubicBezTo>
                      <a:pt x="703759" y="1749869"/>
                      <a:pt x="705049" y="1746322"/>
                      <a:pt x="706339" y="1742775"/>
                    </a:cubicBezTo>
                    <a:cubicBezTo>
                      <a:pt x="707306" y="1739872"/>
                      <a:pt x="710531" y="1738583"/>
                      <a:pt x="713111" y="1739550"/>
                    </a:cubicBezTo>
                    <a:cubicBezTo>
                      <a:pt x="716013" y="1740517"/>
                      <a:pt x="717303" y="1743742"/>
                      <a:pt x="716335" y="1746322"/>
                    </a:cubicBezTo>
                    <a:cubicBezTo>
                      <a:pt x="715045" y="1750191"/>
                      <a:pt x="713433" y="1753738"/>
                      <a:pt x="712143" y="1756641"/>
                    </a:cubicBezTo>
                    <a:cubicBezTo>
                      <a:pt x="711821" y="1758575"/>
                      <a:pt x="709886" y="1759865"/>
                      <a:pt x="707629" y="1759865"/>
                    </a:cubicBezTo>
                    <a:close/>
                    <a:moveTo>
                      <a:pt x="424182" y="1758898"/>
                    </a:moveTo>
                    <a:cubicBezTo>
                      <a:pt x="422247" y="1758898"/>
                      <a:pt x="420635" y="1757931"/>
                      <a:pt x="419668" y="1756318"/>
                    </a:cubicBezTo>
                    <a:cubicBezTo>
                      <a:pt x="418055" y="1753738"/>
                      <a:pt x="418700" y="1750514"/>
                      <a:pt x="421280" y="1748902"/>
                    </a:cubicBezTo>
                    <a:cubicBezTo>
                      <a:pt x="423537" y="1747612"/>
                      <a:pt x="426117" y="1745677"/>
                      <a:pt x="429342" y="1743742"/>
                    </a:cubicBezTo>
                    <a:cubicBezTo>
                      <a:pt x="433534" y="1741162"/>
                      <a:pt x="437403" y="1738260"/>
                      <a:pt x="440950" y="1735680"/>
                    </a:cubicBezTo>
                    <a:cubicBezTo>
                      <a:pt x="447400" y="1730843"/>
                      <a:pt x="452237" y="1727296"/>
                      <a:pt x="458041" y="1726651"/>
                    </a:cubicBezTo>
                    <a:cubicBezTo>
                      <a:pt x="461266" y="1726329"/>
                      <a:pt x="466748" y="1726974"/>
                      <a:pt x="472874" y="1727941"/>
                    </a:cubicBezTo>
                    <a:cubicBezTo>
                      <a:pt x="475777" y="1728586"/>
                      <a:pt x="477711" y="1731488"/>
                      <a:pt x="477066" y="1734391"/>
                    </a:cubicBezTo>
                    <a:cubicBezTo>
                      <a:pt x="476421" y="1737293"/>
                      <a:pt x="473519" y="1739228"/>
                      <a:pt x="470617" y="1738583"/>
                    </a:cubicBezTo>
                    <a:cubicBezTo>
                      <a:pt x="465780" y="1737615"/>
                      <a:pt x="461266" y="1736970"/>
                      <a:pt x="459008" y="1737293"/>
                    </a:cubicBezTo>
                    <a:cubicBezTo>
                      <a:pt x="456429" y="1737615"/>
                      <a:pt x="452237" y="1740517"/>
                      <a:pt x="447400" y="1744065"/>
                    </a:cubicBezTo>
                    <a:cubicBezTo>
                      <a:pt x="443853" y="1746644"/>
                      <a:pt x="439983" y="1749546"/>
                      <a:pt x="435146" y="1752449"/>
                    </a:cubicBezTo>
                    <a:cubicBezTo>
                      <a:pt x="431921" y="1754383"/>
                      <a:pt x="429342" y="1755996"/>
                      <a:pt x="427084" y="1757286"/>
                    </a:cubicBezTo>
                    <a:cubicBezTo>
                      <a:pt x="426117" y="1758575"/>
                      <a:pt x="425150" y="1758898"/>
                      <a:pt x="424182" y="1758898"/>
                    </a:cubicBezTo>
                    <a:close/>
                    <a:moveTo>
                      <a:pt x="5038974" y="1747934"/>
                    </a:moveTo>
                    <a:cubicBezTo>
                      <a:pt x="5038007" y="1747934"/>
                      <a:pt x="5036717" y="1747612"/>
                      <a:pt x="5036072" y="1746967"/>
                    </a:cubicBezTo>
                    <a:cubicBezTo>
                      <a:pt x="5033815" y="1745677"/>
                      <a:pt x="5031235" y="1744065"/>
                      <a:pt x="5028333" y="1742775"/>
                    </a:cubicBezTo>
                    <a:cubicBezTo>
                      <a:pt x="5015112" y="1736648"/>
                      <a:pt x="5013500" y="1727619"/>
                      <a:pt x="5013500" y="1720525"/>
                    </a:cubicBezTo>
                    <a:cubicBezTo>
                      <a:pt x="5013500" y="1718912"/>
                      <a:pt x="5013500" y="1716977"/>
                      <a:pt x="5013822" y="1715365"/>
                    </a:cubicBezTo>
                    <a:cubicBezTo>
                      <a:pt x="5013822" y="1713753"/>
                      <a:pt x="5014145" y="1712463"/>
                      <a:pt x="5014145" y="1710851"/>
                    </a:cubicBezTo>
                    <a:cubicBezTo>
                      <a:pt x="5014145" y="1710206"/>
                      <a:pt x="5014145" y="1709883"/>
                      <a:pt x="5014145" y="1709238"/>
                    </a:cubicBezTo>
                    <a:lnTo>
                      <a:pt x="5013822" y="1706336"/>
                    </a:lnTo>
                    <a:cubicBezTo>
                      <a:pt x="5013500" y="1703756"/>
                      <a:pt x="5013500" y="1701499"/>
                      <a:pt x="5013500" y="1699564"/>
                    </a:cubicBezTo>
                    <a:lnTo>
                      <a:pt x="5013500" y="1698919"/>
                    </a:lnTo>
                    <a:cubicBezTo>
                      <a:pt x="5013500" y="1696017"/>
                      <a:pt x="5016080" y="1693760"/>
                      <a:pt x="5018982" y="1693760"/>
                    </a:cubicBezTo>
                    <a:cubicBezTo>
                      <a:pt x="5018982" y="1693760"/>
                      <a:pt x="5018982" y="1693760"/>
                      <a:pt x="5019304" y="1693760"/>
                    </a:cubicBezTo>
                    <a:cubicBezTo>
                      <a:pt x="5022207" y="1693760"/>
                      <a:pt x="5024464" y="1696340"/>
                      <a:pt x="5024464" y="1699242"/>
                    </a:cubicBezTo>
                    <a:lnTo>
                      <a:pt x="5024464" y="1699564"/>
                    </a:lnTo>
                    <a:cubicBezTo>
                      <a:pt x="5024464" y="1701177"/>
                      <a:pt x="5024464" y="1703111"/>
                      <a:pt x="5024786" y="1705369"/>
                    </a:cubicBezTo>
                    <a:lnTo>
                      <a:pt x="5025109" y="1708593"/>
                    </a:lnTo>
                    <a:cubicBezTo>
                      <a:pt x="5025109" y="1709238"/>
                      <a:pt x="5025109" y="1710206"/>
                      <a:pt x="5025109" y="1710851"/>
                    </a:cubicBezTo>
                    <a:cubicBezTo>
                      <a:pt x="5025109" y="1712463"/>
                      <a:pt x="5025109" y="1714398"/>
                      <a:pt x="5024786" y="1716010"/>
                    </a:cubicBezTo>
                    <a:cubicBezTo>
                      <a:pt x="5024786" y="1717622"/>
                      <a:pt x="5024464" y="1718912"/>
                      <a:pt x="5024464" y="1720525"/>
                    </a:cubicBezTo>
                    <a:cubicBezTo>
                      <a:pt x="5024464" y="1725039"/>
                      <a:pt x="5025109" y="1729231"/>
                      <a:pt x="5033170" y="1733101"/>
                    </a:cubicBezTo>
                    <a:cubicBezTo>
                      <a:pt x="5036717" y="1734713"/>
                      <a:pt x="5039942" y="1736325"/>
                      <a:pt x="5042521" y="1738260"/>
                    </a:cubicBezTo>
                    <a:cubicBezTo>
                      <a:pt x="5045101" y="1739872"/>
                      <a:pt x="5045746" y="1743420"/>
                      <a:pt x="5043812" y="1745677"/>
                    </a:cubicBezTo>
                    <a:cubicBezTo>
                      <a:pt x="5042521" y="1746967"/>
                      <a:pt x="5040910" y="1747934"/>
                      <a:pt x="5038974" y="1747934"/>
                    </a:cubicBezTo>
                    <a:close/>
                    <a:moveTo>
                      <a:pt x="2325112" y="1745999"/>
                    </a:moveTo>
                    <a:cubicBezTo>
                      <a:pt x="2323822" y="1745999"/>
                      <a:pt x="2322854" y="1745677"/>
                      <a:pt x="2321887" y="1744709"/>
                    </a:cubicBezTo>
                    <a:cubicBezTo>
                      <a:pt x="2319630" y="1742775"/>
                      <a:pt x="2316728" y="1740840"/>
                      <a:pt x="2313503" y="1738583"/>
                    </a:cubicBezTo>
                    <a:cubicBezTo>
                      <a:pt x="2310923" y="1736970"/>
                      <a:pt x="2310278" y="1733746"/>
                      <a:pt x="2311891" y="1731166"/>
                    </a:cubicBezTo>
                    <a:cubicBezTo>
                      <a:pt x="2313503" y="1728586"/>
                      <a:pt x="2316728" y="1727941"/>
                      <a:pt x="2319307" y="1729554"/>
                    </a:cubicBezTo>
                    <a:cubicBezTo>
                      <a:pt x="2322854" y="1731811"/>
                      <a:pt x="2325757" y="1734068"/>
                      <a:pt x="2328336" y="1736325"/>
                    </a:cubicBezTo>
                    <a:cubicBezTo>
                      <a:pt x="2330594" y="1738260"/>
                      <a:pt x="2330916" y="1741485"/>
                      <a:pt x="2328981" y="1743742"/>
                    </a:cubicBezTo>
                    <a:cubicBezTo>
                      <a:pt x="2328336" y="1745354"/>
                      <a:pt x="2326724" y="1745999"/>
                      <a:pt x="2325112" y="1745999"/>
                    </a:cubicBezTo>
                    <a:close/>
                    <a:moveTo>
                      <a:pt x="4104472" y="1743742"/>
                    </a:moveTo>
                    <a:cubicBezTo>
                      <a:pt x="4103182" y="1743742"/>
                      <a:pt x="4101892" y="1743097"/>
                      <a:pt x="4100602" y="1742130"/>
                    </a:cubicBezTo>
                    <a:cubicBezTo>
                      <a:pt x="4098345" y="1740195"/>
                      <a:pt x="4098345" y="1736648"/>
                      <a:pt x="4100602" y="1734391"/>
                    </a:cubicBezTo>
                    <a:cubicBezTo>
                      <a:pt x="4101892" y="1733101"/>
                      <a:pt x="4103504" y="1732133"/>
                      <a:pt x="4105762" y="1731811"/>
                    </a:cubicBezTo>
                    <a:cubicBezTo>
                      <a:pt x="4108986" y="1731166"/>
                      <a:pt x="4112533" y="1730843"/>
                      <a:pt x="4115758" y="1731488"/>
                    </a:cubicBezTo>
                    <a:cubicBezTo>
                      <a:pt x="4118660" y="1731811"/>
                      <a:pt x="4120595" y="1734713"/>
                      <a:pt x="4120273" y="1737615"/>
                    </a:cubicBezTo>
                    <a:cubicBezTo>
                      <a:pt x="4119950" y="1740517"/>
                      <a:pt x="4117048" y="1742452"/>
                      <a:pt x="4114146" y="1742130"/>
                    </a:cubicBezTo>
                    <a:cubicBezTo>
                      <a:pt x="4112211" y="1741807"/>
                      <a:pt x="4110276" y="1741807"/>
                      <a:pt x="4108341" y="1742452"/>
                    </a:cubicBezTo>
                    <a:cubicBezTo>
                      <a:pt x="4108341" y="1742452"/>
                      <a:pt x="4108341" y="1742452"/>
                      <a:pt x="4108341" y="1742452"/>
                    </a:cubicBezTo>
                    <a:cubicBezTo>
                      <a:pt x="4107051" y="1743097"/>
                      <a:pt x="4105762" y="1743742"/>
                      <a:pt x="4104472" y="1743742"/>
                    </a:cubicBezTo>
                    <a:close/>
                    <a:moveTo>
                      <a:pt x="3565956" y="1741485"/>
                    </a:moveTo>
                    <a:cubicBezTo>
                      <a:pt x="3564988" y="1741485"/>
                      <a:pt x="3564021" y="1741162"/>
                      <a:pt x="3563054" y="1740517"/>
                    </a:cubicBezTo>
                    <a:cubicBezTo>
                      <a:pt x="3560474" y="1738905"/>
                      <a:pt x="3559829" y="1735680"/>
                      <a:pt x="3561441" y="1733101"/>
                    </a:cubicBezTo>
                    <a:cubicBezTo>
                      <a:pt x="3563376" y="1729876"/>
                      <a:pt x="3566601" y="1726651"/>
                      <a:pt x="3574017" y="1725362"/>
                    </a:cubicBezTo>
                    <a:cubicBezTo>
                      <a:pt x="3576919" y="1724717"/>
                      <a:pt x="3579822" y="1726974"/>
                      <a:pt x="3580144" y="1729876"/>
                    </a:cubicBezTo>
                    <a:cubicBezTo>
                      <a:pt x="3580789" y="1732778"/>
                      <a:pt x="3578532" y="1735680"/>
                      <a:pt x="3575630" y="1736003"/>
                    </a:cubicBezTo>
                    <a:cubicBezTo>
                      <a:pt x="3572083" y="1736648"/>
                      <a:pt x="3571438" y="1737615"/>
                      <a:pt x="3570470" y="1739228"/>
                    </a:cubicBezTo>
                    <a:cubicBezTo>
                      <a:pt x="3569503" y="1740517"/>
                      <a:pt x="3567890" y="1741485"/>
                      <a:pt x="3565956" y="1741485"/>
                    </a:cubicBezTo>
                    <a:close/>
                    <a:moveTo>
                      <a:pt x="4222172" y="1739872"/>
                    </a:moveTo>
                    <a:cubicBezTo>
                      <a:pt x="4220882" y="1739872"/>
                      <a:pt x="4219914" y="1739872"/>
                      <a:pt x="4219269" y="1739550"/>
                    </a:cubicBezTo>
                    <a:cubicBezTo>
                      <a:pt x="4215077" y="1738583"/>
                      <a:pt x="4212498" y="1735358"/>
                      <a:pt x="4210563" y="1732456"/>
                    </a:cubicBezTo>
                    <a:lnTo>
                      <a:pt x="4209918" y="1731488"/>
                    </a:lnTo>
                    <a:cubicBezTo>
                      <a:pt x="4207983" y="1729231"/>
                      <a:pt x="4208628" y="1725684"/>
                      <a:pt x="4210885" y="1724072"/>
                    </a:cubicBezTo>
                    <a:cubicBezTo>
                      <a:pt x="4213143" y="1722137"/>
                      <a:pt x="4216689" y="1722782"/>
                      <a:pt x="4218302" y="1725039"/>
                    </a:cubicBezTo>
                    <a:lnTo>
                      <a:pt x="4218947" y="1726006"/>
                    </a:lnTo>
                    <a:cubicBezTo>
                      <a:pt x="4219914" y="1726974"/>
                      <a:pt x="4221204" y="1728909"/>
                      <a:pt x="4221849" y="1728909"/>
                    </a:cubicBezTo>
                    <a:cubicBezTo>
                      <a:pt x="4225074" y="1728909"/>
                      <a:pt x="4227331" y="1731166"/>
                      <a:pt x="4227654" y="1734068"/>
                    </a:cubicBezTo>
                    <a:cubicBezTo>
                      <a:pt x="4227331" y="1737293"/>
                      <a:pt x="4225396" y="1739872"/>
                      <a:pt x="4222172" y="1739872"/>
                    </a:cubicBezTo>
                    <a:cubicBezTo>
                      <a:pt x="4222172" y="1739872"/>
                      <a:pt x="4222172" y="1739872"/>
                      <a:pt x="4222172" y="1739872"/>
                    </a:cubicBezTo>
                    <a:close/>
                    <a:moveTo>
                      <a:pt x="4263124" y="1726974"/>
                    </a:moveTo>
                    <a:cubicBezTo>
                      <a:pt x="4260867" y="1726974"/>
                      <a:pt x="4258610" y="1725362"/>
                      <a:pt x="4257965" y="1722782"/>
                    </a:cubicBezTo>
                    <a:cubicBezTo>
                      <a:pt x="4257643" y="1720847"/>
                      <a:pt x="4257965" y="1719235"/>
                      <a:pt x="4259255" y="1717945"/>
                    </a:cubicBezTo>
                    <a:cubicBezTo>
                      <a:pt x="4261190" y="1709238"/>
                      <a:pt x="4267962" y="1702144"/>
                      <a:pt x="4276346" y="1699242"/>
                    </a:cubicBezTo>
                    <a:cubicBezTo>
                      <a:pt x="4276991" y="1691503"/>
                      <a:pt x="4278603" y="1683764"/>
                      <a:pt x="4281505" y="1676024"/>
                    </a:cubicBezTo>
                    <a:cubicBezTo>
                      <a:pt x="4282472" y="1673122"/>
                      <a:pt x="4285697" y="1671832"/>
                      <a:pt x="4288599" y="1672800"/>
                    </a:cubicBezTo>
                    <a:cubicBezTo>
                      <a:pt x="4291501" y="1673767"/>
                      <a:pt x="4292791" y="1676992"/>
                      <a:pt x="4291824" y="1679894"/>
                    </a:cubicBezTo>
                    <a:cubicBezTo>
                      <a:pt x="4288922" y="1687633"/>
                      <a:pt x="4287309" y="1695695"/>
                      <a:pt x="4286987" y="1703756"/>
                    </a:cubicBezTo>
                    <a:lnTo>
                      <a:pt x="4286987" y="1708271"/>
                    </a:lnTo>
                    <a:lnTo>
                      <a:pt x="4281827" y="1708916"/>
                    </a:lnTo>
                    <a:cubicBezTo>
                      <a:pt x="4275378" y="1709561"/>
                      <a:pt x="4269896" y="1715365"/>
                      <a:pt x="4269251" y="1721814"/>
                    </a:cubicBezTo>
                    <a:lnTo>
                      <a:pt x="4268929" y="1725684"/>
                    </a:lnTo>
                    <a:lnTo>
                      <a:pt x="4264415" y="1726651"/>
                    </a:lnTo>
                    <a:cubicBezTo>
                      <a:pt x="4264092" y="1726974"/>
                      <a:pt x="4263447" y="1726974"/>
                      <a:pt x="4263124" y="1726974"/>
                    </a:cubicBezTo>
                    <a:close/>
                    <a:moveTo>
                      <a:pt x="2290608" y="1725362"/>
                    </a:moveTo>
                    <a:cubicBezTo>
                      <a:pt x="2281257" y="1720202"/>
                      <a:pt x="2271583" y="1714720"/>
                      <a:pt x="2262554" y="1708593"/>
                    </a:cubicBezTo>
                    <a:cubicBezTo>
                      <a:pt x="2257072" y="1705046"/>
                      <a:pt x="2251267" y="1701822"/>
                      <a:pt x="2244495" y="1698597"/>
                    </a:cubicBezTo>
                    <a:cubicBezTo>
                      <a:pt x="2241916" y="1697307"/>
                      <a:pt x="2240626" y="1694083"/>
                      <a:pt x="2241916" y="1691503"/>
                    </a:cubicBezTo>
                    <a:cubicBezTo>
                      <a:pt x="2243206" y="1688923"/>
                      <a:pt x="2246430" y="1687633"/>
                      <a:pt x="2249010" y="1688923"/>
                    </a:cubicBezTo>
                    <a:cubicBezTo>
                      <a:pt x="2256104" y="1692470"/>
                      <a:pt x="2262554" y="1696017"/>
                      <a:pt x="2268358" y="1699887"/>
                    </a:cubicBezTo>
                    <a:cubicBezTo>
                      <a:pt x="2277064" y="1705691"/>
                      <a:pt x="2286738" y="1710851"/>
                      <a:pt x="2295767" y="1716010"/>
                    </a:cubicBezTo>
                    <a:lnTo>
                      <a:pt x="2290608" y="1725362"/>
                    </a:lnTo>
                    <a:close/>
                    <a:moveTo>
                      <a:pt x="735038" y="1715043"/>
                    </a:moveTo>
                    <a:cubicBezTo>
                      <a:pt x="733426" y="1715043"/>
                      <a:pt x="732136" y="1714398"/>
                      <a:pt x="731169" y="1713108"/>
                    </a:cubicBezTo>
                    <a:cubicBezTo>
                      <a:pt x="729234" y="1710851"/>
                      <a:pt x="729556" y="1707626"/>
                      <a:pt x="731491" y="1705369"/>
                    </a:cubicBezTo>
                    <a:cubicBezTo>
                      <a:pt x="736973" y="1700532"/>
                      <a:pt x="743745" y="1695050"/>
                      <a:pt x="749872" y="1693438"/>
                    </a:cubicBezTo>
                    <a:cubicBezTo>
                      <a:pt x="754386" y="1692148"/>
                      <a:pt x="759545" y="1685376"/>
                      <a:pt x="764060" y="1678927"/>
                    </a:cubicBezTo>
                    <a:lnTo>
                      <a:pt x="766317" y="1675702"/>
                    </a:lnTo>
                    <a:cubicBezTo>
                      <a:pt x="767285" y="1674735"/>
                      <a:pt x="767930" y="1673122"/>
                      <a:pt x="768897" y="1671510"/>
                    </a:cubicBezTo>
                    <a:cubicBezTo>
                      <a:pt x="770187" y="1668930"/>
                      <a:pt x="773411" y="1667640"/>
                      <a:pt x="775991" y="1668930"/>
                    </a:cubicBezTo>
                    <a:cubicBezTo>
                      <a:pt x="778571" y="1670220"/>
                      <a:pt x="779861" y="1673445"/>
                      <a:pt x="778571" y="1676024"/>
                    </a:cubicBezTo>
                    <a:cubicBezTo>
                      <a:pt x="777281" y="1678604"/>
                      <a:pt x="776314" y="1680539"/>
                      <a:pt x="775024" y="1682151"/>
                    </a:cubicBezTo>
                    <a:lnTo>
                      <a:pt x="772767" y="1685376"/>
                    </a:lnTo>
                    <a:cubicBezTo>
                      <a:pt x="766962" y="1693438"/>
                      <a:pt x="760835" y="1701499"/>
                      <a:pt x="752774" y="1703756"/>
                    </a:cubicBezTo>
                    <a:cubicBezTo>
                      <a:pt x="748259" y="1705046"/>
                      <a:pt x="741165" y="1711496"/>
                      <a:pt x="738585" y="1713430"/>
                    </a:cubicBezTo>
                    <a:cubicBezTo>
                      <a:pt x="737618" y="1714720"/>
                      <a:pt x="736328" y="1715043"/>
                      <a:pt x="735038" y="1715043"/>
                    </a:cubicBezTo>
                    <a:close/>
                    <a:moveTo>
                      <a:pt x="2206767" y="1683441"/>
                    </a:moveTo>
                    <a:cubicBezTo>
                      <a:pt x="2206122" y="1683441"/>
                      <a:pt x="2205477" y="1683441"/>
                      <a:pt x="2205155" y="1683119"/>
                    </a:cubicBezTo>
                    <a:lnTo>
                      <a:pt x="2194836" y="1679572"/>
                    </a:lnTo>
                    <a:cubicBezTo>
                      <a:pt x="2191934" y="1678604"/>
                      <a:pt x="2190644" y="1675702"/>
                      <a:pt x="2191289" y="1672800"/>
                    </a:cubicBezTo>
                    <a:cubicBezTo>
                      <a:pt x="2192256" y="1669898"/>
                      <a:pt x="2195158" y="1668608"/>
                      <a:pt x="2198061" y="1669253"/>
                    </a:cubicBezTo>
                    <a:lnTo>
                      <a:pt x="2208379" y="1672800"/>
                    </a:lnTo>
                    <a:cubicBezTo>
                      <a:pt x="2211282" y="1673767"/>
                      <a:pt x="2212571" y="1676669"/>
                      <a:pt x="2211604" y="1679572"/>
                    </a:cubicBezTo>
                    <a:cubicBezTo>
                      <a:pt x="2211282" y="1682151"/>
                      <a:pt x="2209024" y="1683441"/>
                      <a:pt x="2206767" y="1683441"/>
                    </a:cubicBezTo>
                    <a:close/>
                    <a:moveTo>
                      <a:pt x="2171296" y="1671188"/>
                    </a:moveTo>
                    <a:cubicBezTo>
                      <a:pt x="2170651" y="1671188"/>
                      <a:pt x="2170006" y="1671188"/>
                      <a:pt x="2169361" y="1670865"/>
                    </a:cubicBezTo>
                    <a:lnTo>
                      <a:pt x="2168071" y="1670543"/>
                    </a:lnTo>
                    <a:cubicBezTo>
                      <a:pt x="2151303" y="1664093"/>
                      <a:pt x="2134213" y="1652807"/>
                      <a:pt x="2122604" y="1640553"/>
                    </a:cubicBezTo>
                    <a:cubicBezTo>
                      <a:pt x="2120669" y="1638296"/>
                      <a:pt x="2120669" y="1635071"/>
                      <a:pt x="2122926" y="1632814"/>
                    </a:cubicBezTo>
                    <a:cubicBezTo>
                      <a:pt x="2125184" y="1630879"/>
                      <a:pt x="2128408" y="1630879"/>
                      <a:pt x="2130665" y="1633137"/>
                    </a:cubicBezTo>
                    <a:cubicBezTo>
                      <a:pt x="2141307" y="1644100"/>
                      <a:pt x="2156785" y="1654419"/>
                      <a:pt x="2172263" y="1660546"/>
                    </a:cubicBezTo>
                    <a:lnTo>
                      <a:pt x="2173553" y="1660869"/>
                    </a:lnTo>
                    <a:cubicBezTo>
                      <a:pt x="2176456" y="1661836"/>
                      <a:pt x="2177745" y="1665061"/>
                      <a:pt x="2176456" y="1667963"/>
                    </a:cubicBezTo>
                    <a:cubicBezTo>
                      <a:pt x="2175488" y="1669898"/>
                      <a:pt x="2173553" y="1671188"/>
                      <a:pt x="2171296" y="1671188"/>
                    </a:cubicBezTo>
                    <a:close/>
                    <a:moveTo>
                      <a:pt x="5040587" y="1668930"/>
                    </a:moveTo>
                    <a:cubicBezTo>
                      <a:pt x="5039297" y="1668930"/>
                      <a:pt x="5038007" y="1668608"/>
                      <a:pt x="5037040" y="1667640"/>
                    </a:cubicBezTo>
                    <a:cubicBezTo>
                      <a:pt x="5034783" y="1665706"/>
                      <a:pt x="5034460" y="1662481"/>
                      <a:pt x="5036395" y="1660224"/>
                    </a:cubicBezTo>
                    <a:cubicBezTo>
                      <a:pt x="5038007" y="1658289"/>
                      <a:pt x="5038974" y="1656677"/>
                      <a:pt x="5040264" y="1654097"/>
                    </a:cubicBezTo>
                    <a:lnTo>
                      <a:pt x="5041554" y="1652162"/>
                    </a:lnTo>
                    <a:cubicBezTo>
                      <a:pt x="5042844" y="1649582"/>
                      <a:pt x="5046391" y="1648615"/>
                      <a:pt x="5048971" y="1650227"/>
                    </a:cubicBezTo>
                    <a:cubicBezTo>
                      <a:pt x="5051551" y="1651517"/>
                      <a:pt x="5052518" y="1655064"/>
                      <a:pt x="5050906" y="1657644"/>
                    </a:cubicBezTo>
                    <a:lnTo>
                      <a:pt x="5049938" y="1659579"/>
                    </a:lnTo>
                    <a:cubicBezTo>
                      <a:pt x="5048326" y="1662158"/>
                      <a:pt x="5047036" y="1664738"/>
                      <a:pt x="5044779" y="1667640"/>
                    </a:cubicBezTo>
                    <a:cubicBezTo>
                      <a:pt x="5043812" y="1668285"/>
                      <a:pt x="5042199" y="1668930"/>
                      <a:pt x="5040587" y="1668930"/>
                    </a:cubicBezTo>
                    <a:close/>
                    <a:moveTo>
                      <a:pt x="4299885" y="1660224"/>
                    </a:moveTo>
                    <a:cubicBezTo>
                      <a:pt x="4298596" y="1660224"/>
                      <a:pt x="4297628" y="1659901"/>
                      <a:pt x="4296661" y="1658934"/>
                    </a:cubicBezTo>
                    <a:cubicBezTo>
                      <a:pt x="4294403" y="1656999"/>
                      <a:pt x="4294081" y="1653774"/>
                      <a:pt x="4295694" y="1651517"/>
                    </a:cubicBezTo>
                    <a:cubicBezTo>
                      <a:pt x="4297951" y="1648615"/>
                      <a:pt x="4300530" y="1645713"/>
                      <a:pt x="4303432" y="1643133"/>
                    </a:cubicBezTo>
                    <a:cubicBezTo>
                      <a:pt x="4305690" y="1641198"/>
                      <a:pt x="4308914" y="1641198"/>
                      <a:pt x="4311172" y="1643133"/>
                    </a:cubicBezTo>
                    <a:cubicBezTo>
                      <a:pt x="4313106" y="1645390"/>
                      <a:pt x="4313106" y="1648615"/>
                      <a:pt x="4311172" y="1650872"/>
                    </a:cubicBezTo>
                    <a:cubicBezTo>
                      <a:pt x="4308914" y="1653129"/>
                      <a:pt x="4306657" y="1655709"/>
                      <a:pt x="4304400" y="1658289"/>
                    </a:cubicBezTo>
                    <a:cubicBezTo>
                      <a:pt x="4302788" y="1659579"/>
                      <a:pt x="4301175" y="1660224"/>
                      <a:pt x="4299885" y="1660224"/>
                    </a:cubicBezTo>
                    <a:close/>
                    <a:moveTo>
                      <a:pt x="783408" y="1654419"/>
                    </a:moveTo>
                    <a:cubicBezTo>
                      <a:pt x="782441" y="1654419"/>
                      <a:pt x="781796" y="1654097"/>
                      <a:pt x="780828" y="1653774"/>
                    </a:cubicBezTo>
                    <a:cubicBezTo>
                      <a:pt x="778248" y="1652485"/>
                      <a:pt x="777281" y="1649260"/>
                      <a:pt x="778571" y="1646680"/>
                    </a:cubicBezTo>
                    <a:cubicBezTo>
                      <a:pt x="779216" y="1645713"/>
                      <a:pt x="779861" y="1644745"/>
                      <a:pt x="780183" y="1643778"/>
                    </a:cubicBezTo>
                    <a:cubicBezTo>
                      <a:pt x="781151" y="1642488"/>
                      <a:pt x="781796" y="1640876"/>
                      <a:pt x="782118" y="1638296"/>
                    </a:cubicBezTo>
                    <a:cubicBezTo>
                      <a:pt x="782763" y="1635394"/>
                      <a:pt x="785665" y="1633459"/>
                      <a:pt x="788567" y="1634104"/>
                    </a:cubicBezTo>
                    <a:cubicBezTo>
                      <a:pt x="791469" y="1634749"/>
                      <a:pt x="793404" y="1637651"/>
                      <a:pt x="792759" y="1640553"/>
                    </a:cubicBezTo>
                    <a:cubicBezTo>
                      <a:pt x="792114" y="1643133"/>
                      <a:pt x="791147" y="1646680"/>
                      <a:pt x="789212" y="1649582"/>
                    </a:cubicBezTo>
                    <a:cubicBezTo>
                      <a:pt x="788890" y="1650227"/>
                      <a:pt x="788567" y="1650872"/>
                      <a:pt x="787922" y="1651517"/>
                    </a:cubicBezTo>
                    <a:cubicBezTo>
                      <a:pt x="787277" y="1653129"/>
                      <a:pt x="785343" y="1654419"/>
                      <a:pt x="783408" y="1654419"/>
                    </a:cubicBezTo>
                    <a:close/>
                    <a:moveTo>
                      <a:pt x="5062192" y="1638619"/>
                    </a:moveTo>
                    <a:cubicBezTo>
                      <a:pt x="5060902" y="1638619"/>
                      <a:pt x="5059613" y="1638296"/>
                      <a:pt x="5058645" y="1637329"/>
                    </a:cubicBezTo>
                    <a:cubicBezTo>
                      <a:pt x="5056388" y="1635394"/>
                      <a:pt x="5056388" y="1631847"/>
                      <a:pt x="5058322" y="1629590"/>
                    </a:cubicBezTo>
                    <a:cubicBezTo>
                      <a:pt x="5060580" y="1627010"/>
                      <a:pt x="5061547" y="1626042"/>
                      <a:pt x="5064449" y="1619271"/>
                    </a:cubicBezTo>
                    <a:cubicBezTo>
                      <a:pt x="5066706" y="1614434"/>
                      <a:pt x="5069609" y="1610887"/>
                      <a:pt x="5072189" y="1607662"/>
                    </a:cubicBezTo>
                    <a:cubicBezTo>
                      <a:pt x="5075413" y="1604115"/>
                      <a:pt x="5077025" y="1601858"/>
                      <a:pt x="5077025" y="1598955"/>
                    </a:cubicBezTo>
                    <a:cubicBezTo>
                      <a:pt x="5077025" y="1597665"/>
                      <a:pt x="5076703" y="1595731"/>
                      <a:pt x="5075736" y="1593796"/>
                    </a:cubicBezTo>
                    <a:cubicBezTo>
                      <a:pt x="5074768" y="1591861"/>
                      <a:pt x="5074123" y="1590571"/>
                      <a:pt x="5073478" y="1589281"/>
                    </a:cubicBezTo>
                    <a:lnTo>
                      <a:pt x="5073156" y="1588636"/>
                    </a:lnTo>
                    <a:cubicBezTo>
                      <a:pt x="5071866" y="1586057"/>
                      <a:pt x="5072833" y="1582832"/>
                      <a:pt x="5075736" y="1581542"/>
                    </a:cubicBezTo>
                    <a:cubicBezTo>
                      <a:pt x="5078315" y="1580252"/>
                      <a:pt x="5081540" y="1581220"/>
                      <a:pt x="5082830" y="1584122"/>
                    </a:cubicBezTo>
                    <a:lnTo>
                      <a:pt x="5083152" y="1584767"/>
                    </a:lnTo>
                    <a:cubicBezTo>
                      <a:pt x="5083797" y="1586057"/>
                      <a:pt x="5084442" y="1587669"/>
                      <a:pt x="5085409" y="1589281"/>
                    </a:cubicBezTo>
                    <a:cubicBezTo>
                      <a:pt x="5087022" y="1592829"/>
                      <a:pt x="5087989" y="1595731"/>
                      <a:pt x="5087989" y="1598955"/>
                    </a:cubicBezTo>
                    <a:cubicBezTo>
                      <a:pt x="5087989" y="1605727"/>
                      <a:pt x="5083797" y="1610564"/>
                      <a:pt x="5080250" y="1614434"/>
                    </a:cubicBezTo>
                    <a:cubicBezTo>
                      <a:pt x="5077993" y="1617013"/>
                      <a:pt x="5075736" y="1619916"/>
                      <a:pt x="5074123" y="1623140"/>
                    </a:cubicBezTo>
                    <a:cubicBezTo>
                      <a:pt x="5070898" y="1630557"/>
                      <a:pt x="5069286" y="1632814"/>
                      <a:pt x="5066062" y="1636361"/>
                    </a:cubicBezTo>
                    <a:cubicBezTo>
                      <a:pt x="5065094" y="1637974"/>
                      <a:pt x="5063804" y="1638619"/>
                      <a:pt x="5062192" y="1638619"/>
                    </a:cubicBezTo>
                    <a:close/>
                    <a:moveTo>
                      <a:pt x="4343418" y="1630234"/>
                    </a:moveTo>
                    <a:cubicBezTo>
                      <a:pt x="4341161" y="1630234"/>
                      <a:pt x="4338904" y="1628622"/>
                      <a:pt x="4338259" y="1626365"/>
                    </a:cubicBezTo>
                    <a:cubicBezTo>
                      <a:pt x="4337291" y="1623463"/>
                      <a:pt x="4338904" y="1620560"/>
                      <a:pt x="4341806" y="1619593"/>
                    </a:cubicBezTo>
                    <a:cubicBezTo>
                      <a:pt x="4348578" y="1617658"/>
                      <a:pt x="4355349" y="1616368"/>
                      <a:pt x="4362121" y="1616046"/>
                    </a:cubicBezTo>
                    <a:cubicBezTo>
                      <a:pt x="4362766" y="1608307"/>
                      <a:pt x="4363411" y="1599600"/>
                      <a:pt x="4365346" y="1590894"/>
                    </a:cubicBezTo>
                    <a:cubicBezTo>
                      <a:pt x="4365991" y="1587992"/>
                      <a:pt x="4368893" y="1586057"/>
                      <a:pt x="4371795" y="1586702"/>
                    </a:cubicBezTo>
                    <a:cubicBezTo>
                      <a:pt x="4374697" y="1587347"/>
                      <a:pt x="4376632" y="1590249"/>
                      <a:pt x="4375987" y="1593151"/>
                    </a:cubicBezTo>
                    <a:cubicBezTo>
                      <a:pt x="4374052" y="1603147"/>
                      <a:pt x="4373085" y="1613466"/>
                      <a:pt x="4372763" y="1621850"/>
                    </a:cubicBezTo>
                    <a:lnTo>
                      <a:pt x="4372118" y="1627010"/>
                    </a:lnTo>
                    <a:lnTo>
                      <a:pt x="4365668" y="1627010"/>
                    </a:lnTo>
                    <a:cubicBezTo>
                      <a:pt x="4358574" y="1627010"/>
                      <a:pt x="4351802" y="1627977"/>
                      <a:pt x="4344708" y="1630234"/>
                    </a:cubicBezTo>
                    <a:cubicBezTo>
                      <a:pt x="4344386" y="1630234"/>
                      <a:pt x="4343741" y="1630234"/>
                      <a:pt x="4343418" y="1630234"/>
                    </a:cubicBezTo>
                    <a:close/>
                    <a:moveTo>
                      <a:pt x="811785" y="1611209"/>
                    </a:moveTo>
                    <a:cubicBezTo>
                      <a:pt x="810173" y="1611209"/>
                      <a:pt x="808560" y="1610564"/>
                      <a:pt x="807270" y="1608952"/>
                    </a:cubicBezTo>
                    <a:cubicBezTo>
                      <a:pt x="805658" y="1606372"/>
                      <a:pt x="806303" y="1603147"/>
                      <a:pt x="808560" y="1601535"/>
                    </a:cubicBezTo>
                    <a:cubicBezTo>
                      <a:pt x="820169" y="1593473"/>
                      <a:pt x="830488" y="1588314"/>
                      <a:pt x="839194" y="1586057"/>
                    </a:cubicBezTo>
                    <a:cubicBezTo>
                      <a:pt x="845644" y="1584444"/>
                      <a:pt x="850481" y="1581220"/>
                      <a:pt x="855640" y="1577995"/>
                    </a:cubicBezTo>
                    <a:lnTo>
                      <a:pt x="856285" y="1577350"/>
                    </a:lnTo>
                    <a:cubicBezTo>
                      <a:pt x="858865" y="1575738"/>
                      <a:pt x="862089" y="1576383"/>
                      <a:pt x="863702" y="1578963"/>
                    </a:cubicBezTo>
                    <a:cubicBezTo>
                      <a:pt x="865314" y="1581542"/>
                      <a:pt x="864669" y="1584767"/>
                      <a:pt x="862089" y="1586379"/>
                    </a:cubicBezTo>
                    <a:lnTo>
                      <a:pt x="861444" y="1587024"/>
                    </a:lnTo>
                    <a:cubicBezTo>
                      <a:pt x="855962" y="1590571"/>
                      <a:pt x="849836" y="1594441"/>
                      <a:pt x="841452" y="1596698"/>
                    </a:cubicBezTo>
                    <a:cubicBezTo>
                      <a:pt x="834035" y="1598633"/>
                      <a:pt x="824683" y="1603147"/>
                      <a:pt x="814365" y="1610242"/>
                    </a:cubicBezTo>
                    <a:cubicBezTo>
                      <a:pt x="814042" y="1610887"/>
                      <a:pt x="812752" y="1611209"/>
                      <a:pt x="811785" y="1611209"/>
                    </a:cubicBezTo>
                    <a:close/>
                    <a:moveTo>
                      <a:pt x="2121314" y="1603792"/>
                    </a:moveTo>
                    <a:cubicBezTo>
                      <a:pt x="2120669" y="1603792"/>
                      <a:pt x="2119702" y="1603792"/>
                      <a:pt x="2119057" y="1603147"/>
                    </a:cubicBezTo>
                    <a:cubicBezTo>
                      <a:pt x="2116477" y="1601858"/>
                      <a:pt x="2115187" y="1598633"/>
                      <a:pt x="2116477" y="1596053"/>
                    </a:cubicBezTo>
                    <a:lnTo>
                      <a:pt x="2120992" y="1586379"/>
                    </a:lnTo>
                    <a:cubicBezTo>
                      <a:pt x="2122281" y="1583799"/>
                      <a:pt x="2125506" y="1582510"/>
                      <a:pt x="2128086" y="1583799"/>
                    </a:cubicBezTo>
                    <a:cubicBezTo>
                      <a:pt x="2130665" y="1585089"/>
                      <a:pt x="2131955" y="1588314"/>
                      <a:pt x="2130665" y="1590894"/>
                    </a:cubicBezTo>
                    <a:lnTo>
                      <a:pt x="2126151" y="1600568"/>
                    </a:lnTo>
                    <a:cubicBezTo>
                      <a:pt x="2125506" y="1602502"/>
                      <a:pt x="2123249" y="1603792"/>
                      <a:pt x="2121314" y="1603792"/>
                    </a:cubicBezTo>
                    <a:close/>
                    <a:moveTo>
                      <a:pt x="886274" y="1579608"/>
                    </a:moveTo>
                    <a:cubicBezTo>
                      <a:pt x="885629" y="1579608"/>
                      <a:pt x="884984" y="1579608"/>
                      <a:pt x="884339" y="1579608"/>
                    </a:cubicBezTo>
                    <a:cubicBezTo>
                      <a:pt x="881437" y="1579285"/>
                      <a:pt x="879180" y="1576705"/>
                      <a:pt x="879502" y="1573803"/>
                    </a:cubicBezTo>
                    <a:cubicBezTo>
                      <a:pt x="879825" y="1570901"/>
                      <a:pt x="882405" y="1568644"/>
                      <a:pt x="885307" y="1568966"/>
                    </a:cubicBezTo>
                    <a:cubicBezTo>
                      <a:pt x="886274" y="1568966"/>
                      <a:pt x="887886" y="1568966"/>
                      <a:pt x="890466" y="1568644"/>
                    </a:cubicBezTo>
                    <a:cubicBezTo>
                      <a:pt x="890466" y="1568644"/>
                      <a:pt x="890789" y="1568644"/>
                      <a:pt x="891111" y="1568321"/>
                    </a:cubicBezTo>
                    <a:cubicBezTo>
                      <a:pt x="893046" y="1566064"/>
                      <a:pt x="896593" y="1566064"/>
                      <a:pt x="898850" y="1567999"/>
                    </a:cubicBezTo>
                    <a:cubicBezTo>
                      <a:pt x="901108" y="1569933"/>
                      <a:pt x="901108" y="1573481"/>
                      <a:pt x="899173" y="1575738"/>
                    </a:cubicBezTo>
                    <a:cubicBezTo>
                      <a:pt x="897238" y="1577995"/>
                      <a:pt x="894981" y="1579285"/>
                      <a:pt x="892079" y="1579608"/>
                    </a:cubicBezTo>
                    <a:cubicBezTo>
                      <a:pt x="889499" y="1579608"/>
                      <a:pt x="887886" y="1579608"/>
                      <a:pt x="886274" y="1579608"/>
                    </a:cubicBezTo>
                    <a:close/>
                    <a:moveTo>
                      <a:pt x="4380179" y="1572513"/>
                    </a:moveTo>
                    <a:cubicBezTo>
                      <a:pt x="4379212" y="1572513"/>
                      <a:pt x="4378244" y="1572191"/>
                      <a:pt x="4377277" y="1571546"/>
                    </a:cubicBezTo>
                    <a:cubicBezTo>
                      <a:pt x="4374697" y="1569933"/>
                      <a:pt x="4374052" y="1566709"/>
                      <a:pt x="4375665" y="1564129"/>
                    </a:cubicBezTo>
                    <a:cubicBezTo>
                      <a:pt x="4377922" y="1560582"/>
                      <a:pt x="4380501" y="1557680"/>
                      <a:pt x="4383404" y="1554778"/>
                    </a:cubicBezTo>
                    <a:cubicBezTo>
                      <a:pt x="4385661" y="1552843"/>
                      <a:pt x="4388886" y="1552843"/>
                      <a:pt x="4391143" y="1555100"/>
                    </a:cubicBezTo>
                    <a:cubicBezTo>
                      <a:pt x="4393078" y="1557357"/>
                      <a:pt x="4393078" y="1560582"/>
                      <a:pt x="4390821" y="1562839"/>
                    </a:cubicBezTo>
                    <a:cubicBezTo>
                      <a:pt x="4388563" y="1564774"/>
                      <a:pt x="4386628" y="1567354"/>
                      <a:pt x="4384694" y="1569933"/>
                    </a:cubicBezTo>
                    <a:cubicBezTo>
                      <a:pt x="4383726" y="1571546"/>
                      <a:pt x="4381792" y="1572513"/>
                      <a:pt x="4380179" y="1572513"/>
                    </a:cubicBezTo>
                    <a:close/>
                    <a:moveTo>
                      <a:pt x="2135502" y="1568966"/>
                    </a:moveTo>
                    <a:cubicBezTo>
                      <a:pt x="2135180" y="1568966"/>
                      <a:pt x="2134535" y="1568966"/>
                      <a:pt x="2133890" y="1568644"/>
                    </a:cubicBezTo>
                    <a:cubicBezTo>
                      <a:pt x="2130988" y="1567676"/>
                      <a:pt x="2129375" y="1564774"/>
                      <a:pt x="2130343" y="1561872"/>
                    </a:cubicBezTo>
                    <a:cubicBezTo>
                      <a:pt x="2131955" y="1556390"/>
                      <a:pt x="2132600" y="1551876"/>
                      <a:pt x="2132600" y="1547683"/>
                    </a:cubicBezTo>
                    <a:cubicBezTo>
                      <a:pt x="2132600" y="1546716"/>
                      <a:pt x="2132600" y="1545749"/>
                      <a:pt x="2132278" y="1544459"/>
                    </a:cubicBezTo>
                    <a:cubicBezTo>
                      <a:pt x="2131955" y="1540912"/>
                      <a:pt x="2131633" y="1538010"/>
                      <a:pt x="2131633" y="1535107"/>
                    </a:cubicBezTo>
                    <a:cubicBezTo>
                      <a:pt x="2131633" y="1524788"/>
                      <a:pt x="2134213" y="1516727"/>
                      <a:pt x="2140339" y="1508343"/>
                    </a:cubicBezTo>
                    <a:cubicBezTo>
                      <a:pt x="2141952" y="1506085"/>
                      <a:pt x="2145499" y="1505440"/>
                      <a:pt x="2147756" y="1507053"/>
                    </a:cubicBezTo>
                    <a:cubicBezTo>
                      <a:pt x="2150013" y="1508665"/>
                      <a:pt x="2150658" y="1512212"/>
                      <a:pt x="2149046" y="1514470"/>
                    </a:cubicBezTo>
                    <a:cubicBezTo>
                      <a:pt x="2144209" y="1520919"/>
                      <a:pt x="2142274" y="1526723"/>
                      <a:pt x="2142274" y="1535107"/>
                    </a:cubicBezTo>
                    <a:cubicBezTo>
                      <a:pt x="2142274" y="1537687"/>
                      <a:pt x="2142597" y="1540267"/>
                      <a:pt x="2142919" y="1543491"/>
                    </a:cubicBezTo>
                    <a:cubicBezTo>
                      <a:pt x="2143241" y="1544781"/>
                      <a:pt x="2143241" y="1546394"/>
                      <a:pt x="2143241" y="1547683"/>
                    </a:cubicBezTo>
                    <a:cubicBezTo>
                      <a:pt x="2143241" y="1552520"/>
                      <a:pt x="2142274" y="1558325"/>
                      <a:pt x="2140662" y="1564774"/>
                    </a:cubicBezTo>
                    <a:cubicBezTo>
                      <a:pt x="2140017" y="1567354"/>
                      <a:pt x="2137760" y="1568966"/>
                      <a:pt x="2135502" y="1568966"/>
                    </a:cubicBezTo>
                    <a:close/>
                    <a:moveTo>
                      <a:pt x="4905797" y="1557035"/>
                    </a:moveTo>
                    <a:cubicBezTo>
                      <a:pt x="4901605" y="1557035"/>
                      <a:pt x="4891608" y="1555423"/>
                      <a:pt x="4891608" y="1541234"/>
                    </a:cubicBezTo>
                    <a:cubicBezTo>
                      <a:pt x="4891608" y="1540267"/>
                      <a:pt x="4891608" y="1539299"/>
                      <a:pt x="4891608" y="1538332"/>
                    </a:cubicBezTo>
                    <a:cubicBezTo>
                      <a:pt x="4891608" y="1537042"/>
                      <a:pt x="4891608" y="1536075"/>
                      <a:pt x="4891608" y="1534785"/>
                    </a:cubicBezTo>
                    <a:lnTo>
                      <a:pt x="4891608" y="1531883"/>
                    </a:lnTo>
                    <a:cubicBezTo>
                      <a:pt x="4891608" y="1525433"/>
                      <a:pt x="4892253" y="1518339"/>
                      <a:pt x="4900637" y="1511245"/>
                    </a:cubicBezTo>
                    <a:lnTo>
                      <a:pt x="4901605" y="1510278"/>
                    </a:lnTo>
                    <a:cubicBezTo>
                      <a:pt x="4903862" y="1508343"/>
                      <a:pt x="4907086" y="1508343"/>
                      <a:pt x="4909344" y="1510600"/>
                    </a:cubicBezTo>
                    <a:cubicBezTo>
                      <a:pt x="4911279" y="1512857"/>
                      <a:pt x="4911279" y="1516082"/>
                      <a:pt x="4909021" y="1518339"/>
                    </a:cubicBezTo>
                    <a:lnTo>
                      <a:pt x="4907731" y="1519629"/>
                    </a:lnTo>
                    <a:cubicBezTo>
                      <a:pt x="4902572" y="1524144"/>
                      <a:pt x="4902250" y="1527368"/>
                      <a:pt x="4902250" y="1532205"/>
                    </a:cubicBezTo>
                    <a:lnTo>
                      <a:pt x="4902250" y="1535107"/>
                    </a:lnTo>
                    <a:cubicBezTo>
                      <a:pt x="4902250" y="1536397"/>
                      <a:pt x="4902250" y="1538010"/>
                      <a:pt x="4902250" y="1539622"/>
                    </a:cubicBezTo>
                    <a:cubicBezTo>
                      <a:pt x="4902250" y="1540267"/>
                      <a:pt x="4902250" y="1540912"/>
                      <a:pt x="4902250" y="1541557"/>
                    </a:cubicBezTo>
                    <a:cubicBezTo>
                      <a:pt x="4902250" y="1546394"/>
                      <a:pt x="4903539" y="1546394"/>
                      <a:pt x="4905797" y="1546394"/>
                    </a:cubicBezTo>
                    <a:cubicBezTo>
                      <a:pt x="4908377" y="1546394"/>
                      <a:pt x="4909988" y="1546071"/>
                      <a:pt x="4911924" y="1545426"/>
                    </a:cubicBezTo>
                    <a:cubicBezTo>
                      <a:pt x="4914503" y="1544459"/>
                      <a:pt x="4917728" y="1545749"/>
                      <a:pt x="4919018" y="1548328"/>
                    </a:cubicBezTo>
                    <a:cubicBezTo>
                      <a:pt x="4919985" y="1551231"/>
                      <a:pt x="4918695" y="1554133"/>
                      <a:pt x="4916115" y="1555423"/>
                    </a:cubicBezTo>
                    <a:cubicBezTo>
                      <a:pt x="4912568" y="1556390"/>
                      <a:pt x="4909666" y="1557035"/>
                      <a:pt x="4905797" y="1557035"/>
                    </a:cubicBezTo>
                    <a:close/>
                    <a:moveTo>
                      <a:pt x="5071866" y="1557035"/>
                    </a:moveTo>
                    <a:cubicBezTo>
                      <a:pt x="5071221" y="1557035"/>
                      <a:pt x="5070898" y="1557035"/>
                      <a:pt x="5070253" y="1556712"/>
                    </a:cubicBezTo>
                    <a:cubicBezTo>
                      <a:pt x="5067351" y="1555745"/>
                      <a:pt x="5064449" y="1555423"/>
                      <a:pt x="5061870" y="1555100"/>
                    </a:cubicBezTo>
                    <a:lnTo>
                      <a:pt x="5060257" y="1554778"/>
                    </a:lnTo>
                    <a:cubicBezTo>
                      <a:pt x="5057355" y="1554455"/>
                      <a:pt x="5055420" y="1551553"/>
                      <a:pt x="5055743" y="1548651"/>
                    </a:cubicBezTo>
                    <a:cubicBezTo>
                      <a:pt x="5056065" y="1545749"/>
                      <a:pt x="5058967" y="1543814"/>
                      <a:pt x="5061870" y="1544136"/>
                    </a:cubicBezTo>
                    <a:lnTo>
                      <a:pt x="5063482" y="1544459"/>
                    </a:lnTo>
                    <a:cubicBezTo>
                      <a:pt x="5066062" y="1544781"/>
                      <a:pt x="5069931" y="1545426"/>
                      <a:pt x="5073156" y="1546394"/>
                    </a:cubicBezTo>
                    <a:cubicBezTo>
                      <a:pt x="5076058" y="1547361"/>
                      <a:pt x="5077670" y="1550263"/>
                      <a:pt x="5076703" y="1553165"/>
                    </a:cubicBezTo>
                    <a:cubicBezTo>
                      <a:pt x="5076380" y="1555423"/>
                      <a:pt x="5074123" y="1557035"/>
                      <a:pt x="5071866" y="1557035"/>
                    </a:cubicBezTo>
                    <a:close/>
                    <a:moveTo>
                      <a:pt x="4997377" y="1553810"/>
                    </a:moveTo>
                    <a:cubicBezTo>
                      <a:pt x="4995764" y="1553810"/>
                      <a:pt x="4994152" y="1553810"/>
                      <a:pt x="4992862" y="1553488"/>
                    </a:cubicBezTo>
                    <a:cubicBezTo>
                      <a:pt x="4990927" y="1553488"/>
                      <a:pt x="4989315" y="1553165"/>
                      <a:pt x="4987380" y="1553488"/>
                    </a:cubicBezTo>
                    <a:cubicBezTo>
                      <a:pt x="4986090" y="1553810"/>
                      <a:pt x="4984800" y="1553810"/>
                      <a:pt x="4983511" y="1553488"/>
                    </a:cubicBezTo>
                    <a:cubicBezTo>
                      <a:pt x="4980608" y="1553165"/>
                      <a:pt x="4978351" y="1550263"/>
                      <a:pt x="4978996" y="1547361"/>
                    </a:cubicBezTo>
                    <a:cubicBezTo>
                      <a:pt x="4979319" y="1544459"/>
                      <a:pt x="4982221" y="1542524"/>
                      <a:pt x="4985123" y="1542846"/>
                    </a:cubicBezTo>
                    <a:cubicBezTo>
                      <a:pt x="4985446" y="1542846"/>
                      <a:pt x="4985446" y="1542846"/>
                      <a:pt x="4985768" y="1542846"/>
                    </a:cubicBezTo>
                    <a:cubicBezTo>
                      <a:pt x="4989315" y="1542202"/>
                      <a:pt x="4991572" y="1542524"/>
                      <a:pt x="4994152" y="1542846"/>
                    </a:cubicBezTo>
                    <a:cubicBezTo>
                      <a:pt x="4997699" y="1543169"/>
                      <a:pt x="5001246" y="1544459"/>
                      <a:pt x="5011887" y="1538654"/>
                    </a:cubicBezTo>
                    <a:cubicBezTo>
                      <a:pt x="5017369" y="1535752"/>
                      <a:pt x="5021561" y="1534462"/>
                      <a:pt x="5025754" y="1534462"/>
                    </a:cubicBezTo>
                    <a:cubicBezTo>
                      <a:pt x="5030590" y="1534462"/>
                      <a:pt x="5033815" y="1536075"/>
                      <a:pt x="5036717" y="1537687"/>
                    </a:cubicBezTo>
                    <a:lnTo>
                      <a:pt x="5038330" y="1538332"/>
                    </a:lnTo>
                    <a:cubicBezTo>
                      <a:pt x="5040910" y="1539622"/>
                      <a:pt x="5042199" y="1542846"/>
                      <a:pt x="5040587" y="1545426"/>
                    </a:cubicBezTo>
                    <a:cubicBezTo>
                      <a:pt x="5039297" y="1548006"/>
                      <a:pt x="5036072" y="1549296"/>
                      <a:pt x="5033492" y="1547683"/>
                    </a:cubicBezTo>
                    <a:lnTo>
                      <a:pt x="5031235" y="1547683"/>
                    </a:lnTo>
                    <a:cubicBezTo>
                      <a:pt x="5028656" y="1546394"/>
                      <a:pt x="5027366" y="1545749"/>
                      <a:pt x="5025431" y="1545749"/>
                    </a:cubicBezTo>
                    <a:cubicBezTo>
                      <a:pt x="5023174" y="1545749"/>
                      <a:pt x="5020272" y="1546716"/>
                      <a:pt x="5016402" y="1548651"/>
                    </a:cubicBezTo>
                    <a:cubicBezTo>
                      <a:pt x="5008985" y="1552198"/>
                      <a:pt x="5003181" y="1553810"/>
                      <a:pt x="4997377" y="1553810"/>
                    </a:cubicBezTo>
                    <a:close/>
                    <a:moveTo>
                      <a:pt x="4426936" y="1550586"/>
                    </a:moveTo>
                    <a:cubicBezTo>
                      <a:pt x="4424357" y="1550586"/>
                      <a:pt x="4421777" y="1548651"/>
                      <a:pt x="4421455" y="1545749"/>
                    </a:cubicBezTo>
                    <a:cubicBezTo>
                      <a:pt x="4421132" y="1542846"/>
                      <a:pt x="4423389" y="1540267"/>
                      <a:pt x="4426291" y="1539944"/>
                    </a:cubicBezTo>
                    <a:cubicBezTo>
                      <a:pt x="4432741" y="1539299"/>
                      <a:pt x="4439190" y="1538654"/>
                      <a:pt x="4445317" y="1537042"/>
                    </a:cubicBezTo>
                    <a:cubicBezTo>
                      <a:pt x="4455314" y="1534462"/>
                      <a:pt x="4464343" y="1529948"/>
                      <a:pt x="4473049" y="1522854"/>
                    </a:cubicBezTo>
                    <a:cubicBezTo>
                      <a:pt x="4475306" y="1520919"/>
                      <a:pt x="4478853" y="1521241"/>
                      <a:pt x="4480466" y="1523499"/>
                    </a:cubicBezTo>
                    <a:cubicBezTo>
                      <a:pt x="4482400" y="1525756"/>
                      <a:pt x="4482078" y="1529303"/>
                      <a:pt x="4479821" y="1530915"/>
                    </a:cubicBezTo>
                    <a:cubicBezTo>
                      <a:pt x="4469824" y="1538977"/>
                      <a:pt x="4459506" y="1544136"/>
                      <a:pt x="4448219" y="1547361"/>
                    </a:cubicBezTo>
                    <a:cubicBezTo>
                      <a:pt x="4441447" y="1548973"/>
                      <a:pt x="4434353" y="1549941"/>
                      <a:pt x="4427582" y="1550586"/>
                    </a:cubicBezTo>
                    <a:cubicBezTo>
                      <a:pt x="4427259" y="1550586"/>
                      <a:pt x="4427259" y="1550586"/>
                      <a:pt x="4426936" y="1550586"/>
                    </a:cubicBezTo>
                    <a:close/>
                    <a:moveTo>
                      <a:pt x="4934818" y="1539622"/>
                    </a:moveTo>
                    <a:cubicBezTo>
                      <a:pt x="4933529" y="1539622"/>
                      <a:pt x="4931916" y="1538977"/>
                      <a:pt x="4930949" y="1538010"/>
                    </a:cubicBezTo>
                    <a:cubicBezTo>
                      <a:pt x="4929014" y="1535752"/>
                      <a:pt x="4929014" y="1532528"/>
                      <a:pt x="4930949" y="1530270"/>
                    </a:cubicBezTo>
                    <a:cubicBezTo>
                      <a:pt x="4933529" y="1528013"/>
                      <a:pt x="4937398" y="1524466"/>
                      <a:pt x="4945137" y="1525756"/>
                    </a:cubicBezTo>
                    <a:cubicBezTo>
                      <a:pt x="4948040" y="1526078"/>
                      <a:pt x="4949974" y="1528980"/>
                      <a:pt x="4949652" y="1531883"/>
                    </a:cubicBezTo>
                    <a:cubicBezTo>
                      <a:pt x="4949329" y="1534785"/>
                      <a:pt x="4946427" y="1537042"/>
                      <a:pt x="4943525" y="1536397"/>
                    </a:cubicBezTo>
                    <a:cubicBezTo>
                      <a:pt x="4941268" y="1536075"/>
                      <a:pt x="4939978" y="1536397"/>
                      <a:pt x="4938365" y="1538010"/>
                    </a:cubicBezTo>
                    <a:cubicBezTo>
                      <a:pt x="4937720" y="1538977"/>
                      <a:pt x="4936108" y="1539622"/>
                      <a:pt x="4934818" y="1539622"/>
                    </a:cubicBezTo>
                    <a:close/>
                    <a:moveTo>
                      <a:pt x="913039" y="1538977"/>
                    </a:moveTo>
                    <a:cubicBezTo>
                      <a:pt x="912071" y="1538977"/>
                      <a:pt x="911104" y="1538654"/>
                      <a:pt x="910137" y="1538010"/>
                    </a:cubicBezTo>
                    <a:cubicBezTo>
                      <a:pt x="907557" y="1536397"/>
                      <a:pt x="906912" y="1533172"/>
                      <a:pt x="908524" y="1530593"/>
                    </a:cubicBezTo>
                    <a:cubicBezTo>
                      <a:pt x="912071" y="1525111"/>
                      <a:pt x="917231" y="1518662"/>
                      <a:pt x="925292" y="1511890"/>
                    </a:cubicBezTo>
                    <a:cubicBezTo>
                      <a:pt x="932709" y="1505763"/>
                      <a:pt x="937224" y="1497379"/>
                      <a:pt x="941093" y="1489317"/>
                    </a:cubicBezTo>
                    <a:cubicBezTo>
                      <a:pt x="942383" y="1486738"/>
                      <a:pt x="945608" y="1485448"/>
                      <a:pt x="948187" y="1486738"/>
                    </a:cubicBezTo>
                    <a:cubicBezTo>
                      <a:pt x="950767" y="1488027"/>
                      <a:pt x="952057" y="1491252"/>
                      <a:pt x="950767" y="1493832"/>
                    </a:cubicBezTo>
                    <a:cubicBezTo>
                      <a:pt x="946575" y="1502538"/>
                      <a:pt x="941416" y="1512857"/>
                      <a:pt x="932064" y="1520274"/>
                    </a:cubicBezTo>
                    <a:cubicBezTo>
                      <a:pt x="924970" y="1526078"/>
                      <a:pt x="920778" y="1531560"/>
                      <a:pt x="917553" y="1536397"/>
                    </a:cubicBezTo>
                    <a:cubicBezTo>
                      <a:pt x="916263" y="1538010"/>
                      <a:pt x="914651" y="1538977"/>
                      <a:pt x="913039" y="1538977"/>
                    </a:cubicBezTo>
                    <a:close/>
                    <a:moveTo>
                      <a:pt x="4495299" y="1513180"/>
                    </a:moveTo>
                    <a:cubicBezTo>
                      <a:pt x="4494009" y="1513180"/>
                      <a:pt x="4493042" y="1512857"/>
                      <a:pt x="4492074" y="1511890"/>
                    </a:cubicBezTo>
                    <a:cubicBezTo>
                      <a:pt x="4489817" y="1509955"/>
                      <a:pt x="4489495" y="1506730"/>
                      <a:pt x="4491429" y="1504473"/>
                    </a:cubicBezTo>
                    <a:cubicBezTo>
                      <a:pt x="4493687" y="1501893"/>
                      <a:pt x="4495622" y="1498991"/>
                      <a:pt x="4497879" y="1496089"/>
                    </a:cubicBezTo>
                    <a:cubicBezTo>
                      <a:pt x="4499491" y="1493832"/>
                      <a:pt x="4503038" y="1493187"/>
                      <a:pt x="4505296" y="1494799"/>
                    </a:cubicBezTo>
                    <a:cubicBezTo>
                      <a:pt x="4507553" y="1496412"/>
                      <a:pt x="4508198" y="1499959"/>
                      <a:pt x="4506585" y="1502216"/>
                    </a:cubicBezTo>
                    <a:cubicBezTo>
                      <a:pt x="4504328" y="1505118"/>
                      <a:pt x="4502071" y="1508020"/>
                      <a:pt x="4499814" y="1510922"/>
                    </a:cubicBezTo>
                    <a:cubicBezTo>
                      <a:pt x="4498201" y="1512535"/>
                      <a:pt x="4496589" y="1513180"/>
                      <a:pt x="4495299" y="1513180"/>
                    </a:cubicBezTo>
                    <a:close/>
                    <a:moveTo>
                      <a:pt x="4930304" y="1485125"/>
                    </a:moveTo>
                    <a:cubicBezTo>
                      <a:pt x="4929982" y="1485125"/>
                      <a:pt x="4929659" y="1485125"/>
                      <a:pt x="4929337" y="1485125"/>
                    </a:cubicBezTo>
                    <a:cubicBezTo>
                      <a:pt x="4926434" y="1484480"/>
                      <a:pt x="4924500" y="1481578"/>
                      <a:pt x="4925144" y="1478676"/>
                    </a:cubicBezTo>
                    <a:cubicBezTo>
                      <a:pt x="4925467" y="1477386"/>
                      <a:pt x="4925467" y="1475774"/>
                      <a:pt x="4925467" y="1474161"/>
                    </a:cubicBezTo>
                    <a:cubicBezTo>
                      <a:pt x="4925467" y="1473194"/>
                      <a:pt x="4925467" y="1472227"/>
                      <a:pt x="4925467" y="1470937"/>
                    </a:cubicBezTo>
                    <a:cubicBezTo>
                      <a:pt x="4925467" y="1470614"/>
                      <a:pt x="4925467" y="1470292"/>
                      <a:pt x="4925467" y="1469647"/>
                    </a:cubicBezTo>
                    <a:cubicBezTo>
                      <a:pt x="4925144" y="1466745"/>
                      <a:pt x="4927080" y="1464165"/>
                      <a:pt x="4929982" y="1463520"/>
                    </a:cubicBezTo>
                    <a:cubicBezTo>
                      <a:pt x="4932884" y="1463198"/>
                      <a:pt x="4935786" y="1465132"/>
                      <a:pt x="4936108" y="1468035"/>
                    </a:cubicBezTo>
                    <a:cubicBezTo>
                      <a:pt x="4936108" y="1468680"/>
                      <a:pt x="4936108" y="1469324"/>
                      <a:pt x="4936431" y="1469969"/>
                    </a:cubicBezTo>
                    <a:cubicBezTo>
                      <a:pt x="4936431" y="1471259"/>
                      <a:pt x="4936431" y="1472549"/>
                      <a:pt x="4936431" y="1473839"/>
                    </a:cubicBezTo>
                    <a:cubicBezTo>
                      <a:pt x="4936431" y="1476419"/>
                      <a:pt x="4936108" y="1478676"/>
                      <a:pt x="4935786" y="1480611"/>
                    </a:cubicBezTo>
                    <a:cubicBezTo>
                      <a:pt x="4934818" y="1483190"/>
                      <a:pt x="4932561" y="1485125"/>
                      <a:pt x="4930304" y="1485125"/>
                    </a:cubicBezTo>
                    <a:close/>
                    <a:moveTo>
                      <a:pt x="2170973" y="1483190"/>
                    </a:moveTo>
                    <a:cubicBezTo>
                      <a:pt x="2170329" y="1483190"/>
                      <a:pt x="2169684" y="1483190"/>
                      <a:pt x="2169361" y="1482868"/>
                    </a:cubicBezTo>
                    <a:cubicBezTo>
                      <a:pt x="2166459" y="1481901"/>
                      <a:pt x="2165169" y="1478676"/>
                      <a:pt x="2166136" y="1476096"/>
                    </a:cubicBezTo>
                    <a:cubicBezTo>
                      <a:pt x="2167426" y="1472549"/>
                      <a:pt x="2168071" y="1469002"/>
                      <a:pt x="2168716" y="1466422"/>
                    </a:cubicBezTo>
                    <a:cubicBezTo>
                      <a:pt x="2169361" y="1463520"/>
                      <a:pt x="2171941" y="1461585"/>
                      <a:pt x="2174843" y="1462230"/>
                    </a:cubicBezTo>
                    <a:cubicBezTo>
                      <a:pt x="2177745" y="1462875"/>
                      <a:pt x="2179680" y="1465455"/>
                      <a:pt x="2179035" y="1468357"/>
                    </a:cubicBezTo>
                    <a:cubicBezTo>
                      <a:pt x="2178390" y="1471259"/>
                      <a:pt x="2177745" y="1475451"/>
                      <a:pt x="2176133" y="1479643"/>
                    </a:cubicBezTo>
                    <a:cubicBezTo>
                      <a:pt x="2175166" y="1481901"/>
                      <a:pt x="2172908" y="1483190"/>
                      <a:pt x="2170973" y="1483190"/>
                    </a:cubicBezTo>
                    <a:close/>
                    <a:moveTo>
                      <a:pt x="959796" y="1474161"/>
                    </a:moveTo>
                    <a:cubicBezTo>
                      <a:pt x="958829" y="1474161"/>
                      <a:pt x="957861" y="1473839"/>
                      <a:pt x="956894" y="1473517"/>
                    </a:cubicBezTo>
                    <a:cubicBezTo>
                      <a:pt x="954314" y="1471904"/>
                      <a:pt x="953669" y="1468680"/>
                      <a:pt x="955282" y="1466100"/>
                    </a:cubicBezTo>
                    <a:cubicBezTo>
                      <a:pt x="957216" y="1463198"/>
                      <a:pt x="958829" y="1459973"/>
                      <a:pt x="960441" y="1457071"/>
                    </a:cubicBezTo>
                    <a:cubicBezTo>
                      <a:pt x="961731" y="1454491"/>
                      <a:pt x="964956" y="1453524"/>
                      <a:pt x="967858" y="1454814"/>
                    </a:cubicBezTo>
                    <a:cubicBezTo>
                      <a:pt x="970437" y="1456103"/>
                      <a:pt x="971405" y="1459328"/>
                      <a:pt x="970115" y="1462230"/>
                    </a:cubicBezTo>
                    <a:cubicBezTo>
                      <a:pt x="968503" y="1465455"/>
                      <a:pt x="966568" y="1468680"/>
                      <a:pt x="964633" y="1471904"/>
                    </a:cubicBezTo>
                    <a:cubicBezTo>
                      <a:pt x="963343" y="1473194"/>
                      <a:pt x="961731" y="1474161"/>
                      <a:pt x="959796" y="1474161"/>
                    </a:cubicBezTo>
                    <a:close/>
                    <a:moveTo>
                      <a:pt x="4525611" y="1469002"/>
                    </a:moveTo>
                    <a:cubicBezTo>
                      <a:pt x="4524643" y="1469002"/>
                      <a:pt x="4523676" y="1468680"/>
                      <a:pt x="4522709" y="1468035"/>
                    </a:cubicBezTo>
                    <a:cubicBezTo>
                      <a:pt x="4520129" y="1466422"/>
                      <a:pt x="4519484" y="1463198"/>
                      <a:pt x="4521096" y="1460618"/>
                    </a:cubicBezTo>
                    <a:cubicBezTo>
                      <a:pt x="4525611" y="1453846"/>
                      <a:pt x="4531738" y="1445140"/>
                      <a:pt x="4538187" y="1437078"/>
                    </a:cubicBezTo>
                    <a:cubicBezTo>
                      <a:pt x="4544314" y="1429339"/>
                      <a:pt x="4550441" y="1423535"/>
                      <a:pt x="4556890" y="1418697"/>
                    </a:cubicBezTo>
                    <a:cubicBezTo>
                      <a:pt x="4559147" y="1416763"/>
                      <a:pt x="4562694" y="1417408"/>
                      <a:pt x="4564307" y="1419665"/>
                    </a:cubicBezTo>
                    <a:cubicBezTo>
                      <a:pt x="4566241" y="1421922"/>
                      <a:pt x="4565596" y="1425469"/>
                      <a:pt x="4563339" y="1427082"/>
                    </a:cubicBezTo>
                    <a:cubicBezTo>
                      <a:pt x="4557857" y="1431274"/>
                      <a:pt x="4552053" y="1436756"/>
                      <a:pt x="4546571" y="1443850"/>
                    </a:cubicBezTo>
                    <a:cubicBezTo>
                      <a:pt x="4540122" y="1451589"/>
                      <a:pt x="4534317" y="1459973"/>
                      <a:pt x="4530125" y="1466745"/>
                    </a:cubicBezTo>
                    <a:cubicBezTo>
                      <a:pt x="4529158" y="1468035"/>
                      <a:pt x="4527546" y="1469002"/>
                      <a:pt x="4525611" y="1469002"/>
                    </a:cubicBezTo>
                    <a:close/>
                    <a:moveTo>
                      <a:pt x="4717155" y="1452234"/>
                    </a:moveTo>
                    <a:cubicBezTo>
                      <a:pt x="4714253" y="1452234"/>
                      <a:pt x="4711995" y="1451911"/>
                      <a:pt x="4709738" y="1450944"/>
                    </a:cubicBezTo>
                    <a:cubicBezTo>
                      <a:pt x="4707158" y="1449654"/>
                      <a:pt x="4705869" y="1446429"/>
                      <a:pt x="4707158" y="1443850"/>
                    </a:cubicBezTo>
                    <a:cubicBezTo>
                      <a:pt x="4708448" y="1441270"/>
                      <a:pt x="4711673" y="1439980"/>
                      <a:pt x="4714253" y="1441270"/>
                    </a:cubicBezTo>
                    <a:cubicBezTo>
                      <a:pt x="4714898" y="1441592"/>
                      <a:pt x="4716187" y="1441915"/>
                      <a:pt x="4719089" y="1441592"/>
                    </a:cubicBezTo>
                    <a:cubicBezTo>
                      <a:pt x="4721025" y="1439980"/>
                      <a:pt x="4724249" y="1439980"/>
                      <a:pt x="4726184" y="1441915"/>
                    </a:cubicBezTo>
                    <a:cubicBezTo>
                      <a:pt x="4728441" y="1443850"/>
                      <a:pt x="4728441" y="1447397"/>
                      <a:pt x="4726506" y="1449654"/>
                    </a:cubicBezTo>
                    <a:cubicBezTo>
                      <a:pt x="4725539" y="1450944"/>
                      <a:pt x="4723604" y="1452234"/>
                      <a:pt x="4720380" y="1452556"/>
                    </a:cubicBezTo>
                    <a:cubicBezTo>
                      <a:pt x="4718767" y="1452234"/>
                      <a:pt x="4717800" y="1452234"/>
                      <a:pt x="4717155" y="1452234"/>
                    </a:cubicBezTo>
                    <a:close/>
                    <a:moveTo>
                      <a:pt x="4916760" y="1451589"/>
                    </a:moveTo>
                    <a:cubicBezTo>
                      <a:pt x="4915471" y="1451589"/>
                      <a:pt x="4914181" y="1451266"/>
                      <a:pt x="4913213" y="1450299"/>
                    </a:cubicBezTo>
                    <a:cubicBezTo>
                      <a:pt x="4911924" y="1449009"/>
                      <a:pt x="4910634" y="1448042"/>
                      <a:pt x="4909344" y="1447074"/>
                    </a:cubicBezTo>
                    <a:cubicBezTo>
                      <a:pt x="4903862" y="1443205"/>
                      <a:pt x="4901605" y="1437078"/>
                      <a:pt x="4899670" y="1432563"/>
                    </a:cubicBezTo>
                    <a:cubicBezTo>
                      <a:pt x="4897412" y="1426759"/>
                      <a:pt x="4896445" y="1424502"/>
                      <a:pt x="4893221" y="1423857"/>
                    </a:cubicBezTo>
                    <a:cubicBezTo>
                      <a:pt x="4891930" y="1423535"/>
                      <a:pt x="4890963" y="1423535"/>
                      <a:pt x="4889996" y="1423535"/>
                    </a:cubicBezTo>
                    <a:cubicBezTo>
                      <a:pt x="4888383" y="1423535"/>
                      <a:pt x="4888383" y="1423535"/>
                      <a:pt x="4886771" y="1426114"/>
                    </a:cubicBezTo>
                    <a:cubicBezTo>
                      <a:pt x="4886449" y="1426759"/>
                      <a:pt x="4885804" y="1427404"/>
                      <a:pt x="4885481" y="1428371"/>
                    </a:cubicBezTo>
                    <a:cubicBezTo>
                      <a:pt x="4883869" y="1430951"/>
                      <a:pt x="4880645" y="1431596"/>
                      <a:pt x="4878065" y="1429984"/>
                    </a:cubicBezTo>
                    <a:cubicBezTo>
                      <a:pt x="4875485" y="1428371"/>
                      <a:pt x="4874840" y="1425147"/>
                      <a:pt x="4876452" y="1422567"/>
                    </a:cubicBezTo>
                    <a:cubicBezTo>
                      <a:pt x="4876775" y="1421922"/>
                      <a:pt x="4877420" y="1421277"/>
                      <a:pt x="4877742" y="1420632"/>
                    </a:cubicBezTo>
                    <a:cubicBezTo>
                      <a:pt x="4880322" y="1416440"/>
                      <a:pt x="4883224" y="1411281"/>
                      <a:pt x="4895155" y="1413216"/>
                    </a:cubicBezTo>
                    <a:cubicBezTo>
                      <a:pt x="4904507" y="1414828"/>
                      <a:pt x="4907409" y="1422567"/>
                      <a:pt x="4909666" y="1428694"/>
                    </a:cubicBezTo>
                    <a:cubicBezTo>
                      <a:pt x="4911279" y="1432563"/>
                      <a:pt x="4912568" y="1436433"/>
                      <a:pt x="4915471" y="1438368"/>
                    </a:cubicBezTo>
                    <a:cubicBezTo>
                      <a:pt x="4917083" y="1439658"/>
                      <a:pt x="4918695" y="1440948"/>
                      <a:pt x="4920308" y="1442237"/>
                    </a:cubicBezTo>
                    <a:cubicBezTo>
                      <a:pt x="4922565" y="1444172"/>
                      <a:pt x="4922887" y="1447719"/>
                      <a:pt x="4920953" y="1449977"/>
                    </a:cubicBezTo>
                    <a:cubicBezTo>
                      <a:pt x="4919662" y="1451266"/>
                      <a:pt x="4918373" y="1451589"/>
                      <a:pt x="4916760" y="1451589"/>
                    </a:cubicBezTo>
                    <a:close/>
                    <a:moveTo>
                      <a:pt x="2179680" y="1446752"/>
                    </a:moveTo>
                    <a:cubicBezTo>
                      <a:pt x="2179035" y="1446752"/>
                      <a:pt x="2178390" y="1446752"/>
                      <a:pt x="2177745" y="1446429"/>
                    </a:cubicBezTo>
                    <a:cubicBezTo>
                      <a:pt x="2175166" y="1445140"/>
                      <a:pt x="2173876" y="1442237"/>
                      <a:pt x="2174843" y="1439335"/>
                    </a:cubicBezTo>
                    <a:cubicBezTo>
                      <a:pt x="2180325" y="1426759"/>
                      <a:pt x="2188709" y="1421600"/>
                      <a:pt x="2196126" y="1416763"/>
                    </a:cubicBezTo>
                    <a:cubicBezTo>
                      <a:pt x="2201285" y="1413538"/>
                      <a:pt x="2206122" y="1410636"/>
                      <a:pt x="2209992" y="1405154"/>
                    </a:cubicBezTo>
                    <a:cubicBezTo>
                      <a:pt x="2210959" y="1403864"/>
                      <a:pt x="2211927" y="1402574"/>
                      <a:pt x="2213217" y="1400962"/>
                    </a:cubicBezTo>
                    <a:cubicBezTo>
                      <a:pt x="2215151" y="1398705"/>
                      <a:pt x="2218376" y="1398382"/>
                      <a:pt x="2220633" y="1399994"/>
                    </a:cubicBezTo>
                    <a:cubicBezTo>
                      <a:pt x="2222890" y="1401929"/>
                      <a:pt x="2223213" y="1405154"/>
                      <a:pt x="2221600" y="1407411"/>
                    </a:cubicBezTo>
                    <a:cubicBezTo>
                      <a:pt x="2220633" y="1408701"/>
                      <a:pt x="2219343" y="1409991"/>
                      <a:pt x="2218698" y="1411281"/>
                    </a:cubicBezTo>
                    <a:cubicBezTo>
                      <a:pt x="2213539" y="1418375"/>
                      <a:pt x="2207090" y="1422245"/>
                      <a:pt x="2201608" y="1425792"/>
                    </a:cubicBezTo>
                    <a:cubicBezTo>
                      <a:pt x="2194513" y="1429984"/>
                      <a:pt x="2188709" y="1433853"/>
                      <a:pt x="2184517" y="1443205"/>
                    </a:cubicBezTo>
                    <a:cubicBezTo>
                      <a:pt x="2183872" y="1445462"/>
                      <a:pt x="2181937" y="1446752"/>
                      <a:pt x="2179680" y="1446752"/>
                    </a:cubicBezTo>
                    <a:close/>
                    <a:moveTo>
                      <a:pt x="4688455" y="1438690"/>
                    </a:moveTo>
                    <a:cubicBezTo>
                      <a:pt x="4687488" y="1438690"/>
                      <a:pt x="4686521" y="1438368"/>
                      <a:pt x="4685876" y="1438045"/>
                    </a:cubicBezTo>
                    <a:cubicBezTo>
                      <a:pt x="4676202" y="1432563"/>
                      <a:pt x="4668140" y="1430951"/>
                      <a:pt x="4658466" y="1431919"/>
                    </a:cubicBezTo>
                    <a:cubicBezTo>
                      <a:pt x="4651049" y="1432886"/>
                      <a:pt x="4643311" y="1432241"/>
                      <a:pt x="4634926" y="1429984"/>
                    </a:cubicBezTo>
                    <a:cubicBezTo>
                      <a:pt x="4632024" y="1429339"/>
                      <a:pt x="4630412" y="1426114"/>
                      <a:pt x="4631057" y="1423535"/>
                    </a:cubicBezTo>
                    <a:cubicBezTo>
                      <a:pt x="4631702" y="1420632"/>
                      <a:pt x="4634926" y="1419020"/>
                      <a:pt x="4637506" y="1419665"/>
                    </a:cubicBezTo>
                    <a:cubicBezTo>
                      <a:pt x="4644600" y="1421600"/>
                      <a:pt x="4651049" y="1422245"/>
                      <a:pt x="4656854" y="1421277"/>
                    </a:cubicBezTo>
                    <a:cubicBezTo>
                      <a:pt x="4668785" y="1419665"/>
                      <a:pt x="4679104" y="1421922"/>
                      <a:pt x="4690713" y="1428371"/>
                    </a:cubicBezTo>
                    <a:cubicBezTo>
                      <a:pt x="4693293" y="1429661"/>
                      <a:pt x="4694260" y="1433208"/>
                      <a:pt x="4692648" y="1435788"/>
                    </a:cubicBezTo>
                    <a:cubicBezTo>
                      <a:pt x="4692325" y="1437723"/>
                      <a:pt x="4690390" y="1438690"/>
                      <a:pt x="4688455" y="1438690"/>
                    </a:cubicBezTo>
                    <a:close/>
                    <a:moveTo>
                      <a:pt x="4854847" y="1435466"/>
                    </a:moveTo>
                    <a:cubicBezTo>
                      <a:pt x="4852267" y="1435466"/>
                      <a:pt x="4849688" y="1433531"/>
                      <a:pt x="4849365" y="1430629"/>
                    </a:cubicBezTo>
                    <a:cubicBezTo>
                      <a:pt x="4849043" y="1428694"/>
                      <a:pt x="4848720" y="1426114"/>
                      <a:pt x="4847753" y="1422567"/>
                    </a:cubicBezTo>
                    <a:cubicBezTo>
                      <a:pt x="4847431" y="1421922"/>
                      <a:pt x="4847431" y="1421277"/>
                      <a:pt x="4847431" y="1420632"/>
                    </a:cubicBezTo>
                    <a:cubicBezTo>
                      <a:pt x="4846786" y="1417730"/>
                      <a:pt x="4848720" y="1414828"/>
                      <a:pt x="4851622" y="1414183"/>
                    </a:cubicBezTo>
                    <a:cubicBezTo>
                      <a:pt x="4854525" y="1413538"/>
                      <a:pt x="4857427" y="1415473"/>
                      <a:pt x="4858072" y="1418375"/>
                    </a:cubicBezTo>
                    <a:cubicBezTo>
                      <a:pt x="4858072" y="1418697"/>
                      <a:pt x="4858394" y="1419342"/>
                      <a:pt x="4858394" y="1419987"/>
                    </a:cubicBezTo>
                    <a:cubicBezTo>
                      <a:pt x="4859362" y="1424179"/>
                      <a:pt x="4860007" y="1427082"/>
                      <a:pt x="4860007" y="1429339"/>
                    </a:cubicBezTo>
                    <a:cubicBezTo>
                      <a:pt x="4860329" y="1432241"/>
                      <a:pt x="4858394" y="1434821"/>
                      <a:pt x="4855170" y="1435143"/>
                    </a:cubicBezTo>
                    <a:cubicBezTo>
                      <a:pt x="4855170" y="1435466"/>
                      <a:pt x="4855170" y="1435466"/>
                      <a:pt x="4854847" y="1435466"/>
                    </a:cubicBezTo>
                    <a:close/>
                    <a:moveTo>
                      <a:pt x="976242" y="1423535"/>
                    </a:moveTo>
                    <a:cubicBezTo>
                      <a:pt x="975919" y="1423535"/>
                      <a:pt x="975597" y="1423535"/>
                      <a:pt x="975597" y="1423535"/>
                    </a:cubicBezTo>
                    <a:cubicBezTo>
                      <a:pt x="972695" y="1423212"/>
                      <a:pt x="970760" y="1420310"/>
                      <a:pt x="971082" y="1417408"/>
                    </a:cubicBezTo>
                    <a:cubicBezTo>
                      <a:pt x="971405" y="1414183"/>
                      <a:pt x="972050" y="1411926"/>
                      <a:pt x="972372" y="1409991"/>
                    </a:cubicBezTo>
                    <a:cubicBezTo>
                      <a:pt x="973017" y="1407734"/>
                      <a:pt x="973017" y="1405476"/>
                      <a:pt x="973017" y="1402897"/>
                    </a:cubicBezTo>
                    <a:cubicBezTo>
                      <a:pt x="973340" y="1397415"/>
                      <a:pt x="973662" y="1391288"/>
                      <a:pt x="979144" y="1386129"/>
                    </a:cubicBezTo>
                    <a:cubicBezTo>
                      <a:pt x="984303" y="1380969"/>
                      <a:pt x="994945" y="1376777"/>
                      <a:pt x="1003006" y="1374520"/>
                    </a:cubicBezTo>
                    <a:cubicBezTo>
                      <a:pt x="1005909" y="1373875"/>
                      <a:pt x="1008811" y="1375487"/>
                      <a:pt x="1009456" y="1378389"/>
                    </a:cubicBezTo>
                    <a:cubicBezTo>
                      <a:pt x="1010101" y="1381292"/>
                      <a:pt x="1008488" y="1384194"/>
                      <a:pt x="1005586" y="1385161"/>
                    </a:cubicBezTo>
                    <a:cubicBezTo>
                      <a:pt x="995912" y="1387741"/>
                      <a:pt x="988818" y="1391610"/>
                      <a:pt x="986561" y="1394190"/>
                    </a:cubicBezTo>
                    <a:cubicBezTo>
                      <a:pt x="984303" y="1396447"/>
                      <a:pt x="983981" y="1399350"/>
                      <a:pt x="983658" y="1404187"/>
                    </a:cubicBezTo>
                    <a:cubicBezTo>
                      <a:pt x="983658" y="1406766"/>
                      <a:pt x="983336" y="1409991"/>
                      <a:pt x="982691" y="1413216"/>
                    </a:cubicBezTo>
                    <a:cubicBezTo>
                      <a:pt x="982369" y="1414828"/>
                      <a:pt x="982046" y="1416763"/>
                      <a:pt x="981401" y="1419665"/>
                    </a:cubicBezTo>
                    <a:cubicBezTo>
                      <a:pt x="981401" y="1421600"/>
                      <a:pt x="979144" y="1423535"/>
                      <a:pt x="976242" y="1423535"/>
                    </a:cubicBezTo>
                    <a:close/>
                    <a:moveTo>
                      <a:pt x="4743597" y="1417408"/>
                    </a:moveTo>
                    <a:cubicBezTo>
                      <a:pt x="4742952" y="1417408"/>
                      <a:pt x="4742307" y="1417408"/>
                      <a:pt x="4741662" y="1417085"/>
                    </a:cubicBezTo>
                    <a:cubicBezTo>
                      <a:pt x="4738760" y="1416118"/>
                      <a:pt x="4737470" y="1412893"/>
                      <a:pt x="4738437" y="1410313"/>
                    </a:cubicBezTo>
                    <a:cubicBezTo>
                      <a:pt x="4739405" y="1408056"/>
                      <a:pt x="4740694" y="1404831"/>
                      <a:pt x="4742952" y="1401929"/>
                    </a:cubicBezTo>
                    <a:cubicBezTo>
                      <a:pt x="4749401" y="1393545"/>
                      <a:pt x="4772296" y="1380324"/>
                      <a:pt x="4782938" y="1375165"/>
                    </a:cubicBezTo>
                    <a:cubicBezTo>
                      <a:pt x="4785518" y="1373875"/>
                      <a:pt x="4788742" y="1374842"/>
                      <a:pt x="4790032" y="1377744"/>
                    </a:cubicBezTo>
                    <a:cubicBezTo>
                      <a:pt x="4791322" y="1380324"/>
                      <a:pt x="4790354" y="1383549"/>
                      <a:pt x="4787452" y="1384839"/>
                    </a:cubicBezTo>
                    <a:cubicBezTo>
                      <a:pt x="4774231" y="1391288"/>
                      <a:pt x="4755528" y="1402897"/>
                      <a:pt x="4751336" y="1408701"/>
                    </a:cubicBezTo>
                    <a:cubicBezTo>
                      <a:pt x="4750046" y="1410313"/>
                      <a:pt x="4749401" y="1411926"/>
                      <a:pt x="4748434" y="1414183"/>
                    </a:cubicBezTo>
                    <a:cubicBezTo>
                      <a:pt x="4747789" y="1416118"/>
                      <a:pt x="4745532" y="1417408"/>
                      <a:pt x="4743597" y="1417408"/>
                    </a:cubicBezTo>
                    <a:close/>
                    <a:moveTo>
                      <a:pt x="4584622" y="1417408"/>
                    </a:moveTo>
                    <a:cubicBezTo>
                      <a:pt x="4582042" y="1417408"/>
                      <a:pt x="4579785" y="1415473"/>
                      <a:pt x="4579462" y="1412893"/>
                    </a:cubicBezTo>
                    <a:cubicBezTo>
                      <a:pt x="4579140" y="1409991"/>
                      <a:pt x="4581075" y="1407089"/>
                      <a:pt x="4583977" y="1406766"/>
                    </a:cubicBezTo>
                    <a:cubicBezTo>
                      <a:pt x="4585912" y="1406444"/>
                      <a:pt x="4587847" y="1406444"/>
                      <a:pt x="4590104" y="1406444"/>
                    </a:cubicBezTo>
                    <a:cubicBezTo>
                      <a:pt x="4592039" y="1406444"/>
                      <a:pt x="4593973" y="1406444"/>
                      <a:pt x="4595908" y="1406766"/>
                    </a:cubicBezTo>
                    <a:cubicBezTo>
                      <a:pt x="4598810" y="1407089"/>
                      <a:pt x="4601068" y="1409669"/>
                      <a:pt x="4600745" y="1412893"/>
                    </a:cubicBezTo>
                    <a:cubicBezTo>
                      <a:pt x="4600423" y="1415795"/>
                      <a:pt x="4597843" y="1418053"/>
                      <a:pt x="4594618" y="1417730"/>
                    </a:cubicBezTo>
                    <a:cubicBezTo>
                      <a:pt x="4593006" y="1417408"/>
                      <a:pt x="4591394" y="1417408"/>
                      <a:pt x="4590104" y="1417408"/>
                    </a:cubicBezTo>
                    <a:cubicBezTo>
                      <a:pt x="4588492" y="1417408"/>
                      <a:pt x="4586879" y="1417408"/>
                      <a:pt x="4585267" y="1417730"/>
                    </a:cubicBezTo>
                    <a:cubicBezTo>
                      <a:pt x="4585267" y="1417408"/>
                      <a:pt x="4584944" y="1417408"/>
                      <a:pt x="4584622" y="1417408"/>
                    </a:cubicBezTo>
                    <a:close/>
                    <a:moveTo>
                      <a:pt x="4867746" y="1404187"/>
                    </a:moveTo>
                    <a:cubicBezTo>
                      <a:pt x="4866778" y="1404187"/>
                      <a:pt x="4865489" y="1403864"/>
                      <a:pt x="4864521" y="1403219"/>
                    </a:cubicBezTo>
                    <a:cubicBezTo>
                      <a:pt x="4862264" y="1401607"/>
                      <a:pt x="4861619" y="1398060"/>
                      <a:pt x="4863231" y="1395803"/>
                    </a:cubicBezTo>
                    <a:cubicBezTo>
                      <a:pt x="4868068" y="1389353"/>
                      <a:pt x="4868391" y="1386773"/>
                      <a:pt x="4868391" y="1385806"/>
                    </a:cubicBezTo>
                    <a:cubicBezTo>
                      <a:pt x="4868391" y="1385806"/>
                      <a:pt x="4867746" y="1385161"/>
                      <a:pt x="4864199" y="1384839"/>
                    </a:cubicBezTo>
                    <a:cubicBezTo>
                      <a:pt x="4859039" y="1384516"/>
                      <a:pt x="4849365" y="1384194"/>
                      <a:pt x="4849365" y="1375810"/>
                    </a:cubicBezTo>
                    <a:cubicBezTo>
                      <a:pt x="4849365" y="1374842"/>
                      <a:pt x="4849365" y="1373875"/>
                      <a:pt x="4849688" y="1372908"/>
                    </a:cubicBezTo>
                    <a:cubicBezTo>
                      <a:pt x="4849688" y="1372263"/>
                      <a:pt x="4850010" y="1371295"/>
                      <a:pt x="4850010" y="1370328"/>
                    </a:cubicBezTo>
                    <a:cubicBezTo>
                      <a:pt x="4850010" y="1369360"/>
                      <a:pt x="4849688" y="1367426"/>
                      <a:pt x="4848398" y="1365168"/>
                    </a:cubicBezTo>
                    <a:lnTo>
                      <a:pt x="4847753" y="1364201"/>
                    </a:lnTo>
                    <a:cubicBezTo>
                      <a:pt x="4846141" y="1361621"/>
                      <a:pt x="4847108" y="1358397"/>
                      <a:pt x="4849365" y="1356784"/>
                    </a:cubicBezTo>
                    <a:cubicBezTo>
                      <a:pt x="4851945" y="1355172"/>
                      <a:pt x="4855170" y="1356139"/>
                      <a:pt x="4856782" y="1358397"/>
                    </a:cubicBezTo>
                    <a:lnTo>
                      <a:pt x="4857427" y="1359364"/>
                    </a:lnTo>
                    <a:cubicBezTo>
                      <a:pt x="4859684" y="1362911"/>
                      <a:pt x="4860651" y="1366458"/>
                      <a:pt x="4860651" y="1370328"/>
                    </a:cubicBezTo>
                    <a:cubicBezTo>
                      <a:pt x="4860651" y="1371618"/>
                      <a:pt x="4860651" y="1372908"/>
                      <a:pt x="4860329" y="1373875"/>
                    </a:cubicBezTo>
                    <a:cubicBezTo>
                      <a:pt x="4861296" y="1373875"/>
                      <a:pt x="4862587" y="1374197"/>
                      <a:pt x="4864521" y="1374197"/>
                    </a:cubicBezTo>
                    <a:cubicBezTo>
                      <a:pt x="4877420" y="1374842"/>
                      <a:pt x="4879032" y="1382581"/>
                      <a:pt x="4879032" y="1385806"/>
                    </a:cubicBezTo>
                    <a:cubicBezTo>
                      <a:pt x="4879032" y="1390321"/>
                      <a:pt x="4876775" y="1395480"/>
                      <a:pt x="4871938" y="1401929"/>
                    </a:cubicBezTo>
                    <a:cubicBezTo>
                      <a:pt x="4870970" y="1403542"/>
                      <a:pt x="4869358" y="1404187"/>
                      <a:pt x="4867746" y="1404187"/>
                    </a:cubicBezTo>
                    <a:close/>
                    <a:moveTo>
                      <a:pt x="1036220" y="1384839"/>
                    </a:moveTo>
                    <a:cubicBezTo>
                      <a:pt x="1033963" y="1384839"/>
                      <a:pt x="1031706" y="1384516"/>
                      <a:pt x="1029771" y="1383871"/>
                    </a:cubicBezTo>
                    <a:cubicBezTo>
                      <a:pt x="1026869" y="1383226"/>
                      <a:pt x="1025256" y="1380324"/>
                      <a:pt x="1025901" y="1377422"/>
                    </a:cubicBezTo>
                    <a:cubicBezTo>
                      <a:pt x="1026546" y="1374520"/>
                      <a:pt x="1029448" y="1372908"/>
                      <a:pt x="1032351" y="1373552"/>
                    </a:cubicBezTo>
                    <a:cubicBezTo>
                      <a:pt x="1035253" y="1374197"/>
                      <a:pt x="1036865" y="1374520"/>
                      <a:pt x="1039445" y="1373552"/>
                    </a:cubicBezTo>
                    <a:cubicBezTo>
                      <a:pt x="1042025" y="1372263"/>
                      <a:pt x="1045249" y="1373552"/>
                      <a:pt x="1046539" y="1376132"/>
                    </a:cubicBezTo>
                    <a:cubicBezTo>
                      <a:pt x="1047829" y="1378712"/>
                      <a:pt x="1046539" y="1381937"/>
                      <a:pt x="1043959" y="1383226"/>
                    </a:cubicBezTo>
                    <a:cubicBezTo>
                      <a:pt x="1041057" y="1384194"/>
                      <a:pt x="1038800" y="1384839"/>
                      <a:pt x="1036220" y="1384839"/>
                    </a:cubicBezTo>
                    <a:close/>
                    <a:moveTo>
                      <a:pt x="2242238" y="1374842"/>
                    </a:moveTo>
                    <a:cubicBezTo>
                      <a:pt x="2241593" y="1374842"/>
                      <a:pt x="2240626" y="1374520"/>
                      <a:pt x="2239981" y="1374197"/>
                    </a:cubicBezTo>
                    <a:cubicBezTo>
                      <a:pt x="2237401" y="1372908"/>
                      <a:pt x="2236111" y="1369683"/>
                      <a:pt x="2237401" y="1367103"/>
                    </a:cubicBezTo>
                    <a:cubicBezTo>
                      <a:pt x="2239014" y="1363878"/>
                      <a:pt x="2239981" y="1360976"/>
                      <a:pt x="2240303" y="1358397"/>
                    </a:cubicBezTo>
                    <a:cubicBezTo>
                      <a:pt x="2240626" y="1355494"/>
                      <a:pt x="2243528" y="1353560"/>
                      <a:pt x="2246430" y="1353882"/>
                    </a:cubicBezTo>
                    <a:cubicBezTo>
                      <a:pt x="2249332" y="1354205"/>
                      <a:pt x="2251267" y="1357107"/>
                      <a:pt x="2250945" y="1360009"/>
                    </a:cubicBezTo>
                    <a:cubicBezTo>
                      <a:pt x="2250300" y="1363556"/>
                      <a:pt x="2249010" y="1367426"/>
                      <a:pt x="2247075" y="1371618"/>
                    </a:cubicBezTo>
                    <a:cubicBezTo>
                      <a:pt x="2246430" y="1373552"/>
                      <a:pt x="2244495" y="1374842"/>
                      <a:pt x="2242238" y="1374842"/>
                    </a:cubicBezTo>
                    <a:close/>
                    <a:moveTo>
                      <a:pt x="4808090" y="1371618"/>
                    </a:moveTo>
                    <a:cubicBezTo>
                      <a:pt x="4806478" y="1371618"/>
                      <a:pt x="4804865" y="1370973"/>
                      <a:pt x="4803898" y="1369683"/>
                    </a:cubicBezTo>
                    <a:cubicBezTo>
                      <a:pt x="4801963" y="1367426"/>
                      <a:pt x="4802608" y="1363878"/>
                      <a:pt x="4804865" y="1362266"/>
                    </a:cubicBezTo>
                    <a:cubicBezTo>
                      <a:pt x="4807767" y="1360009"/>
                      <a:pt x="4810670" y="1357752"/>
                      <a:pt x="4813572" y="1355817"/>
                    </a:cubicBezTo>
                    <a:cubicBezTo>
                      <a:pt x="4815829" y="1354205"/>
                      <a:pt x="4819376" y="1354527"/>
                      <a:pt x="4820988" y="1357107"/>
                    </a:cubicBezTo>
                    <a:cubicBezTo>
                      <a:pt x="4822601" y="1359364"/>
                      <a:pt x="4822279" y="1362911"/>
                      <a:pt x="4819699" y="1364523"/>
                    </a:cubicBezTo>
                    <a:cubicBezTo>
                      <a:pt x="4816796" y="1366458"/>
                      <a:pt x="4813894" y="1368715"/>
                      <a:pt x="4811314" y="1370973"/>
                    </a:cubicBezTo>
                    <a:cubicBezTo>
                      <a:pt x="4810347" y="1371295"/>
                      <a:pt x="4809380" y="1371618"/>
                      <a:pt x="4808090" y="1371618"/>
                    </a:cubicBezTo>
                    <a:close/>
                    <a:moveTo>
                      <a:pt x="1074594" y="1356462"/>
                    </a:moveTo>
                    <a:cubicBezTo>
                      <a:pt x="1072659" y="1356462"/>
                      <a:pt x="1071046" y="1355494"/>
                      <a:pt x="1069757" y="1353882"/>
                    </a:cubicBezTo>
                    <a:cubicBezTo>
                      <a:pt x="1068144" y="1351302"/>
                      <a:pt x="1069112" y="1348078"/>
                      <a:pt x="1071691" y="1346465"/>
                    </a:cubicBezTo>
                    <a:cubicBezTo>
                      <a:pt x="1072981" y="1345820"/>
                      <a:pt x="1074271" y="1345176"/>
                      <a:pt x="1076206" y="1344531"/>
                    </a:cubicBezTo>
                    <a:cubicBezTo>
                      <a:pt x="1078463" y="1343886"/>
                      <a:pt x="1080075" y="1341306"/>
                      <a:pt x="1080075" y="1339371"/>
                    </a:cubicBezTo>
                    <a:cubicBezTo>
                      <a:pt x="1080075" y="1338726"/>
                      <a:pt x="1080075" y="1338404"/>
                      <a:pt x="1079753" y="1338081"/>
                    </a:cubicBezTo>
                    <a:cubicBezTo>
                      <a:pt x="1079108" y="1337436"/>
                      <a:pt x="1078141" y="1336469"/>
                      <a:pt x="1077173" y="1335179"/>
                    </a:cubicBezTo>
                    <a:cubicBezTo>
                      <a:pt x="1072981" y="1330665"/>
                      <a:pt x="1067177" y="1324215"/>
                      <a:pt x="1067177" y="1316799"/>
                    </a:cubicBezTo>
                    <a:cubicBezTo>
                      <a:pt x="1067177" y="1312929"/>
                      <a:pt x="1068467" y="1309382"/>
                      <a:pt x="1071369" y="1306480"/>
                    </a:cubicBezTo>
                    <a:cubicBezTo>
                      <a:pt x="1071691" y="1306157"/>
                      <a:pt x="1072014" y="1305835"/>
                      <a:pt x="1072336" y="1305512"/>
                    </a:cubicBezTo>
                    <a:cubicBezTo>
                      <a:pt x="1073949" y="1302933"/>
                      <a:pt x="1077173" y="1302288"/>
                      <a:pt x="1079753" y="1303900"/>
                    </a:cubicBezTo>
                    <a:cubicBezTo>
                      <a:pt x="1082333" y="1305512"/>
                      <a:pt x="1082978" y="1308737"/>
                      <a:pt x="1081365" y="1311317"/>
                    </a:cubicBezTo>
                    <a:cubicBezTo>
                      <a:pt x="1080720" y="1312284"/>
                      <a:pt x="1080075" y="1312929"/>
                      <a:pt x="1079430" y="1313896"/>
                    </a:cubicBezTo>
                    <a:cubicBezTo>
                      <a:pt x="1078141" y="1315186"/>
                      <a:pt x="1078141" y="1316476"/>
                      <a:pt x="1078141" y="1317121"/>
                    </a:cubicBezTo>
                    <a:cubicBezTo>
                      <a:pt x="1078141" y="1320668"/>
                      <a:pt x="1082333" y="1325183"/>
                      <a:pt x="1085235" y="1328407"/>
                    </a:cubicBezTo>
                    <a:cubicBezTo>
                      <a:pt x="1086525" y="1330020"/>
                      <a:pt x="1087815" y="1331310"/>
                      <a:pt x="1088459" y="1332277"/>
                    </a:cubicBezTo>
                    <a:cubicBezTo>
                      <a:pt x="1090072" y="1334534"/>
                      <a:pt x="1091039" y="1337114"/>
                      <a:pt x="1091039" y="1340016"/>
                    </a:cubicBezTo>
                    <a:cubicBezTo>
                      <a:pt x="1091039" y="1346788"/>
                      <a:pt x="1086202" y="1353237"/>
                      <a:pt x="1079753" y="1355494"/>
                    </a:cubicBezTo>
                    <a:cubicBezTo>
                      <a:pt x="1078463" y="1355817"/>
                      <a:pt x="1077818" y="1356139"/>
                      <a:pt x="1077173" y="1356462"/>
                    </a:cubicBezTo>
                    <a:cubicBezTo>
                      <a:pt x="1076528" y="1356139"/>
                      <a:pt x="1075561" y="1356462"/>
                      <a:pt x="1074594" y="1356462"/>
                    </a:cubicBezTo>
                    <a:close/>
                    <a:moveTo>
                      <a:pt x="2236756" y="1340016"/>
                    </a:moveTo>
                    <a:cubicBezTo>
                      <a:pt x="2234822" y="1340016"/>
                      <a:pt x="2232887" y="1339049"/>
                      <a:pt x="2231919" y="1337114"/>
                    </a:cubicBezTo>
                    <a:cubicBezTo>
                      <a:pt x="2226115" y="1326795"/>
                      <a:pt x="2221278" y="1320346"/>
                      <a:pt x="2211927" y="1317766"/>
                    </a:cubicBezTo>
                    <a:cubicBezTo>
                      <a:pt x="2204187" y="1315509"/>
                      <a:pt x="2198061" y="1313574"/>
                      <a:pt x="2191611" y="1310994"/>
                    </a:cubicBezTo>
                    <a:cubicBezTo>
                      <a:pt x="2188709" y="1310027"/>
                      <a:pt x="2187419" y="1306802"/>
                      <a:pt x="2188709" y="1303900"/>
                    </a:cubicBezTo>
                    <a:cubicBezTo>
                      <a:pt x="2189676" y="1300998"/>
                      <a:pt x="2192901" y="1299708"/>
                      <a:pt x="2195803" y="1300998"/>
                    </a:cubicBezTo>
                    <a:cubicBezTo>
                      <a:pt x="2201608" y="1303255"/>
                      <a:pt x="2207734" y="1305190"/>
                      <a:pt x="2215151" y="1307447"/>
                    </a:cubicBezTo>
                    <a:cubicBezTo>
                      <a:pt x="2227727" y="1311317"/>
                      <a:pt x="2234499" y="1319701"/>
                      <a:pt x="2241271" y="1331954"/>
                    </a:cubicBezTo>
                    <a:cubicBezTo>
                      <a:pt x="2242561" y="1334534"/>
                      <a:pt x="2241916" y="1337759"/>
                      <a:pt x="2239336" y="1339371"/>
                    </a:cubicBezTo>
                    <a:cubicBezTo>
                      <a:pt x="2238691" y="1339694"/>
                      <a:pt x="2237724" y="1340016"/>
                      <a:pt x="2236756" y="1340016"/>
                    </a:cubicBezTo>
                    <a:close/>
                    <a:moveTo>
                      <a:pt x="1084912" y="1291001"/>
                    </a:moveTo>
                    <a:cubicBezTo>
                      <a:pt x="1082978" y="1291001"/>
                      <a:pt x="1081043" y="1290034"/>
                      <a:pt x="1080075" y="1288099"/>
                    </a:cubicBezTo>
                    <a:cubicBezTo>
                      <a:pt x="1078786" y="1285519"/>
                      <a:pt x="1079753" y="1282295"/>
                      <a:pt x="1082333" y="1280683"/>
                    </a:cubicBezTo>
                    <a:cubicBezTo>
                      <a:pt x="1084912" y="1279393"/>
                      <a:pt x="1086847" y="1277458"/>
                      <a:pt x="1088782" y="1275846"/>
                    </a:cubicBezTo>
                    <a:lnTo>
                      <a:pt x="1089749" y="1274878"/>
                    </a:lnTo>
                    <a:cubicBezTo>
                      <a:pt x="1092007" y="1272943"/>
                      <a:pt x="1095231" y="1272943"/>
                      <a:pt x="1097489" y="1275201"/>
                    </a:cubicBezTo>
                    <a:cubicBezTo>
                      <a:pt x="1099423" y="1277458"/>
                      <a:pt x="1099423" y="1280683"/>
                      <a:pt x="1097166" y="1282940"/>
                    </a:cubicBezTo>
                    <a:lnTo>
                      <a:pt x="1096199" y="1283907"/>
                    </a:lnTo>
                    <a:cubicBezTo>
                      <a:pt x="1093941" y="1285842"/>
                      <a:pt x="1091362" y="1288099"/>
                      <a:pt x="1087815" y="1290356"/>
                    </a:cubicBezTo>
                    <a:cubicBezTo>
                      <a:pt x="1086525" y="1290679"/>
                      <a:pt x="1085557" y="1291001"/>
                      <a:pt x="1084912" y="1291001"/>
                    </a:cubicBezTo>
                    <a:close/>
                    <a:moveTo>
                      <a:pt x="2157430" y="1288744"/>
                    </a:moveTo>
                    <a:cubicBezTo>
                      <a:pt x="2156140" y="1288744"/>
                      <a:pt x="2154850" y="1288099"/>
                      <a:pt x="2153560" y="1287132"/>
                    </a:cubicBezTo>
                    <a:cubicBezTo>
                      <a:pt x="2151626" y="1285197"/>
                      <a:pt x="2149691" y="1283262"/>
                      <a:pt x="2147756" y="1281328"/>
                    </a:cubicBezTo>
                    <a:lnTo>
                      <a:pt x="2145821" y="1279393"/>
                    </a:lnTo>
                    <a:cubicBezTo>
                      <a:pt x="2143887" y="1277135"/>
                      <a:pt x="2143887" y="1273911"/>
                      <a:pt x="2146144" y="1271653"/>
                    </a:cubicBezTo>
                    <a:cubicBezTo>
                      <a:pt x="2148401" y="1269719"/>
                      <a:pt x="2151626" y="1269719"/>
                      <a:pt x="2153883" y="1271976"/>
                    </a:cubicBezTo>
                    <a:lnTo>
                      <a:pt x="2155818" y="1273911"/>
                    </a:lnTo>
                    <a:cubicBezTo>
                      <a:pt x="2157753" y="1275846"/>
                      <a:pt x="2159365" y="1277780"/>
                      <a:pt x="2161300" y="1279715"/>
                    </a:cubicBezTo>
                    <a:cubicBezTo>
                      <a:pt x="2163557" y="1281650"/>
                      <a:pt x="2163557" y="1285197"/>
                      <a:pt x="2161300" y="1287454"/>
                    </a:cubicBezTo>
                    <a:cubicBezTo>
                      <a:pt x="2160332" y="1288422"/>
                      <a:pt x="2159042" y="1288744"/>
                      <a:pt x="2157430" y="1288744"/>
                    </a:cubicBezTo>
                    <a:close/>
                    <a:moveTo>
                      <a:pt x="2131955" y="1261335"/>
                    </a:moveTo>
                    <a:cubicBezTo>
                      <a:pt x="2130343" y="1261335"/>
                      <a:pt x="2128731" y="1260690"/>
                      <a:pt x="2127763" y="1259400"/>
                    </a:cubicBezTo>
                    <a:cubicBezTo>
                      <a:pt x="2124216" y="1255208"/>
                      <a:pt x="2120992" y="1251338"/>
                      <a:pt x="2114220" y="1247146"/>
                    </a:cubicBezTo>
                    <a:cubicBezTo>
                      <a:pt x="2110350" y="1244566"/>
                      <a:pt x="2105836" y="1241664"/>
                      <a:pt x="2101321" y="1238762"/>
                    </a:cubicBezTo>
                    <a:cubicBezTo>
                      <a:pt x="2096162" y="1235537"/>
                      <a:pt x="2091002" y="1231990"/>
                      <a:pt x="2086165" y="1228766"/>
                    </a:cubicBezTo>
                    <a:cubicBezTo>
                      <a:pt x="2083586" y="1227153"/>
                      <a:pt x="2082941" y="1223929"/>
                      <a:pt x="2084553" y="1221349"/>
                    </a:cubicBezTo>
                    <a:cubicBezTo>
                      <a:pt x="2086165" y="1218769"/>
                      <a:pt x="2089390" y="1218124"/>
                      <a:pt x="2091970" y="1219737"/>
                    </a:cubicBezTo>
                    <a:cubicBezTo>
                      <a:pt x="2097129" y="1222961"/>
                      <a:pt x="2102289" y="1226508"/>
                      <a:pt x="2107448" y="1230056"/>
                    </a:cubicBezTo>
                    <a:cubicBezTo>
                      <a:pt x="2111963" y="1232958"/>
                      <a:pt x="2116477" y="1235860"/>
                      <a:pt x="2120024" y="1238440"/>
                    </a:cubicBezTo>
                    <a:cubicBezTo>
                      <a:pt x="2128086" y="1243599"/>
                      <a:pt x="2132278" y="1248436"/>
                      <a:pt x="2136147" y="1252951"/>
                    </a:cubicBezTo>
                    <a:cubicBezTo>
                      <a:pt x="2138082" y="1255208"/>
                      <a:pt x="2137760" y="1258755"/>
                      <a:pt x="2135502" y="1260367"/>
                    </a:cubicBezTo>
                    <a:cubicBezTo>
                      <a:pt x="2134213" y="1261012"/>
                      <a:pt x="2132923" y="1261335"/>
                      <a:pt x="2131955" y="1261335"/>
                    </a:cubicBezTo>
                    <a:close/>
                    <a:moveTo>
                      <a:pt x="1122963" y="1255208"/>
                    </a:moveTo>
                    <a:cubicBezTo>
                      <a:pt x="1121351" y="1255208"/>
                      <a:pt x="1120061" y="1254563"/>
                      <a:pt x="1118771" y="1253273"/>
                    </a:cubicBezTo>
                    <a:cubicBezTo>
                      <a:pt x="1116836" y="1251016"/>
                      <a:pt x="1117159" y="1247469"/>
                      <a:pt x="1119416" y="1245534"/>
                    </a:cubicBezTo>
                    <a:cubicBezTo>
                      <a:pt x="1120061" y="1245211"/>
                      <a:pt x="1120384" y="1244566"/>
                      <a:pt x="1121028" y="1244244"/>
                    </a:cubicBezTo>
                    <a:cubicBezTo>
                      <a:pt x="1121996" y="1243277"/>
                      <a:pt x="1123286" y="1242309"/>
                      <a:pt x="1125221" y="1240697"/>
                    </a:cubicBezTo>
                    <a:cubicBezTo>
                      <a:pt x="1126510" y="1239407"/>
                      <a:pt x="1127155" y="1237150"/>
                      <a:pt x="1128123" y="1234248"/>
                    </a:cubicBezTo>
                    <a:cubicBezTo>
                      <a:pt x="1129412" y="1229411"/>
                      <a:pt x="1131670" y="1223284"/>
                      <a:pt x="1138442" y="1219092"/>
                    </a:cubicBezTo>
                    <a:cubicBezTo>
                      <a:pt x="1141666" y="1217157"/>
                      <a:pt x="1142634" y="1214900"/>
                      <a:pt x="1143601" y="1211353"/>
                    </a:cubicBezTo>
                    <a:cubicBezTo>
                      <a:pt x="1144568" y="1208450"/>
                      <a:pt x="1145536" y="1205548"/>
                      <a:pt x="1148116" y="1202324"/>
                    </a:cubicBezTo>
                    <a:cubicBezTo>
                      <a:pt x="1150050" y="1200066"/>
                      <a:pt x="1153597" y="1199744"/>
                      <a:pt x="1155855" y="1202001"/>
                    </a:cubicBezTo>
                    <a:cubicBezTo>
                      <a:pt x="1158112" y="1203936"/>
                      <a:pt x="1158434" y="1207483"/>
                      <a:pt x="1156177" y="1209740"/>
                    </a:cubicBezTo>
                    <a:cubicBezTo>
                      <a:pt x="1155210" y="1211030"/>
                      <a:pt x="1154565" y="1212642"/>
                      <a:pt x="1153920" y="1214900"/>
                    </a:cubicBezTo>
                    <a:cubicBezTo>
                      <a:pt x="1152630" y="1218769"/>
                      <a:pt x="1151018" y="1224251"/>
                      <a:pt x="1144246" y="1228443"/>
                    </a:cubicBezTo>
                    <a:cubicBezTo>
                      <a:pt x="1141021" y="1230378"/>
                      <a:pt x="1140054" y="1233280"/>
                      <a:pt x="1138764" y="1237795"/>
                    </a:cubicBezTo>
                    <a:cubicBezTo>
                      <a:pt x="1137797" y="1241342"/>
                      <a:pt x="1136507" y="1245534"/>
                      <a:pt x="1133282" y="1248436"/>
                    </a:cubicBezTo>
                    <a:cubicBezTo>
                      <a:pt x="1131025" y="1250693"/>
                      <a:pt x="1129735" y="1251661"/>
                      <a:pt x="1128445" y="1252951"/>
                    </a:cubicBezTo>
                    <a:cubicBezTo>
                      <a:pt x="1128123" y="1253273"/>
                      <a:pt x="1127478" y="1253596"/>
                      <a:pt x="1127155" y="1253918"/>
                    </a:cubicBezTo>
                    <a:cubicBezTo>
                      <a:pt x="1125221" y="1254885"/>
                      <a:pt x="1123931" y="1255208"/>
                      <a:pt x="1122963" y="1255208"/>
                    </a:cubicBezTo>
                    <a:close/>
                    <a:moveTo>
                      <a:pt x="2047792" y="1215867"/>
                    </a:moveTo>
                    <a:cubicBezTo>
                      <a:pt x="2044567" y="1215867"/>
                      <a:pt x="2041343" y="1215867"/>
                      <a:pt x="2038441" y="1215545"/>
                    </a:cubicBezTo>
                    <a:cubicBezTo>
                      <a:pt x="2035538" y="1215222"/>
                      <a:pt x="2033281" y="1212642"/>
                      <a:pt x="2033603" y="1209740"/>
                    </a:cubicBezTo>
                    <a:cubicBezTo>
                      <a:pt x="2033926" y="1206838"/>
                      <a:pt x="2036506" y="1204581"/>
                      <a:pt x="2039408" y="1204903"/>
                    </a:cubicBezTo>
                    <a:cubicBezTo>
                      <a:pt x="2042632" y="1205226"/>
                      <a:pt x="2045535" y="1205226"/>
                      <a:pt x="2048114" y="1205226"/>
                    </a:cubicBezTo>
                    <a:lnTo>
                      <a:pt x="2049727" y="1205226"/>
                    </a:lnTo>
                    <a:cubicBezTo>
                      <a:pt x="2049727" y="1205226"/>
                      <a:pt x="2049727" y="1205226"/>
                      <a:pt x="2049727" y="1205226"/>
                    </a:cubicBezTo>
                    <a:cubicBezTo>
                      <a:pt x="2052629" y="1205226"/>
                      <a:pt x="2055209" y="1207483"/>
                      <a:pt x="2055209" y="1210385"/>
                    </a:cubicBezTo>
                    <a:cubicBezTo>
                      <a:pt x="2055209" y="1213287"/>
                      <a:pt x="2052951" y="1215867"/>
                      <a:pt x="2050049" y="1215867"/>
                    </a:cubicBezTo>
                    <a:lnTo>
                      <a:pt x="2047792" y="1215867"/>
                    </a:lnTo>
                    <a:close/>
                    <a:moveTo>
                      <a:pt x="2013611" y="1206838"/>
                    </a:moveTo>
                    <a:cubicBezTo>
                      <a:pt x="2012643" y="1206838"/>
                      <a:pt x="2011676" y="1206516"/>
                      <a:pt x="2010709" y="1205871"/>
                    </a:cubicBezTo>
                    <a:cubicBezTo>
                      <a:pt x="1995230" y="1195229"/>
                      <a:pt x="1982009" y="1178784"/>
                      <a:pt x="1978784" y="1172657"/>
                    </a:cubicBezTo>
                    <a:lnTo>
                      <a:pt x="1977495" y="1170400"/>
                    </a:lnTo>
                    <a:cubicBezTo>
                      <a:pt x="1976527" y="1168787"/>
                      <a:pt x="1975237" y="1166530"/>
                      <a:pt x="1973948" y="1163950"/>
                    </a:cubicBezTo>
                    <a:cubicBezTo>
                      <a:pt x="1972658" y="1161371"/>
                      <a:pt x="1973303" y="1158146"/>
                      <a:pt x="1975882" y="1156534"/>
                    </a:cubicBezTo>
                    <a:cubicBezTo>
                      <a:pt x="1978462" y="1154921"/>
                      <a:pt x="1981687" y="1155889"/>
                      <a:pt x="1983299" y="1158468"/>
                    </a:cubicBezTo>
                    <a:cubicBezTo>
                      <a:pt x="1984589" y="1161048"/>
                      <a:pt x="1985879" y="1163305"/>
                      <a:pt x="1986846" y="1164918"/>
                    </a:cubicBezTo>
                    <a:lnTo>
                      <a:pt x="1988136" y="1167175"/>
                    </a:lnTo>
                    <a:cubicBezTo>
                      <a:pt x="1990716" y="1171689"/>
                      <a:pt x="2002647" y="1187168"/>
                      <a:pt x="2016835" y="1196519"/>
                    </a:cubicBezTo>
                    <a:cubicBezTo>
                      <a:pt x="2019415" y="1198132"/>
                      <a:pt x="2020060" y="1201679"/>
                      <a:pt x="2018125" y="1203936"/>
                    </a:cubicBezTo>
                    <a:cubicBezTo>
                      <a:pt x="2017158" y="1205871"/>
                      <a:pt x="2015545" y="1206838"/>
                      <a:pt x="2013611" y="1206838"/>
                    </a:cubicBezTo>
                    <a:close/>
                    <a:moveTo>
                      <a:pt x="1174235" y="1198132"/>
                    </a:moveTo>
                    <a:cubicBezTo>
                      <a:pt x="1172300" y="1198132"/>
                      <a:pt x="1170366" y="1196842"/>
                      <a:pt x="1169398" y="1194907"/>
                    </a:cubicBezTo>
                    <a:cubicBezTo>
                      <a:pt x="1168108" y="1192327"/>
                      <a:pt x="1169398" y="1189103"/>
                      <a:pt x="1171978" y="1187813"/>
                    </a:cubicBezTo>
                    <a:cubicBezTo>
                      <a:pt x="1175203" y="1186523"/>
                      <a:pt x="1177460" y="1184910"/>
                      <a:pt x="1180039" y="1183298"/>
                    </a:cubicBezTo>
                    <a:lnTo>
                      <a:pt x="1180684" y="1182976"/>
                    </a:lnTo>
                    <a:cubicBezTo>
                      <a:pt x="1183264" y="1181363"/>
                      <a:pt x="1186489" y="1182008"/>
                      <a:pt x="1188101" y="1184588"/>
                    </a:cubicBezTo>
                    <a:cubicBezTo>
                      <a:pt x="1189713" y="1187168"/>
                      <a:pt x="1189069" y="1190392"/>
                      <a:pt x="1186489" y="1192005"/>
                    </a:cubicBezTo>
                    <a:lnTo>
                      <a:pt x="1185844" y="1192327"/>
                    </a:lnTo>
                    <a:cubicBezTo>
                      <a:pt x="1183264" y="1193939"/>
                      <a:pt x="1180362" y="1195874"/>
                      <a:pt x="1176492" y="1197487"/>
                    </a:cubicBezTo>
                    <a:cubicBezTo>
                      <a:pt x="1175847" y="1197809"/>
                      <a:pt x="1175203" y="1198132"/>
                      <a:pt x="1174235" y="1198132"/>
                    </a:cubicBezTo>
                    <a:close/>
                    <a:moveTo>
                      <a:pt x="1186489" y="1160726"/>
                    </a:moveTo>
                    <a:cubicBezTo>
                      <a:pt x="1184232" y="1160726"/>
                      <a:pt x="1182297" y="1159436"/>
                      <a:pt x="1181329" y="1157178"/>
                    </a:cubicBezTo>
                    <a:lnTo>
                      <a:pt x="1181007" y="1156534"/>
                    </a:lnTo>
                    <a:cubicBezTo>
                      <a:pt x="1179395" y="1151697"/>
                      <a:pt x="1177782" y="1146860"/>
                      <a:pt x="1177782" y="1141700"/>
                    </a:cubicBezTo>
                    <a:cubicBezTo>
                      <a:pt x="1177782" y="1137831"/>
                      <a:pt x="1178750" y="1134283"/>
                      <a:pt x="1180362" y="1130414"/>
                    </a:cubicBezTo>
                    <a:cubicBezTo>
                      <a:pt x="1181329" y="1128479"/>
                      <a:pt x="1181974" y="1126544"/>
                      <a:pt x="1182942" y="1124932"/>
                    </a:cubicBezTo>
                    <a:cubicBezTo>
                      <a:pt x="1185844" y="1117838"/>
                      <a:pt x="1188424" y="1111711"/>
                      <a:pt x="1194550" y="1110744"/>
                    </a:cubicBezTo>
                    <a:cubicBezTo>
                      <a:pt x="1196163" y="1110421"/>
                      <a:pt x="1198742" y="1109131"/>
                      <a:pt x="1200032" y="1107519"/>
                    </a:cubicBezTo>
                    <a:cubicBezTo>
                      <a:pt x="1201967" y="1105262"/>
                      <a:pt x="1205514" y="1104939"/>
                      <a:pt x="1207771" y="1106874"/>
                    </a:cubicBezTo>
                    <a:cubicBezTo>
                      <a:pt x="1210029" y="1108809"/>
                      <a:pt x="1210351" y="1112356"/>
                      <a:pt x="1208416" y="1114613"/>
                    </a:cubicBezTo>
                    <a:cubicBezTo>
                      <a:pt x="1205837" y="1117838"/>
                      <a:pt x="1201000" y="1120417"/>
                      <a:pt x="1197130" y="1121385"/>
                    </a:cubicBezTo>
                    <a:cubicBezTo>
                      <a:pt x="1196163" y="1122352"/>
                      <a:pt x="1194550" y="1126544"/>
                      <a:pt x="1193260" y="1129446"/>
                    </a:cubicBezTo>
                    <a:cubicBezTo>
                      <a:pt x="1192616" y="1131381"/>
                      <a:pt x="1191648" y="1133316"/>
                      <a:pt x="1190681" y="1135251"/>
                    </a:cubicBezTo>
                    <a:cubicBezTo>
                      <a:pt x="1189713" y="1137508"/>
                      <a:pt x="1189069" y="1139765"/>
                      <a:pt x="1189069" y="1142023"/>
                    </a:cubicBezTo>
                    <a:cubicBezTo>
                      <a:pt x="1189069" y="1145570"/>
                      <a:pt x="1190358" y="1149117"/>
                      <a:pt x="1191648" y="1153309"/>
                    </a:cubicBezTo>
                    <a:lnTo>
                      <a:pt x="1191971" y="1153954"/>
                    </a:lnTo>
                    <a:cubicBezTo>
                      <a:pt x="1192938" y="1156856"/>
                      <a:pt x="1191326" y="1159758"/>
                      <a:pt x="1188746" y="1160726"/>
                    </a:cubicBezTo>
                    <a:cubicBezTo>
                      <a:pt x="1187456" y="1160403"/>
                      <a:pt x="1186811" y="1160726"/>
                      <a:pt x="1186489" y="1160726"/>
                    </a:cubicBezTo>
                    <a:close/>
                    <a:moveTo>
                      <a:pt x="1913324" y="1151052"/>
                    </a:moveTo>
                    <a:cubicBezTo>
                      <a:pt x="1912679" y="1151052"/>
                      <a:pt x="1912034" y="1151052"/>
                      <a:pt x="1911712" y="1150729"/>
                    </a:cubicBezTo>
                    <a:cubicBezTo>
                      <a:pt x="1907197" y="1149117"/>
                      <a:pt x="1903328" y="1146215"/>
                      <a:pt x="1900426" y="1142345"/>
                    </a:cubicBezTo>
                    <a:cubicBezTo>
                      <a:pt x="1894944" y="1134928"/>
                      <a:pt x="1888817" y="1124287"/>
                      <a:pt x="1888817" y="1111389"/>
                    </a:cubicBezTo>
                    <a:cubicBezTo>
                      <a:pt x="1888817" y="1107841"/>
                      <a:pt x="1889139" y="1104294"/>
                      <a:pt x="1890107" y="1100747"/>
                    </a:cubicBezTo>
                    <a:cubicBezTo>
                      <a:pt x="1890429" y="1099780"/>
                      <a:pt x="1890752" y="1098812"/>
                      <a:pt x="1890752" y="1097523"/>
                    </a:cubicBezTo>
                    <a:cubicBezTo>
                      <a:pt x="1891397" y="1094620"/>
                      <a:pt x="1894299" y="1092685"/>
                      <a:pt x="1897201" y="1093330"/>
                    </a:cubicBezTo>
                    <a:cubicBezTo>
                      <a:pt x="1900103" y="1093975"/>
                      <a:pt x="1902038" y="1096878"/>
                      <a:pt x="1901393" y="1099780"/>
                    </a:cubicBezTo>
                    <a:cubicBezTo>
                      <a:pt x="1901070" y="1100747"/>
                      <a:pt x="1900748" y="1102037"/>
                      <a:pt x="1900426" y="1103327"/>
                    </a:cubicBezTo>
                    <a:cubicBezTo>
                      <a:pt x="1899781" y="1105907"/>
                      <a:pt x="1899458" y="1108809"/>
                      <a:pt x="1899458" y="1111389"/>
                    </a:cubicBezTo>
                    <a:cubicBezTo>
                      <a:pt x="1899458" y="1121062"/>
                      <a:pt x="1904295" y="1129124"/>
                      <a:pt x="1909132" y="1135896"/>
                    </a:cubicBezTo>
                    <a:cubicBezTo>
                      <a:pt x="1910744" y="1138153"/>
                      <a:pt x="1912679" y="1139443"/>
                      <a:pt x="1914936" y="1140410"/>
                    </a:cubicBezTo>
                    <a:cubicBezTo>
                      <a:pt x="1917839" y="1141378"/>
                      <a:pt x="1919129" y="1144602"/>
                      <a:pt x="1918161" y="1147182"/>
                    </a:cubicBezTo>
                    <a:cubicBezTo>
                      <a:pt x="1917516" y="1149439"/>
                      <a:pt x="1915581" y="1151052"/>
                      <a:pt x="1913324" y="1151052"/>
                    </a:cubicBezTo>
                    <a:close/>
                    <a:moveTo>
                      <a:pt x="1938476" y="1144925"/>
                    </a:moveTo>
                    <a:cubicBezTo>
                      <a:pt x="1936542" y="1144925"/>
                      <a:pt x="1934607" y="1143957"/>
                      <a:pt x="1933639" y="1142023"/>
                    </a:cubicBezTo>
                    <a:cubicBezTo>
                      <a:pt x="1932350" y="1139443"/>
                      <a:pt x="1933317" y="1136218"/>
                      <a:pt x="1935897" y="1134606"/>
                    </a:cubicBezTo>
                    <a:cubicBezTo>
                      <a:pt x="1940089" y="1132349"/>
                      <a:pt x="1943636" y="1131059"/>
                      <a:pt x="1947183" y="1130091"/>
                    </a:cubicBezTo>
                    <a:cubicBezTo>
                      <a:pt x="1950085" y="1129446"/>
                      <a:pt x="1952987" y="1131059"/>
                      <a:pt x="1953632" y="1133961"/>
                    </a:cubicBezTo>
                    <a:cubicBezTo>
                      <a:pt x="1954277" y="1136863"/>
                      <a:pt x="1952665" y="1139765"/>
                      <a:pt x="1949763" y="1140410"/>
                    </a:cubicBezTo>
                    <a:cubicBezTo>
                      <a:pt x="1947183" y="1141055"/>
                      <a:pt x="1944281" y="1142023"/>
                      <a:pt x="1941056" y="1143957"/>
                    </a:cubicBezTo>
                    <a:cubicBezTo>
                      <a:pt x="1940089" y="1144602"/>
                      <a:pt x="1939121" y="1144925"/>
                      <a:pt x="1938476" y="1144925"/>
                    </a:cubicBezTo>
                    <a:close/>
                    <a:moveTo>
                      <a:pt x="1200355" y="1090106"/>
                    </a:moveTo>
                    <a:cubicBezTo>
                      <a:pt x="1198098" y="1090106"/>
                      <a:pt x="1195840" y="1088493"/>
                      <a:pt x="1195195" y="1086236"/>
                    </a:cubicBezTo>
                    <a:cubicBezTo>
                      <a:pt x="1193905" y="1081077"/>
                      <a:pt x="1193260" y="1079787"/>
                      <a:pt x="1193260" y="1079787"/>
                    </a:cubicBezTo>
                    <a:cubicBezTo>
                      <a:pt x="1193260" y="1079787"/>
                      <a:pt x="1192938" y="1079464"/>
                      <a:pt x="1192293" y="1079142"/>
                    </a:cubicBezTo>
                    <a:cubicBezTo>
                      <a:pt x="1190036" y="1077207"/>
                      <a:pt x="1190036" y="1073660"/>
                      <a:pt x="1191971" y="1071403"/>
                    </a:cubicBezTo>
                    <a:cubicBezTo>
                      <a:pt x="1193905" y="1069146"/>
                      <a:pt x="1197453" y="1069146"/>
                      <a:pt x="1199710" y="1071080"/>
                    </a:cubicBezTo>
                    <a:cubicBezTo>
                      <a:pt x="1201000" y="1072048"/>
                      <a:pt x="1201967" y="1073338"/>
                      <a:pt x="1202935" y="1074950"/>
                    </a:cubicBezTo>
                    <a:cubicBezTo>
                      <a:pt x="1203257" y="1075917"/>
                      <a:pt x="1204224" y="1077852"/>
                      <a:pt x="1205837" y="1083334"/>
                    </a:cubicBezTo>
                    <a:cubicBezTo>
                      <a:pt x="1206482" y="1086236"/>
                      <a:pt x="1204869" y="1089138"/>
                      <a:pt x="1201967" y="1089783"/>
                    </a:cubicBezTo>
                    <a:cubicBezTo>
                      <a:pt x="1201322" y="1090106"/>
                      <a:pt x="1201000" y="1090106"/>
                      <a:pt x="1200355" y="1090106"/>
                    </a:cubicBezTo>
                    <a:close/>
                    <a:moveTo>
                      <a:pt x="1882690" y="1065921"/>
                    </a:moveTo>
                    <a:cubicBezTo>
                      <a:pt x="1882690" y="1065921"/>
                      <a:pt x="1882690" y="1065921"/>
                      <a:pt x="1882690" y="1065921"/>
                    </a:cubicBezTo>
                    <a:cubicBezTo>
                      <a:pt x="1879465" y="1065921"/>
                      <a:pt x="1877208" y="1063341"/>
                      <a:pt x="1877208" y="1060439"/>
                    </a:cubicBezTo>
                    <a:cubicBezTo>
                      <a:pt x="1877208" y="1057214"/>
                      <a:pt x="1878176" y="1053990"/>
                      <a:pt x="1879143" y="1050765"/>
                    </a:cubicBezTo>
                    <a:lnTo>
                      <a:pt x="1879788" y="1048508"/>
                    </a:lnTo>
                    <a:cubicBezTo>
                      <a:pt x="1880755" y="1045606"/>
                      <a:pt x="1883657" y="1043993"/>
                      <a:pt x="1886560" y="1044961"/>
                    </a:cubicBezTo>
                    <a:cubicBezTo>
                      <a:pt x="1889462" y="1045928"/>
                      <a:pt x="1891074" y="1048830"/>
                      <a:pt x="1890107" y="1051732"/>
                    </a:cubicBezTo>
                    <a:lnTo>
                      <a:pt x="1889462" y="1053990"/>
                    </a:lnTo>
                    <a:cubicBezTo>
                      <a:pt x="1888494" y="1056569"/>
                      <a:pt x="1887849" y="1058827"/>
                      <a:pt x="1887849" y="1060762"/>
                    </a:cubicBezTo>
                    <a:cubicBezTo>
                      <a:pt x="1888172" y="1063664"/>
                      <a:pt x="1885592" y="1065921"/>
                      <a:pt x="1882690" y="1065921"/>
                    </a:cubicBezTo>
                    <a:close/>
                    <a:moveTo>
                      <a:pt x="1190681" y="1044316"/>
                    </a:moveTo>
                    <a:cubicBezTo>
                      <a:pt x="1189713" y="1044316"/>
                      <a:pt x="1188746" y="1043993"/>
                      <a:pt x="1187779" y="1043671"/>
                    </a:cubicBezTo>
                    <a:cubicBezTo>
                      <a:pt x="1185199" y="1042058"/>
                      <a:pt x="1184554" y="1038834"/>
                      <a:pt x="1185844" y="1036254"/>
                    </a:cubicBezTo>
                    <a:lnTo>
                      <a:pt x="1188424" y="1032062"/>
                    </a:lnTo>
                    <a:cubicBezTo>
                      <a:pt x="1192293" y="1025290"/>
                      <a:pt x="1195195" y="1020453"/>
                      <a:pt x="1200032" y="1015294"/>
                    </a:cubicBezTo>
                    <a:cubicBezTo>
                      <a:pt x="1205192" y="1009812"/>
                      <a:pt x="1216801" y="1001750"/>
                      <a:pt x="1225185" y="996913"/>
                    </a:cubicBezTo>
                    <a:cubicBezTo>
                      <a:pt x="1227764" y="995301"/>
                      <a:pt x="1230989" y="996268"/>
                      <a:pt x="1232601" y="998848"/>
                    </a:cubicBezTo>
                    <a:cubicBezTo>
                      <a:pt x="1234214" y="1001428"/>
                      <a:pt x="1233246" y="1004653"/>
                      <a:pt x="1230667" y="1006265"/>
                    </a:cubicBezTo>
                    <a:cubicBezTo>
                      <a:pt x="1221315" y="1011424"/>
                      <a:pt x="1211641" y="1018519"/>
                      <a:pt x="1208094" y="1022388"/>
                    </a:cubicBezTo>
                    <a:cubicBezTo>
                      <a:pt x="1204224" y="1026903"/>
                      <a:pt x="1201645" y="1031095"/>
                      <a:pt x="1197775" y="1037544"/>
                    </a:cubicBezTo>
                    <a:lnTo>
                      <a:pt x="1195195" y="1041736"/>
                    </a:lnTo>
                    <a:cubicBezTo>
                      <a:pt x="1194228" y="1043348"/>
                      <a:pt x="1192616" y="1044316"/>
                      <a:pt x="1190681" y="1044316"/>
                    </a:cubicBezTo>
                    <a:close/>
                    <a:moveTo>
                      <a:pt x="1885915" y="1028837"/>
                    </a:moveTo>
                    <a:cubicBezTo>
                      <a:pt x="1883335" y="1028837"/>
                      <a:pt x="1881078" y="1026903"/>
                      <a:pt x="1880755" y="1024323"/>
                    </a:cubicBezTo>
                    <a:cubicBezTo>
                      <a:pt x="1878498" y="1011424"/>
                      <a:pt x="1873983" y="999493"/>
                      <a:pt x="1868502" y="992721"/>
                    </a:cubicBezTo>
                    <a:lnTo>
                      <a:pt x="1864954" y="987884"/>
                    </a:lnTo>
                    <a:cubicBezTo>
                      <a:pt x="1862697" y="984982"/>
                      <a:pt x="1860440" y="982080"/>
                      <a:pt x="1858183" y="979178"/>
                    </a:cubicBezTo>
                    <a:cubicBezTo>
                      <a:pt x="1856248" y="976921"/>
                      <a:pt x="1856893" y="973373"/>
                      <a:pt x="1859150" y="971761"/>
                    </a:cubicBezTo>
                    <a:cubicBezTo>
                      <a:pt x="1861407" y="969826"/>
                      <a:pt x="1864954" y="970471"/>
                      <a:pt x="1866567" y="972729"/>
                    </a:cubicBezTo>
                    <a:cubicBezTo>
                      <a:pt x="1868824" y="975631"/>
                      <a:pt x="1871081" y="978533"/>
                      <a:pt x="1873339" y="981113"/>
                    </a:cubicBezTo>
                    <a:lnTo>
                      <a:pt x="1876886" y="985950"/>
                    </a:lnTo>
                    <a:cubicBezTo>
                      <a:pt x="1883335" y="994334"/>
                      <a:pt x="1888817" y="1007555"/>
                      <a:pt x="1891397" y="1022388"/>
                    </a:cubicBezTo>
                    <a:cubicBezTo>
                      <a:pt x="1892042" y="1025290"/>
                      <a:pt x="1890107" y="1028192"/>
                      <a:pt x="1886882" y="1028515"/>
                    </a:cubicBezTo>
                    <a:cubicBezTo>
                      <a:pt x="1886560" y="1028837"/>
                      <a:pt x="1886237" y="1028837"/>
                      <a:pt x="1885915" y="1028837"/>
                    </a:cubicBezTo>
                    <a:close/>
                    <a:moveTo>
                      <a:pt x="1251304" y="994656"/>
                    </a:moveTo>
                    <a:cubicBezTo>
                      <a:pt x="1249047" y="994656"/>
                      <a:pt x="1246790" y="993044"/>
                      <a:pt x="1246145" y="990787"/>
                    </a:cubicBezTo>
                    <a:cubicBezTo>
                      <a:pt x="1245500" y="987884"/>
                      <a:pt x="1247112" y="984982"/>
                      <a:pt x="1250014" y="984337"/>
                    </a:cubicBezTo>
                    <a:cubicBezTo>
                      <a:pt x="1253239" y="983370"/>
                      <a:pt x="1257109" y="982725"/>
                      <a:pt x="1261623" y="982402"/>
                    </a:cubicBezTo>
                    <a:cubicBezTo>
                      <a:pt x="1264525" y="982080"/>
                      <a:pt x="1267105" y="984337"/>
                      <a:pt x="1267427" y="987562"/>
                    </a:cubicBezTo>
                    <a:cubicBezTo>
                      <a:pt x="1267750" y="990464"/>
                      <a:pt x="1265493" y="993044"/>
                      <a:pt x="1262268" y="993366"/>
                    </a:cubicBezTo>
                    <a:cubicBezTo>
                      <a:pt x="1258398" y="993689"/>
                      <a:pt x="1255174" y="994011"/>
                      <a:pt x="1252917" y="994656"/>
                    </a:cubicBezTo>
                    <a:cubicBezTo>
                      <a:pt x="1252272" y="994334"/>
                      <a:pt x="1251949" y="994656"/>
                      <a:pt x="1251304" y="994656"/>
                    </a:cubicBezTo>
                    <a:close/>
                    <a:moveTo>
                      <a:pt x="1304511" y="989497"/>
                    </a:moveTo>
                    <a:cubicBezTo>
                      <a:pt x="1302576" y="989497"/>
                      <a:pt x="1300641" y="988529"/>
                      <a:pt x="1299674" y="986595"/>
                    </a:cubicBezTo>
                    <a:cubicBezTo>
                      <a:pt x="1298384" y="984015"/>
                      <a:pt x="1299351" y="980790"/>
                      <a:pt x="1302254" y="979500"/>
                    </a:cubicBezTo>
                    <a:cubicBezTo>
                      <a:pt x="1308703" y="976276"/>
                      <a:pt x="1315475" y="971116"/>
                      <a:pt x="1317409" y="969181"/>
                    </a:cubicBezTo>
                    <a:cubicBezTo>
                      <a:pt x="1318054" y="966602"/>
                      <a:pt x="1319667" y="963377"/>
                      <a:pt x="1322891" y="957250"/>
                    </a:cubicBezTo>
                    <a:cubicBezTo>
                      <a:pt x="1323859" y="955315"/>
                      <a:pt x="1325149" y="952736"/>
                      <a:pt x="1325793" y="951768"/>
                    </a:cubicBezTo>
                    <a:cubicBezTo>
                      <a:pt x="1325793" y="952091"/>
                      <a:pt x="1325793" y="951768"/>
                      <a:pt x="1325793" y="951446"/>
                    </a:cubicBezTo>
                    <a:cubicBezTo>
                      <a:pt x="1325793" y="949834"/>
                      <a:pt x="1325471" y="946609"/>
                      <a:pt x="1324504" y="942739"/>
                    </a:cubicBezTo>
                    <a:cubicBezTo>
                      <a:pt x="1323859" y="939837"/>
                      <a:pt x="1325471" y="936935"/>
                      <a:pt x="1328373" y="936290"/>
                    </a:cubicBezTo>
                    <a:cubicBezTo>
                      <a:pt x="1331275" y="935645"/>
                      <a:pt x="1334178" y="937257"/>
                      <a:pt x="1334823" y="940160"/>
                    </a:cubicBezTo>
                    <a:cubicBezTo>
                      <a:pt x="1335790" y="944352"/>
                      <a:pt x="1336435" y="948544"/>
                      <a:pt x="1336435" y="951446"/>
                    </a:cubicBezTo>
                    <a:cubicBezTo>
                      <a:pt x="1336435" y="953381"/>
                      <a:pt x="1336112" y="954671"/>
                      <a:pt x="1335790" y="955638"/>
                    </a:cubicBezTo>
                    <a:cubicBezTo>
                      <a:pt x="1335145" y="957250"/>
                      <a:pt x="1334178" y="959185"/>
                      <a:pt x="1332565" y="962087"/>
                    </a:cubicBezTo>
                    <a:cubicBezTo>
                      <a:pt x="1331275" y="964667"/>
                      <a:pt x="1328696" y="969181"/>
                      <a:pt x="1328051" y="970794"/>
                    </a:cubicBezTo>
                    <a:cubicBezTo>
                      <a:pt x="1327406" y="978533"/>
                      <a:pt x="1307413" y="988529"/>
                      <a:pt x="1307413" y="988529"/>
                    </a:cubicBezTo>
                    <a:cubicBezTo>
                      <a:pt x="1306123" y="989174"/>
                      <a:pt x="1305156" y="989497"/>
                      <a:pt x="1304511" y="989497"/>
                    </a:cubicBezTo>
                    <a:close/>
                    <a:moveTo>
                      <a:pt x="1843027" y="943707"/>
                    </a:moveTo>
                    <a:cubicBezTo>
                      <a:pt x="1840125" y="943707"/>
                      <a:pt x="1837867" y="941449"/>
                      <a:pt x="1837545" y="938870"/>
                    </a:cubicBezTo>
                    <a:cubicBezTo>
                      <a:pt x="1837545" y="936612"/>
                      <a:pt x="1837223" y="934678"/>
                      <a:pt x="1837223" y="932743"/>
                    </a:cubicBezTo>
                    <a:cubicBezTo>
                      <a:pt x="1837223" y="931131"/>
                      <a:pt x="1837223" y="929518"/>
                      <a:pt x="1837223" y="928228"/>
                    </a:cubicBezTo>
                    <a:cubicBezTo>
                      <a:pt x="1836900" y="925326"/>
                      <a:pt x="1839480" y="922747"/>
                      <a:pt x="1842382" y="922424"/>
                    </a:cubicBezTo>
                    <a:cubicBezTo>
                      <a:pt x="1845284" y="922424"/>
                      <a:pt x="1847864" y="924681"/>
                      <a:pt x="1848186" y="927583"/>
                    </a:cubicBezTo>
                    <a:cubicBezTo>
                      <a:pt x="1848186" y="929196"/>
                      <a:pt x="1848186" y="931131"/>
                      <a:pt x="1848186" y="932743"/>
                    </a:cubicBezTo>
                    <a:cubicBezTo>
                      <a:pt x="1848186" y="934678"/>
                      <a:pt x="1848186" y="936290"/>
                      <a:pt x="1848509" y="938225"/>
                    </a:cubicBezTo>
                    <a:cubicBezTo>
                      <a:pt x="1848831" y="941127"/>
                      <a:pt x="1846574" y="943707"/>
                      <a:pt x="1843672" y="944029"/>
                    </a:cubicBezTo>
                    <a:cubicBezTo>
                      <a:pt x="1843027" y="943707"/>
                      <a:pt x="1843027" y="943707"/>
                      <a:pt x="1843027" y="943707"/>
                    </a:cubicBezTo>
                    <a:close/>
                    <a:moveTo>
                      <a:pt x="1945571" y="934678"/>
                    </a:moveTo>
                    <a:cubicBezTo>
                      <a:pt x="1943636" y="934678"/>
                      <a:pt x="1941701" y="933710"/>
                      <a:pt x="1940734" y="931776"/>
                    </a:cubicBezTo>
                    <a:cubicBezTo>
                      <a:pt x="1939444" y="929196"/>
                      <a:pt x="1940411" y="925971"/>
                      <a:pt x="1942991" y="924359"/>
                    </a:cubicBezTo>
                    <a:cubicBezTo>
                      <a:pt x="1948150" y="921457"/>
                      <a:pt x="1953632" y="915330"/>
                      <a:pt x="1961371" y="906946"/>
                    </a:cubicBezTo>
                    <a:lnTo>
                      <a:pt x="1965886" y="901786"/>
                    </a:lnTo>
                    <a:cubicBezTo>
                      <a:pt x="1972335" y="894692"/>
                      <a:pt x="1978140" y="890500"/>
                      <a:pt x="1983944" y="888565"/>
                    </a:cubicBezTo>
                    <a:cubicBezTo>
                      <a:pt x="1986846" y="887598"/>
                      <a:pt x="1989748" y="889210"/>
                      <a:pt x="1990716" y="892112"/>
                    </a:cubicBezTo>
                    <a:cubicBezTo>
                      <a:pt x="1991683" y="895015"/>
                      <a:pt x="1990071" y="897917"/>
                      <a:pt x="1987169" y="898884"/>
                    </a:cubicBezTo>
                    <a:cubicBezTo>
                      <a:pt x="1983299" y="899851"/>
                      <a:pt x="1979107" y="903399"/>
                      <a:pt x="1974270" y="908881"/>
                    </a:cubicBezTo>
                    <a:lnTo>
                      <a:pt x="1969756" y="914040"/>
                    </a:lnTo>
                    <a:cubicBezTo>
                      <a:pt x="1961371" y="923391"/>
                      <a:pt x="1955245" y="930163"/>
                      <a:pt x="1948473" y="934033"/>
                    </a:cubicBezTo>
                    <a:cubicBezTo>
                      <a:pt x="1947183" y="934678"/>
                      <a:pt x="1946538" y="934678"/>
                      <a:pt x="1945571" y="934678"/>
                    </a:cubicBezTo>
                    <a:close/>
                    <a:moveTo>
                      <a:pt x="1920418" y="931131"/>
                    </a:moveTo>
                    <a:cubicBezTo>
                      <a:pt x="1919451" y="931131"/>
                      <a:pt x="1918484" y="930808"/>
                      <a:pt x="1917516" y="930163"/>
                    </a:cubicBezTo>
                    <a:cubicBezTo>
                      <a:pt x="1914292" y="927906"/>
                      <a:pt x="1911389" y="925326"/>
                      <a:pt x="1908487" y="923069"/>
                    </a:cubicBezTo>
                    <a:cubicBezTo>
                      <a:pt x="1906230" y="921134"/>
                      <a:pt x="1905908" y="917587"/>
                      <a:pt x="1907842" y="915330"/>
                    </a:cubicBezTo>
                    <a:cubicBezTo>
                      <a:pt x="1909777" y="913073"/>
                      <a:pt x="1913324" y="912750"/>
                      <a:pt x="1915581" y="914685"/>
                    </a:cubicBezTo>
                    <a:cubicBezTo>
                      <a:pt x="1918161" y="916942"/>
                      <a:pt x="1920741" y="918877"/>
                      <a:pt x="1923643" y="920812"/>
                    </a:cubicBezTo>
                    <a:cubicBezTo>
                      <a:pt x="1926223" y="922424"/>
                      <a:pt x="1926868" y="925971"/>
                      <a:pt x="1924933" y="928228"/>
                    </a:cubicBezTo>
                    <a:cubicBezTo>
                      <a:pt x="1923966" y="930163"/>
                      <a:pt x="1922031" y="931131"/>
                      <a:pt x="1920418" y="931131"/>
                    </a:cubicBezTo>
                    <a:close/>
                    <a:moveTo>
                      <a:pt x="1312895" y="926294"/>
                    </a:moveTo>
                    <a:cubicBezTo>
                      <a:pt x="1311605" y="926294"/>
                      <a:pt x="1310638" y="925971"/>
                      <a:pt x="1309670" y="925004"/>
                    </a:cubicBezTo>
                    <a:lnTo>
                      <a:pt x="1307736" y="923714"/>
                    </a:lnTo>
                    <a:cubicBezTo>
                      <a:pt x="1305478" y="922102"/>
                      <a:pt x="1303543" y="920167"/>
                      <a:pt x="1301286" y="918554"/>
                    </a:cubicBezTo>
                    <a:cubicBezTo>
                      <a:pt x="1299029" y="916620"/>
                      <a:pt x="1298384" y="913395"/>
                      <a:pt x="1300319" y="911138"/>
                    </a:cubicBezTo>
                    <a:cubicBezTo>
                      <a:pt x="1302254" y="908881"/>
                      <a:pt x="1305478" y="908236"/>
                      <a:pt x="1307736" y="910170"/>
                    </a:cubicBezTo>
                    <a:cubicBezTo>
                      <a:pt x="1309993" y="912105"/>
                      <a:pt x="1312250" y="913717"/>
                      <a:pt x="1314507" y="915330"/>
                    </a:cubicBezTo>
                    <a:lnTo>
                      <a:pt x="1316442" y="916620"/>
                    </a:lnTo>
                    <a:cubicBezTo>
                      <a:pt x="1318699" y="918554"/>
                      <a:pt x="1319022" y="921779"/>
                      <a:pt x="1317409" y="924036"/>
                    </a:cubicBezTo>
                    <a:cubicBezTo>
                      <a:pt x="1316120" y="925649"/>
                      <a:pt x="1314507" y="926294"/>
                      <a:pt x="1312895" y="926294"/>
                    </a:cubicBezTo>
                    <a:close/>
                    <a:moveTo>
                      <a:pt x="1260333" y="908881"/>
                    </a:moveTo>
                    <a:cubicBezTo>
                      <a:pt x="1249692" y="908881"/>
                      <a:pt x="1243888" y="908236"/>
                      <a:pt x="1240663" y="907268"/>
                    </a:cubicBezTo>
                    <a:cubicBezTo>
                      <a:pt x="1238728" y="906623"/>
                      <a:pt x="1237116" y="905978"/>
                      <a:pt x="1235503" y="905656"/>
                    </a:cubicBezTo>
                    <a:cubicBezTo>
                      <a:pt x="1230344" y="904044"/>
                      <a:pt x="1225185" y="902754"/>
                      <a:pt x="1221637" y="896949"/>
                    </a:cubicBezTo>
                    <a:cubicBezTo>
                      <a:pt x="1220992" y="895982"/>
                      <a:pt x="1220670" y="895337"/>
                      <a:pt x="1220025" y="894692"/>
                    </a:cubicBezTo>
                    <a:cubicBezTo>
                      <a:pt x="1217768" y="891790"/>
                      <a:pt x="1216478" y="889533"/>
                      <a:pt x="1215833" y="883083"/>
                    </a:cubicBezTo>
                    <a:cubicBezTo>
                      <a:pt x="1215511" y="880181"/>
                      <a:pt x="1217768" y="877601"/>
                      <a:pt x="1220670" y="877279"/>
                    </a:cubicBezTo>
                    <a:cubicBezTo>
                      <a:pt x="1223572" y="876957"/>
                      <a:pt x="1226152" y="879214"/>
                      <a:pt x="1226474" y="882116"/>
                    </a:cubicBezTo>
                    <a:cubicBezTo>
                      <a:pt x="1226797" y="885985"/>
                      <a:pt x="1227442" y="886630"/>
                      <a:pt x="1228732" y="888565"/>
                    </a:cubicBezTo>
                    <a:cubicBezTo>
                      <a:pt x="1229377" y="889210"/>
                      <a:pt x="1230022" y="890178"/>
                      <a:pt x="1230667" y="891467"/>
                    </a:cubicBezTo>
                    <a:cubicBezTo>
                      <a:pt x="1231956" y="893725"/>
                      <a:pt x="1233891" y="894370"/>
                      <a:pt x="1238406" y="895659"/>
                    </a:cubicBezTo>
                    <a:cubicBezTo>
                      <a:pt x="1240018" y="896304"/>
                      <a:pt x="1241953" y="896627"/>
                      <a:pt x="1244210" y="897594"/>
                    </a:cubicBezTo>
                    <a:cubicBezTo>
                      <a:pt x="1245500" y="898239"/>
                      <a:pt x="1249692" y="898562"/>
                      <a:pt x="1260333" y="898562"/>
                    </a:cubicBezTo>
                    <a:lnTo>
                      <a:pt x="1264525" y="898562"/>
                    </a:lnTo>
                    <a:cubicBezTo>
                      <a:pt x="1267427" y="898884"/>
                      <a:pt x="1270007" y="900819"/>
                      <a:pt x="1270007" y="903721"/>
                    </a:cubicBezTo>
                    <a:cubicBezTo>
                      <a:pt x="1270007" y="906623"/>
                      <a:pt x="1267750" y="909203"/>
                      <a:pt x="1264848" y="909203"/>
                    </a:cubicBezTo>
                    <a:lnTo>
                      <a:pt x="1260333" y="908881"/>
                    </a:lnTo>
                    <a:close/>
                    <a:moveTo>
                      <a:pt x="1837545" y="907268"/>
                    </a:moveTo>
                    <a:cubicBezTo>
                      <a:pt x="1836900" y="907268"/>
                      <a:pt x="1836255" y="907268"/>
                      <a:pt x="1835933" y="906946"/>
                    </a:cubicBezTo>
                    <a:cubicBezTo>
                      <a:pt x="1833030" y="905978"/>
                      <a:pt x="1831741" y="902754"/>
                      <a:pt x="1832708" y="900174"/>
                    </a:cubicBezTo>
                    <a:cubicBezTo>
                      <a:pt x="1835288" y="893080"/>
                      <a:pt x="1842060" y="887275"/>
                      <a:pt x="1847864" y="887275"/>
                    </a:cubicBezTo>
                    <a:cubicBezTo>
                      <a:pt x="1848831" y="887275"/>
                      <a:pt x="1852378" y="885985"/>
                      <a:pt x="1855281" y="885018"/>
                    </a:cubicBezTo>
                    <a:cubicBezTo>
                      <a:pt x="1862697" y="882438"/>
                      <a:pt x="1872049" y="879214"/>
                      <a:pt x="1879465" y="879214"/>
                    </a:cubicBezTo>
                    <a:cubicBezTo>
                      <a:pt x="1882045" y="879214"/>
                      <a:pt x="1883980" y="879536"/>
                      <a:pt x="1885915" y="880181"/>
                    </a:cubicBezTo>
                    <a:cubicBezTo>
                      <a:pt x="1886882" y="880504"/>
                      <a:pt x="1887527" y="880826"/>
                      <a:pt x="1888494" y="881471"/>
                    </a:cubicBezTo>
                    <a:cubicBezTo>
                      <a:pt x="1891074" y="883083"/>
                      <a:pt x="1892042" y="886308"/>
                      <a:pt x="1890429" y="888888"/>
                    </a:cubicBezTo>
                    <a:cubicBezTo>
                      <a:pt x="1888817" y="891467"/>
                      <a:pt x="1885592" y="892435"/>
                      <a:pt x="1883013" y="890822"/>
                    </a:cubicBezTo>
                    <a:cubicBezTo>
                      <a:pt x="1882690" y="890822"/>
                      <a:pt x="1882368" y="890500"/>
                      <a:pt x="1882368" y="890500"/>
                    </a:cubicBezTo>
                    <a:cubicBezTo>
                      <a:pt x="1881723" y="890178"/>
                      <a:pt x="1881078" y="890178"/>
                      <a:pt x="1879465" y="890178"/>
                    </a:cubicBezTo>
                    <a:cubicBezTo>
                      <a:pt x="1873661" y="890178"/>
                      <a:pt x="1864954" y="893402"/>
                      <a:pt x="1858828" y="895659"/>
                    </a:cubicBezTo>
                    <a:cubicBezTo>
                      <a:pt x="1853023" y="897594"/>
                      <a:pt x="1850444" y="898562"/>
                      <a:pt x="1847864" y="898562"/>
                    </a:cubicBezTo>
                    <a:cubicBezTo>
                      <a:pt x="1847219" y="898884"/>
                      <a:pt x="1843994" y="900819"/>
                      <a:pt x="1842704" y="904044"/>
                    </a:cubicBezTo>
                    <a:cubicBezTo>
                      <a:pt x="1841737" y="905978"/>
                      <a:pt x="1839802" y="907268"/>
                      <a:pt x="1837545" y="907268"/>
                    </a:cubicBezTo>
                    <a:close/>
                    <a:moveTo>
                      <a:pt x="2020382" y="885018"/>
                    </a:moveTo>
                    <a:cubicBezTo>
                      <a:pt x="2019738" y="885018"/>
                      <a:pt x="2019093" y="885018"/>
                      <a:pt x="2018448" y="884696"/>
                    </a:cubicBezTo>
                    <a:cubicBezTo>
                      <a:pt x="2015545" y="883728"/>
                      <a:pt x="2014256" y="880504"/>
                      <a:pt x="2015223" y="877924"/>
                    </a:cubicBezTo>
                    <a:cubicBezTo>
                      <a:pt x="2016190" y="875344"/>
                      <a:pt x="2017158" y="872119"/>
                      <a:pt x="2018448" y="868250"/>
                    </a:cubicBezTo>
                    <a:cubicBezTo>
                      <a:pt x="2019415" y="865348"/>
                      <a:pt x="2022317" y="863735"/>
                      <a:pt x="2025219" y="864703"/>
                    </a:cubicBezTo>
                    <a:cubicBezTo>
                      <a:pt x="2028122" y="865348"/>
                      <a:pt x="2029734" y="868572"/>
                      <a:pt x="2029089" y="871475"/>
                    </a:cubicBezTo>
                    <a:cubicBezTo>
                      <a:pt x="2027799" y="875667"/>
                      <a:pt x="2026832" y="879214"/>
                      <a:pt x="2025542" y="882116"/>
                    </a:cubicBezTo>
                    <a:cubicBezTo>
                      <a:pt x="2024575" y="883728"/>
                      <a:pt x="2022317" y="885018"/>
                      <a:pt x="2020382" y="885018"/>
                    </a:cubicBezTo>
                    <a:close/>
                    <a:moveTo>
                      <a:pt x="1220670" y="860833"/>
                    </a:moveTo>
                    <a:cubicBezTo>
                      <a:pt x="1220348" y="860833"/>
                      <a:pt x="1220348" y="860833"/>
                      <a:pt x="1220670" y="860833"/>
                    </a:cubicBezTo>
                    <a:cubicBezTo>
                      <a:pt x="1217445" y="860833"/>
                      <a:pt x="1215188" y="858254"/>
                      <a:pt x="1215188" y="855351"/>
                    </a:cubicBezTo>
                    <a:cubicBezTo>
                      <a:pt x="1215188" y="851482"/>
                      <a:pt x="1215511" y="849225"/>
                      <a:pt x="1215833" y="847612"/>
                    </a:cubicBezTo>
                    <a:cubicBezTo>
                      <a:pt x="1215188" y="846322"/>
                      <a:pt x="1215188" y="844388"/>
                      <a:pt x="1215833" y="843098"/>
                    </a:cubicBezTo>
                    <a:cubicBezTo>
                      <a:pt x="1217123" y="840518"/>
                      <a:pt x="1220348" y="839228"/>
                      <a:pt x="1222927" y="840518"/>
                    </a:cubicBezTo>
                    <a:cubicBezTo>
                      <a:pt x="1225507" y="841808"/>
                      <a:pt x="1226797" y="844065"/>
                      <a:pt x="1226797" y="846322"/>
                    </a:cubicBezTo>
                    <a:lnTo>
                      <a:pt x="1226797" y="847290"/>
                    </a:lnTo>
                    <a:lnTo>
                      <a:pt x="1226474" y="848580"/>
                    </a:lnTo>
                    <a:cubicBezTo>
                      <a:pt x="1226474" y="848902"/>
                      <a:pt x="1225829" y="850192"/>
                      <a:pt x="1225829" y="855674"/>
                    </a:cubicBezTo>
                    <a:cubicBezTo>
                      <a:pt x="1225829" y="858576"/>
                      <a:pt x="1223250" y="860833"/>
                      <a:pt x="1220670" y="860833"/>
                    </a:cubicBezTo>
                    <a:close/>
                    <a:moveTo>
                      <a:pt x="2021672" y="848580"/>
                    </a:moveTo>
                    <a:cubicBezTo>
                      <a:pt x="2019738" y="848580"/>
                      <a:pt x="2017803" y="847612"/>
                      <a:pt x="2016835" y="845677"/>
                    </a:cubicBezTo>
                    <a:cubicBezTo>
                      <a:pt x="2013933" y="840195"/>
                      <a:pt x="2009096" y="835036"/>
                      <a:pt x="2003292" y="829232"/>
                    </a:cubicBezTo>
                    <a:cubicBezTo>
                      <a:pt x="2002002" y="827942"/>
                      <a:pt x="2000390" y="826329"/>
                      <a:pt x="1999100" y="824717"/>
                    </a:cubicBezTo>
                    <a:cubicBezTo>
                      <a:pt x="1993940" y="819235"/>
                      <a:pt x="1991683" y="812141"/>
                      <a:pt x="1991683" y="803112"/>
                    </a:cubicBezTo>
                    <a:cubicBezTo>
                      <a:pt x="1991683" y="801177"/>
                      <a:pt x="1991683" y="798920"/>
                      <a:pt x="1992006" y="796985"/>
                    </a:cubicBezTo>
                    <a:cubicBezTo>
                      <a:pt x="1992328" y="794083"/>
                      <a:pt x="1994908" y="791826"/>
                      <a:pt x="1997810" y="792148"/>
                    </a:cubicBezTo>
                    <a:cubicBezTo>
                      <a:pt x="2000712" y="792471"/>
                      <a:pt x="2002969" y="795050"/>
                      <a:pt x="2002647" y="797953"/>
                    </a:cubicBezTo>
                    <a:cubicBezTo>
                      <a:pt x="2002324" y="799565"/>
                      <a:pt x="2002324" y="801500"/>
                      <a:pt x="2002324" y="803112"/>
                    </a:cubicBezTo>
                    <a:cubicBezTo>
                      <a:pt x="2002324" y="809561"/>
                      <a:pt x="2003937" y="814076"/>
                      <a:pt x="2006839" y="817301"/>
                    </a:cubicBezTo>
                    <a:cubicBezTo>
                      <a:pt x="2008129" y="818913"/>
                      <a:pt x="2009741" y="820203"/>
                      <a:pt x="2011031" y="821493"/>
                    </a:cubicBezTo>
                    <a:cubicBezTo>
                      <a:pt x="2016835" y="827619"/>
                      <a:pt x="2022640" y="833424"/>
                      <a:pt x="2026187" y="840195"/>
                    </a:cubicBezTo>
                    <a:cubicBezTo>
                      <a:pt x="2027477" y="842775"/>
                      <a:pt x="2026509" y="846000"/>
                      <a:pt x="2023930" y="847612"/>
                    </a:cubicBezTo>
                    <a:cubicBezTo>
                      <a:pt x="2023285" y="848580"/>
                      <a:pt x="2022317" y="848580"/>
                      <a:pt x="2021672" y="848580"/>
                    </a:cubicBezTo>
                    <a:close/>
                    <a:moveTo>
                      <a:pt x="1178427" y="844065"/>
                    </a:moveTo>
                    <a:cubicBezTo>
                      <a:pt x="1178105" y="844065"/>
                      <a:pt x="1177460" y="844065"/>
                      <a:pt x="1177137" y="844065"/>
                    </a:cubicBezTo>
                    <a:cubicBezTo>
                      <a:pt x="1153597" y="838261"/>
                      <a:pt x="1142956" y="829554"/>
                      <a:pt x="1134894" y="823427"/>
                    </a:cubicBezTo>
                    <a:cubicBezTo>
                      <a:pt x="1132960" y="821815"/>
                      <a:pt x="1131347" y="820525"/>
                      <a:pt x="1129735" y="819558"/>
                    </a:cubicBezTo>
                    <a:lnTo>
                      <a:pt x="1128445" y="818590"/>
                    </a:lnTo>
                    <a:cubicBezTo>
                      <a:pt x="1125865" y="816978"/>
                      <a:pt x="1125543" y="813431"/>
                      <a:pt x="1127155" y="811174"/>
                    </a:cubicBezTo>
                    <a:cubicBezTo>
                      <a:pt x="1128768" y="808594"/>
                      <a:pt x="1132315" y="808271"/>
                      <a:pt x="1134572" y="809884"/>
                    </a:cubicBezTo>
                    <a:lnTo>
                      <a:pt x="1135862" y="810851"/>
                    </a:lnTo>
                    <a:cubicBezTo>
                      <a:pt x="1137797" y="812141"/>
                      <a:pt x="1139731" y="813753"/>
                      <a:pt x="1141666" y="815366"/>
                    </a:cubicBezTo>
                    <a:cubicBezTo>
                      <a:pt x="1149083" y="821493"/>
                      <a:pt x="1158434" y="828909"/>
                      <a:pt x="1179395" y="834069"/>
                    </a:cubicBezTo>
                    <a:cubicBezTo>
                      <a:pt x="1182297" y="834714"/>
                      <a:pt x="1183909" y="837616"/>
                      <a:pt x="1183264" y="840518"/>
                    </a:cubicBezTo>
                    <a:cubicBezTo>
                      <a:pt x="1182942" y="842453"/>
                      <a:pt x="1180684" y="844065"/>
                      <a:pt x="1178427" y="844065"/>
                    </a:cubicBezTo>
                    <a:close/>
                    <a:moveTo>
                      <a:pt x="1108452" y="805369"/>
                    </a:moveTo>
                    <a:cubicBezTo>
                      <a:pt x="1107807" y="805369"/>
                      <a:pt x="1107162" y="805369"/>
                      <a:pt x="1106195" y="805047"/>
                    </a:cubicBezTo>
                    <a:cubicBezTo>
                      <a:pt x="1104583" y="804402"/>
                      <a:pt x="1102970" y="803757"/>
                      <a:pt x="1101358" y="803112"/>
                    </a:cubicBezTo>
                    <a:cubicBezTo>
                      <a:pt x="1101358" y="803112"/>
                      <a:pt x="1099423" y="802467"/>
                      <a:pt x="1096521" y="801177"/>
                    </a:cubicBezTo>
                    <a:cubicBezTo>
                      <a:pt x="1093619" y="800210"/>
                      <a:pt x="1092329" y="796985"/>
                      <a:pt x="1093296" y="794083"/>
                    </a:cubicBezTo>
                    <a:cubicBezTo>
                      <a:pt x="1094264" y="791181"/>
                      <a:pt x="1097489" y="789891"/>
                      <a:pt x="1100391" y="790858"/>
                    </a:cubicBezTo>
                    <a:cubicBezTo>
                      <a:pt x="1103293" y="791826"/>
                      <a:pt x="1105228" y="792793"/>
                      <a:pt x="1105228" y="792793"/>
                    </a:cubicBezTo>
                    <a:cubicBezTo>
                      <a:pt x="1107162" y="793438"/>
                      <a:pt x="1109097" y="794083"/>
                      <a:pt x="1110710" y="795050"/>
                    </a:cubicBezTo>
                    <a:cubicBezTo>
                      <a:pt x="1113289" y="796340"/>
                      <a:pt x="1114579" y="799565"/>
                      <a:pt x="1113612" y="802145"/>
                    </a:cubicBezTo>
                    <a:cubicBezTo>
                      <a:pt x="1112322" y="804079"/>
                      <a:pt x="1110387" y="805369"/>
                      <a:pt x="1108452" y="805369"/>
                    </a:cubicBezTo>
                    <a:close/>
                    <a:moveTo>
                      <a:pt x="1062662" y="778927"/>
                    </a:moveTo>
                    <a:cubicBezTo>
                      <a:pt x="1060728" y="778927"/>
                      <a:pt x="1059115" y="777960"/>
                      <a:pt x="1058148" y="776347"/>
                    </a:cubicBezTo>
                    <a:cubicBezTo>
                      <a:pt x="1053633" y="769253"/>
                      <a:pt x="1050086" y="759902"/>
                      <a:pt x="1048151" y="749905"/>
                    </a:cubicBezTo>
                    <a:cubicBezTo>
                      <a:pt x="1047507" y="746681"/>
                      <a:pt x="1046539" y="743134"/>
                      <a:pt x="1045894" y="739586"/>
                    </a:cubicBezTo>
                    <a:cubicBezTo>
                      <a:pt x="1044604" y="734427"/>
                      <a:pt x="1043314" y="729268"/>
                      <a:pt x="1042347" y="723141"/>
                    </a:cubicBezTo>
                    <a:cubicBezTo>
                      <a:pt x="1041702" y="720239"/>
                      <a:pt x="1043959" y="717336"/>
                      <a:pt x="1046862" y="717014"/>
                    </a:cubicBezTo>
                    <a:cubicBezTo>
                      <a:pt x="1049764" y="716369"/>
                      <a:pt x="1052666" y="718626"/>
                      <a:pt x="1052988" y="721528"/>
                    </a:cubicBezTo>
                    <a:cubicBezTo>
                      <a:pt x="1053956" y="727010"/>
                      <a:pt x="1055246" y="732170"/>
                      <a:pt x="1056536" y="737007"/>
                    </a:cubicBezTo>
                    <a:cubicBezTo>
                      <a:pt x="1057503" y="740554"/>
                      <a:pt x="1058470" y="744101"/>
                      <a:pt x="1059115" y="747648"/>
                    </a:cubicBezTo>
                    <a:cubicBezTo>
                      <a:pt x="1061050" y="756677"/>
                      <a:pt x="1063952" y="764416"/>
                      <a:pt x="1067499" y="770543"/>
                    </a:cubicBezTo>
                    <a:cubicBezTo>
                      <a:pt x="1069112" y="773123"/>
                      <a:pt x="1068144" y="776347"/>
                      <a:pt x="1065887" y="777960"/>
                    </a:cubicBezTo>
                    <a:cubicBezTo>
                      <a:pt x="1064920" y="778605"/>
                      <a:pt x="1063630" y="778927"/>
                      <a:pt x="1062662" y="778927"/>
                    </a:cubicBezTo>
                    <a:close/>
                    <a:moveTo>
                      <a:pt x="1991038" y="764739"/>
                    </a:moveTo>
                    <a:cubicBezTo>
                      <a:pt x="1990071" y="764739"/>
                      <a:pt x="1989426" y="764416"/>
                      <a:pt x="1988459" y="764094"/>
                    </a:cubicBezTo>
                    <a:cubicBezTo>
                      <a:pt x="1985879" y="762804"/>
                      <a:pt x="1982977" y="761514"/>
                      <a:pt x="1979429" y="760547"/>
                    </a:cubicBezTo>
                    <a:cubicBezTo>
                      <a:pt x="1976527" y="759579"/>
                      <a:pt x="1974915" y="756677"/>
                      <a:pt x="1975882" y="753775"/>
                    </a:cubicBezTo>
                    <a:cubicBezTo>
                      <a:pt x="1976850" y="750873"/>
                      <a:pt x="1979752" y="749260"/>
                      <a:pt x="1982654" y="750228"/>
                    </a:cubicBezTo>
                    <a:cubicBezTo>
                      <a:pt x="1986846" y="751518"/>
                      <a:pt x="1990393" y="753130"/>
                      <a:pt x="1993295" y="754420"/>
                    </a:cubicBezTo>
                    <a:cubicBezTo>
                      <a:pt x="1995875" y="755710"/>
                      <a:pt x="1996843" y="758934"/>
                      <a:pt x="1995553" y="761514"/>
                    </a:cubicBezTo>
                    <a:cubicBezTo>
                      <a:pt x="1994908" y="763771"/>
                      <a:pt x="1992973" y="764739"/>
                      <a:pt x="1991038" y="764739"/>
                    </a:cubicBezTo>
                    <a:close/>
                    <a:moveTo>
                      <a:pt x="1954922" y="754420"/>
                    </a:moveTo>
                    <a:cubicBezTo>
                      <a:pt x="1954600" y="754420"/>
                      <a:pt x="1954277" y="754420"/>
                      <a:pt x="1953955" y="754420"/>
                    </a:cubicBezTo>
                    <a:cubicBezTo>
                      <a:pt x="1950730" y="753775"/>
                      <a:pt x="1947505" y="753130"/>
                      <a:pt x="1944603" y="752808"/>
                    </a:cubicBezTo>
                    <a:lnTo>
                      <a:pt x="1938476" y="751518"/>
                    </a:lnTo>
                    <a:cubicBezTo>
                      <a:pt x="1917194" y="747326"/>
                      <a:pt x="1916226" y="738619"/>
                      <a:pt x="1916226" y="720239"/>
                    </a:cubicBezTo>
                    <a:lnTo>
                      <a:pt x="1916226" y="718626"/>
                    </a:lnTo>
                    <a:cubicBezTo>
                      <a:pt x="1916226" y="715724"/>
                      <a:pt x="1918484" y="713144"/>
                      <a:pt x="1921708" y="713144"/>
                    </a:cubicBezTo>
                    <a:cubicBezTo>
                      <a:pt x="1924610" y="713144"/>
                      <a:pt x="1927190" y="715402"/>
                      <a:pt x="1927190" y="718626"/>
                    </a:cubicBezTo>
                    <a:lnTo>
                      <a:pt x="1927190" y="720239"/>
                    </a:lnTo>
                    <a:cubicBezTo>
                      <a:pt x="1927190" y="737007"/>
                      <a:pt x="1927190" y="738297"/>
                      <a:pt x="1940734" y="740876"/>
                    </a:cubicBezTo>
                    <a:lnTo>
                      <a:pt x="1946861" y="741844"/>
                    </a:lnTo>
                    <a:cubicBezTo>
                      <a:pt x="1949763" y="742489"/>
                      <a:pt x="1952987" y="742811"/>
                      <a:pt x="1956212" y="743456"/>
                    </a:cubicBezTo>
                    <a:cubicBezTo>
                      <a:pt x="1959114" y="744101"/>
                      <a:pt x="1961049" y="746681"/>
                      <a:pt x="1960404" y="749905"/>
                    </a:cubicBezTo>
                    <a:cubicBezTo>
                      <a:pt x="1959759" y="752485"/>
                      <a:pt x="1957502" y="754420"/>
                      <a:pt x="1954922" y="754420"/>
                    </a:cubicBezTo>
                    <a:close/>
                    <a:moveTo>
                      <a:pt x="1045894" y="700891"/>
                    </a:moveTo>
                    <a:cubicBezTo>
                      <a:pt x="1045894" y="700891"/>
                      <a:pt x="1045894" y="700891"/>
                      <a:pt x="1045894" y="700891"/>
                    </a:cubicBezTo>
                    <a:cubicBezTo>
                      <a:pt x="1042670" y="700568"/>
                      <a:pt x="1040412" y="698311"/>
                      <a:pt x="1040412" y="695086"/>
                    </a:cubicBezTo>
                    <a:cubicBezTo>
                      <a:pt x="1040735" y="691539"/>
                      <a:pt x="1041057" y="687670"/>
                      <a:pt x="1041380" y="684122"/>
                    </a:cubicBezTo>
                    <a:cubicBezTo>
                      <a:pt x="1041702" y="681220"/>
                      <a:pt x="1044604" y="678963"/>
                      <a:pt x="1047507" y="679608"/>
                    </a:cubicBezTo>
                    <a:cubicBezTo>
                      <a:pt x="1050409" y="679930"/>
                      <a:pt x="1052666" y="682833"/>
                      <a:pt x="1052021" y="685735"/>
                    </a:cubicBezTo>
                    <a:cubicBezTo>
                      <a:pt x="1051699" y="689282"/>
                      <a:pt x="1051376" y="692829"/>
                      <a:pt x="1051054" y="696054"/>
                    </a:cubicBezTo>
                    <a:cubicBezTo>
                      <a:pt x="1051376" y="698633"/>
                      <a:pt x="1048796" y="700891"/>
                      <a:pt x="1045894" y="700891"/>
                    </a:cubicBezTo>
                    <a:close/>
                    <a:moveTo>
                      <a:pt x="1941379" y="688960"/>
                    </a:moveTo>
                    <a:cubicBezTo>
                      <a:pt x="1941056" y="688960"/>
                      <a:pt x="1940734" y="688960"/>
                      <a:pt x="1940411" y="688960"/>
                    </a:cubicBezTo>
                    <a:cubicBezTo>
                      <a:pt x="1937509" y="688315"/>
                      <a:pt x="1935574" y="685735"/>
                      <a:pt x="1936219" y="682833"/>
                    </a:cubicBezTo>
                    <a:cubicBezTo>
                      <a:pt x="1936219" y="682510"/>
                      <a:pt x="1936219" y="682510"/>
                      <a:pt x="1936219" y="682188"/>
                    </a:cubicBezTo>
                    <a:cubicBezTo>
                      <a:pt x="1936219" y="681220"/>
                      <a:pt x="1935897" y="678963"/>
                      <a:pt x="1934607" y="675094"/>
                    </a:cubicBezTo>
                    <a:cubicBezTo>
                      <a:pt x="1933639" y="672191"/>
                      <a:pt x="1934929" y="669289"/>
                      <a:pt x="1937831" y="668322"/>
                    </a:cubicBezTo>
                    <a:cubicBezTo>
                      <a:pt x="1940734" y="667354"/>
                      <a:pt x="1943636" y="668644"/>
                      <a:pt x="1944603" y="671546"/>
                    </a:cubicBezTo>
                    <a:cubicBezTo>
                      <a:pt x="1946216" y="676061"/>
                      <a:pt x="1946861" y="679286"/>
                      <a:pt x="1946861" y="682188"/>
                    </a:cubicBezTo>
                    <a:cubicBezTo>
                      <a:pt x="1946861" y="683155"/>
                      <a:pt x="1946861" y="684122"/>
                      <a:pt x="1946538" y="684767"/>
                    </a:cubicBezTo>
                    <a:cubicBezTo>
                      <a:pt x="1946216" y="687025"/>
                      <a:pt x="1943958" y="688960"/>
                      <a:pt x="1941379" y="688960"/>
                    </a:cubicBezTo>
                    <a:close/>
                    <a:moveTo>
                      <a:pt x="1928480" y="653811"/>
                    </a:moveTo>
                    <a:cubicBezTo>
                      <a:pt x="1926545" y="653811"/>
                      <a:pt x="1924610" y="652843"/>
                      <a:pt x="1923643" y="650909"/>
                    </a:cubicBezTo>
                    <a:cubicBezTo>
                      <a:pt x="1919451" y="642202"/>
                      <a:pt x="1916549" y="635430"/>
                      <a:pt x="1916226" y="630271"/>
                    </a:cubicBezTo>
                    <a:cubicBezTo>
                      <a:pt x="1916226" y="629626"/>
                      <a:pt x="1916226" y="629303"/>
                      <a:pt x="1916226" y="628659"/>
                    </a:cubicBezTo>
                    <a:cubicBezTo>
                      <a:pt x="1916226" y="614793"/>
                      <a:pt x="1928802" y="608988"/>
                      <a:pt x="1942668" y="603829"/>
                    </a:cubicBezTo>
                    <a:cubicBezTo>
                      <a:pt x="1945571" y="602861"/>
                      <a:pt x="1948473" y="604151"/>
                      <a:pt x="1949440" y="607053"/>
                    </a:cubicBezTo>
                    <a:cubicBezTo>
                      <a:pt x="1950408" y="609956"/>
                      <a:pt x="1949118" y="612858"/>
                      <a:pt x="1946216" y="613825"/>
                    </a:cubicBezTo>
                    <a:cubicBezTo>
                      <a:pt x="1931382" y="619307"/>
                      <a:pt x="1926545" y="622854"/>
                      <a:pt x="1926545" y="628336"/>
                    </a:cubicBezTo>
                    <a:cubicBezTo>
                      <a:pt x="1926545" y="628659"/>
                      <a:pt x="1926545" y="628981"/>
                      <a:pt x="1926545" y="629303"/>
                    </a:cubicBezTo>
                    <a:cubicBezTo>
                      <a:pt x="1926868" y="633496"/>
                      <a:pt x="1931060" y="642202"/>
                      <a:pt x="1932995" y="646072"/>
                    </a:cubicBezTo>
                    <a:cubicBezTo>
                      <a:pt x="1934284" y="648651"/>
                      <a:pt x="1932995" y="651876"/>
                      <a:pt x="1930415" y="653166"/>
                    </a:cubicBezTo>
                    <a:cubicBezTo>
                      <a:pt x="1930092" y="653811"/>
                      <a:pt x="1929125" y="653811"/>
                      <a:pt x="1928480" y="653811"/>
                    </a:cubicBezTo>
                    <a:close/>
                    <a:moveTo>
                      <a:pt x="1052343" y="647684"/>
                    </a:moveTo>
                    <a:cubicBezTo>
                      <a:pt x="1052021" y="647684"/>
                      <a:pt x="1052021" y="647684"/>
                      <a:pt x="1052343" y="647684"/>
                    </a:cubicBezTo>
                    <a:cubicBezTo>
                      <a:pt x="1049119" y="647684"/>
                      <a:pt x="1046862" y="645104"/>
                      <a:pt x="1046862" y="641880"/>
                    </a:cubicBezTo>
                    <a:cubicBezTo>
                      <a:pt x="1047184" y="637365"/>
                      <a:pt x="1047184" y="633173"/>
                      <a:pt x="1047184" y="629303"/>
                    </a:cubicBezTo>
                    <a:cubicBezTo>
                      <a:pt x="1047184" y="618017"/>
                      <a:pt x="1046539" y="608343"/>
                      <a:pt x="1045572" y="599637"/>
                    </a:cubicBezTo>
                    <a:lnTo>
                      <a:pt x="1044604" y="589318"/>
                    </a:lnTo>
                    <a:cubicBezTo>
                      <a:pt x="1044282" y="586416"/>
                      <a:pt x="1046539" y="583513"/>
                      <a:pt x="1049441" y="583191"/>
                    </a:cubicBezTo>
                    <a:cubicBezTo>
                      <a:pt x="1052343" y="582869"/>
                      <a:pt x="1054923" y="584803"/>
                      <a:pt x="1055246" y="587705"/>
                    </a:cubicBezTo>
                    <a:lnTo>
                      <a:pt x="1056213" y="598347"/>
                    </a:lnTo>
                    <a:cubicBezTo>
                      <a:pt x="1057180" y="607376"/>
                      <a:pt x="1057825" y="617050"/>
                      <a:pt x="1057825" y="628981"/>
                    </a:cubicBezTo>
                    <a:cubicBezTo>
                      <a:pt x="1057825" y="633173"/>
                      <a:pt x="1057825" y="637365"/>
                      <a:pt x="1057503" y="642202"/>
                    </a:cubicBezTo>
                    <a:cubicBezTo>
                      <a:pt x="1057503" y="645427"/>
                      <a:pt x="1054923" y="647684"/>
                      <a:pt x="1052343" y="647684"/>
                    </a:cubicBezTo>
                    <a:close/>
                    <a:moveTo>
                      <a:pt x="1986524" y="606731"/>
                    </a:moveTo>
                    <a:cubicBezTo>
                      <a:pt x="1983621" y="606731"/>
                      <a:pt x="1981364" y="604474"/>
                      <a:pt x="1981042" y="601571"/>
                    </a:cubicBezTo>
                    <a:cubicBezTo>
                      <a:pt x="1981042" y="598669"/>
                      <a:pt x="1983299" y="596090"/>
                      <a:pt x="1986201" y="596090"/>
                    </a:cubicBezTo>
                    <a:cubicBezTo>
                      <a:pt x="1989748" y="595767"/>
                      <a:pt x="1993295" y="595767"/>
                      <a:pt x="1996198" y="595122"/>
                    </a:cubicBezTo>
                    <a:cubicBezTo>
                      <a:pt x="1999100" y="594477"/>
                      <a:pt x="2002002" y="596412"/>
                      <a:pt x="2002324" y="599637"/>
                    </a:cubicBezTo>
                    <a:cubicBezTo>
                      <a:pt x="2002969" y="602539"/>
                      <a:pt x="2001035" y="605441"/>
                      <a:pt x="1997810" y="605764"/>
                    </a:cubicBezTo>
                    <a:cubicBezTo>
                      <a:pt x="1994585" y="606086"/>
                      <a:pt x="1990716" y="606408"/>
                      <a:pt x="1986524" y="606731"/>
                    </a:cubicBezTo>
                    <a:cubicBezTo>
                      <a:pt x="1986846" y="606731"/>
                      <a:pt x="1986524" y="606731"/>
                      <a:pt x="1986524" y="606731"/>
                    </a:cubicBezTo>
                    <a:close/>
                    <a:moveTo>
                      <a:pt x="2014256" y="587061"/>
                    </a:moveTo>
                    <a:cubicBezTo>
                      <a:pt x="2013611" y="587061"/>
                      <a:pt x="2012966" y="587061"/>
                      <a:pt x="2012321" y="586738"/>
                    </a:cubicBezTo>
                    <a:cubicBezTo>
                      <a:pt x="2009419" y="585771"/>
                      <a:pt x="2008129" y="582546"/>
                      <a:pt x="2009096" y="579966"/>
                    </a:cubicBezTo>
                    <a:cubicBezTo>
                      <a:pt x="2010709" y="575774"/>
                      <a:pt x="2011353" y="571582"/>
                      <a:pt x="2011353" y="567390"/>
                    </a:cubicBezTo>
                    <a:cubicBezTo>
                      <a:pt x="2011353" y="565455"/>
                      <a:pt x="2011031" y="563198"/>
                      <a:pt x="2010709" y="561263"/>
                    </a:cubicBezTo>
                    <a:cubicBezTo>
                      <a:pt x="2010064" y="558039"/>
                      <a:pt x="2009741" y="555137"/>
                      <a:pt x="2009741" y="552234"/>
                    </a:cubicBezTo>
                    <a:cubicBezTo>
                      <a:pt x="2009741" y="542238"/>
                      <a:pt x="2012966" y="533531"/>
                      <a:pt x="2019738" y="527082"/>
                    </a:cubicBezTo>
                    <a:cubicBezTo>
                      <a:pt x="2021995" y="525147"/>
                      <a:pt x="2025219" y="525147"/>
                      <a:pt x="2027477" y="527082"/>
                    </a:cubicBezTo>
                    <a:cubicBezTo>
                      <a:pt x="2029411" y="529339"/>
                      <a:pt x="2029411" y="532564"/>
                      <a:pt x="2027477" y="534821"/>
                    </a:cubicBezTo>
                    <a:cubicBezTo>
                      <a:pt x="2022962" y="539336"/>
                      <a:pt x="2020705" y="545140"/>
                      <a:pt x="2020705" y="552234"/>
                    </a:cubicBezTo>
                    <a:cubicBezTo>
                      <a:pt x="2020705" y="554492"/>
                      <a:pt x="2021027" y="557071"/>
                      <a:pt x="2021350" y="559329"/>
                    </a:cubicBezTo>
                    <a:cubicBezTo>
                      <a:pt x="2021672" y="561908"/>
                      <a:pt x="2021995" y="564811"/>
                      <a:pt x="2021995" y="567390"/>
                    </a:cubicBezTo>
                    <a:cubicBezTo>
                      <a:pt x="2021995" y="572872"/>
                      <a:pt x="2021027" y="578354"/>
                      <a:pt x="2019093" y="583836"/>
                    </a:cubicBezTo>
                    <a:cubicBezTo>
                      <a:pt x="2018770" y="585448"/>
                      <a:pt x="2016513" y="587061"/>
                      <a:pt x="2014256" y="587061"/>
                    </a:cubicBezTo>
                    <a:close/>
                    <a:moveTo>
                      <a:pt x="1046862" y="567390"/>
                    </a:moveTo>
                    <a:cubicBezTo>
                      <a:pt x="1044282" y="567390"/>
                      <a:pt x="1042025" y="565455"/>
                      <a:pt x="1041702" y="562876"/>
                    </a:cubicBezTo>
                    <a:cubicBezTo>
                      <a:pt x="1041380" y="560618"/>
                      <a:pt x="1041057" y="558039"/>
                      <a:pt x="1040412" y="555459"/>
                    </a:cubicBezTo>
                    <a:cubicBezTo>
                      <a:pt x="1040090" y="554492"/>
                      <a:pt x="1040090" y="553847"/>
                      <a:pt x="1039767" y="552879"/>
                    </a:cubicBezTo>
                    <a:cubicBezTo>
                      <a:pt x="1039122" y="549977"/>
                      <a:pt x="1040735" y="547075"/>
                      <a:pt x="1043637" y="546430"/>
                    </a:cubicBezTo>
                    <a:cubicBezTo>
                      <a:pt x="1046539" y="545785"/>
                      <a:pt x="1049441" y="547397"/>
                      <a:pt x="1050086" y="550300"/>
                    </a:cubicBezTo>
                    <a:cubicBezTo>
                      <a:pt x="1050409" y="551589"/>
                      <a:pt x="1050731" y="552557"/>
                      <a:pt x="1051054" y="553847"/>
                    </a:cubicBezTo>
                    <a:cubicBezTo>
                      <a:pt x="1051376" y="556426"/>
                      <a:pt x="1052021" y="559006"/>
                      <a:pt x="1052343" y="561586"/>
                    </a:cubicBezTo>
                    <a:cubicBezTo>
                      <a:pt x="1052666" y="564488"/>
                      <a:pt x="1050731" y="567390"/>
                      <a:pt x="1047829" y="567713"/>
                    </a:cubicBezTo>
                    <a:cubicBezTo>
                      <a:pt x="1047184" y="567390"/>
                      <a:pt x="1046862" y="567390"/>
                      <a:pt x="1046862" y="567390"/>
                    </a:cubicBezTo>
                    <a:close/>
                    <a:moveTo>
                      <a:pt x="1035898" y="515473"/>
                    </a:moveTo>
                    <a:cubicBezTo>
                      <a:pt x="1035253" y="515473"/>
                      <a:pt x="1034930" y="515473"/>
                      <a:pt x="1034285" y="515151"/>
                    </a:cubicBezTo>
                    <a:cubicBezTo>
                      <a:pt x="1031383" y="514183"/>
                      <a:pt x="1029771" y="511281"/>
                      <a:pt x="1030738" y="508379"/>
                    </a:cubicBezTo>
                    <a:cubicBezTo>
                      <a:pt x="1031383" y="506122"/>
                      <a:pt x="1032351" y="504187"/>
                      <a:pt x="1033641" y="502252"/>
                    </a:cubicBezTo>
                    <a:cubicBezTo>
                      <a:pt x="1042025" y="489999"/>
                      <a:pt x="1054278" y="483549"/>
                      <a:pt x="1062985" y="479035"/>
                    </a:cubicBezTo>
                    <a:cubicBezTo>
                      <a:pt x="1065242" y="477745"/>
                      <a:pt x="1067499" y="476778"/>
                      <a:pt x="1069434" y="475488"/>
                    </a:cubicBezTo>
                    <a:cubicBezTo>
                      <a:pt x="1069112" y="475810"/>
                      <a:pt x="1068789" y="476133"/>
                      <a:pt x="1068789" y="476133"/>
                    </a:cubicBezTo>
                    <a:lnTo>
                      <a:pt x="1074271" y="475810"/>
                    </a:lnTo>
                    <a:lnTo>
                      <a:pt x="1068789" y="475488"/>
                    </a:lnTo>
                    <a:cubicBezTo>
                      <a:pt x="1068789" y="472586"/>
                      <a:pt x="1071046" y="470006"/>
                      <a:pt x="1073949" y="470006"/>
                    </a:cubicBezTo>
                    <a:cubicBezTo>
                      <a:pt x="1076851" y="470006"/>
                      <a:pt x="1079430" y="472263"/>
                      <a:pt x="1079430" y="475165"/>
                    </a:cubicBezTo>
                    <a:cubicBezTo>
                      <a:pt x="1079430" y="475165"/>
                      <a:pt x="1079430" y="475810"/>
                      <a:pt x="1079430" y="475810"/>
                    </a:cubicBezTo>
                    <a:cubicBezTo>
                      <a:pt x="1079430" y="481292"/>
                      <a:pt x="1076528" y="483872"/>
                      <a:pt x="1074594" y="484839"/>
                    </a:cubicBezTo>
                    <a:cubicBezTo>
                      <a:pt x="1072659" y="486129"/>
                      <a:pt x="1070079" y="487419"/>
                      <a:pt x="1067822" y="488709"/>
                    </a:cubicBezTo>
                    <a:cubicBezTo>
                      <a:pt x="1059438" y="492901"/>
                      <a:pt x="1049441" y="498383"/>
                      <a:pt x="1042347" y="508379"/>
                    </a:cubicBezTo>
                    <a:cubicBezTo>
                      <a:pt x="1041702" y="509347"/>
                      <a:pt x="1041057" y="510636"/>
                      <a:pt x="1040735" y="511926"/>
                    </a:cubicBezTo>
                    <a:cubicBezTo>
                      <a:pt x="1040412" y="513861"/>
                      <a:pt x="1038155" y="515473"/>
                      <a:pt x="1035898" y="515473"/>
                    </a:cubicBezTo>
                    <a:close/>
                    <a:moveTo>
                      <a:pt x="2057788" y="512249"/>
                    </a:moveTo>
                    <a:cubicBezTo>
                      <a:pt x="2057143" y="512249"/>
                      <a:pt x="2056821" y="512249"/>
                      <a:pt x="2056176" y="511926"/>
                    </a:cubicBezTo>
                    <a:cubicBezTo>
                      <a:pt x="2053274" y="510959"/>
                      <a:pt x="2051662" y="508057"/>
                      <a:pt x="2052629" y="505154"/>
                    </a:cubicBezTo>
                    <a:cubicBezTo>
                      <a:pt x="2054241" y="500318"/>
                      <a:pt x="2055854" y="496770"/>
                      <a:pt x="2058111" y="493868"/>
                    </a:cubicBezTo>
                    <a:cubicBezTo>
                      <a:pt x="2060046" y="491611"/>
                      <a:pt x="2063270" y="490966"/>
                      <a:pt x="2065528" y="492901"/>
                    </a:cubicBezTo>
                    <a:cubicBezTo>
                      <a:pt x="2067785" y="494836"/>
                      <a:pt x="2068430" y="498060"/>
                      <a:pt x="2066495" y="500318"/>
                    </a:cubicBezTo>
                    <a:cubicBezTo>
                      <a:pt x="2065205" y="502252"/>
                      <a:pt x="2063915" y="504832"/>
                      <a:pt x="2062948" y="508379"/>
                    </a:cubicBezTo>
                    <a:cubicBezTo>
                      <a:pt x="2062303" y="510636"/>
                      <a:pt x="2060046" y="512249"/>
                      <a:pt x="2057788" y="512249"/>
                    </a:cubicBezTo>
                    <a:close/>
                    <a:moveTo>
                      <a:pt x="2084875" y="488386"/>
                    </a:moveTo>
                    <a:cubicBezTo>
                      <a:pt x="2083263" y="488386"/>
                      <a:pt x="2081328" y="487419"/>
                      <a:pt x="2080361" y="486129"/>
                    </a:cubicBezTo>
                    <a:cubicBezTo>
                      <a:pt x="2078748" y="483549"/>
                      <a:pt x="2079394" y="480325"/>
                      <a:pt x="2081651" y="478712"/>
                    </a:cubicBezTo>
                    <a:cubicBezTo>
                      <a:pt x="2091325" y="472263"/>
                      <a:pt x="2097452" y="462589"/>
                      <a:pt x="2102611" y="446466"/>
                    </a:cubicBezTo>
                    <a:lnTo>
                      <a:pt x="2105836" y="436147"/>
                    </a:lnTo>
                    <a:cubicBezTo>
                      <a:pt x="2106803" y="433245"/>
                      <a:pt x="2109705" y="431633"/>
                      <a:pt x="2112607" y="432600"/>
                    </a:cubicBezTo>
                    <a:cubicBezTo>
                      <a:pt x="2115509" y="433567"/>
                      <a:pt x="2117122" y="436469"/>
                      <a:pt x="2116155" y="439372"/>
                    </a:cubicBezTo>
                    <a:lnTo>
                      <a:pt x="2112930" y="449691"/>
                    </a:lnTo>
                    <a:cubicBezTo>
                      <a:pt x="2107126" y="468071"/>
                      <a:pt x="2099386" y="479680"/>
                      <a:pt x="2087778" y="487741"/>
                    </a:cubicBezTo>
                    <a:cubicBezTo>
                      <a:pt x="2086810" y="488064"/>
                      <a:pt x="2085843" y="488386"/>
                      <a:pt x="2084875" y="488386"/>
                    </a:cubicBezTo>
                    <a:close/>
                    <a:moveTo>
                      <a:pt x="1072981" y="454850"/>
                    </a:moveTo>
                    <a:cubicBezTo>
                      <a:pt x="1071691" y="454850"/>
                      <a:pt x="1070079" y="454205"/>
                      <a:pt x="1069112" y="453238"/>
                    </a:cubicBezTo>
                    <a:cubicBezTo>
                      <a:pt x="1067177" y="450980"/>
                      <a:pt x="1067177" y="447756"/>
                      <a:pt x="1069434" y="445498"/>
                    </a:cubicBezTo>
                    <a:cubicBezTo>
                      <a:pt x="1072336" y="442919"/>
                      <a:pt x="1076206" y="441306"/>
                      <a:pt x="1081688" y="440662"/>
                    </a:cubicBezTo>
                    <a:lnTo>
                      <a:pt x="1082333" y="440662"/>
                    </a:lnTo>
                    <a:cubicBezTo>
                      <a:pt x="1085235" y="440339"/>
                      <a:pt x="1087815" y="442274"/>
                      <a:pt x="1088459" y="445498"/>
                    </a:cubicBezTo>
                    <a:cubicBezTo>
                      <a:pt x="1088782" y="448401"/>
                      <a:pt x="1086847" y="450980"/>
                      <a:pt x="1083623" y="451625"/>
                    </a:cubicBezTo>
                    <a:lnTo>
                      <a:pt x="1082978" y="451625"/>
                    </a:lnTo>
                    <a:cubicBezTo>
                      <a:pt x="1079108" y="451948"/>
                      <a:pt x="1077496" y="452915"/>
                      <a:pt x="1076851" y="453560"/>
                    </a:cubicBezTo>
                    <a:cubicBezTo>
                      <a:pt x="1075561" y="454528"/>
                      <a:pt x="1074271" y="454850"/>
                      <a:pt x="1072981" y="454850"/>
                    </a:cubicBezTo>
                    <a:close/>
                    <a:moveTo>
                      <a:pt x="1116514" y="426796"/>
                    </a:moveTo>
                    <a:cubicBezTo>
                      <a:pt x="1115547" y="426796"/>
                      <a:pt x="1114257" y="426473"/>
                      <a:pt x="1113289" y="425828"/>
                    </a:cubicBezTo>
                    <a:cubicBezTo>
                      <a:pt x="1111032" y="423893"/>
                      <a:pt x="1110387" y="420669"/>
                      <a:pt x="1112322" y="418411"/>
                    </a:cubicBezTo>
                    <a:cubicBezTo>
                      <a:pt x="1116191" y="413252"/>
                      <a:pt x="1119739" y="408738"/>
                      <a:pt x="1123931" y="405513"/>
                    </a:cubicBezTo>
                    <a:cubicBezTo>
                      <a:pt x="1125865" y="403901"/>
                      <a:pt x="1126510" y="400676"/>
                      <a:pt x="1126510" y="398096"/>
                    </a:cubicBezTo>
                    <a:cubicBezTo>
                      <a:pt x="1126510" y="392292"/>
                      <a:pt x="1124253" y="384553"/>
                      <a:pt x="1120706" y="376813"/>
                    </a:cubicBezTo>
                    <a:cubicBezTo>
                      <a:pt x="1119416" y="374234"/>
                      <a:pt x="1120706" y="371009"/>
                      <a:pt x="1123286" y="369719"/>
                    </a:cubicBezTo>
                    <a:cubicBezTo>
                      <a:pt x="1125865" y="368429"/>
                      <a:pt x="1129090" y="369719"/>
                      <a:pt x="1130380" y="372299"/>
                    </a:cubicBezTo>
                    <a:cubicBezTo>
                      <a:pt x="1134894" y="381650"/>
                      <a:pt x="1137152" y="391002"/>
                      <a:pt x="1137152" y="398419"/>
                    </a:cubicBezTo>
                    <a:cubicBezTo>
                      <a:pt x="1137152" y="407448"/>
                      <a:pt x="1133605" y="411962"/>
                      <a:pt x="1130702" y="414542"/>
                    </a:cubicBezTo>
                    <a:cubicBezTo>
                      <a:pt x="1127478" y="417122"/>
                      <a:pt x="1124576" y="420669"/>
                      <a:pt x="1121028" y="425506"/>
                    </a:cubicBezTo>
                    <a:cubicBezTo>
                      <a:pt x="1119739" y="425828"/>
                      <a:pt x="1118126" y="426796"/>
                      <a:pt x="1116514" y="426796"/>
                    </a:cubicBezTo>
                    <a:close/>
                    <a:moveTo>
                      <a:pt x="2125506" y="402611"/>
                    </a:moveTo>
                    <a:cubicBezTo>
                      <a:pt x="2124861" y="402611"/>
                      <a:pt x="2124216" y="402611"/>
                      <a:pt x="2123571" y="402288"/>
                    </a:cubicBezTo>
                    <a:cubicBezTo>
                      <a:pt x="2120669" y="401321"/>
                      <a:pt x="2119379" y="398096"/>
                      <a:pt x="2120347" y="395194"/>
                    </a:cubicBezTo>
                    <a:lnTo>
                      <a:pt x="2124216" y="385198"/>
                    </a:lnTo>
                    <a:cubicBezTo>
                      <a:pt x="2125184" y="382295"/>
                      <a:pt x="2128408" y="381006"/>
                      <a:pt x="2131310" y="382295"/>
                    </a:cubicBezTo>
                    <a:cubicBezTo>
                      <a:pt x="2134213" y="383263"/>
                      <a:pt x="2135502" y="386487"/>
                      <a:pt x="2134213" y="389390"/>
                    </a:cubicBezTo>
                    <a:lnTo>
                      <a:pt x="2130343" y="399386"/>
                    </a:lnTo>
                    <a:cubicBezTo>
                      <a:pt x="2129698" y="401321"/>
                      <a:pt x="2127763" y="402611"/>
                      <a:pt x="2125506" y="402611"/>
                    </a:cubicBezTo>
                    <a:close/>
                    <a:moveTo>
                      <a:pt x="2139372" y="367462"/>
                    </a:moveTo>
                    <a:cubicBezTo>
                      <a:pt x="2138727" y="367462"/>
                      <a:pt x="2138082" y="367462"/>
                      <a:pt x="2137437" y="367140"/>
                    </a:cubicBezTo>
                    <a:cubicBezTo>
                      <a:pt x="2134535" y="366172"/>
                      <a:pt x="2133245" y="362947"/>
                      <a:pt x="2134535" y="360045"/>
                    </a:cubicBezTo>
                    <a:cubicBezTo>
                      <a:pt x="2141629" y="341665"/>
                      <a:pt x="2145176" y="331346"/>
                      <a:pt x="2145176" y="324897"/>
                    </a:cubicBezTo>
                    <a:cubicBezTo>
                      <a:pt x="2145176" y="321350"/>
                      <a:pt x="2144209" y="318770"/>
                      <a:pt x="2140984" y="315223"/>
                    </a:cubicBezTo>
                    <a:cubicBezTo>
                      <a:pt x="2139050" y="312965"/>
                      <a:pt x="2139050" y="309741"/>
                      <a:pt x="2141307" y="307484"/>
                    </a:cubicBezTo>
                    <a:cubicBezTo>
                      <a:pt x="2143564" y="305549"/>
                      <a:pt x="2146789" y="305549"/>
                      <a:pt x="2149046" y="307806"/>
                    </a:cubicBezTo>
                    <a:cubicBezTo>
                      <a:pt x="2153883" y="313288"/>
                      <a:pt x="2156140" y="318125"/>
                      <a:pt x="2156140" y="324574"/>
                    </a:cubicBezTo>
                    <a:cubicBezTo>
                      <a:pt x="2156140" y="332958"/>
                      <a:pt x="2152593" y="343277"/>
                      <a:pt x="2144531" y="363592"/>
                    </a:cubicBezTo>
                    <a:cubicBezTo>
                      <a:pt x="2143564" y="366172"/>
                      <a:pt x="2141629" y="367462"/>
                      <a:pt x="2139372" y="367462"/>
                    </a:cubicBezTo>
                    <a:close/>
                    <a:moveTo>
                      <a:pt x="1109742" y="357466"/>
                    </a:moveTo>
                    <a:cubicBezTo>
                      <a:pt x="1108452" y="357466"/>
                      <a:pt x="1107162" y="357143"/>
                      <a:pt x="1106195" y="356176"/>
                    </a:cubicBezTo>
                    <a:cubicBezTo>
                      <a:pt x="1105550" y="355531"/>
                      <a:pt x="1104905" y="355208"/>
                      <a:pt x="1104260" y="354563"/>
                    </a:cubicBezTo>
                    <a:cubicBezTo>
                      <a:pt x="1102003" y="352951"/>
                      <a:pt x="1099746" y="351016"/>
                      <a:pt x="1097811" y="348759"/>
                    </a:cubicBezTo>
                    <a:cubicBezTo>
                      <a:pt x="1095876" y="346502"/>
                      <a:pt x="1095876" y="343277"/>
                      <a:pt x="1097811" y="341020"/>
                    </a:cubicBezTo>
                    <a:cubicBezTo>
                      <a:pt x="1100068" y="339085"/>
                      <a:pt x="1103293" y="339085"/>
                      <a:pt x="1105550" y="341020"/>
                    </a:cubicBezTo>
                    <a:cubicBezTo>
                      <a:pt x="1107162" y="342632"/>
                      <a:pt x="1108775" y="344245"/>
                      <a:pt x="1110710" y="345534"/>
                    </a:cubicBezTo>
                    <a:cubicBezTo>
                      <a:pt x="1111677" y="346179"/>
                      <a:pt x="1112644" y="346824"/>
                      <a:pt x="1113289" y="347792"/>
                    </a:cubicBezTo>
                    <a:cubicBezTo>
                      <a:pt x="1115547" y="349726"/>
                      <a:pt x="1115869" y="353274"/>
                      <a:pt x="1113934" y="355531"/>
                    </a:cubicBezTo>
                    <a:cubicBezTo>
                      <a:pt x="1112644" y="356821"/>
                      <a:pt x="1111032" y="357466"/>
                      <a:pt x="1109742" y="357466"/>
                    </a:cubicBezTo>
                    <a:close/>
                    <a:moveTo>
                      <a:pt x="1743063" y="326186"/>
                    </a:moveTo>
                    <a:cubicBezTo>
                      <a:pt x="1743063" y="326186"/>
                      <a:pt x="1743063" y="326186"/>
                      <a:pt x="1743063" y="326186"/>
                    </a:cubicBezTo>
                    <a:cubicBezTo>
                      <a:pt x="1739516" y="326186"/>
                      <a:pt x="1735969" y="326186"/>
                      <a:pt x="1732099" y="325864"/>
                    </a:cubicBezTo>
                    <a:cubicBezTo>
                      <a:pt x="1729197" y="325864"/>
                      <a:pt x="1726940" y="323284"/>
                      <a:pt x="1726940" y="320382"/>
                    </a:cubicBezTo>
                    <a:cubicBezTo>
                      <a:pt x="1726940" y="317480"/>
                      <a:pt x="1729519" y="314900"/>
                      <a:pt x="1732421" y="315223"/>
                    </a:cubicBezTo>
                    <a:cubicBezTo>
                      <a:pt x="1736291" y="315223"/>
                      <a:pt x="1739838" y="315545"/>
                      <a:pt x="1743063" y="315545"/>
                    </a:cubicBezTo>
                    <a:cubicBezTo>
                      <a:pt x="1745965" y="315545"/>
                      <a:pt x="1748545" y="317802"/>
                      <a:pt x="1748545" y="321027"/>
                    </a:cubicBezTo>
                    <a:cubicBezTo>
                      <a:pt x="1748545" y="323929"/>
                      <a:pt x="1745965" y="326186"/>
                      <a:pt x="1743063" y="326186"/>
                    </a:cubicBezTo>
                    <a:close/>
                    <a:moveTo>
                      <a:pt x="1706947" y="318770"/>
                    </a:moveTo>
                    <a:cubicBezTo>
                      <a:pt x="1705979" y="318770"/>
                      <a:pt x="1704689" y="318447"/>
                      <a:pt x="1703722" y="317802"/>
                    </a:cubicBezTo>
                    <a:cubicBezTo>
                      <a:pt x="1700498" y="315545"/>
                      <a:pt x="1697595" y="312643"/>
                      <a:pt x="1694371" y="309418"/>
                    </a:cubicBezTo>
                    <a:cubicBezTo>
                      <a:pt x="1689211" y="304259"/>
                      <a:pt x="1682762" y="298132"/>
                      <a:pt x="1672121" y="291038"/>
                    </a:cubicBezTo>
                    <a:cubicBezTo>
                      <a:pt x="1668896" y="289103"/>
                      <a:pt x="1665671" y="286846"/>
                      <a:pt x="1662124" y="284911"/>
                    </a:cubicBezTo>
                    <a:cubicBezTo>
                      <a:pt x="1659867" y="283621"/>
                      <a:pt x="1658900" y="280396"/>
                      <a:pt x="1660189" y="277817"/>
                    </a:cubicBezTo>
                    <a:cubicBezTo>
                      <a:pt x="1661479" y="275237"/>
                      <a:pt x="1665026" y="274270"/>
                      <a:pt x="1667606" y="275882"/>
                    </a:cubicBezTo>
                    <a:cubicBezTo>
                      <a:pt x="1671476" y="277817"/>
                      <a:pt x="1675023" y="280074"/>
                      <a:pt x="1678247" y="282331"/>
                    </a:cubicBezTo>
                    <a:cubicBezTo>
                      <a:pt x="1689534" y="289748"/>
                      <a:pt x="1696305" y="296520"/>
                      <a:pt x="1702110" y="302002"/>
                    </a:cubicBezTo>
                    <a:cubicBezTo>
                      <a:pt x="1705012" y="304904"/>
                      <a:pt x="1707914" y="307484"/>
                      <a:pt x="1710494" y="309418"/>
                    </a:cubicBezTo>
                    <a:cubicBezTo>
                      <a:pt x="1712751" y="311353"/>
                      <a:pt x="1713396" y="314578"/>
                      <a:pt x="1711461" y="316835"/>
                    </a:cubicBezTo>
                    <a:cubicBezTo>
                      <a:pt x="1710171" y="318125"/>
                      <a:pt x="1708559" y="318770"/>
                      <a:pt x="1706947" y="318770"/>
                    </a:cubicBezTo>
                    <a:close/>
                    <a:moveTo>
                      <a:pt x="1784338" y="317157"/>
                    </a:moveTo>
                    <a:cubicBezTo>
                      <a:pt x="1782403" y="317157"/>
                      <a:pt x="1780791" y="316190"/>
                      <a:pt x="1779824" y="314578"/>
                    </a:cubicBezTo>
                    <a:cubicBezTo>
                      <a:pt x="1778212" y="311998"/>
                      <a:pt x="1779179" y="308773"/>
                      <a:pt x="1781759" y="307161"/>
                    </a:cubicBezTo>
                    <a:cubicBezTo>
                      <a:pt x="1784016" y="305871"/>
                      <a:pt x="1786273" y="304581"/>
                      <a:pt x="1788530" y="302969"/>
                    </a:cubicBezTo>
                    <a:cubicBezTo>
                      <a:pt x="1793045" y="299744"/>
                      <a:pt x="1798849" y="295230"/>
                      <a:pt x="1805299" y="290393"/>
                    </a:cubicBezTo>
                    <a:cubicBezTo>
                      <a:pt x="1811425" y="285878"/>
                      <a:pt x="1817875" y="280719"/>
                      <a:pt x="1824646" y="275882"/>
                    </a:cubicBezTo>
                    <a:cubicBezTo>
                      <a:pt x="1826904" y="274270"/>
                      <a:pt x="1830451" y="274592"/>
                      <a:pt x="1832063" y="277172"/>
                    </a:cubicBezTo>
                    <a:cubicBezTo>
                      <a:pt x="1833675" y="279429"/>
                      <a:pt x="1833353" y="282976"/>
                      <a:pt x="1830773" y="284589"/>
                    </a:cubicBezTo>
                    <a:cubicBezTo>
                      <a:pt x="1824001" y="289425"/>
                      <a:pt x="1817552" y="294585"/>
                      <a:pt x="1811425" y="299099"/>
                    </a:cubicBezTo>
                    <a:cubicBezTo>
                      <a:pt x="1804976" y="303936"/>
                      <a:pt x="1799172" y="308451"/>
                      <a:pt x="1794335" y="311998"/>
                    </a:cubicBezTo>
                    <a:cubicBezTo>
                      <a:pt x="1791755" y="313933"/>
                      <a:pt x="1789175" y="315545"/>
                      <a:pt x="1786596" y="316835"/>
                    </a:cubicBezTo>
                    <a:cubicBezTo>
                      <a:pt x="1786273" y="317157"/>
                      <a:pt x="1785306" y="317157"/>
                      <a:pt x="1784338" y="317157"/>
                    </a:cubicBezTo>
                    <a:close/>
                    <a:moveTo>
                      <a:pt x="1077173" y="315223"/>
                    </a:moveTo>
                    <a:cubicBezTo>
                      <a:pt x="1075883" y="315223"/>
                      <a:pt x="1074271" y="314578"/>
                      <a:pt x="1073304" y="313610"/>
                    </a:cubicBezTo>
                    <a:cubicBezTo>
                      <a:pt x="1072659" y="312965"/>
                      <a:pt x="1072336" y="312643"/>
                      <a:pt x="1071691" y="311998"/>
                    </a:cubicBezTo>
                    <a:cubicBezTo>
                      <a:pt x="1065565" y="306839"/>
                      <a:pt x="1056858" y="303614"/>
                      <a:pt x="1047507" y="300389"/>
                    </a:cubicBezTo>
                    <a:cubicBezTo>
                      <a:pt x="1040412" y="297810"/>
                      <a:pt x="1032673" y="295230"/>
                      <a:pt x="1026224" y="291360"/>
                    </a:cubicBezTo>
                    <a:cubicBezTo>
                      <a:pt x="1023644" y="290070"/>
                      <a:pt x="1022677" y="286846"/>
                      <a:pt x="1024289" y="284266"/>
                    </a:cubicBezTo>
                    <a:cubicBezTo>
                      <a:pt x="1025901" y="281686"/>
                      <a:pt x="1029126" y="280719"/>
                      <a:pt x="1031706" y="282331"/>
                    </a:cubicBezTo>
                    <a:cubicBezTo>
                      <a:pt x="1037510" y="285556"/>
                      <a:pt x="1044282" y="288136"/>
                      <a:pt x="1051054" y="290715"/>
                    </a:cubicBezTo>
                    <a:cubicBezTo>
                      <a:pt x="1061050" y="294262"/>
                      <a:pt x="1071046" y="297810"/>
                      <a:pt x="1078463" y="304259"/>
                    </a:cubicBezTo>
                    <a:cubicBezTo>
                      <a:pt x="1079108" y="304904"/>
                      <a:pt x="1080075" y="305549"/>
                      <a:pt x="1080720" y="306516"/>
                    </a:cubicBezTo>
                    <a:cubicBezTo>
                      <a:pt x="1082978" y="308773"/>
                      <a:pt x="1082655" y="311998"/>
                      <a:pt x="1080720" y="314255"/>
                    </a:cubicBezTo>
                    <a:cubicBezTo>
                      <a:pt x="1079753" y="314900"/>
                      <a:pt x="1078463" y="315223"/>
                      <a:pt x="1077173" y="315223"/>
                    </a:cubicBezTo>
                    <a:close/>
                    <a:moveTo>
                      <a:pt x="2111640" y="290393"/>
                    </a:moveTo>
                    <a:cubicBezTo>
                      <a:pt x="2110995" y="290393"/>
                      <a:pt x="2110028" y="290070"/>
                      <a:pt x="2109383" y="289748"/>
                    </a:cubicBezTo>
                    <a:cubicBezTo>
                      <a:pt x="2106481" y="288458"/>
                      <a:pt x="2103578" y="287168"/>
                      <a:pt x="2100031" y="285878"/>
                    </a:cubicBezTo>
                    <a:cubicBezTo>
                      <a:pt x="2097129" y="284911"/>
                      <a:pt x="2095839" y="281686"/>
                      <a:pt x="2096807" y="279107"/>
                    </a:cubicBezTo>
                    <a:cubicBezTo>
                      <a:pt x="2097774" y="276204"/>
                      <a:pt x="2100999" y="274915"/>
                      <a:pt x="2103578" y="275882"/>
                    </a:cubicBezTo>
                    <a:cubicBezTo>
                      <a:pt x="2107448" y="277172"/>
                      <a:pt x="2110995" y="278784"/>
                      <a:pt x="2113897" y="280396"/>
                    </a:cubicBezTo>
                    <a:cubicBezTo>
                      <a:pt x="2116477" y="281686"/>
                      <a:pt x="2117767" y="284911"/>
                      <a:pt x="2116477" y="287491"/>
                    </a:cubicBezTo>
                    <a:cubicBezTo>
                      <a:pt x="2115509" y="289425"/>
                      <a:pt x="2113575" y="290393"/>
                      <a:pt x="2111640" y="290393"/>
                    </a:cubicBezTo>
                    <a:close/>
                    <a:moveTo>
                      <a:pt x="2076169" y="278462"/>
                    </a:moveTo>
                    <a:cubicBezTo>
                      <a:pt x="2075524" y="278462"/>
                      <a:pt x="2074879" y="278462"/>
                      <a:pt x="2074557" y="278139"/>
                    </a:cubicBezTo>
                    <a:cubicBezTo>
                      <a:pt x="2059078" y="272980"/>
                      <a:pt x="2045857" y="264596"/>
                      <a:pt x="2034248" y="257501"/>
                    </a:cubicBezTo>
                    <a:cubicBezTo>
                      <a:pt x="2031669" y="255889"/>
                      <a:pt x="2028767" y="254277"/>
                      <a:pt x="2026187" y="252665"/>
                    </a:cubicBezTo>
                    <a:cubicBezTo>
                      <a:pt x="2023607" y="251052"/>
                      <a:pt x="2022962" y="247828"/>
                      <a:pt x="2024252" y="245248"/>
                    </a:cubicBezTo>
                    <a:cubicBezTo>
                      <a:pt x="2025864" y="242668"/>
                      <a:pt x="2029089" y="242023"/>
                      <a:pt x="2031669" y="243313"/>
                    </a:cubicBezTo>
                    <a:cubicBezTo>
                      <a:pt x="2034248" y="244925"/>
                      <a:pt x="2037151" y="246538"/>
                      <a:pt x="2039730" y="248472"/>
                    </a:cubicBezTo>
                    <a:cubicBezTo>
                      <a:pt x="2051016" y="255244"/>
                      <a:pt x="2063593" y="263306"/>
                      <a:pt x="2077781" y="268143"/>
                    </a:cubicBezTo>
                    <a:cubicBezTo>
                      <a:pt x="2080683" y="269110"/>
                      <a:pt x="2081973" y="272012"/>
                      <a:pt x="2081006" y="274915"/>
                    </a:cubicBezTo>
                    <a:cubicBezTo>
                      <a:pt x="2080361" y="276849"/>
                      <a:pt x="2078104" y="278462"/>
                      <a:pt x="2076169" y="278462"/>
                    </a:cubicBezTo>
                    <a:close/>
                    <a:moveTo>
                      <a:pt x="1010423" y="272980"/>
                    </a:moveTo>
                    <a:cubicBezTo>
                      <a:pt x="1008811" y="272980"/>
                      <a:pt x="1007198" y="272335"/>
                      <a:pt x="1006231" y="270723"/>
                    </a:cubicBezTo>
                    <a:cubicBezTo>
                      <a:pt x="1004296" y="268465"/>
                      <a:pt x="1002684" y="265886"/>
                      <a:pt x="1000749" y="263306"/>
                    </a:cubicBezTo>
                    <a:lnTo>
                      <a:pt x="999782" y="262016"/>
                    </a:lnTo>
                    <a:cubicBezTo>
                      <a:pt x="998169" y="259759"/>
                      <a:pt x="998492" y="256212"/>
                      <a:pt x="1001072" y="254599"/>
                    </a:cubicBezTo>
                    <a:cubicBezTo>
                      <a:pt x="1003329" y="252987"/>
                      <a:pt x="1006876" y="253309"/>
                      <a:pt x="1008488" y="255889"/>
                    </a:cubicBezTo>
                    <a:lnTo>
                      <a:pt x="1009456" y="257179"/>
                    </a:lnTo>
                    <a:cubicBezTo>
                      <a:pt x="1011390" y="259759"/>
                      <a:pt x="1013325" y="262338"/>
                      <a:pt x="1014938" y="264596"/>
                    </a:cubicBezTo>
                    <a:cubicBezTo>
                      <a:pt x="1016872" y="266853"/>
                      <a:pt x="1016227" y="270400"/>
                      <a:pt x="1013970" y="272012"/>
                    </a:cubicBezTo>
                    <a:cubicBezTo>
                      <a:pt x="1012680" y="272657"/>
                      <a:pt x="1011390" y="272980"/>
                      <a:pt x="1010423" y="272980"/>
                    </a:cubicBezTo>
                    <a:close/>
                    <a:moveTo>
                      <a:pt x="1849799" y="270078"/>
                    </a:moveTo>
                    <a:cubicBezTo>
                      <a:pt x="1847864" y="270078"/>
                      <a:pt x="1846251" y="269110"/>
                      <a:pt x="1845284" y="267498"/>
                    </a:cubicBezTo>
                    <a:cubicBezTo>
                      <a:pt x="1843672" y="264918"/>
                      <a:pt x="1844317" y="261694"/>
                      <a:pt x="1846896" y="260081"/>
                    </a:cubicBezTo>
                    <a:cubicBezTo>
                      <a:pt x="1850121" y="258146"/>
                      <a:pt x="1853346" y="256212"/>
                      <a:pt x="1856570" y="254277"/>
                    </a:cubicBezTo>
                    <a:cubicBezTo>
                      <a:pt x="1859150" y="252987"/>
                      <a:pt x="1862375" y="253632"/>
                      <a:pt x="1863987" y="256534"/>
                    </a:cubicBezTo>
                    <a:cubicBezTo>
                      <a:pt x="1865277" y="259114"/>
                      <a:pt x="1864632" y="262338"/>
                      <a:pt x="1861730" y="263951"/>
                    </a:cubicBezTo>
                    <a:cubicBezTo>
                      <a:pt x="1858828" y="265563"/>
                      <a:pt x="1855926" y="267498"/>
                      <a:pt x="1852701" y="269433"/>
                    </a:cubicBezTo>
                    <a:cubicBezTo>
                      <a:pt x="1851733" y="269755"/>
                      <a:pt x="1850766" y="270078"/>
                      <a:pt x="1849799" y="270078"/>
                    </a:cubicBezTo>
                    <a:close/>
                    <a:moveTo>
                      <a:pt x="1625363" y="269110"/>
                    </a:moveTo>
                    <a:cubicBezTo>
                      <a:pt x="1624718" y="269110"/>
                      <a:pt x="1624396" y="269110"/>
                      <a:pt x="1623751" y="268788"/>
                    </a:cubicBezTo>
                    <a:cubicBezTo>
                      <a:pt x="1619881" y="267498"/>
                      <a:pt x="1616657" y="266531"/>
                      <a:pt x="1613754" y="265886"/>
                    </a:cubicBezTo>
                    <a:cubicBezTo>
                      <a:pt x="1610852" y="265241"/>
                      <a:pt x="1609240" y="262016"/>
                      <a:pt x="1609885" y="259436"/>
                    </a:cubicBezTo>
                    <a:cubicBezTo>
                      <a:pt x="1610530" y="256534"/>
                      <a:pt x="1613754" y="254922"/>
                      <a:pt x="1616334" y="255567"/>
                    </a:cubicBezTo>
                    <a:cubicBezTo>
                      <a:pt x="1619559" y="256534"/>
                      <a:pt x="1623106" y="257501"/>
                      <a:pt x="1626976" y="258791"/>
                    </a:cubicBezTo>
                    <a:cubicBezTo>
                      <a:pt x="1629878" y="259759"/>
                      <a:pt x="1631490" y="262661"/>
                      <a:pt x="1630523" y="265563"/>
                    </a:cubicBezTo>
                    <a:cubicBezTo>
                      <a:pt x="1629878" y="267820"/>
                      <a:pt x="1627620" y="269110"/>
                      <a:pt x="1625363" y="269110"/>
                    </a:cubicBezTo>
                    <a:close/>
                    <a:moveTo>
                      <a:pt x="1947828" y="255889"/>
                    </a:moveTo>
                    <a:cubicBezTo>
                      <a:pt x="1942346" y="255889"/>
                      <a:pt x="1936219" y="255889"/>
                      <a:pt x="1930092" y="255567"/>
                    </a:cubicBezTo>
                    <a:cubicBezTo>
                      <a:pt x="1922998" y="255567"/>
                      <a:pt x="1915904" y="255244"/>
                      <a:pt x="1908810" y="255244"/>
                    </a:cubicBezTo>
                    <a:cubicBezTo>
                      <a:pt x="1906230" y="255244"/>
                      <a:pt x="1903328" y="255244"/>
                      <a:pt x="1900748" y="255244"/>
                    </a:cubicBezTo>
                    <a:cubicBezTo>
                      <a:pt x="1897846" y="255244"/>
                      <a:pt x="1895266" y="252987"/>
                      <a:pt x="1895266" y="250085"/>
                    </a:cubicBezTo>
                    <a:cubicBezTo>
                      <a:pt x="1895266" y="247183"/>
                      <a:pt x="1897523" y="244603"/>
                      <a:pt x="1900426" y="244603"/>
                    </a:cubicBezTo>
                    <a:cubicBezTo>
                      <a:pt x="1903328" y="244603"/>
                      <a:pt x="1906230" y="244603"/>
                      <a:pt x="1909132" y="244603"/>
                    </a:cubicBezTo>
                    <a:cubicBezTo>
                      <a:pt x="1916226" y="244603"/>
                      <a:pt x="1923321" y="244603"/>
                      <a:pt x="1930415" y="244925"/>
                    </a:cubicBezTo>
                    <a:cubicBezTo>
                      <a:pt x="1939444" y="245248"/>
                      <a:pt x="1947828" y="245248"/>
                      <a:pt x="1954600" y="245248"/>
                    </a:cubicBezTo>
                    <a:cubicBezTo>
                      <a:pt x="1957502" y="244925"/>
                      <a:pt x="1960082" y="247505"/>
                      <a:pt x="1960082" y="250407"/>
                    </a:cubicBezTo>
                    <a:cubicBezTo>
                      <a:pt x="1960082" y="253309"/>
                      <a:pt x="1957824" y="255889"/>
                      <a:pt x="1954922" y="255889"/>
                    </a:cubicBezTo>
                    <a:cubicBezTo>
                      <a:pt x="1952342" y="255889"/>
                      <a:pt x="1950085" y="255889"/>
                      <a:pt x="1947828" y="255889"/>
                    </a:cubicBezTo>
                    <a:close/>
                    <a:moveTo>
                      <a:pt x="1596986" y="250085"/>
                    </a:moveTo>
                    <a:cubicBezTo>
                      <a:pt x="1594729" y="250085"/>
                      <a:pt x="1592472" y="248472"/>
                      <a:pt x="1591827" y="246215"/>
                    </a:cubicBezTo>
                    <a:cubicBezTo>
                      <a:pt x="1590215" y="240733"/>
                      <a:pt x="1588602" y="234606"/>
                      <a:pt x="1586990" y="228480"/>
                    </a:cubicBezTo>
                    <a:cubicBezTo>
                      <a:pt x="1586022" y="224288"/>
                      <a:pt x="1584733" y="220096"/>
                      <a:pt x="1583765" y="216548"/>
                    </a:cubicBezTo>
                    <a:cubicBezTo>
                      <a:pt x="1582153" y="210744"/>
                      <a:pt x="1578606" y="205585"/>
                      <a:pt x="1572801" y="200103"/>
                    </a:cubicBezTo>
                    <a:cubicBezTo>
                      <a:pt x="1570544" y="198168"/>
                      <a:pt x="1570544" y="194621"/>
                      <a:pt x="1572479" y="192364"/>
                    </a:cubicBezTo>
                    <a:cubicBezTo>
                      <a:pt x="1574414" y="190106"/>
                      <a:pt x="1577961" y="190106"/>
                      <a:pt x="1580218" y="192041"/>
                    </a:cubicBezTo>
                    <a:cubicBezTo>
                      <a:pt x="1587635" y="199135"/>
                      <a:pt x="1592149" y="205907"/>
                      <a:pt x="1594084" y="213646"/>
                    </a:cubicBezTo>
                    <a:cubicBezTo>
                      <a:pt x="1595052" y="217193"/>
                      <a:pt x="1596341" y="221708"/>
                      <a:pt x="1597309" y="225900"/>
                    </a:cubicBezTo>
                    <a:cubicBezTo>
                      <a:pt x="1598921" y="232027"/>
                      <a:pt x="1600533" y="238154"/>
                      <a:pt x="1601823" y="243313"/>
                    </a:cubicBezTo>
                    <a:cubicBezTo>
                      <a:pt x="1602791" y="246215"/>
                      <a:pt x="1601178" y="249117"/>
                      <a:pt x="1598276" y="250085"/>
                    </a:cubicBezTo>
                    <a:cubicBezTo>
                      <a:pt x="1598276" y="250085"/>
                      <a:pt x="1597631" y="250085"/>
                      <a:pt x="1596986" y="250085"/>
                    </a:cubicBezTo>
                    <a:close/>
                    <a:moveTo>
                      <a:pt x="1978462" y="247183"/>
                    </a:moveTo>
                    <a:cubicBezTo>
                      <a:pt x="1976850" y="247183"/>
                      <a:pt x="1975560" y="246538"/>
                      <a:pt x="1974593" y="245248"/>
                    </a:cubicBezTo>
                    <a:cubicBezTo>
                      <a:pt x="1972658" y="242991"/>
                      <a:pt x="1972658" y="239766"/>
                      <a:pt x="1974915" y="237509"/>
                    </a:cubicBezTo>
                    <a:cubicBezTo>
                      <a:pt x="1977172" y="235251"/>
                      <a:pt x="1980719" y="232994"/>
                      <a:pt x="1987169" y="231704"/>
                    </a:cubicBezTo>
                    <a:cubicBezTo>
                      <a:pt x="1990071" y="231059"/>
                      <a:pt x="1992973" y="232994"/>
                      <a:pt x="1993295" y="235896"/>
                    </a:cubicBezTo>
                    <a:cubicBezTo>
                      <a:pt x="1993940" y="238799"/>
                      <a:pt x="1992006" y="241701"/>
                      <a:pt x="1989103" y="242023"/>
                    </a:cubicBezTo>
                    <a:cubicBezTo>
                      <a:pt x="1984911" y="242668"/>
                      <a:pt x="1983299" y="243958"/>
                      <a:pt x="1982009" y="245248"/>
                    </a:cubicBezTo>
                    <a:cubicBezTo>
                      <a:pt x="1981042" y="246538"/>
                      <a:pt x="1979752" y="247183"/>
                      <a:pt x="1978462" y="247183"/>
                    </a:cubicBezTo>
                    <a:close/>
                    <a:moveTo>
                      <a:pt x="976242" y="231382"/>
                    </a:moveTo>
                    <a:cubicBezTo>
                      <a:pt x="974952" y="231382"/>
                      <a:pt x="973662" y="231059"/>
                      <a:pt x="972695" y="230092"/>
                    </a:cubicBezTo>
                    <a:cubicBezTo>
                      <a:pt x="967535" y="225900"/>
                      <a:pt x="964633" y="224933"/>
                      <a:pt x="962698" y="224933"/>
                    </a:cubicBezTo>
                    <a:cubicBezTo>
                      <a:pt x="959474" y="224933"/>
                      <a:pt x="955926" y="224610"/>
                      <a:pt x="952702" y="224610"/>
                    </a:cubicBezTo>
                    <a:cubicBezTo>
                      <a:pt x="942705" y="224288"/>
                      <a:pt x="932387" y="223965"/>
                      <a:pt x="923358" y="222353"/>
                    </a:cubicBezTo>
                    <a:cubicBezTo>
                      <a:pt x="920455" y="221708"/>
                      <a:pt x="918521" y="219128"/>
                      <a:pt x="919166" y="216226"/>
                    </a:cubicBezTo>
                    <a:cubicBezTo>
                      <a:pt x="919810" y="213324"/>
                      <a:pt x="922390" y="211389"/>
                      <a:pt x="925292" y="212034"/>
                    </a:cubicBezTo>
                    <a:cubicBezTo>
                      <a:pt x="933354" y="213324"/>
                      <a:pt x="943350" y="213646"/>
                      <a:pt x="953024" y="213969"/>
                    </a:cubicBezTo>
                    <a:cubicBezTo>
                      <a:pt x="956571" y="213969"/>
                      <a:pt x="960119" y="214291"/>
                      <a:pt x="963343" y="214291"/>
                    </a:cubicBezTo>
                    <a:cubicBezTo>
                      <a:pt x="968503" y="214614"/>
                      <a:pt x="973662" y="217193"/>
                      <a:pt x="979789" y="222030"/>
                    </a:cubicBezTo>
                    <a:cubicBezTo>
                      <a:pt x="982046" y="223965"/>
                      <a:pt x="982369" y="227190"/>
                      <a:pt x="980434" y="229447"/>
                    </a:cubicBezTo>
                    <a:cubicBezTo>
                      <a:pt x="979144" y="230737"/>
                      <a:pt x="977854" y="231382"/>
                      <a:pt x="976242" y="231382"/>
                    </a:cubicBezTo>
                    <a:close/>
                    <a:moveTo>
                      <a:pt x="903042" y="208164"/>
                    </a:moveTo>
                    <a:cubicBezTo>
                      <a:pt x="901108" y="208164"/>
                      <a:pt x="899173" y="207197"/>
                      <a:pt x="898205" y="205262"/>
                    </a:cubicBezTo>
                    <a:cubicBezTo>
                      <a:pt x="896593" y="202038"/>
                      <a:pt x="895303" y="198490"/>
                      <a:pt x="894013" y="194621"/>
                    </a:cubicBezTo>
                    <a:cubicBezTo>
                      <a:pt x="893046" y="191719"/>
                      <a:pt x="894658" y="188816"/>
                      <a:pt x="897560" y="187849"/>
                    </a:cubicBezTo>
                    <a:cubicBezTo>
                      <a:pt x="900463" y="186882"/>
                      <a:pt x="903365" y="188494"/>
                      <a:pt x="904332" y="191396"/>
                    </a:cubicBezTo>
                    <a:cubicBezTo>
                      <a:pt x="905300" y="194943"/>
                      <a:pt x="906589" y="197845"/>
                      <a:pt x="907879" y="200748"/>
                    </a:cubicBezTo>
                    <a:cubicBezTo>
                      <a:pt x="909169" y="203327"/>
                      <a:pt x="908202" y="206552"/>
                      <a:pt x="905300" y="207842"/>
                    </a:cubicBezTo>
                    <a:cubicBezTo>
                      <a:pt x="904655" y="208164"/>
                      <a:pt x="904010" y="208164"/>
                      <a:pt x="903042" y="208164"/>
                    </a:cubicBezTo>
                    <a:close/>
                    <a:moveTo>
                      <a:pt x="1542812" y="175273"/>
                    </a:moveTo>
                    <a:cubicBezTo>
                      <a:pt x="1541522" y="175273"/>
                      <a:pt x="1540233" y="174950"/>
                      <a:pt x="1539265" y="173983"/>
                    </a:cubicBezTo>
                    <a:cubicBezTo>
                      <a:pt x="1536685" y="171726"/>
                      <a:pt x="1534106" y="169146"/>
                      <a:pt x="1531204" y="165921"/>
                    </a:cubicBezTo>
                    <a:cubicBezTo>
                      <a:pt x="1529269" y="163664"/>
                      <a:pt x="1529269" y="160440"/>
                      <a:pt x="1531526" y="158182"/>
                    </a:cubicBezTo>
                    <a:cubicBezTo>
                      <a:pt x="1533783" y="156248"/>
                      <a:pt x="1537008" y="156248"/>
                      <a:pt x="1539265" y="158505"/>
                    </a:cubicBezTo>
                    <a:cubicBezTo>
                      <a:pt x="1541845" y="161407"/>
                      <a:pt x="1544102" y="163664"/>
                      <a:pt x="1546359" y="165599"/>
                    </a:cubicBezTo>
                    <a:cubicBezTo>
                      <a:pt x="1548617" y="167534"/>
                      <a:pt x="1548939" y="171081"/>
                      <a:pt x="1547004" y="173338"/>
                    </a:cubicBezTo>
                    <a:cubicBezTo>
                      <a:pt x="1545714" y="174628"/>
                      <a:pt x="1544102" y="175273"/>
                      <a:pt x="1542812" y="175273"/>
                    </a:cubicBezTo>
                    <a:close/>
                    <a:moveTo>
                      <a:pt x="897560" y="155925"/>
                    </a:moveTo>
                    <a:cubicBezTo>
                      <a:pt x="896915" y="155925"/>
                      <a:pt x="896271" y="155925"/>
                      <a:pt x="895626" y="155603"/>
                    </a:cubicBezTo>
                    <a:cubicBezTo>
                      <a:pt x="892723" y="154635"/>
                      <a:pt x="891434" y="151411"/>
                      <a:pt x="892401" y="148508"/>
                    </a:cubicBezTo>
                    <a:cubicBezTo>
                      <a:pt x="894658" y="143349"/>
                      <a:pt x="897883" y="139479"/>
                      <a:pt x="902075" y="136900"/>
                    </a:cubicBezTo>
                    <a:cubicBezTo>
                      <a:pt x="910781" y="131740"/>
                      <a:pt x="920455" y="126258"/>
                      <a:pt x="929484" y="121099"/>
                    </a:cubicBezTo>
                    <a:lnTo>
                      <a:pt x="938191" y="115939"/>
                    </a:lnTo>
                    <a:cubicBezTo>
                      <a:pt x="940771" y="114327"/>
                      <a:pt x="943995" y="115294"/>
                      <a:pt x="945608" y="117874"/>
                    </a:cubicBezTo>
                    <a:cubicBezTo>
                      <a:pt x="947220" y="120454"/>
                      <a:pt x="946253" y="123679"/>
                      <a:pt x="943673" y="125291"/>
                    </a:cubicBezTo>
                    <a:lnTo>
                      <a:pt x="934966" y="130450"/>
                    </a:lnTo>
                    <a:cubicBezTo>
                      <a:pt x="925937" y="135610"/>
                      <a:pt x="916263" y="141092"/>
                      <a:pt x="907557" y="146251"/>
                    </a:cubicBezTo>
                    <a:cubicBezTo>
                      <a:pt x="905300" y="147541"/>
                      <a:pt x="903687" y="149798"/>
                      <a:pt x="902397" y="152700"/>
                    </a:cubicBezTo>
                    <a:cubicBezTo>
                      <a:pt x="901430" y="154635"/>
                      <a:pt x="899495" y="155925"/>
                      <a:pt x="897560" y="155925"/>
                    </a:cubicBezTo>
                    <a:close/>
                    <a:moveTo>
                      <a:pt x="1517015" y="147863"/>
                    </a:moveTo>
                    <a:cubicBezTo>
                      <a:pt x="1515725" y="147863"/>
                      <a:pt x="1514435" y="147541"/>
                      <a:pt x="1513468" y="146574"/>
                    </a:cubicBezTo>
                    <a:cubicBezTo>
                      <a:pt x="1508309" y="141737"/>
                      <a:pt x="1502182" y="137222"/>
                      <a:pt x="1495087" y="132708"/>
                    </a:cubicBezTo>
                    <a:cubicBezTo>
                      <a:pt x="1483801" y="125613"/>
                      <a:pt x="1475740" y="121099"/>
                      <a:pt x="1469613" y="117874"/>
                    </a:cubicBezTo>
                    <a:cubicBezTo>
                      <a:pt x="1467033" y="116584"/>
                      <a:pt x="1466066" y="113360"/>
                      <a:pt x="1467355" y="110457"/>
                    </a:cubicBezTo>
                    <a:cubicBezTo>
                      <a:pt x="1468645" y="107878"/>
                      <a:pt x="1471870" y="106910"/>
                      <a:pt x="1474772" y="108200"/>
                    </a:cubicBezTo>
                    <a:cubicBezTo>
                      <a:pt x="1480899" y="111425"/>
                      <a:pt x="1489283" y="115939"/>
                      <a:pt x="1500892" y="123356"/>
                    </a:cubicBezTo>
                    <a:cubicBezTo>
                      <a:pt x="1508631" y="128193"/>
                      <a:pt x="1515080" y="133030"/>
                      <a:pt x="1520562" y="138512"/>
                    </a:cubicBezTo>
                    <a:cubicBezTo>
                      <a:pt x="1522819" y="140447"/>
                      <a:pt x="1522819" y="143994"/>
                      <a:pt x="1520885" y="146251"/>
                    </a:cubicBezTo>
                    <a:cubicBezTo>
                      <a:pt x="1519917" y="147218"/>
                      <a:pt x="1518305" y="147863"/>
                      <a:pt x="1517015" y="147863"/>
                    </a:cubicBezTo>
                    <a:close/>
                    <a:moveTo>
                      <a:pt x="963666" y="111747"/>
                    </a:moveTo>
                    <a:cubicBezTo>
                      <a:pt x="962376" y="111747"/>
                      <a:pt x="961086" y="111425"/>
                      <a:pt x="960119" y="110457"/>
                    </a:cubicBezTo>
                    <a:cubicBezTo>
                      <a:pt x="957861" y="108523"/>
                      <a:pt x="957539" y="104976"/>
                      <a:pt x="959474" y="102718"/>
                    </a:cubicBezTo>
                    <a:cubicBezTo>
                      <a:pt x="961086" y="100784"/>
                      <a:pt x="962698" y="98204"/>
                      <a:pt x="964633" y="94657"/>
                    </a:cubicBezTo>
                    <a:cubicBezTo>
                      <a:pt x="965923" y="92077"/>
                      <a:pt x="969148" y="91110"/>
                      <a:pt x="972050" y="92399"/>
                    </a:cubicBezTo>
                    <a:cubicBezTo>
                      <a:pt x="974629" y="93689"/>
                      <a:pt x="975597" y="96914"/>
                      <a:pt x="974307" y="99816"/>
                    </a:cubicBezTo>
                    <a:cubicBezTo>
                      <a:pt x="972050" y="104008"/>
                      <a:pt x="969792" y="107233"/>
                      <a:pt x="967858" y="109813"/>
                    </a:cubicBezTo>
                    <a:cubicBezTo>
                      <a:pt x="966568" y="111102"/>
                      <a:pt x="965278" y="111747"/>
                      <a:pt x="963666" y="111747"/>
                    </a:cubicBezTo>
                    <a:close/>
                    <a:moveTo>
                      <a:pt x="1434464" y="97881"/>
                    </a:moveTo>
                    <a:cubicBezTo>
                      <a:pt x="1433497" y="97881"/>
                      <a:pt x="1432529" y="97559"/>
                      <a:pt x="1431562" y="96914"/>
                    </a:cubicBezTo>
                    <a:lnTo>
                      <a:pt x="1428660" y="94979"/>
                    </a:lnTo>
                    <a:cubicBezTo>
                      <a:pt x="1426725" y="93689"/>
                      <a:pt x="1424468" y="92077"/>
                      <a:pt x="1422533" y="90465"/>
                    </a:cubicBezTo>
                    <a:cubicBezTo>
                      <a:pt x="1420276" y="88530"/>
                      <a:pt x="1419631" y="85305"/>
                      <a:pt x="1421566" y="83048"/>
                    </a:cubicBezTo>
                    <a:cubicBezTo>
                      <a:pt x="1423500" y="80791"/>
                      <a:pt x="1426725" y="80146"/>
                      <a:pt x="1428982" y="82081"/>
                    </a:cubicBezTo>
                    <a:cubicBezTo>
                      <a:pt x="1430917" y="83370"/>
                      <a:pt x="1432529" y="84660"/>
                      <a:pt x="1434464" y="85950"/>
                    </a:cubicBezTo>
                    <a:lnTo>
                      <a:pt x="1437366" y="87885"/>
                    </a:lnTo>
                    <a:cubicBezTo>
                      <a:pt x="1439946" y="89497"/>
                      <a:pt x="1440591" y="92722"/>
                      <a:pt x="1438979" y="95302"/>
                    </a:cubicBezTo>
                    <a:cubicBezTo>
                      <a:pt x="1438011" y="96914"/>
                      <a:pt x="1436399" y="97881"/>
                      <a:pt x="1434464" y="97881"/>
                    </a:cubicBezTo>
                    <a:close/>
                    <a:moveTo>
                      <a:pt x="1406087" y="73374"/>
                    </a:moveTo>
                    <a:cubicBezTo>
                      <a:pt x="1404797" y="73374"/>
                      <a:pt x="1403185" y="72729"/>
                      <a:pt x="1402218" y="71762"/>
                    </a:cubicBezTo>
                    <a:cubicBezTo>
                      <a:pt x="1392866" y="61765"/>
                      <a:pt x="1384160" y="50801"/>
                      <a:pt x="1376420" y="41128"/>
                    </a:cubicBezTo>
                    <a:cubicBezTo>
                      <a:pt x="1373196" y="37258"/>
                      <a:pt x="1370294" y="33388"/>
                      <a:pt x="1367714" y="30164"/>
                    </a:cubicBezTo>
                    <a:cubicBezTo>
                      <a:pt x="1365779" y="27906"/>
                      <a:pt x="1366102" y="24359"/>
                      <a:pt x="1368359" y="22747"/>
                    </a:cubicBezTo>
                    <a:cubicBezTo>
                      <a:pt x="1370616" y="20812"/>
                      <a:pt x="1374163" y="21135"/>
                      <a:pt x="1375776" y="23392"/>
                    </a:cubicBezTo>
                    <a:cubicBezTo>
                      <a:pt x="1378355" y="26617"/>
                      <a:pt x="1381580" y="30486"/>
                      <a:pt x="1384805" y="34356"/>
                    </a:cubicBezTo>
                    <a:cubicBezTo>
                      <a:pt x="1392544" y="43707"/>
                      <a:pt x="1400928" y="54671"/>
                      <a:pt x="1410279" y="64345"/>
                    </a:cubicBezTo>
                    <a:cubicBezTo>
                      <a:pt x="1412214" y="66602"/>
                      <a:pt x="1412214" y="69827"/>
                      <a:pt x="1409957" y="72084"/>
                    </a:cubicBezTo>
                    <a:cubicBezTo>
                      <a:pt x="1408667" y="73052"/>
                      <a:pt x="1407377" y="73374"/>
                      <a:pt x="1406087" y="73374"/>
                    </a:cubicBezTo>
                    <a:close/>
                    <a:moveTo>
                      <a:pt x="989463" y="64667"/>
                    </a:moveTo>
                    <a:cubicBezTo>
                      <a:pt x="988173" y="64667"/>
                      <a:pt x="986883" y="64345"/>
                      <a:pt x="985916" y="63378"/>
                    </a:cubicBezTo>
                    <a:cubicBezTo>
                      <a:pt x="983658" y="61443"/>
                      <a:pt x="983336" y="58218"/>
                      <a:pt x="985271" y="55961"/>
                    </a:cubicBezTo>
                    <a:cubicBezTo>
                      <a:pt x="992043" y="47899"/>
                      <a:pt x="1000749" y="43062"/>
                      <a:pt x="1024934" y="43062"/>
                    </a:cubicBezTo>
                    <a:cubicBezTo>
                      <a:pt x="1029448" y="43062"/>
                      <a:pt x="1034608" y="43385"/>
                      <a:pt x="1040412" y="43707"/>
                    </a:cubicBezTo>
                    <a:cubicBezTo>
                      <a:pt x="1043314" y="44030"/>
                      <a:pt x="1045572" y="46609"/>
                      <a:pt x="1045572" y="49512"/>
                    </a:cubicBezTo>
                    <a:cubicBezTo>
                      <a:pt x="1045249" y="52414"/>
                      <a:pt x="1042992" y="54671"/>
                      <a:pt x="1039767" y="54671"/>
                    </a:cubicBezTo>
                    <a:cubicBezTo>
                      <a:pt x="1033963" y="54349"/>
                      <a:pt x="1029126" y="54026"/>
                      <a:pt x="1024934" y="54026"/>
                    </a:cubicBezTo>
                    <a:cubicBezTo>
                      <a:pt x="1003006" y="54026"/>
                      <a:pt x="997847" y="58218"/>
                      <a:pt x="993655" y="63055"/>
                    </a:cubicBezTo>
                    <a:cubicBezTo>
                      <a:pt x="992365" y="64023"/>
                      <a:pt x="991075" y="64667"/>
                      <a:pt x="989463" y="64667"/>
                    </a:cubicBezTo>
                    <a:close/>
                    <a:moveTo>
                      <a:pt x="1077496" y="57573"/>
                    </a:moveTo>
                    <a:cubicBezTo>
                      <a:pt x="1077496" y="57573"/>
                      <a:pt x="1077173" y="57573"/>
                      <a:pt x="1077173" y="57573"/>
                    </a:cubicBezTo>
                    <a:cubicBezTo>
                      <a:pt x="1073626" y="57251"/>
                      <a:pt x="1070079" y="56928"/>
                      <a:pt x="1066532" y="56606"/>
                    </a:cubicBezTo>
                    <a:cubicBezTo>
                      <a:pt x="1063630" y="56283"/>
                      <a:pt x="1061373" y="53704"/>
                      <a:pt x="1061695" y="50801"/>
                    </a:cubicBezTo>
                    <a:cubicBezTo>
                      <a:pt x="1062017" y="47899"/>
                      <a:pt x="1064597" y="45642"/>
                      <a:pt x="1067499" y="45965"/>
                    </a:cubicBezTo>
                    <a:cubicBezTo>
                      <a:pt x="1071046" y="46287"/>
                      <a:pt x="1074594" y="46609"/>
                      <a:pt x="1078141" y="46932"/>
                    </a:cubicBezTo>
                    <a:cubicBezTo>
                      <a:pt x="1081043" y="47254"/>
                      <a:pt x="1083300" y="49834"/>
                      <a:pt x="1082978" y="52736"/>
                    </a:cubicBezTo>
                    <a:cubicBezTo>
                      <a:pt x="1082655" y="55316"/>
                      <a:pt x="1080398" y="57573"/>
                      <a:pt x="1077496" y="57573"/>
                    </a:cubicBezTo>
                    <a:close/>
                    <a:moveTo>
                      <a:pt x="1120061" y="53704"/>
                    </a:moveTo>
                    <a:cubicBezTo>
                      <a:pt x="1117804" y="53704"/>
                      <a:pt x="1115869" y="52414"/>
                      <a:pt x="1114902" y="50157"/>
                    </a:cubicBezTo>
                    <a:cubicBezTo>
                      <a:pt x="1113934" y="47254"/>
                      <a:pt x="1115224" y="44352"/>
                      <a:pt x="1118126" y="43385"/>
                    </a:cubicBezTo>
                    <a:cubicBezTo>
                      <a:pt x="1124898" y="40805"/>
                      <a:pt x="1130702" y="37580"/>
                      <a:pt x="1137797" y="33388"/>
                    </a:cubicBezTo>
                    <a:cubicBezTo>
                      <a:pt x="1141666" y="31131"/>
                      <a:pt x="1145536" y="28874"/>
                      <a:pt x="1150373" y="26617"/>
                    </a:cubicBezTo>
                    <a:lnTo>
                      <a:pt x="1152630" y="25327"/>
                    </a:lnTo>
                    <a:cubicBezTo>
                      <a:pt x="1156822" y="23070"/>
                      <a:pt x="1161014" y="20812"/>
                      <a:pt x="1165206" y="18877"/>
                    </a:cubicBezTo>
                    <a:cubicBezTo>
                      <a:pt x="1167786" y="17588"/>
                      <a:pt x="1171010" y="18555"/>
                      <a:pt x="1172300" y="21457"/>
                    </a:cubicBezTo>
                    <a:cubicBezTo>
                      <a:pt x="1173590" y="24037"/>
                      <a:pt x="1172623" y="27262"/>
                      <a:pt x="1169721" y="28551"/>
                    </a:cubicBezTo>
                    <a:cubicBezTo>
                      <a:pt x="1165529" y="30486"/>
                      <a:pt x="1161337" y="32743"/>
                      <a:pt x="1157144" y="35001"/>
                    </a:cubicBezTo>
                    <a:lnTo>
                      <a:pt x="1154887" y="36291"/>
                    </a:lnTo>
                    <a:cubicBezTo>
                      <a:pt x="1150373" y="38548"/>
                      <a:pt x="1146181" y="40805"/>
                      <a:pt x="1142634" y="43062"/>
                    </a:cubicBezTo>
                    <a:cubicBezTo>
                      <a:pt x="1135217" y="47254"/>
                      <a:pt x="1128768" y="50801"/>
                      <a:pt x="1121351" y="53704"/>
                    </a:cubicBezTo>
                    <a:cubicBezTo>
                      <a:pt x="1121351" y="53704"/>
                      <a:pt x="1120706" y="53704"/>
                      <a:pt x="1120061" y="53704"/>
                    </a:cubicBezTo>
                    <a:close/>
                    <a:moveTo>
                      <a:pt x="1323859" y="22425"/>
                    </a:moveTo>
                    <a:cubicBezTo>
                      <a:pt x="1321279" y="22425"/>
                      <a:pt x="1319022" y="20490"/>
                      <a:pt x="1318699" y="17910"/>
                    </a:cubicBezTo>
                    <a:cubicBezTo>
                      <a:pt x="1318054" y="15008"/>
                      <a:pt x="1319989" y="12106"/>
                      <a:pt x="1323214" y="11783"/>
                    </a:cubicBezTo>
                    <a:cubicBezTo>
                      <a:pt x="1326761" y="11138"/>
                      <a:pt x="1330308" y="10493"/>
                      <a:pt x="1333533" y="9526"/>
                    </a:cubicBezTo>
                    <a:cubicBezTo>
                      <a:pt x="1336435" y="8881"/>
                      <a:pt x="1339337" y="10493"/>
                      <a:pt x="1339982" y="13396"/>
                    </a:cubicBezTo>
                    <a:cubicBezTo>
                      <a:pt x="1340627" y="16298"/>
                      <a:pt x="1339015" y="19200"/>
                      <a:pt x="1336112" y="19845"/>
                    </a:cubicBezTo>
                    <a:cubicBezTo>
                      <a:pt x="1332565" y="20490"/>
                      <a:pt x="1329018" y="21457"/>
                      <a:pt x="1325149" y="22102"/>
                    </a:cubicBezTo>
                    <a:cubicBezTo>
                      <a:pt x="1324504" y="22425"/>
                      <a:pt x="1324181" y="22425"/>
                      <a:pt x="1323859" y="22425"/>
                    </a:cubicBezTo>
                    <a:close/>
                    <a:moveTo>
                      <a:pt x="1297094" y="22425"/>
                    </a:moveTo>
                    <a:cubicBezTo>
                      <a:pt x="1296772" y="22425"/>
                      <a:pt x="1296449" y="22425"/>
                      <a:pt x="1296127" y="22425"/>
                    </a:cubicBezTo>
                    <a:cubicBezTo>
                      <a:pt x="1286775" y="20490"/>
                      <a:pt x="1281293" y="17588"/>
                      <a:pt x="1276779" y="15330"/>
                    </a:cubicBezTo>
                    <a:cubicBezTo>
                      <a:pt x="1271297" y="12428"/>
                      <a:pt x="1267105" y="10493"/>
                      <a:pt x="1258398" y="11138"/>
                    </a:cubicBezTo>
                    <a:cubicBezTo>
                      <a:pt x="1254206" y="11461"/>
                      <a:pt x="1250659" y="11783"/>
                      <a:pt x="1246790" y="12428"/>
                    </a:cubicBezTo>
                    <a:cubicBezTo>
                      <a:pt x="1243888" y="12751"/>
                      <a:pt x="1240985" y="10816"/>
                      <a:pt x="1240663" y="7914"/>
                    </a:cubicBezTo>
                    <a:cubicBezTo>
                      <a:pt x="1240340" y="5011"/>
                      <a:pt x="1242275" y="2109"/>
                      <a:pt x="1245177" y="1787"/>
                    </a:cubicBezTo>
                    <a:cubicBezTo>
                      <a:pt x="1249369" y="1142"/>
                      <a:pt x="1253239" y="819"/>
                      <a:pt x="1257431" y="175"/>
                    </a:cubicBezTo>
                    <a:cubicBezTo>
                      <a:pt x="1269685" y="-793"/>
                      <a:pt x="1275811" y="2432"/>
                      <a:pt x="1281616" y="5656"/>
                    </a:cubicBezTo>
                    <a:cubicBezTo>
                      <a:pt x="1285808" y="7914"/>
                      <a:pt x="1290322" y="10171"/>
                      <a:pt x="1298062" y="11783"/>
                    </a:cubicBezTo>
                    <a:cubicBezTo>
                      <a:pt x="1300964" y="12428"/>
                      <a:pt x="1302899" y="15330"/>
                      <a:pt x="1302254" y="18233"/>
                    </a:cubicBezTo>
                    <a:cubicBezTo>
                      <a:pt x="1301931" y="20490"/>
                      <a:pt x="1299674" y="22425"/>
                      <a:pt x="1297094" y="22425"/>
                    </a:cubicBezTo>
                    <a:close/>
                    <a:moveTo>
                      <a:pt x="1192616" y="18877"/>
                    </a:moveTo>
                    <a:cubicBezTo>
                      <a:pt x="1190358" y="18877"/>
                      <a:pt x="1188101" y="17265"/>
                      <a:pt x="1187456" y="15008"/>
                    </a:cubicBezTo>
                    <a:cubicBezTo>
                      <a:pt x="1186489" y="12106"/>
                      <a:pt x="1188424" y="9204"/>
                      <a:pt x="1191003" y="8236"/>
                    </a:cubicBezTo>
                    <a:cubicBezTo>
                      <a:pt x="1194873" y="7269"/>
                      <a:pt x="1198742" y="6301"/>
                      <a:pt x="1202290" y="5656"/>
                    </a:cubicBezTo>
                    <a:cubicBezTo>
                      <a:pt x="1205192" y="5334"/>
                      <a:pt x="1208094" y="7269"/>
                      <a:pt x="1208416" y="10171"/>
                    </a:cubicBezTo>
                    <a:cubicBezTo>
                      <a:pt x="1208739" y="13073"/>
                      <a:pt x="1206804" y="15975"/>
                      <a:pt x="1203902" y="16298"/>
                    </a:cubicBezTo>
                    <a:cubicBezTo>
                      <a:pt x="1200677" y="16620"/>
                      <a:pt x="1197453" y="17588"/>
                      <a:pt x="1194228" y="18555"/>
                    </a:cubicBezTo>
                    <a:cubicBezTo>
                      <a:pt x="1193583" y="18877"/>
                      <a:pt x="1192938" y="18877"/>
                      <a:pt x="1192616" y="1887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0CE00009-C314-35B0-7438-F4E078EA2A99}"/>
                  </a:ext>
                </a:extLst>
              </p:cNvPr>
              <p:cNvSpPr/>
              <p:nvPr/>
            </p:nvSpPr>
            <p:spPr>
              <a:xfrm>
                <a:off x="3804303" y="3176787"/>
                <a:ext cx="3740590" cy="3192402"/>
              </a:xfrm>
              <a:custGeom>
                <a:avLst/>
                <a:gdLst>
                  <a:gd name="connsiteX0" fmla="*/ 1627989 w 3740590"/>
                  <a:gd name="connsiteY0" fmla="*/ 3194517 h 3192402"/>
                  <a:gd name="connsiteX1" fmla="*/ 1608641 w 3740590"/>
                  <a:gd name="connsiteY1" fmla="*/ 3190648 h 3192402"/>
                  <a:gd name="connsiteX2" fmla="*/ 1595420 w 3740590"/>
                  <a:gd name="connsiteY2" fmla="*/ 3187745 h 3192402"/>
                  <a:gd name="connsiteX3" fmla="*/ 1579941 w 3740590"/>
                  <a:gd name="connsiteY3" fmla="*/ 3182909 h 3192402"/>
                  <a:gd name="connsiteX4" fmla="*/ 1575427 w 3740590"/>
                  <a:gd name="connsiteY4" fmla="*/ 3180652 h 3192402"/>
                  <a:gd name="connsiteX5" fmla="*/ 1562851 w 3740590"/>
                  <a:gd name="connsiteY5" fmla="*/ 3170010 h 3192402"/>
                  <a:gd name="connsiteX6" fmla="*/ 1531249 w 3740590"/>
                  <a:gd name="connsiteY6" fmla="*/ 3143568 h 3192402"/>
                  <a:gd name="connsiteX7" fmla="*/ 1502550 w 3740590"/>
                  <a:gd name="connsiteY7" fmla="*/ 3119061 h 3192402"/>
                  <a:gd name="connsiteX8" fmla="*/ 1487716 w 3740590"/>
                  <a:gd name="connsiteY8" fmla="*/ 3104227 h 3192402"/>
                  <a:gd name="connsiteX9" fmla="*/ 1440637 w 3740590"/>
                  <a:gd name="connsiteY9" fmla="*/ 3036832 h 3192402"/>
                  <a:gd name="connsiteX10" fmla="*/ 1432897 w 3740590"/>
                  <a:gd name="connsiteY10" fmla="*/ 3026191 h 3192402"/>
                  <a:gd name="connsiteX11" fmla="*/ 1421934 w 3740590"/>
                  <a:gd name="connsiteY11" fmla="*/ 3011358 h 3192402"/>
                  <a:gd name="connsiteX12" fmla="*/ 1417419 w 3740590"/>
                  <a:gd name="connsiteY12" fmla="*/ 2998136 h 3192402"/>
                  <a:gd name="connsiteX13" fmla="*/ 1398071 w 3740590"/>
                  <a:gd name="connsiteY13" fmla="*/ 2949444 h 3192402"/>
                  <a:gd name="connsiteX14" fmla="*/ 1373886 w 3740590"/>
                  <a:gd name="connsiteY14" fmla="*/ 2872053 h 3192402"/>
                  <a:gd name="connsiteX15" fmla="*/ 1370662 w 3740590"/>
                  <a:gd name="connsiteY15" fmla="*/ 2831099 h 3192402"/>
                  <a:gd name="connsiteX16" fmla="*/ 1367115 w 3740590"/>
                  <a:gd name="connsiteY16" fmla="*/ 2791436 h 3192402"/>
                  <a:gd name="connsiteX17" fmla="*/ 1340995 w 3740590"/>
                  <a:gd name="connsiteY17" fmla="*/ 2721462 h 3192402"/>
                  <a:gd name="connsiteX18" fmla="*/ 1335191 w 3740590"/>
                  <a:gd name="connsiteY18" fmla="*/ 2707918 h 3192402"/>
                  <a:gd name="connsiteX19" fmla="*/ 1306814 w 3740590"/>
                  <a:gd name="connsiteY19" fmla="*/ 2632784 h 3192402"/>
                  <a:gd name="connsiteX20" fmla="*/ 1303589 w 3740590"/>
                  <a:gd name="connsiteY20" fmla="*/ 2616015 h 3192402"/>
                  <a:gd name="connsiteX21" fmla="*/ 1297462 w 3740590"/>
                  <a:gd name="connsiteY21" fmla="*/ 2589251 h 3192402"/>
                  <a:gd name="connsiteX22" fmla="*/ 1274890 w 3740590"/>
                  <a:gd name="connsiteY22" fmla="*/ 2527015 h 3192402"/>
                  <a:gd name="connsiteX23" fmla="*/ 1270698 w 3740590"/>
                  <a:gd name="connsiteY23" fmla="*/ 2517019 h 3192402"/>
                  <a:gd name="connsiteX24" fmla="*/ 1261669 w 3740590"/>
                  <a:gd name="connsiteY24" fmla="*/ 2501540 h 3192402"/>
                  <a:gd name="connsiteX25" fmla="*/ 1242321 w 3740590"/>
                  <a:gd name="connsiteY25" fmla="*/ 2468649 h 3192402"/>
                  <a:gd name="connsiteX26" fmla="*/ 1234582 w 3740590"/>
                  <a:gd name="connsiteY26" fmla="*/ 2453816 h 3192402"/>
                  <a:gd name="connsiteX27" fmla="*/ 1232647 w 3740590"/>
                  <a:gd name="connsiteY27" fmla="*/ 2451881 h 3192402"/>
                  <a:gd name="connsiteX28" fmla="*/ 1206850 w 3740590"/>
                  <a:gd name="connsiteY28" fmla="*/ 2419312 h 3192402"/>
                  <a:gd name="connsiteX29" fmla="*/ 1155900 w 3740590"/>
                  <a:gd name="connsiteY29" fmla="*/ 2337728 h 3192402"/>
                  <a:gd name="connsiteX30" fmla="*/ 1145904 w 3740590"/>
                  <a:gd name="connsiteY30" fmla="*/ 2319026 h 3192402"/>
                  <a:gd name="connsiteX31" fmla="*/ 1130748 w 3740590"/>
                  <a:gd name="connsiteY31" fmla="*/ 2286134 h 3192402"/>
                  <a:gd name="connsiteX32" fmla="*/ 1120107 w 3740590"/>
                  <a:gd name="connsiteY32" fmla="*/ 2247438 h 3192402"/>
                  <a:gd name="connsiteX33" fmla="*/ 1114625 w 3740590"/>
                  <a:gd name="connsiteY33" fmla="*/ 2229058 h 3192402"/>
                  <a:gd name="connsiteX34" fmla="*/ 1108820 w 3740590"/>
                  <a:gd name="connsiteY34" fmla="*/ 2210355 h 3192402"/>
                  <a:gd name="connsiteX35" fmla="*/ 1097857 w 3740590"/>
                  <a:gd name="connsiteY35" fmla="*/ 2168434 h 3192402"/>
                  <a:gd name="connsiteX36" fmla="*/ 1092697 w 3740590"/>
                  <a:gd name="connsiteY36" fmla="*/ 2146184 h 3192402"/>
                  <a:gd name="connsiteX37" fmla="*/ 1087215 w 3740590"/>
                  <a:gd name="connsiteY37" fmla="*/ 2120709 h 3192402"/>
                  <a:gd name="connsiteX38" fmla="*/ 1088183 w 3740590"/>
                  <a:gd name="connsiteY38" fmla="*/ 2106521 h 3192402"/>
                  <a:gd name="connsiteX39" fmla="*/ 1088505 w 3740590"/>
                  <a:gd name="connsiteY39" fmla="*/ 2086850 h 3192402"/>
                  <a:gd name="connsiteX40" fmla="*/ 1087860 w 3740590"/>
                  <a:gd name="connsiteY40" fmla="*/ 2076532 h 3192402"/>
                  <a:gd name="connsiteX41" fmla="*/ 1082701 w 3740590"/>
                  <a:gd name="connsiteY41" fmla="*/ 2054604 h 3192402"/>
                  <a:gd name="connsiteX42" fmla="*/ 1074317 w 3740590"/>
                  <a:gd name="connsiteY42" fmla="*/ 2020100 h 3192402"/>
                  <a:gd name="connsiteX43" fmla="*/ 1069157 w 3740590"/>
                  <a:gd name="connsiteY43" fmla="*/ 2010104 h 3192402"/>
                  <a:gd name="connsiteX44" fmla="*/ 1060451 w 3740590"/>
                  <a:gd name="connsiteY44" fmla="*/ 1993658 h 3192402"/>
                  <a:gd name="connsiteX45" fmla="*/ 1054001 w 3740590"/>
                  <a:gd name="connsiteY45" fmla="*/ 1977858 h 3192402"/>
                  <a:gd name="connsiteX46" fmla="*/ 1046907 w 3740590"/>
                  <a:gd name="connsiteY46" fmla="*/ 1959800 h 3192402"/>
                  <a:gd name="connsiteX47" fmla="*/ 1046262 w 3740590"/>
                  <a:gd name="connsiteY47" fmla="*/ 1957542 h 3192402"/>
                  <a:gd name="connsiteX48" fmla="*/ 1044005 w 3740590"/>
                  <a:gd name="connsiteY48" fmla="*/ 1940452 h 3192402"/>
                  <a:gd name="connsiteX49" fmla="*/ 1039491 w 3740590"/>
                  <a:gd name="connsiteY49" fmla="*/ 1920136 h 3192402"/>
                  <a:gd name="connsiteX50" fmla="*/ 1041425 w 3740590"/>
                  <a:gd name="connsiteY50" fmla="*/ 1900143 h 3192402"/>
                  <a:gd name="connsiteX51" fmla="*/ 1042070 w 3740590"/>
                  <a:gd name="connsiteY51" fmla="*/ 1898209 h 3192402"/>
                  <a:gd name="connsiteX52" fmla="*/ 1037233 w 3740590"/>
                  <a:gd name="connsiteY52" fmla="*/ 1889502 h 3192402"/>
                  <a:gd name="connsiteX53" fmla="*/ 1032074 w 3740590"/>
                  <a:gd name="connsiteY53" fmla="*/ 1886277 h 3192402"/>
                  <a:gd name="connsiteX54" fmla="*/ 1022077 w 3740590"/>
                  <a:gd name="connsiteY54" fmla="*/ 1877248 h 3192402"/>
                  <a:gd name="connsiteX55" fmla="*/ 1019175 w 3740590"/>
                  <a:gd name="connsiteY55" fmla="*/ 1863383 h 3192402"/>
                  <a:gd name="connsiteX56" fmla="*/ 1017885 w 3740590"/>
                  <a:gd name="connsiteY56" fmla="*/ 1855321 h 3192402"/>
                  <a:gd name="connsiteX57" fmla="*/ 1003052 w 3740590"/>
                  <a:gd name="connsiteY57" fmla="*/ 1841132 h 3192402"/>
                  <a:gd name="connsiteX58" fmla="*/ 998860 w 3740590"/>
                  <a:gd name="connsiteY58" fmla="*/ 1837908 h 3192402"/>
                  <a:gd name="connsiteX59" fmla="*/ 995958 w 3740590"/>
                  <a:gd name="connsiteY59" fmla="*/ 1832103 h 3192402"/>
                  <a:gd name="connsiteX60" fmla="*/ 1000150 w 3740590"/>
                  <a:gd name="connsiteY60" fmla="*/ 1825654 h 3192402"/>
                  <a:gd name="connsiteX61" fmla="*/ 1002407 w 3740590"/>
                  <a:gd name="connsiteY61" fmla="*/ 1823397 h 3192402"/>
                  <a:gd name="connsiteX62" fmla="*/ 993700 w 3740590"/>
                  <a:gd name="connsiteY62" fmla="*/ 1810498 h 3192402"/>
                  <a:gd name="connsiteX63" fmla="*/ 988864 w 3740590"/>
                  <a:gd name="connsiteY63" fmla="*/ 1807919 h 3192402"/>
                  <a:gd name="connsiteX64" fmla="*/ 966613 w 3740590"/>
                  <a:gd name="connsiteY64" fmla="*/ 1792118 h 3192402"/>
                  <a:gd name="connsiteX65" fmla="*/ 959197 w 3740590"/>
                  <a:gd name="connsiteY65" fmla="*/ 1783734 h 3192402"/>
                  <a:gd name="connsiteX66" fmla="*/ 949845 w 3740590"/>
                  <a:gd name="connsiteY66" fmla="*/ 1769868 h 3192402"/>
                  <a:gd name="connsiteX67" fmla="*/ 949845 w 3740590"/>
                  <a:gd name="connsiteY67" fmla="*/ 1767933 h 3192402"/>
                  <a:gd name="connsiteX68" fmla="*/ 945331 w 3740590"/>
                  <a:gd name="connsiteY68" fmla="*/ 1725045 h 3192402"/>
                  <a:gd name="connsiteX69" fmla="*/ 941784 w 3740590"/>
                  <a:gd name="connsiteY69" fmla="*/ 1715694 h 3192402"/>
                  <a:gd name="connsiteX70" fmla="*/ 932432 w 3740590"/>
                  <a:gd name="connsiteY70" fmla="*/ 1696345 h 3192402"/>
                  <a:gd name="connsiteX71" fmla="*/ 917599 w 3740590"/>
                  <a:gd name="connsiteY71" fmla="*/ 1660230 h 3192402"/>
                  <a:gd name="connsiteX72" fmla="*/ 917921 w 3740590"/>
                  <a:gd name="connsiteY72" fmla="*/ 1652813 h 3192402"/>
                  <a:gd name="connsiteX73" fmla="*/ 917276 w 3740590"/>
                  <a:gd name="connsiteY73" fmla="*/ 1642494 h 3192402"/>
                  <a:gd name="connsiteX74" fmla="*/ 915986 w 3740590"/>
                  <a:gd name="connsiteY74" fmla="*/ 1639270 h 3192402"/>
                  <a:gd name="connsiteX75" fmla="*/ 905990 w 3740590"/>
                  <a:gd name="connsiteY75" fmla="*/ 1624114 h 3192402"/>
                  <a:gd name="connsiteX76" fmla="*/ 901153 w 3740590"/>
                  <a:gd name="connsiteY76" fmla="*/ 1619276 h 3192402"/>
                  <a:gd name="connsiteX77" fmla="*/ 885030 w 3740590"/>
                  <a:gd name="connsiteY77" fmla="*/ 1597672 h 3192402"/>
                  <a:gd name="connsiteX78" fmla="*/ 874066 w 3740590"/>
                  <a:gd name="connsiteY78" fmla="*/ 1561233 h 3192402"/>
                  <a:gd name="connsiteX79" fmla="*/ 871486 w 3740590"/>
                  <a:gd name="connsiteY79" fmla="*/ 1551237 h 3192402"/>
                  <a:gd name="connsiteX80" fmla="*/ 867294 w 3740590"/>
                  <a:gd name="connsiteY80" fmla="*/ 1542208 h 3192402"/>
                  <a:gd name="connsiteX81" fmla="*/ 861167 w 3740590"/>
                  <a:gd name="connsiteY81" fmla="*/ 1508994 h 3192402"/>
                  <a:gd name="connsiteX82" fmla="*/ 858588 w 3740590"/>
                  <a:gd name="connsiteY82" fmla="*/ 1452240 h 3192402"/>
                  <a:gd name="connsiteX83" fmla="*/ 856975 w 3740590"/>
                  <a:gd name="connsiteY83" fmla="*/ 1437729 h 3192402"/>
                  <a:gd name="connsiteX84" fmla="*/ 853428 w 3740590"/>
                  <a:gd name="connsiteY84" fmla="*/ 1409029 h 3192402"/>
                  <a:gd name="connsiteX85" fmla="*/ 849881 w 3740590"/>
                  <a:gd name="connsiteY85" fmla="*/ 1374848 h 3192402"/>
                  <a:gd name="connsiteX86" fmla="*/ 853106 w 3740590"/>
                  <a:gd name="connsiteY86" fmla="*/ 1360337 h 3192402"/>
                  <a:gd name="connsiteX87" fmla="*/ 854396 w 3740590"/>
                  <a:gd name="connsiteY87" fmla="*/ 1354855 h 3192402"/>
                  <a:gd name="connsiteX88" fmla="*/ 849236 w 3740590"/>
                  <a:gd name="connsiteY88" fmla="*/ 1334863 h 3192402"/>
                  <a:gd name="connsiteX89" fmla="*/ 843754 w 3740590"/>
                  <a:gd name="connsiteY89" fmla="*/ 1310033 h 3192402"/>
                  <a:gd name="connsiteX90" fmla="*/ 840852 w 3740590"/>
                  <a:gd name="connsiteY90" fmla="*/ 1281656 h 3192402"/>
                  <a:gd name="connsiteX91" fmla="*/ 838595 w 3740590"/>
                  <a:gd name="connsiteY91" fmla="*/ 1263598 h 3192402"/>
                  <a:gd name="connsiteX92" fmla="*/ 834403 w 3740590"/>
                  <a:gd name="connsiteY92" fmla="*/ 1251344 h 3192402"/>
                  <a:gd name="connsiteX93" fmla="*/ 826664 w 3740590"/>
                  <a:gd name="connsiteY93" fmla="*/ 1224580 h 3192402"/>
                  <a:gd name="connsiteX94" fmla="*/ 818280 w 3740590"/>
                  <a:gd name="connsiteY94" fmla="*/ 1201040 h 3192402"/>
                  <a:gd name="connsiteX95" fmla="*/ 812475 w 3740590"/>
                  <a:gd name="connsiteY95" fmla="*/ 1190076 h 3192402"/>
                  <a:gd name="connsiteX96" fmla="*/ 805059 w 3740590"/>
                  <a:gd name="connsiteY96" fmla="*/ 1148800 h 3192402"/>
                  <a:gd name="connsiteX97" fmla="*/ 802479 w 3740590"/>
                  <a:gd name="connsiteY97" fmla="*/ 1136869 h 3192402"/>
                  <a:gd name="connsiteX98" fmla="*/ 799899 w 3740590"/>
                  <a:gd name="connsiteY98" fmla="*/ 1114297 h 3192402"/>
                  <a:gd name="connsiteX99" fmla="*/ 798932 w 3740590"/>
                  <a:gd name="connsiteY99" fmla="*/ 1097851 h 3192402"/>
                  <a:gd name="connsiteX100" fmla="*/ 796997 w 3740590"/>
                  <a:gd name="connsiteY100" fmla="*/ 1080438 h 3192402"/>
                  <a:gd name="connsiteX101" fmla="*/ 793127 w 3740590"/>
                  <a:gd name="connsiteY101" fmla="*/ 1047224 h 3192402"/>
                  <a:gd name="connsiteX102" fmla="*/ 793450 w 3740590"/>
                  <a:gd name="connsiteY102" fmla="*/ 1022717 h 3192402"/>
                  <a:gd name="connsiteX103" fmla="*/ 791838 w 3740590"/>
                  <a:gd name="connsiteY103" fmla="*/ 1000789 h 3192402"/>
                  <a:gd name="connsiteX104" fmla="*/ 786356 w 3740590"/>
                  <a:gd name="connsiteY104" fmla="*/ 966608 h 3192402"/>
                  <a:gd name="connsiteX105" fmla="*/ 785066 w 3740590"/>
                  <a:gd name="connsiteY105" fmla="*/ 918883 h 3192402"/>
                  <a:gd name="connsiteX106" fmla="*/ 781841 w 3740590"/>
                  <a:gd name="connsiteY106" fmla="*/ 881799 h 3192402"/>
                  <a:gd name="connsiteX107" fmla="*/ 775714 w 3740590"/>
                  <a:gd name="connsiteY107" fmla="*/ 864709 h 3192402"/>
                  <a:gd name="connsiteX108" fmla="*/ 768298 w 3740590"/>
                  <a:gd name="connsiteY108" fmla="*/ 837622 h 3192402"/>
                  <a:gd name="connsiteX109" fmla="*/ 784098 w 3740590"/>
                  <a:gd name="connsiteY109" fmla="*/ 796991 h 3192402"/>
                  <a:gd name="connsiteX110" fmla="*/ 788935 w 3740590"/>
                  <a:gd name="connsiteY110" fmla="*/ 781513 h 3192402"/>
                  <a:gd name="connsiteX111" fmla="*/ 793450 w 3740590"/>
                  <a:gd name="connsiteY111" fmla="*/ 768937 h 3192402"/>
                  <a:gd name="connsiteX112" fmla="*/ 793772 w 3740590"/>
                  <a:gd name="connsiteY112" fmla="*/ 752169 h 3192402"/>
                  <a:gd name="connsiteX113" fmla="*/ 795385 w 3740590"/>
                  <a:gd name="connsiteY113" fmla="*/ 728629 h 3192402"/>
                  <a:gd name="connsiteX114" fmla="*/ 801834 w 3740590"/>
                  <a:gd name="connsiteY114" fmla="*/ 717020 h 3192402"/>
                  <a:gd name="connsiteX115" fmla="*/ 811830 w 3740590"/>
                  <a:gd name="connsiteY115" fmla="*/ 694447 h 3192402"/>
                  <a:gd name="connsiteX116" fmla="*/ 811185 w 3740590"/>
                  <a:gd name="connsiteY116" fmla="*/ 683806 h 3192402"/>
                  <a:gd name="connsiteX117" fmla="*/ 814088 w 3740590"/>
                  <a:gd name="connsiteY117" fmla="*/ 658976 h 3192402"/>
                  <a:gd name="connsiteX118" fmla="*/ 815378 w 3740590"/>
                  <a:gd name="connsiteY118" fmla="*/ 637049 h 3192402"/>
                  <a:gd name="connsiteX119" fmla="*/ 806026 w 3740590"/>
                  <a:gd name="connsiteY119" fmla="*/ 610929 h 3192402"/>
                  <a:gd name="connsiteX120" fmla="*/ 806349 w 3740590"/>
                  <a:gd name="connsiteY120" fmla="*/ 610284 h 3192402"/>
                  <a:gd name="connsiteX121" fmla="*/ 799577 w 3740590"/>
                  <a:gd name="connsiteY121" fmla="*/ 585454 h 3192402"/>
                  <a:gd name="connsiteX122" fmla="*/ 786678 w 3740590"/>
                  <a:gd name="connsiteY122" fmla="*/ 580295 h 3192402"/>
                  <a:gd name="connsiteX123" fmla="*/ 769910 w 3740590"/>
                  <a:gd name="connsiteY123" fmla="*/ 569653 h 3192402"/>
                  <a:gd name="connsiteX124" fmla="*/ 770877 w 3740590"/>
                  <a:gd name="connsiteY124" fmla="*/ 557722 h 3192402"/>
                  <a:gd name="connsiteX125" fmla="*/ 775392 w 3740590"/>
                  <a:gd name="connsiteY125" fmla="*/ 542889 h 3192402"/>
                  <a:gd name="connsiteX126" fmla="*/ 787646 w 3740590"/>
                  <a:gd name="connsiteY126" fmla="*/ 522574 h 3192402"/>
                  <a:gd name="connsiteX127" fmla="*/ 788935 w 3740590"/>
                  <a:gd name="connsiteY127" fmla="*/ 521606 h 3192402"/>
                  <a:gd name="connsiteX128" fmla="*/ 787001 w 3740590"/>
                  <a:gd name="connsiteY128" fmla="*/ 515157 h 3192402"/>
                  <a:gd name="connsiteX129" fmla="*/ 787968 w 3740590"/>
                  <a:gd name="connsiteY129" fmla="*/ 500646 h 3192402"/>
                  <a:gd name="connsiteX130" fmla="*/ 791838 w 3740590"/>
                  <a:gd name="connsiteY130" fmla="*/ 498389 h 3192402"/>
                  <a:gd name="connsiteX131" fmla="*/ 806349 w 3740590"/>
                  <a:gd name="connsiteY131" fmla="*/ 486780 h 3192402"/>
                  <a:gd name="connsiteX132" fmla="*/ 807316 w 3740590"/>
                  <a:gd name="connsiteY132" fmla="*/ 483878 h 3192402"/>
                  <a:gd name="connsiteX133" fmla="*/ 807961 w 3740590"/>
                  <a:gd name="connsiteY133" fmla="*/ 481621 h 3192402"/>
                  <a:gd name="connsiteX134" fmla="*/ 795707 w 3740590"/>
                  <a:gd name="connsiteY134" fmla="*/ 480008 h 3192402"/>
                  <a:gd name="connsiteX135" fmla="*/ 769588 w 3740590"/>
                  <a:gd name="connsiteY135" fmla="*/ 473881 h 3192402"/>
                  <a:gd name="connsiteX136" fmla="*/ 770232 w 3740590"/>
                  <a:gd name="connsiteY136" fmla="*/ 463562 h 3192402"/>
                  <a:gd name="connsiteX137" fmla="*/ 774102 w 3740590"/>
                  <a:gd name="connsiteY137" fmla="*/ 451309 h 3192402"/>
                  <a:gd name="connsiteX138" fmla="*/ 787968 w 3740590"/>
                  <a:gd name="connsiteY138" fmla="*/ 427446 h 3192402"/>
                  <a:gd name="connsiteX139" fmla="*/ 791193 w 3740590"/>
                  <a:gd name="connsiteY139" fmla="*/ 427446 h 3192402"/>
                  <a:gd name="connsiteX140" fmla="*/ 800867 w 3740590"/>
                  <a:gd name="connsiteY140" fmla="*/ 424222 h 3192402"/>
                  <a:gd name="connsiteX141" fmla="*/ 806026 w 3740590"/>
                  <a:gd name="connsiteY141" fmla="*/ 418740 h 3192402"/>
                  <a:gd name="connsiteX142" fmla="*/ 802801 w 3740590"/>
                  <a:gd name="connsiteY142" fmla="*/ 418095 h 3192402"/>
                  <a:gd name="connsiteX143" fmla="*/ 782164 w 3740590"/>
                  <a:gd name="connsiteY143" fmla="*/ 420675 h 3192402"/>
                  <a:gd name="connsiteX144" fmla="*/ 776359 w 3740590"/>
                  <a:gd name="connsiteY144" fmla="*/ 422609 h 3192402"/>
                  <a:gd name="connsiteX145" fmla="*/ 768943 w 3740590"/>
                  <a:gd name="connsiteY145" fmla="*/ 400037 h 3192402"/>
                  <a:gd name="connsiteX146" fmla="*/ 777972 w 3740590"/>
                  <a:gd name="connsiteY146" fmla="*/ 373595 h 3192402"/>
                  <a:gd name="connsiteX147" fmla="*/ 786678 w 3740590"/>
                  <a:gd name="connsiteY147" fmla="*/ 370370 h 3192402"/>
                  <a:gd name="connsiteX148" fmla="*/ 802801 w 3740590"/>
                  <a:gd name="connsiteY148" fmla="*/ 374885 h 3192402"/>
                  <a:gd name="connsiteX149" fmla="*/ 817957 w 3740590"/>
                  <a:gd name="connsiteY149" fmla="*/ 379077 h 3192402"/>
                  <a:gd name="connsiteX150" fmla="*/ 825374 w 3740590"/>
                  <a:gd name="connsiteY150" fmla="*/ 369080 h 3192402"/>
                  <a:gd name="connsiteX151" fmla="*/ 826986 w 3740590"/>
                  <a:gd name="connsiteY151" fmla="*/ 365856 h 3192402"/>
                  <a:gd name="connsiteX152" fmla="*/ 807316 w 3740590"/>
                  <a:gd name="connsiteY152" fmla="*/ 364888 h 3192402"/>
                  <a:gd name="connsiteX153" fmla="*/ 786678 w 3740590"/>
                  <a:gd name="connsiteY153" fmla="*/ 364243 h 3192402"/>
                  <a:gd name="connsiteX154" fmla="*/ 767975 w 3740590"/>
                  <a:gd name="connsiteY154" fmla="*/ 363921 h 3192402"/>
                  <a:gd name="connsiteX155" fmla="*/ 760236 w 3740590"/>
                  <a:gd name="connsiteY155" fmla="*/ 367468 h 3192402"/>
                  <a:gd name="connsiteX156" fmla="*/ 759914 w 3740590"/>
                  <a:gd name="connsiteY156" fmla="*/ 368113 h 3192402"/>
                  <a:gd name="connsiteX157" fmla="*/ 758946 w 3740590"/>
                  <a:gd name="connsiteY157" fmla="*/ 370048 h 3192402"/>
                  <a:gd name="connsiteX158" fmla="*/ 756366 w 3740590"/>
                  <a:gd name="connsiteY158" fmla="*/ 372950 h 3192402"/>
                  <a:gd name="connsiteX159" fmla="*/ 751852 w 3740590"/>
                  <a:gd name="connsiteY159" fmla="*/ 372627 h 3192402"/>
                  <a:gd name="connsiteX160" fmla="*/ 747982 w 3740590"/>
                  <a:gd name="connsiteY160" fmla="*/ 371337 h 3192402"/>
                  <a:gd name="connsiteX161" fmla="*/ 740243 w 3740590"/>
                  <a:gd name="connsiteY161" fmla="*/ 364243 h 3192402"/>
                  <a:gd name="connsiteX162" fmla="*/ 741856 w 3740590"/>
                  <a:gd name="connsiteY162" fmla="*/ 351990 h 3192402"/>
                  <a:gd name="connsiteX163" fmla="*/ 741211 w 3740590"/>
                  <a:gd name="connsiteY163" fmla="*/ 350700 h 3192402"/>
                  <a:gd name="connsiteX164" fmla="*/ 739598 w 3740590"/>
                  <a:gd name="connsiteY164" fmla="*/ 350055 h 3192402"/>
                  <a:gd name="connsiteX165" fmla="*/ 724765 w 3740590"/>
                  <a:gd name="connsiteY165" fmla="*/ 369403 h 3192402"/>
                  <a:gd name="connsiteX166" fmla="*/ 714769 w 3740590"/>
                  <a:gd name="connsiteY166" fmla="*/ 392620 h 3192402"/>
                  <a:gd name="connsiteX167" fmla="*/ 704450 w 3740590"/>
                  <a:gd name="connsiteY167" fmla="*/ 404552 h 3192402"/>
                  <a:gd name="connsiteX168" fmla="*/ 695743 w 3740590"/>
                  <a:gd name="connsiteY168" fmla="*/ 409711 h 3192402"/>
                  <a:gd name="connsiteX169" fmla="*/ 692518 w 3740590"/>
                  <a:gd name="connsiteY169" fmla="*/ 412613 h 3192402"/>
                  <a:gd name="connsiteX170" fmla="*/ 695743 w 3740590"/>
                  <a:gd name="connsiteY170" fmla="*/ 420997 h 3192402"/>
                  <a:gd name="connsiteX171" fmla="*/ 696711 w 3740590"/>
                  <a:gd name="connsiteY171" fmla="*/ 432283 h 3192402"/>
                  <a:gd name="connsiteX172" fmla="*/ 673816 w 3740590"/>
                  <a:gd name="connsiteY172" fmla="*/ 437765 h 3192402"/>
                  <a:gd name="connsiteX173" fmla="*/ 676395 w 3740590"/>
                  <a:gd name="connsiteY173" fmla="*/ 441635 h 3192402"/>
                  <a:gd name="connsiteX174" fmla="*/ 681555 w 3740590"/>
                  <a:gd name="connsiteY174" fmla="*/ 444860 h 3192402"/>
                  <a:gd name="connsiteX175" fmla="*/ 687682 w 3740590"/>
                  <a:gd name="connsiteY175" fmla="*/ 444215 h 3192402"/>
                  <a:gd name="connsiteX176" fmla="*/ 703805 w 3740590"/>
                  <a:gd name="connsiteY176" fmla="*/ 451631 h 3192402"/>
                  <a:gd name="connsiteX177" fmla="*/ 706707 w 3740590"/>
                  <a:gd name="connsiteY177" fmla="*/ 461950 h 3192402"/>
                  <a:gd name="connsiteX178" fmla="*/ 710899 w 3740590"/>
                  <a:gd name="connsiteY178" fmla="*/ 467110 h 3192402"/>
                  <a:gd name="connsiteX179" fmla="*/ 718638 w 3740590"/>
                  <a:gd name="connsiteY179" fmla="*/ 500968 h 3192402"/>
                  <a:gd name="connsiteX180" fmla="*/ 695743 w 3740590"/>
                  <a:gd name="connsiteY180" fmla="*/ 531280 h 3192402"/>
                  <a:gd name="connsiteX181" fmla="*/ 692196 w 3740590"/>
                  <a:gd name="connsiteY181" fmla="*/ 534505 h 3192402"/>
                  <a:gd name="connsiteX182" fmla="*/ 686714 w 3740590"/>
                  <a:gd name="connsiteY182" fmla="*/ 539019 h 3192402"/>
                  <a:gd name="connsiteX183" fmla="*/ 680910 w 3740590"/>
                  <a:gd name="connsiteY183" fmla="*/ 547403 h 3192402"/>
                  <a:gd name="connsiteX184" fmla="*/ 682522 w 3740590"/>
                  <a:gd name="connsiteY184" fmla="*/ 559657 h 3192402"/>
                  <a:gd name="connsiteX185" fmla="*/ 667366 w 3740590"/>
                  <a:gd name="connsiteY185" fmla="*/ 569976 h 3192402"/>
                  <a:gd name="connsiteX186" fmla="*/ 620286 w 3740590"/>
                  <a:gd name="connsiteY186" fmla="*/ 590291 h 3192402"/>
                  <a:gd name="connsiteX187" fmla="*/ 599326 w 3740590"/>
                  <a:gd name="connsiteY187" fmla="*/ 599643 h 3192402"/>
                  <a:gd name="connsiteX188" fmla="*/ 586105 w 3740590"/>
                  <a:gd name="connsiteY188" fmla="*/ 599965 h 3192402"/>
                  <a:gd name="connsiteX189" fmla="*/ 573207 w 3740590"/>
                  <a:gd name="connsiteY189" fmla="*/ 603835 h 3192402"/>
                  <a:gd name="connsiteX190" fmla="*/ 539993 w 3740590"/>
                  <a:gd name="connsiteY190" fmla="*/ 619636 h 3192402"/>
                  <a:gd name="connsiteX191" fmla="*/ 524837 w 3740590"/>
                  <a:gd name="connsiteY191" fmla="*/ 625762 h 3192402"/>
                  <a:gd name="connsiteX192" fmla="*/ 507746 w 3740590"/>
                  <a:gd name="connsiteY192" fmla="*/ 630599 h 3192402"/>
                  <a:gd name="connsiteX193" fmla="*/ 490656 w 3740590"/>
                  <a:gd name="connsiteY193" fmla="*/ 635114 h 3192402"/>
                  <a:gd name="connsiteX194" fmla="*/ 465826 w 3740590"/>
                  <a:gd name="connsiteY194" fmla="*/ 637693 h 3192402"/>
                  <a:gd name="connsiteX195" fmla="*/ 456797 w 3740590"/>
                  <a:gd name="connsiteY195" fmla="*/ 637693 h 3192402"/>
                  <a:gd name="connsiteX196" fmla="*/ 454540 w 3740590"/>
                  <a:gd name="connsiteY196" fmla="*/ 645755 h 3192402"/>
                  <a:gd name="connsiteX197" fmla="*/ 432934 w 3740590"/>
                  <a:gd name="connsiteY197" fmla="*/ 643498 h 3192402"/>
                  <a:gd name="connsiteX198" fmla="*/ 420036 w 3740590"/>
                  <a:gd name="connsiteY198" fmla="*/ 639951 h 3192402"/>
                  <a:gd name="connsiteX199" fmla="*/ 390047 w 3740590"/>
                  <a:gd name="connsiteY199" fmla="*/ 626085 h 3192402"/>
                  <a:gd name="connsiteX200" fmla="*/ 375213 w 3740590"/>
                  <a:gd name="connsiteY200" fmla="*/ 615443 h 3192402"/>
                  <a:gd name="connsiteX201" fmla="*/ 311043 w 3740590"/>
                  <a:gd name="connsiteY201" fmla="*/ 557400 h 3192402"/>
                  <a:gd name="connsiteX202" fmla="*/ 288470 w 3740590"/>
                  <a:gd name="connsiteY202" fmla="*/ 528700 h 3192402"/>
                  <a:gd name="connsiteX203" fmla="*/ 269122 w 3740590"/>
                  <a:gd name="connsiteY203" fmla="*/ 503548 h 3192402"/>
                  <a:gd name="connsiteX204" fmla="*/ 254934 w 3740590"/>
                  <a:gd name="connsiteY204" fmla="*/ 485168 h 3192402"/>
                  <a:gd name="connsiteX205" fmla="*/ 204952 w 3740590"/>
                  <a:gd name="connsiteY205" fmla="*/ 427446 h 3192402"/>
                  <a:gd name="connsiteX206" fmla="*/ 128850 w 3740590"/>
                  <a:gd name="connsiteY206" fmla="*/ 336511 h 3192402"/>
                  <a:gd name="connsiteX207" fmla="*/ 122401 w 3740590"/>
                  <a:gd name="connsiteY207" fmla="*/ 303942 h 3192402"/>
                  <a:gd name="connsiteX208" fmla="*/ 144328 w 3740590"/>
                  <a:gd name="connsiteY208" fmla="*/ 274276 h 3192402"/>
                  <a:gd name="connsiteX209" fmla="*/ 150455 w 3740590"/>
                  <a:gd name="connsiteY209" fmla="*/ 273631 h 3192402"/>
                  <a:gd name="connsiteX210" fmla="*/ 154647 w 3740590"/>
                  <a:gd name="connsiteY210" fmla="*/ 288787 h 3192402"/>
                  <a:gd name="connsiteX211" fmla="*/ 154970 w 3740590"/>
                  <a:gd name="connsiteY211" fmla="*/ 294591 h 3192402"/>
                  <a:gd name="connsiteX212" fmla="*/ 156905 w 3740590"/>
                  <a:gd name="connsiteY212" fmla="*/ 293946 h 3192402"/>
                  <a:gd name="connsiteX213" fmla="*/ 164321 w 3740590"/>
                  <a:gd name="connsiteY213" fmla="*/ 292978 h 3192402"/>
                  <a:gd name="connsiteX214" fmla="*/ 168513 w 3740590"/>
                  <a:gd name="connsiteY214" fmla="*/ 298461 h 3192402"/>
                  <a:gd name="connsiteX215" fmla="*/ 164966 w 3740590"/>
                  <a:gd name="connsiteY215" fmla="*/ 314906 h 3192402"/>
                  <a:gd name="connsiteX216" fmla="*/ 162064 w 3740590"/>
                  <a:gd name="connsiteY216" fmla="*/ 323613 h 3192402"/>
                  <a:gd name="connsiteX217" fmla="*/ 163354 w 3740590"/>
                  <a:gd name="connsiteY217" fmla="*/ 326515 h 3192402"/>
                  <a:gd name="connsiteX218" fmla="*/ 168836 w 3740590"/>
                  <a:gd name="connsiteY218" fmla="*/ 326193 h 3192402"/>
                  <a:gd name="connsiteX219" fmla="*/ 172705 w 3740590"/>
                  <a:gd name="connsiteY219" fmla="*/ 323935 h 3192402"/>
                  <a:gd name="connsiteX220" fmla="*/ 189474 w 3740590"/>
                  <a:gd name="connsiteY220" fmla="*/ 317808 h 3192402"/>
                  <a:gd name="connsiteX221" fmla="*/ 209144 w 3740590"/>
                  <a:gd name="connsiteY221" fmla="*/ 315874 h 3192402"/>
                  <a:gd name="connsiteX222" fmla="*/ 213336 w 3740590"/>
                  <a:gd name="connsiteY222" fmla="*/ 315229 h 3192402"/>
                  <a:gd name="connsiteX223" fmla="*/ 213658 w 3740590"/>
                  <a:gd name="connsiteY223" fmla="*/ 318776 h 3192402"/>
                  <a:gd name="connsiteX224" fmla="*/ 216561 w 3740590"/>
                  <a:gd name="connsiteY224" fmla="*/ 317808 h 3192402"/>
                  <a:gd name="connsiteX225" fmla="*/ 217528 w 3740590"/>
                  <a:gd name="connsiteY225" fmla="*/ 317163 h 3192402"/>
                  <a:gd name="connsiteX226" fmla="*/ 217528 w 3740590"/>
                  <a:gd name="connsiteY226" fmla="*/ 317163 h 3192402"/>
                  <a:gd name="connsiteX227" fmla="*/ 217528 w 3740590"/>
                  <a:gd name="connsiteY227" fmla="*/ 316519 h 3192402"/>
                  <a:gd name="connsiteX228" fmla="*/ 230104 w 3740590"/>
                  <a:gd name="connsiteY228" fmla="*/ 308134 h 3192402"/>
                  <a:gd name="connsiteX229" fmla="*/ 247517 w 3740590"/>
                  <a:gd name="connsiteY229" fmla="*/ 309424 h 3192402"/>
                  <a:gd name="connsiteX230" fmla="*/ 251709 w 3740590"/>
                  <a:gd name="connsiteY230" fmla="*/ 310069 h 3192402"/>
                  <a:gd name="connsiteX231" fmla="*/ 251387 w 3740590"/>
                  <a:gd name="connsiteY231" fmla="*/ 308779 h 3192402"/>
                  <a:gd name="connsiteX232" fmla="*/ 250742 w 3740590"/>
                  <a:gd name="connsiteY232" fmla="*/ 297815 h 3192402"/>
                  <a:gd name="connsiteX233" fmla="*/ 258481 w 3740590"/>
                  <a:gd name="connsiteY233" fmla="*/ 294268 h 3192402"/>
                  <a:gd name="connsiteX234" fmla="*/ 274282 w 3740590"/>
                  <a:gd name="connsiteY234" fmla="*/ 300073 h 3192402"/>
                  <a:gd name="connsiteX235" fmla="*/ 278796 w 3740590"/>
                  <a:gd name="connsiteY235" fmla="*/ 302330 h 3192402"/>
                  <a:gd name="connsiteX236" fmla="*/ 280731 w 3740590"/>
                  <a:gd name="connsiteY236" fmla="*/ 300718 h 3192402"/>
                  <a:gd name="connsiteX237" fmla="*/ 293630 w 3740590"/>
                  <a:gd name="connsiteY237" fmla="*/ 294913 h 3192402"/>
                  <a:gd name="connsiteX238" fmla="*/ 301046 w 3740590"/>
                  <a:gd name="connsiteY238" fmla="*/ 287174 h 3192402"/>
                  <a:gd name="connsiteX239" fmla="*/ 308141 w 3740590"/>
                  <a:gd name="connsiteY239" fmla="*/ 277178 h 3192402"/>
                  <a:gd name="connsiteX240" fmla="*/ 311365 w 3740590"/>
                  <a:gd name="connsiteY240" fmla="*/ 274921 h 3192402"/>
                  <a:gd name="connsiteX241" fmla="*/ 317492 w 3740590"/>
                  <a:gd name="connsiteY241" fmla="*/ 272018 h 3192402"/>
                  <a:gd name="connsiteX242" fmla="*/ 327811 w 3740590"/>
                  <a:gd name="connsiteY242" fmla="*/ 280080 h 3192402"/>
                  <a:gd name="connsiteX243" fmla="*/ 338130 w 3740590"/>
                  <a:gd name="connsiteY243" fmla="*/ 287497 h 3192402"/>
                  <a:gd name="connsiteX244" fmla="*/ 348771 w 3740590"/>
                  <a:gd name="connsiteY244" fmla="*/ 277178 h 3192402"/>
                  <a:gd name="connsiteX245" fmla="*/ 367152 w 3740590"/>
                  <a:gd name="connsiteY245" fmla="*/ 243319 h 3192402"/>
                  <a:gd name="connsiteX246" fmla="*/ 378760 w 3740590"/>
                  <a:gd name="connsiteY246" fmla="*/ 221391 h 3192402"/>
                  <a:gd name="connsiteX247" fmla="*/ 386177 w 3740590"/>
                  <a:gd name="connsiteY247" fmla="*/ 215587 h 3192402"/>
                  <a:gd name="connsiteX248" fmla="*/ 389402 w 3740590"/>
                  <a:gd name="connsiteY248" fmla="*/ 222681 h 3192402"/>
                  <a:gd name="connsiteX249" fmla="*/ 390047 w 3740590"/>
                  <a:gd name="connsiteY249" fmla="*/ 229131 h 3192402"/>
                  <a:gd name="connsiteX250" fmla="*/ 394884 w 3740590"/>
                  <a:gd name="connsiteY250" fmla="*/ 224616 h 3192402"/>
                  <a:gd name="connsiteX251" fmla="*/ 406170 w 3740590"/>
                  <a:gd name="connsiteY251" fmla="*/ 215587 h 3192402"/>
                  <a:gd name="connsiteX252" fmla="*/ 411974 w 3740590"/>
                  <a:gd name="connsiteY252" fmla="*/ 204623 h 3192402"/>
                  <a:gd name="connsiteX253" fmla="*/ 414231 w 3740590"/>
                  <a:gd name="connsiteY253" fmla="*/ 197207 h 3192402"/>
                  <a:gd name="connsiteX254" fmla="*/ 421971 w 3740590"/>
                  <a:gd name="connsiteY254" fmla="*/ 191725 h 3192402"/>
                  <a:gd name="connsiteX255" fmla="*/ 428742 w 3740590"/>
                  <a:gd name="connsiteY255" fmla="*/ 188500 h 3192402"/>
                  <a:gd name="connsiteX256" fmla="*/ 431967 w 3740590"/>
                  <a:gd name="connsiteY256" fmla="*/ 186243 h 3192402"/>
                  <a:gd name="connsiteX257" fmla="*/ 451960 w 3740590"/>
                  <a:gd name="connsiteY257" fmla="*/ 169475 h 3192402"/>
                  <a:gd name="connsiteX258" fmla="*/ 450025 w 3740590"/>
                  <a:gd name="connsiteY258" fmla="*/ 161735 h 3192402"/>
                  <a:gd name="connsiteX259" fmla="*/ 446155 w 3740590"/>
                  <a:gd name="connsiteY259" fmla="*/ 163025 h 3192402"/>
                  <a:gd name="connsiteX260" fmla="*/ 422293 w 3740590"/>
                  <a:gd name="connsiteY260" fmla="*/ 171087 h 3192402"/>
                  <a:gd name="connsiteX261" fmla="*/ 399398 w 3740590"/>
                  <a:gd name="connsiteY261" fmla="*/ 163348 h 3192402"/>
                  <a:gd name="connsiteX262" fmla="*/ 392949 w 3740590"/>
                  <a:gd name="connsiteY262" fmla="*/ 159478 h 3192402"/>
                  <a:gd name="connsiteX263" fmla="*/ 379405 w 3740590"/>
                  <a:gd name="connsiteY263" fmla="*/ 159156 h 3192402"/>
                  <a:gd name="connsiteX264" fmla="*/ 359412 w 3740590"/>
                  <a:gd name="connsiteY264" fmla="*/ 177536 h 3192402"/>
                  <a:gd name="connsiteX265" fmla="*/ 360380 w 3740590"/>
                  <a:gd name="connsiteY265" fmla="*/ 184630 h 3192402"/>
                  <a:gd name="connsiteX266" fmla="*/ 360057 w 3740590"/>
                  <a:gd name="connsiteY266" fmla="*/ 198174 h 3192402"/>
                  <a:gd name="connsiteX267" fmla="*/ 353931 w 3740590"/>
                  <a:gd name="connsiteY267" fmla="*/ 201721 h 3192402"/>
                  <a:gd name="connsiteX268" fmla="*/ 344902 w 3740590"/>
                  <a:gd name="connsiteY268" fmla="*/ 202043 h 3192402"/>
                  <a:gd name="connsiteX269" fmla="*/ 338775 w 3740590"/>
                  <a:gd name="connsiteY269" fmla="*/ 203333 h 3192402"/>
                  <a:gd name="connsiteX270" fmla="*/ 337485 w 3740590"/>
                  <a:gd name="connsiteY270" fmla="*/ 205913 h 3192402"/>
                  <a:gd name="connsiteX271" fmla="*/ 317814 w 3740590"/>
                  <a:gd name="connsiteY271" fmla="*/ 215909 h 3192402"/>
                  <a:gd name="connsiteX272" fmla="*/ 288148 w 3740590"/>
                  <a:gd name="connsiteY272" fmla="*/ 222036 h 3192402"/>
                  <a:gd name="connsiteX273" fmla="*/ 277506 w 3740590"/>
                  <a:gd name="connsiteY273" fmla="*/ 224616 h 3192402"/>
                  <a:gd name="connsiteX274" fmla="*/ 270412 w 3740590"/>
                  <a:gd name="connsiteY274" fmla="*/ 227196 h 3192402"/>
                  <a:gd name="connsiteX275" fmla="*/ 254934 w 3740590"/>
                  <a:gd name="connsiteY275" fmla="*/ 229775 h 3192402"/>
                  <a:gd name="connsiteX276" fmla="*/ 243970 w 3740590"/>
                  <a:gd name="connsiteY276" fmla="*/ 227841 h 3192402"/>
                  <a:gd name="connsiteX277" fmla="*/ 224945 w 3740590"/>
                  <a:gd name="connsiteY277" fmla="*/ 225906 h 3192402"/>
                  <a:gd name="connsiteX278" fmla="*/ 199470 w 3740590"/>
                  <a:gd name="connsiteY278" fmla="*/ 224294 h 3192402"/>
                  <a:gd name="connsiteX279" fmla="*/ 170448 w 3740590"/>
                  <a:gd name="connsiteY279" fmla="*/ 214942 h 3192402"/>
                  <a:gd name="connsiteX280" fmla="*/ 129495 w 3740590"/>
                  <a:gd name="connsiteY280" fmla="*/ 186565 h 3192402"/>
                  <a:gd name="connsiteX281" fmla="*/ 119499 w 3740590"/>
                  <a:gd name="connsiteY281" fmla="*/ 180116 h 3192402"/>
                  <a:gd name="connsiteX282" fmla="*/ 98861 w 3740590"/>
                  <a:gd name="connsiteY282" fmla="*/ 164315 h 3192402"/>
                  <a:gd name="connsiteX283" fmla="*/ 89832 w 3740590"/>
                  <a:gd name="connsiteY283" fmla="*/ 157221 h 3192402"/>
                  <a:gd name="connsiteX284" fmla="*/ 71774 w 3740590"/>
                  <a:gd name="connsiteY284" fmla="*/ 133358 h 3192402"/>
                  <a:gd name="connsiteX285" fmla="*/ 67582 w 3740590"/>
                  <a:gd name="connsiteY285" fmla="*/ 122395 h 3192402"/>
                  <a:gd name="connsiteX286" fmla="*/ 65002 w 3740590"/>
                  <a:gd name="connsiteY286" fmla="*/ 114655 h 3192402"/>
                  <a:gd name="connsiteX287" fmla="*/ 65647 w 3740590"/>
                  <a:gd name="connsiteY287" fmla="*/ 109174 h 3192402"/>
                  <a:gd name="connsiteX288" fmla="*/ 65970 w 3740590"/>
                  <a:gd name="connsiteY288" fmla="*/ 105949 h 3192402"/>
                  <a:gd name="connsiteX289" fmla="*/ 61455 w 3740590"/>
                  <a:gd name="connsiteY289" fmla="*/ 101434 h 3192402"/>
                  <a:gd name="connsiteX290" fmla="*/ 50491 w 3740590"/>
                  <a:gd name="connsiteY290" fmla="*/ 90148 h 3192402"/>
                  <a:gd name="connsiteX291" fmla="*/ 48556 w 3740590"/>
                  <a:gd name="connsiteY291" fmla="*/ 77250 h 3192402"/>
                  <a:gd name="connsiteX292" fmla="*/ 48879 w 3740590"/>
                  <a:gd name="connsiteY292" fmla="*/ 71123 h 3192402"/>
                  <a:gd name="connsiteX293" fmla="*/ 50491 w 3740590"/>
                  <a:gd name="connsiteY293" fmla="*/ 47583 h 3192402"/>
                  <a:gd name="connsiteX294" fmla="*/ 52104 w 3740590"/>
                  <a:gd name="connsiteY294" fmla="*/ 45648 h 3192402"/>
                  <a:gd name="connsiteX295" fmla="*/ 61778 w 3740590"/>
                  <a:gd name="connsiteY295" fmla="*/ 39199 h 3192402"/>
                  <a:gd name="connsiteX296" fmla="*/ 66937 w 3740590"/>
                  <a:gd name="connsiteY296" fmla="*/ 37909 h 3192402"/>
                  <a:gd name="connsiteX297" fmla="*/ 83060 w 3740590"/>
                  <a:gd name="connsiteY297" fmla="*/ 31137 h 3192402"/>
                  <a:gd name="connsiteX298" fmla="*/ 86930 w 3740590"/>
                  <a:gd name="connsiteY298" fmla="*/ 25333 h 3192402"/>
                  <a:gd name="connsiteX299" fmla="*/ 100151 w 3740590"/>
                  <a:gd name="connsiteY299" fmla="*/ 16626 h 3192402"/>
                  <a:gd name="connsiteX300" fmla="*/ 117886 w 3740590"/>
                  <a:gd name="connsiteY300" fmla="*/ 6952 h 3192402"/>
                  <a:gd name="connsiteX301" fmla="*/ 109502 w 3740590"/>
                  <a:gd name="connsiteY301" fmla="*/ 8242 h 3192402"/>
                  <a:gd name="connsiteX302" fmla="*/ 95959 w 3740590"/>
                  <a:gd name="connsiteY302" fmla="*/ 11144 h 3192402"/>
                  <a:gd name="connsiteX303" fmla="*/ 82415 w 3740590"/>
                  <a:gd name="connsiteY303" fmla="*/ 15014 h 3192402"/>
                  <a:gd name="connsiteX304" fmla="*/ 78546 w 3740590"/>
                  <a:gd name="connsiteY304" fmla="*/ 20496 h 3192402"/>
                  <a:gd name="connsiteX305" fmla="*/ 65647 w 3740590"/>
                  <a:gd name="connsiteY305" fmla="*/ 31137 h 3192402"/>
                  <a:gd name="connsiteX306" fmla="*/ 65002 w 3740590"/>
                  <a:gd name="connsiteY306" fmla="*/ 31137 h 3192402"/>
                  <a:gd name="connsiteX307" fmla="*/ 50814 w 3740590"/>
                  <a:gd name="connsiteY307" fmla="*/ 35329 h 3192402"/>
                  <a:gd name="connsiteX308" fmla="*/ 35335 w 3740590"/>
                  <a:gd name="connsiteY308" fmla="*/ 55645 h 3192402"/>
                  <a:gd name="connsiteX309" fmla="*/ 13408 w 3740590"/>
                  <a:gd name="connsiteY309" fmla="*/ 59514 h 3192402"/>
                  <a:gd name="connsiteX310" fmla="*/ 10506 w 3740590"/>
                  <a:gd name="connsiteY310" fmla="*/ 59514 h 3192402"/>
                  <a:gd name="connsiteX311" fmla="*/ 187 w 3740590"/>
                  <a:gd name="connsiteY311" fmla="*/ 51775 h 3192402"/>
                  <a:gd name="connsiteX312" fmla="*/ 6314 w 3740590"/>
                  <a:gd name="connsiteY312" fmla="*/ 40811 h 3192402"/>
                  <a:gd name="connsiteX313" fmla="*/ 21147 w 3740590"/>
                  <a:gd name="connsiteY313" fmla="*/ 29525 h 3192402"/>
                  <a:gd name="connsiteX314" fmla="*/ 21147 w 3740590"/>
                  <a:gd name="connsiteY314" fmla="*/ 30170 h 3192402"/>
                  <a:gd name="connsiteX315" fmla="*/ 29209 w 3740590"/>
                  <a:gd name="connsiteY315" fmla="*/ 29202 h 3192402"/>
                  <a:gd name="connsiteX316" fmla="*/ 29209 w 3740590"/>
                  <a:gd name="connsiteY316" fmla="*/ 30170 h 3192402"/>
                  <a:gd name="connsiteX317" fmla="*/ 9216 w 3740590"/>
                  <a:gd name="connsiteY317" fmla="*/ 48228 h 3192402"/>
                  <a:gd name="connsiteX318" fmla="*/ 8248 w 3740590"/>
                  <a:gd name="connsiteY318" fmla="*/ 50162 h 3192402"/>
                  <a:gd name="connsiteX319" fmla="*/ 10506 w 3740590"/>
                  <a:gd name="connsiteY319" fmla="*/ 51130 h 3192402"/>
                  <a:gd name="connsiteX320" fmla="*/ 13408 w 3740590"/>
                  <a:gd name="connsiteY320" fmla="*/ 51130 h 3192402"/>
                  <a:gd name="connsiteX321" fmla="*/ 29531 w 3740590"/>
                  <a:gd name="connsiteY321" fmla="*/ 49518 h 3192402"/>
                  <a:gd name="connsiteX322" fmla="*/ 43397 w 3740590"/>
                  <a:gd name="connsiteY322" fmla="*/ 31460 h 3192402"/>
                  <a:gd name="connsiteX323" fmla="*/ 64357 w 3740590"/>
                  <a:gd name="connsiteY323" fmla="*/ 24688 h 3192402"/>
                  <a:gd name="connsiteX324" fmla="*/ 65002 w 3740590"/>
                  <a:gd name="connsiteY324" fmla="*/ 24688 h 3192402"/>
                  <a:gd name="connsiteX325" fmla="*/ 71774 w 3740590"/>
                  <a:gd name="connsiteY325" fmla="*/ 17594 h 3192402"/>
                  <a:gd name="connsiteX326" fmla="*/ 76288 w 3740590"/>
                  <a:gd name="connsiteY326" fmla="*/ 11144 h 3192402"/>
                  <a:gd name="connsiteX327" fmla="*/ 94991 w 3740590"/>
                  <a:gd name="connsiteY327" fmla="*/ 4372 h 3192402"/>
                  <a:gd name="connsiteX328" fmla="*/ 106278 w 3740590"/>
                  <a:gd name="connsiteY328" fmla="*/ 2115 h 3192402"/>
                  <a:gd name="connsiteX329" fmla="*/ 127883 w 3740590"/>
                  <a:gd name="connsiteY329" fmla="*/ 4050 h 3192402"/>
                  <a:gd name="connsiteX330" fmla="*/ 126593 w 3740590"/>
                  <a:gd name="connsiteY330" fmla="*/ 11144 h 3192402"/>
                  <a:gd name="connsiteX331" fmla="*/ 124981 w 3740590"/>
                  <a:gd name="connsiteY331" fmla="*/ 12757 h 3192402"/>
                  <a:gd name="connsiteX332" fmla="*/ 101118 w 3740590"/>
                  <a:gd name="connsiteY332" fmla="*/ 25978 h 3192402"/>
                  <a:gd name="connsiteX333" fmla="*/ 94346 w 3740590"/>
                  <a:gd name="connsiteY333" fmla="*/ 30170 h 3192402"/>
                  <a:gd name="connsiteX334" fmla="*/ 88542 w 3740590"/>
                  <a:gd name="connsiteY334" fmla="*/ 38231 h 3192402"/>
                  <a:gd name="connsiteX335" fmla="*/ 68549 w 3740590"/>
                  <a:gd name="connsiteY335" fmla="*/ 46938 h 3192402"/>
                  <a:gd name="connsiteX336" fmla="*/ 64035 w 3740590"/>
                  <a:gd name="connsiteY336" fmla="*/ 47905 h 3192402"/>
                  <a:gd name="connsiteX337" fmla="*/ 58230 w 3740590"/>
                  <a:gd name="connsiteY337" fmla="*/ 51775 h 3192402"/>
                  <a:gd name="connsiteX338" fmla="*/ 56618 w 3740590"/>
                  <a:gd name="connsiteY338" fmla="*/ 53710 h 3192402"/>
                  <a:gd name="connsiteX339" fmla="*/ 56296 w 3740590"/>
                  <a:gd name="connsiteY339" fmla="*/ 69510 h 3192402"/>
                  <a:gd name="connsiteX340" fmla="*/ 55651 w 3740590"/>
                  <a:gd name="connsiteY340" fmla="*/ 80797 h 3192402"/>
                  <a:gd name="connsiteX341" fmla="*/ 56296 w 3740590"/>
                  <a:gd name="connsiteY341" fmla="*/ 85956 h 3192402"/>
                  <a:gd name="connsiteX342" fmla="*/ 66614 w 3740590"/>
                  <a:gd name="connsiteY342" fmla="*/ 96275 h 3192402"/>
                  <a:gd name="connsiteX343" fmla="*/ 73709 w 3740590"/>
                  <a:gd name="connsiteY343" fmla="*/ 105304 h 3192402"/>
                  <a:gd name="connsiteX344" fmla="*/ 73386 w 3740590"/>
                  <a:gd name="connsiteY344" fmla="*/ 110463 h 3192402"/>
                  <a:gd name="connsiteX345" fmla="*/ 73064 w 3740590"/>
                  <a:gd name="connsiteY345" fmla="*/ 114978 h 3192402"/>
                  <a:gd name="connsiteX346" fmla="*/ 74999 w 3740590"/>
                  <a:gd name="connsiteY346" fmla="*/ 119492 h 3192402"/>
                  <a:gd name="connsiteX347" fmla="*/ 79191 w 3740590"/>
                  <a:gd name="connsiteY347" fmla="*/ 131101 h 3192402"/>
                  <a:gd name="connsiteX348" fmla="*/ 93379 w 3740590"/>
                  <a:gd name="connsiteY348" fmla="*/ 150127 h 3192402"/>
                  <a:gd name="connsiteX349" fmla="*/ 103698 w 3740590"/>
                  <a:gd name="connsiteY349" fmla="*/ 157866 h 3192402"/>
                  <a:gd name="connsiteX350" fmla="*/ 123691 w 3740590"/>
                  <a:gd name="connsiteY350" fmla="*/ 173022 h 3192402"/>
                  <a:gd name="connsiteX351" fmla="*/ 133687 w 3740590"/>
                  <a:gd name="connsiteY351" fmla="*/ 179471 h 3192402"/>
                  <a:gd name="connsiteX352" fmla="*/ 175608 w 3740590"/>
                  <a:gd name="connsiteY352" fmla="*/ 208170 h 3192402"/>
                  <a:gd name="connsiteX353" fmla="*/ 197858 w 3740590"/>
                  <a:gd name="connsiteY353" fmla="*/ 215587 h 3192402"/>
                  <a:gd name="connsiteX354" fmla="*/ 226235 w 3740590"/>
                  <a:gd name="connsiteY354" fmla="*/ 216877 h 3192402"/>
                  <a:gd name="connsiteX355" fmla="*/ 243970 w 3740590"/>
                  <a:gd name="connsiteY355" fmla="*/ 218812 h 3192402"/>
                  <a:gd name="connsiteX356" fmla="*/ 257836 w 3740590"/>
                  <a:gd name="connsiteY356" fmla="*/ 220746 h 3192402"/>
                  <a:gd name="connsiteX357" fmla="*/ 265253 w 3740590"/>
                  <a:gd name="connsiteY357" fmla="*/ 220746 h 3192402"/>
                  <a:gd name="connsiteX358" fmla="*/ 277506 w 3740590"/>
                  <a:gd name="connsiteY358" fmla="*/ 215265 h 3192402"/>
                  <a:gd name="connsiteX359" fmla="*/ 285890 w 3740590"/>
                  <a:gd name="connsiteY359" fmla="*/ 213330 h 3192402"/>
                  <a:gd name="connsiteX360" fmla="*/ 318782 w 3740590"/>
                  <a:gd name="connsiteY360" fmla="*/ 206558 h 3192402"/>
                  <a:gd name="connsiteX361" fmla="*/ 331036 w 3740590"/>
                  <a:gd name="connsiteY361" fmla="*/ 201076 h 3192402"/>
                  <a:gd name="connsiteX362" fmla="*/ 332648 w 3740590"/>
                  <a:gd name="connsiteY362" fmla="*/ 197851 h 3192402"/>
                  <a:gd name="connsiteX363" fmla="*/ 345869 w 3740590"/>
                  <a:gd name="connsiteY363" fmla="*/ 192692 h 3192402"/>
                  <a:gd name="connsiteX364" fmla="*/ 353286 w 3740590"/>
                  <a:gd name="connsiteY364" fmla="*/ 192370 h 3192402"/>
                  <a:gd name="connsiteX365" fmla="*/ 353931 w 3740590"/>
                  <a:gd name="connsiteY365" fmla="*/ 192047 h 3192402"/>
                  <a:gd name="connsiteX366" fmla="*/ 352963 w 3740590"/>
                  <a:gd name="connsiteY366" fmla="*/ 184953 h 3192402"/>
                  <a:gd name="connsiteX367" fmla="*/ 351673 w 3740590"/>
                  <a:gd name="connsiteY367" fmla="*/ 175279 h 3192402"/>
                  <a:gd name="connsiteX368" fmla="*/ 375858 w 3740590"/>
                  <a:gd name="connsiteY368" fmla="*/ 150772 h 3192402"/>
                  <a:gd name="connsiteX369" fmla="*/ 398108 w 3740590"/>
                  <a:gd name="connsiteY369" fmla="*/ 151739 h 3192402"/>
                  <a:gd name="connsiteX370" fmla="*/ 402945 w 3740590"/>
                  <a:gd name="connsiteY370" fmla="*/ 154641 h 3192402"/>
                  <a:gd name="connsiteX371" fmla="*/ 424550 w 3740590"/>
                  <a:gd name="connsiteY371" fmla="*/ 161735 h 3192402"/>
                  <a:gd name="connsiteX372" fmla="*/ 442286 w 3740590"/>
                  <a:gd name="connsiteY372" fmla="*/ 154964 h 3192402"/>
                  <a:gd name="connsiteX373" fmla="*/ 454862 w 3740590"/>
                  <a:gd name="connsiteY373" fmla="*/ 153996 h 3192402"/>
                  <a:gd name="connsiteX374" fmla="*/ 460344 w 3740590"/>
                  <a:gd name="connsiteY374" fmla="*/ 169797 h 3192402"/>
                  <a:gd name="connsiteX375" fmla="*/ 437126 w 3740590"/>
                  <a:gd name="connsiteY375" fmla="*/ 191725 h 3192402"/>
                  <a:gd name="connsiteX376" fmla="*/ 433902 w 3740590"/>
                  <a:gd name="connsiteY376" fmla="*/ 193982 h 3192402"/>
                  <a:gd name="connsiteX377" fmla="*/ 424550 w 3740590"/>
                  <a:gd name="connsiteY377" fmla="*/ 198496 h 3192402"/>
                  <a:gd name="connsiteX378" fmla="*/ 421648 w 3740590"/>
                  <a:gd name="connsiteY378" fmla="*/ 200109 h 3192402"/>
                  <a:gd name="connsiteX379" fmla="*/ 420358 w 3740590"/>
                  <a:gd name="connsiteY379" fmla="*/ 204946 h 3192402"/>
                  <a:gd name="connsiteX380" fmla="*/ 409717 w 3740590"/>
                  <a:gd name="connsiteY380" fmla="*/ 221714 h 3192402"/>
                  <a:gd name="connsiteX381" fmla="*/ 401655 w 3740590"/>
                  <a:gd name="connsiteY381" fmla="*/ 228808 h 3192402"/>
                  <a:gd name="connsiteX382" fmla="*/ 386822 w 3740590"/>
                  <a:gd name="connsiteY382" fmla="*/ 234935 h 3192402"/>
                  <a:gd name="connsiteX383" fmla="*/ 382952 w 3740590"/>
                  <a:gd name="connsiteY383" fmla="*/ 230098 h 3192402"/>
                  <a:gd name="connsiteX384" fmla="*/ 374891 w 3740590"/>
                  <a:gd name="connsiteY384" fmla="*/ 245576 h 3192402"/>
                  <a:gd name="connsiteX385" fmla="*/ 356188 w 3740590"/>
                  <a:gd name="connsiteY385" fmla="*/ 279758 h 3192402"/>
                  <a:gd name="connsiteX386" fmla="*/ 339420 w 3740590"/>
                  <a:gd name="connsiteY386" fmla="*/ 293946 h 3192402"/>
                  <a:gd name="connsiteX387" fmla="*/ 322329 w 3740590"/>
                  <a:gd name="connsiteY387" fmla="*/ 283627 h 3192402"/>
                  <a:gd name="connsiteX388" fmla="*/ 317814 w 3740590"/>
                  <a:gd name="connsiteY388" fmla="*/ 278790 h 3192402"/>
                  <a:gd name="connsiteX389" fmla="*/ 317492 w 3740590"/>
                  <a:gd name="connsiteY389" fmla="*/ 279112 h 3192402"/>
                  <a:gd name="connsiteX390" fmla="*/ 312655 w 3740590"/>
                  <a:gd name="connsiteY390" fmla="*/ 282660 h 3192402"/>
                  <a:gd name="connsiteX391" fmla="*/ 309430 w 3740590"/>
                  <a:gd name="connsiteY391" fmla="*/ 288464 h 3192402"/>
                  <a:gd name="connsiteX392" fmla="*/ 293952 w 3740590"/>
                  <a:gd name="connsiteY392" fmla="*/ 301040 h 3192402"/>
                  <a:gd name="connsiteX393" fmla="*/ 288470 w 3740590"/>
                  <a:gd name="connsiteY393" fmla="*/ 302653 h 3192402"/>
                  <a:gd name="connsiteX394" fmla="*/ 280731 w 3740590"/>
                  <a:gd name="connsiteY394" fmla="*/ 308134 h 3192402"/>
                  <a:gd name="connsiteX395" fmla="*/ 269445 w 3740590"/>
                  <a:gd name="connsiteY395" fmla="*/ 303942 h 3192402"/>
                  <a:gd name="connsiteX396" fmla="*/ 259448 w 3740590"/>
                  <a:gd name="connsiteY396" fmla="*/ 300073 h 3192402"/>
                  <a:gd name="connsiteX397" fmla="*/ 258159 w 3740590"/>
                  <a:gd name="connsiteY397" fmla="*/ 300395 h 3192402"/>
                  <a:gd name="connsiteX398" fmla="*/ 259448 w 3740590"/>
                  <a:gd name="connsiteY398" fmla="*/ 303942 h 3192402"/>
                  <a:gd name="connsiteX399" fmla="*/ 260093 w 3740590"/>
                  <a:gd name="connsiteY399" fmla="*/ 312649 h 3192402"/>
                  <a:gd name="connsiteX400" fmla="*/ 256224 w 3740590"/>
                  <a:gd name="connsiteY400" fmla="*/ 315551 h 3192402"/>
                  <a:gd name="connsiteX401" fmla="*/ 246872 w 3740590"/>
                  <a:gd name="connsiteY401" fmla="*/ 315229 h 3192402"/>
                  <a:gd name="connsiteX402" fmla="*/ 231394 w 3740590"/>
                  <a:gd name="connsiteY402" fmla="*/ 314261 h 3192402"/>
                  <a:gd name="connsiteX403" fmla="*/ 226557 w 3740590"/>
                  <a:gd name="connsiteY403" fmla="*/ 314906 h 3192402"/>
                  <a:gd name="connsiteX404" fmla="*/ 221075 w 3740590"/>
                  <a:gd name="connsiteY404" fmla="*/ 323290 h 3192402"/>
                  <a:gd name="connsiteX405" fmla="*/ 210434 w 3740590"/>
                  <a:gd name="connsiteY405" fmla="*/ 324258 h 3192402"/>
                  <a:gd name="connsiteX406" fmla="*/ 208499 w 3740590"/>
                  <a:gd name="connsiteY406" fmla="*/ 322645 h 3192402"/>
                  <a:gd name="connsiteX407" fmla="*/ 190441 w 3740590"/>
                  <a:gd name="connsiteY407" fmla="*/ 324258 h 3192402"/>
                  <a:gd name="connsiteX408" fmla="*/ 177865 w 3740590"/>
                  <a:gd name="connsiteY408" fmla="*/ 329417 h 3192402"/>
                  <a:gd name="connsiteX409" fmla="*/ 173673 w 3740590"/>
                  <a:gd name="connsiteY409" fmla="*/ 331997 h 3192402"/>
                  <a:gd name="connsiteX410" fmla="*/ 160452 w 3740590"/>
                  <a:gd name="connsiteY410" fmla="*/ 332319 h 3192402"/>
                  <a:gd name="connsiteX411" fmla="*/ 154970 w 3740590"/>
                  <a:gd name="connsiteY411" fmla="*/ 322323 h 3192402"/>
                  <a:gd name="connsiteX412" fmla="*/ 158839 w 3740590"/>
                  <a:gd name="connsiteY412" fmla="*/ 310392 h 3192402"/>
                  <a:gd name="connsiteX413" fmla="*/ 162064 w 3740590"/>
                  <a:gd name="connsiteY413" fmla="*/ 299428 h 3192402"/>
                  <a:gd name="connsiteX414" fmla="*/ 161419 w 3740590"/>
                  <a:gd name="connsiteY414" fmla="*/ 299750 h 3192402"/>
                  <a:gd name="connsiteX415" fmla="*/ 154647 w 3740590"/>
                  <a:gd name="connsiteY415" fmla="*/ 301685 h 3192402"/>
                  <a:gd name="connsiteX416" fmla="*/ 150778 w 3740590"/>
                  <a:gd name="connsiteY416" fmla="*/ 300073 h 3192402"/>
                  <a:gd name="connsiteX417" fmla="*/ 148198 w 3740590"/>
                  <a:gd name="connsiteY417" fmla="*/ 287497 h 3192402"/>
                  <a:gd name="connsiteX418" fmla="*/ 148198 w 3740590"/>
                  <a:gd name="connsiteY418" fmla="*/ 284595 h 3192402"/>
                  <a:gd name="connsiteX419" fmla="*/ 132720 w 3740590"/>
                  <a:gd name="connsiteY419" fmla="*/ 306522 h 3192402"/>
                  <a:gd name="connsiteX420" fmla="*/ 138202 w 3740590"/>
                  <a:gd name="connsiteY420" fmla="*/ 334254 h 3192402"/>
                  <a:gd name="connsiteX421" fmla="*/ 212691 w 3740590"/>
                  <a:gd name="connsiteY421" fmla="*/ 423254 h 3192402"/>
                  <a:gd name="connsiteX422" fmla="*/ 263318 w 3740590"/>
                  <a:gd name="connsiteY422" fmla="*/ 481943 h 3192402"/>
                  <a:gd name="connsiteX423" fmla="*/ 277184 w 3740590"/>
                  <a:gd name="connsiteY423" fmla="*/ 500001 h 3192402"/>
                  <a:gd name="connsiteX424" fmla="*/ 296854 w 3740590"/>
                  <a:gd name="connsiteY424" fmla="*/ 525798 h 3192402"/>
                  <a:gd name="connsiteX425" fmla="*/ 318782 w 3740590"/>
                  <a:gd name="connsiteY425" fmla="*/ 553853 h 3192402"/>
                  <a:gd name="connsiteX426" fmla="*/ 381018 w 3740590"/>
                  <a:gd name="connsiteY426" fmla="*/ 610284 h 3192402"/>
                  <a:gd name="connsiteX427" fmla="*/ 397141 w 3740590"/>
                  <a:gd name="connsiteY427" fmla="*/ 621893 h 3192402"/>
                  <a:gd name="connsiteX428" fmla="*/ 423583 w 3740590"/>
                  <a:gd name="connsiteY428" fmla="*/ 634146 h 3192402"/>
                  <a:gd name="connsiteX429" fmla="*/ 436482 w 3740590"/>
                  <a:gd name="connsiteY429" fmla="*/ 637693 h 3192402"/>
                  <a:gd name="connsiteX430" fmla="*/ 450347 w 3740590"/>
                  <a:gd name="connsiteY430" fmla="*/ 641241 h 3192402"/>
                  <a:gd name="connsiteX431" fmla="*/ 450347 w 3740590"/>
                  <a:gd name="connsiteY431" fmla="*/ 639951 h 3192402"/>
                  <a:gd name="connsiteX432" fmla="*/ 452282 w 3740590"/>
                  <a:gd name="connsiteY432" fmla="*/ 634469 h 3192402"/>
                  <a:gd name="connsiteX433" fmla="*/ 468083 w 3740590"/>
                  <a:gd name="connsiteY433" fmla="*/ 631889 h 3192402"/>
                  <a:gd name="connsiteX434" fmla="*/ 489043 w 3740590"/>
                  <a:gd name="connsiteY434" fmla="*/ 629954 h 3192402"/>
                  <a:gd name="connsiteX435" fmla="*/ 508714 w 3740590"/>
                  <a:gd name="connsiteY435" fmla="*/ 624473 h 3192402"/>
                  <a:gd name="connsiteX436" fmla="*/ 523224 w 3740590"/>
                  <a:gd name="connsiteY436" fmla="*/ 620603 h 3192402"/>
                  <a:gd name="connsiteX437" fmla="*/ 539348 w 3740590"/>
                  <a:gd name="connsiteY437" fmla="*/ 614154 h 3192402"/>
                  <a:gd name="connsiteX438" fmla="*/ 570304 w 3740590"/>
                  <a:gd name="connsiteY438" fmla="*/ 599643 h 3192402"/>
                  <a:gd name="connsiteX439" fmla="*/ 590297 w 3740590"/>
                  <a:gd name="connsiteY439" fmla="*/ 594483 h 3192402"/>
                  <a:gd name="connsiteX440" fmla="*/ 598036 w 3740590"/>
                  <a:gd name="connsiteY440" fmla="*/ 594483 h 3192402"/>
                  <a:gd name="connsiteX441" fmla="*/ 618674 w 3740590"/>
                  <a:gd name="connsiteY441" fmla="*/ 585132 h 3192402"/>
                  <a:gd name="connsiteX442" fmla="*/ 666399 w 3740590"/>
                  <a:gd name="connsiteY442" fmla="*/ 564494 h 3192402"/>
                  <a:gd name="connsiteX443" fmla="*/ 676718 w 3740590"/>
                  <a:gd name="connsiteY443" fmla="*/ 558690 h 3192402"/>
                  <a:gd name="connsiteX444" fmla="*/ 675428 w 3740590"/>
                  <a:gd name="connsiteY444" fmla="*/ 553208 h 3192402"/>
                  <a:gd name="connsiteX445" fmla="*/ 683167 w 3740590"/>
                  <a:gd name="connsiteY445" fmla="*/ 534505 h 3192402"/>
                  <a:gd name="connsiteX446" fmla="*/ 688326 w 3740590"/>
                  <a:gd name="connsiteY446" fmla="*/ 530313 h 3192402"/>
                  <a:gd name="connsiteX447" fmla="*/ 692196 w 3740590"/>
                  <a:gd name="connsiteY447" fmla="*/ 526765 h 3192402"/>
                  <a:gd name="connsiteX448" fmla="*/ 712834 w 3740590"/>
                  <a:gd name="connsiteY448" fmla="*/ 499356 h 3192402"/>
                  <a:gd name="connsiteX449" fmla="*/ 708964 w 3740590"/>
                  <a:gd name="connsiteY449" fmla="*/ 475816 h 3192402"/>
                  <a:gd name="connsiteX450" fmla="*/ 699935 w 3740590"/>
                  <a:gd name="connsiteY450" fmla="*/ 464207 h 3192402"/>
                  <a:gd name="connsiteX451" fmla="*/ 698000 w 3740590"/>
                  <a:gd name="connsiteY451" fmla="*/ 456468 h 3192402"/>
                  <a:gd name="connsiteX452" fmla="*/ 690584 w 3740590"/>
                  <a:gd name="connsiteY452" fmla="*/ 453566 h 3192402"/>
                  <a:gd name="connsiteX453" fmla="*/ 682522 w 3740590"/>
                  <a:gd name="connsiteY453" fmla="*/ 454211 h 3192402"/>
                  <a:gd name="connsiteX454" fmla="*/ 668656 w 3740590"/>
                  <a:gd name="connsiteY454" fmla="*/ 443892 h 3192402"/>
                  <a:gd name="connsiteX455" fmla="*/ 668011 w 3740590"/>
                  <a:gd name="connsiteY455" fmla="*/ 433896 h 3192402"/>
                  <a:gd name="connsiteX456" fmla="*/ 673816 w 3740590"/>
                  <a:gd name="connsiteY456" fmla="*/ 431316 h 3192402"/>
                  <a:gd name="connsiteX457" fmla="*/ 691551 w 3740590"/>
                  <a:gd name="connsiteY457" fmla="*/ 429059 h 3192402"/>
                  <a:gd name="connsiteX458" fmla="*/ 690261 w 3740590"/>
                  <a:gd name="connsiteY458" fmla="*/ 426801 h 3192402"/>
                  <a:gd name="connsiteX459" fmla="*/ 686069 w 3740590"/>
                  <a:gd name="connsiteY459" fmla="*/ 414225 h 3192402"/>
                  <a:gd name="connsiteX460" fmla="*/ 695421 w 3740590"/>
                  <a:gd name="connsiteY460" fmla="*/ 403584 h 3192402"/>
                  <a:gd name="connsiteX461" fmla="*/ 699290 w 3740590"/>
                  <a:gd name="connsiteY461" fmla="*/ 401972 h 3192402"/>
                  <a:gd name="connsiteX462" fmla="*/ 711221 w 3740590"/>
                  <a:gd name="connsiteY462" fmla="*/ 388106 h 3192402"/>
                  <a:gd name="connsiteX463" fmla="*/ 718316 w 3740590"/>
                  <a:gd name="connsiteY463" fmla="*/ 371015 h 3192402"/>
                  <a:gd name="connsiteX464" fmla="*/ 741211 w 3740590"/>
                  <a:gd name="connsiteY464" fmla="*/ 343605 h 3192402"/>
                  <a:gd name="connsiteX465" fmla="*/ 750240 w 3740590"/>
                  <a:gd name="connsiteY465" fmla="*/ 349088 h 3192402"/>
                  <a:gd name="connsiteX466" fmla="*/ 749595 w 3740590"/>
                  <a:gd name="connsiteY466" fmla="*/ 358439 h 3192402"/>
                  <a:gd name="connsiteX467" fmla="*/ 749272 w 3740590"/>
                  <a:gd name="connsiteY467" fmla="*/ 363276 h 3192402"/>
                  <a:gd name="connsiteX468" fmla="*/ 751207 w 3740590"/>
                  <a:gd name="connsiteY468" fmla="*/ 364888 h 3192402"/>
                  <a:gd name="connsiteX469" fmla="*/ 753787 w 3740590"/>
                  <a:gd name="connsiteY469" fmla="*/ 365533 h 3192402"/>
                  <a:gd name="connsiteX470" fmla="*/ 753787 w 3740590"/>
                  <a:gd name="connsiteY470" fmla="*/ 365533 h 3192402"/>
                  <a:gd name="connsiteX471" fmla="*/ 754109 w 3740590"/>
                  <a:gd name="connsiteY471" fmla="*/ 364888 h 3192402"/>
                  <a:gd name="connsiteX472" fmla="*/ 768620 w 3740590"/>
                  <a:gd name="connsiteY472" fmla="*/ 357149 h 3192402"/>
                  <a:gd name="connsiteX473" fmla="*/ 787968 w 3740590"/>
                  <a:gd name="connsiteY473" fmla="*/ 357471 h 3192402"/>
                  <a:gd name="connsiteX474" fmla="*/ 808283 w 3740590"/>
                  <a:gd name="connsiteY474" fmla="*/ 358116 h 3192402"/>
                  <a:gd name="connsiteX475" fmla="*/ 837950 w 3740590"/>
                  <a:gd name="connsiteY475" fmla="*/ 363921 h 3192402"/>
                  <a:gd name="connsiteX476" fmla="*/ 836338 w 3740590"/>
                  <a:gd name="connsiteY476" fmla="*/ 369403 h 3192402"/>
                  <a:gd name="connsiteX477" fmla="*/ 833758 w 3740590"/>
                  <a:gd name="connsiteY477" fmla="*/ 374240 h 3192402"/>
                  <a:gd name="connsiteX478" fmla="*/ 818280 w 3740590"/>
                  <a:gd name="connsiteY478" fmla="*/ 389073 h 3192402"/>
                  <a:gd name="connsiteX479" fmla="*/ 800544 w 3740590"/>
                  <a:gd name="connsiteY479" fmla="*/ 384559 h 3192402"/>
                  <a:gd name="connsiteX480" fmla="*/ 786356 w 3740590"/>
                  <a:gd name="connsiteY480" fmla="*/ 380367 h 3192402"/>
                  <a:gd name="connsiteX481" fmla="*/ 783776 w 3740590"/>
                  <a:gd name="connsiteY481" fmla="*/ 381656 h 3192402"/>
                  <a:gd name="connsiteX482" fmla="*/ 777327 w 3740590"/>
                  <a:gd name="connsiteY482" fmla="*/ 401972 h 3192402"/>
                  <a:gd name="connsiteX483" fmla="*/ 778939 w 3740590"/>
                  <a:gd name="connsiteY483" fmla="*/ 415193 h 3192402"/>
                  <a:gd name="connsiteX484" fmla="*/ 803769 w 3740590"/>
                  <a:gd name="connsiteY484" fmla="*/ 411968 h 3192402"/>
                  <a:gd name="connsiteX485" fmla="*/ 814088 w 3740590"/>
                  <a:gd name="connsiteY485" fmla="*/ 418418 h 3192402"/>
                  <a:gd name="connsiteX486" fmla="*/ 806026 w 3740590"/>
                  <a:gd name="connsiteY486" fmla="*/ 432606 h 3192402"/>
                  <a:gd name="connsiteX487" fmla="*/ 790870 w 3740590"/>
                  <a:gd name="connsiteY487" fmla="*/ 437443 h 3192402"/>
                  <a:gd name="connsiteX488" fmla="*/ 788613 w 3740590"/>
                  <a:gd name="connsiteY488" fmla="*/ 437443 h 3192402"/>
                  <a:gd name="connsiteX489" fmla="*/ 781841 w 3740590"/>
                  <a:gd name="connsiteY489" fmla="*/ 455501 h 3192402"/>
                  <a:gd name="connsiteX490" fmla="*/ 777649 w 3740590"/>
                  <a:gd name="connsiteY490" fmla="*/ 468722 h 3192402"/>
                  <a:gd name="connsiteX491" fmla="*/ 776682 w 3740590"/>
                  <a:gd name="connsiteY491" fmla="*/ 471624 h 3192402"/>
                  <a:gd name="connsiteX492" fmla="*/ 796352 w 3740590"/>
                  <a:gd name="connsiteY492" fmla="*/ 473559 h 3192402"/>
                  <a:gd name="connsiteX493" fmla="*/ 815378 w 3740590"/>
                  <a:gd name="connsiteY493" fmla="*/ 478718 h 3192402"/>
                  <a:gd name="connsiteX494" fmla="*/ 815055 w 3740590"/>
                  <a:gd name="connsiteY494" fmla="*/ 488392 h 3192402"/>
                  <a:gd name="connsiteX495" fmla="*/ 814088 w 3740590"/>
                  <a:gd name="connsiteY495" fmla="*/ 490650 h 3192402"/>
                  <a:gd name="connsiteX496" fmla="*/ 795707 w 3740590"/>
                  <a:gd name="connsiteY496" fmla="*/ 507095 h 3192402"/>
                  <a:gd name="connsiteX497" fmla="*/ 792483 w 3740590"/>
                  <a:gd name="connsiteY497" fmla="*/ 509030 h 3192402"/>
                  <a:gd name="connsiteX498" fmla="*/ 794417 w 3740590"/>
                  <a:gd name="connsiteY498" fmla="*/ 513545 h 3192402"/>
                  <a:gd name="connsiteX499" fmla="*/ 796675 w 3740590"/>
                  <a:gd name="connsiteY499" fmla="*/ 526121 h 3192402"/>
                  <a:gd name="connsiteX500" fmla="*/ 791193 w 3740590"/>
                  <a:gd name="connsiteY500" fmla="*/ 531603 h 3192402"/>
                  <a:gd name="connsiteX501" fmla="*/ 783453 w 3740590"/>
                  <a:gd name="connsiteY501" fmla="*/ 546114 h 3192402"/>
                  <a:gd name="connsiteX502" fmla="*/ 778294 w 3740590"/>
                  <a:gd name="connsiteY502" fmla="*/ 562559 h 3192402"/>
                  <a:gd name="connsiteX503" fmla="*/ 777327 w 3740590"/>
                  <a:gd name="connsiteY503" fmla="*/ 567719 h 3192402"/>
                  <a:gd name="connsiteX504" fmla="*/ 789580 w 3740590"/>
                  <a:gd name="connsiteY504" fmla="*/ 573846 h 3192402"/>
                  <a:gd name="connsiteX505" fmla="*/ 803446 w 3740590"/>
                  <a:gd name="connsiteY505" fmla="*/ 579327 h 3192402"/>
                  <a:gd name="connsiteX506" fmla="*/ 814410 w 3740590"/>
                  <a:gd name="connsiteY506" fmla="*/ 613509 h 3192402"/>
                  <a:gd name="connsiteX507" fmla="*/ 814088 w 3740590"/>
                  <a:gd name="connsiteY507" fmla="*/ 614154 h 3192402"/>
                  <a:gd name="connsiteX508" fmla="*/ 822149 w 3740590"/>
                  <a:gd name="connsiteY508" fmla="*/ 633502 h 3192402"/>
                  <a:gd name="connsiteX509" fmla="*/ 820537 w 3740590"/>
                  <a:gd name="connsiteY509" fmla="*/ 665103 h 3192402"/>
                  <a:gd name="connsiteX510" fmla="*/ 819247 w 3740590"/>
                  <a:gd name="connsiteY510" fmla="*/ 684129 h 3192402"/>
                  <a:gd name="connsiteX511" fmla="*/ 819892 w 3740590"/>
                  <a:gd name="connsiteY511" fmla="*/ 695415 h 3192402"/>
                  <a:gd name="connsiteX512" fmla="*/ 808606 w 3740590"/>
                  <a:gd name="connsiteY512" fmla="*/ 722179 h 3192402"/>
                  <a:gd name="connsiteX513" fmla="*/ 802801 w 3740590"/>
                  <a:gd name="connsiteY513" fmla="*/ 732498 h 3192402"/>
                  <a:gd name="connsiteX514" fmla="*/ 801834 w 3740590"/>
                  <a:gd name="connsiteY514" fmla="*/ 752491 h 3192402"/>
                  <a:gd name="connsiteX515" fmla="*/ 797964 w 3740590"/>
                  <a:gd name="connsiteY515" fmla="*/ 776353 h 3192402"/>
                  <a:gd name="connsiteX516" fmla="*/ 796997 w 3740590"/>
                  <a:gd name="connsiteY516" fmla="*/ 782803 h 3192402"/>
                  <a:gd name="connsiteX517" fmla="*/ 789258 w 3740590"/>
                  <a:gd name="connsiteY517" fmla="*/ 803763 h 3192402"/>
                  <a:gd name="connsiteX518" fmla="*/ 776359 w 3740590"/>
                  <a:gd name="connsiteY518" fmla="*/ 838267 h 3192402"/>
                  <a:gd name="connsiteX519" fmla="*/ 783453 w 3740590"/>
                  <a:gd name="connsiteY519" fmla="*/ 862452 h 3192402"/>
                  <a:gd name="connsiteX520" fmla="*/ 789580 w 3740590"/>
                  <a:gd name="connsiteY520" fmla="*/ 880187 h 3192402"/>
                  <a:gd name="connsiteX521" fmla="*/ 791838 w 3740590"/>
                  <a:gd name="connsiteY521" fmla="*/ 923720 h 3192402"/>
                  <a:gd name="connsiteX522" fmla="*/ 794417 w 3740590"/>
                  <a:gd name="connsiteY522" fmla="*/ 965640 h 3192402"/>
                  <a:gd name="connsiteX523" fmla="*/ 799899 w 3740590"/>
                  <a:gd name="connsiteY523" fmla="*/ 999499 h 3192402"/>
                  <a:gd name="connsiteX524" fmla="*/ 801834 w 3740590"/>
                  <a:gd name="connsiteY524" fmla="*/ 1023361 h 3192402"/>
                  <a:gd name="connsiteX525" fmla="*/ 801834 w 3740590"/>
                  <a:gd name="connsiteY525" fmla="*/ 1024329 h 3192402"/>
                  <a:gd name="connsiteX526" fmla="*/ 801512 w 3740590"/>
                  <a:gd name="connsiteY526" fmla="*/ 1025296 h 3192402"/>
                  <a:gd name="connsiteX527" fmla="*/ 800222 w 3740590"/>
                  <a:gd name="connsiteY527" fmla="*/ 1042709 h 3192402"/>
                  <a:gd name="connsiteX528" fmla="*/ 805381 w 3740590"/>
                  <a:gd name="connsiteY528" fmla="*/ 1081083 h 3192402"/>
                  <a:gd name="connsiteX529" fmla="*/ 807316 w 3740590"/>
                  <a:gd name="connsiteY529" fmla="*/ 1096239 h 3192402"/>
                  <a:gd name="connsiteX530" fmla="*/ 807961 w 3740590"/>
                  <a:gd name="connsiteY530" fmla="*/ 1117199 h 3192402"/>
                  <a:gd name="connsiteX531" fmla="*/ 810863 w 3740590"/>
                  <a:gd name="connsiteY531" fmla="*/ 1134289 h 3192402"/>
                  <a:gd name="connsiteX532" fmla="*/ 813443 w 3740590"/>
                  <a:gd name="connsiteY532" fmla="*/ 1150735 h 3192402"/>
                  <a:gd name="connsiteX533" fmla="*/ 820537 w 3740590"/>
                  <a:gd name="connsiteY533" fmla="*/ 1186529 h 3192402"/>
                  <a:gd name="connsiteX534" fmla="*/ 826019 w 3740590"/>
                  <a:gd name="connsiteY534" fmla="*/ 1196848 h 3192402"/>
                  <a:gd name="connsiteX535" fmla="*/ 835693 w 3740590"/>
                  <a:gd name="connsiteY535" fmla="*/ 1224580 h 3192402"/>
                  <a:gd name="connsiteX536" fmla="*/ 842787 w 3740590"/>
                  <a:gd name="connsiteY536" fmla="*/ 1248120 h 3192402"/>
                  <a:gd name="connsiteX537" fmla="*/ 847946 w 3740590"/>
                  <a:gd name="connsiteY537" fmla="*/ 1263598 h 3192402"/>
                  <a:gd name="connsiteX538" fmla="*/ 850204 w 3740590"/>
                  <a:gd name="connsiteY538" fmla="*/ 1280366 h 3192402"/>
                  <a:gd name="connsiteX539" fmla="*/ 853428 w 3740590"/>
                  <a:gd name="connsiteY539" fmla="*/ 1311000 h 3192402"/>
                  <a:gd name="connsiteX540" fmla="*/ 858588 w 3740590"/>
                  <a:gd name="connsiteY540" fmla="*/ 1332283 h 3192402"/>
                  <a:gd name="connsiteX541" fmla="*/ 864070 w 3740590"/>
                  <a:gd name="connsiteY541" fmla="*/ 1354855 h 3192402"/>
                  <a:gd name="connsiteX542" fmla="*/ 861167 w 3740590"/>
                  <a:gd name="connsiteY542" fmla="*/ 1364852 h 3192402"/>
                  <a:gd name="connsiteX543" fmla="*/ 859233 w 3740590"/>
                  <a:gd name="connsiteY543" fmla="*/ 1374848 h 3192402"/>
                  <a:gd name="connsiteX544" fmla="*/ 862780 w 3740590"/>
                  <a:gd name="connsiteY544" fmla="*/ 1407740 h 3192402"/>
                  <a:gd name="connsiteX545" fmla="*/ 866649 w 3740590"/>
                  <a:gd name="connsiteY545" fmla="*/ 1436761 h 3192402"/>
                  <a:gd name="connsiteX546" fmla="*/ 868262 w 3740590"/>
                  <a:gd name="connsiteY546" fmla="*/ 1451272 h 3192402"/>
                  <a:gd name="connsiteX547" fmla="*/ 870841 w 3740590"/>
                  <a:gd name="connsiteY547" fmla="*/ 1509316 h 3192402"/>
                  <a:gd name="connsiteX548" fmla="*/ 875678 w 3740590"/>
                  <a:gd name="connsiteY548" fmla="*/ 1537693 h 3192402"/>
                  <a:gd name="connsiteX549" fmla="*/ 880838 w 3740590"/>
                  <a:gd name="connsiteY549" fmla="*/ 1548979 h 3192402"/>
                  <a:gd name="connsiteX550" fmla="*/ 883418 w 3740590"/>
                  <a:gd name="connsiteY550" fmla="*/ 1558976 h 3192402"/>
                  <a:gd name="connsiteX551" fmla="*/ 894059 w 3740590"/>
                  <a:gd name="connsiteY551" fmla="*/ 1594124 h 3192402"/>
                  <a:gd name="connsiteX552" fmla="*/ 908247 w 3740590"/>
                  <a:gd name="connsiteY552" fmla="*/ 1612827 h 3192402"/>
                  <a:gd name="connsiteX553" fmla="*/ 913084 w 3740590"/>
                  <a:gd name="connsiteY553" fmla="*/ 1617664 h 3192402"/>
                  <a:gd name="connsiteX554" fmla="*/ 924693 w 3740590"/>
                  <a:gd name="connsiteY554" fmla="*/ 1635400 h 3192402"/>
                  <a:gd name="connsiteX555" fmla="*/ 925983 w 3740590"/>
                  <a:gd name="connsiteY555" fmla="*/ 1637979 h 3192402"/>
                  <a:gd name="connsiteX556" fmla="*/ 927273 w 3740590"/>
                  <a:gd name="connsiteY556" fmla="*/ 1652490 h 3192402"/>
                  <a:gd name="connsiteX557" fmla="*/ 926950 w 3740590"/>
                  <a:gd name="connsiteY557" fmla="*/ 1659262 h 3192402"/>
                  <a:gd name="connsiteX558" fmla="*/ 940171 w 3740590"/>
                  <a:gd name="connsiteY558" fmla="*/ 1690541 h 3192402"/>
                  <a:gd name="connsiteX559" fmla="*/ 950490 w 3740590"/>
                  <a:gd name="connsiteY559" fmla="*/ 1711824 h 3192402"/>
                  <a:gd name="connsiteX560" fmla="*/ 954037 w 3740590"/>
                  <a:gd name="connsiteY560" fmla="*/ 1720853 h 3192402"/>
                  <a:gd name="connsiteX561" fmla="*/ 959197 w 3740590"/>
                  <a:gd name="connsiteY561" fmla="*/ 1766965 h 3192402"/>
                  <a:gd name="connsiteX562" fmla="*/ 959197 w 3740590"/>
                  <a:gd name="connsiteY562" fmla="*/ 1768900 h 3192402"/>
                  <a:gd name="connsiteX563" fmla="*/ 965968 w 3740590"/>
                  <a:gd name="connsiteY563" fmla="*/ 1776962 h 3192402"/>
                  <a:gd name="connsiteX564" fmla="*/ 974998 w 3740590"/>
                  <a:gd name="connsiteY564" fmla="*/ 1787281 h 3192402"/>
                  <a:gd name="connsiteX565" fmla="*/ 993700 w 3740590"/>
                  <a:gd name="connsiteY565" fmla="*/ 1799857 h 3192402"/>
                  <a:gd name="connsiteX566" fmla="*/ 1000472 w 3740590"/>
                  <a:gd name="connsiteY566" fmla="*/ 1803726 h 3192402"/>
                  <a:gd name="connsiteX567" fmla="*/ 1010791 w 3740590"/>
                  <a:gd name="connsiteY567" fmla="*/ 1825976 h 3192402"/>
                  <a:gd name="connsiteX568" fmla="*/ 1006277 w 3740590"/>
                  <a:gd name="connsiteY568" fmla="*/ 1830814 h 3192402"/>
                  <a:gd name="connsiteX569" fmla="*/ 1005954 w 3740590"/>
                  <a:gd name="connsiteY569" fmla="*/ 1831136 h 3192402"/>
                  <a:gd name="connsiteX570" fmla="*/ 1008856 w 3740590"/>
                  <a:gd name="connsiteY570" fmla="*/ 1833716 h 3192402"/>
                  <a:gd name="connsiteX571" fmla="*/ 1026592 w 3740590"/>
                  <a:gd name="connsiteY571" fmla="*/ 1852096 h 3192402"/>
                  <a:gd name="connsiteX572" fmla="*/ 1028204 w 3740590"/>
                  <a:gd name="connsiteY572" fmla="*/ 1861125 h 3192402"/>
                  <a:gd name="connsiteX573" fmla="*/ 1030461 w 3740590"/>
                  <a:gd name="connsiteY573" fmla="*/ 1873379 h 3192402"/>
                  <a:gd name="connsiteX574" fmla="*/ 1036588 w 3740590"/>
                  <a:gd name="connsiteY574" fmla="*/ 1878216 h 3192402"/>
                  <a:gd name="connsiteX575" fmla="*/ 1043360 w 3740590"/>
                  <a:gd name="connsiteY575" fmla="*/ 1882408 h 3192402"/>
                  <a:gd name="connsiteX576" fmla="*/ 1050777 w 3740590"/>
                  <a:gd name="connsiteY576" fmla="*/ 1899176 h 3192402"/>
                  <a:gd name="connsiteX577" fmla="*/ 1049809 w 3740590"/>
                  <a:gd name="connsiteY577" fmla="*/ 1901756 h 3192402"/>
                  <a:gd name="connsiteX578" fmla="*/ 1047875 w 3740590"/>
                  <a:gd name="connsiteY578" fmla="*/ 1916267 h 3192402"/>
                  <a:gd name="connsiteX579" fmla="*/ 1052712 w 3740590"/>
                  <a:gd name="connsiteY579" fmla="*/ 1940452 h 3192402"/>
                  <a:gd name="connsiteX580" fmla="*/ 1054646 w 3740590"/>
                  <a:gd name="connsiteY580" fmla="*/ 1954640 h 3192402"/>
                  <a:gd name="connsiteX581" fmla="*/ 1055291 w 3740590"/>
                  <a:gd name="connsiteY581" fmla="*/ 1956897 h 3192402"/>
                  <a:gd name="connsiteX582" fmla="*/ 1062063 w 3740590"/>
                  <a:gd name="connsiteY582" fmla="*/ 1973988 h 3192402"/>
                  <a:gd name="connsiteX583" fmla="*/ 1068835 w 3740590"/>
                  <a:gd name="connsiteY583" fmla="*/ 1990111 h 3192402"/>
                  <a:gd name="connsiteX584" fmla="*/ 1076896 w 3740590"/>
                  <a:gd name="connsiteY584" fmla="*/ 2004622 h 3192402"/>
                  <a:gd name="connsiteX585" fmla="*/ 1083346 w 3740590"/>
                  <a:gd name="connsiteY585" fmla="*/ 2018810 h 3192402"/>
                  <a:gd name="connsiteX586" fmla="*/ 1091085 w 3740590"/>
                  <a:gd name="connsiteY586" fmla="*/ 2050089 h 3192402"/>
                  <a:gd name="connsiteX587" fmla="*/ 1096889 w 3740590"/>
                  <a:gd name="connsiteY587" fmla="*/ 2075242 h 3192402"/>
                  <a:gd name="connsiteX588" fmla="*/ 1097212 w 3740590"/>
                  <a:gd name="connsiteY588" fmla="*/ 2084916 h 3192402"/>
                  <a:gd name="connsiteX589" fmla="*/ 1096889 w 3740590"/>
                  <a:gd name="connsiteY589" fmla="*/ 2106199 h 3192402"/>
                  <a:gd name="connsiteX590" fmla="*/ 1095922 w 3740590"/>
                  <a:gd name="connsiteY590" fmla="*/ 2119420 h 3192402"/>
                  <a:gd name="connsiteX591" fmla="*/ 1101081 w 3740590"/>
                  <a:gd name="connsiteY591" fmla="*/ 2142637 h 3192402"/>
                  <a:gd name="connsiteX592" fmla="*/ 1106563 w 3740590"/>
                  <a:gd name="connsiteY592" fmla="*/ 2166822 h 3192402"/>
                  <a:gd name="connsiteX593" fmla="*/ 1117205 w 3740590"/>
                  <a:gd name="connsiteY593" fmla="*/ 2206807 h 3192402"/>
                  <a:gd name="connsiteX594" fmla="*/ 1123331 w 3740590"/>
                  <a:gd name="connsiteY594" fmla="*/ 2225833 h 3192402"/>
                  <a:gd name="connsiteX595" fmla="*/ 1128813 w 3740590"/>
                  <a:gd name="connsiteY595" fmla="*/ 2243891 h 3192402"/>
                  <a:gd name="connsiteX596" fmla="*/ 1139455 w 3740590"/>
                  <a:gd name="connsiteY596" fmla="*/ 2283232 h 3192402"/>
                  <a:gd name="connsiteX597" fmla="*/ 1153321 w 3740590"/>
                  <a:gd name="connsiteY597" fmla="*/ 2313543 h 3192402"/>
                  <a:gd name="connsiteX598" fmla="*/ 1163962 w 3740590"/>
                  <a:gd name="connsiteY598" fmla="*/ 2333536 h 3192402"/>
                  <a:gd name="connsiteX599" fmla="*/ 1213944 w 3740590"/>
                  <a:gd name="connsiteY599" fmla="*/ 2413185 h 3192402"/>
                  <a:gd name="connsiteX600" fmla="*/ 1239096 w 3740590"/>
                  <a:gd name="connsiteY600" fmla="*/ 2445109 h 3192402"/>
                  <a:gd name="connsiteX601" fmla="*/ 1240708 w 3740590"/>
                  <a:gd name="connsiteY601" fmla="*/ 2446721 h 3192402"/>
                  <a:gd name="connsiteX602" fmla="*/ 1250705 w 3740590"/>
                  <a:gd name="connsiteY602" fmla="*/ 2466069 h 3192402"/>
                  <a:gd name="connsiteX603" fmla="*/ 1266506 w 3740590"/>
                  <a:gd name="connsiteY603" fmla="*/ 2493479 h 3192402"/>
                  <a:gd name="connsiteX604" fmla="*/ 1278759 w 3740590"/>
                  <a:gd name="connsiteY604" fmla="*/ 2512827 h 3192402"/>
                  <a:gd name="connsiteX605" fmla="*/ 1282629 w 3740590"/>
                  <a:gd name="connsiteY605" fmla="*/ 2521856 h 3192402"/>
                  <a:gd name="connsiteX606" fmla="*/ 1305846 w 3740590"/>
                  <a:gd name="connsiteY606" fmla="*/ 2586026 h 3192402"/>
                  <a:gd name="connsiteX607" fmla="*/ 1311973 w 3740590"/>
                  <a:gd name="connsiteY607" fmla="*/ 2613758 h 3192402"/>
                  <a:gd name="connsiteX608" fmla="*/ 1315198 w 3740590"/>
                  <a:gd name="connsiteY608" fmla="*/ 2629882 h 3192402"/>
                  <a:gd name="connsiteX609" fmla="*/ 1343252 w 3740590"/>
                  <a:gd name="connsiteY609" fmla="*/ 2703726 h 3192402"/>
                  <a:gd name="connsiteX610" fmla="*/ 1349057 w 3740590"/>
                  <a:gd name="connsiteY610" fmla="*/ 2717269 h 3192402"/>
                  <a:gd name="connsiteX611" fmla="*/ 1375821 w 3740590"/>
                  <a:gd name="connsiteY611" fmla="*/ 2788534 h 3192402"/>
                  <a:gd name="connsiteX612" fmla="*/ 1379691 w 3740590"/>
                  <a:gd name="connsiteY612" fmla="*/ 2829487 h 3192402"/>
                  <a:gd name="connsiteX613" fmla="*/ 1382593 w 3740590"/>
                  <a:gd name="connsiteY613" fmla="*/ 2869151 h 3192402"/>
                  <a:gd name="connsiteX614" fmla="*/ 1405488 w 3740590"/>
                  <a:gd name="connsiteY614" fmla="*/ 2943640 h 3192402"/>
                  <a:gd name="connsiteX615" fmla="*/ 1425803 w 3740590"/>
                  <a:gd name="connsiteY615" fmla="*/ 2994267 h 3192402"/>
                  <a:gd name="connsiteX616" fmla="*/ 1429995 w 3740590"/>
                  <a:gd name="connsiteY616" fmla="*/ 3006843 h 3192402"/>
                  <a:gd name="connsiteX617" fmla="*/ 1439347 w 3740590"/>
                  <a:gd name="connsiteY617" fmla="*/ 3019419 h 3192402"/>
                  <a:gd name="connsiteX618" fmla="*/ 1449021 w 3740590"/>
                  <a:gd name="connsiteY618" fmla="*/ 3033607 h 3192402"/>
                  <a:gd name="connsiteX619" fmla="*/ 1493521 w 3740590"/>
                  <a:gd name="connsiteY619" fmla="*/ 3096811 h 3192402"/>
                  <a:gd name="connsiteX620" fmla="*/ 1508999 w 3740590"/>
                  <a:gd name="connsiteY620" fmla="*/ 3112612 h 3192402"/>
                  <a:gd name="connsiteX621" fmla="*/ 1536086 w 3740590"/>
                  <a:gd name="connsiteY621" fmla="*/ 3135506 h 3192402"/>
                  <a:gd name="connsiteX622" fmla="*/ 1569300 w 3740590"/>
                  <a:gd name="connsiteY622" fmla="*/ 3163238 h 3192402"/>
                  <a:gd name="connsiteX623" fmla="*/ 1579619 w 3740590"/>
                  <a:gd name="connsiteY623" fmla="*/ 3172267 h 3192402"/>
                  <a:gd name="connsiteX624" fmla="*/ 1584456 w 3740590"/>
                  <a:gd name="connsiteY624" fmla="*/ 3174847 h 3192402"/>
                  <a:gd name="connsiteX625" fmla="*/ 1597354 w 3740590"/>
                  <a:gd name="connsiteY625" fmla="*/ 3178717 h 3192402"/>
                  <a:gd name="connsiteX626" fmla="*/ 1611543 w 3740590"/>
                  <a:gd name="connsiteY626" fmla="*/ 3181941 h 3192402"/>
                  <a:gd name="connsiteX627" fmla="*/ 1628311 w 3740590"/>
                  <a:gd name="connsiteY627" fmla="*/ 3185489 h 3192402"/>
                  <a:gd name="connsiteX628" fmla="*/ 1641532 w 3740590"/>
                  <a:gd name="connsiteY628" fmla="*/ 3167431 h 3192402"/>
                  <a:gd name="connsiteX629" fmla="*/ 1709250 w 3740590"/>
                  <a:gd name="connsiteY629" fmla="*/ 3127767 h 3192402"/>
                  <a:gd name="connsiteX630" fmla="*/ 1724083 w 3740590"/>
                  <a:gd name="connsiteY630" fmla="*/ 3111644 h 3192402"/>
                  <a:gd name="connsiteX631" fmla="*/ 1733434 w 3740590"/>
                  <a:gd name="connsiteY631" fmla="*/ 3084880 h 3192402"/>
                  <a:gd name="connsiteX632" fmla="*/ 1733757 w 3740590"/>
                  <a:gd name="connsiteY632" fmla="*/ 3063597 h 3192402"/>
                  <a:gd name="connsiteX633" fmla="*/ 1734079 w 3740590"/>
                  <a:gd name="connsiteY633" fmla="*/ 3046183 h 3192402"/>
                  <a:gd name="connsiteX634" fmla="*/ 1740851 w 3740590"/>
                  <a:gd name="connsiteY634" fmla="*/ 3023611 h 3192402"/>
                  <a:gd name="connsiteX635" fmla="*/ 1747300 w 3740590"/>
                  <a:gd name="connsiteY635" fmla="*/ 3007165 h 3192402"/>
                  <a:gd name="connsiteX636" fmla="*/ 1800830 w 3740590"/>
                  <a:gd name="connsiteY636" fmla="*/ 2976531 h 3192402"/>
                  <a:gd name="connsiteX637" fmla="*/ 1809214 w 3740590"/>
                  <a:gd name="connsiteY637" fmla="*/ 2974919 h 3192402"/>
                  <a:gd name="connsiteX638" fmla="*/ 1831141 w 3740590"/>
                  <a:gd name="connsiteY638" fmla="*/ 2967502 h 3192402"/>
                  <a:gd name="connsiteX639" fmla="*/ 1859196 w 3740590"/>
                  <a:gd name="connsiteY639" fmla="*/ 2955894 h 3192402"/>
                  <a:gd name="connsiteX640" fmla="*/ 1873062 w 3740590"/>
                  <a:gd name="connsiteY640" fmla="*/ 2950734 h 3192402"/>
                  <a:gd name="connsiteX641" fmla="*/ 1903373 w 3740590"/>
                  <a:gd name="connsiteY641" fmla="*/ 2950089 h 3192402"/>
                  <a:gd name="connsiteX642" fmla="*/ 1914015 w 3740590"/>
                  <a:gd name="connsiteY642" fmla="*/ 2952024 h 3192402"/>
                  <a:gd name="connsiteX643" fmla="*/ 1933040 w 3740590"/>
                  <a:gd name="connsiteY643" fmla="*/ 2951701 h 3192402"/>
                  <a:gd name="connsiteX644" fmla="*/ 1915949 w 3740590"/>
                  <a:gd name="connsiteY644" fmla="*/ 2944607 h 3192402"/>
                  <a:gd name="connsiteX645" fmla="*/ 1912080 w 3740590"/>
                  <a:gd name="connsiteY645" fmla="*/ 2942027 h 3192402"/>
                  <a:gd name="connsiteX646" fmla="*/ 1894344 w 3740590"/>
                  <a:gd name="connsiteY646" fmla="*/ 2892368 h 3192402"/>
                  <a:gd name="connsiteX647" fmla="*/ 1937555 w 3740590"/>
                  <a:gd name="connsiteY647" fmla="*/ 2823361 h 3192402"/>
                  <a:gd name="connsiteX648" fmla="*/ 1955935 w 3740590"/>
                  <a:gd name="connsiteY648" fmla="*/ 2784987 h 3192402"/>
                  <a:gd name="connsiteX649" fmla="*/ 1956580 w 3740590"/>
                  <a:gd name="connsiteY649" fmla="*/ 2781762 h 3192402"/>
                  <a:gd name="connsiteX650" fmla="*/ 1973026 w 3740590"/>
                  <a:gd name="connsiteY650" fmla="*/ 2747581 h 3192402"/>
                  <a:gd name="connsiteX651" fmla="*/ 2018171 w 3740590"/>
                  <a:gd name="connsiteY651" fmla="*/ 2738230 h 3192402"/>
                  <a:gd name="connsiteX652" fmla="*/ 2028812 w 3740590"/>
                  <a:gd name="connsiteY652" fmla="*/ 2738230 h 3192402"/>
                  <a:gd name="connsiteX653" fmla="*/ 2064928 w 3740590"/>
                  <a:gd name="connsiteY653" fmla="*/ 2746614 h 3192402"/>
                  <a:gd name="connsiteX654" fmla="*/ 2069443 w 3740590"/>
                  <a:gd name="connsiteY654" fmla="*/ 2748549 h 3192402"/>
                  <a:gd name="connsiteX655" fmla="*/ 2071377 w 3740590"/>
                  <a:gd name="connsiteY655" fmla="*/ 2748871 h 3192402"/>
                  <a:gd name="connsiteX656" fmla="*/ 2076537 w 3740590"/>
                  <a:gd name="connsiteY656" fmla="*/ 2736617 h 3192402"/>
                  <a:gd name="connsiteX657" fmla="*/ 2076860 w 3740590"/>
                  <a:gd name="connsiteY657" fmla="*/ 2735972 h 3192402"/>
                  <a:gd name="connsiteX658" fmla="*/ 2075892 w 3740590"/>
                  <a:gd name="connsiteY658" fmla="*/ 2675349 h 3192402"/>
                  <a:gd name="connsiteX659" fmla="*/ 2076214 w 3740590"/>
                  <a:gd name="connsiteY659" fmla="*/ 2639233 h 3192402"/>
                  <a:gd name="connsiteX660" fmla="*/ 2077504 w 3740590"/>
                  <a:gd name="connsiteY660" fmla="*/ 2599247 h 3192402"/>
                  <a:gd name="connsiteX661" fmla="*/ 2066540 w 3740590"/>
                  <a:gd name="connsiteY661" fmla="*/ 2531530 h 3192402"/>
                  <a:gd name="connsiteX662" fmla="*/ 2064928 w 3740590"/>
                  <a:gd name="connsiteY662" fmla="*/ 2499606 h 3192402"/>
                  <a:gd name="connsiteX663" fmla="*/ 2065251 w 3740590"/>
                  <a:gd name="connsiteY663" fmla="*/ 2498961 h 3192402"/>
                  <a:gd name="connsiteX664" fmla="*/ 2060091 w 3740590"/>
                  <a:gd name="connsiteY664" fmla="*/ 2465424 h 3192402"/>
                  <a:gd name="connsiteX665" fmla="*/ 2053642 w 3740590"/>
                  <a:gd name="connsiteY665" fmla="*/ 2430598 h 3192402"/>
                  <a:gd name="connsiteX666" fmla="*/ 2070733 w 3740590"/>
                  <a:gd name="connsiteY666" fmla="*/ 2398352 h 3192402"/>
                  <a:gd name="connsiteX667" fmla="*/ 2084921 w 3740590"/>
                  <a:gd name="connsiteY667" fmla="*/ 2386098 h 3192402"/>
                  <a:gd name="connsiteX668" fmla="*/ 2127164 w 3740590"/>
                  <a:gd name="connsiteY668" fmla="*/ 2327087 h 3192402"/>
                  <a:gd name="connsiteX669" fmla="*/ 2147479 w 3740590"/>
                  <a:gd name="connsiteY669" fmla="*/ 2275815 h 3192402"/>
                  <a:gd name="connsiteX670" fmla="*/ 2150704 w 3740590"/>
                  <a:gd name="connsiteY670" fmla="*/ 2251630 h 3192402"/>
                  <a:gd name="connsiteX671" fmla="*/ 2149092 w 3740590"/>
                  <a:gd name="connsiteY671" fmla="*/ 2232605 h 3192402"/>
                  <a:gd name="connsiteX672" fmla="*/ 2161345 w 3740590"/>
                  <a:gd name="connsiteY672" fmla="*/ 2199391 h 3192402"/>
                  <a:gd name="connsiteX673" fmla="*/ 2171987 w 3740590"/>
                  <a:gd name="connsiteY673" fmla="*/ 2180366 h 3192402"/>
                  <a:gd name="connsiteX674" fmla="*/ 2164247 w 3740590"/>
                  <a:gd name="connsiteY674" fmla="*/ 2129738 h 3192402"/>
                  <a:gd name="connsiteX675" fmla="*/ 2154251 w 3740590"/>
                  <a:gd name="connsiteY675" fmla="*/ 2066213 h 3192402"/>
                  <a:gd name="connsiteX676" fmla="*/ 2141030 w 3740590"/>
                  <a:gd name="connsiteY676" fmla="*/ 2015586 h 3192402"/>
                  <a:gd name="connsiteX677" fmla="*/ 2133936 w 3740590"/>
                  <a:gd name="connsiteY677" fmla="*/ 1987209 h 3192402"/>
                  <a:gd name="connsiteX678" fmla="*/ 2131678 w 3740590"/>
                  <a:gd name="connsiteY678" fmla="*/ 1960767 h 3192402"/>
                  <a:gd name="connsiteX679" fmla="*/ 2137160 w 3740590"/>
                  <a:gd name="connsiteY679" fmla="*/ 1922716 h 3192402"/>
                  <a:gd name="connsiteX680" fmla="*/ 2141675 w 3740590"/>
                  <a:gd name="connsiteY680" fmla="*/ 1900466 h 3192402"/>
                  <a:gd name="connsiteX681" fmla="*/ 2132646 w 3740590"/>
                  <a:gd name="connsiteY681" fmla="*/ 1873057 h 3192402"/>
                  <a:gd name="connsiteX682" fmla="*/ 2120392 w 3740590"/>
                  <a:gd name="connsiteY682" fmla="*/ 1838230 h 3192402"/>
                  <a:gd name="connsiteX683" fmla="*/ 2117812 w 3740590"/>
                  <a:gd name="connsiteY683" fmla="*/ 1776639 h 3192402"/>
                  <a:gd name="connsiteX684" fmla="*/ 2118457 w 3740590"/>
                  <a:gd name="connsiteY684" fmla="*/ 1764063 h 3192402"/>
                  <a:gd name="connsiteX685" fmla="*/ 2132323 w 3740590"/>
                  <a:gd name="connsiteY685" fmla="*/ 1741813 h 3192402"/>
                  <a:gd name="connsiteX686" fmla="*/ 2148447 w 3740590"/>
                  <a:gd name="connsiteY686" fmla="*/ 1727947 h 3192402"/>
                  <a:gd name="connsiteX687" fmla="*/ 2162313 w 3740590"/>
                  <a:gd name="connsiteY687" fmla="*/ 1700860 h 3192402"/>
                  <a:gd name="connsiteX688" fmla="*/ 2167472 w 3740590"/>
                  <a:gd name="connsiteY688" fmla="*/ 1681835 h 3192402"/>
                  <a:gd name="connsiteX689" fmla="*/ 2242606 w 3740590"/>
                  <a:gd name="connsiteY689" fmla="*/ 1639270 h 3192402"/>
                  <a:gd name="connsiteX690" fmla="*/ 2266469 w 3740590"/>
                  <a:gd name="connsiteY690" fmla="*/ 1654748 h 3192402"/>
                  <a:gd name="connsiteX691" fmla="*/ 2268081 w 3740590"/>
                  <a:gd name="connsiteY691" fmla="*/ 1657650 h 3192402"/>
                  <a:gd name="connsiteX692" fmla="*/ 2269371 w 3740590"/>
                  <a:gd name="connsiteY692" fmla="*/ 1657973 h 3192402"/>
                  <a:gd name="connsiteX693" fmla="*/ 2296458 w 3740590"/>
                  <a:gd name="connsiteY693" fmla="*/ 1656360 h 3192402"/>
                  <a:gd name="connsiteX694" fmla="*/ 2305487 w 3740590"/>
                  <a:gd name="connsiteY694" fmla="*/ 1631852 h 3192402"/>
                  <a:gd name="connsiteX695" fmla="*/ 2316451 w 3740590"/>
                  <a:gd name="connsiteY695" fmla="*/ 1611215 h 3192402"/>
                  <a:gd name="connsiteX696" fmla="*/ 2335154 w 3740590"/>
                  <a:gd name="connsiteY696" fmla="*/ 1591545 h 3192402"/>
                  <a:gd name="connsiteX697" fmla="*/ 2349665 w 3740590"/>
                  <a:gd name="connsiteY697" fmla="*/ 1570262 h 3192402"/>
                  <a:gd name="connsiteX698" fmla="*/ 2353534 w 3740590"/>
                  <a:gd name="connsiteY698" fmla="*/ 1559298 h 3192402"/>
                  <a:gd name="connsiteX699" fmla="*/ 2382233 w 3740590"/>
                  <a:gd name="connsiteY699" fmla="*/ 1543175 h 3192402"/>
                  <a:gd name="connsiteX700" fmla="*/ 2390295 w 3740590"/>
                  <a:gd name="connsiteY700" fmla="*/ 1541885 h 3192402"/>
                  <a:gd name="connsiteX701" fmla="*/ 2409965 w 3740590"/>
                  <a:gd name="connsiteY701" fmla="*/ 1540918 h 3192402"/>
                  <a:gd name="connsiteX702" fmla="*/ 2454788 w 3740590"/>
                  <a:gd name="connsiteY702" fmla="*/ 1532856 h 3192402"/>
                  <a:gd name="connsiteX703" fmla="*/ 2486712 w 3740590"/>
                  <a:gd name="connsiteY703" fmla="*/ 1519957 h 3192402"/>
                  <a:gd name="connsiteX704" fmla="*/ 2519281 w 3740590"/>
                  <a:gd name="connsiteY704" fmla="*/ 1506736 h 3192402"/>
                  <a:gd name="connsiteX705" fmla="*/ 2538951 w 3740590"/>
                  <a:gd name="connsiteY705" fmla="*/ 1484809 h 3192402"/>
                  <a:gd name="connsiteX706" fmla="*/ 2531535 w 3740590"/>
                  <a:gd name="connsiteY706" fmla="*/ 1487066 h 3192402"/>
                  <a:gd name="connsiteX707" fmla="*/ 2517669 w 3740590"/>
                  <a:gd name="connsiteY707" fmla="*/ 1484164 h 3192402"/>
                  <a:gd name="connsiteX708" fmla="*/ 2514444 w 3740590"/>
                  <a:gd name="connsiteY708" fmla="*/ 1470620 h 3192402"/>
                  <a:gd name="connsiteX709" fmla="*/ 2536049 w 3740590"/>
                  <a:gd name="connsiteY709" fmla="*/ 1466428 h 3192402"/>
                  <a:gd name="connsiteX710" fmla="*/ 2539274 w 3740590"/>
                  <a:gd name="connsiteY710" fmla="*/ 1467073 h 3192402"/>
                  <a:gd name="connsiteX711" fmla="*/ 2551850 w 3740590"/>
                  <a:gd name="connsiteY711" fmla="*/ 1456432 h 3192402"/>
                  <a:gd name="connsiteX712" fmla="*/ 2555075 w 3740590"/>
                  <a:gd name="connsiteY712" fmla="*/ 1441276 h 3192402"/>
                  <a:gd name="connsiteX713" fmla="*/ 2543466 w 3740590"/>
                  <a:gd name="connsiteY713" fmla="*/ 1447080 h 3192402"/>
                  <a:gd name="connsiteX714" fmla="*/ 2533792 w 3740590"/>
                  <a:gd name="connsiteY714" fmla="*/ 1434504 h 3192402"/>
                  <a:gd name="connsiteX715" fmla="*/ 2547335 w 3740590"/>
                  <a:gd name="connsiteY715" fmla="*/ 1394841 h 3192402"/>
                  <a:gd name="connsiteX716" fmla="*/ 2584096 w 3740590"/>
                  <a:gd name="connsiteY716" fmla="*/ 1367431 h 3192402"/>
                  <a:gd name="connsiteX717" fmla="*/ 2598285 w 3740590"/>
                  <a:gd name="connsiteY717" fmla="*/ 1358080 h 3192402"/>
                  <a:gd name="connsiteX718" fmla="*/ 2614408 w 3740590"/>
                  <a:gd name="connsiteY718" fmla="*/ 1349696 h 3192402"/>
                  <a:gd name="connsiteX719" fmla="*/ 2644075 w 3740590"/>
                  <a:gd name="connsiteY719" fmla="*/ 1332928 h 3192402"/>
                  <a:gd name="connsiteX720" fmla="*/ 2699216 w 3740590"/>
                  <a:gd name="connsiteY720" fmla="*/ 1294877 h 3192402"/>
                  <a:gd name="connsiteX721" fmla="*/ 2707278 w 3740590"/>
                  <a:gd name="connsiteY721" fmla="*/ 1290362 h 3192402"/>
                  <a:gd name="connsiteX722" fmla="*/ 2726626 w 3740590"/>
                  <a:gd name="connsiteY722" fmla="*/ 1265533 h 3192402"/>
                  <a:gd name="connsiteX723" fmla="*/ 2732753 w 3740590"/>
                  <a:gd name="connsiteY723" fmla="*/ 1253924 h 3192402"/>
                  <a:gd name="connsiteX724" fmla="*/ 2755970 w 3740590"/>
                  <a:gd name="connsiteY724" fmla="*/ 1229094 h 3192402"/>
                  <a:gd name="connsiteX725" fmla="*/ 2774673 w 3740590"/>
                  <a:gd name="connsiteY725" fmla="*/ 1211681 h 3192402"/>
                  <a:gd name="connsiteX726" fmla="*/ 2862383 w 3740590"/>
                  <a:gd name="connsiteY726" fmla="*/ 1162344 h 3192402"/>
                  <a:gd name="connsiteX727" fmla="*/ 2882376 w 3740590"/>
                  <a:gd name="connsiteY727" fmla="*/ 1140416 h 3192402"/>
                  <a:gd name="connsiteX728" fmla="*/ 2886891 w 3740590"/>
                  <a:gd name="connsiteY728" fmla="*/ 1126873 h 3192402"/>
                  <a:gd name="connsiteX729" fmla="*/ 2915913 w 3740590"/>
                  <a:gd name="connsiteY729" fmla="*/ 1089144 h 3192402"/>
                  <a:gd name="connsiteX730" fmla="*/ 2936873 w 3740590"/>
                  <a:gd name="connsiteY730" fmla="*/ 1064637 h 3192402"/>
                  <a:gd name="connsiteX731" fmla="*/ 2959445 w 3740590"/>
                  <a:gd name="connsiteY731" fmla="*/ 1036905 h 3192402"/>
                  <a:gd name="connsiteX732" fmla="*/ 2987500 w 3740590"/>
                  <a:gd name="connsiteY732" fmla="*/ 998532 h 3192402"/>
                  <a:gd name="connsiteX733" fmla="*/ 2996851 w 3740590"/>
                  <a:gd name="connsiteY733" fmla="*/ 979829 h 3192402"/>
                  <a:gd name="connsiteX734" fmla="*/ 3005558 w 3740590"/>
                  <a:gd name="connsiteY734" fmla="*/ 971767 h 3192402"/>
                  <a:gd name="connsiteX735" fmla="*/ 3017166 w 3740590"/>
                  <a:gd name="connsiteY735" fmla="*/ 960481 h 3192402"/>
                  <a:gd name="connsiteX736" fmla="*/ 3041674 w 3740590"/>
                  <a:gd name="connsiteY736" fmla="*/ 933394 h 3192402"/>
                  <a:gd name="connsiteX737" fmla="*/ 3056185 w 3740590"/>
                  <a:gd name="connsiteY737" fmla="*/ 920173 h 3192402"/>
                  <a:gd name="connsiteX738" fmla="*/ 3068761 w 3740590"/>
                  <a:gd name="connsiteY738" fmla="*/ 907597 h 3192402"/>
                  <a:gd name="connsiteX739" fmla="*/ 3106489 w 3740590"/>
                  <a:gd name="connsiteY739" fmla="*/ 884057 h 3192402"/>
                  <a:gd name="connsiteX740" fmla="*/ 3138413 w 3740590"/>
                  <a:gd name="connsiteY740" fmla="*/ 868256 h 3192402"/>
                  <a:gd name="connsiteX741" fmla="*/ 3179689 w 3740590"/>
                  <a:gd name="connsiteY741" fmla="*/ 849875 h 3192402"/>
                  <a:gd name="connsiteX742" fmla="*/ 3208065 w 3740590"/>
                  <a:gd name="connsiteY742" fmla="*/ 840524 h 3192402"/>
                  <a:gd name="connsiteX743" fmla="*/ 3264497 w 3740590"/>
                  <a:gd name="connsiteY743" fmla="*/ 818274 h 3192402"/>
                  <a:gd name="connsiteX744" fmla="*/ 3276751 w 3740590"/>
                  <a:gd name="connsiteY744" fmla="*/ 813437 h 3192402"/>
                  <a:gd name="connsiteX745" fmla="*/ 3285135 w 3740590"/>
                  <a:gd name="connsiteY745" fmla="*/ 801828 h 3192402"/>
                  <a:gd name="connsiteX746" fmla="*/ 3288037 w 3740590"/>
                  <a:gd name="connsiteY746" fmla="*/ 797314 h 3192402"/>
                  <a:gd name="connsiteX747" fmla="*/ 3291906 w 3740590"/>
                  <a:gd name="connsiteY747" fmla="*/ 790219 h 3192402"/>
                  <a:gd name="connsiteX748" fmla="*/ 3310609 w 3740590"/>
                  <a:gd name="connsiteY748" fmla="*/ 764100 h 3192402"/>
                  <a:gd name="connsiteX749" fmla="*/ 3322863 w 3740590"/>
                  <a:gd name="connsiteY749" fmla="*/ 756361 h 3192402"/>
                  <a:gd name="connsiteX750" fmla="*/ 3348338 w 3740590"/>
                  <a:gd name="connsiteY750" fmla="*/ 739270 h 3192402"/>
                  <a:gd name="connsiteX751" fmla="*/ 3346403 w 3740590"/>
                  <a:gd name="connsiteY751" fmla="*/ 724759 h 3192402"/>
                  <a:gd name="connsiteX752" fmla="*/ 3345758 w 3740590"/>
                  <a:gd name="connsiteY752" fmla="*/ 706701 h 3192402"/>
                  <a:gd name="connsiteX753" fmla="*/ 3346080 w 3740590"/>
                  <a:gd name="connsiteY753" fmla="*/ 706056 h 3192402"/>
                  <a:gd name="connsiteX754" fmla="*/ 3363493 w 3740590"/>
                  <a:gd name="connsiteY754" fmla="*/ 684451 h 3192402"/>
                  <a:gd name="connsiteX755" fmla="*/ 3378005 w 3740590"/>
                  <a:gd name="connsiteY755" fmla="*/ 673487 h 3192402"/>
                  <a:gd name="connsiteX756" fmla="*/ 3387356 w 3740590"/>
                  <a:gd name="connsiteY756" fmla="*/ 666070 h 3192402"/>
                  <a:gd name="connsiteX757" fmla="*/ 3386066 w 3740590"/>
                  <a:gd name="connsiteY757" fmla="*/ 657041 h 3192402"/>
                  <a:gd name="connsiteX758" fmla="*/ 3381552 w 3740590"/>
                  <a:gd name="connsiteY758" fmla="*/ 657041 h 3192402"/>
                  <a:gd name="connsiteX759" fmla="*/ 3371555 w 3740590"/>
                  <a:gd name="connsiteY759" fmla="*/ 657364 h 3192402"/>
                  <a:gd name="connsiteX760" fmla="*/ 3364783 w 3740590"/>
                  <a:gd name="connsiteY760" fmla="*/ 652849 h 3192402"/>
                  <a:gd name="connsiteX761" fmla="*/ 3371878 w 3740590"/>
                  <a:gd name="connsiteY761" fmla="*/ 646078 h 3192402"/>
                  <a:gd name="connsiteX762" fmla="*/ 3378327 w 3740590"/>
                  <a:gd name="connsiteY762" fmla="*/ 643175 h 3192402"/>
                  <a:gd name="connsiteX763" fmla="*/ 3383164 w 3740590"/>
                  <a:gd name="connsiteY763" fmla="*/ 636726 h 3192402"/>
                  <a:gd name="connsiteX764" fmla="*/ 3379617 w 3740590"/>
                  <a:gd name="connsiteY764" fmla="*/ 630599 h 3192402"/>
                  <a:gd name="connsiteX765" fmla="*/ 3366396 w 3740590"/>
                  <a:gd name="connsiteY765" fmla="*/ 612864 h 3192402"/>
                  <a:gd name="connsiteX766" fmla="*/ 3365428 w 3740590"/>
                  <a:gd name="connsiteY766" fmla="*/ 611251 h 3192402"/>
                  <a:gd name="connsiteX767" fmla="*/ 3357367 w 3740590"/>
                  <a:gd name="connsiteY767" fmla="*/ 551595 h 3192402"/>
                  <a:gd name="connsiteX768" fmla="*/ 3415088 w 3740590"/>
                  <a:gd name="connsiteY768" fmla="*/ 495487 h 3192402"/>
                  <a:gd name="connsiteX769" fmla="*/ 3427664 w 3740590"/>
                  <a:gd name="connsiteY769" fmla="*/ 495487 h 3192402"/>
                  <a:gd name="connsiteX770" fmla="*/ 3444755 w 3740590"/>
                  <a:gd name="connsiteY770" fmla="*/ 493874 h 3192402"/>
                  <a:gd name="connsiteX771" fmla="*/ 3463780 w 3740590"/>
                  <a:gd name="connsiteY771" fmla="*/ 481943 h 3192402"/>
                  <a:gd name="connsiteX772" fmla="*/ 3464747 w 3740590"/>
                  <a:gd name="connsiteY772" fmla="*/ 480653 h 3192402"/>
                  <a:gd name="connsiteX773" fmla="*/ 3466360 w 3740590"/>
                  <a:gd name="connsiteY773" fmla="*/ 480331 h 3192402"/>
                  <a:gd name="connsiteX774" fmla="*/ 3501186 w 3740590"/>
                  <a:gd name="connsiteY774" fmla="*/ 473236 h 3192402"/>
                  <a:gd name="connsiteX775" fmla="*/ 3509892 w 3740590"/>
                  <a:gd name="connsiteY775" fmla="*/ 470012 h 3192402"/>
                  <a:gd name="connsiteX776" fmla="*/ 3524081 w 3740590"/>
                  <a:gd name="connsiteY776" fmla="*/ 461628 h 3192402"/>
                  <a:gd name="connsiteX777" fmla="*/ 3528595 w 3740590"/>
                  <a:gd name="connsiteY777" fmla="*/ 455501 h 3192402"/>
                  <a:gd name="connsiteX778" fmla="*/ 3534722 w 3740590"/>
                  <a:gd name="connsiteY778" fmla="*/ 448084 h 3192402"/>
                  <a:gd name="connsiteX779" fmla="*/ 3560842 w 3740590"/>
                  <a:gd name="connsiteY779" fmla="*/ 409388 h 3192402"/>
                  <a:gd name="connsiteX780" fmla="*/ 3573741 w 3740590"/>
                  <a:gd name="connsiteY780" fmla="*/ 394233 h 3192402"/>
                  <a:gd name="connsiteX781" fmla="*/ 3582124 w 3740590"/>
                  <a:gd name="connsiteY781" fmla="*/ 386816 h 3192402"/>
                  <a:gd name="connsiteX782" fmla="*/ 3581480 w 3740590"/>
                  <a:gd name="connsiteY782" fmla="*/ 379077 h 3192402"/>
                  <a:gd name="connsiteX783" fmla="*/ 3575998 w 3740590"/>
                  <a:gd name="connsiteY783" fmla="*/ 370370 h 3192402"/>
                  <a:gd name="connsiteX784" fmla="*/ 3577933 w 3740590"/>
                  <a:gd name="connsiteY784" fmla="*/ 361019 h 3192402"/>
                  <a:gd name="connsiteX785" fmla="*/ 3594056 w 3740590"/>
                  <a:gd name="connsiteY785" fmla="*/ 367145 h 3192402"/>
                  <a:gd name="connsiteX786" fmla="*/ 3596958 w 3740590"/>
                  <a:gd name="connsiteY786" fmla="*/ 369080 h 3192402"/>
                  <a:gd name="connsiteX787" fmla="*/ 3604697 w 3740590"/>
                  <a:gd name="connsiteY787" fmla="*/ 375530 h 3192402"/>
                  <a:gd name="connsiteX788" fmla="*/ 3604375 w 3740590"/>
                  <a:gd name="connsiteY788" fmla="*/ 385848 h 3192402"/>
                  <a:gd name="connsiteX789" fmla="*/ 3602440 w 3740590"/>
                  <a:gd name="connsiteY789" fmla="*/ 390040 h 3192402"/>
                  <a:gd name="connsiteX790" fmla="*/ 3602117 w 3740590"/>
                  <a:gd name="connsiteY790" fmla="*/ 391330 h 3192402"/>
                  <a:gd name="connsiteX791" fmla="*/ 3593088 w 3740590"/>
                  <a:gd name="connsiteY791" fmla="*/ 409711 h 3192402"/>
                  <a:gd name="connsiteX792" fmla="*/ 3594378 w 3740590"/>
                  <a:gd name="connsiteY792" fmla="*/ 417772 h 3192402"/>
                  <a:gd name="connsiteX793" fmla="*/ 3595668 w 3740590"/>
                  <a:gd name="connsiteY793" fmla="*/ 428414 h 3192402"/>
                  <a:gd name="connsiteX794" fmla="*/ 3600505 w 3740590"/>
                  <a:gd name="connsiteY794" fmla="*/ 434218 h 3192402"/>
                  <a:gd name="connsiteX795" fmla="*/ 3615983 w 3740590"/>
                  <a:gd name="connsiteY795" fmla="*/ 439378 h 3192402"/>
                  <a:gd name="connsiteX796" fmla="*/ 3624690 w 3740590"/>
                  <a:gd name="connsiteY796" fmla="*/ 440023 h 3192402"/>
                  <a:gd name="connsiteX797" fmla="*/ 3629527 w 3740590"/>
                  <a:gd name="connsiteY797" fmla="*/ 436798 h 3192402"/>
                  <a:gd name="connsiteX798" fmla="*/ 3635976 w 3740590"/>
                  <a:gd name="connsiteY798" fmla="*/ 431638 h 3192402"/>
                  <a:gd name="connsiteX799" fmla="*/ 3638556 w 3740590"/>
                  <a:gd name="connsiteY799" fmla="*/ 427769 h 3192402"/>
                  <a:gd name="connsiteX800" fmla="*/ 3645973 w 3740590"/>
                  <a:gd name="connsiteY800" fmla="*/ 421642 h 3192402"/>
                  <a:gd name="connsiteX801" fmla="*/ 3646940 w 3740590"/>
                  <a:gd name="connsiteY801" fmla="*/ 420997 h 3192402"/>
                  <a:gd name="connsiteX802" fmla="*/ 3646940 w 3740590"/>
                  <a:gd name="connsiteY802" fmla="*/ 420352 h 3192402"/>
                  <a:gd name="connsiteX803" fmla="*/ 3651777 w 3740590"/>
                  <a:gd name="connsiteY803" fmla="*/ 411001 h 3192402"/>
                  <a:gd name="connsiteX804" fmla="*/ 3655969 w 3740590"/>
                  <a:gd name="connsiteY804" fmla="*/ 407454 h 3192402"/>
                  <a:gd name="connsiteX805" fmla="*/ 3660161 w 3740590"/>
                  <a:gd name="connsiteY805" fmla="*/ 393910 h 3192402"/>
                  <a:gd name="connsiteX806" fmla="*/ 3660483 w 3740590"/>
                  <a:gd name="connsiteY806" fmla="*/ 391008 h 3192402"/>
                  <a:gd name="connsiteX807" fmla="*/ 3663386 w 3740590"/>
                  <a:gd name="connsiteY807" fmla="*/ 382946 h 3192402"/>
                  <a:gd name="connsiteX808" fmla="*/ 3667255 w 3740590"/>
                  <a:gd name="connsiteY808" fmla="*/ 381979 h 3192402"/>
                  <a:gd name="connsiteX809" fmla="*/ 3677252 w 3740590"/>
                  <a:gd name="connsiteY809" fmla="*/ 379722 h 3192402"/>
                  <a:gd name="connsiteX810" fmla="*/ 3682411 w 3740590"/>
                  <a:gd name="connsiteY810" fmla="*/ 381011 h 3192402"/>
                  <a:gd name="connsiteX811" fmla="*/ 3693052 w 3740590"/>
                  <a:gd name="connsiteY811" fmla="*/ 390363 h 3192402"/>
                  <a:gd name="connsiteX812" fmla="*/ 3696600 w 3740590"/>
                  <a:gd name="connsiteY812" fmla="*/ 401649 h 3192402"/>
                  <a:gd name="connsiteX813" fmla="*/ 3709176 w 3740590"/>
                  <a:gd name="connsiteY813" fmla="*/ 403262 h 3192402"/>
                  <a:gd name="connsiteX814" fmla="*/ 3715303 w 3740590"/>
                  <a:gd name="connsiteY814" fmla="*/ 403262 h 3192402"/>
                  <a:gd name="connsiteX815" fmla="*/ 3727234 w 3740590"/>
                  <a:gd name="connsiteY815" fmla="*/ 406164 h 3192402"/>
                  <a:gd name="connsiteX816" fmla="*/ 3734973 w 3740590"/>
                  <a:gd name="connsiteY816" fmla="*/ 406809 h 3192402"/>
                  <a:gd name="connsiteX817" fmla="*/ 3738842 w 3740590"/>
                  <a:gd name="connsiteY817" fmla="*/ 401327 h 3192402"/>
                  <a:gd name="connsiteX818" fmla="*/ 3741422 w 3740590"/>
                  <a:gd name="connsiteY818" fmla="*/ 392298 h 3192402"/>
                  <a:gd name="connsiteX819" fmla="*/ 3748516 w 3740590"/>
                  <a:gd name="connsiteY819" fmla="*/ 396167 h 3192402"/>
                  <a:gd name="connsiteX820" fmla="*/ 3748516 w 3740590"/>
                  <a:gd name="connsiteY820" fmla="*/ 396167 h 3192402"/>
                  <a:gd name="connsiteX821" fmla="*/ 3746904 w 3740590"/>
                  <a:gd name="connsiteY821" fmla="*/ 401972 h 3192402"/>
                  <a:gd name="connsiteX822" fmla="*/ 3737553 w 3740590"/>
                  <a:gd name="connsiteY822" fmla="*/ 414225 h 3192402"/>
                  <a:gd name="connsiteX823" fmla="*/ 3724009 w 3740590"/>
                  <a:gd name="connsiteY823" fmla="*/ 413258 h 3192402"/>
                  <a:gd name="connsiteX824" fmla="*/ 3715303 w 3740590"/>
                  <a:gd name="connsiteY824" fmla="*/ 411323 h 3192402"/>
                  <a:gd name="connsiteX825" fmla="*/ 3709176 w 3740590"/>
                  <a:gd name="connsiteY825" fmla="*/ 411323 h 3192402"/>
                  <a:gd name="connsiteX826" fmla="*/ 3691763 w 3740590"/>
                  <a:gd name="connsiteY826" fmla="*/ 408421 h 3192402"/>
                  <a:gd name="connsiteX827" fmla="*/ 3684991 w 3740590"/>
                  <a:gd name="connsiteY827" fmla="*/ 390363 h 3192402"/>
                  <a:gd name="connsiteX828" fmla="*/ 3684991 w 3740590"/>
                  <a:gd name="connsiteY828" fmla="*/ 389073 h 3192402"/>
                  <a:gd name="connsiteX829" fmla="*/ 3682411 w 3740590"/>
                  <a:gd name="connsiteY829" fmla="*/ 389073 h 3192402"/>
                  <a:gd name="connsiteX830" fmla="*/ 3674349 w 3740590"/>
                  <a:gd name="connsiteY830" fmla="*/ 387138 h 3192402"/>
                  <a:gd name="connsiteX831" fmla="*/ 3673705 w 3740590"/>
                  <a:gd name="connsiteY831" fmla="*/ 386816 h 3192402"/>
                  <a:gd name="connsiteX832" fmla="*/ 3668545 w 3740590"/>
                  <a:gd name="connsiteY832" fmla="*/ 390040 h 3192402"/>
                  <a:gd name="connsiteX833" fmla="*/ 3668545 w 3740590"/>
                  <a:gd name="connsiteY833" fmla="*/ 391330 h 3192402"/>
                  <a:gd name="connsiteX834" fmla="*/ 3668223 w 3740590"/>
                  <a:gd name="connsiteY834" fmla="*/ 394233 h 3192402"/>
                  <a:gd name="connsiteX835" fmla="*/ 3662096 w 3740590"/>
                  <a:gd name="connsiteY835" fmla="*/ 412613 h 3192402"/>
                  <a:gd name="connsiteX836" fmla="*/ 3656937 w 3740590"/>
                  <a:gd name="connsiteY836" fmla="*/ 417450 h 3192402"/>
                  <a:gd name="connsiteX837" fmla="*/ 3655002 w 3740590"/>
                  <a:gd name="connsiteY837" fmla="*/ 420352 h 3192402"/>
                  <a:gd name="connsiteX838" fmla="*/ 3649842 w 3740590"/>
                  <a:gd name="connsiteY838" fmla="*/ 428736 h 3192402"/>
                  <a:gd name="connsiteX839" fmla="*/ 3645328 w 3740590"/>
                  <a:gd name="connsiteY839" fmla="*/ 432606 h 3192402"/>
                  <a:gd name="connsiteX840" fmla="*/ 3642748 w 3740590"/>
                  <a:gd name="connsiteY840" fmla="*/ 436153 h 3192402"/>
                  <a:gd name="connsiteX841" fmla="*/ 3633719 w 3740590"/>
                  <a:gd name="connsiteY841" fmla="*/ 443892 h 3192402"/>
                  <a:gd name="connsiteX842" fmla="*/ 3629849 w 3740590"/>
                  <a:gd name="connsiteY842" fmla="*/ 446472 h 3192402"/>
                  <a:gd name="connsiteX843" fmla="*/ 3613404 w 3740590"/>
                  <a:gd name="connsiteY843" fmla="*/ 447117 h 3192402"/>
                  <a:gd name="connsiteX844" fmla="*/ 3599215 w 3740590"/>
                  <a:gd name="connsiteY844" fmla="*/ 442280 h 3192402"/>
                  <a:gd name="connsiteX845" fmla="*/ 3588896 w 3740590"/>
                  <a:gd name="connsiteY845" fmla="*/ 432928 h 3192402"/>
                  <a:gd name="connsiteX846" fmla="*/ 3588896 w 3740590"/>
                  <a:gd name="connsiteY846" fmla="*/ 424222 h 3192402"/>
                  <a:gd name="connsiteX847" fmla="*/ 3587284 w 3740590"/>
                  <a:gd name="connsiteY847" fmla="*/ 421642 h 3192402"/>
                  <a:gd name="connsiteX848" fmla="*/ 3586317 w 3740590"/>
                  <a:gd name="connsiteY848" fmla="*/ 405519 h 3192402"/>
                  <a:gd name="connsiteX849" fmla="*/ 3594701 w 3740590"/>
                  <a:gd name="connsiteY849" fmla="*/ 388751 h 3192402"/>
                  <a:gd name="connsiteX850" fmla="*/ 3595023 w 3740590"/>
                  <a:gd name="connsiteY850" fmla="*/ 387461 h 3192402"/>
                  <a:gd name="connsiteX851" fmla="*/ 3597603 w 3740590"/>
                  <a:gd name="connsiteY851" fmla="*/ 382301 h 3192402"/>
                  <a:gd name="connsiteX852" fmla="*/ 3598570 w 3740590"/>
                  <a:gd name="connsiteY852" fmla="*/ 380689 h 3192402"/>
                  <a:gd name="connsiteX853" fmla="*/ 3598248 w 3740590"/>
                  <a:gd name="connsiteY853" fmla="*/ 380367 h 3192402"/>
                  <a:gd name="connsiteX854" fmla="*/ 3593088 w 3740590"/>
                  <a:gd name="connsiteY854" fmla="*/ 376174 h 3192402"/>
                  <a:gd name="connsiteX855" fmla="*/ 3588251 w 3740590"/>
                  <a:gd name="connsiteY855" fmla="*/ 372305 h 3192402"/>
                  <a:gd name="connsiteX856" fmla="*/ 3585027 w 3740590"/>
                  <a:gd name="connsiteY856" fmla="*/ 370048 h 3192402"/>
                  <a:gd name="connsiteX857" fmla="*/ 3588251 w 3740590"/>
                  <a:gd name="connsiteY857" fmla="*/ 374240 h 3192402"/>
                  <a:gd name="connsiteX858" fmla="*/ 3589864 w 3740590"/>
                  <a:gd name="connsiteY858" fmla="*/ 391008 h 3192402"/>
                  <a:gd name="connsiteX859" fmla="*/ 3577933 w 3740590"/>
                  <a:gd name="connsiteY859" fmla="*/ 401972 h 3192402"/>
                  <a:gd name="connsiteX860" fmla="*/ 3568904 w 3740590"/>
                  <a:gd name="connsiteY860" fmla="*/ 411968 h 3192402"/>
                  <a:gd name="connsiteX861" fmla="*/ 3541172 w 3740590"/>
                  <a:gd name="connsiteY861" fmla="*/ 454211 h 3192402"/>
                  <a:gd name="connsiteX862" fmla="*/ 3535045 w 3740590"/>
                  <a:gd name="connsiteY862" fmla="*/ 461628 h 3192402"/>
                  <a:gd name="connsiteX863" fmla="*/ 3530853 w 3740590"/>
                  <a:gd name="connsiteY863" fmla="*/ 467110 h 3192402"/>
                  <a:gd name="connsiteX864" fmla="*/ 3512472 w 3740590"/>
                  <a:gd name="connsiteY864" fmla="*/ 478396 h 3192402"/>
                  <a:gd name="connsiteX865" fmla="*/ 3504088 w 3740590"/>
                  <a:gd name="connsiteY865" fmla="*/ 481298 h 3192402"/>
                  <a:gd name="connsiteX866" fmla="*/ 3468940 w 3740590"/>
                  <a:gd name="connsiteY866" fmla="*/ 488715 h 3192402"/>
                  <a:gd name="connsiteX867" fmla="*/ 3447979 w 3740590"/>
                  <a:gd name="connsiteY867" fmla="*/ 501613 h 3192402"/>
                  <a:gd name="connsiteX868" fmla="*/ 3426697 w 3740590"/>
                  <a:gd name="connsiteY868" fmla="*/ 503548 h 3192402"/>
                  <a:gd name="connsiteX869" fmla="*/ 3416700 w 3740590"/>
                  <a:gd name="connsiteY869" fmla="*/ 503548 h 3192402"/>
                  <a:gd name="connsiteX870" fmla="*/ 3364139 w 3740590"/>
                  <a:gd name="connsiteY870" fmla="*/ 555787 h 3192402"/>
                  <a:gd name="connsiteX871" fmla="*/ 3371878 w 3740590"/>
                  <a:gd name="connsiteY871" fmla="*/ 606737 h 3192402"/>
                  <a:gd name="connsiteX872" fmla="*/ 3372845 w 3740590"/>
                  <a:gd name="connsiteY872" fmla="*/ 608349 h 3192402"/>
                  <a:gd name="connsiteX873" fmla="*/ 3385744 w 3740590"/>
                  <a:gd name="connsiteY873" fmla="*/ 625762 h 3192402"/>
                  <a:gd name="connsiteX874" fmla="*/ 3391225 w 3740590"/>
                  <a:gd name="connsiteY874" fmla="*/ 637049 h 3192402"/>
                  <a:gd name="connsiteX875" fmla="*/ 3384776 w 3740590"/>
                  <a:gd name="connsiteY875" fmla="*/ 649302 h 3192402"/>
                  <a:gd name="connsiteX876" fmla="*/ 3391871 w 3740590"/>
                  <a:gd name="connsiteY876" fmla="*/ 651882 h 3192402"/>
                  <a:gd name="connsiteX877" fmla="*/ 3393805 w 3740590"/>
                  <a:gd name="connsiteY877" fmla="*/ 671552 h 3192402"/>
                  <a:gd name="connsiteX878" fmla="*/ 3382519 w 3740590"/>
                  <a:gd name="connsiteY878" fmla="*/ 680904 h 3192402"/>
                  <a:gd name="connsiteX879" fmla="*/ 3369298 w 3740590"/>
                  <a:gd name="connsiteY879" fmla="*/ 690900 h 3192402"/>
                  <a:gd name="connsiteX880" fmla="*/ 3353820 w 3740590"/>
                  <a:gd name="connsiteY880" fmla="*/ 708958 h 3192402"/>
                  <a:gd name="connsiteX881" fmla="*/ 3353497 w 3740590"/>
                  <a:gd name="connsiteY881" fmla="*/ 709603 h 3192402"/>
                  <a:gd name="connsiteX882" fmla="*/ 3353820 w 3740590"/>
                  <a:gd name="connsiteY882" fmla="*/ 721534 h 3192402"/>
                  <a:gd name="connsiteX883" fmla="*/ 3354464 w 3740590"/>
                  <a:gd name="connsiteY883" fmla="*/ 745397 h 3192402"/>
                  <a:gd name="connsiteX884" fmla="*/ 3327378 w 3740590"/>
                  <a:gd name="connsiteY884" fmla="*/ 763455 h 3192402"/>
                  <a:gd name="connsiteX885" fmla="*/ 3315446 w 3740590"/>
                  <a:gd name="connsiteY885" fmla="*/ 770871 h 3192402"/>
                  <a:gd name="connsiteX886" fmla="*/ 3299323 w 3740590"/>
                  <a:gd name="connsiteY886" fmla="*/ 793767 h 3192402"/>
                  <a:gd name="connsiteX887" fmla="*/ 3294809 w 3740590"/>
                  <a:gd name="connsiteY887" fmla="*/ 801506 h 3192402"/>
                  <a:gd name="connsiteX888" fmla="*/ 3291906 w 3740590"/>
                  <a:gd name="connsiteY888" fmla="*/ 806020 h 3192402"/>
                  <a:gd name="connsiteX889" fmla="*/ 3279330 w 3740590"/>
                  <a:gd name="connsiteY889" fmla="*/ 820854 h 3192402"/>
                  <a:gd name="connsiteX890" fmla="*/ 3267399 w 3740590"/>
                  <a:gd name="connsiteY890" fmla="*/ 825691 h 3192402"/>
                  <a:gd name="connsiteX891" fmla="*/ 3210968 w 3740590"/>
                  <a:gd name="connsiteY891" fmla="*/ 847941 h 3192402"/>
                  <a:gd name="connsiteX892" fmla="*/ 3181946 w 3740590"/>
                  <a:gd name="connsiteY892" fmla="*/ 857292 h 3192402"/>
                  <a:gd name="connsiteX893" fmla="*/ 3143250 w 3740590"/>
                  <a:gd name="connsiteY893" fmla="*/ 874060 h 3192402"/>
                  <a:gd name="connsiteX894" fmla="*/ 3109391 w 3740590"/>
                  <a:gd name="connsiteY894" fmla="*/ 890828 h 3192402"/>
                  <a:gd name="connsiteX895" fmla="*/ 3075855 w 3740590"/>
                  <a:gd name="connsiteY895" fmla="*/ 910176 h 3192402"/>
                  <a:gd name="connsiteX896" fmla="*/ 3059732 w 3740590"/>
                  <a:gd name="connsiteY896" fmla="*/ 926622 h 3192402"/>
                  <a:gd name="connsiteX897" fmla="*/ 3047801 w 3740590"/>
                  <a:gd name="connsiteY897" fmla="*/ 936941 h 3192402"/>
                  <a:gd name="connsiteX898" fmla="*/ 3021681 w 3740590"/>
                  <a:gd name="connsiteY898" fmla="*/ 965640 h 3192402"/>
                  <a:gd name="connsiteX899" fmla="*/ 3010072 w 3740590"/>
                  <a:gd name="connsiteY899" fmla="*/ 976604 h 3192402"/>
                  <a:gd name="connsiteX900" fmla="*/ 3001043 w 3740590"/>
                  <a:gd name="connsiteY900" fmla="*/ 984988 h 3192402"/>
                  <a:gd name="connsiteX901" fmla="*/ 2994594 w 3740590"/>
                  <a:gd name="connsiteY901" fmla="*/ 998209 h 3192402"/>
                  <a:gd name="connsiteX902" fmla="*/ 2964605 w 3740590"/>
                  <a:gd name="connsiteY902" fmla="*/ 1041420 h 3192402"/>
                  <a:gd name="connsiteX903" fmla="*/ 2942999 w 3740590"/>
                  <a:gd name="connsiteY903" fmla="*/ 1068184 h 3192402"/>
                  <a:gd name="connsiteX904" fmla="*/ 2921072 w 3740590"/>
                  <a:gd name="connsiteY904" fmla="*/ 1093981 h 3192402"/>
                  <a:gd name="connsiteX905" fmla="*/ 2893662 w 3740590"/>
                  <a:gd name="connsiteY905" fmla="*/ 1129130 h 3192402"/>
                  <a:gd name="connsiteX906" fmla="*/ 2889470 w 3740590"/>
                  <a:gd name="connsiteY906" fmla="*/ 1142029 h 3192402"/>
                  <a:gd name="connsiteX907" fmla="*/ 2864318 w 3740590"/>
                  <a:gd name="connsiteY907" fmla="*/ 1169116 h 3192402"/>
                  <a:gd name="connsiteX908" fmla="*/ 2779832 w 3740590"/>
                  <a:gd name="connsiteY908" fmla="*/ 1216518 h 3192402"/>
                  <a:gd name="connsiteX909" fmla="*/ 2760162 w 3740590"/>
                  <a:gd name="connsiteY909" fmla="*/ 1234576 h 3192402"/>
                  <a:gd name="connsiteX910" fmla="*/ 2738557 w 3740590"/>
                  <a:gd name="connsiteY910" fmla="*/ 1257471 h 3192402"/>
                  <a:gd name="connsiteX911" fmla="*/ 2732430 w 3740590"/>
                  <a:gd name="connsiteY911" fmla="*/ 1268757 h 3192402"/>
                  <a:gd name="connsiteX912" fmla="*/ 2710180 w 3740590"/>
                  <a:gd name="connsiteY912" fmla="*/ 1296489 h 3192402"/>
                  <a:gd name="connsiteX913" fmla="*/ 2702119 w 3740590"/>
                  <a:gd name="connsiteY913" fmla="*/ 1301326 h 3192402"/>
                  <a:gd name="connsiteX914" fmla="*/ 2649557 w 3740590"/>
                  <a:gd name="connsiteY914" fmla="*/ 1337442 h 3192402"/>
                  <a:gd name="connsiteX915" fmla="*/ 2616665 w 3740590"/>
                  <a:gd name="connsiteY915" fmla="*/ 1356790 h 3192402"/>
                  <a:gd name="connsiteX916" fmla="*/ 2603122 w 3740590"/>
                  <a:gd name="connsiteY916" fmla="*/ 1363239 h 3192402"/>
                  <a:gd name="connsiteX917" fmla="*/ 2587644 w 3740590"/>
                  <a:gd name="connsiteY917" fmla="*/ 1373881 h 3192402"/>
                  <a:gd name="connsiteX918" fmla="*/ 2553140 w 3740590"/>
                  <a:gd name="connsiteY918" fmla="*/ 1399033 h 3192402"/>
                  <a:gd name="connsiteX919" fmla="*/ 2541209 w 3740590"/>
                  <a:gd name="connsiteY919" fmla="*/ 1433214 h 3192402"/>
                  <a:gd name="connsiteX920" fmla="*/ 2544111 w 3740590"/>
                  <a:gd name="connsiteY920" fmla="*/ 1438696 h 3192402"/>
                  <a:gd name="connsiteX921" fmla="*/ 2550237 w 3740590"/>
                  <a:gd name="connsiteY921" fmla="*/ 1431924 h 3192402"/>
                  <a:gd name="connsiteX922" fmla="*/ 2556364 w 3740590"/>
                  <a:gd name="connsiteY922" fmla="*/ 1426120 h 3192402"/>
                  <a:gd name="connsiteX923" fmla="*/ 2560879 w 3740590"/>
                  <a:gd name="connsiteY923" fmla="*/ 1428700 h 3192402"/>
                  <a:gd name="connsiteX924" fmla="*/ 2557977 w 3740590"/>
                  <a:gd name="connsiteY924" fmla="*/ 1459979 h 3192402"/>
                  <a:gd name="connsiteX925" fmla="*/ 2550560 w 3740590"/>
                  <a:gd name="connsiteY925" fmla="*/ 1469330 h 3192402"/>
                  <a:gd name="connsiteX926" fmla="*/ 2552495 w 3740590"/>
                  <a:gd name="connsiteY926" fmla="*/ 1470943 h 3192402"/>
                  <a:gd name="connsiteX927" fmla="*/ 2544433 w 3740590"/>
                  <a:gd name="connsiteY927" fmla="*/ 1489323 h 3192402"/>
                  <a:gd name="connsiteX928" fmla="*/ 2523795 w 3740590"/>
                  <a:gd name="connsiteY928" fmla="*/ 1512218 h 3192402"/>
                  <a:gd name="connsiteX929" fmla="*/ 2488002 w 3740590"/>
                  <a:gd name="connsiteY929" fmla="*/ 1527052 h 3192402"/>
                  <a:gd name="connsiteX930" fmla="*/ 2459302 w 3740590"/>
                  <a:gd name="connsiteY930" fmla="*/ 1538015 h 3192402"/>
                  <a:gd name="connsiteX931" fmla="*/ 2409321 w 3740590"/>
                  <a:gd name="connsiteY931" fmla="*/ 1548012 h 3192402"/>
                  <a:gd name="connsiteX932" fmla="*/ 2391263 w 3740590"/>
                  <a:gd name="connsiteY932" fmla="*/ 1548979 h 3192402"/>
                  <a:gd name="connsiteX933" fmla="*/ 2382878 w 3740590"/>
                  <a:gd name="connsiteY933" fmla="*/ 1550269 h 3192402"/>
                  <a:gd name="connsiteX934" fmla="*/ 2359984 w 3740590"/>
                  <a:gd name="connsiteY934" fmla="*/ 1562200 h 3192402"/>
                  <a:gd name="connsiteX935" fmla="*/ 2357081 w 3740590"/>
                  <a:gd name="connsiteY935" fmla="*/ 1569940 h 3192402"/>
                  <a:gd name="connsiteX936" fmla="*/ 2340635 w 3740590"/>
                  <a:gd name="connsiteY936" fmla="*/ 1595737 h 3192402"/>
                  <a:gd name="connsiteX937" fmla="*/ 2321610 w 3740590"/>
                  <a:gd name="connsiteY937" fmla="*/ 1615729 h 3192402"/>
                  <a:gd name="connsiteX938" fmla="*/ 2312904 w 3740590"/>
                  <a:gd name="connsiteY938" fmla="*/ 1630563 h 3192402"/>
                  <a:gd name="connsiteX939" fmla="*/ 2302262 w 3740590"/>
                  <a:gd name="connsiteY939" fmla="*/ 1659907 h 3192402"/>
                  <a:gd name="connsiteX940" fmla="*/ 2266791 w 3740590"/>
                  <a:gd name="connsiteY940" fmla="*/ 1664422 h 3192402"/>
                  <a:gd name="connsiteX941" fmla="*/ 2265179 w 3740590"/>
                  <a:gd name="connsiteY941" fmla="*/ 1664099 h 3192402"/>
                  <a:gd name="connsiteX942" fmla="*/ 2258730 w 3740590"/>
                  <a:gd name="connsiteY942" fmla="*/ 1657650 h 3192402"/>
                  <a:gd name="connsiteX943" fmla="*/ 2241961 w 3740590"/>
                  <a:gd name="connsiteY943" fmla="*/ 1646364 h 3192402"/>
                  <a:gd name="connsiteX944" fmla="*/ 2173921 w 3740590"/>
                  <a:gd name="connsiteY944" fmla="*/ 1684414 h 3192402"/>
                  <a:gd name="connsiteX945" fmla="*/ 2169407 w 3740590"/>
                  <a:gd name="connsiteY945" fmla="*/ 1700860 h 3192402"/>
                  <a:gd name="connsiteX946" fmla="*/ 2153284 w 3740590"/>
                  <a:gd name="connsiteY946" fmla="*/ 1732784 h 3192402"/>
                  <a:gd name="connsiteX947" fmla="*/ 2136838 w 3740590"/>
                  <a:gd name="connsiteY947" fmla="*/ 1747295 h 3192402"/>
                  <a:gd name="connsiteX948" fmla="*/ 2125874 w 3740590"/>
                  <a:gd name="connsiteY948" fmla="*/ 1763096 h 3192402"/>
                  <a:gd name="connsiteX949" fmla="*/ 2125229 w 3740590"/>
                  <a:gd name="connsiteY949" fmla="*/ 1776317 h 3192402"/>
                  <a:gd name="connsiteX950" fmla="*/ 2127487 w 3740590"/>
                  <a:gd name="connsiteY950" fmla="*/ 1835328 h 3192402"/>
                  <a:gd name="connsiteX951" fmla="*/ 2139418 w 3740590"/>
                  <a:gd name="connsiteY951" fmla="*/ 1869187 h 3192402"/>
                  <a:gd name="connsiteX952" fmla="*/ 2149092 w 3740590"/>
                  <a:gd name="connsiteY952" fmla="*/ 1898531 h 3192402"/>
                  <a:gd name="connsiteX953" fmla="*/ 2144255 w 3740590"/>
                  <a:gd name="connsiteY953" fmla="*/ 1924651 h 3192402"/>
                  <a:gd name="connsiteX954" fmla="*/ 2139095 w 3740590"/>
                  <a:gd name="connsiteY954" fmla="*/ 1958510 h 3192402"/>
                  <a:gd name="connsiteX955" fmla="*/ 2141353 w 3740590"/>
                  <a:gd name="connsiteY955" fmla="*/ 1986242 h 3192402"/>
                  <a:gd name="connsiteX956" fmla="*/ 2146189 w 3740590"/>
                  <a:gd name="connsiteY956" fmla="*/ 2009137 h 3192402"/>
                  <a:gd name="connsiteX957" fmla="*/ 2161668 w 3740590"/>
                  <a:gd name="connsiteY957" fmla="*/ 2065890 h 3192402"/>
                  <a:gd name="connsiteX958" fmla="*/ 2170697 w 3740590"/>
                  <a:gd name="connsiteY958" fmla="*/ 2124902 h 3192402"/>
                  <a:gd name="connsiteX959" fmla="*/ 2179081 w 3740590"/>
                  <a:gd name="connsiteY959" fmla="*/ 2181978 h 3192402"/>
                  <a:gd name="connsiteX960" fmla="*/ 2167150 w 3740590"/>
                  <a:gd name="connsiteY960" fmla="*/ 2203583 h 3192402"/>
                  <a:gd name="connsiteX961" fmla="*/ 2156508 w 3740590"/>
                  <a:gd name="connsiteY961" fmla="*/ 2231960 h 3192402"/>
                  <a:gd name="connsiteX962" fmla="*/ 2158121 w 3740590"/>
                  <a:gd name="connsiteY962" fmla="*/ 2249695 h 3192402"/>
                  <a:gd name="connsiteX963" fmla="*/ 2154573 w 3740590"/>
                  <a:gd name="connsiteY963" fmla="*/ 2277427 h 3192402"/>
                  <a:gd name="connsiteX964" fmla="*/ 2133613 w 3740590"/>
                  <a:gd name="connsiteY964" fmla="*/ 2329989 h 3192402"/>
                  <a:gd name="connsiteX965" fmla="*/ 2090080 w 3740590"/>
                  <a:gd name="connsiteY965" fmla="*/ 2390935 h 3192402"/>
                  <a:gd name="connsiteX966" fmla="*/ 2074280 w 3740590"/>
                  <a:gd name="connsiteY966" fmla="*/ 2404156 h 3192402"/>
                  <a:gd name="connsiteX967" fmla="*/ 2060414 w 3740590"/>
                  <a:gd name="connsiteY967" fmla="*/ 2428986 h 3192402"/>
                  <a:gd name="connsiteX968" fmla="*/ 2066863 w 3740590"/>
                  <a:gd name="connsiteY968" fmla="*/ 2462845 h 3192402"/>
                  <a:gd name="connsiteX969" fmla="*/ 2072022 w 3740590"/>
                  <a:gd name="connsiteY969" fmla="*/ 2500251 h 3192402"/>
                  <a:gd name="connsiteX970" fmla="*/ 2071700 w 3740590"/>
                  <a:gd name="connsiteY970" fmla="*/ 2500896 h 3192402"/>
                  <a:gd name="connsiteX971" fmla="*/ 2072345 w 3740590"/>
                  <a:gd name="connsiteY971" fmla="*/ 2526693 h 3192402"/>
                  <a:gd name="connsiteX972" fmla="*/ 2084599 w 3740590"/>
                  <a:gd name="connsiteY972" fmla="*/ 2598603 h 3192402"/>
                  <a:gd name="connsiteX973" fmla="*/ 2083309 w 3740590"/>
                  <a:gd name="connsiteY973" fmla="*/ 2638911 h 3192402"/>
                  <a:gd name="connsiteX974" fmla="*/ 2082986 w 3740590"/>
                  <a:gd name="connsiteY974" fmla="*/ 2673414 h 3192402"/>
                  <a:gd name="connsiteX975" fmla="*/ 2083631 w 3740590"/>
                  <a:gd name="connsiteY975" fmla="*/ 2737585 h 3192402"/>
                  <a:gd name="connsiteX976" fmla="*/ 2083309 w 3740590"/>
                  <a:gd name="connsiteY976" fmla="*/ 2738230 h 3192402"/>
                  <a:gd name="connsiteX977" fmla="*/ 2073957 w 3740590"/>
                  <a:gd name="connsiteY977" fmla="*/ 2755320 h 3192402"/>
                  <a:gd name="connsiteX978" fmla="*/ 2065573 w 3740590"/>
                  <a:gd name="connsiteY978" fmla="*/ 2755320 h 3192402"/>
                  <a:gd name="connsiteX979" fmla="*/ 2060414 w 3740590"/>
                  <a:gd name="connsiteY979" fmla="*/ 2753063 h 3192402"/>
                  <a:gd name="connsiteX980" fmla="*/ 2027845 w 3740590"/>
                  <a:gd name="connsiteY980" fmla="*/ 2745324 h 3192402"/>
                  <a:gd name="connsiteX981" fmla="*/ 2016881 w 3740590"/>
                  <a:gd name="connsiteY981" fmla="*/ 2745324 h 3192402"/>
                  <a:gd name="connsiteX982" fmla="*/ 1977540 w 3740590"/>
                  <a:gd name="connsiteY982" fmla="*/ 2752418 h 3192402"/>
                  <a:gd name="connsiteX983" fmla="*/ 1963029 w 3740590"/>
                  <a:gd name="connsiteY983" fmla="*/ 2782730 h 3192402"/>
                  <a:gd name="connsiteX984" fmla="*/ 1962384 w 3740590"/>
                  <a:gd name="connsiteY984" fmla="*/ 2785955 h 3192402"/>
                  <a:gd name="connsiteX985" fmla="*/ 1941747 w 3740590"/>
                  <a:gd name="connsiteY985" fmla="*/ 2828197 h 3192402"/>
                  <a:gd name="connsiteX986" fmla="*/ 1900471 w 3740590"/>
                  <a:gd name="connsiteY986" fmla="*/ 2893658 h 3192402"/>
                  <a:gd name="connsiteX987" fmla="*/ 1914982 w 3740590"/>
                  <a:gd name="connsiteY987" fmla="*/ 2934288 h 3192402"/>
                  <a:gd name="connsiteX988" fmla="*/ 1919174 w 3740590"/>
                  <a:gd name="connsiteY988" fmla="*/ 2936868 h 3192402"/>
                  <a:gd name="connsiteX989" fmla="*/ 1934975 w 3740590"/>
                  <a:gd name="connsiteY989" fmla="*/ 2942995 h 3192402"/>
                  <a:gd name="connsiteX990" fmla="*/ 1942714 w 3740590"/>
                  <a:gd name="connsiteY990" fmla="*/ 2947832 h 3192402"/>
                  <a:gd name="connsiteX991" fmla="*/ 1941747 w 3740590"/>
                  <a:gd name="connsiteY991" fmla="*/ 2954281 h 3192402"/>
                  <a:gd name="connsiteX992" fmla="*/ 1911758 w 3740590"/>
                  <a:gd name="connsiteY992" fmla="*/ 2959441 h 3192402"/>
                  <a:gd name="connsiteX993" fmla="*/ 1901116 w 3740590"/>
                  <a:gd name="connsiteY993" fmla="*/ 2957506 h 3192402"/>
                  <a:gd name="connsiteX994" fmla="*/ 1875641 w 3740590"/>
                  <a:gd name="connsiteY994" fmla="*/ 2957828 h 3192402"/>
                  <a:gd name="connsiteX995" fmla="*/ 1860808 w 3740590"/>
                  <a:gd name="connsiteY995" fmla="*/ 2963310 h 3192402"/>
                  <a:gd name="connsiteX996" fmla="*/ 1834044 w 3740590"/>
                  <a:gd name="connsiteY996" fmla="*/ 2974274 h 3192402"/>
                  <a:gd name="connsiteX997" fmla="*/ 1809536 w 3740590"/>
                  <a:gd name="connsiteY997" fmla="*/ 2982658 h 3192402"/>
                  <a:gd name="connsiteX998" fmla="*/ 1801475 w 3740590"/>
                  <a:gd name="connsiteY998" fmla="*/ 2983948 h 3192402"/>
                  <a:gd name="connsiteX999" fmla="*/ 1754395 w 3740590"/>
                  <a:gd name="connsiteY999" fmla="*/ 3008133 h 3192402"/>
                  <a:gd name="connsiteX1000" fmla="*/ 1746978 w 3740590"/>
                  <a:gd name="connsiteY1000" fmla="*/ 3026836 h 3192402"/>
                  <a:gd name="connsiteX1001" fmla="*/ 1740851 w 3740590"/>
                  <a:gd name="connsiteY1001" fmla="*/ 3045216 h 3192402"/>
                  <a:gd name="connsiteX1002" fmla="*/ 1740529 w 3740590"/>
                  <a:gd name="connsiteY1002" fmla="*/ 3063597 h 3192402"/>
                  <a:gd name="connsiteX1003" fmla="*/ 1740206 w 3740590"/>
                  <a:gd name="connsiteY1003" fmla="*/ 3083267 h 3192402"/>
                  <a:gd name="connsiteX1004" fmla="*/ 1729242 w 3740590"/>
                  <a:gd name="connsiteY1004" fmla="*/ 3115836 h 3192402"/>
                  <a:gd name="connsiteX1005" fmla="*/ 1710539 w 3740590"/>
                  <a:gd name="connsiteY1005" fmla="*/ 3134539 h 3192402"/>
                  <a:gd name="connsiteX1006" fmla="*/ 1645402 w 3740590"/>
                  <a:gd name="connsiteY1006" fmla="*/ 3172912 h 3192402"/>
                  <a:gd name="connsiteX1007" fmla="*/ 1634760 w 3740590"/>
                  <a:gd name="connsiteY1007" fmla="*/ 3187745 h 3192402"/>
                  <a:gd name="connsiteX1008" fmla="*/ 1632503 w 3740590"/>
                  <a:gd name="connsiteY1008" fmla="*/ 3191293 h 3192402"/>
                  <a:gd name="connsiteX1009" fmla="*/ 1627989 w 3740590"/>
                  <a:gd name="connsiteY1009" fmla="*/ 3194517 h 3192402"/>
                  <a:gd name="connsiteX1010" fmla="*/ 2521861 w 3740590"/>
                  <a:gd name="connsiteY1010" fmla="*/ 1473522 h 3192402"/>
                  <a:gd name="connsiteX1011" fmla="*/ 2522828 w 3740590"/>
                  <a:gd name="connsiteY1011" fmla="*/ 1479004 h 3192402"/>
                  <a:gd name="connsiteX1012" fmla="*/ 2528955 w 3740590"/>
                  <a:gd name="connsiteY1012" fmla="*/ 1479649 h 3192402"/>
                  <a:gd name="connsiteX1013" fmla="*/ 2539596 w 3740590"/>
                  <a:gd name="connsiteY1013" fmla="*/ 1475457 h 3192402"/>
                  <a:gd name="connsiteX1014" fmla="*/ 2537661 w 3740590"/>
                  <a:gd name="connsiteY1014" fmla="*/ 1475457 h 3192402"/>
                  <a:gd name="connsiteX1015" fmla="*/ 2534114 w 3740590"/>
                  <a:gd name="connsiteY1015" fmla="*/ 1474812 h 3192402"/>
                  <a:gd name="connsiteX1016" fmla="*/ 2521861 w 3740590"/>
                  <a:gd name="connsiteY1016" fmla="*/ 1473522 h 3192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</a:cxnLst>
                <a:rect l="l" t="t" r="r" b="b"/>
                <a:pathLst>
                  <a:path w="3740590" h="3192402">
                    <a:moveTo>
                      <a:pt x="1627989" y="3194517"/>
                    </a:moveTo>
                    <a:cubicBezTo>
                      <a:pt x="1624119" y="3194517"/>
                      <a:pt x="1618315" y="3193228"/>
                      <a:pt x="1608641" y="3190648"/>
                    </a:cubicBezTo>
                    <a:cubicBezTo>
                      <a:pt x="1603804" y="3189358"/>
                      <a:pt x="1598644" y="3188068"/>
                      <a:pt x="1595420" y="3187745"/>
                    </a:cubicBezTo>
                    <a:cubicBezTo>
                      <a:pt x="1587036" y="3186778"/>
                      <a:pt x="1585423" y="3185811"/>
                      <a:pt x="1579941" y="3182909"/>
                    </a:cubicBezTo>
                    <a:cubicBezTo>
                      <a:pt x="1578651" y="3182264"/>
                      <a:pt x="1577362" y="3181619"/>
                      <a:pt x="1575427" y="3180652"/>
                    </a:cubicBezTo>
                    <a:cubicBezTo>
                      <a:pt x="1570912" y="3178394"/>
                      <a:pt x="1567365" y="3174847"/>
                      <a:pt x="1562851" y="3170010"/>
                    </a:cubicBezTo>
                    <a:cubicBezTo>
                      <a:pt x="1556401" y="3163238"/>
                      <a:pt x="1547695" y="3154209"/>
                      <a:pt x="1531249" y="3143568"/>
                    </a:cubicBezTo>
                    <a:cubicBezTo>
                      <a:pt x="1513514" y="3132282"/>
                      <a:pt x="1508354" y="3126155"/>
                      <a:pt x="1502550" y="3119061"/>
                    </a:cubicBezTo>
                    <a:cubicBezTo>
                      <a:pt x="1499003" y="3114869"/>
                      <a:pt x="1495133" y="3110354"/>
                      <a:pt x="1487716" y="3104227"/>
                    </a:cubicBezTo>
                    <a:cubicBezTo>
                      <a:pt x="1468046" y="3087137"/>
                      <a:pt x="1443216" y="3046183"/>
                      <a:pt x="1440637" y="3036832"/>
                    </a:cubicBezTo>
                    <a:cubicBezTo>
                      <a:pt x="1439992" y="3033930"/>
                      <a:pt x="1436445" y="3030060"/>
                      <a:pt x="1432897" y="3026191"/>
                    </a:cubicBezTo>
                    <a:cubicBezTo>
                      <a:pt x="1429028" y="3021676"/>
                      <a:pt x="1424191" y="3016840"/>
                      <a:pt x="1421934" y="3011358"/>
                    </a:cubicBezTo>
                    <a:cubicBezTo>
                      <a:pt x="1420644" y="3008455"/>
                      <a:pt x="1419354" y="3003941"/>
                      <a:pt x="1417419" y="2998136"/>
                    </a:cubicBezTo>
                    <a:cubicBezTo>
                      <a:pt x="1412905" y="2984270"/>
                      <a:pt x="1406455" y="2962988"/>
                      <a:pt x="1398071" y="2949444"/>
                    </a:cubicBezTo>
                    <a:cubicBezTo>
                      <a:pt x="1387430" y="2932353"/>
                      <a:pt x="1379691" y="2907846"/>
                      <a:pt x="1373886" y="2872053"/>
                    </a:cubicBezTo>
                    <a:cubicBezTo>
                      <a:pt x="1371629" y="2858187"/>
                      <a:pt x="1371307" y="2844321"/>
                      <a:pt x="1370662" y="2831099"/>
                    </a:cubicBezTo>
                    <a:cubicBezTo>
                      <a:pt x="1370339" y="2816911"/>
                      <a:pt x="1369694" y="2803367"/>
                      <a:pt x="1367115" y="2791436"/>
                    </a:cubicBezTo>
                    <a:cubicBezTo>
                      <a:pt x="1362278" y="2770799"/>
                      <a:pt x="1356473" y="2757255"/>
                      <a:pt x="1340995" y="2721462"/>
                    </a:cubicBezTo>
                    <a:lnTo>
                      <a:pt x="1335191" y="2707918"/>
                    </a:lnTo>
                    <a:cubicBezTo>
                      <a:pt x="1314553" y="2660838"/>
                      <a:pt x="1311328" y="2652454"/>
                      <a:pt x="1306814" y="2632784"/>
                    </a:cubicBezTo>
                    <a:cubicBezTo>
                      <a:pt x="1304879" y="2624400"/>
                      <a:pt x="1304234" y="2620208"/>
                      <a:pt x="1303589" y="2616015"/>
                    </a:cubicBezTo>
                    <a:cubicBezTo>
                      <a:pt x="1302622" y="2610211"/>
                      <a:pt x="1301654" y="2605052"/>
                      <a:pt x="1297462" y="2589251"/>
                    </a:cubicBezTo>
                    <a:cubicBezTo>
                      <a:pt x="1290368" y="2562486"/>
                      <a:pt x="1279727" y="2536044"/>
                      <a:pt x="1274890" y="2527015"/>
                    </a:cubicBezTo>
                    <a:cubicBezTo>
                      <a:pt x="1273277" y="2524113"/>
                      <a:pt x="1271988" y="2520566"/>
                      <a:pt x="1270698" y="2517019"/>
                    </a:cubicBezTo>
                    <a:cubicBezTo>
                      <a:pt x="1268118" y="2510569"/>
                      <a:pt x="1265538" y="2504120"/>
                      <a:pt x="1261669" y="2501540"/>
                    </a:cubicBezTo>
                    <a:cubicBezTo>
                      <a:pt x="1253607" y="2496381"/>
                      <a:pt x="1244578" y="2481225"/>
                      <a:pt x="1242321" y="2468649"/>
                    </a:cubicBezTo>
                    <a:cubicBezTo>
                      <a:pt x="1240708" y="2459943"/>
                      <a:pt x="1238774" y="2457685"/>
                      <a:pt x="1234582" y="2453816"/>
                    </a:cubicBezTo>
                    <a:lnTo>
                      <a:pt x="1232647" y="2451881"/>
                    </a:lnTo>
                    <a:cubicBezTo>
                      <a:pt x="1226842" y="2446076"/>
                      <a:pt x="1213621" y="2428663"/>
                      <a:pt x="1206850" y="2419312"/>
                    </a:cubicBezTo>
                    <a:cubicBezTo>
                      <a:pt x="1200078" y="2409960"/>
                      <a:pt x="1162994" y="2354496"/>
                      <a:pt x="1155900" y="2337728"/>
                    </a:cubicBezTo>
                    <a:cubicBezTo>
                      <a:pt x="1153321" y="2331602"/>
                      <a:pt x="1149773" y="2325475"/>
                      <a:pt x="1145904" y="2319026"/>
                    </a:cubicBezTo>
                    <a:cubicBezTo>
                      <a:pt x="1139455" y="2308384"/>
                      <a:pt x="1133005" y="2297420"/>
                      <a:pt x="1130748" y="2286134"/>
                    </a:cubicBezTo>
                    <a:cubicBezTo>
                      <a:pt x="1128491" y="2274525"/>
                      <a:pt x="1124299" y="2260982"/>
                      <a:pt x="1120107" y="2247438"/>
                    </a:cubicBezTo>
                    <a:cubicBezTo>
                      <a:pt x="1118172" y="2240989"/>
                      <a:pt x="1116237" y="2234862"/>
                      <a:pt x="1114625" y="2229058"/>
                    </a:cubicBezTo>
                    <a:cubicBezTo>
                      <a:pt x="1113012" y="2223898"/>
                      <a:pt x="1111078" y="2217127"/>
                      <a:pt x="1108820" y="2210355"/>
                    </a:cubicBezTo>
                    <a:cubicBezTo>
                      <a:pt x="1103661" y="2194554"/>
                      <a:pt x="1098179" y="2178108"/>
                      <a:pt x="1097857" y="2168434"/>
                    </a:cubicBezTo>
                    <a:cubicBezTo>
                      <a:pt x="1097534" y="2162308"/>
                      <a:pt x="1094954" y="2154246"/>
                      <a:pt x="1092697" y="2146184"/>
                    </a:cubicBezTo>
                    <a:cubicBezTo>
                      <a:pt x="1090118" y="2137155"/>
                      <a:pt x="1087215" y="2127804"/>
                      <a:pt x="1087215" y="2120709"/>
                    </a:cubicBezTo>
                    <a:cubicBezTo>
                      <a:pt x="1087215" y="2115228"/>
                      <a:pt x="1087538" y="2110713"/>
                      <a:pt x="1088183" y="2106521"/>
                    </a:cubicBezTo>
                    <a:cubicBezTo>
                      <a:pt x="1088828" y="2100394"/>
                      <a:pt x="1089473" y="2094912"/>
                      <a:pt x="1088505" y="2086850"/>
                    </a:cubicBezTo>
                    <a:cubicBezTo>
                      <a:pt x="1088183" y="2082659"/>
                      <a:pt x="1088183" y="2079434"/>
                      <a:pt x="1087860" y="2076532"/>
                    </a:cubicBezTo>
                    <a:cubicBezTo>
                      <a:pt x="1087860" y="2069438"/>
                      <a:pt x="1087538" y="2064923"/>
                      <a:pt x="1082701" y="2054604"/>
                    </a:cubicBezTo>
                    <a:cubicBezTo>
                      <a:pt x="1075284" y="2038803"/>
                      <a:pt x="1074317" y="2027840"/>
                      <a:pt x="1074317" y="2020100"/>
                    </a:cubicBezTo>
                    <a:cubicBezTo>
                      <a:pt x="1074317" y="2017843"/>
                      <a:pt x="1071737" y="2013974"/>
                      <a:pt x="1069157" y="2010104"/>
                    </a:cubicBezTo>
                    <a:cubicBezTo>
                      <a:pt x="1066255" y="2005912"/>
                      <a:pt x="1062708" y="2000430"/>
                      <a:pt x="1060451" y="1993658"/>
                    </a:cubicBezTo>
                    <a:cubicBezTo>
                      <a:pt x="1058516" y="1988176"/>
                      <a:pt x="1056259" y="1983017"/>
                      <a:pt x="1054001" y="1977858"/>
                    </a:cubicBezTo>
                    <a:cubicBezTo>
                      <a:pt x="1051099" y="1971408"/>
                      <a:pt x="1048520" y="1965282"/>
                      <a:pt x="1046907" y="1959800"/>
                    </a:cubicBezTo>
                    <a:lnTo>
                      <a:pt x="1046262" y="1957542"/>
                    </a:lnTo>
                    <a:cubicBezTo>
                      <a:pt x="1044005" y="1950126"/>
                      <a:pt x="1043360" y="1947868"/>
                      <a:pt x="1044005" y="1940452"/>
                    </a:cubicBezTo>
                    <a:cubicBezTo>
                      <a:pt x="1044650" y="1933680"/>
                      <a:pt x="1042070" y="1925941"/>
                      <a:pt x="1039491" y="1920136"/>
                    </a:cubicBezTo>
                    <a:cubicBezTo>
                      <a:pt x="1036588" y="1913365"/>
                      <a:pt x="1039813" y="1904658"/>
                      <a:pt x="1041425" y="1900143"/>
                    </a:cubicBezTo>
                    <a:cubicBezTo>
                      <a:pt x="1041748" y="1899498"/>
                      <a:pt x="1042070" y="1898854"/>
                      <a:pt x="1042070" y="1898209"/>
                    </a:cubicBezTo>
                    <a:cubicBezTo>
                      <a:pt x="1042393" y="1897241"/>
                      <a:pt x="1041103" y="1892727"/>
                      <a:pt x="1037233" y="1889502"/>
                    </a:cubicBezTo>
                    <a:cubicBezTo>
                      <a:pt x="1035943" y="1888212"/>
                      <a:pt x="1034009" y="1887245"/>
                      <a:pt x="1032074" y="1886277"/>
                    </a:cubicBezTo>
                    <a:cubicBezTo>
                      <a:pt x="1028204" y="1884343"/>
                      <a:pt x="1024012" y="1881763"/>
                      <a:pt x="1022077" y="1877248"/>
                    </a:cubicBezTo>
                    <a:cubicBezTo>
                      <a:pt x="1020788" y="1873701"/>
                      <a:pt x="1019820" y="1868542"/>
                      <a:pt x="1019175" y="1863383"/>
                    </a:cubicBezTo>
                    <a:cubicBezTo>
                      <a:pt x="1018853" y="1860158"/>
                      <a:pt x="1018208" y="1857256"/>
                      <a:pt x="1017885" y="1855321"/>
                    </a:cubicBezTo>
                    <a:cubicBezTo>
                      <a:pt x="1017240" y="1852419"/>
                      <a:pt x="1006922" y="1844357"/>
                      <a:pt x="1003052" y="1841132"/>
                    </a:cubicBezTo>
                    <a:cubicBezTo>
                      <a:pt x="1001440" y="1839843"/>
                      <a:pt x="1000150" y="1838553"/>
                      <a:pt x="998860" y="1837908"/>
                    </a:cubicBezTo>
                    <a:cubicBezTo>
                      <a:pt x="996925" y="1836296"/>
                      <a:pt x="995958" y="1834361"/>
                      <a:pt x="995958" y="1832103"/>
                    </a:cubicBezTo>
                    <a:cubicBezTo>
                      <a:pt x="995958" y="1828879"/>
                      <a:pt x="998537" y="1827267"/>
                      <a:pt x="1000150" y="1825654"/>
                    </a:cubicBezTo>
                    <a:cubicBezTo>
                      <a:pt x="1001117" y="1825009"/>
                      <a:pt x="1002085" y="1824042"/>
                      <a:pt x="1002407" y="1823397"/>
                    </a:cubicBezTo>
                    <a:cubicBezTo>
                      <a:pt x="1002407" y="1821462"/>
                      <a:pt x="996603" y="1813400"/>
                      <a:pt x="993700" y="1810498"/>
                    </a:cubicBezTo>
                    <a:cubicBezTo>
                      <a:pt x="993378" y="1810176"/>
                      <a:pt x="990798" y="1808886"/>
                      <a:pt x="988864" y="1807919"/>
                    </a:cubicBezTo>
                    <a:cubicBezTo>
                      <a:pt x="978867" y="1802759"/>
                      <a:pt x="969838" y="1797922"/>
                      <a:pt x="966613" y="1792118"/>
                    </a:cubicBezTo>
                    <a:cubicBezTo>
                      <a:pt x="965324" y="1789538"/>
                      <a:pt x="962099" y="1786636"/>
                      <a:pt x="959197" y="1783734"/>
                    </a:cubicBezTo>
                    <a:cubicBezTo>
                      <a:pt x="954360" y="1779219"/>
                      <a:pt x="949845" y="1775027"/>
                      <a:pt x="949845" y="1769868"/>
                    </a:cubicBezTo>
                    <a:lnTo>
                      <a:pt x="949845" y="1767933"/>
                    </a:lnTo>
                    <a:cubicBezTo>
                      <a:pt x="949845" y="1760194"/>
                      <a:pt x="950168" y="1736654"/>
                      <a:pt x="945331" y="1725045"/>
                    </a:cubicBezTo>
                    <a:cubicBezTo>
                      <a:pt x="944041" y="1721498"/>
                      <a:pt x="942751" y="1718596"/>
                      <a:pt x="941784" y="1715694"/>
                    </a:cubicBezTo>
                    <a:cubicBezTo>
                      <a:pt x="938882" y="1707632"/>
                      <a:pt x="936624" y="1701828"/>
                      <a:pt x="932432" y="1696345"/>
                    </a:cubicBezTo>
                    <a:cubicBezTo>
                      <a:pt x="926628" y="1688284"/>
                      <a:pt x="917599" y="1669904"/>
                      <a:pt x="917599" y="1660230"/>
                    </a:cubicBezTo>
                    <a:cubicBezTo>
                      <a:pt x="917599" y="1657650"/>
                      <a:pt x="917599" y="1655393"/>
                      <a:pt x="917921" y="1652813"/>
                    </a:cubicBezTo>
                    <a:cubicBezTo>
                      <a:pt x="918244" y="1648621"/>
                      <a:pt x="918244" y="1644106"/>
                      <a:pt x="917276" y="1642494"/>
                    </a:cubicBezTo>
                    <a:cubicBezTo>
                      <a:pt x="916954" y="1641527"/>
                      <a:pt x="916309" y="1640559"/>
                      <a:pt x="915986" y="1639270"/>
                    </a:cubicBezTo>
                    <a:cubicBezTo>
                      <a:pt x="914374" y="1635400"/>
                      <a:pt x="912439" y="1630241"/>
                      <a:pt x="905990" y="1624114"/>
                    </a:cubicBezTo>
                    <a:cubicBezTo>
                      <a:pt x="904378" y="1622501"/>
                      <a:pt x="902765" y="1620889"/>
                      <a:pt x="901153" y="1619276"/>
                    </a:cubicBezTo>
                    <a:cubicBezTo>
                      <a:pt x="894704" y="1613150"/>
                      <a:pt x="889222" y="1607668"/>
                      <a:pt x="885030" y="1597672"/>
                    </a:cubicBezTo>
                    <a:cubicBezTo>
                      <a:pt x="881160" y="1588320"/>
                      <a:pt x="877291" y="1574131"/>
                      <a:pt x="874066" y="1561233"/>
                    </a:cubicBezTo>
                    <a:cubicBezTo>
                      <a:pt x="873099" y="1557686"/>
                      <a:pt x="872131" y="1554461"/>
                      <a:pt x="871486" y="1551237"/>
                    </a:cubicBezTo>
                    <a:cubicBezTo>
                      <a:pt x="870197" y="1547045"/>
                      <a:pt x="868907" y="1544465"/>
                      <a:pt x="867294" y="1542208"/>
                    </a:cubicBezTo>
                    <a:cubicBezTo>
                      <a:pt x="863747" y="1536725"/>
                      <a:pt x="860200" y="1531244"/>
                      <a:pt x="861167" y="1508994"/>
                    </a:cubicBezTo>
                    <a:cubicBezTo>
                      <a:pt x="862135" y="1484809"/>
                      <a:pt x="860523" y="1469008"/>
                      <a:pt x="858588" y="1452240"/>
                    </a:cubicBezTo>
                    <a:cubicBezTo>
                      <a:pt x="857943" y="1447403"/>
                      <a:pt x="857620" y="1442566"/>
                      <a:pt x="856975" y="1437729"/>
                    </a:cubicBezTo>
                    <a:cubicBezTo>
                      <a:pt x="856008" y="1428377"/>
                      <a:pt x="854718" y="1418703"/>
                      <a:pt x="853428" y="1409029"/>
                    </a:cubicBezTo>
                    <a:cubicBezTo>
                      <a:pt x="851494" y="1396131"/>
                      <a:pt x="849881" y="1383877"/>
                      <a:pt x="849881" y="1374848"/>
                    </a:cubicBezTo>
                    <a:cubicBezTo>
                      <a:pt x="849881" y="1365819"/>
                      <a:pt x="851494" y="1362917"/>
                      <a:pt x="853106" y="1360337"/>
                    </a:cubicBezTo>
                    <a:cubicBezTo>
                      <a:pt x="854073" y="1359047"/>
                      <a:pt x="854396" y="1358402"/>
                      <a:pt x="854396" y="1354855"/>
                    </a:cubicBezTo>
                    <a:cubicBezTo>
                      <a:pt x="854396" y="1350341"/>
                      <a:pt x="851816" y="1342602"/>
                      <a:pt x="849236" y="1334863"/>
                    </a:cubicBezTo>
                    <a:cubicBezTo>
                      <a:pt x="846012" y="1325189"/>
                      <a:pt x="842787" y="1315837"/>
                      <a:pt x="843754" y="1310033"/>
                    </a:cubicBezTo>
                    <a:cubicBezTo>
                      <a:pt x="844399" y="1304873"/>
                      <a:pt x="842465" y="1291975"/>
                      <a:pt x="840852" y="1281656"/>
                    </a:cubicBezTo>
                    <a:cubicBezTo>
                      <a:pt x="839562" y="1273917"/>
                      <a:pt x="838595" y="1267145"/>
                      <a:pt x="838595" y="1263598"/>
                    </a:cubicBezTo>
                    <a:cubicBezTo>
                      <a:pt x="838595" y="1261018"/>
                      <a:pt x="836338" y="1256181"/>
                      <a:pt x="834403" y="1251344"/>
                    </a:cubicBezTo>
                    <a:cubicBezTo>
                      <a:pt x="830856" y="1243605"/>
                      <a:pt x="826664" y="1233931"/>
                      <a:pt x="826664" y="1224580"/>
                    </a:cubicBezTo>
                    <a:cubicBezTo>
                      <a:pt x="826664" y="1215550"/>
                      <a:pt x="822472" y="1208456"/>
                      <a:pt x="818280" y="1201040"/>
                    </a:cubicBezTo>
                    <a:cubicBezTo>
                      <a:pt x="816345" y="1197493"/>
                      <a:pt x="814088" y="1193945"/>
                      <a:pt x="812475" y="1190076"/>
                    </a:cubicBezTo>
                    <a:cubicBezTo>
                      <a:pt x="807316" y="1178467"/>
                      <a:pt x="802801" y="1157829"/>
                      <a:pt x="805059" y="1148800"/>
                    </a:cubicBezTo>
                    <a:cubicBezTo>
                      <a:pt x="805704" y="1146866"/>
                      <a:pt x="803769" y="1141384"/>
                      <a:pt x="802479" y="1136869"/>
                    </a:cubicBezTo>
                    <a:cubicBezTo>
                      <a:pt x="799899" y="1128808"/>
                      <a:pt x="797319" y="1120423"/>
                      <a:pt x="799899" y="1114297"/>
                    </a:cubicBezTo>
                    <a:cubicBezTo>
                      <a:pt x="801512" y="1110427"/>
                      <a:pt x="800222" y="1104300"/>
                      <a:pt x="798932" y="1097851"/>
                    </a:cubicBezTo>
                    <a:cubicBezTo>
                      <a:pt x="797642" y="1092047"/>
                      <a:pt x="796675" y="1086242"/>
                      <a:pt x="796997" y="1080438"/>
                    </a:cubicBezTo>
                    <a:cubicBezTo>
                      <a:pt x="798287" y="1064637"/>
                      <a:pt x="796997" y="1052706"/>
                      <a:pt x="793127" y="1047224"/>
                    </a:cubicBezTo>
                    <a:cubicBezTo>
                      <a:pt x="787323" y="1038517"/>
                      <a:pt x="791838" y="1026264"/>
                      <a:pt x="793450" y="1022717"/>
                    </a:cubicBezTo>
                    <a:cubicBezTo>
                      <a:pt x="793450" y="1019814"/>
                      <a:pt x="793127" y="1009495"/>
                      <a:pt x="791838" y="1000789"/>
                    </a:cubicBezTo>
                    <a:cubicBezTo>
                      <a:pt x="789903" y="990148"/>
                      <a:pt x="789258" y="984666"/>
                      <a:pt x="786356" y="966608"/>
                    </a:cubicBezTo>
                    <a:cubicBezTo>
                      <a:pt x="782164" y="937586"/>
                      <a:pt x="781841" y="924365"/>
                      <a:pt x="785066" y="918883"/>
                    </a:cubicBezTo>
                    <a:cubicBezTo>
                      <a:pt x="787323" y="915658"/>
                      <a:pt x="786678" y="898890"/>
                      <a:pt x="781841" y="881799"/>
                    </a:cubicBezTo>
                    <a:cubicBezTo>
                      <a:pt x="780229" y="876318"/>
                      <a:pt x="777972" y="870513"/>
                      <a:pt x="775714" y="864709"/>
                    </a:cubicBezTo>
                    <a:cubicBezTo>
                      <a:pt x="771845" y="854390"/>
                      <a:pt x="768298" y="844716"/>
                      <a:pt x="768298" y="837622"/>
                    </a:cubicBezTo>
                    <a:cubicBezTo>
                      <a:pt x="768298" y="826658"/>
                      <a:pt x="773135" y="806988"/>
                      <a:pt x="784098" y="796991"/>
                    </a:cubicBezTo>
                    <a:cubicBezTo>
                      <a:pt x="788613" y="793122"/>
                      <a:pt x="788935" y="787317"/>
                      <a:pt x="788935" y="781513"/>
                    </a:cubicBezTo>
                    <a:cubicBezTo>
                      <a:pt x="789258" y="776676"/>
                      <a:pt x="789258" y="771516"/>
                      <a:pt x="793450" y="768937"/>
                    </a:cubicBezTo>
                    <a:cubicBezTo>
                      <a:pt x="794417" y="767325"/>
                      <a:pt x="794095" y="758295"/>
                      <a:pt x="793772" y="752169"/>
                    </a:cubicBezTo>
                    <a:cubicBezTo>
                      <a:pt x="793450" y="742817"/>
                      <a:pt x="792805" y="734110"/>
                      <a:pt x="795385" y="728629"/>
                    </a:cubicBezTo>
                    <a:cubicBezTo>
                      <a:pt x="796997" y="725081"/>
                      <a:pt x="799254" y="721212"/>
                      <a:pt x="801834" y="717020"/>
                    </a:cubicBezTo>
                    <a:cubicBezTo>
                      <a:pt x="806671" y="709603"/>
                      <a:pt x="811830" y="700897"/>
                      <a:pt x="811830" y="694447"/>
                    </a:cubicBezTo>
                    <a:cubicBezTo>
                      <a:pt x="811830" y="691223"/>
                      <a:pt x="811508" y="687676"/>
                      <a:pt x="811185" y="683806"/>
                    </a:cubicBezTo>
                    <a:cubicBezTo>
                      <a:pt x="810218" y="674454"/>
                      <a:pt x="809251" y="664781"/>
                      <a:pt x="814088" y="658976"/>
                    </a:cubicBezTo>
                    <a:cubicBezTo>
                      <a:pt x="819247" y="652527"/>
                      <a:pt x="822472" y="647368"/>
                      <a:pt x="815378" y="637049"/>
                    </a:cubicBezTo>
                    <a:cubicBezTo>
                      <a:pt x="806993" y="624795"/>
                      <a:pt x="803446" y="619636"/>
                      <a:pt x="806026" y="610929"/>
                    </a:cubicBezTo>
                    <a:lnTo>
                      <a:pt x="806349" y="610284"/>
                    </a:lnTo>
                    <a:cubicBezTo>
                      <a:pt x="808928" y="601255"/>
                      <a:pt x="810863" y="591258"/>
                      <a:pt x="799577" y="585454"/>
                    </a:cubicBezTo>
                    <a:cubicBezTo>
                      <a:pt x="795385" y="583197"/>
                      <a:pt x="790870" y="581907"/>
                      <a:pt x="786678" y="580295"/>
                    </a:cubicBezTo>
                    <a:cubicBezTo>
                      <a:pt x="778939" y="577715"/>
                      <a:pt x="772167" y="575458"/>
                      <a:pt x="769910" y="569653"/>
                    </a:cubicBezTo>
                    <a:cubicBezTo>
                      <a:pt x="768620" y="566429"/>
                      <a:pt x="768620" y="562559"/>
                      <a:pt x="770877" y="557722"/>
                    </a:cubicBezTo>
                    <a:cubicBezTo>
                      <a:pt x="773135" y="552563"/>
                      <a:pt x="774425" y="547403"/>
                      <a:pt x="775392" y="542889"/>
                    </a:cubicBezTo>
                    <a:cubicBezTo>
                      <a:pt x="777327" y="534505"/>
                      <a:pt x="778939" y="526443"/>
                      <a:pt x="787646" y="522574"/>
                    </a:cubicBezTo>
                    <a:cubicBezTo>
                      <a:pt x="788291" y="522251"/>
                      <a:pt x="788613" y="521929"/>
                      <a:pt x="788935" y="521606"/>
                    </a:cubicBezTo>
                    <a:cubicBezTo>
                      <a:pt x="789258" y="520316"/>
                      <a:pt x="787968" y="517092"/>
                      <a:pt x="787001" y="515157"/>
                    </a:cubicBezTo>
                    <a:cubicBezTo>
                      <a:pt x="785066" y="510965"/>
                      <a:pt x="781841" y="504193"/>
                      <a:pt x="787968" y="500646"/>
                    </a:cubicBezTo>
                    <a:cubicBezTo>
                      <a:pt x="789258" y="500001"/>
                      <a:pt x="790225" y="499356"/>
                      <a:pt x="791838" y="498389"/>
                    </a:cubicBezTo>
                    <a:cubicBezTo>
                      <a:pt x="797319" y="495487"/>
                      <a:pt x="805381" y="490650"/>
                      <a:pt x="806349" y="486780"/>
                    </a:cubicBezTo>
                    <a:cubicBezTo>
                      <a:pt x="806671" y="485813"/>
                      <a:pt x="806993" y="484845"/>
                      <a:pt x="807316" y="483878"/>
                    </a:cubicBezTo>
                    <a:cubicBezTo>
                      <a:pt x="807638" y="483233"/>
                      <a:pt x="807961" y="482265"/>
                      <a:pt x="807961" y="481621"/>
                    </a:cubicBezTo>
                    <a:cubicBezTo>
                      <a:pt x="806993" y="481298"/>
                      <a:pt x="804091" y="480331"/>
                      <a:pt x="795707" y="480008"/>
                    </a:cubicBezTo>
                    <a:cubicBezTo>
                      <a:pt x="780229" y="479363"/>
                      <a:pt x="772490" y="478718"/>
                      <a:pt x="769588" y="473881"/>
                    </a:cubicBezTo>
                    <a:cubicBezTo>
                      <a:pt x="767330" y="470334"/>
                      <a:pt x="768943" y="466142"/>
                      <a:pt x="770232" y="463562"/>
                    </a:cubicBezTo>
                    <a:cubicBezTo>
                      <a:pt x="771522" y="460983"/>
                      <a:pt x="772812" y="456468"/>
                      <a:pt x="774102" y="451309"/>
                    </a:cubicBezTo>
                    <a:cubicBezTo>
                      <a:pt x="777972" y="438088"/>
                      <a:pt x="780874" y="427446"/>
                      <a:pt x="787968" y="427446"/>
                    </a:cubicBezTo>
                    <a:cubicBezTo>
                      <a:pt x="789258" y="427446"/>
                      <a:pt x="790225" y="427446"/>
                      <a:pt x="791193" y="427446"/>
                    </a:cubicBezTo>
                    <a:cubicBezTo>
                      <a:pt x="795062" y="427769"/>
                      <a:pt x="796675" y="427769"/>
                      <a:pt x="800867" y="424222"/>
                    </a:cubicBezTo>
                    <a:cubicBezTo>
                      <a:pt x="804414" y="421642"/>
                      <a:pt x="805704" y="419707"/>
                      <a:pt x="806026" y="418740"/>
                    </a:cubicBezTo>
                    <a:cubicBezTo>
                      <a:pt x="805381" y="418418"/>
                      <a:pt x="804736" y="418095"/>
                      <a:pt x="802801" y="418095"/>
                    </a:cubicBezTo>
                    <a:cubicBezTo>
                      <a:pt x="791515" y="416805"/>
                      <a:pt x="783453" y="419062"/>
                      <a:pt x="782164" y="420675"/>
                    </a:cubicBezTo>
                    <a:cubicBezTo>
                      <a:pt x="780551" y="422609"/>
                      <a:pt x="778294" y="423254"/>
                      <a:pt x="776359" y="422609"/>
                    </a:cubicBezTo>
                    <a:cubicBezTo>
                      <a:pt x="769265" y="420030"/>
                      <a:pt x="768943" y="401004"/>
                      <a:pt x="768943" y="400037"/>
                    </a:cubicBezTo>
                    <a:cubicBezTo>
                      <a:pt x="768943" y="391330"/>
                      <a:pt x="771845" y="379399"/>
                      <a:pt x="777972" y="373595"/>
                    </a:cubicBezTo>
                    <a:cubicBezTo>
                      <a:pt x="780551" y="371337"/>
                      <a:pt x="783453" y="370048"/>
                      <a:pt x="786678" y="370370"/>
                    </a:cubicBezTo>
                    <a:cubicBezTo>
                      <a:pt x="791193" y="370693"/>
                      <a:pt x="796675" y="372627"/>
                      <a:pt x="802801" y="374885"/>
                    </a:cubicBezTo>
                    <a:cubicBezTo>
                      <a:pt x="808283" y="376820"/>
                      <a:pt x="814733" y="379077"/>
                      <a:pt x="817957" y="379077"/>
                    </a:cubicBezTo>
                    <a:cubicBezTo>
                      <a:pt x="820215" y="379077"/>
                      <a:pt x="823762" y="372627"/>
                      <a:pt x="825374" y="369080"/>
                    </a:cubicBezTo>
                    <a:cubicBezTo>
                      <a:pt x="826019" y="367790"/>
                      <a:pt x="826664" y="366823"/>
                      <a:pt x="826986" y="365856"/>
                    </a:cubicBezTo>
                    <a:cubicBezTo>
                      <a:pt x="823117" y="365211"/>
                      <a:pt x="816345" y="364888"/>
                      <a:pt x="807316" y="364888"/>
                    </a:cubicBezTo>
                    <a:cubicBezTo>
                      <a:pt x="800544" y="364888"/>
                      <a:pt x="793127" y="364566"/>
                      <a:pt x="786678" y="364243"/>
                    </a:cubicBezTo>
                    <a:cubicBezTo>
                      <a:pt x="779584" y="363921"/>
                      <a:pt x="772490" y="363598"/>
                      <a:pt x="767975" y="363921"/>
                    </a:cubicBezTo>
                    <a:cubicBezTo>
                      <a:pt x="761848" y="364243"/>
                      <a:pt x="761848" y="364243"/>
                      <a:pt x="760236" y="367468"/>
                    </a:cubicBezTo>
                    <a:lnTo>
                      <a:pt x="759914" y="368113"/>
                    </a:lnTo>
                    <a:cubicBezTo>
                      <a:pt x="759591" y="369080"/>
                      <a:pt x="759269" y="369403"/>
                      <a:pt x="758946" y="370048"/>
                    </a:cubicBezTo>
                    <a:cubicBezTo>
                      <a:pt x="758624" y="371015"/>
                      <a:pt x="757979" y="372305"/>
                      <a:pt x="756366" y="372950"/>
                    </a:cubicBezTo>
                    <a:cubicBezTo>
                      <a:pt x="754432" y="373917"/>
                      <a:pt x="752819" y="372950"/>
                      <a:pt x="751852" y="372627"/>
                    </a:cubicBezTo>
                    <a:cubicBezTo>
                      <a:pt x="751207" y="372305"/>
                      <a:pt x="750240" y="371982"/>
                      <a:pt x="747982" y="371337"/>
                    </a:cubicBezTo>
                    <a:cubicBezTo>
                      <a:pt x="744113" y="370370"/>
                      <a:pt x="741533" y="367790"/>
                      <a:pt x="740243" y="364243"/>
                    </a:cubicBezTo>
                    <a:cubicBezTo>
                      <a:pt x="738631" y="359729"/>
                      <a:pt x="739921" y="354569"/>
                      <a:pt x="741856" y="351990"/>
                    </a:cubicBezTo>
                    <a:cubicBezTo>
                      <a:pt x="741856" y="351990"/>
                      <a:pt x="741856" y="351345"/>
                      <a:pt x="741211" y="350700"/>
                    </a:cubicBezTo>
                    <a:cubicBezTo>
                      <a:pt x="740888" y="350377"/>
                      <a:pt x="740566" y="350055"/>
                      <a:pt x="739598" y="350055"/>
                    </a:cubicBezTo>
                    <a:cubicBezTo>
                      <a:pt x="736051" y="350055"/>
                      <a:pt x="724765" y="358761"/>
                      <a:pt x="724765" y="369403"/>
                    </a:cubicBezTo>
                    <a:cubicBezTo>
                      <a:pt x="724765" y="383591"/>
                      <a:pt x="719605" y="389073"/>
                      <a:pt x="714769" y="392620"/>
                    </a:cubicBezTo>
                    <a:cubicBezTo>
                      <a:pt x="711544" y="395200"/>
                      <a:pt x="708319" y="399069"/>
                      <a:pt x="704450" y="404552"/>
                    </a:cubicBezTo>
                    <a:cubicBezTo>
                      <a:pt x="702192" y="408098"/>
                      <a:pt x="698645" y="409066"/>
                      <a:pt x="695743" y="409711"/>
                    </a:cubicBezTo>
                    <a:cubicBezTo>
                      <a:pt x="692518" y="410678"/>
                      <a:pt x="692518" y="410678"/>
                      <a:pt x="692518" y="412613"/>
                    </a:cubicBezTo>
                    <a:cubicBezTo>
                      <a:pt x="692518" y="415838"/>
                      <a:pt x="694131" y="418740"/>
                      <a:pt x="695743" y="420997"/>
                    </a:cubicBezTo>
                    <a:cubicBezTo>
                      <a:pt x="697355" y="423899"/>
                      <a:pt x="699935" y="428091"/>
                      <a:pt x="696711" y="432283"/>
                    </a:cubicBezTo>
                    <a:cubicBezTo>
                      <a:pt x="692196" y="437443"/>
                      <a:pt x="678975" y="437765"/>
                      <a:pt x="673816" y="437765"/>
                    </a:cubicBezTo>
                    <a:cubicBezTo>
                      <a:pt x="674138" y="438733"/>
                      <a:pt x="675105" y="440345"/>
                      <a:pt x="676395" y="441635"/>
                    </a:cubicBezTo>
                    <a:cubicBezTo>
                      <a:pt x="678008" y="443570"/>
                      <a:pt x="679942" y="444537"/>
                      <a:pt x="681555" y="444860"/>
                    </a:cubicBezTo>
                    <a:cubicBezTo>
                      <a:pt x="683489" y="444860"/>
                      <a:pt x="685747" y="444537"/>
                      <a:pt x="687682" y="444215"/>
                    </a:cubicBezTo>
                    <a:cubicBezTo>
                      <a:pt x="692518" y="443247"/>
                      <a:pt x="698968" y="441957"/>
                      <a:pt x="703805" y="451631"/>
                    </a:cubicBezTo>
                    <a:cubicBezTo>
                      <a:pt x="706062" y="456146"/>
                      <a:pt x="706384" y="459693"/>
                      <a:pt x="706707" y="461950"/>
                    </a:cubicBezTo>
                    <a:cubicBezTo>
                      <a:pt x="707029" y="464852"/>
                      <a:pt x="707029" y="465497"/>
                      <a:pt x="710899" y="467110"/>
                    </a:cubicBezTo>
                    <a:cubicBezTo>
                      <a:pt x="724442" y="473236"/>
                      <a:pt x="726377" y="482265"/>
                      <a:pt x="718638" y="500968"/>
                    </a:cubicBezTo>
                    <a:cubicBezTo>
                      <a:pt x="711866" y="517092"/>
                      <a:pt x="702515" y="525476"/>
                      <a:pt x="695743" y="531280"/>
                    </a:cubicBezTo>
                    <a:cubicBezTo>
                      <a:pt x="694453" y="532248"/>
                      <a:pt x="693163" y="533537"/>
                      <a:pt x="692196" y="534505"/>
                    </a:cubicBezTo>
                    <a:cubicBezTo>
                      <a:pt x="690261" y="536117"/>
                      <a:pt x="688326" y="537729"/>
                      <a:pt x="686714" y="539019"/>
                    </a:cubicBezTo>
                    <a:cubicBezTo>
                      <a:pt x="680265" y="544179"/>
                      <a:pt x="679942" y="545146"/>
                      <a:pt x="680910" y="547403"/>
                    </a:cubicBezTo>
                    <a:cubicBezTo>
                      <a:pt x="682522" y="550306"/>
                      <a:pt x="684457" y="555143"/>
                      <a:pt x="682522" y="559657"/>
                    </a:cubicBezTo>
                    <a:cubicBezTo>
                      <a:pt x="680587" y="564172"/>
                      <a:pt x="676073" y="567396"/>
                      <a:pt x="667366" y="569976"/>
                    </a:cubicBezTo>
                    <a:cubicBezTo>
                      <a:pt x="658660" y="572878"/>
                      <a:pt x="637377" y="582552"/>
                      <a:pt x="620286" y="590291"/>
                    </a:cubicBezTo>
                    <a:cubicBezTo>
                      <a:pt x="611257" y="594483"/>
                      <a:pt x="603518" y="598030"/>
                      <a:pt x="599326" y="599643"/>
                    </a:cubicBezTo>
                    <a:cubicBezTo>
                      <a:pt x="593199" y="602222"/>
                      <a:pt x="589330" y="600933"/>
                      <a:pt x="586105" y="599965"/>
                    </a:cubicBezTo>
                    <a:cubicBezTo>
                      <a:pt x="582880" y="598998"/>
                      <a:pt x="580301" y="598353"/>
                      <a:pt x="573207" y="603835"/>
                    </a:cubicBezTo>
                    <a:cubicBezTo>
                      <a:pt x="563210" y="611574"/>
                      <a:pt x="550956" y="615766"/>
                      <a:pt x="539993" y="619636"/>
                    </a:cubicBezTo>
                    <a:cubicBezTo>
                      <a:pt x="534188" y="621570"/>
                      <a:pt x="528706" y="623505"/>
                      <a:pt x="524837" y="625762"/>
                    </a:cubicBezTo>
                    <a:cubicBezTo>
                      <a:pt x="518710" y="628987"/>
                      <a:pt x="512906" y="629954"/>
                      <a:pt x="507746" y="630599"/>
                    </a:cubicBezTo>
                    <a:cubicBezTo>
                      <a:pt x="502587" y="631244"/>
                      <a:pt x="497105" y="632212"/>
                      <a:pt x="490656" y="635114"/>
                    </a:cubicBezTo>
                    <a:cubicBezTo>
                      <a:pt x="482916" y="638661"/>
                      <a:pt x="473565" y="638339"/>
                      <a:pt x="465826" y="637693"/>
                    </a:cubicBezTo>
                    <a:cubicBezTo>
                      <a:pt x="462601" y="637371"/>
                      <a:pt x="458409" y="637371"/>
                      <a:pt x="456797" y="637693"/>
                    </a:cubicBezTo>
                    <a:cubicBezTo>
                      <a:pt x="457119" y="640596"/>
                      <a:pt x="457119" y="643498"/>
                      <a:pt x="454540" y="645755"/>
                    </a:cubicBezTo>
                    <a:cubicBezTo>
                      <a:pt x="451315" y="648335"/>
                      <a:pt x="447445" y="647368"/>
                      <a:pt x="432934" y="643498"/>
                    </a:cubicBezTo>
                    <a:cubicBezTo>
                      <a:pt x="429387" y="642531"/>
                      <a:pt x="425195" y="641241"/>
                      <a:pt x="420036" y="639951"/>
                    </a:cubicBezTo>
                    <a:cubicBezTo>
                      <a:pt x="400688" y="634791"/>
                      <a:pt x="396173" y="631567"/>
                      <a:pt x="390047" y="626085"/>
                    </a:cubicBezTo>
                    <a:cubicBezTo>
                      <a:pt x="386822" y="623183"/>
                      <a:pt x="383275" y="619958"/>
                      <a:pt x="375213" y="615443"/>
                    </a:cubicBezTo>
                    <a:cubicBezTo>
                      <a:pt x="352318" y="602222"/>
                      <a:pt x="327488" y="576103"/>
                      <a:pt x="311043" y="557400"/>
                    </a:cubicBezTo>
                    <a:cubicBezTo>
                      <a:pt x="301691" y="546758"/>
                      <a:pt x="295242" y="538052"/>
                      <a:pt x="288470" y="528700"/>
                    </a:cubicBezTo>
                    <a:cubicBezTo>
                      <a:pt x="282988" y="520961"/>
                      <a:pt x="277184" y="513222"/>
                      <a:pt x="269122" y="503548"/>
                    </a:cubicBezTo>
                    <a:cubicBezTo>
                      <a:pt x="263963" y="497099"/>
                      <a:pt x="259448" y="491294"/>
                      <a:pt x="254934" y="485168"/>
                    </a:cubicBezTo>
                    <a:cubicBezTo>
                      <a:pt x="243970" y="470334"/>
                      <a:pt x="232361" y="454856"/>
                      <a:pt x="204952" y="427446"/>
                    </a:cubicBezTo>
                    <a:cubicBezTo>
                      <a:pt x="166256" y="388751"/>
                      <a:pt x="135944" y="349732"/>
                      <a:pt x="128850" y="336511"/>
                    </a:cubicBezTo>
                    <a:cubicBezTo>
                      <a:pt x="121433" y="322645"/>
                      <a:pt x="121111" y="314261"/>
                      <a:pt x="122401" y="303942"/>
                    </a:cubicBezTo>
                    <a:cubicBezTo>
                      <a:pt x="124013" y="292334"/>
                      <a:pt x="136589" y="279758"/>
                      <a:pt x="144328" y="274276"/>
                    </a:cubicBezTo>
                    <a:cubicBezTo>
                      <a:pt x="147231" y="272341"/>
                      <a:pt x="149488" y="272986"/>
                      <a:pt x="150455" y="273631"/>
                    </a:cubicBezTo>
                    <a:cubicBezTo>
                      <a:pt x="154647" y="278145"/>
                      <a:pt x="154647" y="282660"/>
                      <a:pt x="154647" y="288787"/>
                    </a:cubicBezTo>
                    <a:cubicBezTo>
                      <a:pt x="154647" y="290399"/>
                      <a:pt x="154647" y="292978"/>
                      <a:pt x="154970" y="294591"/>
                    </a:cubicBezTo>
                    <a:cubicBezTo>
                      <a:pt x="155615" y="294268"/>
                      <a:pt x="156260" y="293946"/>
                      <a:pt x="156905" y="293946"/>
                    </a:cubicBezTo>
                    <a:cubicBezTo>
                      <a:pt x="159162" y="292978"/>
                      <a:pt x="161742" y="291689"/>
                      <a:pt x="164321" y="292978"/>
                    </a:cubicBezTo>
                    <a:cubicBezTo>
                      <a:pt x="167223" y="294268"/>
                      <a:pt x="168191" y="297493"/>
                      <a:pt x="168513" y="298461"/>
                    </a:cubicBezTo>
                    <a:cubicBezTo>
                      <a:pt x="170126" y="303620"/>
                      <a:pt x="167546" y="309424"/>
                      <a:pt x="164966" y="314906"/>
                    </a:cubicBezTo>
                    <a:cubicBezTo>
                      <a:pt x="163354" y="318131"/>
                      <a:pt x="162064" y="321678"/>
                      <a:pt x="162064" y="323613"/>
                    </a:cubicBezTo>
                    <a:cubicBezTo>
                      <a:pt x="162064" y="324903"/>
                      <a:pt x="162387" y="325870"/>
                      <a:pt x="163354" y="326515"/>
                    </a:cubicBezTo>
                    <a:cubicBezTo>
                      <a:pt x="164644" y="327160"/>
                      <a:pt x="166901" y="327160"/>
                      <a:pt x="168836" y="326193"/>
                    </a:cubicBezTo>
                    <a:cubicBezTo>
                      <a:pt x="170126" y="325547"/>
                      <a:pt x="171416" y="324580"/>
                      <a:pt x="172705" y="323935"/>
                    </a:cubicBezTo>
                    <a:cubicBezTo>
                      <a:pt x="177542" y="321033"/>
                      <a:pt x="182702" y="317808"/>
                      <a:pt x="189474" y="317808"/>
                    </a:cubicBezTo>
                    <a:cubicBezTo>
                      <a:pt x="196568" y="317808"/>
                      <a:pt x="208821" y="315874"/>
                      <a:pt x="209144" y="315874"/>
                    </a:cubicBezTo>
                    <a:lnTo>
                      <a:pt x="213336" y="315229"/>
                    </a:lnTo>
                    <a:lnTo>
                      <a:pt x="213658" y="318776"/>
                    </a:lnTo>
                    <a:cubicBezTo>
                      <a:pt x="214303" y="318776"/>
                      <a:pt x="214948" y="318453"/>
                      <a:pt x="216561" y="317808"/>
                    </a:cubicBezTo>
                    <a:cubicBezTo>
                      <a:pt x="217528" y="317486"/>
                      <a:pt x="217528" y="317163"/>
                      <a:pt x="217528" y="317163"/>
                    </a:cubicBezTo>
                    <a:lnTo>
                      <a:pt x="217528" y="317163"/>
                    </a:lnTo>
                    <a:cubicBezTo>
                      <a:pt x="217528" y="317163"/>
                      <a:pt x="217528" y="316841"/>
                      <a:pt x="217528" y="316519"/>
                    </a:cubicBezTo>
                    <a:cubicBezTo>
                      <a:pt x="217206" y="309102"/>
                      <a:pt x="223655" y="308457"/>
                      <a:pt x="230104" y="308134"/>
                    </a:cubicBezTo>
                    <a:cubicBezTo>
                      <a:pt x="238811" y="307812"/>
                      <a:pt x="243970" y="308779"/>
                      <a:pt x="247517" y="309424"/>
                    </a:cubicBezTo>
                    <a:cubicBezTo>
                      <a:pt x="249130" y="309747"/>
                      <a:pt x="250419" y="310069"/>
                      <a:pt x="251709" y="310069"/>
                    </a:cubicBezTo>
                    <a:cubicBezTo>
                      <a:pt x="251709" y="309747"/>
                      <a:pt x="251387" y="309424"/>
                      <a:pt x="251387" y="308779"/>
                    </a:cubicBezTo>
                    <a:cubicBezTo>
                      <a:pt x="250097" y="305555"/>
                      <a:pt x="248485" y="301363"/>
                      <a:pt x="250742" y="297815"/>
                    </a:cubicBezTo>
                    <a:cubicBezTo>
                      <a:pt x="252354" y="295558"/>
                      <a:pt x="254934" y="294268"/>
                      <a:pt x="258481" y="294268"/>
                    </a:cubicBezTo>
                    <a:cubicBezTo>
                      <a:pt x="266543" y="293946"/>
                      <a:pt x="271057" y="297493"/>
                      <a:pt x="274282" y="300073"/>
                    </a:cubicBezTo>
                    <a:cubicBezTo>
                      <a:pt x="276861" y="302008"/>
                      <a:pt x="277506" y="302653"/>
                      <a:pt x="278796" y="302330"/>
                    </a:cubicBezTo>
                    <a:cubicBezTo>
                      <a:pt x="280086" y="302008"/>
                      <a:pt x="280086" y="302008"/>
                      <a:pt x="280731" y="300718"/>
                    </a:cubicBezTo>
                    <a:cubicBezTo>
                      <a:pt x="282666" y="297493"/>
                      <a:pt x="284923" y="294268"/>
                      <a:pt x="293630" y="294913"/>
                    </a:cubicBezTo>
                    <a:cubicBezTo>
                      <a:pt x="297499" y="295236"/>
                      <a:pt x="298789" y="292978"/>
                      <a:pt x="301046" y="287174"/>
                    </a:cubicBezTo>
                    <a:cubicBezTo>
                      <a:pt x="302659" y="283305"/>
                      <a:pt x="304271" y="279112"/>
                      <a:pt x="308141" y="277178"/>
                    </a:cubicBezTo>
                    <a:cubicBezTo>
                      <a:pt x="309430" y="276533"/>
                      <a:pt x="310398" y="275566"/>
                      <a:pt x="311365" y="274921"/>
                    </a:cubicBezTo>
                    <a:cubicBezTo>
                      <a:pt x="312655" y="273631"/>
                      <a:pt x="314590" y="272018"/>
                      <a:pt x="317492" y="272018"/>
                    </a:cubicBezTo>
                    <a:cubicBezTo>
                      <a:pt x="320717" y="272341"/>
                      <a:pt x="323619" y="274921"/>
                      <a:pt x="327811" y="280080"/>
                    </a:cubicBezTo>
                    <a:cubicBezTo>
                      <a:pt x="332003" y="285239"/>
                      <a:pt x="335550" y="287819"/>
                      <a:pt x="338130" y="287497"/>
                    </a:cubicBezTo>
                    <a:cubicBezTo>
                      <a:pt x="341032" y="287174"/>
                      <a:pt x="344902" y="283627"/>
                      <a:pt x="348771" y="277178"/>
                    </a:cubicBezTo>
                    <a:cubicBezTo>
                      <a:pt x="354575" y="267826"/>
                      <a:pt x="361347" y="254605"/>
                      <a:pt x="367152" y="243319"/>
                    </a:cubicBezTo>
                    <a:cubicBezTo>
                      <a:pt x="371989" y="234290"/>
                      <a:pt x="375858" y="226551"/>
                      <a:pt x="378760" y="221391"/>
                    </a:cubicBezTo>
                    <a:cubicBezTo>
                      <a:pt x="380695" y="218167"/>
                      <a:pt x="382630" y="214619"/>
                      <a:pt x="386177" y="215587"/>
                    </a:cubicBezTo>
                    <a:cubicBezTo>
                      <a:pt x="389724" y="216554"/>
                      <a:pt x="389402" y="220102"/>
                      <a:pt x="389402" y="222681"/>
                    </a:cubicBezTo>
                    <a:cubicBezTo>
                      <a:pt x="389402" y="226551"/>
                      <a:pt x="389402" y="228808"/>
                      <a:pt x="390047" y="229131"/>
                    </a:cubicBezTo>
                    <a:cubicBezTo>
                      <a:pt x="391014" y="229131"/>
                      <a:pt x="393271" y="226228"/>
                      <a:pt x="394884" y="224616"/>
                    </a:cubicBezTo>
                    <a:cubicBezTo>
                      <a:pt x="397786" y="221069"/>
                      <a:pt x="401333" y="217199"/>
                      <a:pt x="406170" y="215587"/>
                    </a:cubicBezTo>
                    <a:cubicBezTo>
                      <a:pt x="409717" y="214297"/>
                      <a:pt x="410684" y="210428"/>
                      <a:pt x="411974" y="204623"/>
                    </a:cubicBezTo>
                    <a:cubicBezTo>
                      <a:pt x="412619" y="201721"/>
                      <a:pt x="412942" y="199141"/>
                      <a:pt x="414231" y="197207"/>
                    </a:cubicBezTo>
                    <a:cubicBezTo>
                      <a:pt x="416489" y="193337"/>
                      <a:pt x="419391" y="192370"/>
                      <a:pt x="421971" y="191725"/>
                    </a:cubicBezTo>
                    <a:cubicBezTo>
                      <a:pt x="423905" y="191080"/>
                      <a:pt x="425840" y="190757"/>
                      <a:pt x="428742" y="188500"/>
                    </a:cubicBezTo>
                    <a:lnTo>
                      <a:pt x="431967" y="186243"/>
                    </a:lnTo>
                    <a:cubicBezTo>
                      <a:pt x="437126" y="182696"/>
                      <a:pt x="450992" y="172699"/>
                      <a:pt x="451960" y="169475"/>
                    </a:cubicBezTo>
                    <a:cubicBezTo>
                      <a:pt x="452282" y="167217"/>
                      <a:pt x="451315" y="162703"/>
                      <a:pt x="450025" y="161735"/>
                    </a:cubicBezTo>
                    <a:cubicBezTo>
                      <a:pt x="449380" y="161413"/>
                      <a:pt x="447768" y="161735"/>
                      <a:pt x="446155" y="163025"/>
                    </a:cubicBezTo>
                    <a:cubicBezTo>
                      <a:pt x="435514" y="169475"/>
                      <a:pt x="430355" y="172699"/>
                      <a:pt x="422293" y="171087"/>
                    </a:cubicBezTo>
                    <a:cubicBezTo>
                      <a:pt x="416166" y="169797"/>
                      <a:pt x="407782" y="166895"/>
                      <a:pt x="399398" y="163348"/>
                    </a:cubicBezTo>
                    <a:cubicBezTo>
                      <a:pt x="396818" y="162380"/>
                      <a:pt x="394561" y="160768"/>
                      <a:pt x="392949" y="159478"/>
                    </a:cubicBezTo>
                    <a:cubicBezTo>
                      <a:pt x="389079" y="156576"/>
                      <a:pt x="386822" y="154964"/>
                      <a:pt x="379405" y="159156"/>
                    </a:cubicBezTo>
                    <a:cubicBezTo>
                      <a:pt x="366184" y="166572"/>
                      <a:pt x="359735" y="172377"/>
                      <a:pt x="359412" y="177536"/>
                    </a:cubicBezTo>
                    <a:cubicBezTo>
                      <a:pt x="359090" y="179471"/>
                      <a:pt x="359735" y="182051"/>
                      <a:pt x="360380" y="184630"/>
                    </a:cubicBezTo>
                    <a:cubicBezTo>
                      <a:pt x="361347" y="189467"/>
                      <a:pt x="362637" y="194304"/>
                      <a:pt x="360057" y="198174"/>
                    </a:cubicBezTo>
                    <a:cubicBezTo>
                      <a:pt x="359090" y="199464"/>
                      <a:pt x="357155" y="201399"/>
                      <a:pt x="353931" y="201721"/>
                    </a:cubicBezTo>
                    <a:cubicBezTo>
                      <a:pt x="350383" y="202366"/>
                      <a:pt x="347159" y="202043"/>
                      <a:pt x="344902" y="202043"/>
                    </a:cubicBezTo>
                    <a:cubicBezTo>
                      <a:pt x="340387" y="201721"/>
                      <a:pt x="339420" y="202043"/>
                      <a:pt x="338775" y="203333"/>
                    </a:cubicBezTo>
                    <a:cubicBezTo>
                      <a:pt x="338130" y="204301"/>
                      <a:pt x="337807" y="204946"/>
                      <a:pt x="337485" y="205913"/>
                    </a:cubicBezTo>
                    <a:cubicBezTo>
                      <a:pt x="334583" y="211717"/>
                      <a:pt x="331358" y="215909"/>
                      <a:pt x="317814" y="215909"/>
                    </a:cubicBezTo>
                    <a:cubicBezTo>
                      <a:pt x="303626" y="215909"/>
                      <a:pt x="296209" y="218489"/>
                      <a:pt x="288148" y="222036"/>
                    </a:cubicBezTo>
                    <a:cubicBezTo>
                      <a:pt x="283956" y="223649"/>
                      <a:pt x="280409" y="224294"/>
                      <a:pt x="277506" y="224616"/>
                    </a:cubicBezTo>
                    <a:cubicBezTo>
                      <a:pt x="273637" y="224939"/>
                      <a:pt x="272024" y="225261"/>
                      <a:pt x="270412" y="227196"/>
                    </a:cubicBezTo>
                    <a:cubicBezTo>
                      <a:pt x="265898" y="232678"/>
                      <a:pt x="260416" y="231065"/>
                      <a:pt x="254934" y="229775"/>
                    </a:cubicBezTo>
                    <a:cubicBezTo>
                      <a:pt x="252354" y="228808"/>
                      <a:pt x="248485" y="227841"/>
                      <a:pt x="243970" y="227841"/>
                    </a:cubicBezTo>
                    <a:cubicBezTo>
                      <a:pt x="238488" y="227841"/>
                      <a:pt x="232039" y="226873"/>
                      <a:pt x="224945" y="225906"/>
                    </a:cubicBezTo>
                    <a:cubicBezTo>
                      <a:pt x="215271" y="224616"/>
                      <a:pt x="205597" y="223004"/>
                      <a:pt x="199470" y="224294"/>
                    </a:cubicBezTo>
                    <a:cubicBezTo>
                      <a:pt x="186571" y="226873"/>
                      <a:pt x="184314" y="226228"/>
                      <a:pt x="170448" y="214942"/>
                    </a:cubicBezTo>
                    <a:cubicBezTo>
                      <a:pt x="160129" y="206558"/>
                      <a:pt x="143684" y="195917"/>
                      <a:pt x="129495" y="186565"/>
                    </a:cubicBezTo>
                    <a:cubicBezTo>
                      <a:pt x="125948" y="184308"/>
                      <a:pt x="122723" y="182051"/>
                      <a:pt x="119499" y="180116"/>
                    </a:cubicBezTo>
                    <a:cubicBezTo>
                      <a:pt x="110470" y="174311"/>
                      <a:pt x="104020" y="168830"/>
                      <a:pt x="98861" y="164315"/>
                    </a:cubicBezTo>
                    <a:cubicBezTo>
                      <a:pt x="95314" y="161090"/>
                      <a:pt x="92412" y="158833"/>
                      <a:pt x="89832" y="157221"/>
                    </a:cubicBezTo>
                    <a:cubicBezTo>
                      <a:pt x="81770" y="152384"/>
                      <a:pt x="74031" y="141098"/>
                      <a:pt x="71774" y="133358"/>
                    </a:cubicBezTo>
                    <a:cubicBezTo>
                      <a:pt x="70807" y="129811"/>
                      <a:pt x="69194" y="125619"/>
                      <a:pt x="67582" y="122395"/>
                    </a:cubicBezTo>
                    <a:cubicBezTo>
                      <a:pt x="65647" y="117880"/>
                      <a:pt x="65002" y="116268"/>
                      <a:pt x="65002" y="114655"/>
                    </a:cubicBezTo>
                    <a:cubicBezTo>
                      <a:pt x="65002" y="113688"/>
                      <a:pt x="65325" y="111431"/>
                      <a:pt x="65647" y="109174"/>
                    </a:cubicBezTo>
                    <a:cubicBezTo>
                      <a:pt x="65647" y="107884"/>
                      <a:pt x="65970" y="106916"/>
                      <a:pt x="65970" y="105949"/>
                    </a:cubicBezTo>
                    <a:cubicBezTo>
                      <a:pt x="65002" y="104982"/>
                      <a:pt x="63067" y="103047"/>
                      <a:pt x="61455" y="101434"/>
                    </a:cubicBezTo>
                    <a:cubicBezTo>
                      <a:pt x="57908" y="98210"/>
                      <a:pt x="53716" y="94018"/>
                      <a:pt x="50491" y="90148"/>
                    </a:cubicBezTo>
                    <a:cubicBezTo>
                      <a:pt x="45977" y="84344"/>
                      <a:pt x="47267" y="80474"/>
                      <a:pt x="48556" y="77250"/>
                    </a:cubicBezTo>
                    <a:cubicBezTo>
                      <a:pt x="49201" y="75315"/>
                      <a:pt x="49846" y="73702"/>
                      <a:pt x="48879" y="71123"/>
                    </a:cubicBezTo>
                    <a:cubicBezTo>
                      <a:pt x="46299" y="63384"/>
                      <a:pt x="44687" y="54677"/>
                      <a:pt x="50491" y="47583"/>
                    </a:cubicBezTo>
                    <a:lnTo>
                      <a:pt x="52104" y="45648"/>
                    </a:lnTo>
                    <a:cubicBezTo>
                      <a:pt x="55006" y="41779"/>
                      <a:pt x="56296" y="40811"/>
                      <a:pt x="61778" y="39199"/>
                    </a:cubicBezTo>
                    <a:cubicBezTo>
                      <a:pt x="63390" y="38876"/>
                      <a:pt x="65002" y="38231"/>
                      <a:pt x="66937" y="37909"/>
                    </a:cubicBezTo>
                    <a:cubicBezTo>
                      <a:pt x="72419" y="36619"/>
                      <a:pt x="78223" y="35329"/>
                      <a:pt x="83060" y="31137"/>
                    </a:cubicBezTo>
                    <a:cubicBezTo>
                      <a:pt x="85317" y="29202"/>
                      <a:pt x="85962" y="27267"/>
                      <a:pt x="86930" y="25333"/>
                    </a:cubicBezTo>
                    <a:cubicBezTo>
                      <a:pt x="89187" y="20818"/>
                      <a:pt x="91444" y="17271"/>
                      <a:pt x="100151" y="16626"/>
                    </a:cubicBezTo>
                    <a:cubicBezTo>
                      <a:pt x="107568" y="15981"/>
                      <a:pt x="113694" y="10822"/>
                      <a:pt x="117886" y="6952"/>
                    </a:cubicBezTo>
                    <a:cubicBezTo>
                      <a:pt x="115307" y="6630"/>
                      <a:pt x="112082" y="6952"/>
                      <a:pt x="109502" y="8242"/>
                    </a:cubicBezTo>
                    <a:cubicBezTo>
                      <a:pt x="105633" y="9854"/>
                      <a:pt x="100796" y="10499"/>
                      <a:pt x="95959" y="11144"/>
                    </a:cubicBezTo>
                    <a:cubicBezTo>
                      <a:pt x="90799" y="11789"/>
                      <a:pt x="84028" y="12757"/>
                      <a:pt x="82415" y="15014"/>
                    </a:cubicBezTo>
                    <a:cubicBezTo>
                      <a:pt x="81125" y="16626"/>
                      <a:pt x="79836" y="18561"/>
                      <a:pt x="78546" y="20496"/>
                    </a:cubicBezTo>
                    <a:cubicBezTo>
                      <a:pt x="75644" y="25333"/>
                      <a:pt x="72096" y="30815"/>
                      <a:pt x="65647" y="31137"/>
                    </a:cubicBezTo>
                    <a:lnTo>
                      <a:pt x="65002" y="31137"/>
                    </a:lnTo>
                    <a:cubicBezTo>
                      <a:pt x="60165" y="31460"/>
                      <a:pt x="52426" y="32104"/>
                      <a:pt x="50814" y="35329"/>
                    </a:cubicBezTo>
                    <a:cubicBezTo>
                      <a:pt x="47912" y="41779"/>
                      <a:pt x="38560" y="52420"/>
                      <a:pt x="35335" y="55645"/>
                    </a:cubicBezTo>
                    <a:cubicBezTo>
                      <a:pt x="31466" y="59514"/>
                      <a:pt x="22759" y="59514"/>
                      <a:pt x="13408" y="59514"/>
                    </a:cubicBezTo>
                    <a:lnTo>
                      <a:pt x="10506" y="59514"/>
                    </a:lnTo>
                    <a:cubicBezTo>
                      <a:pt x="4056" y="59514"/>
                      <a:pt x="832" y="55322"/>
                      <a:pt x="187" y="51775"/>
                    </a:cubicBezTo>
                    <a:cubicBezTo>
                      <a:pt x="-781" y="47260"/>
                      <a:pt x="2122" y="42423"/>
                      <a:pt x="6314" y="40811"/>
                    </a:cubicBezTo>
                    <a:cubicBezTo>
                      <a:pt x="10506" y="39199"/>
                      <a:pt x="20180" y="32104"/>
                      <a:pt x="21147" y="29525"/>
                    </a:cubicBezTo>
                    <a:cubicBezTo>
                      <a:pt x="21147" y="29525"/>
                      <a:pt x="21147" y="29847"/>
                      <a:pt x="21147" y="30170"/>
                    </a:cubicBezTo>
                    <a:lnTo>
                      <a:pt x="29209" y="29202"/>
                    </a:lnTo>
                    <a:lnTo>
                      <a:pt x="29209" y="30170"/>
                    </a:lnTo>
                    <a:cubicBezTo>
                      <a:pt x="29209" y="37264"/>
                      <a:pt x="12440" y="46938"/>
                      <a:pt x="9216" y="48228"/>
                    </a:cubicBezTo>
                    <a:cubicBezTo>
                      <a:pt x="8571" y="48550"/>
                      <a:pt x="7926" y="49518"/>
                      <a:pt x="8248" y="50162"/>
                    </a:cubicBezTo>
                    <a:cubicBezTo>
                      <a:pt x="8248" y="51130"/>
                      <a:pt x="9861" y="51130"/>
                      <a:pt x="10506" y="51130"/>
                    </a:cubicBezTo>
                    <a:lnTo>
                      <a:pt x="13408" y="51130"/>
                    </a:lnTo>
                    <a:cubicBezTo>
                      <a:pt x="18567" y="51130"/>
                      <a:pt x="27919" y="51130"/>
                      <a:pt x="29531" y="49518"/>
                    </a:cubicBezTo>
                    <a:cubicBezTo>
                      <a:pt x="32756" y="46293"/>
                      <a:pt x="41140" y="36619"/>
                      <a:pt x="43397" y="31460"/>
                    </a:cubicBezTo>
                    <a:cubicBezTo>
                      <a:pt x="46944" y="25978"/>
                      <a:pt x="57585" y="25333"/>
                      <a:pt x="64357" y="24688"/>
                    </a:cubicBezTo>
                    <a:lnTo>
                      <a:pt x="65002" y="24688"/>
                    </a:lnTo>
                    <a:cubicBezTo>
                      <a:pt x="67259" y="24688"/>
                      <a:pt x="69517" y="21141"/>
                      <a:pt x="71774" y="17594"/>
                    </a:cubicBezTo>
                    <a:cubicBezTo>
                      <a:pt x="73064" y="15336"/>
                      <a:pt x="74676" y="13401"/>
                      <a:pt x="76288" y="11144"/>
                    </a:cubicBezTo>
                    <a:cubicBezTo>
                      <a:pt x="80158" y="6630"/>
                      <a:pt x="87575" y="5340"/>
                      <a:pt x="94991" y="4372"/>
                    </a:cubicBezTo>
                    <a:cubicBezTo>
                      <a:pt x="99183" y="4050"/>
                      <a:pt x="103375" y="3405"/>
                      <a:pt x="106278" y="2115"/>
                    </a:cubicBezTo>
                    <a:cubicBezTo>
                      <a:pt x="113372" y="-1109"/>
                      <a:pt x="124981" y="-787"/>
                      <a:pt x="127883" y="4050"/>
                    </a:cubicBezTo>
                    <a:cubicBezTo>
                      <a:pt x="129173" y="5985"/>
                      <a:pt x="129173" y="8887"/>
                      <a:pt x="126593" y="11144"/>
                    </a:cubicBezTo>
                    <a:cubicBezTo>
                      <a:pt x="125948" y="11467"/>
                      <a:pt x="125626" y="12112"/>
                      <a:pt x="124981" y="12757"/>
                    </a:cubicBezTo>
                    <a:cubicBezTo>
                      <a:pt x="120466" y="16949"/>
                      <a:pt x="112082" y="25010"/>
                      <a:pt x="101118" y="25978"/>
                    </a:cubicBezTo>
                    <a:cubicBezTo>
                      <a:pt x="96281" y="26300"/>
                      <a:pt x="95959" y="27267"/>
                      <a:pt x="94346" y="30170"/>
                    </a:cubicBezTo>
                    <a:cubicBezTo>
                      <a:pt x="93379" y="32427"/>
                      <a:pt x="91767" y="35329"/>
                      <a:pt x="88542" y="38231"/>
                    </a:cubicBezTo>
                    <a:cubicBezTo>
                      <a:pt x="82415" y="44036"/>
                      <a:pt x="74354" y="45648"/>
                      <a:pt x="68549" y="46938"/>
                    </a:cubicBezTo>
                    <a:cubicBezTo>
                      <a:pt x="66937" y="47260"/>
                      <a:pt x="65325" y="47583"/>
                      <a:pt x="64035" y="47905"/>
                    </a:cubicBezTo>
                    <a:cubicBezTo>
                      <a:pt x="60165" y="49195"/>
                      <a:pt x="60165" y="49195"/>
                      <a:pt x="58230" y="51775"/>
                    </a:cubicBezTo>
                    <a:lnTo>
                      <a:pt x="56618" y="53710"/>
                    </a:lnTo>
                    <a:cubicBezTo>
                      <a:pt x="54038" y="56934"/>
                      <a:pt x="53716" y="61449"/>
                      <a:pt x="56296" y="69510"/>
                    </a:cubicBezTo>
                    <a:cubicBezTo>
                      <a:pt x="57908" y="74670"/>
                      <a:pt x="56618" y="78217"/>
                      <a:pt x="55651" y="80797"/>
                    </a:cubicBezTo>
                    <a:cubicBezTo>
                      <a:pt x="54683" y="83054"/>
                      <a:pt x="54683" y="83699"/>
                      <a:pt x="56296" y="85956"/>
                    </a:cubicBezTo>
                    <a:cubicBezTo>
                      <a:pt x="59198" y="89503"/>
                      <a:pt x="63067" y="93373"/>
                      <a:pt x="66614" y="96275"/>
                    </a:cubicBezTo>
                    <a:cubicBezTo>
                      <a:pt x="71774" y="101112"/>
                      <a:pt x="73709" y="103047"/>
                      <a:pt x="73709" y="105304"/>
                    </a:cubicBezTo>
                    <a:cubicBezTo>
                      <a:pt x="73709" y="106272"/>
                      <a:pt x="73386" y="108206"/>
                      <a:pt x="73386" y="110463"/>
                    </a:cubicBezTo>
                    <a:cubicBezTo>
                      <a:pt x="73064" y="112398"/>
                      <a:pt x="73064" y="114011"/>
                      <a:pt x="73064" y="114978"/>
                    </a:cubicBezTo>
                    <a:cubicBezTo>
                      <a:pt x="73064" y="115300"/>
                      <a:pt x="74031" y="117558"/>
                      <a:pt x="74999" y="119492"/>
                    </a:cubicBezTo>
                    <a:cubicBezTo>
                      <a:pt x="76288" y="123040"/>
                      <a:pt x="78223" y="127232"/>
                      <a:pt x="79191" y="131101"/>
                    </a:cubicBezTo>
                    <a:cubicBezTo>
                      <a:pt x="80803" y="136906"/>
                      <a:pt x="87575" y="146580"/>
                      <a:pt x="93379" y="150127"/>
                    </a:cubicBezTo>
                    <a:cubicBezTo>
                      <a:pt x="96604" y="152061"/>
                      <a:pt x="99506" y="154641"/>
                      <a:pt x="103698" y="157866"/>
                    </a:cubicBezTo>
                    <a:cubicBezTo>
                      <a:pt x="108535" y="162058"/>
                      <a:pt x="114984" y="167217"/>
                      <a:pt x="123691" y="173022"/>
                    </a:cubicBezTo>
                    <a:cubicBezTo>
                      <a:pt x="126915" y="174956"/>
                      <a:pt x="130140" y="177214"/>
                      <a:pt x="133687" y="179471"/>
                    </a:cubicBezTo>
                    <a:cubicBezTo>
                      <a:pt x="148198" y="188822"/>
                      <a:pt x="164966" y="199464"/>
                      <a:pt x="175608" y="208170"/>
                    </a:cubicBezTo>
                    <a:cubicBezTo>
                      <a:pt x="187539" y="217844"/>
                      <a:pt x="187539" y="217844"/>
                      <a:pt x="197858" y="215587"/>
                    </a:cubicBezTo>
                    <a:cubicBezTo>
                      <a:pt x="205274" y="213975"/>
                      <a:pt x="215916" y="215587"/>
                      <a:pt x="226235" y="216877"/>
                    </a:cubicBezTo>
                    <a:cubicBezTo>
                      <a:pt x="233006" y="217844"/>
                      <a:pt x="239133" y="218812"/>
                      <a:pt x="243970" y="218812"/>
                    </a:cubicBezTo>
                    <a:cubicBezTo>
                      <a:pt x="249774" y="218812"/>
                      <a:pt x="254289" y="219779"/>
                      <a:pt x="257836" y="220746"/>
                    </a:cubicBezTo>
                    <a:cubicBezTo>
                      <a:pt x="262995" y="222036"/>
                      <a:pt x="263963" y="222036"/>
                      <a:pt x="265253" y="220746"/>
                    </a:cubicBezTo>
                    <a:cubicBezTo>
                      <a:pt x="269122" y="216232"/>
                      <a:pt x="273314" y="215587"/>
                      <a:pt x="277506" y="215265"/>
                    </a:cubicBezTo>
                    <a:cubicBezTo>
                      <a:pt x="280086" y="214942"/>
                      <a:pt x="282666" y="214619"/>
                      <a:pt x="285890" y="213330"/>
                    </a:cubicBezTo>
                    <a:cubicBezTo>
                      <a:pt x="294597" y="209783"/>
                      <a:pt x="302981" y="206558"/>
                      <a:pt x="318782" y="206558"/>
                    </a:cubicBezTo>
                    <a:cubicBezTo>
                      <a:pt x="328456" y="206558"/>
                      <a:pt x="329423" y="204623"/>
                      <a:pt x="331036" y="201076"/>
                    </a:cubicBezTo>
                    <a:cubicBezTo>
                      <a:pt x="331680" y="200109"/>
                      <a:pt x="332003" y="198819"/>
                      <a:pt x="332648" y="197851"/>
                    </a:cubicBezTo>
                    <a:cubicBezTo>
                      <a:pt x="336195" y="192370"/>
                      <a:pt x="341354" y="192692"/>
                      <a:pt x="345869" y="192692"/>
                    </a:cubicBezTo>
                    <a:cubicBezTo>
                      <a:pt x="348126" y="192692"/>
                      <a:pt x="350706" y="193014"/>
                      <a:pt x="353286" y="192370"/>
                    </a:cubicBezTo>
                    <a:cubicBezTo>
                      <a:pt x="353931" y="192370"/>
                      <a:pt x="353931" y="192047"/>
                      <a:pt x="353931" y="192047"/>
                    </a:cubicBezTo>
                    <a:cubicBezTo>
                      <a:pt x="354575" y="191080"/>
                      <a:pt x="353608" y="187210"/>
                      <a:pt x="352963" y="184953"/>
                    </a:cubicBezTo>
                    <a:cubicBezTo>
                      <a:pt x="352318" y="181728"/>
                      <a:pt x="351351" y="178181"/>
                      <a:pt x="351673" y="175279"/>
                    </a:cubicBezTo>
                    <a:cubicBezTo>
                      <a:pt x="352318" y="166895"/>
                      <a:pt x="359735" y="159478"/>
                      <a:pt x="375858" y="150772"/>
                    </a:cubicBezTo>
                    <a:cubicBezTo>
                      <a:pt x="387789" y="144322"/>
                      <a:pt x="393594" y="148192"/>
                      <a:pt x="398108" y="151739"/>
                    </a:cubicBezTo>
                    <a:cubicBezTo>
                      <a:pt x="399721" y="153029"/>
                      <a:pt x="401010" y="153996"/>
                      <a:pt x="402945" y="154641"/>
                    </a:cubicBezTo>
                    <a:cubicBezTo>
                      <a:pt x="410684" y="157866"/>
                      <a:pt x="418746" y="160446"/>
                      <a:pt x="424550" y="161735"/>
                    </a:cubicBezTo>
                    <a:cubicBezTo>
                      <a:pt x="428742" y="162703"/>
                      <a:pt x="431645" y="161735"/>
                      <a:pt x="442286" y="154964"/>
                    </a:cubicBezTo>
                    <a:cubicBezTo>
                      <a:pt x="448413" y="151094"/>
                      <a:pt x="452605" y="152384"/>
                      <a:pt x="454862" y="153996"/>
                    </a:cubicBezTo>
                    <a:cubicBezTo>
                      <a:pt x="460021" y="157543"/>
                      <a:pt x="460989" y="165605"/>
                      <a:pt x="460344" y="169797"/>
                    </a:cubicBezTo>
                    <a:cubicBezTo>
                      <a:pt x="459699" y="174634"/>
                      <a:pt x="452282" y="180761"/>
                      <a:pt x="437126" y="191725"/>
                    </a:cubicBezTo>
                    <a:lnTo>
                      <a:pt x="433902" y="193982"/>
                    </a:lnTo>
                    <a:cubicBezTo>
                      <a:pt x="429710" y="196884"/>
                      <a:pt x="426808" y="197851"/>
                      <a:pt x="424550" y="198496"/>
                    </a:cubicBezTo>
                    <a:cubicBezTo>
                      <a:pt x="422616" y="199141"/>
                      <a:pt x="422293" y="199141"/>
                      <a:pt x="421648" y="200109"/>
                    </a:cubicBezTo>
                    <a:cubicBezTo>
                      <a:pt x="421003" y="201076"/>
                      <a:pt x="420681" y="203011"/>
                      <a:pt x="420358" y="204946"/>
                    </a:cubicBezTo>
                    <a:cubicBezTo>
                      <a:pt x="419391" y="210428"/>
                      <a:pt x="417456" y="218812"/>
                      <a:pt x="409717" y="221714"/>
                    </a:cubicBezTo>
                    <a:cubicBezTo>
                      <a:pt x="406815" y="223004"/>
                      <a:pt x="404235" y="225906"/>
                      <a:pt x="401655" y="228808"/>
                    </a:cubicBezTo>
                    <a:cubicBezTo>
                      <a:pt x="398108" y="233000"/>
                      <a:pt x="393271" y="238482"/>
                      <a:pt x="386822" y="234935"/>
                    </a:cubicBezTo>
                    <a:cubicBezTo>
                      <a:pt x="384887" y="233645"/>
                      <a:pt x="383597" y="232033"/>
                      <a:pt x="382952" y="230098"/>
                    </a:cubicBezTo>
                    <a:cubicBezTo>
                      <a:pt x="380695" y="234612"/>
                      <a:pt x="377793" y="240094"/>
                      <a:pt x="374891" y="245576"/>
                    </a:cubicBezTo>
                    <a:cubicBezTo>
                      <a:pt x="368764" y="257185"/>
                      <a:pt x="361992" y="270406"/>
                      <a:pt x="356188" y="279758"/>
                    </a:cubicBezTo>
                    <a:cubicBezTo>
                      <a:pt x="350706" y="289109"/>
                      <a:pt x="345224" y="293624"/>
                      <a:pt x="339420" y="293946"/>
                    </a:cubicBezTo>
                    <a:cubicBezTo>
                      <a:pt x="332003" y="294591"/>
                      <a:pt x="326199" y="288464"/>
                      <a:pt x="322329" y="283627"/>
                    </a:cubicBezTo>
                    <a:cubicBezTo>
                      <a:pt x="319749" y="280725"/>
                      <a:pt x="318459" y="279435"/>
                      <a:pt x="317814" y="278790"/>
                    </a:cubicBezTo>
                    <a:cubicBezTo>
                      <a:pt x="317814" y="278790"/>
                      <a:pt x="317492" y="279112"/>
                      <a:pt x="317492" y="279112"/>
                    </a:cubicBezTo>
                    <a:cubicBezTo>
                      <a:pt x="316525" y="280080"/>
                      <a:pt x="314912" y="281370"/>
                      <a:pt x="312655" y="282660"/>
                    </a:cubicBezTo>
                    <a:cubicBezTo>
                      <a:pt x="311365" y="283305"/>
                      <a:pt x="310398" y="285884"/>
                      <a:pt x="309430" y="288464"/>
                    </a:cubicBezTo>
                    <a:cubicBezTo>
                      <a:pt x="307173" y="293624"/>
                      <a:pt x="304271" y="301685"/>
                      <a:pt x="293952" y="301040"/>
                    </a:cubicBezTo>
                    <a:cubicBezTo>
                      <a:pt x="289438" y="300718"/>
                      <a:pt x="289115" y="301363"/>
                      <a:pt x="288470" y="302653"/>
                    </a:cubicBezTo>
                    <a:cubicBezTo>
                      <a:pt x="287503" y="304265"/>
                      <a:pt x="285890" y="307490"/>
                      <a:pt x="280731" y="308134"/>
                    </a:cubicBezTo>
                    <a:cubicBezTo>
                      <a:pt x="275572" y="309102"/>
                      <a:pt x="272347" y="306200"/>
                      <a:pt x="269445" y="303942"/>
                    </a:cubicBezTo>
                    <a:cubicBezTo>
                      <a:pt x="266543" y="301685"/>
                      <a:pt x="264285" y="299750"/>
                      <a:pt x="259448" y="300073"/>
                    </a:cubicBezTo>
                    <a:cubicBezTo>
                      <a:pt x="258803" y="300073"/>
                      <a:pt x="258481" y="300073"/>
                      <a:pt x="258159" y="300395"/>
                    </a:cubicBezTo>
                    <a:cubicBezTo>
                      <a:pt x="258159" y="301363"/>
                      <a:pt x="258803" y="302975"/>
                      <a:pt x="259448" y="303942"/>
                    </a:cubicBezTo>
                    <a:cubicBezTo>
                      <a:pt x="260416" y="306844"/>
                      <a:pt x="261706" y="309747"/>
                      <a:pt x="260093" y="312649"/>
                    </a:cubicBezTo>
                    <a:cubicBezTo>
                      <a:pt x="259448" y="314261"/>
                      <a:pt x="257836" y="315229"/>
                      <a:pt x="256224" y="315551"/>
                    </a:cubicBezTo>
                    <a:cubicBezTo>
                      <a:pt x="252677" y="316196"/>
                      <a:pt x="250097" y="315874"/>
                      <a:pt x="246872" y="315229"/>
                    </a:cubicBezTo>
                    <a:cubicBezTo>
                      <a:pt x="243325" y="314584"/>
                      <a:pt x="239133" y="313939"/>
                      <a:pt x="231394" y="314261"/>
                    </a:cubicBezTo>
                    <a:cubicBezTo>
                      <a:pt x="228814" y="314261"/>
                      <a:pt x="227202" y="314584"/>
                      <a:pt x="226557" y="314906"/>
                    </a:cubicBezTo>
                    <a:cubicBezTo>
                      <a:pt x="226557" y="316841"/>
                      <a:pt x="226235" y="320710"/>
                      <a:pt x="221075" y="323290"/>
                    </a:cubicBezTo>
                    <a:cubicBezTo>
                      <a:pt x="216883" y="325547"/>
                      <a:pt x="213013" y="325870"/>
                      <a:pt x="210434" y="324258"/>
                    </a:cubicBezTo>
                    <a:cubicBezTo>
                      <a:pt x="209789" y="323935"/>
                      <a:pt x="209144" y="323290"/>
                      <a:pt x="208499" y="322645"/>
                    </a:cubicBezTo>
                    <a:cubicBezTo>
                      <a:pt x="204307" y="323290"/>
                      <a:pt x="195923" y="324258"/>
                      <a:pt x="190441" y="324258"/>
                    </a:cubicBezTo>
                    <a:cubicBezTo>
                      <a:pt x="185926" y="324258"/>
                      <a:pt x="182057" y="326515"/>
                      <a:pt x="177865" y="329417"/>
                    </a:cubicBezTo>
                    <a:cubicBezTo>
                      <a:pt x="176575" y="330385"/>
                      <a:pt x="174963" y="331029"/>
                      <a:pt x="173673" y="331997"/>
                    </a:cubicBezTo>
                    <a:cubicBezTo>
                      <a:pt x="169158" y="334576"/>
                      <a:pt x="164321" y="334576"/>
                      <a:pt x="160452" y="332319"/>
                    </a:cubicBezTo>
                    <a:cubicBezTo>
                      <a:pt x="156905" y="330385"/>
                      <a:pt x="154970" y="326837"/>
                      <a:pt x="154970" y="322323"/>
                    </a:cubicBezTo>
                    <a:cubicBezTo>
                      <a:pt x="154970" y="318453"/>
                      <a:pt x="156905" y="314584"/>
                      <a:pt x="158839" y="310392"/>
                    </a:cubicBezTo>
                    <a:cubicBezTo>
                      <a:pt x="160452" y="306522"/>
                      <a:pt x="162709" y="302008"/>
                      <a:pt x="162064" y="299428"/>
                    </a:cubicBezTo>
                    <a:cubicBezTo>
                      <a:pt x="161742" y="299428"/>
                      <a:pt x="161419" y="299750"/>
                      <a:pt x="161419" y="299750"/>
                    </a:cubicBezTo>
                    <a:cubicBezTo>
                      <a:pt x="159807" y="300395"/>
                      <a:pt x="157227" y="301685"/>
                      <a:pt x="154647" y="301685"/>
                    </a:cubicBezTo>
                    <a:cubicBezTo>
                      <a:pt x="153035" y="301685"/>
                      <a:pt x="151745" y="301040"/>
                      <a:pt x="150778" y="300073"/>
                    </a:cubicBezTo>
                    <a:cubicBezTo>
                      <a:pt x="148198" y="297493"/>
                      <a:pt x="148198" y="292978"/>
                      <a:pt x="148198" y="287497"/>
                    </a:cubicBezTo>
                    <a:cubicBezTo>
                      <a:pt x="148198" y="286529"/>
                      <a:pt x="148198" y="285562"/>
                      <a:pt x="148198" y="284595"/>
                    </a:cubicBezTo>
                    <a:cubicBezTo>
                      <a:pt x="141426" y="290076"/>
                      <a:pt x="133365" y="299428"/>
                      <a:pt x="132720" y="306522"/>
                    </a:cubicBezTo>
                    <a:cubicBezTo>
                      <a:pt x="131430" y="315874"/>
                      <a:pt x="132075" y="322323"/>
                      <a:pt x="138202" y="334254"/>
                    </a:cubicBezTo>
                    <a:cubicBezTo>
                      <a:pt x="144973" y="347153"/>
                      <a:pt x="174640" y="385203"/>
                      <a:pt x="212691" y="423254"/>
                    </a:cubicBezTo>
                    <a:cubicBezTo>
                      <a:pt x="240423" y="450986"/>
                      <a:pt x="252354" y="466787"/>
                      <a:pt x="263318" y="481943"/>
                    </a:cubicBezTo>
                    <a:cubicBezTo>
                      <a:pt x="267832" y="488070"/>
                      <a:pt x="272024" y="493874"/>
                      <a:pt x="277184" y="500001"/>
                    </a:cubicBezTo>
                    <a:cubicBezTo>
                      <a:pt x="285246" y="509997"/>
                      <a:pt x="291050" y="518059"/>
                      <a:pt x="296854" y="525798"/>
                    </a:cubicBezTo>
                    <a:cubicBezTo>
                      <a:pt x="303304" y="534827"/>
                      <a:pt x="309753" y="543534"/>
                      <a:pt x="318782" y="553853"/>
                    </a:cubicBezTo>
                    <a:cubicBezTo>
                      <a:pt x="334905" y="571911"/>
                      <a:pt x="359090" y="597385"/>
                      <a:pt x="381018" y="610284"/>
                    </a:cubicBezTo>
                    <a:cubicBezTo>
                      <a:pt x="389724" y="615443"/>
                      <a:pt x="393916" y="618990"/>
                      <a:pt x="397141" y="621893"/>
                    </a:cubicBezTo>
                    <a:cubicBezTo>
                      <a:pt x="402300" y="626407"/>
                      <a:pt x="405202" y="629309"/>
                      <a:pt x="423583" y="634146"/>
                    </a:cubicBezTo>
                    <a:cubicBezTo>
                      <a:pt x="428742" y="635436"/>
                      <a:pt x="432934" y="636726"/>
                      <a:pt x="436482" y="637693"/>
                    </a:cubicBezTo>
                    <a:cubicBezTo>
                      <a:pt x="442608" y="639306"/>
                      <a:pt x="447768" y="640596"/>
                      <a:pt x="450347" y="641241"/>
                    </a:cubicBezTo>
                    <a:cubicBezTo>
                      <a:pt x="450347" y="640918"/>
                      <a:pt x="450347" y="640596"/>
                      <a:pt x="450347" y="639951"/>
                    </a:cubicBezTo>
                    <a:cubicBezTo>
                      <a:pt x="450025" y="637049"/>
                      <a:pt x="451315" y="635436"/>
                      <a:pt x="452282" y="634469"/>
                    </a:cubicBezTo>
                    <a:cubicBezTo>
                      <a:pt x="455507" y="631244"/>
                      <a:pt x="460989" y="631567"/>
                      <a:pt x="468083" y="631889"/>
                    </a:cubicBezTo>
                    <a:cubicBezTo>
                      <a:pt x="474855" y="632212"/>
                      <a:pt x="483239" y="632856"/>
                      <a:pt x="489043" y="629954"/>
                    </a:cubicBezTo>
                    <a:cubicBezTo>
                      <a:pt x="496782" y="626407"/>
                      <a:pt x="502909" y="625440"/>
                      <a:pt x="508714" y="624473"/>
                    </a:cubicBezTo>
                    <a:cubicBezTo>
                      <a:pt x="513873" y="623827"/>
                      <a:pt x="518388" y="623183"/>
                      <a:pt x="523224" y="620603"/>
                    </a:cubicBezTo>
                    <a:cubicBezTo>
                      <a:pt x="527739" y="618346"/>
                      <a:pt x="533221" y="616411"/>
                      <a:pt x="539348" y="614154"/>
                    </a:cubicBezTo>
                    <a:cubicBezTo>
                      <a:pt x="549667" y="610607"/>
                      <a:pt x="561275" y="606414"/>
                      <a:pt x="570304" y="599643"/>
                    </a:cubicBezTo>
                    <a:cubicBezTo>
                      <a:pt x="579656" y="592226"/>
                      <a:pt x="584815" y="592871"/>
                      <a:pt x="590297" y="594483"/>
                    </a:cubicBezTo>
                    <a:cubicBezTo>
                      <a:pt x="592877" y="595128"/>
                      <a:pt x="594812" y="595773"/>
                      <a:pt x="598036" y="594483"/>
                    </a:cubicBezTo>
                    <a:cubicBezTo>
                      <a:pt x="601906" y="592871"/>
                      <a:pt x="609645" y="589324"/>
                      <a:pt x="618674" y="585132"/>
                    </a:cubicBezTo>
                    <a:cubicBezTo>
                      <a:pt x="635765" y="577392"/>
                      <a:pt x="657047" y="567396"/>
                      <a:pt x="666399" y="564494"/>
                    </a:cubicBezTo>
                    <a:cubicBezTo>
                      <a:pt x="674138" y="561914"/>
                      <a:pt x="676073" y="559657"/>
                      <a:pt x="676718" y="558690"/>
                    </a:cubicBezTo>
                    <a:cubicBezTo>
                      <a:pt x="677040" y="558367"/>
                      <a:pt x="677363" y="557077"/>
                      <a:pt x="675428" y="553208"/>
                    </a:cubicBezTo>
                    <a:cubicBezTo>
                      <a:pt x="670913" y="544501"/>
                      <a:pt x="677685" y="539019"/>
                      <a:pt x="683167" y="534505"/>
                    </a:cubicBezTo>
                    <a:cubicBezTo>
                      <a:pt x="684779" y="533215"/>
                      <a:pt x="686714" y="531925"/>
                      <a:pt x="688326" y="530313"/>
                    </a:cubicBezTo>
                    <a:cubicBezTo>
                      <a:pt x="689616" y="529345"/>
                      <a:pt x="690906" y="528055"/>
                      <a:pt x="692196" y="526765"/>
                    </a:cubicBezTo>
                    <a:cubicBezTo>
                      <a:pt x="698645" y="520961"/>
                      <a:pt x="707029" y="513867"/>
                      <a:pt x="712834" y="499356"/>
                    </a:cubicBezTo>
                    <a:cubicBezTo>
                      <a:pt x="719928" y="481943"/>
                      <a:pt x="716058" y="479041"/>
                      <a:pt x="708964" y="475816"/>
                    </a:cubicBezTo>
                    <a:cubicBezTo>
                      <a:pt x="701547" y="472269"/>
                      <a:pt x="700580" y="468722"/>
                      <a:pt x="699935" y="464207"/>
                    </a:cubicBezTo>
                    <a:cubicBezTo>
                      <a:pt x="699613" y="461950"/>
                      <a:pt x="699613" y="459693"/>
                      <a:pt x="698000" y="456468"/>
                    </a:cubicBezTo>
                    <a:cubicBezTo>
                      <a:pt x="696066" y="452276"/>
                      <a:pt x="695098" y="452599"/>
                      <a:pt x="690584" y="453566"/>
                    </a:cubicBezTo>
                    <a:cubicBezTo>
                      <a:pt x="688326" y="453889"/>
                      <a:pt x="685747" y="454533"/>
                      <a:pt x="682522" y="454211"/>
                    </a:cubicBezTo>
                    <a:cubicBezTo>
                      <a:pt x="676073" y="453889"/>
                      <a:pt x="671236" y="448407"/>
                      <a:pt x="668656" y="443892"/>
                    </a:cubicBezTo>
                    <a:cubicBezTo>
                      <a:pt x="666721" y="439700"/>
                      <a:pt x="666399" y="436153"/>
                      <a:pt x="668011" y="433896"/>
                    </a:cubicBezTo>
                    <a:cubicBezTo>
                      <a:pt x="669301" y="431961"/>
                      <a:pt x="671236" y="430994"/>
                      <a:pt x="673816" y="431316"/>
                    </a:cubicBezTo>
                    <a:cubicBezTo>
                      <a:pt x="681232" y="431638"/>
                      <a:pt x="689294" y="430671"/>
                      <a:pt x="691551" y="429059"/>
                    </a:cubicBezTo>
                    <a:cubicBezTo>
                      <a:pt x="691229" y="428414"/>
                      <a:pt x="690906" y="427769"/>
                      <a:pt x="690261" y="426801"/>
                    </a:cubicBezTo>
                    <a:cubicBezTo>
                      <a:pt x="688326" y="423899"/>
                      <a:pt x="686069" y="419707"/>
                      <a:pt x="686069" y="414225"/>
                    </a:cubicBezTo>
                    <a:cubicBezTo>
                      <a:pt x="686069" y="405841"/>
                      <a:pt x="692196" y="404229"/>
                      <a:pt x="695421" y="403584"/>
                    </a:cubicBezTo>
                    <a:cubicBezTo>
                      <a:pt x="697355" y="402939"/>
                      <a:pt x="698645" y="402617"/>
                      <a:pt x="699290" y="401972"/>
                    </a:cubicBezTo>
                    <a:cubicBezTo>
                      <a:pt x="703482" y="395522"/>
                      <a:pt x="707352" y="391008"/>
                      <a:pt x="711221" y="388106"/>
                    </a:cubicBezTo>
                    <a:cubicBezTo>
                      <a:pt x="714446" y="385526"/>
                      <a:pt x="718316" y="382624"/>
                      <a:pt x="718316" y="371015"/>
                    </a:cubicBezTo>
                    <a:cubicBezTo>
                      <a:pt x="718316" y="356504"/>
                      <a:pt x="732504" y="343605"/>
                      <a:pt x="741211" y="343605"/>
                    </a:cubicBezTo>
                    <a:cubicBezTo>
                      <a:pt x="745403" y="343605"/>
                      <a:pt x="748627" y="345540"/>
                      <a:pt x="750240" y="349088"/>
                    </a:cubicBezTo>
                    <a:cubicBezTo>
                      <a:pt x="751852" y="352312"/>
                      <a:pt x="751529" y="356182"/>
                      <a:pt x="749595" y="358439"/>
                    </a:cubicBezTo>
                    <a:cubicBezTo>
                      <a:pt x="749272" y="359084"/>
                      <a:pt x="748627" y="361341"/>
                      <a:pt x="749272" y="363276"/>
                    </a:cubicBezTo>
                    <a:cubicBezTo>
                      <a:pt x="749595" y="364243"/>
                      <a:pt x="750240" y="364566"/>
                      <a:pt x="751207" y="364888"/>
                    </a:cubicBezTo>
                    <a:cubicBezTo>
                      <a:pt x="752174" y="365211"/>
                      <a:pt x="753142" y="365533"/>
                      <a:pt x="753787" y="365533"/>
                    </a:cubicBezTo>
                    <a:cubicBezTo>
                      <a:pt x="753787" y="365533"/>
                      <a:pt x="753787" y="365533"/>
                      <a:pt x="753787" y="365533"/>
                    </a:cubicBezTo>
                    <a:lnTo>
                      <a:pt x="754109" y="364888"/>
                    </a:lnTo>
                    <a:cubicBezTo>
                      <a:pt x="757334" y="358761"/>
                      <a:pt x="759591" y="357794"/>
                      <a:pt x="768620" y="357149"/>
                    </a:cubicBezTo>
                    <a:cubicBezTo>
                      <a:pt x="773457" y="356827"/>
                      <a:pt x="780229" y="357149"/>
                      <a:pt x="787968" y="357471"/>
                    </a:cubicBezTo>
                    <a:cubicBezTo>
                      <a:pt x="794417" y="357794"/>
                      <a:pt x="801512" y="358116"/>
                      <a:pt x="808283" y="358116"/>
                    </a:cubicBezTo>
                    <a:cubicBezTo>
                      <a:pt x="836015" y="358116"/>
                      <a:pt x="837305" y="361664"/>
                      <a:pt x="837950" y="363921"/>
                    </a:cubicBezTo>
                    <a:cubicBezTo>
                      <a:pt x="838595" y="365533"/>
                      <a:pt x="838273" y="367790"/>
                      <a:pt x="836338" y="369403"/>
                    </a:cubicBezTo>
                    <a:cubicBezTo>
                      <a:pt x="835693" y="370048"/>
                      <a:pt x="834403" y="372305"/>
                      <a:pt x="833758" y="374240"/>
                    </a:cubicBezTo>
                    <a:cubicBezTo>
                      <a:pt x="829888" y="380689"/>
                      <a:pt x="825696" y="389073"/>
                      <a:pt x="818280" y="389073"/>
                    </a:cubicBezTo>
                    <a:cubicBezTo>
                      <a:pt x="813765" y="389073"/>
                      <a:pt x="807316" y="386816"/>
                      <a:pt x="800544" y="384559"/>
                    </a:cubicBezTo>
                    <a:cubicBezTo>
                      <a:pt x="795062" y="382624"/>
                      <a:pt x="789580" y="380689"/>
                      <a:pt x="786356" y="380367"/>
                    </a:cubicBezTo>
                    <a:cubicBezTo>
                      <a:pt x="786033" y="380367"/>
                      <a:pt x="785066" y="380367"/>
                      <a:pt x="783776" y="381656"/>
                    </a:cubicBezTo>
                    <a:cubicBezTo>
                      <a:pt x="780229" y="384881"/>
                      <a:pt x="777327" y="393910"/>
                      <a:pt x="777327" y="401972"/>
                    </a:cubicBezTo>
                    <a:cubicBezTo>
                      <a:pt x="777327" y="408098"/>
                      <a:pt x="778294" y="412613"/>
                      <a:pt x="778939" y="415193"/>
                    </a:cubicBezTo>
                    <a:cubicBezTo>
                      <a:pt x="784743" y="411646"/>
                      <a:pt x="795385" y="411001"/>
                      <a:pt x="803769" y="411968"/>
                    </a:cubicBezTo>
                    <a:cubicBezTo>
                      <a:pt x="809573" y="412613"/>
                      <a:pt x="813120" y="414870"/>
                      <a:pt x="814088" y="418418"/>
                    </a:cubicBezTo>
                    <a:cubicBezTo>
                      <a:pt x="815378" y="422609"/>
                      <a:pt x="812475" y="427446"/>
                      <a:pt x="806026" y="432606"/>
                    </a:cubicBezTo>
                    <a:cubicBezTo>
                      <a:pt x="799254" y="438088"/>
                      <a:pt x="795385" y="437765"/>
                      <a:pt x="790870" y="437443"/>
                    </a:cubicBezTo>
                    <a:cubicBezTo>
                      <a:pt x="790225" y="437443"/>
                      <a:pt x="789580" y="437443"/>
                      <a:pt x="788613" y="437443"/>
                    </a:cubicBezTo>
                    <a:cubicBezTo>
                      <a:pt x="786356" y="439700"/>
                      <a:pt x="783453" y="449696"/>
                      <a:pt x="781841" y="455501"/>
                    </a:cubicBezTo>
                    <a:cubicBezTo>
                      <a:pt x="780229" y="460660"/>
                      <a:pt x="778939" y="465497"/>
                      <a:pt x="777649" y="468722"/>
                    </a:cubicBezTo>
                    <a:cubicBezTo>
                      <a:pt x="776682" y="470979"/>
                      <a:pt x="776682" y="471624"/>
                      <a:pt x="776682" y="471624"/>
                    </a:cubicBezTo>
                    <a:cubicBezTo>
                      <a:pt x="778294" y="473236"/>
                      <a:pt x="790870" y="473559"/>
                      <a:pt x="796352" y="473559"/>
                    </a:cubicBezTo>
                    <a:cubicBezTo>
                      <a:pt x="807961" y="473881"/>
                      <a:pt x="813120" y="475494"/>
                      <a:pt x="815378" y="478718"/>
                    </a:cubicBezTo>
                    <a:cubicBezTo>
                      <a:pt x="817635" y="481943"/>
                      <a:pt x="816345" y="485490"/>
                      <a:pt x="815055" y="488392"/>
                    </a:cubicBezTo>
                    <a:cubicBezTo>
                      <a:pt x="814733" y="489037"/>
                      <a:pt x="814410" y="490005"/>
                      <a:pt x="814088" y="490650"/>
                    </a:cubicBezTo>
                    <a:cubicBezTo>
                      <a:pt x="811830" y="497744"/>
                      <a:pt x="802801" y="502903"/>
                      <a:pt x="795707" y="507095"/>
                    </a:cubicBezTo>
                    <a:cubicBezTo>
                      <a:pt x="794417" y="507740"/>
                      <a:pt x="793450" y="508385"/>
                      <a:pt x="792483" y="509030"/>
                    </a:cubicBezTo>
                    <a:cubicBezTo>
                      <a:pt x="792805" y="509997"/>
                      <a:pt x="793772" y="512255"/>
                      <a:pt x="794417" y="513545"/>
                    </a:cubicBezTo>
                    <a:cubicBezTo>
                      <a:pt x="796352" y="517414"/>
                      <a:pt x="798287" y="521929"/>
                      <a:pt x="796675" y="526121"/>
                    </a:cubicBezTo>
                    <a:cubicBezTo>
                      <a:pt x="795707" y="528378"/>
                      <a:pt x="793772" y="530313"/>
                      <a:pt x="791193" y="531603"/>
                    </a:cubicBezTo>
                    <a:cubicBezTo>
                      <a:pt x="786356" y="533537"/>
                      <a:pt x="785388" y="538052"/>
                      <a:pt x="783453" y="546114"/>
                    </a:cubicBezTo>
                    <a:cubicBezTo>
                      <a:pt x="782486" y="550950"/>
                      <a:pt x="781196" y="556432"/>
                      <a:pt x="778294" y="562559"/>
                    </a:cubicBezTo>
                    <a:cubicBezTo>
                      <a:pt x="777327" y="564816"/>
                      <a:pt x="777004" y="566751"/>
                      <a:pt x="777327" y="567719"/>
                    </a:cubicBezTo>
                    <a:cubicBezTo>
                      <a:pt x="778294" y="570298"/>
                      <a:pt x="783776" y="571911"/>
                      <a:pt x="789580" y="573846"/>
                    </a:cubicBezTo>
                    <a:cubicBezTo>
                      <a:pt x="793772" y="575135"/>
                      <a:pt x="798609" y="577070"/>
                      <a:pt x="803446" y="579327"/>
                    </a:cubicBezTo>
                    <a:cubicBezTo>
                      <a:pt x="822149" y="588679"/>
                      <a:pt x="816667" y="606737"/>
                      <a:pt x="814410" y="613509"/>
                    </a:cubicBezTo>
                    <a:lnTo>
                      <a:pt x="814088" y="614154"/>
                    </a:lnTo>
                    <a:cubicBezTo>
                      <a:pt x="812798" y="618668"/>
                      <a:pt x="813443" y="620603"/>
                      <a:pt x="822149" y="633502"/>
                    </a:cubicBezTo>
                    <a:cubicBezTo>
                      <a:pt x="832146" y="648335"/>
                      <a:pt x="826664" y="657686"/>
                      <a:pt x="820537" y="665103"/>
                    </a:cubicBezTo>
                    <a:cubicBezTo>
                      <a:pt x="817957" y="668650"/>
                      <a:pt x="818602" y="676712"/>
                      <a:pt x="819247" y="684129"/>
                    </a:cubicBezTo>
                    <a:cubicBezTo>
                      <a:pt x="819570" y="687998"/>
                      <a:pt x="819892" y="691868"/>
                      <a:pt x="819892" y="695415"/>
                    </a:cubicBezTo>
                    <a:cubicBezTo>
                      <a:pt x="819892" y="704121"/>
                      <a:pt x="814088" y="713795"/>
                      <a:pt x="808606" y="722179"/>
                    </a:cubicBezTo>
                    <a:cubicBezTo>
                      <a:pt x="806349" y="726049"/>
                      <a:pt x="803769" y="729596"/>
                      <a:pt x="802801" y="732498"/>
                    </a:cubicBezTo>
                    <a:cubicBezTo>
                      <a:pt x="801189" y="736045"/>
                      <a:pt x="801512" y="745074"/>
                      <a:pt x="801834" y="752491"/>
                    </a:cubicBezTo>
                    <a:cubicBezTo>
                      <a:pt x="802479" y="765712"/>
                      <a:pt x="802479" y="773129"/>
                      <a:pt x="797964" y="776353"/>
                    </a:cubicBezTo>
                    <a:cubicBezTo>
                      <a:pt x="797319" y="776998"/>
                      <a:pt x="797319" y="780545"/>
                      <a:pt x="796997" y="782803"/>
                    </a:cubicBezTo>
                    <a:cubicBezTo>
                      <a:pt x="796675" y="788930"/>
                      <a:pt x="796352" y="797636"/>
                      <a:pt x="789258" y="803763"/>
                    </a:cubicBezTo>
                    <a:cubicBezTo>
                      <a:pt x="780874" y="811502"/>
                      <a:pt x="776359" y="828915"/>
                      <a:pt x="776359" y="838267"/>
                    </a:cubicBezTo>
                    <a:cubicBezTo>
                      <a:pt x="776359" y="843749"/>
                      <a:pt x="779906" y="853100"/>
                      <a:pt x="783453" y="862452"/>
                    </a:cubicBezTo>
                    <a:cubicBezTo>
                      <a:pt x="785711" y="868256"/>
                      <a:pt x="787968" y="874383"/>
                      <a:pt x="789580" y="880187"/>
                    </a:cubicBezTo>
                    <a:cubicBezTo>
                      <a:pt x="793450" y="893731"/>
                      <a:pt x="796997" y="916303"/>
                      <a:pt x="791838" y="923720"/>
                    </a:cubicBezTo>
                    <a:cubicBezTo>
                      <a:pt x="790548" y="925977"/>
                      <a:pt x="789580" y="935006"/>
                      <a:pt x="794417" y="965640"/>
                    </a:cubicBezTo>
                    <a:cubicBezTo>
                      <a:pt x="796997" y="983376"/>
                      <a:pt x="797964" y="988858"/>
                      <a:pt x="799899" y="999499"/>
                    </a:cubicBezTo>
                    <a:cubicBezTo>
                      <a:pt x="801834" y="1010463"/>
                      <a:pt x="801834" y="1023039"/>
                      <a:pt x="801834" y="1023361"/>
                    </a:cubicBezTo>
                    <a:lnTo>
                      <a:pt x="801834" y="1024329"/>
                    </a:lnTo>
                    <a:lnTo>
                      <a:pt x="801512" y="1025296"/>
                    </a:lnTo>
                    <a:cubicBezTo>
                      <a:pt x="799899" y="1028521"/>
                      <a:pt x="796997" y="1037872"/>
                      <a:pt x="800222" y="1042709"/>
                    </a:cubicBezTo>
                    <a:cubicBezTo>
                      <a:pt x="806349" y="1051739"/>
                      <a:pt x="806349" y="1068507"/>
                      <a:pt x="805381" y="1081083"/>
                    </a:cubicBezTo>
                    <a:cubicBezTo>
                      <a:pt x="805059" y="1085597"/>
                      <a:pt x="806026" y="1091079"/>
                      <a:pt x="807316" y="1096239"/>
                    </a:cubicBezTo>
                    <a:cubicBezTo>
                      <a:pt x="808928" y="1103655"/>
                      <a:pt x="810541" y="1111072"/>
                      <a:pt x="807961" y="1117199"/>
                    </a:cubicBezTo>
                    <a:cubicBezTo>
                      <a:pt x="806349" y="1120746"/>
                      <a:pt x="808928" y="1128485"/>
                      <a:pt x="810863" y="1134289"/>
                    </a:cubicBezTo>
                    <a:cubicBezTo>
                      <a:pt x="812798" y="1140739"/>
                      <a:pt x="814733" y="1146221"/>
                      <a:pt x="813443" y="1150735"/>
                    </a:cubicBezTo>
                    <a:cubicBezTo>
                      <a:pt x="812153" y="1156540"/>
                      <a:pt x="815055" y="1174598"/>
                      <a:pt x="820537" y="1186529"/>
                    </a:cubicBezTo>
                    <a:cubicBezTo>
                      <a:pt x="822149" y="1190076"/>
                      <a:pt x="824084" y="1193301"/>
                      <a:pt x="826019" y="1196848"/>
                    </a:cubicBezTo>
                    <a:cubicBezTo>
                      <a:pt x="830856" y="1204909"/>
                      <a:pt x="835693" y="1213293"/>
                      <a:pt x="835693" y="1224580"/>
                    </a:cubicBezTo>
                    <a:cubicBezTo>
                      <a:pt x="835693" y="1232319"/>
                      <a:pt x="839562" y="1240703"/>
                      <a:pt x="842787" y="1248120"/>
                    </a:cubicBezTo>
                    <a:cubicBezTo>
                      <a:pt x="845367" y="1254246"/>
                      <a:pt x="847946" y="1259406"/>
                      <a:pt x="847946" y="1263598"/>
                    </a:cubicBezTo>
                    <a:cubicBezTo>
                      <a:pt x="847946" y="1266500"/>
                      <a:pt x="848914" y="1273272"/>
                      <a:pt x="850204" y="1280366"/>
                    </a:cubicBezTo>
                    <a:cubicBezTo>
                      <a:pt x="852139" y="1292297"/>
                      <a:pt x="854073" y="1304873"/>
                      <a:pt x="853428" y="1311000"/>
                    </a:cubicBezTo>
                    <a:cubicBezTo>
                      <a:pt x="852783" y="1314870"/>
                      <a:pt x="856008" y="1324221"/>
                      <a:pt x="858588" y="1332283"/>
                    </a:cubicBezTo>
                    <a:cubicBezTo>
                      <a:pt x="861490" y="1340989"/>
                      <a:pt x="864070" y="1349051"/>
                      <a:pt x="864070" y="1354855"/>
                    </a:cubicBezTo>
                    <a:cubicBezTo>
                      <a:pt x="864070" y="1360660"/>
                      <a:pt x="862780" y="1362595"/>
                      <a:pt x="861167" y="1364852"/>
                    </a:cubicBezTo>
                    <a:cubicBezTo>
                      <a:pt x="860200" y="1366142"/>
                      <a:pt x="859233" y="1367754"/>
                      <a:pt x="859233" y="1374848"/>
                    </a:cubicBezTo>
                    <a:cubicBezTo>
                      <a:pt x="859233" y="1383555"/>
                      <a:pt x="860845" y="1395163"/>
                      <a:pt x="862780" y="1407740"/>
                    </a:cubicBezTo>
                    <a:cubicBezTo>
                      <a:pt x="864070" y="1417414"/>
                      <a:pt x="865682" y="1427410"/>
                      <a:pt x="866649" y="1436761"/>
                    </a:cubicBezTo>
                    <a:cubicBezTo>
                      <a:pt x="866972" y="1441598"/>
                      <a:pt x="867617" y="1446435"/>
                      <a:pt x="868262" y="1451272"/>
                    </a:cubicBezTo>
                    <a:cubicBezTo>
                      <a:pt x="870197" y="1467718"/>
                      <a:pt x="871809" y="1484486"/>
                      <a:pt x="870841" y="1509316"/>
                    </a:cubicBezTo>
                    <a:cubicBezTo>
                      <a:pt x="869874" y="1528986"/>
                      <a:pt x="872454" y="1533179"/>
                      <a:pt x="875678" y="1537693"/>
                    </a:cubicBezTo>
                    <a:cubicBezTo>
                      <a:pt x="877291" y="1540273"/>
                      <a:pt x="879226" y="1543497"/>
                      <a:pt x="880838" y="1548979"/>
                    </a:cubicBezTo>
                    <a:cubicBezTo>
                      <a:pt x="881805" y="1552204"/>
                      <a:pt x="882450" y="1555428"/>
                      <a:pt x="883418" y="1558976"/>
                    </a:cubicBezTo>
                    <a:cubicBezTo>
                      <a:pt x="886642" y="1571552"/>
                      <a:pt x="890512" y="1585418"/>
                      <a:pt x="894059" y="1594124"/>
                    </a:cubicBezTo>
                    <a:cubicBezTo>
                      <a:pt x="897606" y="1602508"/>
                      <a:pt x="902121" y="1606701"/>
                      <a:pt x="908247" y="1612827"/>
                    </a:cubicBezTo>
                    <a:cubicBezTo>
                      <a:pt x="909860" y="1614440"/>
                      <a:pt x="911472" y="1616052"/>
                      <a:pt x="913084" y="1617664"/>
                    </a:cubicBezTo>
                    <a:cubicBezTo>
                      <a:pt x="920501" y="1625081"/>
                      <a:pt x="923081" y="1631530"/>
                      <a:pt x="924693" y="1635400"/>
                    </a:cubicBezTo>
                    <a:cubicBezTo>
                      <a:pt x="925016" y="1636367"/>
                      <a:pt x="925338" y="1637335"/>
                      <a:pt x="925983" y="1637979"/>
                    </a:cubicBezTo>
                    <a:cubicBezTo>
                      <a:pt x="927918" y="1641849"/>
                      <a:pt x="927595" y="1646686"/>
                      <a:pt x="927273" y="1652490"/>
                    </a:cubicBezTo>
                    <a:cubicBezTo>
                      <a:pt x="927273" y="1654748"/>
                      <a:pt x="926950" y="1657005"/>
                      <a:pt x="926950" y="1659262"/>
                    </a:cubicBezTo>
                    <a:cubicBezTo>
                      <a:pt x="926950" y="1666034"/>
                      <a:pt x="934367" y="1682802"/>
                      <a:pt x="940171" y="1690541"/>
                    </a:cubicBezTo>
                    <a:cubicBezTo>
                      <a:pt x="945008" y="1696991"/>
                      <a:pt x="947588" y="1703763"/>
                      <a:pt x="950490" y="1711824"/>
                    </a:cubicBezTo>
                    <a:cubicBezTo>
                      <a:pt x="951458" y="1714726"/>
                      <a:pt x="952747" y="1717628"/>
                      <a:pt x="954037" y="1720853"/>
                    </a:cubicBezTo>
                    <a:cubicBezTo>
                      <a:pt x="959197" y="1734074"/>
                      <a:pt x="959197" y="1757936"/>
                      <a:pt x="959197" y="1766965"/>
                    </a:cubicBezTo>
                    <a:lnTo>
                      <a:pt x="959197" y="1768900"/>
                    </a:lnTo>
                    <a:cubicBezTo>
                      <a:pt x="959197" y="1770512"/>
                      <a:pt x="963066" y="1774382"/>
                      <a:pt x="965968" y="1776962"/>
                    </a:cubicBezTo>
                    <a:cubicBezTo>
                      <a:pt x="969516" y="1780187"/>
                      <a:pt x="972740" y="1783411"/>
                      <a:pt x="974998" y="1787281"/>
                    </a:cubicBezTo>
                    <a:cubicBezTo>
                      <a:pt x="977255" y="1791473"/>
                      <a:pt x="987896" y="1796955"/>
                      <a:pt x="993700" y="1799857"/>
                    </a:cubicBezTo>
                    <a:cubicBezTo>
                      <a:pt x="997893" y="1802114"/>
                      <a:pt x="999505" y="1802759"/>
                      <a:pt x="1000472" y="1803726"/>
                    </a:cubicBezTo>
                    <a:cubicBezTo>
                      <a:pt x="1000472" y="1803726"/>
                      <a:pt x="1014338" y="1818238"/>
                      <a:pt x="1010791" y="1825976"/>
                    </a:cubicBezTo>
                    <a:cubicBezTo>
                      <a:pt x="1009501" y="1828234"/>
                      <a:pt x="1007566" y="1829846"/>
                      <a:pt x="1006277" y="1830814"/>
                    </a:cubicBezTo>
                    <a:cubicBezTo>
                      <a:pt x="1006277" y="1830814"/>
                      <a:pt x="1005954" y="1830814"/>
                      <a:pt x="1005954" y="1831136"/>
                    </a:cubicBezTo>
                    <a:cubicBezTo>
                      <a:pt x="1006922" y="1831781"/>
                      <a:pt x="1007889" y="1832748"/>
                      <a:pt x="1008856" y="1833716"/>
                    </a:cubicBezTo>
                    <a:cubicBezTo>
                      <a:pt x="1017885" y="1841132"/>
                      <a:pt x="1025302" y="1846937"/>
                      <a:pt x="1026592" y="1852096"/>
                    </a:cubicBezTo>
                    <a:cubicBezTo>
                      <a:pt x="1027237" y="1854354"/>
                      <a:pt x="1027559" y="1857578"/>
                      <a:pt x="1028204" y="1861125"/>
                    </a:cubicBezTo>
                    <a:cubicBezTo>
                      <a:pt x="1028849" y="1865640"/>
                      <a:pt x="1029494" y="1870477"/>
                      <a:pt x="1030461" y="1873379"/>
                    </a:cubicBezTo>
                    <a:cubicBezTo>
                      <a:pt x="1031106" y="1875314"/>
                      <a:pt x="1033686" y="1876604"/>
                      <a:pt x="1036588" y="1878216"/>
                    </a:cubicBezTo>
                    <a:cubicBezTo>
                      <a:pt x="1038846" y="1879506"/>
                      <a:pt x="1041103" y="1880795"/>
                      <a:pt x="1043360" y="1882408"/>
                    </a:cubicBezTo>
                    <a:cubicBezTo>
                      <a:pt x="1048520" y="1886922"/>
                      <a:pt x="1051744" y="1894339"/>
                      <a:pt x="1050777" y="1899176"/>
                    </a:cubicBezTo>
                    <a:cubicBezTo>
                      <a:pt x="1050777" y="1899821"/>
                      <a:pt x="1050454" y="1900789"/>
                      <a:pt x="1049809" y="1901756"/>
                    </a:cubicBezTo>
                    <a:cubicBezTo>
                      <a:pt x="1048520" y="1904980"/>
                      <a:pt x="1046262" y="1912075"/>
                      <a:pt x="1047875" y="1916267"/>
                    </a:cubicBezTo>
                    <a:cubicBezTo>
                      <a:pt x="1050454" y="1923039"/>
                      <a:pt x="1053679" y="1932068"/>
                      <a:pt x="1052712" y="1940452"/>
                    </a:cubicBezTo>
                    <a:cubicBezTo>
                      <a:pt x="1052067" y="1946256"/>
                      <a:pt x="1052389" y="1947546"/>
                      <a:pt x="1054646" y="1954640"/>
                    </a:cubicBezTo>
                    <a:lnTo>
                      <a:pt x="1055291" y="1956897"/>
                    </a:lnTo>
                    <a:cubicBezTo>
                      <a:pt x="1056581" y="1962057"/>
                      <a:pt x="1059161" y="1967861"/>
                      <a:pt x="1062063" y="1973988"/>
                    </a:cubicBezTo>
                    <a:cubicBezTo>
                      <a:pt x="1064320" y="1979147"/>
                      <a:pt x="1066578" y="1984307"/>
                      <a:pt x="1068835" y="1990111"/>
                    </a:cubicBezTo>
                    <a:cubicBezTo>
                      <a:pt x="1070770" y="1995916"/>
                      <a:pt x="1073994" y="2000430"/>
                      <a:pt x="1076896" y="2004622"/>
                    </a:cubicBezTo>
                    <a:cubicBezTo>
                      <a:pt x="1080443" y="2009781"/>
                      <a:pt x="1083346" y="2014296"/>
                      <a:pt x="1083346" y="2018810"/>
                    </a:cubicBezTo>
                    <a:cubicBezTo>
                      <a:pt x="1083346" y="2025905"/>
                      <a:pt x="1084313" y="2035901"/>
                      <a:pt x="1091085" y="2050089"/>
                    </a:cubicBezTo>
                    <a:cubicBezTo>
                      <a:pt x="1096889" y="2062021"/>
                      <a:pt x="1096889" y="2067825"/>
                      <a:pt x="1096889" y="2075242"/>
                    </a:cubicBezTo>
                    <a:cubicBezTo>
                      <a:pt x="1096889" y="2078144"/>
                      <a:pt x="1096889" y="2081046"/>
                      <a:pt x="1097212" y="2084916"/>
                    </a:cubicBezTo>
                    <a:cubicBezTo>
                      <a:pt x="1098179" y="2093622"/>
                      <a:pt x="1097534" y="2100072"/>
                      <a:pt x="1096889" y="2106199"/>
                    </a:cubicBezTo>
                    <a:cubicBezTo>
                      <a:pt x="1096567" y="2110391"/>
                      <a:pt x="1095922" y="2114582"/>
                      <a:pt x="1095922" y="2119420"/>
                    </a:cubicBezTo>
                    <a:cubicBezTo>
                      <a:pt x="1095922" y="2125547"/>
                      <a:pt x="1098502" y="2134253"/>
                      <a:pt x="1101081" y="2142637"/>
                    </a:cubicBezTo>
                    <a:cubicBezTo>
                      <a:pt x="1103661" y="2151021"/>
                      <a:pt x="1106241" y="2159728"/>
                      <a:pt x="1106563" y="2166822"/>
                    </a:cubicBezTo>
                    <a:cubicBezTo>
                      <a:pt x="1106886" y="2175528"/>
                      <a:pt x="1112368" y="2191974"/>
                      <a:pt x="1117205" y="2206807"/>
                    </a:cubicBezTo>
                    <a:cubicBezTo>
                      <a:pt x="1119462" y="2213902"/>
                      <a:pt x="1121719" y="2220351"/>
                      <a:pt x="1123331" y="2225833"/>
                    </a:cubicBezTo>
                    <a:cubicBezTo>
                      <a:pt x="1124944" y="2231315"/>
                      <a:pt x="1126878" y="2237442"/>
                      <a:pt x="1128813" y="2243891"/>
                    </a:cubicBezTo>
                    <a:cubicBezTo>
                      <a:pt x="1133005" y="2257435"/>
                      <a:pt x="1137197" y="2271300"/>
                      <a:pt x="1139455" y="2283232"/>
                    </a:cubicBezTo>
                    <a:cubicBezTo>
                      <a:pt x="1141389" y="2293228"/>
                      <a:pt x="1147516" y="2303547"/>
                      <a:pt x="1153321" y="2313543"/>
                    </a:cubicBezTo>
                    <a:cubicBezTo>
                      <a:pt x="1157190" y="2319993"/>
                      <a:pt x="1161060" y="2326764"/>
                      <a:pt x="1163962" y="2333536"/>
                    </a:cubicBezTo>
                    <a:cubicBezTo>
                      <a:pt x="1170411" y="2348692"/>
                      <a:pt x="1206205" y="2402544"/>
                      <a:pt x="1213944" y="2413185"/>
                    </a:cubicBezTo>
                    <a:cubicBezTo>
                      <a:pt x="1222650" y="2425116"/>
                      <a:pt x="1234259" y="2440272"/>
                      <a:pt x="1239096" y="2445109"/>
                    </a:cubicBezTo>
                    <a:lnTo>
                      <a:pt x="1240708" y="2446721"/>
                    </a:lnTo>
                    <a:cubicBezTo>
                      <a:pt x="1245223" y="2451236"/>
                      <a:pt x="1248770" y="2454461"/>
                      <a:pt x="1250705" y="2466069"/>
                    </a:cubicBezTo>
                    <a:cubicBezTo>
                      <a:pt x="1252640" y="2476388"/>
                      <a:pt x="1260056" y="2489609"/>
                      <a:pt x="1266506" y="2493479"/>
                    </a:cubicBezTo>
                    <a:cubicBezTo>
                      <a:pt x="1272633" y="2497349"/>
                      <a:pt x="1275857" y="2505087"/>
                      <a:pt x="1278759" y="2512827"/>
                    </a:cubicBezTo>
                    <a:cubicBezTo>
                      <a:pt x="1280049" y="2516052"/>
                      <a:pt x="1281339" y="2519276"/>
                      <a:pt x="1282629" y="2521856"/>
                    </a:cubicBezTo>
                    <a:cubicBezTo>
                      <a:pt x="1287788" y="2531207"/>
                      <a:pt x="1298430" y="2558617"/>
                      <a:pt x="1305846" y="2586026"/>
                    </a:cubicBezTo>
                    <a:cubicBezTo>
                      <a:pt x="1310038" y="2602150"/>
                      <a:pt x="1311006" y="2607954"/>
                      <a:pt x="1311973" y="2613758"/>
                    </a:cubicBezTo>
                    <a:cubicBezTo>
                      <a:pt x="1312618" y="2617628"/>
                      <a:pt x="1313263" y="2621820"/>
                      <a:pt x="1315198" y="2629882"/>
                    </a:cubicBezTo>
                    <a:cubicBezTo>
                      <a:pt x="1319712" y="2648907"/>
                      <a:pt x="1322937" y="2657291"/>
                      <a:pt x="1343252" y="2703726"/>
                    </a:cubicBezTo>
                    <a:lnTo>
                      <a:pt x="1349057" y="2717269"/>
                    </a:lnTo>
                    <a:cubicBezTo>
                      <a:pt x="1364857" y="2753386"/>
                      <a:pt x="1370662" y="2767252"/>
                      <a:pt x="1375821" y="2788534"/>
                    </a:cubicBezTo>
                    <a:cubicBezTo>
                      <a:pt x="1378723" y="2801110"/>
                      <a:pt x="1379046" y="2814976"/>
                      <a:pt x="1379691" y="2829487"/>
                    </a:cubicBezTo>
                    <a:cubicBezTo>
                      <a:pt x="1380013" y="2842386"/>
                      <a:pt x="1380336" y="2855929"/>
                      <a:pt x="1382593" y="2869151"/>
                    </a:cubicBezTo>
                    <a:cubicBezTo>
                      <a:pt x="1388075" y="2903654"/>
                      <a:pt x="1395491" y="2927517"/>
                      <a:pt x="1405488" y="2943640"/>
                    </a:cubicBezTo>
                    <a:cubicBezTo>
                      <a:pt x="1414517" y="2958151"/>
                      <a:pt x="1421289" y="2979756"/>
                      <a:pt x="1425803" y="2994267"/>
                    </a:cubicBezTo>
                    <a:cubicBezTo>
                      <a:pt x="1427416" y="2999426"/>
                      <a:pt x="1429028" y="3004263"/>
                      <a:pt x="1429995" y="3006843"/>
                    </a:cubicBezTo>
                    <a:cubicBezTo>
                      <a:pt x="1431608" y="3011035"/>
                      <a:pt x="1435477" y="3015227"/>
                      <a:pt x="1439347" y="3019419"/>
                    </a:cubicBezTo>
                    <a:cubicBezTo>
                      <a:pt x="1443539" y="3024256"/>
                      <a:pt x="1447731" y="3028448"/>
                      <a:pt x="1449021" y="3033607"/>
                    </a:cubicBezTo>
                    <a:cubicBezTo>
                      <a:pt x="1450955" y="3040702"/>
                      <a:pt x="1474495" y="3080365"/>
                      <a:pt x="1493521" y="3096811"/>
                    </a:cubicBezTo>
                    <a:cubicBezTo>
                      <a:pt x="1501260" y="3103582"/>
                      <a:pt x="1505452" y="3108419"/>
                      <a:pt x="1508999" y="3112612"/>
                    </a:cubicBezTo>
                    <a:cubicBezTo>
                      <a:pt x="1514481" y="3119061"/>
                      <a:pt x="1519318" y="3124543"/>
                      <a:pt x="1536086" y="3135506"/>
                    </a:cubicBezTo>
                    <a:cubicBezTo>
                      <a:pt x="1553499" y="3146470"/>
                      <a:pt x="1562528" y="3156144"/>
                      <a:pt x="1569300" y="3163238"/>
                    </a:cubicBezTo>
                    <a:cubicBezTo>
                      <a:pt x="1573492" y="3167431"/>
                      <a:pt x="1576394" y="3170655"/>
                      <a:pt x="1579619" y="3172267"/>
                    </a:cubicBezTo>
                    <a:cubicBezTo>
                      <a:pt x="1581554" y="3173235"/>
                      <a:pt x="1583166" y="3174202"/>
                      <a:pt x="1584456" y="3174847"/>
                    </a:cubicBezTo>
                    <a:cubicBezTo>
                      <a:pt x="1588970" y="3177427"/>
                      <a:pt x="1589938" y="3177749"/>
                      <a:pt x="1597354" y="3178717"/>
                    </a:cubicBezTo>
                    <a:cubicBezTo>
                      <a:pt x="1600902" y="3179039"/>
                      <a:pt x="1606061" y="3180652"/>
                      <a:pt x="1611543" y="3181941"/>
                    </a:cubicBezTo>
                    <a:cubicBezTo>
                      <a:pt x="1616702" y="3183231"/>
                      <a:pt x="1624764" y="3185489"/>
                      <a:pt x="1628311" y="3185489"/>
                    </a:cubicBezTo>
                    <a:cubicBezTo>
                      <a:pt x="1629601" y="3180974"/>
                      <a:pt x="1632826" y="3174847"/>
                      <a:pt x="1641532" y="3167431"/>
                    </a:cubicBezTo>
                    <a:cubicBezTo>
                      <a:pt x="1649916" y="3160336"/>
                      <a:pt x="1704735" y="3129379"/>
                      <a:pt x="1709250" y="3127767"/>
                    </a:cubicBezTo>
                    <a:cubicBezTo>
                      <a:pt x="1712152" y="3126800"/>
                      <a:pt x="1718601" y="3118738"/>
                      <a:pt x="1724083" y="3111644"/>
                    </a:cubicBezTo>
                    <a:cubicBezTo>
                      <a:pt x="1731177" y="3102615"/>
                      <a:pt x="1734402" y="3096166"/>
                      <a:pt x="1733434" y="3084880"/>
                    </a:cubicBezTo>
                    <a:cubicBezTo>
                      <a:pt x="1732790" y="3077463"/>
                      <a:pt x="1733112" y="3070691"/>
                      <a:pt x="1733757" y="3063597"/>
                    </a:cubicBezTo>
                    <a:cubicBezTo>
                      <a:pt x="1734079" y="3058115"/>
                      <a:pt x="1734402" y="3052310"/>
                      <a:pt x="1734079" y="3046183"/>
                    </a:cubicBezTo>
                    <a:cubicBezTo>
                      <a:pt x="1733757" y="3037800"/>
                      <a:pt x="1737304" y="3030383"/>
                      <a:pt x="1740851" y="3023611"/>
                    </a:cubicBezTo>
                    <a:cubicBezTo>
                      <a:pt x="1743431" y="3018451"/>
                      <a:pt x="1746333" y="3012970"/>
                      <a:pt x="1747300" y="3007165"/>
                    </a:cubicBezTo>
                    <a:cubicBezTo>
                      <a:pt x="1751170" y="2986528"/>
                      <a:pt x="1798895" y="2976854"/>
                      <a:pt x="1800830" y="2976531"/>
                    </a:cubicBezTo>
                    <a:cubicBezTo>
                      <a:pt x="1804054" y="2975886"/>
                      <a:pt x="1806956" y="2975564"/>
                      <a:pt x="1809214" y="2974919"/>
                    </a:cubicBezTo>
                    <a:cubicBezTo>
                      <a:pt x="1816630" y="2973629"/>
                      <a:pt x="1820500" y="2973307"/>
                      <a:pt x="1831141" y="2967502"/>
                    </a:cubicBezTo>
                    <a:cubicBezTo>
                      <a:pt x="1840493" y="2962343"/>
                      <a:pt x="1850489" y="2959118"/>
                      <a:pt x="1859196" y="2955894"/>
                    </a:cubicBezTo>
                    <a:cubicBezTo>
                      <a:pt x="1864355" y="2953958"/>
                      <a:pt x="1869515" y="2952347"/>
                      <a:pt x="1873062" y="2950734"/>
                    </a:cubicBezTo>
                    <a:cubicBezTo>
                      <a:pt x="1882736" y="2946220"/>
                      <a:pt x="1887895" y="2947187"/>
                      <a:pt x="1903373" y="2950089"/>
                    </a:cubicBezTo>
                    <a:cubicBezTo>
                      <a:pt x="1906276" y="2950734"/>
                      <a:pt x="1909823" y="2951379"/>
                      <a:pt x="1914015" y="2952024"/>
                    </a:cubicBezTo>
                    <a:cubicBezTo>
                      <a:pt x="1923366" y="2953636"/>
                      <a:pt x="1929493" y="2952669"/>
                      <a:pt x="1933040" y="2951701"/>
                    </a:cubicBezTo>
                    <a:cubicBezTo>
                      <a:pt x="1924656" y="2950411"/>
                      <a:pt x="1921754" y="2948477"/>
                      <a:pt x="1915949" y="2944607"/>
                    </a:cubicBezTo>
                    <a:cubicBezTo>
                      <a:pt x="1914660" y="2943962"/>
                      <a:pt x="1913370" y="2942995"/>
                      <a:pt x="1912080" y="2942027"/>
                    </a:cubicBezTo>
                    <a:cubicBezTo>
                      <a:pt x="1901439" y="2935256"/>
                      <a:pt x="1888863" y="2910748"/>
                      <a:pt x="1894344" y="2892368"/>
                    </a:cubicBezTo>
                    <a:cubicBezTo>
                      <a:pt x="1899181" y="2875922"/>
                      <a:pt x="1922721" y="2838516"/>
                      <a:pt x="1937555" y="2823361"/>
                    </a:cubicBezTo>
                    <a:cubicBezTo>
                      <a:pt x="1949808" y="2811107"/>
                      <a:pt x="1952388" y="2800465"/>
                      <a:pt x="1955935" y="2784987"/>
                    </a:cubicBezTo>
                    <a:lnTo>
                      <a:pt x="1956580" y="2781762"/>
                    </a:lnTo>
                    <a:cubicBezTo>
                      <a:pt x="1960450" y="2764349"/>
                      <a:pt x="1962062" y="2759190"/>
                      <a:pt x="1973026" y="2747581"/>
                    </a:cubicBezTo>
                    <a:cubicBezTo>
                      <a:pt x="1982700" y="2737263"/>
                      <a:pt x="1999790" y="2737585"/>
                      <a:pt x="2018171" y="2738230"/>
                    </a:cubicBezTo>
                    <a:cubicBezTo>
                      <a:pt x="2021718" y="2738230"/>
                      <a:pt x="2025265" y="2738230"/>
                      <a:pt x="2028812" y="2738230"/>
                    </a:cubicBezTo>
                    <a:cubicBezTo>
                      <a:pt x="2046870" y="2738230"/>
                      <a:pt x="2057834" y="2743389"/>
                      <a:pt x="2064928" y="2746614"/>
                    </a:cubicBezTo>
                    <a:cubicBezTo>
                      <a:pt x="2066540" y="2747259"/>
                      <a:pt x="2068153" y="2748226"/>
                      <a:pt x="2069443" y="2748549"/>
                    </a:cubicBezTo>
                    <a:cubicBezTo>
                      <a:pt x="2070410" y="2748871"/>
                      <a:pt x="2071055" y="2748871"/>
                      <a:pt x="2071377" y="2748871"/>
                    </a:cubicBezTo>
                    <a:cubicBezTo>
                      <a:pt x="2072990" y="2748226"/>
                      <a:pt x="2074925" y="2742099"/>
                      <a:pt x="2076537" y="2736617"/>
                    </a:cubicBezTo>
                    <a:lnTo>
                      <a:pt x="2076860" y="2735972"/>
                    </a:lnTo>
                    <a:cubicBezTo>
                      <a:pt x="2080084" y="2725331"/>
                      <a:pt x="2077504" y="2695019"/>
                      <a:pt x="2075892" y="2675349"/>
                    </a:cubicBezTo>
                    <a:cubicBezTo>
                      <a:pt x="2074925" y="2663418"/>
                      <a:pt x="2075570" y="2652776"/>
                      <a:pt x="2076214" y="2639233"/>
                    </a:cubicBezTo>
                    <a:cubicBezTo>
                      <a:pt x="2076860" y="2628269"/>
                      <a:pt x="2077504" y="2615693"/>
                      <a:pt x="2077504" y="2599247"/>
                    </a:cubicBezTo>
                    <a:cubicBezTo>
                      <a:pt x="2077504" y="2568613"/>
                      <a:pt x="2073312" y="2543461"/>
                      <a:pt x="2066540" y="2531530"/>
                    </a:cubicBezTo>
                    <a:cubicBezTo>
                      <a:pt x="2059446" y="2519599"/>
                      <a:pt x="2062348" y="2509280"/>
                      <a:pt x="2064928" y="2499606"/>
                    </a:cubicBezTo>
                    <a:lnTo>
                      <a:pt x="2065251" y="2498961"/>
                    </a:lnTo>
                    <a:cubicBezTo>
                      <a:pt x="2066540" y="2494124"/>
                      <a:pt x="2062993" y="2478968"/>
                      <a:pt x="2060091" y="2465424"/>
                    </a:cubicBezTo>
                    <a:cubicBezTo>
                      <a:pt x="2057512" y="2453493"/>
                      <a:pt x="2054609" y="2441240"/>
                      <a:pt x="2053642" y="2430598"/>
                    </a:cubicBezTo>
                    <a:cubicBezTo>
                      <a:pt x="2051707" y="2411895"/>
                      <a:pt x="2060736" y="2405446"/>
                      <a:pt x="2070733" y="2398352"/>
                    </a:cubicBezTo>
                    <a:cubicBezTo>
                      <a:pt x="2075570" y="2395127"/>
                      <a:pt x="2080406" y="2391580"/>
                      <a:pt x="2084921" y="2386098"/>
                    </a:cubicBezTo>
                    <a:cubicBezTo>
                      <a:pt x="2102979" y="2365783"/>
                      <a:pt x="2119102" y="2343533"/>
                      <a:pt x="2127164" y="2327087"/>
                    </a:cubicBezTo>
                    <a:cubicBezTo>
                      <a:pt x="2136838" y="2307739"/>
                      <a:pt x="2139418" y="2301612"/>
                      <a:pt x="2147479" y="2275815"/>
                    </a:cubicBezTo>
                    <a:cubicBezTo>
                      <a:pt x="2152316" y="2260337"/>
                      <a:pt x="2151671" y="2257757"/>
                      <a:pt x="2150704" y="2251630"/>
                    </a:cubicBezTo>
                    <a:cubicBezTo>
                      <a:pt x="2150059" y="2247761"/>
                      <a:pt x="2149092" y="2242601"/>
                      <a:pt x="2149092" y="2232605"/>
                    </a:cubicBezTo>
                    <a:cubicBezTo>
                      <a:pt x="2149092" y="2216159"/>
                      <a:pt x="2155218" y="2207775"/>
                      <a:pt x="2161345" y="2199391"/>
                    </a:cubicBezTo>
                    <a:cubicBezTo>
                      <a:pt x="2165215" y="2193909"/>
                      <a:pt x="2169407" y="2188427"/>
                      <a:pt x="2171987" y="2180366"/>
                    </a:cubicBezTo>
                    <a:cubicBezTo>
                      <a:pt x="2178436" y="2160050"/>
                      <a:pt x="2174566" y="2147796"/>
                      <a:pt x="2164247" y="2129738"/>
                    </a:cubicBezTo>
                    <a:cubicBezTo>
                      <a:pt x="2153929" y="2111680"/>
                      <a:pt x="2153284" y="2085238"/>
                      <a:pt x="2154251" y="2066213"/>
                    </a:cubicBezTo>
                    <a:cubicBezTo>
                      <a:pt x="2155218" y="2051702"/>
                      <a:pt x="2148447" y="2023003"/>
                      <a:pt x="2141030" y="2015586"/>
                    </a:cubicBezTo>
                    <a:cubicBezTo>
                      <a:pt x="2134581" y="2009137"/>
                      <a:pt x="2134258" y="1999463"/>
                      <a:pt x="2133936" y="1987209"/>
                    </a:cubicBezTo>
                    <a:cubicBezTo>
                      <a:pt x="2133613" y="1979470"/>
                      <a:pt x="2133613" y="1970763"/>
                      <a:pt x="2131678" y="1960767"/>
                    </a:cubicBezTo>
                    <a:cubicBezTo>
                      <a:pt x="2129099" y="1945288"/>
                      <a:pt x="2133291" y="1933357"/>
                      <a:pt x="2137160" y="1922716"/>
                    </a:cubicBezTo>
                    <a:cubicBezTo>
                      <a:pt x="2140063" y="1914654"/>
                      <a:pt x="2142642" y="1907560"/>
                      <a:pt x="2141675" y="1900466"/>
                    </a:cubicBezTo>
                    <a:cubicBezTo>
                      <a:pt x="2140385" y="1891760"/>
                      <a:pt x="2136838" y="1883053"/>
                      <a:pt x="2132646" y="1873057"/>
                    </a:cubicBezTo>
                    <a:cubicBezTo>
                      <a:pt x="2128454" y="1863060"/>
                      <a:pt x="2123939" y="1852096"/>
                      <a:pt x="2120392" y="1838230"/>
                    </a:cubicBezTo>
                    <a:cubicBezTo>
                      <a:pt x="2114910" y="1816625"/>
                      <a:pt x="2116523" y="1792440"/>
                      <a:pt x="2117812" y="1776639"/>
                    </a:cubicBezTo>
                    <a:cubicBezTo>
                      <a:pt x="2118135" y="1771480"/>
                      <a:pt x="2118457" y="1766965"/>
                      <a:pt x="2118457" y="1764063"/>
                    </a:cubicBezTo>
                    <a:cubicBezTo>
                      <a:pt x="2118457" y="1753100"/>
                      <a:pt x="2123294" y="1749230"/>
                      <a:pt x="2132323" y="1741813"/>
                    </a:cubicBezTo>
                    <a:cubicBezTo>
                      <a:pt x="2136515" y="1738266"/>
                      <a:pt x="2141675" y="1734074"/>
                      <a:pt x="2148447" y="1727947"/>
                    </a:cubicBezTo>
                    <a:cubicBezTo>
                      <a:pt x="2160055" y="1716661"/>
                      <a:pt x="2161023" y="1709244"/>
                      <a:pt x="2162313" y="1700860"/>
                    </a:cubicBezTo>
                    <a:cubicBezTo>
                      <a:pt x="2162958" y="1695378"/>
                      <a:pt x="2163602" y="1689252"/>
                      <a:pt x="2167472" y="1681835"/>
                    </a:cubicBezTo>
                    <a:cubicBezTo>
                      <a:pt x="2177146" y="1662487"/>
                      <a:pt x="2221969" y="1639270"/>
                      <a:pt x="2242606" y="1639270"/>
                    </a:cubicBezTo>
                    <a:cubicBezTo>
                      <a:pt x="2257762" y="1639270"/>
                      <a:pt x="2263566" y="1649266"/>
                      <a:pt x="2266469" y="1654748"/>
                    </a:cubicBezTo>
                    <a:cubicBezTo>
                      <a:pt x="2267114" y="1655715"/>
                      <a:pt x="2267759" y="1657005"/>
                      <a:pt x="2268081" y="1657650"/>
                    </a:cubicBezTo>
                    <a:cubicBezTo>
                      <a:pt x="2268403" y="1657650"/>
                      <a:pt x="2269048" y="1657973"/>
                      <a:pt x="2269371" y="1657973"/>
                    </a:cubicBezTo>
                    <a:cubicBezTo>
                      <a:pt x="2274853" y="1659262"/>
                      <a:pt x="2291621" y="1663132"/>
                      <a:pt x="2296458" y="1656360"/>
                    </a:cubicBezTo>
                    <a:cubicBezTo>
                      <a:pt x="2303230" y="1647008"/>
                      <a:pt x="2305487" y="1643461"/>
                      <a:pt x="2305487" y="1631852"/>
                    </a:cubicBezTo>
                    <a:cubicBezTo>
                      <a:pt x="2305487" y="1622179"/>
                      <a:pt x="2308712" y="1618954"/>
                      <a:pt x="2316451" y="1611215"/>
                    </a:cubicBezTo>
                    <a:cubicBezTo>
                      <a:pt x="2320643" y="1607023"/>
                      <a:pt x="2326770" y="1601218"/>
                      <a:pt x="2335154" y="1591545"/>
                    </a:cubicBezTo>
                    <a:cubicBezTo>
                      <a:pt x="2349020" y="1575421"/>
                      <a:pt x="2349342" y="1572842"/>
                      <a:pt x="2349665" y="1570262"/>
                    </a:cubicBezTo>
                    <a:cubicBezTo>
                      <a:pt x="2349987" y="1567360"/>
                      <a:pt x="2350309" y="1564780"/>
                      <a:pt x="2353534" y="1559298"/>
                    </a:cubicBezTo>
                    <a:cubicBezTo>
                      <a:pt x="2360951" y="1546077"/>
                      <a:pt x="2371270" y="1544787"/>
                      <a:pt x="2382233" y="1543175"/>
                    </a:cubicBezTo>
                    <a:cubicBezTo>
                      <a:pt x="2384813" y="1542852"/>
                      <a:pt x="2387393" y="1542530"/>
                      <a:pt x="2390295" y="1541885"/>
                    </a:cubicBezTo>
                    <a:cubicBezTo>
                      <a:pt x="2395132" y="1540918"/>
                      <a:pt x="2401904" y="1540918"/>
                      <a:pt x="2409965" y="1540918"/>
                    </a:cubicBezTo>
                    <a:cubicBezTo>
                      <a:pt x="2426089" y="1540918"/>
                      <a:pt x="2446082" y="1540595"/>
                      <a:pt x="2454788" y="1532856"/>
                    </a:cubicBezTo>
                    <a:cubicBezTo>
                      <a:pt x="2462527" y="1526084"/>
                      <a:pt x="2474136" y="1523182"/>
                      <a:pt x="2486712" y="1519957"/>
                    </a:cubicBezTo>
                    <a:cubicBezTo>
                      <a:pt x="2498966" y="1516733"/>
                      <a:pt x="2511542" y="1513508"/>
                      <a:pt x="2519281" y="1506736"/>
                    </a:cubicBezTo>
                    <a:cubicBezTo>
                      <a:pt x="2526698" y="1500287"/>
                      <a:pt x="2533792" y="1491581"/>
                      <a:pt x="2538951" y="1484809"/>
                    </a:cubicBezTo>
                    <a:cubicBezTo>
                      <a:pt x="2537017" y="1485776"/>
                      <a:pt x="2534437" y="1486421"/>
                      <a:pt x="2531535" y="1487066"/>
                    </a:cubicBezTo>
                    <a:cubicBezTo>
                      <a:pt x="2524118" y="1488678"/>
                      <a:pt x="2519926" y="1486421"/>
                      <a:pt x="2517669" y="1484164"/>
                    </a:cubicBezTo>
                    <a:cubicBezTo>
                      <a:pt x="2513799" y="1480294"/>
                      <a:pt x="2513799" y="1474490"/>
                      <a:pt x="2514444" y="1470620"/>
                    </a:cubicBezTo>
                    <a:cubicBezTo>
                      <a:pt x="2516379" y="1462559"/>
                      <a:pt x="2528310" y="1464816"/>
                      <a:pt x="2536049" y="1466428"/>
                    </a:cubicBezTo>
                    <a:cubicBezTo>
                      <a:pt x="2537339" y="1466751"/>
                      <a:pt x="2538306" y="1466751"/>
                      <a:pt x="2539274" y="1467073"/>
                    </a:cubicBezTo>
                    <a:cubicBezTo>
                      <a:pt x="2541531" y="1467396"/>
                      <a:pt x="2547013" y="1464816"/>
                      <a:pt x="2551850" y="1456432"/>
                    </a:cubicBezTo>
                    <a:cubicBezTo>
                      <a:pt x="2553785" y="1453207"/>
                      <a:pt x="2554752" y="1446758"/>
                      <a:pt x="2555075" y="1441276"/>
                    </a:cubicBezTo>
                    <a:cubicBezTo>
                      <a:pt x="2550560" y="1447403"/>
                      <a:pt x="2545723" y="1447403"/>
                      <a:pt x="2543466" y="1447080"/>
                    </a:cubicBezTo>
                    <a:cubicBezTo>
                      <a:pt x="2538306" y="1446435"/>
                      <a:pt x="2534437" y="1441598"/>
                      <a:pt x="2533792" y="1434504"/>
                    </a:cubicBezTo>
                    <a:cubicBezTo>
                      <a:pt x="2532502" y="1423218"/>
                      <a:pt x="2537339" y="1408385"/>
                      <a:pt x="2547335" y="1394841"/>
                    </a:cubicBezTo>
                    <a:cubicBezTo>
                      <a:pt x="2553462" y="1386457"/>
                      <a:pt x="2570230" y="1375816"/>
                      <a:pt x="2584096" y="1367431"/>
                    </a:cubicBezTo>
                    <a:cubicBezTo>
                      <a:pt x="2590223" y="1363562"/>
                      <a:pt x="2596672" y="1359692"/>
                      <a:pt x="2598285" y="1358080"/>
                    </a:cubicBezTo>
                    <a:cubicBezTo>
                      <a:pt x="2600865" y="1355500"/>
                      <a:pt x="2605701" y="1353566"/>
                      <a:pt x="2614408" y="1349696"/>
                    </a:cubicBezTo>
                    <a:cubicBezTo>
                      <a:pt x="2624727" y="1345504"/>
                      <a:pt x="2638915" y="1339377"/>
                      <a:pt x="2644075" y="1332928"/>
                    </a:cubicBezTo>
                    <a:cubicBezTo>
                      <a:pt x="2652459" y="1321964"/>
                      <a:pt x="2681803" y="1305196"/>
                      <a:pt x="2699216" y="1294877"/>
                    </a:cubicBezTo>
                    <a:cubicBezTo>
                      <a:pt x="2702441" y="1292942"/>
                      <a:pt x="2705021" y="1291330"/>
                      <a:pt x="2707278" y="1290362"/>
                    </a:cubicBezTo>
                    <a:cubicBezTo>
                      <a:pt x="2716307" y="1284880"/>
                      <a:pt x="2720821" y="1276496"/>
                      <a:pt x="2726626" y="1265533"/>
                    </a:cubicBezTo>
                    <a:cubicBezTo>
                      <a:pt x="2728561" y="1261986"/>
                      <a:pt x="2730495" y="1258116"/>
                      <a:pt x="2732753" y="1253924"/>
                    </a:cubicBezTo>
                    <a:cubicBezTo>
                      <a:pt x="2738557" y="1243605"/>
                      <a:pt x="2747263" y="1236511"/>
                      <a:pt x="2755970" y="1229094"/>
                    </a:cubicBezTo>
                    <a:cubicBezTo>
                      <a:pt x="2762097" y="1223935"/>
                      <a:pt x="2768546" y="1218453"/>
                      <a:pt x="2774673" y="1211681"/>
                    </a:cubicBezTo>
                    <a:cubicBezTo>
                      <a:pt x="2791441" y="1193301"/>
                      <a:pt x="2839811" y="1170083"/>
                      <a:pt x="2862383" y="1162344"/>
                    </a:cubicBezTo>
                    <a:cubicBezTo>
                      <a:pt x="2877539" y="1156862"/>
                      <a:pt x="2879152" y="1151703"/>
                      <a:pt x="2882376" y="1140416"/>
                    </a:cubicBezTo>
                    <a:cubicBezTo>
                      <a:pt x="2883666" y="1136547"/>
                      <a:pt x="2884633" y="1132032"/>
                      <a:pt x="2886891" y="1126873"/>
                    </a:cubicBezTo>
                    <a:cubicBezTo>
                      <a:pt x="2891728" y="1114297"/>
                      <a:pt x="2903981" y="1101398"/>
                      <a:pt x="2915913" y="1089144"/>
                    </a:cubicBezTo>
                    <a:cubicBezTo>
                      <a:pt x="2924297" y="1080438"/>
                      <a:pt x="2932036" y="1072054"/>
                      <a:pt x="2936873" y="1064637"/>
                    </a:cubicBezTo>
                    <a:cubicBezTo>
                      <a:pt x="2941710" y="1057220"/>
                      <a:pt x="2950416" y="1047224"/>
                      <a:pt x="2959445" y="1036905"/>
                    </a:cubicBezTo>
                    <a:cubicBezTo>
                      <a:pt x="2971699" y="1023039"/>
                      <a:pt x="2987177" y="1005303"/>
                      <a:pt x="2987500" y="998532"/>
                    </a:cubicBezTo>
                    <a:cubicBezTo>
                      <a:pt x="2988145" y="987568"/>
                      <a:pt x="2990080" y="985311"/>
                      <a:pt x="2996851" y="979829"/>
                    </a:cubicBezTo>
                    <a:cubicBezTo>
                      <a:pt x="2999109" y="977894"/>
                      <a:pt x="3002011" y="975637"/>
                      <a:pt x="3005558" y="971767"/>
                    </a:cubicBezTo>
                    <a:cubicBezTo>
                      <a:pt x="3009427" y="967897"/>
                      <a:pt x="3013297" y="964350"/>
                      <a:pt x="3017166" y="960481"/>
                    </a:cubicBezTo>
                    <a:cubicBezTo>
                      <a:pt x="3027163" y="951452"/>
                      <a:pt x="3036192" y="942745"/>
                      <a:pt x="3041674" y="933394"/>
                    </a:cubicBezTo>
                    <a:cubicBezTo>
                      <a:pt x="3045866" y="926300"/>
                      <a:pt x="3051348" y="923075"/>
                      <a:pt x="3056185" y="920173"/>
                    </a:cubicBezTo>
                    <a:cubicBezTo>
                      <a:pt x="3061344" y="917270"/>
                      <a:pt x="3065859" y="914691"/>
                      <a:pt x="3068761" y="907597"/>
                    </a:cubicBezTo>
                    <a:cubicBezTo>
                      <a:pt x="3073275" y="897278"/>
                      <a:pt x="3089398" y="890828"/>
                      <a:pt x="3106489" y="884057"/>
                    </a:cubicBezTo>
                    <a:cubicBezTo>
                      <a:pt x="3118420" y="879220"/>
                      <a:pt x="3130674" y="874383"/>
                      <a:pt x="3138413" y="868256"/>
                    </a:cubicBezTo>
                    <a:cubicBezTo>
                      <a:pt x="3150989" y="858260"/>
                      <a:pt x="3164533" y="854390"/>
                      <a:pt x="3179689" y="849875"/>
                    </a:cubicBezTo>
                    <a:cubicBezTo>
                      <a:pt x="3188073" y="847618"/>
                      <a:pt x="3197424" y="844716"/>
                      <a:pt x="3208065" y="840524"/>
                    </a:cubicBezTo>
                    <a:cubicBezTo>
                      <a:pt x="3228703" y="832785"/>
                      <a:pt x="3250953" y="823756"/>
                      <a:pt x="3264497" y="818274"/>
                    </a:cubicBezTo>
                    <a:cubicBezTo>
                      <a:pt x="3270946" y="815694"/>
                      <a:pt x="3275461" y="813759"/>
                      <a:pt x="3276751" y="813437"/>
                    </a:cubicBezTo>
                    <a:cubicBezTo>
                      <a:pt x="3278685" y="812469"/>
                      <a:pt x="3282877" y="805698"/>
                      <a:pt x="3285135" y="801828"/>
                    </a:cubicBezTo>
                    <a:cubicBezTo>
                      <a:pt x="3286102" y="800216"/>
                      <a:pt x="3287069" y="798603"/>
                      <a:pt x="3288037" y="797314"/>
                    </a:cubicBezTo>
                    <a:cubicBezTo>
                      <a:pt x="3289004" y="795701"/>
                      <a:pt x="3290294" y="793122"/>
                      <a:pt x="3291906" y="790219"/>
                    </a:cubicBezTo>
                    <a:cubicBezTo>
                      <a:pt x="3296743" y="781513"/>
                      <a:pt x="3303193" y="769259"/>
                      <a:pt x="3310609" y="764100"/>
                    </a:cubicBezTo>
                    <a:cubicBezTo>
                      <a:pt x="3313512" y="762165"/>
                      <a:pt x="3318026" y="759585"/>
                      <a:pt x="3322863" y="756361"/>
                    </a:cubicBezTo>
                    <a:cubicBezTo>
                      <a:pt x="3332214" y="750556"/>
                      <a:pt x="3345113" y="742817"/>
                      <a:pt x="3348338" y="739270"/>
                    </a:cubicBezTo>
                    <a:cubicBezTo>
                      <a:pt x="3351240" y="736368"/>
                      <a:pt x="3349950" y="731531"/>
                      <a:pt x="3346403" y="724759"/>
                    </a:cubicBezTo>
                    <a:cubicBezTo>
                      <a:pt x="3342533" y="717020"/>
                      <a:pt x="3343823" y="712183"/>
                      <a:pt x="3345758" y="706701"/>
                    </a:cubicBezTo>
                    <a:lnTo>
                      <a:pt x="3346080" y="706056"/>
                    </a:lnTo>
                    <a:cubicBezTo>
                      <a:pt x="3348015" y="699607"/>
                      <a:pt x="3352530" y="695092"/>
                      <a:pt x="3363493" y="684451"/>
                    </a:cubicBezTo>
                    <a:cubicBezTo>
                      <a:pt x="3368976" y="679291"/>
                      <a:pt x="3373812" y="676067"/>
                      <a:pt x="3378005" y="673487"/>
                    </a:cubicBezTo>
                    <a:cubicBezTo>
                      <a:pt x="3381874" y="670907"/>
                      <a:pt x="3385099" y="668973"/>
                      <a:pt x="3387356" y="666070"/>
                    </a:cubicBezTo>
                    <a:cubicBezTo>
                      <a:pt x="3390581" y="661878"/>
                      <a:pt x="3389291" y="660266"/>
                      <a:pt x="3386066" y="657041"/>
                    </a:cubicBezTo>
                    <a:cubicBezTo>
                      <a:pt x="3385421" y="656397"/>
                      <a:pt x="3384454" y="656719"/>
                      <a:pt x="3381552" y="657041"/>
                    </a:cubicBezTo>
                    <a:cubicBezTo>
                      <a:pt x="3378972" y="657364"/>
                      <a:pt x="3375747" y="657686"/>
                      <a:pt x="3371555" y="657364"/>
                    </a:cubicBezTo>
                    <a:cubicBezTo>
                      <a:pt x="3369620" y="657041"/>
                      <a:pt x="3365428" y="656719"/>
                      <a:pt x="3364783" y="652849"/>
                    </a:cubicBezTo>
                    <a:cubicBezTo>
                      <a:pt x="3364139" y="648980"/>
                      <a:pt x="3367686" y="647690"/>
                      <a:pt x="3371878" y="646078"/>
                    </a:cubicBezTo>
                    <a:cubicBezTo>
                      <a:pt x="3374135" y="645110"/>
                      <a:pt x="3376392" y="644143"/>
                      <a:pt x="3378327" y="643175"/>
                    </a:cubicBezTo>
                    <a:cubicBezTo>
                      <a:pt x="3383164" y="640596"/>
                      <a:pt x="3383164" y="640596"/>
                      <a:pt x="3383164" y="636726"/>
                    </a:cubicBezTo>
                    <a:cubicBezTo>
                      <a:pt x="3383164" y="635114"/>
                      <a:pt x="3382842" y="634791"/>
                      <a:pt x="3379617" y="630599"/>
                    </a:cubicBezTo>
                    <a:cubicBezTo>
                      <a:pt x="3376715" y="627052"/>
                      <a:pt x="3372522" y="622215"/>
                      <a:pt x="3366396" y="612864"/>
                    </a:cubicBezTo>
                    <a:lnTo>
                      <a:pt x="3365428" y="611251"/>
                    </a:lnTo>
                    <a:cubicBezTo>
                      <a:pt x="3352207" y="591581"/>
                      <a:pt x="3342533" y="577392"/>
                      <a:pt x="3357367" y="551595"/>
                    </a:cubicBezTo>
                    <a:cubicBezTo>
                      <a:pt x="3370910" y="527733"/>
                      <a:pt x="3402834" y="498389"/>
                      <a:pt x="3415088" y="495487"/>
                    </a:cubicBezTo>
                    <a:cubicBezTo>
                      <a:pt x="3419925" y="494519"/>
                      <a:pt x="3423794" y="494842"/>
                      <a:pt x="3427664" y="495487"/>
                    </a:cubicBezTo>
                    <a:cubicBezTo>
                      <a:pt x="3432823" y="496131"/>
                      <a:pt x="3437660" y="496776"/>
                      <a:pt x="3444755" y="493874"/>
                    </a:cubicBezTo>
                    <a:cubicBezTo>
                      <a:pt x="3457331" y="489037"/>
                      <a:pt x="3463780" y="481943"/>
                      <a:pt x="3463780" y="481943"/>
                    </a:cubicBezTo>
                    <a:lnTo>
                      <a:pt x="3464747" y="480653"/>
                    </a:lnTo>
                    <a:lnTo>
                      <a:pt x="3466360" y="480331"/>
                    </a:lnTo>
                    <a:cubicBezTo>
                      <a:pt x="3488610" y="478073"/>
                      <a:pt x="3492802" y="476461"/>
                      <a:pt x="3501186" y="473236"/>
                    </a:cubicBezTo>
                    <a:cubicBezTo>
                      <a:pt x="3503443" y="472269"/>
                      <a:pt x="3506345" y="471302"/>
                      <a:pt x="3509892" y="470012"/>
                    </a:cubicBezTo>
                    <a:cubicBezTo>
                      <a:pt x="3521179" y="466465"/>
                      <a:pt x="3521179" y="466142"/>
                      <a:pt x="3524081" y="461628"/>
                    </a:cubicBezTo>
                    <a:cubicBezTo>
                      <a:pt x="3525048" y="460015"/>
                      <a:pt x="3526338" y="458081"/>
                      <a:pt x="3528595" y="455501"/>
                    </a:cubicBezTo>
                    <a:cubicBezTo>
                      <a:pt x="3530208" y="453566"/>
                      <a:pt x="3532465" y="450986"/>
                      <a:pt x="3534722" y="448084"/>
                    </a:cubicBezTo>
                    <a:cubicBezTo>
                      <a:pt x="3544074" y="436798"/>
                      <a:pt x="3558585" y="419707"/>
                      <a:pt x="3560842" y="409388"/>
                    </a:cubicBezTo>
                    <a:cubicBezTo>
                      <a:pt x="3563099" y="400037"/>
                      <a:pt x="3568904" y="396812"/>
                      <a:pt x="3573741" y="394233"/>
                    </a:cubicBezTo>
                    <a:cubicBezTo>
                      <a:pt x="3577288" y="392298"/>
                      <a:pt x="3580190" y="390686"/>
                      <a:pt x="3582124" y="386816"/>
                    </a:cubicBezTo>
                    <a:cubicBezTo>
                      <a:pt x="3584382" y="381979"/>
                      <a:pt x="3584059" y="381656"/>
                      <a:pt x="3581480" y="379077"/>
                    </a:cubicBezTo>
                    <a:cubicBezTo>
                      <a:pt x="3579867" y="377142"/>
                      <a:pt x="3577610" y="374562"/>
                      <a:pt x="3575998" y="370370"/>
                    </a:cubicBezTo>
                    <a:cubicBezTo>
                      <a:pt x="3573741" y="364243"/>
                      <a:pt x="3576320" y="361986"/>
                      <a:pt x="3577933" y="361019"/>
                    </a:cubicBezTo>
                    <a:cubicBezTo>
                      <a:pt x="3583414" y="357794"/>
                      <a:pt x="3592766" y="365533"/>
                      <a:pt x="3594056" y="367145"/>
                    </a:cubicBezTo>
                    <a:cubicBezTo>
                      <a:pt x="3594378" y="367468"/>
                      <a:pt x="3595990" y="368435"/>
                      <a:pt x="3596958" y="369080"/>
                    </a:cubicBezTo>
                    <a:cubicBezTo>
                      <a:pt x="3599538" y="370693"/>
                      <a:pt x="3602762" y="372627"/>
                      <a:pt x="3604697" y="375530"/>
                    </a:cubicBezTo>
                    <a:cubicBezTo>
                      <a:pt x="3607599" y="380044"/>
                      <a:pt x="3605665" y="383269"/>
                      <a:pt x="3604375" y="385848"/>
                    </a:cubicBezTo>
                    <a:cubicBezTo>
                      <a:pt x="3603730" y="386816"/>
                      <a:pt x="3603085" y="388106"/>
                      <a:pt x="3602440" y="390040"/>
                    </a:cubicBezTo>
                    <a:lnTo>
                      <a:pt x="3602117" y="391330"/>
                    </a:lnTo>
                    <a:cubicBezTo>
                      <a:pt x="3599860" y="396812"/>
                      <a:pt x="3597925" y="401649"/>
                      <a:pt x="3593088" y="409711"/>
                    </a:cubicBezTo>
                    <a:cubicBezTo>
                      <a:pt x="3591476" y="412291"/>
                      <a:pt x="3592121" y="414225"/>
                      <a:pt x="3594378" y="417772"/>
                    </a:cubicBezTo>
                    <a:cubicBezTo>
                      <a:pt x="3595990" y="420675"/>
                      <a:pt x="3597925" y="424544"/>
                      <a:pt x="3595668" y="428414"/>
                    </a:cubicBezTo>
                    <a:cubicBezTo>
                      <a:pt x="3595668" y="429704"/>
                      <a:pt x="3598893" y="433573"/>
                      <a:pt x="3600505" y="434218"/>
                    </a:cubicBezTo>
                    <a:cubicBezTo>
                      <a:pt x="3603085" y="434541"/>
                      <a:pt x="3604697" y="435186"/>
                      <a:pt x="3615983" y="439378"/>
                    </a:cubicBezTo>
                    <a:cubicBezTo>
                      <a:pt x="3622433" y="441635"/>
                      <a:pt x="3622433" y="441635"/>
                      <a:pt x="3624690" y="440023"/>
                    </a:cubicBezTo>
                    <a:cubicBezTo>
                      <a:pt x="3625657" y="439055"/>
                      <a:pt x="3627270" y="438088"/>
                      <a:pt x="3629527" y="436798"/>
                    </a:cubicBezTo>
                    <a:cubicBezTo>
                      <a:pt x="3634364" y="433896"/>
                      <a:pt x="3634364" y="433896"/>
                      <a:pt x="3635976" y="431638"/>
                    </a:cubicBezTo>
                    <a:cubicBezTo>
                      <a:pt x="3636621" y="430671"/>
                      <a:pt x="3637588" y="429381"/>
                      <a:pt x="3638556" y="427769"/>
                    </a:cubicBezTo>
                    <a:cubicBezTo>
                      <a:pt x="3641458" y="423899"/>
                      <a:pt x="3644038" y="422609"/>
                      <a:pt x="3645973" y="421642"/>
                    </a:cubicBezTo>
                    <a:cubicBezTo>
                      <a:pt x="3646295" y="421642"/>
                      <a:pt x="3646617" y="421320"/>
                      <a:pt x="3646940" y="420997"/>
                    </a:cubicBezTo>
                    <a:cubicBezTo>
                      <a:pt x="3646940" y="420997"/>
                      <a:pt x="3646940" y="420675"/>
                      <a:pt x="3646940" y="420352"/>
                    </a:cubicBezTo>
                    <a:cubicBezTo>
                      <a:pt x="3646940" y="414870"/>
                      <a:pt x="3649520" y="412935"/>
                      <a:pt x="3651777" y="411001"/>
                    </a:cubicBezTo>
                    <a:cubicBezTo>
                      <a:pt x="3653067" y="410033"/>
                      <a:pt x="3654357" y="409066"/>
                      <a:pt x="3655969" y="407454"/>
                    </a:cubicBezTo>
                    <a:cubicBezTo>
                      <a:pt x="3659516" y="403262"/>
                      <a:pt x="3659839" y="401327"/>
                      <a:pt x="3660161" y="393910"/>
                    </a:cubicBezTo>
                    <a:lnTo>
                      <a:pt x="3660483" y="391008"/>
                    </a:lnTo>
                    <a:cubicBezTo>
                      <a:pt x="3660806" y="387783"/>
                      <a:pt x="3661128" y="384881"/>
                      <a:pt x="3663386" y="382946"/>
                    </a:cubicBezTo>
                    <a:cubicBezTo>
                      <a:pt x="3664676" y="381979"/>
                      <a:pt x="3666288" y="381656"/>
                      <a:pt x="3667255" y="381979"/>
                    </a:cubicBezTo>
                    <a:cubicBezTo>
                      <a:pt x="3670157" y="376820"/>
                      <a:pt x="3674994" y="378754"/>
                      <a:pt x="3677252" y="379722"/>
                    </a:cubicBezTo>
                    <a:cubicBezTo>
                      <a:pt x="3678864" y="380367"/>
                      <a:pt x="3680476" y="381011"/>
                      <a:pt x="3682411" y="381011"/>
                    </a:cubicBezTo>
                    <a:cubicBezTo>
                      <a:pt x="3691440" y="381011"/>
                      <a:pt x="3693052" y="384236"/>
                      <a:pt x="3693052" y="390363"/>
                    </a:cubicBezTo>
                    <a:cubicBezTo>
                      <a:pt x="3693052" y="395845"/>
                      <a:pt x="3694342" y="400359"/>
                      <a:pt x="3696600" y="401649"/>
                    </a:cubicBezTo>
                    <a:cubicBezTo>
                      <a:pt x="3698857" y="403262"/>
                      <a:pt x="3702081" y="403262"/>
                      <a:pt x="3709176" y="403262"/>
                    </a:cubicBezTo>
                    <a:cubicBezTo>
                      <a:pt x="3711110" y="403262"/>
                      <a:pt x="3713045" y="403262"/>
                      <a:pt x="3715303" y="403262"/>
                    </a:cubicBezTo>
                    <a:cubicBezTo>
                      <a:pt x="3721107" y="403262"/>
                      <a:pt x="3724654" y="404874"/>
                      <a:pt x="3727234" y="406164"/>
                    </a:cubicBezTo>
                    <a:cubicBezTo>
                      <a:pt x="3730136" y="407454"/>
                      <a:pt x="3731426" y="408098"/>
                      <a:pt x="3734973" y="406809"/>
                    </a:cubicBezTo>
                    <a:cubicBezTo>
                      <a:pt x="3738198" y="405841"/>
                      <a:pt x="3738520" y="404874"/>
                      <a:pt x="3738842" y="401327"/>
                    </a:cubicBezTo>
                    <a:cubicBezTo>
                      <a:pt x="3739165" y="398747"/>
                      <a:pt x="3739487" y="395522"/>
                      <a:pt x="3741422" y="392298"/>
                    </a:cubicBezTo>
                    <a:lnTo>
                      <a:pt x="3748516" y="396167"/>
                    </a:lnTo>
                    <a:lnTo>
                      <a:pt x="3748516" y="396167"/>
                    </a:lnTo>
                    <a:cubicBezTo>
                      <a:pt x="3747226" y="398102"/>
                      <a:pt x="3747226" y="400037"/>
                      <a:pt x="3746904" y="401972"/>
                    </a:cubicBezTo>
                    <a:cubicBezTo>
                      <a:pt x="3746582" y="405841"/>
                      <a:pt x="3745937" y="411323"/>
                      <a:pt x="3737553" y="414225"/>
                    </a:cubicBezTo>
                    <a:cubicBezTo>
                      <a:pt x="3730781" y="416483"/>
                      <a:pt x="3727234" y="414870"/>
                      <a:pt x="3724009" y="413258"/>
                    </a:cubicBezTo>
                    <a:cubicBezTo>
                      <a:pt x="3721752" y="412291"/>
                      <a:pt x="3719495" y="411323"/>
                      <a:pt x="3715303" y="411323"/>
                    </a:cubicBezTo>
                    <a:cubicBezTo>
                      <a:pt x="3713045" y="411323"/>
                      <a:pt x="3711110" y="411323"/>
                      <a:pt x="3709176" y="411323"/>
                    </a:cubicBezTo>
                    <a:cubicBezTo>
                      <a:pt x="3701437" y="411323"/>
                      <a:pt x="3696600" y="411646"/>
                      <a:pt x="3691763" y="408421"/>
                    </a:cubicBezTo>
                    <a:cubicBezTo>
                      <a:pt x="3685636" y="404229"/>
                      <a:pt x="3684991" y="395522"/>
                      <a:pt x="3684991" y="390363"/>
                    </a:cubicBezTo>
                    <a:cubicBezTo>
                      <a:pt x="3684991" y="390040"/>
                      <a:pt x="3684991" y="389396"/>
                      <a:pt x="3684991" y="389073"/>
                    </a:cubicBezTo>
                    <a:cubicBezTo>
                      <a:pt x="3684346" y="389073"/>
                      <a:pt x="3683701" y="389073"/>
                      <a:pt x="3682411" y="389073"/>
                    </a:cubicBezTo>
                    <a:cubicBezTo>
                      <a:pt x="3678864" y="389073"/>
                      <a:pt x="3676284" y="388106"/>
                      <a:pt x="3674349" y="387138"/>
                    </a:cubicBezTo>
                    <a:cubicBezTo>
                      <a:pt x="3674027" y="387138"/>
                      <a:pt x="3674027" y="386816"/>
                      <a:pt x="3673705" y="386816"/>
                    </a:cubicBezTo>
                    <a:cubicBezTo>
                      <a:pt x="3672737" y="388428"/>
                      <a:pt x="3671125" y="390040"/>
                      <a:pt x="3668545" y="390040"/>
                    </a:cubicBezTo>
                    <a:cubicBezTo>
                      <a:pt x="3668545" y="390363"/>
                      <a:pt x="3668545" y="390686"/>
                      <a:pt x="3668545" y="391330"/>
                    </a:cubicBezTo>
                    <a:lnTo>
                      <a:pt x="3668223" y="394233"/>
                    </a:lnTo>
                    <a:cubicBezTo>
                      <a:pt x="3667578" y="401972"/>
                      <a:pt x="3667578" y="406486"/>
                      <a:pt x="3662096" y="412613"/>
                    </a:cubicBezTo>
                    <a:cubicBezTo>
                      <a:pt x="3659839" y="414870"/>
                      <a:pt x="3658226" y="416483"/>
                      <a:pt x="3656937" y="417450"/>
                    </a:cubicBezTo>
                    <a:cubicBezTo>
                      <a:pt x="3655002" y="418740"/>
                      <a:pt x="3655002" y="418740"/>
                      <a:pt x="3655002" y="420352"/>
                    </a:cubicBezTo>
                    <a:cubicBezTo>
                      <a:pt x="3655002" y="425834"/>
                      <a:pt x="3651777" y="427446"/>
                      <a:pt x="3649842" y="428736"/>
                    </a:cubicBezTo>
                    <a:cubicBezTo>
                      <a:pt x="3648552" y="429381"/>
                      <a:pt x="3646940" y="430349"/>
                      <a:pt x="3645328" y="432606"/>
                    </a:cubicBezTo>
                    <a:cubicBezTo>
                      <a:pt x="3644360" y="434218"/>
                      <a:pt x="3643393" y="435186"/>
                      <a:pt x="3642748" y="436153"/>
                    </a:cubicBezTo>
                    <a:cubicBezTo>
                      <a:pt x="3640168" y="439700"/>
                      <a:pt x="3639523" y="440345"/>
                      <a:pt x="3633719" y="443892"/>
                    </a:cubicBezTo>
                    <a:cubicBezTo>
                      <a:pt x="3632107" y="444860"/>
                      <a:pt x="3630817" y="445827"/>
                      <a:pt x="3629849" y="446472"/>
                    </a:cubicBezTo>
                    <a:cubicBezTo>
                      <a:pt x="3625335" y="450019"/>
                      <a:pt x="3622433" y="450664"/>
                      <a:pt x="3613404" y="447117"/>
                    </a:cubicBezTo>
                    <a:cubicBezTo>
                      <a:pt x="3602440" y="442925"/>
                      <a:pt x="3601150" y="442602"/>
                      <a:pt x="3599215" y="442280"/>
                    </a:cubicBezTo>
                    <a:cubicBezTo>
                      <a:pt x="3595990" y="441957"/>
                      <a:pt x="3590831" y="437443"/>
                      <a:pt x="3588896" y="432928"/>
                    </a:cubicBezTo>
                    <a:cubicBezTo>
                      <a:pt x="3587607" y="429704"/>
                      <a:pt x="3587607" y="426801"/>
                      <a:pt x="3588896" y="424222"/>
                    </a:cubicBezTo>
                    <a:cubicBezTo>
                      <a:pt x="3588896" y="424222"/>
                      <a:pt x="3587929" y="422609"/>
                      <a:pt x="3587284" y="421642"/>
                    </a:cubicBezTo>
                    <a:cubicBezTo>
                      <a:pt x="3585349" y="418095"/>
                      <a:pt x="3582447" y="411968"/>
                      <a:pt x="3586317" y="405519"/>
                    </a:cubicBezTo>
                    <a:cubicBezTo>
                      <a:pt x="3590831" y="398425"/>
                      <a:pt x="3592444" y="393910"/>
                      <a:pt x="3594701" y="388751"/>
                    </a:cubicBezTo>
                    <a:lnTo>
                      <a:pt x="3595023" y="387461"/>
                    </a:lnTo>
                    <a:cubicBezTo>
                      <a:pt x="3595990" y="385203"/>
                      <a:pt x="3596958" y="383591"/>
                      <a:pt x="3597603" y="382301"/>
                    </a:cubicBezTo>
                    <a:cubicBezTo>
                      <a:pt x="3597925" y="381656"/>
                      <a:pt x="3598248" y="381011"/>
                      <a:pt x="3598570" y="380689"/>
                    </a:cubicBezTo>
                    <a:cubicBezTo>
                      <a:pt x="3598570" y="380689"/>
                      <a:pt x="3598570" y="380367"/>
                      <a:pt x="3598248" y="380367"/>
                    </a:cubicBezTo>
                    <a:cubicBezTo>
                      <a:pt x="3597280" y="379077"/>
                      <a:pt x="3595023" y="377464"/>
                      <a:pt x="3593088" y="376174"/>
                    </a:cubicBezTo>
                    <a:cubicBezTo>
                      <a:pt x="3591154" y="374885"/>
                      <a:pt x="3589541" y="373917"/>
                      <a:pt x="3588251" y="372305"/>
                    </a:cubicBezTo>
                    <a:cubicBezTo>
                      <a:pt x="3587607" y="371660"/>
                      <a:pt x="3586317" y="370693"/>
                      <a:pt x="3585027" y="370048"/>
                    </a:cubicBezTo>
                    <a:cubicBezTo>
                      <a:pt x="3585994" y="371660"/>
                      <a:pt x="3586962" y="372950"/>
                      <a:pt x="3588251" y="374240"/>
                    </a:cubicBezTo>
                    <a:cubicBezTo>
                      <a:pt x="3591799" y="378432"/>
                      <a:pt x="3594056" y="381979"/>
                      <a:pt x="3589864" y="391008"/>
                    </a:cubicBezTo>
                    <a:cubicBezTo>
                      <a:pt x="3586962" y="397135"/>
                      <a:pt x="3582124" y="399714"/>
                      <a:pt x="3577933" y="401972"/>
                    </a:cubicBezTo>
                    <a:cubicBezTo>
                      <a:pt x="3573418" y="404552"/>
                      <a:pt x="3570193" y="406164"/>
                      <a:pt x="3568904" y="411968"/>
                    </a:cubicBezTo>
                    <a:cubicBezTo>
                      <a:pt x="3566001" y="424222"/>
                      <a:pt x="3551490" y="441635"/>
                      <a:pt x="3541172" y="454211"/>
                    </a:cubicBezTo>
                    <a:cubicBezTo>
                      <a:pt x="3538914" y="457113"/>
                      <a:pt x="3536657" y="459370"/>
                      <a:pt x="3535045" y="461628"/>
                    </a:cubicBezTo>
                    <a:cubicBezTo>
                      <a:pt x="3533110" y="463885"/>
                      <a:pt x="3531820" y="465820"/>
                      <a:pt x="3530853" y="467110"/>
                    </a:cubicBezTo>
                    <a:cubicBezTo>
                      <a:pt x="3526661" y="472914"/>
                      <a:pt x="3525371" y="474204"/>
                      <a:pt x="3512472" y="478396"/>
                    </a:cubicBezTo>
                    <a:cubicBezTo>
                      <a:pt x="3508925" y="479686"/>
                      <a:pt x="3506345" y="480653"/>
                      <a:pt x="3504088" y="481298"/>
                    </a:cubicBezTo>
                    <a:cubicBezTo>
                      <a:pt x="3495704" y="484523"/>
                      <a:pt x="3490867" y="486135"/>
                      <a:pt x="3468940" y="488715"/>
                    </a:cubicBezTo>
                    <a:cubicBezTo>
                      <a:pt x="3466360" y="491294"/>
                      <a:pt x="3459266" y="497099"/>
                      <a:pt x="3447979" y="501613"/>
                    </a:cubicBezTo>
                    <a:cubicBezTo>
                      <a:pt x="3438950" y="505160"/>
                      <a:pt x="3432501" y="504193"/>
                      <a:pt x="3426697" y="503548"/>
                    </a:cubicBezTo>
                    <a:cubicBezTo>
                      <a:pt x="3423150" y="503226"/>
                      <a:pt x="3420247" y="502581"/>
                      <a:pt x="3416700" y="503548"/>
                    </a:cubicBezTo>
                    <a:cubicBezTo>
                      <a:pt x="3408639" y="505483"/>
                      <a:pt x="3378005" y="531925"/>
                      <a:pt x="3364139" y="555787"/>
                    </a:cubicBezTo>
                    <a:cubicBezTo>
                      <a:pt x="3351885" y="577070"/>
                      <a:pt x="3358657" y="587067"/>
                      <a:pt x="3371878" y="606737"/>
                    </a:cubicBezTo>
                    <a:lnTo>
                      <a:pt x="3372845" y="608349"/>
                    </a:lnTo>
                    <a:cubicBezTo>
                      <a:pt x="3378972" y="617378"/>
                      <a:pt x="3383164" y="622215"/>
                      <a:pt x="3385744" y="625762"/>
                    </a:cubicBezTo>
                    <a:cubicBezTo>
                      <a:pt x="3389291" y="630277"/>
                      <a:pt x="3391225" y="632212"/>
                      <a:pt x="3391225" y="637049"/>
                    </a:cubicBezTo>
                    <a:cubicBezTo>
                      <a:pt x="3391225" y="643498"/>
                      <a:pt x="3390258" y="645755"/>
                      <a:pt x="3384776" y="649302"/>
                    </a:cubicBezTo>
                    <a:cubicBezTo>
                      <a:pt x="3387356" y="649302"/>
                      <a:pt x="3389613" y="649947"/>
                      <a:pt x="3391871" y="651882"/>
                    </a:cubicBezTo>
                    <a:cubicBezTo>
                      <a:pt x="3394773" y="654784"/>
                      <a:pt x="3401544" y="661556"/>
                      <a:pt x="3393805" y="671552"/>
                    </a:cubicBezTo>
                    <a:cubicBezTo>
                      <a:pt x="3390581" y="675744"/>
                      <a:pt x="3386711" y="678324"/>
                      <a:pt x="3382519" y="680904"/>
                    </a:cubicBezTo>
                    <a:cubicBezTo>
                      <a:pt x="3378649" y="683483"/>
                      <a:pt x="3374135" y="686063"/>
                      <a:pt x="3369298" y="690900"/>
                    </a:cubicBezTo>
                    <a:cubicBezTo>
                      <a:pt x="3359302" y="700574"/>
                      <a:pt x="3355110" y="704444"/>
                      <a:pt x="3353820" y="708958"/>
                    </a:cubicBezTo>
                    <a:lnTo>
                      <a:pt x="3353497" y="709603"/>
                    </a:lnTo>
                    <a:cubicBezTo>
                      <a:pt x="3351885" y="714440"/>
                      <a:pt x="3351240" y="716698"/>
                      <a:pt x="3353820" y="721534"/>
                    </a:cubicBezTo>
                    <a:cubicBezTo>
                      <a:pt x="3356722" y="727016"/>
                      <a:pt x="3362204" y="737658"/>
                      <a:pt x="3354464" y="745397"/>
                    </a:cubicBezTo>
                    <a:cubicBezTo>
                      <a:pt x="3350595" y="749266"/>
                      <a:pt x="3338341" y="757006"/>
                      <a:pt x="3327378" y="763455"/>
                    </a:cubicBezTo>
                    <a:cubicBezTo>
                      <a:pt x="3322541" y="766357"/>
                      <a:pt x="3318349" y="768937"/>
                      <a:pt x="3315446" y="770871"/>
                    </a:cubicBezTo>
                    <a:cubicBezTo>
                      <a:pt x="3309642" y="774741"/>
                      <a:pt x="3303515" y="786350"/>
                      <a:pt x="3299323" y="793767"/>
                    </a:cubicBezTo>
                    <a:cubicBezTo>
                      <a:pt x="3297711" y="796991"/>
                      <a:pt x="3296098" y="799571"/>
                      <a:pt x="3294809" y="801506"/>
                    </a:cubicBezTo>
                    <a:cubicBezTo>
                      <a:pt x="3293841" y="802796"/>
                      <a:pt x="3292874" y="804408"/>
                      <a:pt x="3291906" y="806020"/>
                    </a:cubicBezTo>
                    <a:cubicBezTo>
                      <a:pt x="3286747" y="814404"/>
                      <a:pt x="3283200" y="819564"/>
                      <a:pt x="3279330" y="820854"/>
                    </a:cubicBezTo>
                    <a:cubicBezTo>
                      <a:pt x="3278041" y="821176"/>
                      <a:pt x="3273848" y="823111"/>
                      <a:pt x="3267399" y="825691"/>
                    </a:cubicBezTo>
                    <a:cubicBezTo>
                      <a:pt x="3253856" y="831172"/>
                      <a:pt x="3231283" y="840201"/>
                      <a:pt x="3210968" y="847941"/>
                    </a:cubicBezTo>
                    <a:cubicBezTo>
                      <a:pt x="3200004" y="852133"/>
                      <a:pt x="3190330" y="855035"/>
                      <a:pt x="3181946" y="857292"/>
                    </a:cubicBezTo>
                    <a:cubicBezTo>
                      <a:pt x="3166790" y="861807"/>
                      <a:pt x="3154859" y="865031"/>
                      <a:pt x="3143250" y="874060"/>
                    </a:cubicBezTo>
                    <a:cubicBezTo>
                      <a:pt x="3134544" y="880832"/>
                      <a:pt x="3121645" y="885992"/>
                      <a:pt x="3109391" y="890828"/>
                    </a:cubicBezTo>
                    <a:cubicBezTo>
                      <a:pt x="3094558" y="896633"/>
                      <a:pt x="3079080" y="902760"/>
                      <a:pt x="3075855" y="910176"/>
                    </a:cubicBezTo>
                    <a:cubicBezTo>
                      <a:pt x="3071663" y="919528"/>
                      <a:pt x="3065536" y="923397"/>
                      <a:pt x="3059732" y="926622"/>
                    </a:cubicBezTo>
                    <a:cubicBezTo>
                      <a:pt x="3055217" y="929202"/>
                      <a:pt x="3051025" y="931459"/>
                      <a:pt x="3047801" y="936941"/>
                    </a:cubicBezTo>
                    <a:cubicBezTo>
                      <a:pt x="3041674" y="946937"/>
                      <a:pt x="3032000" y="956289"/>
                      <a:pt x="3021681" y="965640"/>
                    </a:cubicBezTo>
                    <a:cubicBezTo>
                      <a:pt x="3017811" y="969187"/>
                      <a:pt x="3013942" y="972734"/>
                      <a:pt x="3010072" y="976604"/>
                    </a:cubicBezTo>
                    <a:cubicBezTo>
                      <a:pt x="3006203" y="980474"/>
                      <a:pt x="3003300" y="983053"/>
                      <a:pt x="3001043" y="984988"/>
                    </a:cubicBezTo>
                    <a:cubicBezTo>
                      <a:pt x="2995561" y="989825"/>
                      <a:pt x="2994916" y="990148"/>
                      <a:pt x="2994594" y="998209"/>
                    </a:cubicBezTo>
                    <a:cubicBezTo>
                      <a:pt x="2994272" y="1007238"/>
                      <a:pt x="2982340" y="1021104"/>
                      <a:pt x="2964605" y="1041420"/>
                    </a:cubicBezTo>
                    <a:cubicBezTo>
                      <a:pt x="2955898" y="1051416"/>
                      <a:pt x="2947514" y="1061090"/>
                      <a:pt x="2942999" y="1068184"/>
                    </a:cubicBezTo>
                    <a:cubicBezTo>
                      <a:pt x="2937840" y="1076246"/>
                      <a:pt x="2929456" y="1084952"/>
                      <a:pt x="2921072" y="1093981"/>
                    </a:cubicBezTo>
                    <a:cubicBezTo>
                      <a:pt x="2909786" y="1105913"/>
                      <a:pt x="2898177" y="1118166"/>
                      <a:pt x="2893662" y="1129130"/>
                    </a:cubicBezTo>
                    <a:cubicBezTo>
                      <a:pt x="2891728" y="1133967"/>
                      <a:pt x="2890438" y="1138159"/>
                      <a:pt x="2889470" y="1142029"/>
                    </a:cubicBezTo>
                    <a:cubicBezTo>
                      <a:pt x="2885923" y="1153960"/>
                      <a:pt x="2883666" y="1162344"/>
                      <a:pt x="2864318" y="1169116"/>
                    </a:cubicBezTo>
                    <a:cubicBezTo>
                      <a:pt x="2839811" y="1177822"/>
                      <a:pt x="2794666" y="1200395"/>
                      <a:pt x="2779832" y="1216518"/>
                    </a:cubicBezTo>
                    <a:cubicBezTo>
                      <a:pt x="2773061" y="1223935"/>
                      <a:pt x="2766289" y="1229416"/>
                      <a:pt x="2760162" y="1234576"/>
                    </a:cubicBezTo>
                    <a:cubicBezTo>
                      <a:pt x="2751456" y="1241993"/>
                      <a:pt x="2743716" y="1248442"/>
                      <a:pt x="2738557" y="1257471"/>
                    </a:cubicBezTo>
                    <a:cubicBezTo>
                      <a:pt x="2736300" y="1261341"/>
                      <a:pt x="2734365" y="1265210"/>
                      <a:pt x="2732430" y="1268757"/>
                    </a:cubicBezTo>
                    <a:cubicBezTo>
                      <a:pt x="2726626" y="1280043"/>
                      <a:pt x="2721466" y="1290040"/>
                      <a:pt x="2710180" y="1296489"/>
                    </a:cubicBezTo>
                    <a:cubicBezTo>
                      <a:pt x="2707923" y="1297779"/>
                      <a:pt x="2705343" y="1299392"/>
                      <a:pt x="2702119" y="1301326"/>
                    </a:cubicBezTo>
                    <a:cubicBezTo>
                      <a:pt x="2686318" y="1310678"/>
                      <a:pt x="2656973" y="1327768"/>
                      <a:pt x="2649557" y="1337442"/>
                    </a:cubicBezTo>
                    <a:cubicBezTo>
                      <a:pt x="2643107" y="1345826"/>
                      <a:pt x="2628274" y="1351953"/>
                      <a:pt x="2616665" y="1356790"/>
                    </a:cubicBezTo>
                    <a:cubicBezTo>
                      <a:pt x="2610861" y="1359047"/>
                      <a:pt x="2604412" y="1361950"/>
                      <a:pt x="2603122" y="1363239"/>
                    </a:cubicBezTo>
                    <a:cubicBezTo>
                      <a:pt x="2600865" y="1365497"/>
                      <a:pt x="2596028" y="1368399"/>
                      <a:pt x="2587644" y="1373881"/>
                    </a:cubicBezTo>
                    <a:cubicBezTo>
                      <a:pt x="2575390" y="1381620"/>
                      <a:pt x="2558299" y="1391939"/>
                      <a:pt x="2553140" y="1399033"/>
                    </a:cubicBezTo>
                    <a:cubicBezTo>
                      <a:pt x="2544433" y="1410964"/>
                      <a:pt x="2539919" y="1423863"/>
                      <a:pt x="2541209" y="1433214"/>
                    </a:cubicBezTo>
                    <a:cubicBezTo>
                      <a:pt x="2541531" y="1436761"/>
                      <a:pt x="2543143" y="1438696"/>
                      <a:pt x="2544111" y="1438696"/>
                    </a:cubicBezTo>
                    <a:cubicBezTo>
                      <a:pt x="2545401" y="1438696"/>
                      <a:pt x="2547980" y="1437084"/>
                      <a:pt x="2550237" y="1431924"/>
                    </a:cubicBezTo>
                    <a:cubicBezTo>
                      <a:pt x="2551527" y="1429022"/>
                      <a:pt x="2553140" y="1426120"/>
                      <a:pt x="2556364" y="1426120"/>
                    </a:cubicBezTo>
                    <a:cubicBezTo>
                      <a:pt x="2558299" y="1426120"/>
                      <a:pt x="2559912" y="1426765"/>
                      <a:pt x="2560879" y="1428700"/>
                    </a:cubicBezTo>
                    <a:cubicBezTo>
                      <a:pt x="2564103" y="1433859"/>
                      <a:pt x="2562491" y="1452562"/>
                      <a:pt x="2557977" y="1459979"/>
                    </a:cubicBezTo>
                    <a:cubicBezTo>
                      <a:pt x="2555720" y="1463849"/>
                      <a:pt x="2553140" y="1467073"/>
                      <a:pt x="2550560" y="1469330"/>
                    </a:cubicBezTo>
                    <a:cubicBezTo>
                      <a:pt x="2551205" y="1469653"/>
                      <a:pt x="2552172" y="1470298"/>
                      <a:pt x="2552495" y="1470943"/>
                    </a:cubicBezTo>
                    <a:cubicBezTo>
                      <a:pt x="2553785" y="1472878"/>
                      <a:pt x="2555075" y="1474812"/>
                      <a:pt x="2544433" y="1489323"/>
                    </a:cubicBezTo>
                    <a:cubicBezTo>
                      <a:pt x="2537984" y="1498030"/>
                      <a:pt x="2530567" y="1506414"/>
                      <a:pt x="2523795" y="1512218"/>
                    </a:cubicBezTo>
                    <a:cubicBezTo>
                      <a:pt x="2514766" y="1520280"/>
                      <a:pt x="2501223" y="1523827"/>
                      <a:pt x="2488002" y="1527052"/>
                    </a:cubicBezTo>
                    <a:cubicBezTo>
                      <a:pt x="2476393" y="1529954"/>
                      <a:pt x="2465429" y="1532856"/>
                      <a:pt x="2459302" y="1538015"/>
                    </a:cubicBezTo>
                    <a:cubicBezTo>
                      <a:pt x="2448339" y="1547689"/>
                      <a:pt x="2426734" y="1547689"/>
                      <a:pt x="2409321" y="1548012"/>
                    </a:cubicBezTo>
                    <a:cubicBezTo>
                      <a:pt x="2402226" y="1548012"/>
                      <a:pt x="2395455" y="1548012"/>
                      <a:pt x="2391263" y="1548979"/>
                    </a:cubicBezTo>
                    <a:cubicBezTo>
                      <a:pt x="2388360" y="1549624"/>
                      <a:pt x="2385458" y="1549947"/>
                      <a:pt x="2382878" y="1550269"/>
                    </a:cubicBezTo>
                    <a:cubicBezTo>
                      <a:pt x="2372560" y="1551559"/>
                      <a:pt x="2365465" y="1552526"/>
                      <a:pt x="2359984" y="1562200"/>
                    </a:cubicBezTo>
                    <a:cubicBezTo>
                      <a:pt x="2357404" y="1566715"/>
                      <a:pt x="2357404" y="1568327"/>
                      <a:pt x="2357081" y="1569940"/>
                    </a:cubicBezTo>
                    <a:cubicBezTo>
                      <a:pt x="2356759" y="1574776"/>
                      <a:pt x="2355469" y="1578646"/>
                      <a:pt x="2340635" y="1595737"/>
                    </a:cubicBezTo>
                    <a:cubicBezTo>
                      <a:pt x="2332252" y="1605411"/>
                      <a:pt x="2326125" y="1611538"/>
                      <a:pt x="2321610" y="1615729"/>
                    </a:cubicBezTo>
                    <a:cubicBezTo>
                      <a:pt x="2314193" y="1623146"/>
                      <a:pt x="2312904" y="1624114"/>
                      <a:pt x="2312904" y="1630563"/>
                    </a:cubicBezTo>
                    <a:cubicBezTo>
                      <a:pt x="2312904" y="1644429"/>
                      <a:pt x="2309357" y="1649911"/>
                      <a:pt x="2302262" y="1659907"/>
                    </a:cubicBezTo>
                    <a:cubicBezTo>
                      <a:pt x="2294201" y="1670871"/>
                      <a:pt x="2274208" y="1666356"/>
                      <a:pt x="2266791" y="1664422"/>
                    </a:cubicBezTo>
                    <a:lnTo>
                      <a:pt x="2265179" y="1664099"/>
                    </a:lnTo>
                    <a:cubicBezTo>
                      <a:pt x="2261954" y="1663454"/>
                      <a:pt x="2260342" y="1660552"/>
                      <a:pt x="2258730" y="1657650"/>
                    </a:cubicBezTo>
                    <a:cubicBezTo>
                      <a:pt x="2255827" y="1652490"/>
                      <a:pt x="2252280" y="1646364"/>
                      <a:pt x="2241961" y="1646364"/>
                    </a:cubicBezTo>
                    <a:cubicBezTo>
                      <a:pt x="2224226" y="1646364"/>
                      <a:pt x="2181983" y="1668291"/>
                      <a:pt x="2173921" y="1684414"/>
                    </a:cubicBezTo>
                    <a:cubicBezTo>
                      <a:pt x="2170697" y="1690541"/>
                      <a:pt x="2170374" y="1695701"/>
                      <a:pt x="2169407" y="1700860"/>
                    </a:cubicBezTo>
                    <a:cubicBezTo>
                      <a:pt x="2168117" y="1710212"/>
                      <a:pt x="2167150" y="1719563"/>
                      <a:pt x="2153284" y="1732784"/>
                    </a:cubicBezTo>
                    <a:cubicBezTo>
                      <a:pt x="2146512" y="1739233"/>
                      <a:pt x="2141030" y="1743748"/>
                      <a:pt x="2136838" y="1747295"/>
                    </a:cubicBezTo>
                    <a:cubicBezTo>
                      <a:pt x="2128131" y="1754067"/>
                      <a:pt x="2125874" y="1756002"/>
                      <a:pt x="2125874" y="1763096"/>
                    </a:cubicBezTo>
                    <a:cubicBezTo>
                      <a:pt x="2125874" y="1766643"/>
                      <a:pt x="2125552" y="1771158"/>
                      <a:pt x="2125229" y="1776317"/>
                    </a:cubicBezTo>
                    <a:cubicBezTo>
                      <a:pt x="2123939" y="1791795"/>
                      <a:pt x="2122327" y="1815013"/>
                      <a:pt x="2127487" y="1835328"/>
                    </a:cubicBezTo>
                    <a:cubicBezTo>
                      <a:pt x="2131033" y="1848549"/>
                      <a:pt x="2135548" y="1859513"/>
                      <a:pt x="2139418" y="1869187"/>
                    </a:cubicBezTo>
                    <a:cubicBezTo>
                      <a:pt x="2143932" y="1879828"/>
                      <a:pt x="2147479" y="1888857"/>
                      <a:pt x="2149092" y="1898531"/>
                    </a:cubicBezTo>
                    <a:cubicBezTo>
                      <a:pt x="2150381" y="1907560"/>
                      <a:pt x="2147479" y="1915944"/>
                      <a:pt x="2144255" y="1924651"/>
                    </a:cubicBezTo>
                    <a:cubicBezTo>
                      <a:pt x="2140707" y="1934647"/>
                      <a:pt x="2136838" y="1945288"/>
                      <a:pt x="2139095" y="1958510"/>
                    </a:cubicBezTo>
                    <a:cubicBezTo>
                      <a:pt x="2141030" y="1969151"/>
                      <a:pt x="2141030" y="1978502"/>
                      <a:pt x="2141353" y="1986242"/>
                    </a:cubicBezTo>
                    <a:cubicBezTo>
                      <a:pt x="2141675" y="1997205"/>
                      <a:pt x="2141675" y="2004945"/>
                      <a:pt x="2146189" y="2009137"/>
                    </a:cubicBezTo>
                    <a:cubicBezTo>
                      <a:pt x="2156186" y="2019133"/>
                      <a:pt x="2162635" y="2050735"/>
                      <a:pt x="2161668" y="2065890"/>
                    </a:cubicBezTo>
                    <a:cubicBezTo>
                      <a:pt x="2160055" y="2091688"/>
                      <a:pt x="2163280" y="2112003"/>
                      <a:pt x="2170697" y="2124902"/>
                    </a:cubicBezTo>
                    <a:cubicBezTo>
                      <a:pt x="2181661" y="2144249"/>
                      <a:pt x="2186175" y="2158761"/>
                      <a:pt x="2179081" y="2181978"/>
                    </a:cubicBezTo>
                    <a:cubicBezTo>
                      <a:pt x="2176179" y="2191329"/>
                      <a:pt x="2171341" y="2197778"/>
                      <a:pt x="2167150" y="2203583"/>
                    </a:cubicBezTo>
                    <a:cubicBezTo>
                      <a:pt x="2161345" y="2211322"/>
                      <a:pt x="2156508" y="2218094"/>
                      <a:pt x="2156508" y="2231960"/>
                    </a:cubicBezTo>
                    <a:cubicBezTo>
                      <a:pt x="2156508" y="2240989"/>
                      <a:pt x="2157476" y="2245826"/>
                      <a:pt x="2158121" y="2249695"/>
                    </a:cubicBezTo>
                    <a:cubicBezTo>
                      <a:pt x="2159410" y="2257112"/>
                      <a:pt x="2159733" y="2260982"/>
                      <a:pt x="2154573" y="2277427"/>
                    </a:cubicBezTo>
                    <a:cubicBezTo>
                      <a:pt x="2146512" y="2303547"/>
                      <a:pt x="2143610" y="2310319"/>
                      <a:pt x="2133613" y="2329989"/>
                    </a:cubicBezTo>
                    <a:cubicBezTo>
                      <a:pt x="2124907" y="2347402"/>
                      <a:pt x="2108784" y="2369975"/>
                      <a:pt x="2090080" y="2390935"/>
                    </a:cubicBezTo>
                    <a:cubicBezTo>
                      <a:pt x="2084921" y="2396739"/>
                      <a:pt x="2079117" y="2400931"/>
                      <a:pt x="2074280" y="2404156"/>
                    </a:cubicBezTo>
                    <a:cubicBezTo>
                      <a:pt x="2064606" y="2410928"/>
                      <a:pt x="2059124" y="2415120"/>
                      <a:pt x="2060414" y="2428986"/>
                    </a:cubicBezTo>
                    <a:cubicBezTo>
                      <a:pt x="2061381" y="2438983"/>
                      <a:pt x="2064283" y="2451236"/>
                      <a:pt x="2066863" y="2462845"/>
                    </a:cubicBezTo>
                    <a:cubicBezTo>
                      <a:pt x="2071055" y="2481870"/>
                      <a:pt x="2073635" y="2493801"/>
                      <a:pt x="2072022" y="2500251"/>
                    </a:cubicBezTo>
                    <a:lnTo>
                      <a:pt x="2071700" y="2500896"/>
                    </a:lnTo>
                    <a:cubicBezTo>
                      <a:pt x="2069120" y="2510247"/>
                      <a:pt x="2067185" y="2517664"/>
                      <a:pt x="2072345" y="2526693"/>
                    </a:cubicBezTo>
                    <a:cubicBezTo>
                      <a:pt x="2080084" y="2539914"/>
                      <a:pt x="2084599" y="2566033"/>
                      <a:pt x="2084599" y="2598603"/>
                    </a:cubicBezTo>
                    <a:cubicBezTo>
                      <a:pt x="2084599" y="2615048"/>
                      <a:pt x="2083954" y="2627624"/>
                      <a:pt x="2083309" y="2638911"/>
                    </a:cubicBezTo>
                    <a:cubicBezTo>
                      <a:pt x="2082664" y="2652131"/>
                      <a:pt x="2082019" y="2662450"/>
                      <a:pt x="2082986" y="2673414"/>
                    </a:cubicBezTo>
                    <a:cubicBezTo>
                      <a:pt x="2084921" y="2695664"/>
                      <a:pt x="2087501" y="2725331"/>
                      <a:pt x="2083631" y="2737585"/>
                    </a:cubicBezTo>
                    <a:lnTo>
                      <a:pt x="2083309" y="2738230"/>
                    </a:lnTo>
                    <a:cubicBezTo>
                      <a:pt x="2080406" y="2747259"/>
                      <a:pt x="2078794" y="2753063"/>
                      <a:pt x="2073957" y="2755320"/>
                    </a:cubicBezTo>
                    <a:cubicBezTo>
                      <a:pt x="2071700" y="2756610"/>
                      <a:pt x="2068798" y="2756610"/>
                      <a:pt x="2065573" y="2755320"/>
                    </a:cubicBezTo>
                    <a:cubicBezTo>
                      <a:pt x="2063961" y="2754675"/>
                      <a:pt x="2062348" y="2754030"/>
                      <a:pt x="2060414" y="2753063"/>
                    </a:cubicBezTo>
                    <a:cubicBezTo>
                      <a:pt x="2053642" y="2749839"/>
                      <a:pt x="2043968" y="2745324"/>
                      <a:pt x="2027845" y="2745324"/>
                    </a:cubicBezTo>
                    <a:cubicBezTo>
                      <a:pt x="2024298" y="2745324"/>
                      <a:pt x="2020428" y="2745324"/>
                      <a:pt x="2016881" y="2745324"/>
                    </a:cubicBezTo>
                    <a:cubicBezTo>
                      <a:pt x="2000435" y="2745001"/>
                      <a:pt x="1984957" y="2744679"/>
                      <a:pt x="1977540" y="2752418"/>
                    </a:cubicBezTo>
                    <a:cubicBezTo>
                      <a:pt x="1968189" y="2762415"/>
                      <a:pt x="1967221" y="2765317"/>
                      <a:pt x="1963029" y="2782730"/>
                    </a:cubicBezTo>
                    <a:lnTo>
                      <a:pt x="1962384" y="2785955"/>
                    </a:lnTo>
                    <a:cubicBezTo>
                      <a:pt x="1958837" y="2801756"/>
                      <a:pt x="1955935" y="2814332"/>
                      <a:pt x="1941747" y="2828197"/>
                    </a:cubicBezTo>
                    <a:cubicBezTo>
                      <a:pt x="1927558" y="2842386"/>
                      <a:pt x="1904986" y="2878502"/>
                      <a:pt x="1900471" y="2893658"/>
                    </a:cubicBezTo>
                    <a:cubicBezTo>
                      <a:pt x="1896279" y="2907524"/>
                      <a:pt x="1906598" y="2928806"/>
                      <a:pt x="1914982" y="2934288"/>
                    </a:cubicBezTo>
                    <a:cubicBezTo>
                      <a:pt x="1916594" y="2935256"/>
                      <a:pt x="1917884" y="2936223"/>
                      <a:pt x="1919174" y="2936868"/>
                    </a:cubicBezTo>
                    <a:cubicBezTo>
                      <a:pt x="1924979" y="2940738"/>
                      <a:pt x="1926913" y="2942027"/>
                      <a:pt x="1934975" y="2942995"/>
                    </a:cubicBezTo>
                    <a:cubicBezTo>
                      <a:pt x="1940134" y="2943640"/>
                      <a:pt x="1941747" y="2945897"/>
                      <a:pt x="1942714" y="2947832"/>
                    </a:cubicBezTo>
                    <a:cubicBezTo>
                      <a:pt x="1943681" y="2949767"/>
                      <a:pt x="1943036" y="2952347"/>
                      <a:pt x="1941747" y="2954281"/>
                    </a:cubicBezTo>
                    <a:cubicBezTo>
                      <a:pt x="1938522" y="2958473"/>
                      <a:pt x="1928848" y="2962020"/>
                      <a:pt x="1911758" y="2959441"/>
                    </a:cubicBezTo>
                    <a:cubicBezTo>
                      <a:pt x="1907565" y="2958796"/>
                      <a:pt x="1904341" y="2958151"/>
                      <a:pt x="1901116" y="2957506"/>
                    </a:cubicBezTo>
                    <a:cubicBezTo>
                      <a:pt x="1886283" y="2954926"/>
                      <a:pt x="1883058" y="2954281"/>
                      <a:pt x="1875641" y="2957828"/>
                    </a:cubicBezTo>
                    <a:cubicBezTo>
                      <a:pt x="1871449" y="2959763"/>
                      <a:pt x="1866290" y="2961698"/>
                      <a:pt x="1860808" y="2963310"/>
                    </a:cubicBezTo>
                    <a:cubicBezTo>
                      <a:pt x="1852424" y="2966212"/>
                      <a:pt x="1842750" y="2969759"/>
                      <a:pt x="1834044" y="2974274"/>
                    </a:cubicBezTo>
                    <a:cubicBezTo>
                      <a:pt x="1822112" y="2980723"/>
                      <a:pt x="1817275" y="2981368"/>
                      <a:pt x="1809536" y="2982658"/>
                    </a:cubicBezTo>
                    <a:cubicBezTo>
                      <a:pt x="1807279" y="2982981"/>
                      <a:pt x="1804699" y="2983303"/>
                      <a:pt x="1801475" y="2983948"/>
                    </a:cubicBezTo>
                    <a:cubicBezTo>
                      <a:pt x="1783417" y="2987495"/>
                      <a:pt x="1756330" y="2997814"/>
                      <a:pt x="1754395" y="3008133"/>
                    </a:cubicBezTo>
                    <a:cubicBezTo>
                      <a:pt x="1753105" y="3015227"/>
                      <a:pt x="1749880" y="3021354"/>
                      <a:pt x="1746978" y="3026836"/>
                    </a:cubicBezTo>
                    <a:cubicBezTo>
                      <a:pt x="1743431" y="3033285"/>
                      <a:pt x="1740529" y="3039089"/>
                      <a:pt x="1740851" y="3045216"/>
                    </a:cubicBezTo>
                    <a:cubicBezTo>
                      <a:pt x="1741174" y="3051666"/>
                      <a:pt x="1740851" y="3057792"/>
                      <a:pt x="1740529" y="3063597"/>
                    </a:cubicBezTo>
                    <a:cubicBezTo>
                      <a:pt x="1740206" y="3070368"/>
                      <a:pt x="1739561" y="3076818"/>
                      <a:pt x="1740206" y="3083267"/>
                    </a:cubicBezTo>
                    <a:cubicBezTo>
                      <a:pt x="1741496" y="3097133"/>
                      <a:pt x="1737627" y="3105195"/>
                      <a:pt x="1729242" y="3115836"/>
                    </a:cubicBezTo>
                    <a:cubicBezTo>
                      <a:pt x="1720536" y="3126800"/>
                      <a:pt x="1715699" y="3132927"/>
                      <a:pt x="1710539" y="3134539"/>
                    </a:cubicBezTo>
                    <a:cubicBezTo>
                      <a:pt x="1705703" y="3136474"/>
                      <a:pt x="1652818" y="3166463"/>
                      <a:pt x="1645402" y="3172912"/>
                    </a:cubicBezTo>
                    <a:cubicBezTo>
                      <a:pt x="1637018" y="3180007"/>
                      <a:pt x="1635083" y="3185166"/>
                      <a:pt x="1634760" y="3187745"/>
                    </a:cubicBezTo>
                    <a:cubicBezTo>
                      <a:pt x="1634438" y="3189358"/>
                      <a:pt x="1633793" y="3190648"/>
                      <a:pt x="1632503" y="3191293"/>
                    </a:cubicBezTo>
                    <a:cubicBezTo>
                      <a:pt x="1631536" y="3194195"/>
                      <a:pt x="1629923" y="3194517"/>
                      <a:pt x="1627989" y="3194517"/>
                    </a:cubicBezTo>
                    <a:close/>
                    <a:moveTo>
                      <a:pt x="2521861" y="1473522"/>
                    </a:moveTo>
                    <a:cubicBezTo>
                      <a:pt x="2521538" y="1475457"/>
                      <a:pt x="2521861" y="1477715"/>
                      <a:pt x="2522828" y="1479004"/>
                    </a:cubicBezTo>
                    <a:cubicBezTo>
                      <a:pt x="2524118" y="1480294"/>
                      <a:pt x="2527020" y="1480294"/>
                      <a:pt x="2528955" y="1479649"/>
                    </a:cubicBezTo>
                    <a:cubicBezTo>
                      <a:pt x="2534114" y="1478359"/>
                      <a:pt x="2537017" y="1477070"/>
                      <a:pt x="2539596" y="1475457"/>
                    </a:cubicBezTo>
                    <a:cubicBezTo>
                      <a:pt x="2538951" y="1475457"/>
                      <a:pt x="2538306" y="1475457"/>
                      <a:pt x="2537661" y="1475457"/>
                    </a:cubicBezTo>
                    <a:cubicBezTo>
                      <a:pt x="2536694" y="1475457"/>
                      <a:pt x="2535404" y="1475135"/>
                      <a:pt x="2534114" y="1474812"/>
                    </a:cubicBezTo>
                    <a:cubicBezTo>
                      <a:pt x="2531535" y="1474167"/>
                      <a:pt x="2524118" y="1472555"/>
                      <a:pt x="2521861" y="147352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</p:grp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810D8BD7-3241-D0EF-A010-B303C67B796A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274426" y="3796130"/>
              <a:ext cx="730948" cy="417716"/>
            </a:xfrm>
            <a:prstGeom prst="rect">
              <a:avLst/>
            </a:prstGeom>
          </p:spPr>
          <p:txBody>
            <a:bodyPr wrap="none" lIns="0" tIns="0" rIns="45720" bIns="0" rtlCol="0" anchor="ctr">
              <a:spAutoFit/>
            </a:bodyPr>
            <a:lstStyle/>
            <a:p>
              <a:pPr marL="0" marR="0" lvl="0" indent="0" algn="ctr" defTabSz="10880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B2A2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+mn-cs"/>
                </a:rPr>
                <a:t>MUMBAI</a:t>
              </a:r>
            </a:p>
            <a:p>
              <a:pPr marL="0" marR="0" lvl="0" indent="0" algn="ctr" defTabSz="10880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+mn-cs"/>
                </a:rPr>
                <a:t>432</a:t>
              </a: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C4879638-89E2-ACF3-FC8E-9FE00F86749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9641773" y="3975255"/>
              <a:ext cx="1048138" cy="417716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none" lIns="45720" tIns="0" rIns="0" bIns="0" rtlCol="0" anchor="ctr">
              <a:spAutoFit/>
            </a:bodyPr>
            <a:lstStyle/>
            <a:p>
              <a:pPr marL="0" marR="0" lvl="0" indent="0" algn="ctr" defTabSz="10880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B2A2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+mn-cs"/>
                </a:rPr>
                <a:t>HYDERABAD</a:t>
              </a:r>
            </a:p>
            <a:p>
              <a:pPr marL="0" marR="0" lvl="0" indent="0" algn="ctr" defTabSz="10880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+mn-cs"/>
                </a:rPr>
                <a:t>436</a:t>
              </a:r>
            </a:p>
          </p:txBody>
        </p:sp>
        <p:cxnSp>
          <p:nvCxnSpPr>
            <p:cNvPr id="298" name="Elbow Connector 382">
              <a:extLst>
                <a:ext uri="{FF2B5EF4-FFF2-40B4-BE49-F238E27FC236}">
                  <a16:creationId xmlns:a16="http://schemas.microsoft.com/office/drawing/2014/main" id="{72C306DE-6C2A-ADE1-5C03-3301299A3274}"/>
                </a:ext>
              </a:extLst>
            </p:cNvPr>
            <p:cNvCxnSpPr>
              <a:cxnSpLocks/>
              <a:stCxn id="297" idx="1"/>
              <a:endCxn id="312" idx="5"/>
            </p:cNvCxnSpPr>
            <p:nvPr/>
          </p:nvCxnSpPr>
          <p:spPr bwMode="auto">
            <a:xfrm flipH="1" flipV="1">
              <a:off x="8327228" y="4183053"/>
              <a:ext cx="1314545" cy="1060"/>
            </a:xfrm>
            <a:prstGeom prst="straightConnector1">
              <a:avLst/>
            </a:prstGeom>
            <a:solidFill>
              <a:srgbClr val="00234B"/>
            </a:solidFill>
            <a:ln w="9525" cap="flat" cmpd="sng" algn="ctr">
              <a:solidFill>
                <a:srgbClr val="00B2A2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1AACCA9B-8DAC-19EF-8DF2-C12F1155750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748148" y="4903669"/>
              <a:ext cx="1377860" cy="430887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square" lIns="0" tIns="0" rIns="45720" bIns="0" rtlCol="0" anchor="ctr">
              <a:spAutoFit/>
            </a:bodyPr>
            <a:lstStyle/>
            <a:p>
              <a:pPr marL="0" marR="0" lvl="0" indent="0" algn="ctr" defTabSz="10880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B2A2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+mn-cs"/>
                </a:rPr>
                <a:t>PUNE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B2A2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+mn-cs"/>
                </a:rPr>
              </a:b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+mn-cs"/>
                </a:rPr>
                <a:t>446</a:t>
              </a:r>
            </a:p>
          </p:txBody>
        </p:sp>
        <p:cxnSp>
          <p:nvCxnSpPr>
            <p:cNvPr id="300" name="Elbow Connector 387">
              <a:extLst>
                <a:ext uri="{FF2B5EF4-FFF2-40B4-BE49-F238E27FC236}">
                  <a16:creationId xmlns:a16="http://schemas.microsoft.com/office/drawing/2014/main" id="{055575C6-2CEB-3F5C-C192-FEC5F1AB237B}"/>
                </a:ext>
              </a:extLst>
            </p:cNvPr>
            <p:cNvCxnSpPr>
              <a:cxnSpLocks/>
              <a:stCxn id="299" idx="0"/>
            </p:cNvCxnSpPr>
            <p:nvPr/>
          </p:nvCxnSpPr>
          <p:spPr bwMode="auto">
            <a:xfrm rot="5400000" flipH="1" flipV="1">
              <a:off x="6697095" y="4173984"/>
              <a:ext cx="469669" cy="989703"/>
            </a:xfrm>
            <a:prstGeom prst="bentConnector2">
              <a:avLst/>
            </a:prstGeom>
            <a:solidFill>
              <a:srgbClr val="00234B"/>
            </a:solidFill>
            <a:ln w="9525" cap="flat" cmpd="sng" algn="ctr">
              <a:solidFill>
                <a:srgbClr val="00B2A2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F5A309B0-C5FA-5BC1-5698-91B643C42B9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241426" y="5985838"/>
              <a:ext cx="1446461" cy="430887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square" lIns="0" tIns="0" rIns="45720" bIns="0" rtlCol="0" anchor="ctr">
              <a:spAutoFit/>
            </a:bodyPr>
            <a:lstStyle/>
            <a:p>
              <a:pPr marL="0" marR="0" lvl="0" indent="0" algn="ctr" defTabSz="10880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B2A2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+mn-cs"/>
                </a:rPr>
                <a:t>BENGALURU</a:t>
              </a:r>
            </a:p>
            <a:p>
              <a:pPr marL="0" marR="0" lvl="0" indent="0" algn="ctr" defTabSz="10880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+mn-cs"/>
                </a:rPr>
                <a:t>587</a:t>
              </a:r>
            </a:p>
          </p:txBody>
        </p:sp>
        <p:cxnSp>
          <p:nvCxnSpPr>
            <p:cNvPr id="302" name="Elbow Connector 394">
              <a:extLst>
                <a:ext uri="{FF2B5EF4-FFF2-40B4-BE49-F238E27FC236}">
                  <a16:creationId xmlns:a16="http://schemas.microsoft.com/office/drawing/2014/main" id="{736A3B9D-600D-7ADD-2F24-1808BB280D1C}"/>
                </a:ext>
              </a:extLst>
            </p:cNvPr>
            <p:cNvCxnSpPr>
              <a:cxnSpLocks/>
              <a:stCxn id="301" idx="3"/>
              <a:endCxn id="318" idx="7"/>
            </p:cNvCxnSpPr>
            <p:nvPr/>
          </p:nvCxnSpPr>
          <p:spPr bwMode="auto">
            <a:xfrm flipV="1">
              <a:off x="6687887" y="5213916"/>
              <a:ext cx="901128" cy="987366"/>
            </a:xfrm>
            <a:prstGeom prst="bentConnector2">
              <a:avLst/>
            </a:prstGeom>
            <a:solidFill>
              <a:srgbClr val="00234B"/>
            </a:solidFill>
            <a:ln w="9525" cap="flat" cmpd="sng" algn="ctr">
              <a:solidFill>
                <a:srgbClr val="00B2A2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61CDE078-82E3-60A9-D32B-8FAB537392C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442440" y="5034001"/>
              <a:ext cx="778526" cy="417716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none" lIns="45720" tIns="0" rIns="0" bIns="0" rtlCol="0" anchor="ctr">
              <a:spAutoFit/>
            </a:bodyPr>
            <a:lstStyle/>
            <a:p>
              <a:pPr marL="0" marR="0" lvl="0" indent="0" algn="ctr" defTabSz="10880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B2A2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+mn-cs"/>
                </a:rPr>
                <a:t>CHENNAI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Verdana" panose="020B0604030504040204" pitchFamily="34" charset="0"/>
                <a:cs typeface="+mn-cs"/>
              </a:endParaRPr>
            </a:p>
            <a:p>
              <a:pPr marL="0" marR="0" lvl="0" indent="0" algn="ctr" defTabSz="10880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+mn-cs"/>
                </a:rPr>
                <a:t>121</a:t>
              </a:r>
            </a:p>
          </p:txBody>
        </p:sp>
        <p:cxnSp>
          <p:nvCxnSpPr>
            <p:cNvPr id="304" name="Elbow Connector 400">
              <a:extLst>
                <a:ext uri="{FF2B5EF4-FFF2-40B4-BE49-F238E27FC236}">
                  <a16:creationId xmlns:a16="http://schemas.microsoft.com/office/drawing/2014/main" id="{C12E69AC-8910-BAFD-FF41-C607683A83F0}"/>
                </a:ext>
              </a:extLst>
            </p:cNvPr>
            <p:cNvCxnSpPr>
              <a:cxnSpLocks/>
              <a:stCxn id="303" idx="1"/>
              <a:endCxn id="315" idx="5"/>
            </p:cNvCxnSpPr>
            <p:nvPr/>
          </p:nvCxnSpPr>
          <p:spPr bwMode="auto">
            <a:xfrm flipH="1" flipV="1">
              <a:off x="8354188" y="5240120"/>
              <a:ext cx="1088252" cy="2739"/>
            </a:xfrm>
            <a:prstGeom prst="straightConnector1">
              <a:avLst/>
            </a:prstGeom>
            <a:solidFill>
              <a:srgbClr val="00234B"/>
            </a:solidFill>
            <a:ln w="9525" cap="flat" cmpd="sng" algn="ctr">
              <a:solidFill>
                <a:srgbClr val="00B2A2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720B78F1-2C13-44D3-3C88-81595D8898F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844805" y="1283910"/>
              <a:ext cx="438427" cy="417716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none" lIns="45720" tIns="0" rIns="0" bIns="0" rtlCol="0" anchor="ctr">
              <a:spAutoFit/>
            </a:bodyPr>
            <a:lstStyle/>
            <a:p>
              <a:pPr marL="0" marR="0" lvl="0" indent="0" algn="ctr" defTabSz="10880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B2A2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NCR</a:t>
              </a:r>
            </a:p>
            <a:p>
              <a:pPr marL="0" marR="0" lvl="0" indent="0" algn="ctr" defTabSz="10880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+mn-cs"/>
                </a:rPr>
                <a:t>1113</a:t>
              </a:r>
            </a:p>
          </p:txBody>
        </p:sp>
        <p:grpSp>
          <p:nvGrpSpPr>
            <p:cNvPr id="306" name="Group 5">
              <a:extLst>
                <a:ext uri="{FF2B5EF4-FFF2-40B4-BE49-F238E27FC236}">
                  <a16:creationId xmlns:a16="http://schemas.microsoft.com/office/drawing/2014/main" id="{AB33A21F-9CC1-579F-08DB-A5821E6A6BED}"/>
                </a:ext>
              </a:extLst>
            </p:cNvPr>
            <p:cNvGrpSpPr/>
            <p:nvPr/>
          </p:nvGrpSpPr>
          <p:grpSpPr>
            <a:xfrm>
              <a:off x="7475710" y="1673349"/>
              <a:ext cx="379794" cy="379794"/>
              <a:chOff x="1318148" y="2563349"/>
              <a:chExt cx="278050" cy="278050"/>
            </a:xfrm>
            <a:solidFill>
              <a:srgbClr val="00D5D0"/>
            </a:solidFill>
          </p:grpSpPr>
          <p:sp>
            <p:nvSpPr>
              <p:cNvPr id="307" name="Teardrop 306">
                <a:extLst>
                  <a:ext uri="{FF2B5EF4-FFF2-40B4-BE49-F238E27FC236}">
                    <a16:creationId xmlns:a16="http://schemas.microsoft.com/office/drawing/2014/main" id="{6AD578AB-2FC1-CE3B-2176-D13F6E8A8A66}"/>
                  </a:ext>
                </a:extLst>
              </p:cNvPr>
              <p:cNvSpPr/>
              <p:nvPr/>
            </p:nvSpPr>
            <p:spPr bwMode="auto">
              <a:xfrm rot="8100000">
                <a:off x="1318148" y="2563349"/>
                <a:ext cx="278050" cy="278050"/>
              </a:xfrm>
              <a:prstGeom prst="teardrop">
                <a:avLst/>
              </a:prstGeom>
              <a:solidFill>
                <a:srgbClr val="00B2A2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308" name="Oval 307">
                <a:extLst>
                  <a:ext uri="{FF2B5EF4-FFF2-40B4-BE49-F238E27FC236}">
                    <a16:creationId xmlns:a16="http://schemas.microsoft.com/office/drawing/2014/main" id="{F24C3B43-B46B-6A7A-89BD-599CF6BAE534}"/>
                  </a:ext>
                </a:extLst>
              </p:cNvPr>
              <p:cNvSpPr/>
              <p:nvPr/>
            </p:nvSpPr>
            <p:spPr bwMode="auto">
              <a:xfrm>
                <a:off x="1379784" y="2624984"/>
                <a:ext cx="154780" cy="154780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Arial" charset="0"/>
                </a:endParaRPr>
              </a:p>
            </p:txBody>
          </p:sp>
        </p:grpSp>
        <p:cxnSp>
          <p:nvCxnSpPr>
            <p:cNvPr id="309" name="Elbow Connector 169">
              <a:extLst>
                <a:ext uri="{FF2B5EF4-FFF2-40B4-BE49-F238E27FC236}">
                  <a16:creationId xmlns:a16="http://schemas.microsoft.com/office/drawing/2014/main" id="{F5492328-1A4E-0941-375D-5330845A91DD}"/>
                </a:ext>
              </a:extLst>
            </p:cNvPr>
            <p:cNvCxnSpPr>
              <a:cxnSpLocks/>
              <a:endCxn id="307" idx="7"/>
            </p:cNvCxnSpPr>
            <p:nvPr/>
          </p:nvCxnSpPr>
          <p:spPr bwMode="auto">
            <a:xfrm rot="16200000" flipH="1">
              <a:off x="6653020" y="1119213"/>
              <a:ext cx="423589" cy="1601586"/>
            </a:xfrm>
            <a:prstGeom prst="bentConnector3">
              <a:avLst>
                <a:gd name="adj1" fmla="val 135398"/>
              </a:avLst>
            </a:prstGeom>
            <a:solidFill>
              <a:srgbClr val="00234B"/>
            </a:solidFill>
            <a:ln w="9525" cap="flat" cmpd="sng" algn="ctr">
              <a:solidFill>
                <a:srgbClr val="00B2A2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  <p:cxnSp>
          <p:nvCxnSpPr>
            <p:cNvPr id="310" name="Elbow Connector 124">
              <a:extLst>
                <a:ext uri="{FF2B5EF4-FFF2-40B4-BE49-F238E27FC236}">
                  <a16:creationId xmlns:a16="http://schemas.microsoft.com/office/drawing/2014/main" id="{8EC00E17-F1AB-C924-4631-39FFF8F11D6E}"/>
                </a:ext>
              </a:extLst>
            </p:cNvPr>
            <p:cNvCxnSpPr>
              <a:cxnSpLocks/>
              <a:stCxn id="296" idx="3"/>
              <a:endCxn id="324" idx="7"/>
            </p:cNvCxnSpPr>
            <p:nvPr/>
          </p:nvCxnSpPr>
          <p:spPr bwMode="auto">
            <a:xfrm flipV="1">
              <a:off x="6005374" y="3824031"/>
              <a:ext cx="1249787" cy="180957"/>
            </a:xfrm>
            <a:prstGeom prst="bentConnector2">
              <a:avLst/>
            </a:prstGeom>
            <a:solidFill>
              <a:srgbClr val="00234B"/>
            </a:solidFill>
            <a:ln w="9525" cap="flat" cmpd="sng" algn="ctr">
              <a:solidFill>
                <a:srgbClr val="00B2A2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  <p:grpSp>
          <p:nvGrpSpPr>
            <p:cNvPr id="311" name="Group 5">
              <a:extLst>
                <a:ext uri="{FF2B5EF4-FFF2-40B4-BE49-F238E27FC236}">
                  <a16:creationId xmlns:a16="http://schemas.microsoft.com/office/drawing/2014/main" id="{9C8E7B15-FDC3-62B0-848F-C0C4E3F09BF2}"/>
                </a:ext>
              </a:extLst>
            </p:cNvPr>
            <p:cNvGrpSpPr/>
            <p:nvPr/>
          </p:nvGrpSpPr>
          <p:grpSpPr>
            <a:xfrm>
              <a:off x="7950096" y="3995894"/>
              <a:ext cx="379794" cy="379794"/>
              <a:chOff x="1318148" y="2563349"/>
              <a:chExt cx="278050" cy="278050"/>
            </a:xfrm>
            <a:solidFill>
              <a:srgbClr val="00D5D0"/>
            </a:solidFill>
          </p:grpSpPr>
          <p:sp>
            <p:nvSpPr>
              <p:cNvPr id="312" name="Teardrop 311">
                <a:extLst>
                  <a:ext uri="{FF2B5EF4-FFF2-40B4-BE49-F238E27FC236}">
                    <a16:creationId xmlns:a16="http://schemas.microsoft.com/office/drawing/2014/main" id="{BCD2FC4F-E459-018C-2F5A-7A91E2704107}"/>
                  </a:ext>
                </a:extLst>
              </p:cNvPr>
              <p:cNvSpPr/>
              <p:nvPr/>
            </p:nvSpPr>
            <p:spPr bwMode="auto">
              <a:xfrm rot="8100000">
                <a:off x="1318148" y="2563349"/>
                <a:ext cx="278050" cy="278050"/>
              </a:xfrm>
              <a:prstGeom prst="teardrop">
                <a:avLst/>
              </a:prstGeom>
              <a:solidFill>
                <a:srgbClr val="00B2A2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C9AEFA3C-0B1B-187D-790D-B65DB74E3DE4}"/>
                  </a:ext>
                </a:extLst>
              </p:cNvPr>
              <p:cNvSpPr/>
              <p:nvPr/>
            </p:nvSpPr>
            <p:spPr bwMode="auto">
              <a:xfrm>
                <a:off x="1379784" y="2624984"/>
                <a:ext cx="154780" cy="154780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Arial" charset="0"/>
                </a:endParaRPr>
              </a:p>
            </p:txBody>
          </p:sp>
        </p:grpSp>
        <p:grpSp>
          <p:nvGrpSpPr>
            <p:cNvPr id="314" name="Group 5">
              <a:extLst>
                <a:ext uri="{FF2B5EF4-FFF2-40B4-BE49-F238E27FC236}">
                  <a16:creationId xmlns:a16="http://schemas.microsoft.com/office/drawing/2014/main" id="{E986C6CC-E9CB-B5BD-B45B-6D6B5834B730}"/>
                </a:ext>
              </a:extLst>
            </p:cNvPr>
            <p:cNvGrpSpPr/>
            <p:nvPr/>
          </p:nvGrpSpPr>
          <p:grpSpPr>
            <a:xfrm>
              <a:off x="7977056" y="5052962"/>
              <a:ext cx="379794" cy="379794"/>
              <a:chOff x="1318148" y="2563349"/>
              <a:chExt cx="278050" cy="278050"/>
            </a:xfrm>
            <a:solidFill>
              <a:srgbClr val="00D5D0"/>
            </a:solidFill>
          </p:grpSpPr>
          <p:sp>
            <p:nvSpPr>
              <p:cNvPr id="315" name="Teardrop 314">
                <a:extLst>
                  <a:ext uri="{FF2B5EF4-FFF2-40B4-BE49-F238E27FC236}">
                    <a16:creationId xmlns:a16="http://schemas.microsoft.com/office/drawing/2014/main" id="{4DEF1C32-BA48-20EA-09FF-9CB9F4816D9F}"/>
                  </a:ext>
                </a:extLst>
              </p:cNvPr>
              <p:cNvSpPr/>
              <p:nvPr/>
            </p:nvSpPr>
            <p:spPr bwMode="auto">
              <a:xfrm rot="8100000">
                <a:off x="1318148" y="2563349"/>
                <a:ext cx="278050" cy="278050"/>
              </a:xfrm>
              <a:prstGeom prst="teardrop">
                <a:avLst/>
              </a:prstGeom>
              <a:solidFill>
                <a:srgbClr val="00B2A2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316" name="Oval 315">
                <a:extLst>
                  <a:ext uri="{FF2B5EF4-FFF2-40B4-BE49-F238E27FC236}">
                    <a16:creationId xmlns:a16="http://schemas.microsoft.com/office/drawing/2014/main" id="{FBE568A9-E5C0-FCD4-B5F5-B450ACE56E6F}"/>
                  </a:ext>
                </a:extLst>
              </p:cNvPr>
              <p:cNvSpPr/>
              <p:nvPr/>
            </p:nvSpPr>
            <p:spPr bwMode="auto">
              <a:xfrm>
                <a:off x="1379784" y="2624984"/>
                <a:ext cx="154780" cy="154780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Arial" charset="0"/>
                </a:endParaRPr>
              </a:p>
            </p:txBody>
          </p:sp>
        </p:grpSp>
        <p:grpSp>
          <p:nvGrpSpPr>
            <p:cNvPr id="317" name="Group 5">
              <a:extLst>
                <a:ext uri="{FF2B5EF4-FFF2-40B4-BE49-F238E27FC236}">
                  <a16:creationId xmlns:a16="http://schemas.microsoft.com/office/drawing/2014/main" id="{04AFA6D5-FD47-2371-C1C0-231F784CF4FC}"/>
                </a:ext>
              </a:extLst>
            </p:cNvPr>
            <p:cNvGrpSpPr/>
            <p:nvPr/>
          </p:nvGrpSpPr>
          <p:grpSpPr>
            <a:xfrm>
              <a:off x="7399118" y="4755464"/>
              <a:ext cx="379794" cy="379794"/>
              <a:chOff x="1318148" y="2563349"/>
              <a:chExt cx="278050" cy="278050"/>
            </a:xfrm>
            <a:solidFill>
              <a:srgbClr val="00D5D0"/>
            </a:solidFill>
          </p:grpSpPr>
          <p:sp>
            <p:nvSpPr>
              <p:cNvPr id="318" name="Teardrop 317">
                <a:extLst>
                  <a:ext uri="{FF2B5EF4-FFF2-40B4-BE49-F238E27FC236}">
                    <a16:creationId xmlns:a16="http://schemas.microsoft.com/office/drawing/2014/main" id="{46065C7E-7B9A-351F-0484-B7DF603A512B}"/>
                  </a:ext>
                </a:extLst>
              </p:cNvPr>
              <p:cNvSpPr/>
              <p:nvPr/>
            </p:nvSpPr>
            <p:spPr bwMode="auto">
              <a:xfrm rot="8100000">
                <a:off x="1318148" y="2563349"/>
                <a:ext cx="278050" cy="278050"/>
              </a:xfrm>
              <a:prstGeom prst="teardrop">
                <a:avLst/>
              </a:prstGeom>
              <a:solidFill>
                <a:srgbClr val="00B2A2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37B5D509-65BA-6ED3-EB1F-ABD9449EF7CB}"/>
                  </a:ext>
                </a:extLst>
              </p:cNvPr>
              <p:cNvSpPr/>
              <p:nvPr/>
            </p:nvSpPr>
            <p:spPr bwMode="auto">
              <a:xfrm>
                <a:off x="1379784" y="2624984"/>
                <a:ext cx="154780" cy="154780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Arial" charset="0"/>
                </a:endParaRPr>
              </a:p>
            </p:txBody>
          </p:sp>
        </p:grpSp>
        <p:grpSp>
          <p:nvGrpSpPr>
            <p:cNvPr id="320" name="Group 5">
              <a:extLst>
                <a:ext uri="{FF2B5EF4-FFF2-40B4-BE49-F238E27FC236}">
                  <a16:creationId xmlns:a16="http://schemas.microsoft.com/office/drawing/2014/main" id="{E72F3A20-C1C0-6B4F-4C57-0A6FC81175F2}"/>
                </a:ext>
              </a:extLst>
            </p:cNvPr>
            <p:cNvGrpSpPr/>
            <p:nvPr/>
          </p:nvGrpSpPr>
          <p:grpSpPr>
            <a:xfrm>
              <a:off x="7252790" y="3952744"/>
              <a:ext cx="379794" cy="379794"/>
              <a:chOff x="1318148" y="2563349"/>
              <a:chExt cx="278050" cy="278050"/>
            </a:xfrm>
            <a:solidFill>
              <a:srgbClr val="00D5D0"/>
            </a:solidFill>
          </p:grpSpPr>
          <p:sp>
            <p:nvSpPr>
              <p:cNvPr id="321" name="Teardrop 320">
                <a:extLst>
                  <a:ext uri="{FF2B5EF4-FFF2-40B4-BE49-F238E27FC236}">
                    <a16:creationId xmlns:a16="http://schemas.microsoft.com/office/drawing/2014/main" id="{7FBBC502-CD78-7DB2-45EF-C43F5765C84E}"/>
                  </a:ext>
                </a:extLst>
              </p:cNvPr>
              <p:cNvSpPr/>
              <p:nvPr/>
            </p:nvSpPr>
            <p:spPr bwMode="auto">
              <a:xfrm rot="8100000">
                <a:off x="1318148" y="2563349"/>
                <a:ext cx="278050" cy="278050"/>
              </a:xfrm>
              <a:prstGeom prst="teardrop">
                <a:avLst/>
              </a:prstGeom>
              <a:solidFill>
                <a:srgbClr val="00B2A2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322" name="Oval 321">
                <a:extLst>
                  <a:ext uri="{FF2B5EF4-FFF2-40B4-BE49-F238E27FC236}">
                    <a16:creationId xmlns:a16="http://schemas.microsoft.com/office/drawing/2014/main" id="{390356CC-6088-9539-3B6B-3BB60018B3CE}"/>
                  </a:ext>
                </a:extLst>
              </p:cNvPr>
              <p:cNvSpPr/>
              <p:nvPr/>
            </p:nvSpPr>
            <p:spPr bwMode="auto">
              <a:xfrm>
                <a:off x="1379784" y="2624984"/>
                <a:ext cx="154780" cy="154780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Arial" charset="0"/>
                </a:endParaRPr>
              </a:p>
            </p:txBody>
          </p:sp>
        </p:grpSp>
        <p:grpSp>
          <p:nvGrpSpPr>
            <p:cNvPr id="323" name="Group 5">
              <a:extLst>
                <a:ext uri="{FF2B5EF4-FFF2-40B4-BE49-F238E27FC236}">
                  <a16:creationId xmlns:a16="http://schemas.microsoft.com/office/drawing/2014/main" id="{A5802509-DAD3-A302-0F80-89B17482B7A9}"/>
                </a:ext>
              </a:extLst>
            </p:cNvPr>
            <p:cNvGrpSpPr/>
            <p:nvPr/>
          </p:nvGrpSpPr>
          <p:grpSpPr>
            <a:xfrm>
              <a:off x="7069029" y="3361705"/>
              <a:ext cx="379794" cy="379794"/>
              <a:chOff x="1318148" y="2563349"/>
              <a:chExt cx="278050" cy="278050"/>
            </a:xfrm>
            <a:solidFill>
              <a:srgbClr val="00D5D0"/>
            </a:solidFill>
          </p:grpSpPr>
          <p:sp>
            <p:nvSpPr>
              <p:cNvPr id="324" name="Teardrop 323">
                <a:extLst>
                  <a:ext uri="{FF2B5EF4-FFF2-40B4-BE49-F238E27FC236}">
                    <a16:creationId xmlns:a16="http://schemas.microsoft.com/office/drawing/2014/main" id="{8F3CE219-C007-EE7E-A1DE-AD259F1A1D91}"/>
                  </a:ext>
                </a:extLst>
              </p:cNvPr>
              <p:cNvSpPr/>
              <p:nvPr/>
            </p:nvSpPr>
            <p:spPr bwMode="auto">
              <a:xfrm rot="8100000">
                <a:off x="1318148" y="2563349"/>
                <a:ext cx="278050" cy="278050"/>
              </a:xfrm>
              <a:prstGeom prst="teardrop">
                <a:avLst/>
              </a:prstGeom>
              <a:solidFill>
                <a:srgbClr val="00B2A2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325" name="Oval 324">
                <a:extLst>
                  <a:ext uri="{FF2B5EF4-FFF2-40B4-BE49-F238E27FC236}">
                    <a16:creationId xmlns:a16="http://schemas.microsoft.com/office/drawing/2014/main" id="{FD7A5805-2517-C4F3-29FA-26E23FC539DB}"/>
                  </a:ext>
                </a:extLst>
              </p:cNvPr>
              <p:cNvSpPr/>
              <p:nvPr/>
            </p:nvSpPr>
            <p:spPr bwMode="auto">
              <a:xfrm>
                <a:off x="1379784" y="2624984"/>
                <a:ext cx="154780" cy="154780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Arial" charset="0"/>
                </a:endParaRPr>
              </a:p>
            </p:txBody>
          </p:sp>
        </p:grpSp>
        <p:grpSp>
          <p:nvGrpSpPr>
            <p:cNvPr id="326" name="Group 5">
              <a:extLst>
                <a:ext uri="{FF2B5EF4-FFF2-40B4-BE49-F238E27FC236}">
                  <a16:creationId xmlns:a16="http://schemas.microsoft.com/office/drawing/2014/main" id="{C75C30FB-0161-7808-7D1A-F9463334CB3B}"/>
                </a:ext>
              </a:extLst>
            </p:cNvPr>
            <p:cNvGrpSpPr/>
            <p:nvPr/>
          </p:nvGrpSpPr>
          <p:grpSpPr>
            <a:xfrm>
              <a:off x="9506699" y="2800600"/>
              <a:ext cx="379794" cy="379794"/>
              <a:chOff x="1318148" y="2563349"/>
              <a:chExt cx="278050" cy="278050"/>
            </a:xfrm>
            <a:solidFill>
              <a:srgbClr val="00D5D0"/>
            </a:solidFill>
          </p:grpSpPr>
          <p:sp>
            <p:nvSpPr>
              <p:cNvPr id="327" name="Teardrop 326">
                <a:extLst>
                  <a:ext uri="{FF2B5EF4-FFF2-40B4-BE49-F238E27FC236}">
                    <a16:creationId xmlns:a16="http://schemas.microsoft.com/office/drawing/2014/main" id="{C192C5E2-9257-7541-CF34-72A39F455335}"/>
                  </a:ext>
                </a:extLst>
              </p:cNvPr>
              <p:cNvSpPr/>
              <p:nvPr/>
            </p:nvSpPr>
            <p:spPr bwMode="auto">
              <a:xfrm rot="8100000">
                <a:off x="1318148" y="2563349"/>
                <a:ext cx="278050" cy="278050"/>
              </a:xfrm>
              <a:prstGeom prst="teardrop">
                <a:avLst/>
              </a:prstGeom>
              <a:solidFill>
                <a:srgbClr val="00B2A2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328" name="Oval 327">
                <a:extLst>
                  <a:ext uri="{FF2B5EF4-FFF2-40B4-BE49-F238E27FC236}">
                    <a16:creationId xmlns:a16="http://schemas.microsoft.com/office/drawing/2014/main" id="{5A979A58-1475-50F6-53ED-D823A86A96A5}"/>
                  </a:ext>
                </a:extLst>
              </p:cNvPr>
              <p:cNvSpPr/>
              <p:nvPr/>
            </p:nvSpPr>
            <p:spPr bwMode="auto">
              <a:xfrm>
                <a:off x="1379784" y="2624984"/>
                <a:ext cx="154780" cy="154780"/>
              </a:xfrm>
              <a:prstGeom prst="ellipse">
                <a:avLst/>
              </a:prstGeom>
              <a:solidFill>
                <a:schemeClr val="bg1"/>
              </a:solidFill>
              <a:ln w="63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Arial" charset="0"/>
                </a:endParaRPr>
              </a:p>
            </p:txBody>
          </p:sp>
        </p:grpSp>
        <p:cxnSp>
          <p:nvCxnSpPr>
            <p:cNvPr id="329" name="Elbow Connector 382">
              <a:extLst>
                <a:ext uri="{FF2B5EF4-FFF2-40B4-BE49-F238E27FC236}">
                  <a16:creationId xmlns:a16="http://schemas.microsoft.com/office/drawing/2014/main" id="{77111FBB-9DF8-3E32-DFAE-85263456AFF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9702481" y="3284543"/>
              <a:ext cx="1283879" cy="1678"/>
            </a:xfrm>
            <a:prstGeom prst="straightConnector1">
              <a:avLst/>
            </a:prstGeom>
            <a:solidFill>
              <a:srgbClr val="00234B"/>
            </a:solidFill>
            <a:ln w="9525" cap="flat" cmpd="sng" algn="ctr">
              <a:solidFill>
                <a:srgbClr val="00B2A2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4E7BCF69-4BB7-90C0-7F4E-4B213F6AD9C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0812681" y="3332425"/>
              <a:ext cx="803196" cy="417716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none" lIns="45720" tIns="0" rIns="0" bIns="0" rtlCol="0" anchor="ctr">
              <a:spAutoFit/>
            </a:bodyPr>
            <a:lstStyle/>
            <a:p>
              <a:pPr marL="0" marR="0" lvl="0" indent="0" algn="ctr" defTabSz="10880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B2A2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+mn-cs"/>
                </a:rPr>
                <a:t>KOLKATA</a:t>
              </a:r>
            </a:p>
            <a:p>
              <a:pPr marL="0" marR="0" lvl="0" indent="0" algn="ctr" defTabSz="10880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Verdana" panose="020B0604030504040204" pitchFamily="34" charset="0"/>
                  <a:cs typeface="+mn-cs"/>
                </a:rPr>
                <a:t>51</a:t>
              </a:r>
            </a:p>
          </p:txBody>
        </p:sp>
      </p:grpSp>
      <p:sp>
        <p:nvSpPr>
          <p:cNvPr id="332" name="TextBox 331">
            <a:extLst>
              <a:ext uri="{FF2B5EF4-FFF2-40B4-BE49-F238E27FC236}">
                <a16:creationId xmlns:a16="http://schemas.microsoft.com/office/drawing/2014/main" id="{09F94A0C-9A86-1ADB-2556-909D65376B55}"/>
              </a:ext>
            </a:extLst>
          </p:cNvPr>
          <p:cNvSpPr txBox="1"/>
          <p:nvPr/>
        </p:nvSpPr>
        <p:spPr>
          <a:xfrm>
            <a:off x="427765" y="2188917"/>
            <a:ext cx="4192834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Capgemini Invent India has over 3200 consultants working across 7 major hubs</a:t>
            </a:r>
          </a:p>
          <a:p>
            <a:pPr marL="285750" indent="-285750" eaLnBrk="0" hangingPunct="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chemeClr val="bg1"/>
                </a:solidFill>
                <a:cs typeface="Arial" pitchFamily="34" charset="0"/>
              </a:rPr>
              <a:t>Invent has honed its reputation as a leading management consultancy by combining strategy, technology, data science, creative design, and engineering expertise with an inventive mindset</a:t>
            </a:r>
          </a:p>
          <a:p>
            <a:pPr marL="285750" indent="-285750" eaLnBrk="0" hangingPunct="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chemeClr val="bg1"/>
                </a:solidFill>
                <a:cs typeface="Arial" pitchFamily="34" charset="0"/>
              </a:rPr>
              <a:t>Our strategy consulting is collaborative, partnering with our clients to innovate and transform their business, enabling them to navigate today, while plotting a course for the future.</a:t>
            </a:r>
          </a:p>
          <a:p>
            <a:pPr marL="285750" indent="-285750" eaLnBrk="0" hangingPunct="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bg1"/>
                </a:solidFill>
                <a:cs typeface="Arial" pitchFamily="34" charset="0"/>
              </a:rPr>
              <a:t>Our frog design studios are leaders in the design industry</a:t>
            </a:r>
          </a:p>
        </p:txBody>
      </p:sp>
      <p:pic>
        <p:nvPicPr>
          <p:cNvPr id="331" name="Picture 330" descr="Logo&#10;&#10;Description automatically generated">
            <a:extLst>
              <a:ext uri="{FF2B5EF4-FFF2-40B4-BE49-F238E27FC236}">
                <a16:creationId xmlns:a16="http://schemas.microsoft.com/office/drawing/2014/main" id="{9479E0D4-1493-E5D2-9092-B4CCAA76A07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1" t="22484" r="7427" b="24781"/>
          <a:stretch/>
        </p:blipFill>
        <p:spPr>
          <a:xfrm>
            <a:off x="682600" y="1456283"/>
            <a:ext cx="3474720" cy="64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60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85420CD-F998-0F4B-5479-782A3C72174B}"/>
              </a:ext>
            </a:extLst>
          </p:cNvPr>
          <p:cNvSpPr/>
          <p:nvPr/>
        </p:nvSpPr>
        <p:spPr>
          <a:xfrm>
            <a:off x="7265338" y="12921"/>
            <a:ext cx="49514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3531826-999F-4CA0-BB6B-C39833972151}"/>
              </a:ext>
            </a:extLst>
          </p:cNvPr>
          <p:cNvGrpSpPr/>
          <p:nvPr/>
        </p:nvGrpSpPr>
        <p:grpSpPr>
          <a:xfrm>
            <a:off x="8026971" y="529271"/>
            <a:ext cx="3628764" cy="338554"/>
            <a:chOff x="7407735" y="1074685"/>
            <a:chExt cx="4248000" cy="33855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E81560D-1624-4411-BBF1-E10DEA1937DD}"/>
                </a:ext>
              </a:extLst>
            </p:cNvPr>
            <p:cNvSpPr txBox="1"/>
            <p:nvPr/>
          </p:nvSpPr>
          <p:spPr>
            <a:xfrm>
              <a:off x="7536950" y="1074685"/>
              <a:ext cx="39895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F878A">
                      <a:lumMod val="75000"/>
                    </a:srgbClr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REPRESENTATIVE SETS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C3ADC98-7FEF-428A-8D21-160F3696C1A4}"/>
                </a:ext>
              </a:extLst>
            </p:cNvPr>
            <p:cNvCxnSpPr>
              <a:cxnSpLocks/>
            </p:cNvCxnSpPr>
            <p:nvPr/>
          </p:nvCxnSpPr>
          <p:spPr>
            <a:xfrm>
              <a:off x="7407735" y="1413239"/>
              <a:ext cx="4248000" cy="0"/>
            </a:xfrm>
            <a:prstGeom prst="line">
              <a:avLst/>
            </a:prstGeom>
            <a:noFill/>
            <a:ln w="19050" cap="flat" cmpd="sng" algn="ctr">
              <a:solidFill>
                <a:srgbClr val="0F878A">
                  <a:lumMod val="75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CA9D1919-3482-40BD-85B6-4DE034C47E7F}"/>
              </a:ext>
            </a:extLst>
          </p:cNvPr>
          <p:cNvSpPr/>
          <p:nvPr/>
        </p:nvSpPr>
        <p:spPr bwMode="auto">
          <a:xfrm>
            <a:off x="1264375" y="5052187"/>
            <a:ext cx="232579" cy="232579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Arial" charset="0"/>
            </a:endParaRPr>
          </a:p>
        </p:txBody>
      </p:sp>
      <p:cxnSp>
        <p:nvCxnSpPr>
          <p:cNvPr id="93" name="Elbow Connector 3">
            <a:extLst>
              <a:ext uri="{FF2B5EF4-FFF2-40B4-BE49-F238E27FC236}">
                <a16:creationId xmlns:a16="http://schemas.microsoft.com/office/drawing/2014/main" id="{7AD85543-1891-45C2-93EA-2F5BD5B651BF}"/>
              </a:ext>
            </a:extLst>
          </p:cNvPr>
          <p:cNvCxnSpPr>
            <a:cxnSpLocks/>
          </p:cNvCxnSpPr>
          <p:nvPr/>
        </p:nvCxnSpPr>
        <p:spPr>
          <a:xfrm>
            <a:off x="4128572" y="3745846"/>
            <a:ext cx="287771" cy="0"/>
          </a:xfrm>
          <a:prstGeom prst="straightConnector1">
            <a:avLst/>
          </a:prstGeom>
          <a:noFill/>
          <a:ln w="19050" cap="flat" cmpd="sng" algn="ctr">
            <a:solidFill>
              <a:srgbClr val="00B2A2"/>
            </a:solidFill>
            <a:prstDash val="solid"/>
            <a:miter lim="800000"/>
          </a:ln>
          <a:effectLst/>
        </p:spPr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F5E2F6A3-A492-4537-AEC8-60429CF8C55C}"/>
              </a:ext>
            </a:extLst>
          </p:cNvPr>
          <p:cNvSpPr/>
          <p:nvPr/>
        </p:nvSpPr>
        <p:spPr>
          <a:xfrm>
            <a:off x="4546843" y="1373155"/>
            <a:ext cx="2710910" cy="107721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596B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F999C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INTERNAL INTELLIGENCE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596B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SMEs from </a:t>
            </a:r>
            <a:r>
              <a:rPr lang="en-US" sz="1200">
                <a:solidFill>
                  <a:srgbClr val="FFFFFF"/>
                </a:solidFill>
                <a:ea typeface="Verdana" panose="020B0604030504040204" pitchFamily="34" charset="0"/>
              </a:rPr>
              <a:t>Automotive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Verdana" panose="020B0604030504040204" pitchFamily="34" charset="0"/>
              </a:rPr>
              <a:t> domain and technological aspects of a digital solution with deep expertise in Indian market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83FEE757-F527-4FF0-B4F0-1C670EA272DF}"/>
              </a:ext>
            </a:extLst>
          </p:cNvPr>
          <p:cNvSpPr/>
          <p:nvPr/>
        </p:nvSpPr>
        <p:spPr bwMode="auto">
          <a:xfrm flipH="1">
            <a:off x="4257048" y="1722582"/>
            <a:ext cx="223033" cy="223033"/>
          </a:xfrm>
          <a:prstGeom prst="ellipse">
            <a:avLst/>
          </a:prstGeom>
          <a:solidFill>
            <a:srgbClr val="0F999C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Arial" charset="0"/>
            </a:endParaRPr>
          </a:p>
        </p:txBody>
      </p:sp>
      <p:cxnSp>
        <p:nvCxnSpPr>
          <p:cNvPr id="96" name="Elbow Connector 19">
            <a:extLst>
              <a:ext uri="{FF2B5EF4-FFF2-40B4-BE49-F238E27FC236}">
                <a16:creationId xmlns:a16="http://schemas.microsoft.com/office/drawing/2014/main" id="{7650570E-FCF4-4835-942D-BD3C1F10520F}"/>
              </a:ext>
            </a:extLst>
          </p:cNvPr>
          <p:cNvCxnSpPr>
            <a:stCxn id="97" idx="0"/>
            <a:endCxn id="95" idx="6"/>
          </p:cNvCxnSpPr>
          <p:nvPr/>
        </p:nvCxnSpPr>
        <p:spPr>
          <a:xfrm rot="5400000" flipH="1" flipV="1">
            <a:off x="2621115" y="593649"/>
            <a:ext cx="395482" cy="2876382"/>
          </a:xfrm>
          <a:prstGeom prst="bentConnector2">
            <a:avLst/>
          </a:prstGeom>
          <a:noFill/>
          <a:ln w="19050" cap="flat" cmpd="sng" algn="ctr">
            <a:solidFill>
              <a:srgbClr val="0F999C"/>
            </a:solidFill>
            <a:prstDash val="solid"/>
            <a:miter lim="800000"/>
          </a:ln>
          <a:effectLst/>
        </p:spPr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2020C6C2-3980-4F92-BB5A-77863559AB98}"/>
              </a:ext>
            </a:extLst>
          </p:cNvPr>
          <p:cNvSpPr/>
          <p:nvPr/>
        </p:nvSpPr>
        <p:spPr bwMode="auto">
          <a:xfrm>
            <a:off x="1264375" y="2229581"/>
            <a:ext cx="232579" cy="232579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Arial" charset="0"/>
            </a:endParaRPr>
          </a:p>
        </p:txBody>
      </p:sp>
      <p:sp>
        <p:nvSpPr>
          <p:cNvPr id="103" name="Freeform 5">
            <a:extLst>
              <a:ext uri="{FF2B5EF4-FFF2-40B4-BE49-F238E27FC236}">
                <a16:creationId xmlns:a16="http://schemas.microsoft.com/office/drawing/2014/main" id="{E245F61F-38D3-454B-B4C6-3237DEA04B9E}"/>
              </a:ext>
            </a:extLst>
          </p:cNvPr>
          <p:cNvSpPr>
            <a:spLocks noEditPoints="1"/>
          </p:cNvSpPr>
          <p:nvPr/>
        </p:nvSpPr>
        <p:spPr bwMode="auto">
          <a:xfrm>
            <a:off x="624290" y="2146541"/>
            <a:ext cx="3164219" cy="3165238"/>
          </a:xfrm>
          <a:custGeom>
            <a:avLst/>
            <a:gdLst>
              <a:gd name="T0" fmla="*/ 1283 w 1310"/>
              <a:gd name="T1" fmla="*/ 606 h 1310"/>
              <a:gd name="T2" fmla="*/ 704 w 1310"/>
              <a:gd name="T3" fmla="*/ 1283 h 1310"/>
              <a:gd name="T4" fmla="*/ 27 w 1310"/>
              <a:gd name="T5" fmla="*/ 704 h 1310"/>
              <a:gd name="T6" fmla="*/ 606 w 1310"/>
              <a:gd name="T7" fmla="*/ 27 h 1310"/>
              <a:gd name="T8" fmla="*/ 1283 w 1310"/>
              <a:gd name="T9" fmla="*/ 606 h 1310"/>
              <a:gd name="T10" fmla="*/ 1051 w 1310"/>
              <a:gd name="T11" fmla="*/ 624 h 1310"/>
              <a:gd name="T12" fmla="*/ 624 w 1310"/>
              <a:gd name="T13" fmla="*/ 260 h 1310"/>
              <a:gd name="T14" fmla="*/ 260 w 1310"/>
              <a:gd name="T15" fmla="*/ 686 h 1310"/>
              <a:gd name="T16" fmla="*/ 686 w 1310"/>
              <a:gd name="T17" fmla="*/ 1050 h 1310"/>
              <a:gd name="T18" fmla="*/ 1051 w 1310"/>
              <a:gd name="T19" fmla="*/ 624 h 1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10" h="1310">
                <a:moveTo>
                  <a:pt x="1283" y="606"/>
                </a:moveTo>
                <a:cubicBezTo>
                  <a:pt x="1310" y="953"/>
                  <a:pt x="1051" y="1256"/>
                  <a:pt x="704" y="1283"/>
                </a:cubicBezTo>
                <a:cubicBezTo>
                  <a:pt x="357" y="1310"/>
                  <a:pt x="54" y="1051"/>
                  <a:pt x="27" y="704"/>
                </a:cubicBezTo>
                <a:cubicBezTo>
                  <a:pt x="0" y="357"/>
                  <a:pt x="259" y="54"/>
                  <a:pt x="606" y="27"/>
                </a:cubicBezTo>
                <a:cubicBezTo>
                  <a:pt x="953" y="0"/>
                  <a:pt x="1256" y="259"/>
                  <a:pt x="1283" y="606"/>
                </a:cubicBezTo>
                <a:close/>
                <a:moveTo>
                  <a:pt x="1051" y="624"/>
                </a:moveTo>
                <a:cubicBezTo>
                  <a:pt x="1034" y="406"/>
                  <a:pt x="843" y="243"/>
                  <a:pt x="624" y="260"/>
                </a:cubicBezTo>
                <a:cubicBezTo>
                  <a:pt x="406" y="277"/>
                  <a:pt x="243" y="467"/>
                  <a:pt x="260" y="686"/>
                </a:cubicBezTo>
                <a:cubicBezTo>
                  <a:pt x="277" y="904"/>
                  <a:pt x="467" y="1067"/>
                  <a:pt x="686" y="1050"/>
                </a:cubicBezTo>
                <a:cubicBezTo>
                  <a:pt x="904" y="1034"/>
                  <a:pt x="1067" y="843"/>
                  <a:pt x="1051" y="62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4" name="Freeform 6">
            <a:extLst>
              <a:ext uri="{FF2B5EF4-FFF2-40B4-BE49-F238E27FC236}">
                <a16:creationId xmlns:a16="http://schemas.microsoft.com/office/drawing/2014/main" id="{B05568E5-D24C-495B-8EE1-213A43D0F186}"/>
              </a:ext>
            </a:extLst>
          </p:cNvPr>
          <p:cNvSpPr>
            <a:spLocks/>
          </p:cNvSpPr>
          <p:nvPr/>
        </p:nvSpPr>
        <p:spPr bwMode="auto">
          <a:xfrm>
            <a:off x="573271" y="1752672"/>
            <a:ext cx="2227504" cy="1695882"/>
          </a:xfrm>
          <a:custGeom>
            <a:avLst/>
            <a:gdLst>
              <a:gd name="T0" fmla="*/ 0 w 922"/>
              <a:gd name="T1" fmla="*/ 547 h 702"/>
              <a:gd name="T2" fmla="*/ 922 w 922"/>
              <a:gd name="T3" fmla="*/ 133 h 702"/>
              <a:gd name="T4" fmla="*/ 782 w 922"/>
              <a:gd name="T5" fmla="*/ 526 h 702"/>
              <a:gd name="T6" fmla="*/ 388 w 922"/>
              <a:gd name="T7" fmla="*/ 702 h 702"/>
              <a:gd name="T8" fmla="*/ 0 w 922"/>
              <a:gd name="T9" fmla="*/ 547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22" h="702">
                <a:moveTo>
                  <a:pt x="0" y="547"/>
                </a:moveTo>
                <a:cubicBezTo>
                  <a:pt x="147" y="181"/>
                  <a:pt x="554" y="0"/>
                  <a:pt x="922" y="133"/>
                </a:cubicBezTo>
                <a:cubicBezTo>
                  <a:pt x="782" y="526"/>
                  <a:pt x="782" y="526"/>
                  <a:pt x="782" y="526"/>
                </a:cubicBezTo>
                <a:cubicBezTo>
                  <a:pt x="626" y="470"/>
                  <a:pt x="450" y="550"/>
                  <a:pt x="388" y="702"/>
                </a:cubicBezTo>
                <a:cubicBezTo>
                  <a:pt x="0" y="547"/>
                  <a:pt x="0" y="547"/>
                  <a:pt x="0" y="547"/>
                </a:cubicBezTo>
                <a:close/>
              </a:path>
            </a:pathLst>
          </a:custGeom>
          <a:solidFill>
            <a:srgbClr val="0F999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5" name="Freeform 7">
            <a:extLst>
              <a:ext uri="{FF2B5EF4-FFF2-40B4-BE49-F238E27FC236}">
                <a16:creationId xmlns:a16="http://schemas.microsoft.com/office/drawing/2014/main" id="{2CACED65-CAAC-4000-9900-E905BCC316ED}"/>
              </a:ext>
            </a:extLst>
          </p:cNvPr>
          <p:cNvSpPr>
            <a:spLocks/>
          </p:cNvSpPr>
          <p:nvPr/>
        </p:nvSpPr>
        <p:spPr bwMode="auto">
          <a:xfrm>
            <a:off x="573271" y="3074072"/>
            <a:ext cx="220403" cy="268362"/>
          </a:xfrm>
          <a:custGeom>
            <a:avLst/>
            <a:gdLst>
              <a:gd name="T0" fmla="*/ 0 w 91"/>
              <a:gd name="T1" fmla="*/ 0 h 111"/>
              <a:gd name="T2" fmla="*/ 67 w 91"/>
              <a:gd name="T3" fmla="*/ 111 h 111"/>
              <a:gd name="T4" fmla="*/ 91 w 91"/>
              <a:gd name="T5" fmla="*/ 36 h 111"/>
              <a:gd name="T6" fmla="*/ 0 w 91"/>
              <a:gd name="T7" fmla="*/ 0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1" h="111">
                <a:moveTo>
                  <a:pt x="0" y="0"/>
                </a:moveTo>
                <a:cubicBezTo>
                  <a:pt x="67" y="111"/>
                  <a:pt x="67" y="111"/>
                  <a:pt x="67" y="111"/>
                </a:cubicBezTo>
                <a:cubicBezTo>
                  <a:pt x="73" y="86"/>
                  <a:pt x="82" y="61"/>
                  <a:pt x="91" y="36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5636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6" name="Freeform 8">
            <a:extLst>
              <a:ext uri="{FF2B5EF4-FFF2-40B4-BE49-F238E27FC236}">
                <a16:creationId xmlns:a16="http://schemas.microsoft.com/office/drawing/2014/main" id="{17A545F8-CFF2-4ED1-9A5E-76D35189C82D}"/>
              </a:ext>
            </a:extLst>
          </p:cNvPr>
          <p:cNvSpPr>
            <a:spLocks/>
          </p:cNvSpPr>
          <p:nvPr/>
        </p:nvSpPr>
        <p:spPr bwMode="auto">
          <a:xfrm>
            <a:off x="2721184" y="2074093"/>
            <a:ext cx="176527" cy="296933"/>
          </a:xfrm>
          <a:custGeom>
            <a:avLst/>
            <a:gdLst>
              <a:gd name="T0" fmla="*/ 33 w 73"/>
              <a:gd name="T1" fmla="*/ 0 h 123"/>
              <a:gd name="T2" fmla="*/ 73 w 73"/>
              <a:gd name="T3" fmla="*/ 123 h 123"/>
              <a:gd name="T4" fmla="*/ 0 w 73"/>
              <a:gd name="T5" fmla="*/ 93 h 123"/>
              <a:gd name="T6" fmla="*/ 33 w 73"/>
              <a:gd name="T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" h="123">
                <a:moveTo>
                  <a:pt x="33" y="0"/>
                </a:moveTo>
                <a:cubicBezTo>
                  <a:pt x="73" y="123"/>
                  <a:pt x="73" y="123"/>
                  <a:pt x="73" y="123"/>
                </a:cubicBezTo>
                <a:cubicBezTo>
                  <a:pt x="49" y="112"/>
                  <a:pt x="25" y="102"/>
                  <a:pt x="0" y="93"/>
                </a:cubicBezTo>
                <a:cubicBezTo>
                  <a:pt x="33" y="0"/>
                  <a:pt x="33" y="0"/>
                  <a:pt x="33" y="0"/>
                </a:cubicBezTo>
                <a:close/>
              </a:path>
            </a:pathLst>
          </a:custGeom>
          <a:solidFill>
            <a:srgbClr val="15636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7" name="Freeform 9">
            <a:extLst>
              <a:ext uri="{FF2B5EF4-FFF2-40B4-BE49-F238E27FC236}">
                <a16:creationId xmlns:a16="http://schemas.microsoft.com/office/drawing/2014/main" id="{CE24AE1F-8613-4E5F-8470-72F3EFE9A42D}"/>
              </a:ext>
            </a:extLst>
          </p:cNvPr>
          <p:cNvSpPr>
            <a:spLocks/>
          </p:cNvSpPr>
          <p:nvPr/>
        </p:nvSpPr>
        <p:spPr bwMode="auto">
          <a:xfrm>
            <a:off x="1274276" y="3372025"/>
            <a:ext cx="236730" cy="139793"/>
          </a:xfrm>
          <a:custGeom>
            <a:avLst/>
            <a:gdLst>
              <a:gd name="T0" fmla="*/ 98 w 98"/>
              <a:gd name="T1" fmla="*/ 32 h 58"/>
              <a:gd name="T2" fmla="*/ 0 w 98"/>
              <a:gd name="T3" fmla="*/ 58 h 58"/>
              <a:gd name="T4" fmla="*/ 18 w 98"/>
              <a:gd name="T5" fmla="*/ 0 h 58"/>
              <a:gd name="T6" fmla="*/ 98 w 98"/>
              <a:gd name="T7" fmla="*/ 32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" h="58">
                <a:moveTo>
                  <a:pt x="98" y="32"/>
                </a:moveTo>
                <a:cubicBezTo>
                  <a:pt x="0" y="58"/>
                  <a:pt x="0" y="58"/>
                  <a:pt x="0" y="58"/>
                </a:cubicBezTo>
                <a:cubicBezTo>
                  <a:pt x="4" y="38"/>
                  <a:pt x="10" y="19"/>
                  <a:pt x="18" y="0"/>
                </a:cubicBezTo>
                <a:cubicBezTo>
                  <a:pt x="98" y="32"/>
                  <a:pt x="98" y="32"/>
                  <a:pt x="98" y="32"/>
                </a:cubicBezTo>
                <a:close/>
              </a:path>
            </a:pathLst>
          </a:custGeom>
          <a:solidFill>
            <a:srgbClr val="15636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8" name="Freeform 10">
            <a:extLst>
              <a:ext uri="{FF2B5EF4-FFF2-40B4-BE49-F238E27FC236}">
                <a16:creationId xmlns:a16="http://schemas.microsoft.com/office/drawing/2014/main" id="{598699A7-8753-4691-A20E-899A4BF25766}"/>
              </a:ext>
            </a:extLst>
          </p:cNvPr>
          <p:cNvSpPr>
            <a:spLocks/>
          </p:cNvSpPr>
          <p:nvPr/>
        </p:nvSpPr>
        <p:spPr bwMode="auto">
          <a:xfrm>
            <a:off x="2463027" y="2828159"/>
            <a:ext cx="199995" cy="195914"/>
          </a:xfrm>
          <a:custGeom>
            <a:avLst/>
            <a:gdLst>
              <a:gd name="T0" fmla="*/ 0 w 83"/>
              <a:gd name="T1" fmla="*/ 81 h 81"/>
              <a:gd name="T2" fmla="*/ 83 w 83"/>
              <a:gd name="T3" fmla="*/ 25 h 81"/>
              <a:gd name="T4" fmla="*/ 29 w 83"/>
              <a:gd name="T5" fmla="*/ 0 h 81"/>
              <a:gd name="T6" fmla="*/ 0 w 83"/>
              <a:gd name="T7" fmla="*/ 81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3" h="81">
                <a:moveTo>
                  <a:pt x="0" y="81"/>
                </a:moveTo>
                <a:cubicBezTo>
                  <a:pt x="83" y="25"/>
                  <a:pt x="83" y="25"/>
                  <a:pt x="83" y="25"/>
                </a:cubicBezTo>
                <a:cubicBezTo>
                  <a:pt x="65" y="15"/>
                  <a:pt x="48" y="6"/>
                  <a:pt x="29" y="0"/>
                </a:cubicBezTo>
                <a:cubicBezTo>
                  <a:pt x="0" y="81"/>
                  <a:pt x="0" y="81"/>
                  <a:pt x="0" y="81"/>
                </a:cubicBezTo>
                <a:close/>
              </a:path>
            </a:pathLst>
          </a:custGeom>
          <a:solidFill>
            <a:srgbClr val="15636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9" name="Freeform 11">
            <a:extLst>
              <a:ext uri="{FF2B5EF4-FFF2-40B4-BE49-F238E27FC236}">
                <a16:creationId xmlns:a16="http://schemas.microsoft.com/office/drawing/2014/main" id="{F850A38F-7C8C-40F8-8BE3-D871BE58E5FC}"/>
              </a:ext>
            </a:extLst>
          </p:cNvPr>
          <p:cNvSpPr>
            <a:spLocks/>
          </p:cNvSpPr>
          <p:nvPr/>
        </p:nvSpPr>
        <p:spPr bwMode="auto">
          <a:xfrm>
            <a:off x="2675267" y="2678162"/>
            <a:ext cx="1512213" cy="2423418"/>
          </a:xfrm>
          <a:custGeom>
            <a:avLst/>
            <a:gdLst>
              <a:gd name="T0" fmla="*/ 391 w 626"/>
              <a:gd name="T1" fmla="*/ 0 h 1003"/>
              <a:gd name="T2" fmla="*/ 261 w 626"/>
              <a:gd name="T3" fmla="*/ 1003 h 1003"/>
              <a:gd name="T4" fmla="*/ 0 w 626"/>
              <a:gd name="T5" fmla="*/ 677 h 1003"/>
              <a:gd name="T6" fmla="*/ 55 w 626"/>
              <a:gd name="T7" fmla="*/ 250 h 1003"/>
              <a:gd name="T8" fmla="*/ 391 w 626"/>
              <a:gd name="T9" fmla="*/ 0 h 10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6" h="1003">
                <a:moveTo>
                  <a:pt x="391" y="0"/>
                </a:moveTo>
                <a:cubicBezTo>
                  <a:pt x="626" y="316"/>
                  <a:pt x="567" y="758"/>
                  <a:pt x="261" y="1003"/>
                </a:cubicBezTo>
                <a:cubicBezTo>
                  <a:pt x="0" y="677"/>
                  <a:pt x="0" y="677"/>
                  <a:pt x="0" y="677"/>
                </a:cubicBezTo>
                <a:cubicBezTo>
                  <a:pt x="129" y="574"/>
                  <a:pt x="153" y="382"/>
                  <a:pt x="55" y="250"/>
                </a:cubicBezTo>
                <a:cubicBezTo>
                  <a:pt x="391" y="0"/>
                  <a:pt x="391" y="0"/>
                  <a:pt x="391" y="0"/>
                </a:cubicBezTo>
                <a:close/>
              </a:path>
            </a:pathLst>
          </a:custGeom>
          <a:solidFill>
            <a:srgbClr val="00B2A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0" name="Freeform 12">
            <a:extLst>
              <a:ext uri="{FF2B5EF4-FFF2-40B4-BE49-F238E27FC236}">
                <a16:creationId xmlns:a16="http://schemas.microsoft.com/office/drawing/2014/main" id="{1674C5C8-84DF-4EE1-9B18-01003C6B9B9D}"/>
              </a:ext>
            </a:extLst>
          </p:cNvPr>
          <p:cNvSpPr>
            <a:spLocks/>
          </p:cNvSpPr>
          <p:nvPr/>
        </p:nvSpPr>
        <p:spPr bwMode="auto">
          <a:xfrm>
            <a:off x="3305866" y="2673061"/>
            <a:ext cx="314279" cy="147956"/>
          </a:xfrm>
          <a:custGeom>
            <a:avLst/>
            <a:gdLst>
              <a:gd name="T0" fmla="*/ 130 w 130"/>
              <a:gd name="T1" fmla="*/ 2 h 61"/>
              <a:gd name="T2" fmla="*/ 0 w 130"/>
              <a:gd name="T3" fmla="*/ 0 h 61"/>
              <a:gd name="T4" fmla="*/ 51 w 130"/>
              <a:gd name="T5" fmla="*/ 61 h 61"/>
              <a:gd name="T6" fmla="*/ 130 w 130"/>
              <a:gd name="T7" fmla="*/ 2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0" h="61">
                <a:moveTo>
                  <a:pt x="130" y="2"/>
                </a:moveTo>
                <a:cubicBezTo>
                  <a:pt x="0" y="0"/>
                  <a:pt x="0" y="0"/>
                  <a:pt x="0" y="0"/>
                </a:cubicBezTo>
                <a:cubicBezTo>
                  <a:pt x="0" y="1"/>
                  <a:pt x="45" y="53"/>
                  <a:pt x="51" y="61"/>
                </a:cubicBezTo>
                <a:cubicBezTo>
                  <a:pt x="130" y="2"/>
                  <a:pt x="130" y="2"/>
                  <a:pt x="130" y="2"/>
                </a:cubicBezTo>
                <a:close/>
              </a:path>
            </a:pathLst>
          </a:custGeom>
          <a:solidFill>
            <a:srgbClr val="0F878A">
              <a:lumMod val="5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1" name="Freeform 13">
            <a:extLst>
              <a:ext uri="{FF2B5EF4-FFF2-40B4-BE49-F238E27FC236}">
                <a16:creationId xmlns:a16="http://schemas.microsoft.com/office/drawing/2014/main" id="{2B636EFF-CC1D-4517-8D5A-D9FD57F8DE13}"/>
              </a:ext>
            </a:extLst>
          </p:cNvPr>
          <p:cNvSpPr>
            <a:spLocks/>
          </p:cNvSpPr>
          <p:nvPr/>
        </p:nvSpPr>
        <p:spPr bwMode="auto">
          <a:xfrm>
            <a:off x="3003832" y="4914850"/>
            <a:ext cx="302034" cy="186731"/>
          </a:xfrm>
          <a:custGeom>
            <a:avLst/>
            <a:gdLst>
              <a:gd name="T0" fmla="*/ 125 w 125"/>
              <a:gd name="T1" fmla="*/ 77 h 77"/>
              <a:gd name="T2" fmla="*/ 0 w 125"/>
              <a:gd name="T3" fmla="*/ 46 h 77"/>
              <a:gd name="T4" fmla="*/ 63 w 125"/>
              <a:gd name="T5" fmla="*/ 0 h 77"/>
              <a:gd name="T6" fmla="*/ 125 w 125"/>
              <a:gd name="T7" fmla="*/ 77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5" h="77">
                <a:moveTo>
                  <a:pt x="125" y="77"/>
                </a:moveTo>
                <a:cubicBezTo>
                  <a:pt x="0" y="46"/>
                  <a:pt x="0" y="46"/>
                  <a:pt x="0" y="46"/>
                </a:cubicBezTo>
                <a:cubicBezTo>
                  <a:pt x="22" y="32"/>
                  <a:pt x="43" y="16"/>
                  <a:pt x="63" y="0"/>
                </a:cubicBezTo>
                <a:cubicBezTo>
                  <a:pt x="125" y="77"/>
                  <a:pt x="125" y="77"/>
                  <a:pt x="125" y="77"/>
                </a:cubicBezTo>
                <a:close/>
              </a:path>
            </a:pathLst>
          </a:custGeom>
          <a:solidFill>
            <a:srgbClr val="0F878A">
              <a:lumMod val="5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2" name="Freeform 14">
            <a:extLst>
              <a:ext uri="{FF2B5EF4-FFF2-40B4-BE49-F238E27FC236}">
                <a16:creationId xmlns:a16="http://schemas.microsoft.com/office/drawing/2014/main" id="{CCAA0298-C91A-47D9-9832-2A9F91E8FC1D}"/>
              </a:ext>
            </a:extLst>
          </p:cNvPr>
          <p:cNvSpPr>
            <a:spLocks/>
          </p:cNvSpPr>
          <p:nvPr/>
        </p:nvSpPr>
        <p:spPr bwMode="auto">
          <a:xfrm>
            <a:off x="2807918" y="3045501"/>
            <a:ext cx="167343" cy="236730"/>
          </a:xfrm>
          <a:custGeom>
            <a:avLst/>
            <a:gdLst>
              <a:gd name="T0" fmla="*/ 0 w 69"/>
              <a:gd name="T1" fmla="*/ 98 h 98"/>
              <a:gd name="T2" fmla="*/ 30 w 69"/>
              <a:gd name="T3" fmla="*/ 0 h 98"/>
              <a:gd name="T4" fmla="*/ 69 w 69"/>
              <a:gd name="T5" fmla="*/ 46 h 98"/>
              <a:gd name="T6" fmla="*/ 0 w 69"/>
              <a:gd name="T7" fmla="*/ 98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98">
                <a:moveTo>
                  <a:pt x="0" y="98"/>
                </a:moveTo>
                <a:cubicBezTo>
                  <a:pt x="30" y="0"/>
                  <a:pt x="30" y="0"/>
                  <a:pt x="30" y="0"/>
                </a:cubicBezTo>
                <a:cubicBezTo>
                  <a:pt x="44" y="14"/>
                  <a:pt x="57" y="30"/>
                  <a:pt x="69" y="46"/>
                </a:cubicBezTo>
                <a:cubicBezTo>
                  <a:pt x="0" y="98"/>
                  <a:pt x="0" y="98"/>
                  <a:pt x="0" y="98"/>
                </a:cubicBezTo>
                <a:close/>
              </a:path>
            </a:pathLst>
          </a:custGeom>
          <a:solidFill>
            <a:srgbClr val="0F878A">
              <a:lumMod val="5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3" name="Freeform 15">
            <a:extLst>
              <a:ext uri="{FF2B5EF4-FFF2-40B4-BE49-F238E27FC236}">
                <a16:creationId xmlns:a16="http://schemas.microsoft.com/office/drawing/2014/main" id="{EFC978C1-47CC-484B-8ACC-1D35CC5D071F}"/>
              </a:ext>
            </a:extLst>
          </p:cNvPr>
          <p:cNvSpPr>
            <a:spLocks/>
          </p:cNvSpPr>
          <p:nvPr/>
        </p:nvSpPr>
        <p:spPr bwMode="auto">
          <a:xfrm>
            <a:off x="2675267" y="4313842"/>
            <a:ext cx="130610" cy="245914"/>
          </a:xfrm>
          <a:custGeom>
            <a:avLst/>
            <a:gdLst>
              <a:gd name="T0" fmla="*/ 0 w 54"/>
              <a:gd name="T1" fmla="*/ 0 h 102"/>
              <a:gd name="T2" fmla="*/ 3 w 54"/>
              <a:gd name="T3" fmla="*/ 102 h 102"/>
              <a:gd name="T4" fmla="*/ 54 w 54"/>
              <a:gd name="T5" fmla="*/ 67 h 102"/>
              <a:gd name="T6" fmla="*/ 0 w 54"/>
              <a:gd name="T7" fmla="*/ 0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4" h="102">
                <a:moveTo>
                  <a:pt x="0" y="0"/>
                </a:moveTo>
                <a:cubicBezTo>
                  <a:pt x="3" y="102"/>
                  <a:pt x="3" y="102"/>
                  <a:pt x="3" y="102"/>
                </a:cubicBezTo>
                <a:cubicBezTo>
                  <a:pt x="21" y="92"/>
                  <a:pt x="38" y="80"/>
                  <a:pt x="54" y="67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F878A">
              <a:lumMod val="5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4" name="Freeform 16">
            <a:extLst>
              <a:ext uri="{FF2B5EF4-FFF2-40B4-BE49-F238E27FC236}">
                <a16:creationId xmlns:a16="http://schemas.microsoft.com/office/drawing/2014/main" id="{EA0604EF-684D-443A-AFDC-876287FDA3C4}"/>
              </a:ext>
            </a:extLst>
          </p:cNvPr>
          <p:cNvSpPr>
            <a:spLocks/>
          </p:cNvSpPr>
          <p:nvPr/>
        </p:nvSpPr>
        <p:spPr bwMode="auto">
          <a:xfrm>
            <a:off x="482456" y="3874056"/>
            <a:ext cx="2004039" cy="1743840"/>
          </a:xfrm>
          <a:custGeom>
            <a:avLst/>
            <a:gdLst>
              <a:gd name="T0" fmla="*/ 830 w 830"/>
              <a:gd name="T1" fmla="*/ 659 h 722"/>
              <a:gd name="T2" fmla="*/ 0 w 830"/>
              <a:gd name="T3" fmla="*/ 82 h 722"/>
              <a:gd name="T4" fmla="*/ 410 w 830"/>
              <a:gd name="T5" fmla="*/ 0 h 722"/>
              <a:gd name="T6" fmla="*/ 763 w 830"/>
              <a:gd name="T7" fmla="*/ 246 h 722"/>
              <a:gd name="T8" fmla="*/ 830 w 830"/>
              <a:gd name="T9" fmla="*/ 659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30" h="722">
                <a:moveTo>
                  <a:pt x="830" y="659"/>
                </a:moveTo>
                <a:cubicBezTo>
                  <a:pt x="441" y="722"/>
                  <a:pt x="76" y="466"/>
                  <a:pt x="0" y="82"/>
                </a:cubicBezTo>
                <a:cubicBezTo>
                  <a:pt x="410" y="0"/>
                  <a:pt x="410" y="0"/>
                  <a:pt x="410" y="0"/>
                </a:cubicBezTo>
                <a:cubicBezTo>
                  <a:pt x="442" y="162"/>
                  <a:pt x="601" y="272"/>
                  <a:pt x="763" y="246"/>
                </a:cubicBezTo>
                <a:cubicBezTo>
                  <a:pt x="830" y="659"/>
                  <a:pt x="830" y="659"/>
                  <a:pt x="830" y="659"/>
                </a:cubicBezTo>
                <a:close/>
              </a:path>
            </a:pathLst>
          </a:custGeom>
          <a:solidFill>
            <a:srgbClr val="00E0C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5" name="Freeform 17">
            <a:extLst>
              <a:ext uri="{FF2B5EF4-FFF2-40B4-BE49-F238E27FC236}">
                <a16:creationId xmlns:a16="http://schemas.microsoft.com/office/drawing/2014/main" id="{979D91F1-57FC-4EDF-88A1-24323D4D727E}"/>
              </a:ext>
            </a:extLst>
          </p:cNvPr>
          <p:cNvSpPr>
            <a:spLocks/>
          </p:cNvSpPr>
          <p:nvPr/>
        </p:nvSpPr>
        <p:spPr bwMode="auto">
          <a:xfrm>
            <a:off x="2448742" y="5190354"/>
            <a:ext cx="185711" cy="275504"/>
          </a:xfrm>
          <a:custGeom>
            <a:avLst/>
            <a:gdLst>
              <a:gd name="T0" fmla="*/ 16 w 77"/>
              <a:gd name="T1" fmla="*/ 114 h 114"/>
              <a:gd name="T2" fmla="*/ 77 w 77"/>
              <a:gd name="T3" fmla="*/ 0 h 114"/>
              <a:gd name="T4" fmla="*/ 0 w 77"/>
              <a:gd name="T5" fmla="*/ 17 h 114"/>
              <a:gd name="T6" fmla="*/ 16 w 77"/>
              <a:gd name="T7" fmla="*/ 114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" h="114">
                <a:moveTo>
                  <a:pt x="16" y="114"/>
                </a:moveTo>
                <a:cubicBezTo>
                  <a:pt x="77" y="0"/>
                  <a:pt x="77" y="0"/>
                  <a:pt x="77" y="0"/>
                </a:cubicBezTo>
                <a:cubicBezTo>
                  <a:pt x="76" y="0"/>
                  <a:pt x="10" y="16"/>
                  <a:pt x="0" y="17"/>
                </a:cubicBezTo>
                <a:cubicBezTo>
                  <a:pt x="16" y="114"/>
                  <a:pt x="16" y="114"/>
                  <a:pt x="16" y="114"/>
                </a:cubicBezTo>
                <a:close/>
              </a:path>
            </a:pathLst>
          </a:custGeom>
          <a:solidFill>
            <a:srgbClr val="00B2A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6" name="Freeform 18">
            <a:extLst>
              <a:ext uri="{FF2B5EF4-FFF2-40B4-BE49-F238E27FC236}">
                <a16:creationId xmlns:a16="http://schemas.microsoft.com/office/drawing/2014/main" id="{272394DF-F144-4273-8DD4-953E8EFD1DCB}"/>
              </a:ext>
            </a:extLst>
          </p:cNvPr>
          <p:cNvSpPr>
            <a:spLocks/>
          </p:cNvSpPr>
          <p:nvPr/>
        </p:nvSpPr>
        <p:spPr bwMode="auto">
          <a:xfrm>
            <a:off x="482456" y="3835280"/>
            <a:ext cx="233668" cy="236730"/>
          </a:xfrm>
          <a:custGeom>
            <a:avLst/>
            <a:gdLst>
              <a:gd name="T0" fmla="*/ 0 w 97"/>
              <a:gd name="T1" fmla="*/ 98 h 98"/>
              <a:gd name="T2" fmla="*/ 86 w 97"/>
              <a:gd name="T3" fmla="*/ 0 h 98"/>
              <a:gd name="T4" fmla="*/ 97 w 97"/>
              <a:gd name="T5" fmla="*/ 78 h 98"/>
              <a:gd name="T6" fmla="*/ 0 w 97"/>
              <a:gd name="T7" fmla="*/ 98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7" h="98">
                <a:moveTo>
                  <a:pt x="0" y="98"/>
                </a:moveTo>
                <a:cubicBezTo>
                  <a:pt x="86" y="0"/>
                  <a:pt x="86" y="0"/>
                  <a:pt x="86" y="0"/>
                </a:cubicBezTo>
                <a:cubicBezTo>
                  <a:pt x="88" y="27"/>
                  <a:pt x="92" y="53"/>
                  <a:pt x="97" y="78"/>
                </a:cubicBezTo>
                <a:cubicBezTo>
                  <a:pt x="0" y="98"/>
                  <a:pt x="0" y="98"/>
                  <a:pt x="0" y="98"/>
                </a:cubicBezTo>
                <a:close/>
              </a:path>
            </a:pathLst>
          </a:custGeom>
          <a:solidFill>
            <a:srgbClr val="00B2A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7" name="Freeform 19">
            <a:extLst>
              <a:ext uri="{FF2B5EF4-FFF2-40B4-BE49-F238E27FC236}">
                <a16:creationId xmlns:a16="http://schemas.microsoft.com/office/drawing/2014/main" id="{2626F230-AA6B-4F21-816A-6A829EDC1355}"/>
              </a:ext>
            </a:extLst>
          </p:cNvPr>
          <p:cNvSpPr>
            <a:spLocks/>
          </p:cNvSpPr>
          <p:nvPr/>
        </p:nvSpPr>
        <p:spPr bwMode="auto">
          <a:xfrm>
            <a:off x="2325274" y="4467920"/>
            <a:ext cx="176527" cy="208159"/>
          </a:xfrm>
          <a:custGeom>
            <a:avLst/>
            <a:gdLst>
              <a:gd name="T0" fmla="*/ 0 w 73"/>
              <a:gd name="T1" fmla="*/ 0 h 86"/>
              <a:gd name="T2" fmla="*/ 73 w 73"/>
              <a:gd name="T3" fmla="*/ 72 h 86"/>
              <a:gd name="T4" fmla="*/ 14 w 73"/>
              <a:gd name="T5" fmla="*/ 86 h 86"/>
              <a:gd name="T6" fmla="*/ 0 w 73"/>
              <a:gd name="T7" fmla="*/ 0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" h="86">
                <a:moveTo>
                  <a:pt x="0" y="0"/>
                </a:moveTo>
                <a:cubicBezTo>
                  <a:pt x="73" y="72"/>
                  <a:pt x="73" y="72"/>
                  <a:pt x="73" y="72"/>
                </a:cubicBezTo>
                <a:cubicBezTo>
                  <a:pt x="54" y="78"/>
                  <a:pt x="34" y="82"/>
                  <a:pt x="14" y="86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0B2A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8" name="Freeform 20">
            <a:extLst>
              <a:ext uri="{FF2B5EF4-FFF2-40B4-BE49-F238E27FC236}">
                <a16:creationId xmlns:a16="http://schemas.microsoft.com/office/drawing/2014/main" id="{7B8E1639-5991-484E-BDB0-E10D6584D4C0}"/>
              </a:ext>
            </a:extLst>
          </p:cNvPr>
          <p:cNvSpPr>
            <a:spLocks/>
          </p:cNvSpPr>
          <p:nvPr/>
        </p:nvSpPr>
        <p:spPr bwMode="auto">
          <a:xfrm>
            <a:off x="1249786" y="3769976"/>
            <a:ext cx="222444" cy="144895"/>
          </a:xfrm>
          <a:custGeom>
            <a:avLst/>
            <a:gdLst>
              <a:gd name="T0" fmla="*/ 92 w 92"/>
              <a:gd name="T1" fmla="*/ 43 h 60"/>
              <a:gd name="T2" fmla="*/ 0 w 92"/>
              <a:gd name="T3" fmla="*/ 0 h 60"/>
              <a:gd name="T4" fmla="*/ 7 w 92"/>
              <a:gd name="T5" fmla="*/ 60 h 60"/>
              <a:gd name="T6" fmla="*/ 92 w 92"/>
              <a:gd name="T7" fmla="*/ 43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2" h="60">
                <a:moveTo>
                  <a:pt x="92" y="43"/>
                </a:moveTo>
                <a:cubicBezTo>
                  <a:pt x="0" y="0"/>
                  <a:pt x="0" y="0"/>
                  <a:pt x="0" y="0"/>
                </a:cubicBezTo>
                <a:cubicBezTo>
                  <a:pt x="1" y="20"/>
                  <a:pt x="3" y="40"/>
                  <a:pt x="7" y="60"/>
                </a:cubicBezTo>
                <a:cubicBezTo>
                  <a:pt x="92" y="43"/>
                  <a:pt x="92" y="43"/>
                  <a:pt x="92" y="43"/>
                </a:cubicBezTo>
                <a:close/>
              </a:path>
            </a:pathLst>
          </a:custGeom>
          <a:solidFill>
            <a:srgbClr val="00B2A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0" name="Text Box 7">
            <a:extLst>
              <a:ext uri="{FF2B5EF4-FFF2-40B4-BE49-F238E27FC236}">
                <a16:creationId xmlns:a16="http://schemas.microsoft.com/office/drawing/2014/main" id="{824981D8-1DED-4F56-992A-20C35587DF5F}"/>
              </a:ext>
            </a:extLst>
          </p:cNvPr>
          <p:cNvSpPr txBox="1">
            <a:spLocks noChangeArrowheads="1"/>
          </p:cNvSpPr>
          <p:nvPr/>
        </p:nvSpPr>
        <p:spPr bwMode="gray">
          <a:xfrm rot="5871850">
            <a:off x="2107850" y="3461595"/>
            <a:ext cx="1425793" cy="7373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spcFirstLastPara="1" wrap="none" lIns="89852" tIns="89852" rIns="89852" bIns="89852" numCol="1" anchor="t">
            <a:prstTxWarp prst="textArchUp">
              <a:avLst/>
            </a:prstTxWarp>
            <a:spAutoFit/>
          </a:bodyPr>
          <a:lstStyle/>
          <a:p>
            <a:pPr algn="ctr">
              <a:defRPr/>
            </a:pPr>
            <a:r>
              <a:rPr kumimoji="0" lang="en-GB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/>
                <a:cs typeface="+mn-cs"/>
              </a:rPr>
              <a:t>INTERVIEWS</a:t>
            </a:r>
            <a:r>
              <a:rPr lang="en-GB" sz="1600" kern="0">
                <a:solidFill>
                  <a:srgbClr val="FFFFFF"/>
                </a:solidFill>
                <a:latin typeface="Ubuntu"/>
                <a:ea typeface="Verdana"/>
              </a:rPr>
              <a:t> &amp; SURVEYS</a:t>
            </a:r>
            <a:endParaRPr kumimoji="0" lang="en-GB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1" name="Text Box 8">
            <a:extLst>
              <a:ext uri="{FF2B5EF4-FFF2-40B4-BE49-F238E27FC236}">
                <a16:creationId xmlns:a16="http://schemas.microsoft.com/office/drawing/2014/main" id="{7583ABD4-B7B9-4460-B9BE-714A8C0CAB5F}"/>
              </a:ext>
            </a:extLst>
          </p:cNvPr>
          <p:cNvSpPr txBox="1">
            <a:spLocks noChangeArrowheads="1"/>
          </p:cNvSpPr>
          <p:nvPr/>
        </p:nvSpPr>
        <p:spPr bwMode="gray">
          <a:xfrm rot="1975315">
            <a:off x="1030473" y="4137564"/>
            <a:ext cx="1359489" cy="72801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9852" tIns="89852" rIns="89852" bIns="89852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PUBLICLY PUBLISHED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STUDIES</a:t>
            </a:r>
          </a:p>
        </p:txBody>
      </p:sp>
      <p:sp>
        <p:nvSpPr>
          <p:cNvPr id="102" name="Text Box 6">
            <a:extLst>
              <a:ext uri="{FF2B5EF4-FFF2-40B4-BE49-F238E27FC236}">
                <a16:creationId xmlns:a16="http://schemas.microsoft.com/office/drawing/2014/main" id="{ADEE186D-24DD-4265-9410-71871286660C}"/>
              </a:ext>
            </a:extLst>
          </p:cNvPr>
          <p:cNvSpPr txBox="1">
            <a:spLocks noChangeArrowheads="1"/>
          </p:cNvSpPr>
          <p:nvPr/>
        </p:nvSpPr>
        <p:spPr bwMode="gray">
          <a:xfrm rot="20443401">
            <a:off x="1565731" y="2848104"/>
            <a:ext cx="886519" cy="9940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9852" tIns="89852" rIns="89852" bIns="89852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IN-HOUSE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F27F9F07-CCC8-4803-BE15-1829CE2B9B77}"/>
              </a:ext>
            </a:extLst>
          </p:cNvPr>
          <p:cNvSpPr/>
          <p:nvPr/>
        </p:nvSpPr>
        <p:spPr bwMode="auto">
          <a:xfrm flipH="1">
            <a:off x="4356200" y="3637031"/>
            <a:ext cx="223033" cy="223033"/>
          </a:xfrm>
          <a:prstGeom prst="ellipse">
            <a:avLst/>
          </a:prstGeom>
          <a:solidFill>
            <a:srgbClr val="00B2A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Arial" charset="0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E4DC5801-E105-4DD7-BE65-F2C4882CA7ED}"/>
              </a:ext>
            </a:extLst>
          </p:cNvPr>
          <p:cNvSpPr/>
          <p:nvPr/>
        </p:nvSpPr>
        <p:spPr bwMode="auto">
          <a:xfrm flipH="1">
            <a:off x="4257048" y="5617030"/>
            <a:ext cx="223033" cy="223033"/>
          </a:xfrm>
          <a:prstGeom prst="ellipse">
            <a:avLst/>
          </a:prstGeom>
          <a:solidFill>
            <a:srgbClr val="00E0CB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Arial" charset="0"/>
            </a:endParaRPr>
          </a:p>
        </p:txBody>
      </p:sp>
      <p:cxnSp>
        <p:nvCxnSpPr>
          <p:cNvPr id="121" name="Elbow Connector 69">
            <a:extLst>
              <a:ext uri="{FF2B5EF4-FFF2-40B4-BE49-F238E27FC236}">
                <a16:creationId xmlns:a16="http://schemas.microsoft.com/office/drawing/2014/main" id="{E3C24F11-6623-4540-89DD-59CE97AAA37C}"/>
              </a:ext>
            </a:extLst>
          </p:cNvPr>
          <p:cNvCxnSpPr>
            <a:stCxn id="92" idx="2"/>
            <a:endCxn id="120" idx="6"/>
          </p:cNvCxnSpPr>
          <p:nvPr/>
        </p:nvCxnSpPr>
        <p:spPr>
          <a:xfrm rot="16200000" flipH="1">
            <a:off x="2596966" y="4068465"/>
            <a:ext cx="443780" cy="2876382"/>
          </a:xfrm>
          <a:prstGeom prst="bentConnector2">
            <a:avLst/>
          </a:prstGeom>
          <a:noFill/>
          <a:ln w="19050" cap="flat" cmpd="sng" algn="ctr">
            <a:solidFill>
              <a:srgbClr val="00E0CB"/>
            </a:solidFill>
            <a:prstDash val="solid"/>
            <a:miter lim="800000"/>
          </a:ln>
          <a:effectLst/>
        </p:spPr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1DBCEC2-B558-49CD-B4D8-F88B438DECC5}"/>
              </a:ext>
            </a:extLst>
          </p:cNvPr>
          <p:cNvSpPr/>
          <p:nvPr/>
        </p:nvSpPr>
        <p:spPr>
          <a:xfrm>
            <a:off x="4546843" y="3235209"/>
            <a:ext cx="2710910" cy="1261884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eaLnBrk="0" hangingPunct="0">
              <a:buClr>
                <a:srgbClr val="14596B">
                  <a:lumMod val="75000"/>
                </a:srgbClr>
              </a:buClr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B2A2"/>
                </a:solidFill>
                <a:effectLst/>
                <a:uLnTx/>
                <a:uFillTx/>
                <a:latin typeface="Ubuntu"/>
                <a:ea typeface="Verdana"/>
                <a:cs typeface="+mn-cs"/>
              </a:rPr>
              <a:t>INTERVIEWS</a:t>
            </a:r>
            <a:r>
              <a:rPr lang="en-US" sz="1600" b="1">
                <a:solidFill>
                  <a:srgbClr val="00B2A2"/>
                </a:solidFill>
                <a:latin typeface="Ubuntu"/>
                <a:ea typeface="Verdana"/>
              </a:rPr>
              <a:t> &amp; SURVEYS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0B2A2"/>
              </a:solidFill>
              <a:effectLst/>
              <a:uLnTx/>
              <a:uFillTx/>
              <a:latin typeface="Ubuntu"/>
              <a:ea typeface="Verdana"/>
              <a:cs typeface="+mn-cs"/>
            </a:endParaRPr>
          </a:p>
          <a:p>
            <a:pPr fontAlgn="base">
              <a:spcAft>
                <a:spcPts val="450"/>
              </a:spcAft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/>
                <a:cs typeface="+mn-cs"/>
              </a:rPr>
              <a:t>with a network of experts </a:t>
            </a:r>
            <a:r>
              <a:rPr lang="en-US" sz="1200">
                <a:solidFill>
                  <a:srgbClr val="FFFFFF"/>
                </a:solidFill>
                <a:latin typeface="Ubuntu"/>
                <a:ea typeface="Verdana"/>
              </a:rPr>
              <a:t>as well as a panel of new / existing consumers 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/>
                <a:cs typeface="+mn-cs"/>
              </a:rPr>
              <a:t>through phone </a:t>
            </a:r>
            <a:r>
              <a:rPr lang="en-US" sz="1200">
                <a:solidFill>
                  <a:srgbClr val="FFFFFF"/>
                </a:solidFill>
                <a:latin typeface="Ubuntu"/>
                <a:ea typeface="Verdana"/>
              </a:rPr>
              <a:t>calls/ online techniques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/>
                <a:cs typeface="+mn-cs"/>
              </a:rPr>
              <a:t> to gain powerful insights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Verdana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D8E19E8-37B9-4520-8D80-F98F929B4291}"/>
              </a:ext>
            </a:extLst>
          </p:cNvPr>
          <p:cNvSpPr/>
          <p:nvPr/>
        </p:nvSpPr>
        <p:spPr>
          <a:xfrm>
            <a:off x="4546843" y="5005784"/>
            <a:ext cx="2710910" cy="151067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596B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E0CB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PUBLIC SOURCES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Publicly available information related to regional stats, economy, key trends etc.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Capgemini accelerators work in background to analysis and synthetase in very short time.</a:t>
            </a:r>
          </a:p>
        </p:txBody>
      </p:sp>
      <p:cxnSp>
        <p:nvCxnSpPr>
          <p:cNvPr id="130" name="Elbow Connector 3">
            <a:extLst>
              <a:ext uri="{FF2B5EF4-FFF2-40B4-BE49-F238E27FC236}">
                <a16:creationId xmlns:a16="http://schemas.microsoft.com/office/drawing/2014/main" id="{21CD646A-65B9-49EB-8997-586FA1E56F1A}"/>
              </a:ext>
            </a:extLst>
          </p:cNvPr>
          <p:cNvCxnSpPr>
            <a:cxnSpLocks/>
          </p:cNvCxnSpPr>
          <p:nvPr/>
        </p:nvCxnSpPr>
        <p:spPr>
          <a:xfrm flipH="1">
            <a:off x="3867061" y="3745846"/>
            <a:ext cx="261511" cy="159572"/>
          </a:xfrm>
          <a:prstGeom prst="straightConnector1">
            <a:avLst/>
          </a:prstGeom>
          <a:noFill/>
          <a:ln w="19050" cap="flat" cmpd="sng" algn="ctr">
            <a:solidFill>
              <a:srgbClr val="00B2A2"/>
            </a:solidFill>
            <a:prstDash val="solid"/>
            <a:miter lim="800000"/>
          </a:ln>
          <a:effectLst/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29BA7-C6B5-C55F-CE59-D972EBFBAC82}"/>
              </a:ext>
            </a:extLst>
          </p:cNvPr>
          <p:cNvSpPr/>
          <p:nvPr/>
        </p:nvSpPr>
        <p:spPr>
          <a:xfrm>
            <a:off x="7794254" y="2162406"/>
            <a:ext cx="3989759" cy="4297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863ACF-C546-40D3-179D-9C595FA9DE3F}"/>
              </a:ext>
            </a:extLst>
          </p:cNvPr>
          <p:cNvSpPr/>
          <p:nvPr/>
        </p:nvSpPr>
        <p:spPr>
          <a:xfrm>
            <a:off x="7794254" y="2235610"/>
            <a:ext cx="3989759" cy="4151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A88E85-2A47-656B-D901-A87B0E36109E}"/>
              </a:ext>
            </a:extLst>
          </p:cNvPr>
          <p:cNvSpPr txBox="1"/>
          <p:nvPr/>
        </p:nvSpPr>
        <p:spPr>
          <a:xfrm>
            <a:off x="8201512" y="1656538"/>
            <a:ext cx="10337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In-house</a:t>
            </a:r>
            <a:r>
              <a:rPr kumimoji="0" lang="en-US" sz="1200" b="0" i="0" u="none" strike="noStrike" kern="1200" cap="none" spc="0" normalizeH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SME insights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0601DA1-ED74-D600-3105-408D6F7BD6CA}"/>
              </a:ext>
            </a:extLst>
          </p:cNvPr>
          <p:cNvGrpSpPr/>
          <p:nvPr/>
        </p:nvGrpSpPr>
        <p:grpSpPr>
          <a:xfrm>
            <a:off x="8376402" y="959320"/>
            <a:ext cx="684000" cy="683404"/>
            <a:chOff x="9526952" y="1712751"/>
            <a:chExt cx="684000" cy="683404"/>
          </a:xfrm>
        </p:grpSpPr>
        <p:sp>
          <p:nvSpPr>
            <p:cNvPr id="46" name="Freeform 124">
              <a:extLst>
                <a:ext uri="{FF2B5EF4-FFF2-40B4-BE49-F238E27FC236}">
                  <a16:creationId xmlns:a16="http://schemas.microsoft.com/office/drawing/2014/main" id="{F1B47280-2E83-0FEB-4727-7BB70686C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952" y="1712751"/>
              <a:ext cx="684000" cy="683404"/>
            </a:xfrm>
            <a:custGeom>
              <a:avLst/>
              <a:gdLst>
                <a:gd name="T0" fmla="*/ 63 w 438"/>
                <a:gd name="T1" fmla="*/ 320 h 410"/>
                <a:gd name="T2" fmla="*/ 105 w 438"/>
                <a:gd name="T3" fmla="*/ 61 h 410"/>
                <a:gd name="T4" fmla="*/ 375 w 438"/>
                <a:gd name="T5" fmla="*/ 99 h 410"/>
                <a:gd name="T6" fmla="*/ 326 w 438"/>
                <a:gd name="T7" fmla="*/ 348 h 410"/>
                <a:gd name="T8" fmla="*/ 63 w 438"/>
                <a:gd name="T9" fmla="*/ 32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8" h="410">
                  <a:moveTo>
                    <a:pt x="63" y="320"/>
                  </a:moveTo>
                  <a:cubicBezTo>
                    <a:pt x="0" y="238"/>
                    <a:pt x="19" y="122"/>
                    <a:pt x="105" y="61"/>
                  </a:cubicBezTo>
                  <a:cubicBezTo>
                    <a:pt x="191" y="0"/>
                    <a:pt x="312" y="17"/>
                    <a:pt x="375" y="99"/>
                  </a:cubicBezTo>
                  <a:cubicBezTo>
                    <a:pt x="438" y="181"/>
                    <a:pt x="412" y="287"/>
                    <a:pt x="326" y="348"/>
                  </a:cubicBezTo>
                  <a:cubicBezTo>
                    <a:pt x="240" y="410"/>
                    <a:pt x="126" y="402"/>
                    <a:pt x="63" y="320"/>
                  </a:cubicBezTo>
                </a:path>
              </a:pathLst>
            </a:custGeom>
            <a:solidFill>
              <a:srgbClr val="0F878A"/>
            </a:solidFill>
            <a:ln>
              <a:noFill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47" name="Groupe 364">
              <a:extLst>
                <a:ext uri="{FF2B5EF4-FFF2-40B4-BE49-F238E27FC236}">
                  <a16:creationId xmlns:a16="http://schemas.microsoft.com/office/drawing/2014/main" id="{02360018-F9FC-49AC-5254-64D1AA5E0C40}"/>
                </a:ext>
              </a:extLst>
            </p:cNvPr>
            <p:cNvGrpSpPr/>
            <p:nvPr/>
          </p:nvGrpSpPr>
          <p:grpSpPr>
            <a:xfrm>
              <a:off x="9637045" y="1924187"/>
              <a:ext cx="471169" cy="289124"/>
              <a:chOff x="3092451" y="3854450"/>
              <a:chExt cx="450850" cy="327025"/>
            </a:xfrm>
            <a:solidFill>
              <a:srgbClr val="FFFFFF"/>
            </a:solidFill>
          </p:grpSpPr>
          <p:sp>
            <p:nvSpPr>
              <p:cNvPr id="48" name="Freeform 286">
                <a:extLst>
                  <a:ext uri="{FF2B5EF4-FFF2-40B4-BE49-F238E27FC236}">
                    <a16:creationId xmlns:a16="http://schemas.microsoft.com/office/drawing/2014/main" id="{9C3CDF23-A0BE-7804-FBB5-083894E8E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451" y="3968750"/>
                <a:ext cx="168275" cy="123825"/>
              </a:xfrm>
              <a:custGeom>
                <a:avLst/>
                <a:gdLst>
                  <a:gd name="T0" fmla="*/ 29 w 45"/>
                  <a:gd name="T1" fmla="*/ 0 h 33"/>
                  <a:gd name="T2" fmla="*/ 42 w 45"/>
                  <a:gd name="T3" fmla="*/ 12 h 33"/>
                  <a:gd name="T4" fmla="*/ 40 w 45"/>
                  <a:gd name="T5" fmla="*/ 30 h 33"/>
                  <a:gd name="T6" fmla="*/ 30 w 45"/>
                  <a:gd name="T7" fmla="*/ 33 h 33"/>
                  <a:gd name="T8" fmla="*/ 11 w 45"/>
                  <a:gd name="T9" fmla="*/ 32 h 33"/>
                  <a:gd name="T10" fmla="*/ 0 w 45"/>
                  <a:gd name="T11" fmla="*/ 30 h 33"/>
                  <a:gd name="T12" fmla="*/ 0 w 45"/>
                  <a:gd name="T13" fmla="*/ 29 h 33"/>
                  <a:gd name="T14" fmla="*/ 0 w 45"/>
                  <a:gd name="T15" fmla="*/ 21 h 33"/>
                  <a:gd name="T16" fmla="*/ 14 w 45"/>
                  <a:gd name="T17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" h="33">
                    <a:moveTo>
                      <a:pt x="29" y="0"/>
                    </a:moveTo>
                    <a:cubicBezTo>
                      <a:pt x="35" y="2"/>
                      <a:pt x="39" y="7"/>
                      <a:pt x="42" y="12"/>
                    </a:cubicBezTo>
                    <a:cubicBezTo>
                      <a:pt x="44" y="18"/>
                      <a:pt x="45" y="25"/>
                      <a:pt x="40" y="30"/>
                    </a:cubicBezTo>
                    <a:cubicBezTo>
                      <a:pt x="37" y="32"/>
                      <a:pt x="33" y="33"/>
                      <a:pt x="30" y="33"/>
                    </a:cubicBezTo>
                    <a:cubicBezTo>
                      <a:pt x="23" y="33"/>
                      <a:pt x="17" y="33"/>
                      <a:pt x="11" y="32"/>
                    </a:cubicBezTo>
                    <a:cubicBezTo>
                      <a:pt x="9" y="32"/>
                      <a:pt x="1" y="30"/>
                      <a:pt x="0" y="30"/>
                    </a:cubicBezTo>
                    <a:cubicBezTo>
                      <a:pt x="0" y="30"/>
                      <a:pt x="0" y="29"/>
                      <a:pt x="0" y="29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3"/>
                      <a:pt x="5" y="4"/>
                      <a:pt x="14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Oval 287">
                <a:extLst>
                  <a:ext uri="{FF2B5EF4-FFF2-40B4-BE49-F238E27FC236}">
                    <a16:creationId xmlns:a16="http://schemas.microsoft.com/office/drawing/2014/main" id="{22DC6760-77FB-957C-6A98-DD6B07498A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5788" y="3867150"/>
                <a:ext cx="90488" cy="1127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 288">
                <a:extLst>
                  <a:ext uri="{FF2B5EF4-FFF2-40B4-BE49-F238E27FC236}">
                    <a16:creationId xmlns:a16="http://schemas.microsoft.com/office/drawing/2014/main" id="{E0E1FCB5-ACB4-DA6F-AAE0-9C0709E2DF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438" y="3956050"/>
                <a:ext cx="169863" cy="125413"/>
              </a:xfrm>
              <a:custGeom>
                <a:avLst/>
                <a:gdLst>
                  <a:gd name="T0" fmla="*/ 29 w 45"/>
                  <a:gd name="T1" fmla="*/ 0 h 33"/>
                  <a:gd name="T2" fmla="*/ 42 w 45"/>
                  <a:gd name="T3" fmla="*/ 12 h 33"/>
                  <a:gd name="T4" fmla="*/ 40 w 45"/>
                  <a:gd name="T5" fmla="*/ 30 h 33"/>
                  <a:gd name="T6" fmla="*/ 30 w 45"/>
                  <a:gd name="T7" fmla="*/ 33 h 33"/>
                  <a:gd name="T8" fmla="*/ 11 w 45"/>
                  <a:gd name="T9" fmla="*/ 32 h 33"/>
                  <a:gd name="T10" fmla="*/ 0 w 45"/>
                  <a:gd name="T11" fmla="*/ 31 h 33"/>
                  <a:gd name="T12" fmla="*/ 0 w 45"/>
                  <a:gd name="T13" fmla="*/ 29 h 33"/>
                  <a:gd name="T14" fmla="*/ 0 w 45"/>
                  <a:gd name="T15" fmla="*/ 21 h 33"/>
                  <a:gd name="T16" fmla="*/ 14 w 45"/>
                  <a:gd name="T17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" h="33">
                    <a:moveTo>
                      <a:pt x="29" y="0"/>
                    </a:moveTo>
                    <a:cubicBezTo>
                      <a:pt x="35" y="2"/>
                      <a:pt x="40" y="7"/>
                      <a:pt x="42" y="12"/>
                    </a:cubicBezTo>
                    <a:cubicBezTo>
                      <a:pt x="45" y="18"/>
                      <a:pt x="45" y="25"/>
                      <a:pt x="40" y="30"/>
                    </a:cubicBezTo>
                    <a:cubicBezTo>
                      <a:pt x="37" y="32"/>
                      <a:pt x="34" y="33"/>
                      <a:pt x="30" y="33"/>
                    </a:cubicBezTo>
                    <a:cubicBezTo>
                      <a:pt x="24" y="33"/>
                      <a:pt x="17" y="33"/>
                      <a:pt x="11" y="32"/>
                    </a:cubicBezTo>
                    <a:cubicBezTo>
                      <a:pt x="9" y="32"/>
                      <a:pt x="1" y="30"/>
                      <a:pt x="0" y="31"/>
                    </a:cubicBezTo>
                    <a:cubicBezTo>
                      <a:pt x="0" y="30"/>
                      <a:pt x="0" y="29"/>
                      <a:pt x="0" y="29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3"/>
                      <a:pt x="6" y="4"/>
                      <a:pt x="14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Oval 289">
                <a:extLst>
                  <a:ext uri="{FF2B5EF4-FFF2-40B4-BE49-F238E27FC236}">
                    <a16:creationId xmlns:a16="http://schemas.microsoft.com/office/drawing/2014/main" id="{0E121570-30AD-F6A6-CCA9-C6AEFE0AC5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1538" y="3854450"/>
                <a:ext cx="90488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4" name="Freeform 290">
                <a:extLst>
                  <a:ext uri="{FF2B5EF4-FFF2-40B4-BE49-F238E27FC236}">
                    <a16:creationId xmlns:a16="http://schemas.microsoft.com/office/drawing/2014/main" id="{4A0B8EE9-E04A-E330-CD31-260DB6FDB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163" y="4013200"/>
                <a:ext cx="225425" cy="168275"/>
              </a:xfrm>
              <a:custGeom>
                <a:avLst/>
                <a:gdLst>
                  <a:gd name="T0" fmla="*/ 39 w 60"/>
                  <a:gd name="T1" fmla="*/ 0 h 45"/>
                  <a:gd name="T2" fmla="*/ 56 w 60"/>
                  <a:gd name="T3" fmla="*/ 16 h 45"/>
                  <a:gd name="T4" fmla="*/ 53 w 60"/>
                  <a:gd name="T5" fmla="*/ 39 h 45"/>
                  <a:gd name="T6" fmla="*/ 40 w 60"/>
                  <a:gd name="T7" fmla="*/ 44 h 45"/>
                  <a:gd name="T8" fmla="*/ 15 w 60"/>
                  <a:gd name="T9" fmla="*/ 43 h 45"/>
                  <a:gd name="T10" fmla="*/ 0 w 60"/>
                  <a:gd name="T11" fmla="*/ 41 h 45"/>
                  <a:gd name="T12" fmla="*/ 0 w 60"/>
                  <a:gd name="T13" fmla="*/ 39 h 45"/>
                  <a:gd name="T14" fmla="*/ 0 w 60"/>
                  <a:gd name="T15" fmla="*/ 29 h 45"/>
                  <a:gd name="T16" fmla="*/ 19 w 60"/>
                  <a:gd name="T17" fmla="*/ 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45">
                    <a:moveTo>
                      <a:pt x="39" y="0"/>
                    </a:moveTo>
                    <a:cubicBezTo>
                      <a:pt x="46" y="3"/>
                      <a:pt x="53" y="9"/>
                      <a:pt x="56" y="16"/>
                    </a:cubicBezTo>
                    <a:cubicBezTo>
                      <a:pt x="59" y="24"/>
                      <a:pt x="60" y="34"/>
                      <a:pt x="53" y="39"/>
                    </a:cubicBezTo>
                    <a:cubicBezTo>
                      <a:pt x="50" y="42"/>
                      <a:pt x="45" y="44"/>
                      <a:pt x="40" y="44"/>
                    </a:cubicBezTo>
                    <a:cubicBezTo>
                      <a:pt x="32" y="45"/>
                      <a:pt x="23" y="44"/>
                      <a:pt x="15" y="43"/>
                    </a:cubicBezTo>
                    <a:cubicBezTo>
                      <a:pt x="12" y="42"/>
                      <a:pt x="2" y="40"/>
                      <a:pt x="0" y="41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7"/>
                      <a:pt x="7" y="5"/>
                      <a:pt x="19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5" name="Freeform 291">
                <a:extLst>
                  <a:ext uri="{FF2B5EF4-FFF2-40B4-BE49-F238E27FC236}">
                    <a16:creationId xmlns:a16="http://schemas.microsoft.com/office/drawing/2014/main" id="{74556E9E-EAFC-8025-9991-4862A127AB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4376" y="3878263"/>
                <a:ext cx="119063" cy="149225"/>
              </a:xfrm>
              <a:custGeom>
                <a:avLst/>
                <a:gdLst>
                  <a:gd name="T0" fmla="*/ 32 w 32"/>
                  <a:gd name="T1" fmla="*/ 20 h 40"/>
                  <a:gd name="T2" fmla="*/ 16 w 32"/>
                  <a:gd name="T3" fmla="*/ 40 h 40"/>
                  <a:gd name="T4" fmla="*/ 0 w 32"/>
                  <a:gd name="T5" fmla="*/ 20 h 40"/>
                  <a:gd name="T6" fmla="*/ 16 w 32"/>
                  <a:gd name="T7" fmla="*/ 0 h 40"/>
                  <a:gd name="T8" fmla="*/ 32 w 32"/>
                  <a:gd name="T9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40">
                    <a:moveTo>
                      <a:pt x="32" y="20"/>
                    </a:moveTo>
                    <a:cubicBezTo>
                      <a:pt x="32" y="31"/>
                      <a:pt x="25" y="40"/>
                      <a:pt x="16" y="40"/>
                    </a:cubicBezTo>
                    <a:cubicBezTo>
                      <a:pt x="7" y="40"/>
                      <a:pt x="0" y="31"/>
                      <a:pt x="0" y="20"/>
                    </a:cubicBezTo>
                    <a:cubicBezTo>
                      <a:pt x="0" y="9"/>
                      <a:pt x="7" y="0"/>
                      <a:pt x="16" y="0"/>
                    </a:cubicBezTo>
                    <a:cubicBezTo>
                      <a:pt x="24" y="0"/>
                      <a:pt x="32" y="9"/>
                      <a:pt x="3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1F417F59-7D6A-BE3D-214D-E05743175643}"/>
              </a:ext>
            </a:extLst>
          </p:cNvPr>
          <p:cNvSpPr txBox="1"/>
          <p:nvPr/>
        </p:nvSpPr>
        <p:spPr>
          <a:xfrm>
            <a:off x="10043667" y="1656538"/>
            <a:ext cx="1295226" cy="4206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Insights from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Capgemini reports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CBDDC5C-A5C6-1A3B-48D2-243AB8CA47D1}"/>
              </a:ext>
            </a:extLst>
          </p:cNvPr>
          <p:cNvGrpSpPr/>
          <p:nvPr/>
        </p:nvGrpSpPr>
        <p:grpSpPr>
          <a:xfrm>
            <a:off x="10349280" y="959320"/>
            <a:ext cx="684000" cy="683404"/>
            <a:chOff x="10854717" y="1712751"/>
            <a:chExt cx="684000" cy="683404"/>
          </a:xfrm>
        </p:grpSpPr>
        <p:sp>
          <p:nvSpPr>
            <p:cNvPr id="134" name="Freeform 124">
              <a:extLst>
                <a:ext uri="{FF2B5EF4-FFF2-40B4-BE49-F238E27FC236}">
                  <a16:creationId xmlns:a16="http://schemas.microsoft.com/office/drawing/2014/main" id="{D0B9F5CB-4FE5-0F08-4453-C1B5F402A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4717" y="1712751"/>
              <a:ext cx="684000" cy="683404"/>
            </a:xfrm>
            <a:custGeom>
              <a:avLst/>
              <a:gdLst>
                <a:gd name="T0" fmla="*/ 63 w 438"/>
                <a:gd name="T1" fmla="*/ 320 h 410"/>
                <a:gd name="T2" fmla="*/ 105 w 438"/>
                <a:gd name="T3" fmla="*/ 61 h 410"/>
                <a:gd name="T4" fmla="*/ 375 w 438"/>
                <a:gd name="T5" fmla="*/ 99 h 410"/>
                <a:gd name="T6" fmla="*/ 326 w 438"/>
                <a:gd name="T7" fmla="*/ 348 h 410"/>
                <a:gd name="T8" fmla="*/ 63 w 438"/>
                <a:gd name="T9" fmla="*/ 32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8" h="410">
                  <a:moveTo>
                    <a:pt x="63" y="320"/>
                  </a:moveTo>
                  <a:cubicBezTo>
                    <a:pt x="0" y="238"/>
                    <a:pt x="19" y="122"/>
                    <a:pt x="105" y="61"/>
                  </a:cubicBezTo>
                  <a:cubicBezTo>
                    <a:pt x="191" y="0"/>
                    <a:pt x="312" y="17"/>
                    <a:pt x="375" y="99"/>
                  </a:cubicBezTo>
                  <a:cubicBezTo>
                    <a:pt x="438" y="181"/>
                    <a:pt x="412" y="287"/>
                    <a:pt x="326" y="348"/>
                  </a:cubicBezTo>
                  <a:cubicBezTo>
                    <a:pt x="240" y="410"/>
                    <a:pt x="126" y="402"/>
                    <a:pt x="63" y="320"/>
                  </a:cubicBezTo>
                </a:path>
              </a:pathLst>
            </a:custGeom>
            <a:solidFill>
              <a:srgbClr val="0F878A"/>
            </a:solidFill>
            <a:ln>
              <a:noFill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AADAC687-8DC0-4D11-047C-147FA24285E8}"/>
                </a:ext>
              </a:extLst>
            </p:cNvPr>
            <p:cNvGrpSpPr/>
            <p:nvPr/>
          </p:nvGrpSpPr>
          <p:grpSpPr>
            <a:xfrm>
              <a:off x="11076742" y="1891816"/>
              <a:ext cx="281590" cy="325265"/>
              <a:chOff x="9148763" y="1882775"/>
              <a:chExt cx="777874" cy="898525"/>
            </a:xfrm>
            <a:solidFill>
              <a:srgbClr val="FFFFFF"/>
            </a:solidFill>
          </p:grpSpPr>
          <p:sp>
            <p:nvSpPr>
              <p:cNvPr id="136" name="Freeform 68">
                <a:extLst>
                  <a:ext uri="{FF2B5EF4-FFF2-40B4-BE49-F238E27FC236}">
                    <a16:creationId xmlns:a16="http://schemas.microsoft.com/office/drawing/2014/main" id="{03BED52E-A6CE-B7C4-E516-F5F47480C1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458325" y="2117725"/>
                <a:ext cx="468312" cy="466725"/>
              </a:xfrm>
              <a:custGeom>
                <a:avLst/>
                <a:gdLst>
                  <a:gd name="T0" fmla="*/ 498 w 606"/>
                  <a:gd name="T1" fmla="*/ 108 h 606"/>
                  <a:gd name="T2" fmla="*/ 108 w 606"/>
                  <a:gd name="T3" fmla="*/ 108 h 606"/>
                  <a:gd name="T4" fmla="*/ 108 w 606"/>
                  <a:gd name="T5" fmla="*/ 498 h 606"/>
                  <a:gd name="T6" fmla="*/ 498 w 606"/>
                  <a:gd name="T7" fmla="*/ 498 h 606"/>
                  <a:gd name="T8" fmla="*/ 498 w 606"/>
                  <a:gd name="T9" fmla="*/ 108 h 606"/>
                  <a:gd name="T10" fmla="*/ 464 w 606"/>
                  <a:gd name="T11" fmla="*/ 464 h 606"/>
                  <a:gd name="T12" fmla="*/ 142 w 606"/>
                  <a:gd name="T13" fmla="*/ 464 h 606"/>
                  <a:gd name="T14" fmla="*/ 142 w 606"/>
                  <a:gd name="T15" fmla="*/ 142 h 606"/>
                  <a:gd name="T16" fmla="*/ 464 w 606"/>
                  <a:gd name="T17" fmla="*/ 142 h 606"/>
                  <a:gd name="T18" fmla="*/ 464 w 606"/>
                  <a:gd name="T19" fmla="*/ 464 h 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6" h="606">
                    <a:moveTo>
                      <a:pt x="498" y="108"/>
                    </a:moveTo>
                    <a:cubicBezTo>
                      <a:pt x="391" y="0"/>
                      <a:pt x="215" y="0"/>
                      <a:pt x="108" y="108"/>
                    </a:cubicBezTo>
                    <a:cubicBezTo>
                      <a:pt x="0" y="215"/>
                      <a:pt x="0" y="391"/>
                      <a:pt x="108" y="498"/>
                    </a:cubicBezTo>
                    <a:cubicBezTo>
                      <a:pt x="215" y="606"/>
                      <a:pt x="391" y="606"/>
                      <a:pt x="498" y="498"/>
                    </a:cubicBezTo>
                    <a:cubicBezTo>
                      <a:pt x="606" y="391"/>
                      <a:pt x="606" y="215"/>
                      <a:pt x="498" y="108"/>
                    </a:cubicBezTo>
                    <a:close/>
                    <a:moveTo>
                      <a:pt x="464" y="464"/>
                    </a:moveTo>
                    <a:cubicBezTo>
                      <a:pt x="375" y="553"/>
                      <a:pt x="231" y="553"/>
                      <a:pt x="142" y="464"/>
                    </a:cubicBezTo>
                    <a:cubicBezTo>
                      <a:pt x="54" y="375"/>
                      <a:pt x="54" y="231"/>
                      <a:pt x="142" y="142"/>
                    </a:cubicBezTo>
                    <a:cubicBezTo>
                      <a:pt x="231" y="53"/>
                      <a:pt x="375" y="53"/>
                      <a:pt x="464" y="142"/>
                    </a:cubicBezTo>
                    <a:cubicBezTo>
                      <a:pt x="553" y="231"/>
                      <a:pt x="553" y="375"/>
                      <a:pt x="464" y="4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7" name="Freeform 69">
                <a:extLst>
                  <a:ext uri="{FF2B5EF4-FFF2-40B4-BE49-F238E27FC236}">
                    <a16:creationId xmlns:a16="http://schemas.microsoft.com/office/drawing/2014/main" id="{B8532BD2-ABF1-FE19-7084-BB7E96A4BA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9450" y="2238375"/>
                <a:ext cx="231775" cy="228600"/>
              </a:xfrm>
              <a:custGeom>
                <a:avLst/>
                <a:gdLst>
                  <a:gd name="T0" fmla="*/ 60 w 146"/>
                  <a:gd name="T1" fmla="*/ 106 h 144"/>
                  <a:gd name="T2" fmla="*/ 16 w 146"/>
                  <a:gd name="T3" fmla="*/ 67 h 144"/>
                  <a:gd name="T4" fmla="*/ 0 w 146"/>
                  <a:gd name="T5" fmla="*/ 88 h 144"/>
                  <a:gd name="T6" fmla="*/ 67 w 146"/>
                  <a:gd name="T7" fmla="*/ 144 h 144"/>
                  <a:gd name="T8" fmla="*/ 146 w 146"/>
                  <a:gd name="T9" fmla="*/ 14 h 144"/>
                  <a:gd name="T10" fmla="*/ 124 w 146"/>
                  <a:gd name="T11" fmla="*/ 0 h 144"/>
                  <a:gd name="T12" fmla="*/ 60 w 146"/>
                  <a:gd name="T13" fmla="*/ 106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" h="144">
                    <a:moveTo>
                      <a:pt x="60" y="106"/>
                    </a:moveTo>
                    <a:lnTo>
                      <a:pt x="16" y="67"/>
                    </a:lnTo>
                    <a:lnTo>
                      <a:pt x="0" y="88"/>
                    </a:lnTo>
                    <a:lnTo>
                      <a:pt x="67" y="144"/>
                    </a:lnTo>
                    <a:lnTo>
                      <a:pt x="146" y="14"/>
                    </a:lnTo>
                    <a:lnTo>
                      <a:pt x="124" y="0"/>
                    </a:lnTo>
                    <a:lnTo>
                      <a:pt x="60" y="1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8" name="Rectangle 70">
                <a:extLst>
                  <a:ext uri="{FF2B5EF4-FFF2-40B4-BE49-F238E27FC236}">
                    <a16:creationId xmlns:a16="http://schemas.microsoft.com/office/drawing/2014/main" id="{7C7C9D7E-C8C8-64AC-ACCF-ED2C2F966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4825" y="2054225"/>
                <a:ext cx="257175" cy="174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9" name="Rectangle 71">
                <a:extLst>
                  <a:ext uri="{FF2B5EF4-FFF2-40B4-BE49-F238E27FC236}">
                    <a16:creationId xmlns:a16="http://schemas.microsoft.com/office/drawing/2014/main" id="{DEA5F19C-D70A-1AA3-B460-D9893C4BD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4825" y="2114550"/>
                <a:ext cx="190500" cy="174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0" name="Freeform 72">
                <a:extLst>
                  <a:ext uri="{FF2B5EF4-FFF2-40B4-BE49-F238E27FC236}">
                    <a16:creationId xmlns:a16="http://schemas.microsoft.com/office/drawing/2014/main" id="{E387E8E3-3B00-DBF3-BA99-170F88BE98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4825" y="2230438"/>
                <a:ext cx="95250" cy="17463"/>
              </a:xfrm>
              <a:custGeom>
                <a:avLst/>
                <a:gdLst>
                  <a:gd name="T0" fmla="*/ 124 w 124"/>
                  <a:gd name="T1" fmla="*/ 0 h 23"/>
                  <a:gd name="T2" fmla="*/ 0 w 124"/>
                  <a:gd name="T3" fmla="*/ 0 h 23"/>
                  <a:gd name="T4" fmla="*/ 0 w 124"/>
                  <a:gd name="T5" fmla="*/ 23 h 23"/>
                  <a:gd name="T6" fmla="*/ 111 w 124"/>
                  <a:gd name="T7" fmla="*/ 23 h 23"/>
                  <a:gd name="T8" fmla="*/ 124 w 124"/>
                  <a:gd name="T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" h="23">
                    <a:moveTo>
                      <a:pt x="12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5" y="15"/>
                      <a:pt x="119" y="7"/>
                      <a:pt x="1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1" name="Rectangle 73">
                <a:extLst>
                  <a:ext uri="{FF2B5EF4-FFF2-40B4-BE49-F238E27FC236}">
                    <a16:creationId xmlns:a16="http://schemas.microsoft.com/office/drawing/2014/main" id="{67AA5DD3-C0CF-B1BE-CFE3-D103A570F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4825" y="2643188"/>
                <a:ext cx="190500" cy="174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2" name="Freeform 74">
                <a:extLst>
                  <a:ext uri="{FF2B5EF4-FFF2-40B4-BE49-F238E27FC236}">
                    <a16:creationId xmlns:a16="http://schemas.microsoft.com/office/drawing/2014/main" id="{15271309-E1CE-AA0F-34AE-3FB675108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4825" y="2290763"/>
                <a:ext cx="69850" cy="19050"/>
              </a:xfrm>
              <a:custGeom>
                <a:avLst/>
                <a:gdLst>
                  <a:gd name="T0" fmla="*/ 0 w 91"/>
                  <a:gd name="T1" fmla="*/ 0 h 24"/>
                  <a:gd name="T2" fmla="*/ 0 w 91"/>
                  <a:gd name="T3" fmla="*/ 24 h 24"/>
                  <a:gd name="T4" fmla="*/ 85 w 91"/>
                  <a:gd name="T5" fmla="*/ 24 h 24"/>
                  <a:gd name="T6" fmla="*/ 91 w 91"/>
                  <a:gd name="T7" fmla="*/ 0 h 24"/>
                  <a:gd name="T8" fmla="*/ 0 w 91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24">
                    <a:moveTo>
                      <a:pt x="0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85" y="24"/>
                      <a:pt x="85" y="24"/>
                      <a:pt x="85" y="24"/>
                    </a:cubicBezTo>
                    <a:cubicBezTo>
                      <a:pt x="87" y="16"/>
                      <a:pt x="89" y="8"/>
                      <a:pt x="9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3" name="Freeform 75">
                <a:extLst>
                  <a:ext uri="{FF2B5EF4-FFF2-40B4-BE49-F238E27FC236}">
                    <a16:creationId xmlns:a16="http://schemas.microsoft.com/office/drawing/2014/main" id="{C0C6AE3A-3E2B-0BB8-7180-EBBB7E8D3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4825" y="2582863"/>
                <a:ext cx="257175" cy="17463"/>
              </a:xfrm>
              <a:custGeom>
                <a:avLst/>
                <a:gdLst>
                  <a:gd name="T0" fmla="*/ 333 w 333"/>
                  <a:gd name="T1" fmla="*/ 1 h 23"/>
                  <a:gd name="T2" fmla="*/ 325 w 333"/>
                  <a:gd name="T3" fmla="*/ 0 h 23"/>
                  <a:gd name="T4" fmla="*/ 0 w 333"/>
                  <a:gd name="T5" fmla="*/ 0 h 23"/>
                  <a:gd name="T6" fmla="*/ 0 w 333"/>
                  <a:gd name="T7" fmla="*/ 23 h 23"/>
                  <a:gd name="T8" fmla="*/ 333 w 333"/>
                  <a:gd name="T9" fmla="*/ 23 h 23"/>
                  <a:gd name="T10" fmla="*/ 333 w 333"/>
                  <a:gd name="T11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3" h="23">
                    <a:moveTo>
                      <a:pt x="333" y="1"/>
                    </a:moveTo>
                    <a:cubicBezTo>
                      <a:pt x="330" y="1"/>
                      <a:pt x="328" y="0"/>
                      <a:pt x="32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333" y="23"/>
                      <a:pt x="333" y="23"/>
                      <a:pt x="333" y="23"/>
                    </a:cubicBezTo>
                    <a:lnTo>
                      <a:pt x="333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4" name="Freeform 76">
                <a:extLst>
                  <a:ext uri="{FF2B5EF4-FFF2-40B4-BE49-F238E27FC236}">
                    <a16:creationId xmlns:a16="http://schemas.microsoft.com/office/drawing/2014/main" id="{CD13F1D9-6003-98C5-F5ED-A61B5BD718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9250" y="2051050"/>
                <a:ext cx="93662" cy="93663"/>
              </a:xfrm>
              <a:custGeom>
                <a:avLst/>
                <a:gdLst>
                  <a:gd name="T0" fmla="*/ 121 w 121"/>
                  <a:gd name="T1" fmla="*/ 6 h 120"/>
                  <a:gd name="T2" fmla="*/ 115 w 121"/>
                  <a:gd name="T3" fmla="*/ 0 h 120"/>
                  <a:gd name="T4" fmla="*/ 6 w 121"/>
                  <a:gd name="T5" fmla="*/ 0 h 120"/>
                  <a:gd name="T6" fmla="*/ 0 w 121"/>
                  <a:gd name="T7" fmla="*/ 6 h 120"/>
                  <a:gd name="T8" fmla="*/ 0 w 121"/>
                  <a:gd name="T9" fmla="*/ 115 h 120"/>
                  <a:gd name="T10" fmla="*/ 6 w 121"/>
                  <a:gd name="T11" fmla="*/ 120 h 120"/>
                  <a:gd name="T12" fmla="*/ 115 w 121"/>
                  <a:gd name="T13" fmla="*/ 120 h 120"/>
                  <a:gd name="T14" fmla="*/ 121 w 121"/>
                  <a:gd name="T15" fmla="*/ 115 h 120"/>
                  <a:gd name="T16" fmla="*/ 121 w 121"/>
                  <a:gd name="T17" fmla="*/ 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1" h="120">
                    <a:moveTo>
                      <a:pt x="121" y="6"/>
                    </a:moveTo>
                    <a:cubicBezTo>
                      <a:pt x="121" y="2"/>
                      <a:pt x="118" y="0"/>
                      <a:pt x="11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8"/>
                      <a:pt x="3" y="120"/>
                      <a:pt x="6" y="120"/>
                    </a:cubicBezTo>
                    <a:cubicBezTo>
                      <a:pt x="115" y="120"/>
                      <a:pt x="115" y="120"/>
                      <a:pt x="115" y="120"/>
                    </a:cubicBezTo>
                    <a:cubicBezTo>
                      <a:pt x="118" y="120"/>
                      <a:pt x="121" y="118"/>
                      <a:pt x="121" y="115"/>
                    </a:cubicBezTo>
                    <a:lnTo>
                      <a:pt x="121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5" name="Freeform 77">
                <a:extLst>
                  <a:ext uri="{FF2B5EF4-FFF2-40B4-BE49-F238E27FC236}">
                    <a16:creationId xmlns:a16="http://schemas.microsoft.com/office/drawing/2014/main" id="{48AE1770-F342-A657-5108-6F975F498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9250" y="2227263"/>
                <a:ext cx="93662" cy="93663"/>
              </a:xfrm>
              <a:custGeom>
                <a:avLst/>
                <a:gdLst>
                  <a:gd name="T0" fmla="*/ 121 w 121"/>
                  <a:gd name="T1" fmla="*/ 6 h 121"/>
                  <a:gd name="T2" fmla="*/ 115 w 121"/>
                  <a:gd name="T3" fmla="*/ 0 h 121"/>
                  <a:gd name="T4" fmla="*/ 6 w 121"/>
                  <a:gd name="T5" fmla="*/ 0 h 121"/>
                  <a:gd name="T6" fmla="*/ 0 w 121"/>
                  <a:gd name="T7" fmla="*/ 6 h 121"/>
                  <a:gd name="T8" fmla="*/ 0 w 121"/>
                  <a:gd name="T9" fmla="*/ 115 h 121"/>
                  <a:gd name="T10" fmla="*/ 6 w 121"/>
                  <a:gd name="T11" fmla="*/ 121 h 121"/>
                  <a:gd name="T12" fmla="*/ 115 w 121"/>
                  <a:gd name="T13" fmla="*/ 121 h 121"/>
                  <a:gd name="T14" fmla="*/ 121 w 121"/>
                  <a:gd name="T15" fmla="*/ 115 h 121"/>
                  <a:gd name="T16" fmla="*/ 121 w 121"/>
                  <a:gd name="T17" fmla="*/ 6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1" h="121">
                    <a:moveTo>
                      <a:pt x="121" y="6"/>
                    </a:moveTo>
                    <a:cubicBezTo>
                      <a:pt x="121" y="3"/>
                      <a:pt x="118" y="0"/>
                      <a:pt x="11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8"/>
                      <a:pt x="3" y="121"/>
                      <a:pt x="6" y="121"/>
                    </a:cubicBezTo>
                    <a:cubicBezTo>
                      <a:pt x="115" y="121"/>
                      <a:pt x="115" y="121"/>
                      <a:pt x="115" y="121"/>
                    </a:cubicBezTo>
                    <a:cubicBezTo>
                      <a:pt x="118" y="121"/>
                      <a:pt x="121" y="118"/>
                      <a:pt x="121" y="115"/>
                    </a:cubicBezTo>
                    <a:lnTo>
                      <a:pt x="121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6" name="Freeform 78">
                <a:extLst>
                  <a:ext uri="{FF2B5EF4-FFF2-40B4-BE49-F238E27FC236}">
                    <a16:creationId xmlns:a16="http://schemas.microsoft.com/office/drawing/2014/main" id="{A7312857-77BC-EBDE-1159-A5E0E93D31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9250" y="2579688"/>
                <a:ext cx="93662" cy="93663"/>
              </a:xfrm>
              <a:custGeom>
                <a:avLst/>
                <a:gdLst>
                  <a:gd name="T0" fmla="*/ 115 w 121"/>
                  <a:gd name="T1" fmla="*/ 0 h 121"/>
                  <a:gd name="T2" fmla="*/ 6 w 121"/>
                  <a:gd name="T3" fmla="*/ 0 h 121"/>
                  <a:gd name="T4" fmla="*/ 0 w 121"/>
                  <a:gd name="T5" fmla="*/ 6 h 121"/>
                  <a:gd name="T6" fmla="*/ 0 w 121"/>
                  <a:gd name="T7" fmla="*/ 115 h 121"/>
                  <a:gd name="T8" fmla="*/ 6 w 121"/>
                  <a:gd name="T9" fmla="*/ 121 h 121"/>
                  <a:gd name="T10" fmla="*/ 115 w 121"/>
                  <a:gd name="T11" fmla="*/ 121 h 121"/>
                  <a:gd name="T12" fmla="*/ 121 w 121"/>
                  <a:gd name="T13" fmla="*/ 115 h 121"/>
                  <a:gd name="T14" fmla="*/ 121 w 121"/>
                  <a:gd name="T15" fmla="*/ 6 h 121"/>
                  <a:gd name="T16" fmla="*/ 115 w 121"/>
                  <a:gd name="T1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1" h="121">
                    <a:moveTo>
                      <a:pt x="115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8"/>
                      <a:pt x="3" y="121"/>
                      <a:pt x="6" y="121"/>
                    </a:cubicBezTo>
                    <a:cubicBezTo>
                      <a:pt x="115" y="121"/>
                      <a:pt x="115" y="121"/>
                      <a:pt x="115" y="121"/>
                    </a:cubicBezTo>
                    <a:cubicBezTo>
                      <a:pt x="118" y="121"/>
                      <a:pt x="121" y="118"/>
                      <a:pt x="121" y="115"/>
                    </a:cubicBezTo>
                    <a:cubicBezTo>
                      <a:pt x="121" y="6"/>
                      <a:pt x="121" y="6"/>
                      <a:pt x="121" y="6"/>
                    </a:cubicBezTo>
                    <a:cubicBezTo>
                      <a:pt x="121" y="3"/>
                      <a:pt x="118" y="0"/>
                      <a:pt x="1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7" name="Freeform 79">
                <a:extLst>
                  <a:ext uri="{FF2B5EF4-FFF2-40B4-BE49-F238E27FC236}">
                    <a16:creationId xmlns:a16="http://schemas.microsoft.com/office/drawing/2014/main" id="{48827A0C-66CD-4741-AF5D-F728611AD4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9250" y="2403475"/>
                <a:ext cx="93662" cy="92075"/>
              </a:xfrm>
              <a:custGeom>
                <a:avLst/>
                <a:gdLst>
                  <a:gd name="T0" fmla="*/ 121 w 121"/>
                  <a:gd name="T1" fmla="*/ 6 h 120"/>
                  <a:gd name="T2" fmla="*/ 115 w 121"/>
                  <a:gd name="T3" fmla="*/ 0 h 120"/>
                  <a:gd name="T4" fmla="*/ 6 w 121"/>
                  <a:gd name="T5" fmla="*/ 0 h 120"/>
                  <a:gd name="T6" fmla="*/ 0 w 121"/>
                  <a:gd name="T7" fmla="*/ 6 h 120"/>
                  <a:gd name="T8" fmla="*/ 0 w 121"/>
                  <a:gd name="T9" fmla="*/ 114 h 120"/>
                  <a:gd name="T10" fmla="*/ 6 w 121"/>
                  <a:gd name="T11" fmla="*/ 120 h 120"/>
                  <a:gd name="T12" fmla="*/ 115 w 121"/>
                  <a:gd name="T13" fmla="*/ 120 h 120"/>
                  <a:gd name="T14" fmla="*/ 121 w 121"/>
                  <a:gd name="T15" fmla="*/ 114 h 120"/>
                  <a:gd name="T16" fmla="*/ 121 w 121"/>
                  <a:gd name="T17" fmla="*/ 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1" h="120">
                    <a:moveTo>
                      <a:pt x="121" y="6"/>
                    </a:moveTo>
                    <a:cubicBezTo>
                      <a:pt x="121" y="2"/>
                      <a:pt x="118" y="0"/>
                      <a:pt x="11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0" y="118"/>
                      <a:pt x="3" y="120"/>
                      <a:pt x="6" y="120"/>
                    </a:cubicBezTo>
                    <a:cubicBezTo>
                      <a:pt x="115" y="120"/>
                      <a:pt x="115" y="120"/>
                      <a:pt x="115" y="120"/>
                    </a:cubicBezTo>
                    <a:cubicBezTo>
                      <a:pt x="118" y="120"/>
                      <a:pt x="121" y="118"/>
                      <a:pt x="121" y="114"/>
                    </a:cubicBezTo>
                    <a:lnTo>
                      <a:pt x="121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8" name="Freeform 80">
                <a:extLst>
                  <a:ext uri="{FF2B5EF4-FFF2-40B4-BE49-F238E27FC236}">
                    <a16:creationId xmlns:a16="http://schemas.microsoft.com/office/drawing/2014/main" id="{A29057E9-A6F6-ECAD-8462-D223C6DB4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48763" y="1920875"/>
                <a:ext cx="592137" cy="860425"/>
              </a:xfrm>
              <a:custGeom>
                <a:avLst/>
                <a:gdLst>
                  <a:gd name="T0" fmla="*/ 739 w 767"/>
                  <a:gd name="T1" fmla="*/ 1087 h 1115"/>
                  <a:gd name="T2" fmla="*/ 603 w 767"/>
                  <a:gd name="T3" fmla="*/ 1087 h 1115"/>
                  <a:gd name="T4" fmla="*/ 566 w 767"/>
                  <a:gd name="T5" fmla="*/ 1087 h 1115"/>
                  <a:gd name="T6" fmla="*/ 28 w 767"/>
                  <a:gd name="T7" fmla="*/ 1087 h 1115"/>
                  <a:gd name="T8" fmla="*/ 28 w 767"/>
                  <a:gd name="T9" fmla="*/ 28 h 1115"/>
                  <a:gd name="T10" fmla="*/ 148 w 767"/>
                  <a:gd name="T11" fmla="*/ 28 h 1115"/>
                  <a:gd name="T12" fmla="*/ 138 w 767"/>
                  <a:gd name="T13" fmla="*/ 0 h 1115"/>
                  <a:gd name="T14" fmla="*/ 14 w 767"/>
                  <a:gd name="T15" fmla="*/ 0 h 1115"/>
                  <a:gd name="T16" fmla="*/ 0 w 767"/>
                  <a:gd name="T17" fmla="*/ 14 h 1115"/>
                  <a:gd name="T18" fmla="*/ 0 w 767"/>
                  <a:gd name="T19" fmla="*/ 1101 h 1115"/>
                  <a:gd name="T20" fmla="*/ 14 w 767"/>
                  <a:gd name="T21" fmla="*/ 1115 h 1115"/>
                  <a:gd name="T22" fmla="*/ 556 w 767"/>
                  <a:gd name="T23" fmla="*/ 1115 h 1115"/>
                  <a:gd name="T24" fmla="*/ 613 w 767"/>
                  <a:gd name="T25" fmla="*/ 1115 h 1115"/>
                  <a:gd name="T26" fmla="*/ 753 w 767"/>
                  <a:gd name="T27" fmla="*/ 1115 h 1115"/>
                  <a:gd name="T28" fmla="*/ 767 w 767"/>
                  <a:gd name="T29" fmla="*/ 1101 h 1115"/>
                  <a:gd name="T30" fmla="*/ 767 w 767"/>
                  <a:gd name="T31" fmla="*/ 857 h 1115"/>
                  <a:gd name="T32" fmla="*/ 739 w 767"/>
                  <a:gd name="T33" fmla="*/ 862 h 1115"/>
                  <a:gd name="T34" fmla="*/ 739 w 767"/>
                  <a:gd name="T35" fmla="*/ 1087 h 1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67" h="1115">
                    <a:moveTo>
                      <a:pt x="739" y="1087"/>
                    </a:moveTo>
                    <a:cubicBezTo>
                      <a:pt x="603" y="1087"/>
                      <a:pt x="603" y="1087"/>
                      <a:pt x="603" y="1087"/>
                    </a:cubicBezTo>
                    <a:cubicBezTo>
                      <a:pt x="566" y="1087"/>
                      <a:pt x="566" y="1087"/>
                      <a:pt x="566" y="1087"/>
                    </a:cubicBezTo>
                    <a:cubicBezTo>
                      <a:pt x="28" y="1087"/>
                      <a:pt x="28" y="1087"/>
                      <a:pt x="28" y="1087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148" y="28"/>
                      <a:pt x="148" y="28"/>
                      <a:pt x="148" y="28"/>
                    </a:cubicBezTo>
                    <a:cubicBezTo>
                      <a:pt x="144" y="20"/>
                      <a:pt x="140" y="10"/>
                      <a:pt x="138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6" y="0"/>
                      <a:pt x="0" y="7"/>
                      <a:pt x="0" y="14"/>
                    </a:cubicBezTo>
                    <a:cubicBezTo>
                      <a:pt x="0" y="1101"/>
                      <a:pt x="0" y="1101"/>
                      <a:pt x="0" y="1101"/>
                    </a:cubicBezTo>
                    <a:cubicBezTo>
                      <a:pt x="0" y="1109"/>
                      <a:pt x="6" y="1115"/>
                      <a:pt x="14" y="1115"/>
                    </a:cubicBezTo>
                    <a:cubicBezTo>
                      <a:pt x="556" y="1115"/>
                      <a:pt x="556" y="1115"/>
                      <a:pt x="556" y="1115"/>
                    </a:cubicBezTo>
                    <a:cubicBezTo>
                      <a:pt x="613" y="1115"/>
                      <a:pt x="613" y="1115"/>
                      <a:pt x="613" y="1115"/>
                    </a:cubicBezTo>
                    <a:cubicBezTo>
                      <a:pt x="753" y="1115"/>
                      <a:pt x="753" y="1115"/>
                      <a:pt x="753" y="1115"/>
                    </a:cubicBezTo>
                    <a:cubicBezTo>
                      <a:pt x="761" y="1115"/>
                      <a:pt x="767" y="1109"/>
                      <a:pt x="767" y="1101"/>
                    </a:cubicBezTo>
                    <a:cubicBezTo>
                      <a:pt x="767" y="857"/>
                      <a:pt x="767" y="857"/>
                      <a:pt x="767" y="857"/>
                    </a:cubicBezTo>
                    <a:cubicBezTo>
                      <a:pt x="758" y="859"/>
                      <a:pt x="749" y="860"/>
                      <a:pt x="739" y="862"/>
                    </a:cubicBezTo>
                    <a:lnTo>
                      <a:pt x="739" y="10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9" name="Freeform 81">
                <a:extLst>
                  <a:ext uri="{FF2B5EF4-FFF2-40B4-BE49-F238E27FC236}">
                    <a16:creationId xmlns:a16="http://schemas.microsoft.com/office/drawing/2014/main" id="{6B132944-86E4-01C8-1F64-D668AF9F8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82113" y="1882775"/>
                <a:ext cx="328612" cy="100013"/>
              </a:xfrm>
              <a:custGeom>
                <a:avLst/>
                <a:gdLst>
                  <a:gd name="T0" fmla="*/ 96 w 426"/>
                  <a:gd name="T1" fmla="*/ 129 h 129"/>
                  <a:gd name="T2" fmla="*/ 331 w 426"/>
                  <a:gd name="T3" fmla="*/ 129 h 129"/>
                  <a:gd name="T4" fmla="*/ 426 w 426"/>
                  <a:gd name="T5" fmla="*/ 33 h 129"/>
                  <a:gd name="T6" fmla="*/ 426 w 426"/>
                  <a:gd name="T7" fmla="*/ 15 h 129"/>
                  <a:gd name="T8" fmla="*/ 412 w 426"/>
                  <a:gd name="T9" fmla="*/ 0 h 129"/>
                  <a:gd name="T10" fmla="*/ 15 w 426"/>
                  <a:gd name="T11" fmla="*/ 0 h 129"/>
                  <a:gd name="T12" fmla="*/ 0 w 426"/>
                  <a:gd name="T13" fmla="*/ 15 h 129"/>
                  <a:gd name="T14" fmla="*/ 0 w 426"/>
                  <a:gd name="T15" fmla="*/ 33 h 129"/>
                  <a:gd name="T16" fmla="*/ 96 w 426"/>
                  <a:gd name="T17" fmla="*/ 129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6" h="129">
                    <a:moveTo>
                      <a:pt x="96" y="129"/>
                    </a:moveTo>
                    <a:cubicBezTo>
                      <a:pt x="331" y="129"/>
                      <a:pt x="331" y="129"/>
                      <a:pt x="331" y="129"/>
                    </a:cubicBezTo>
                    <a:cubicBezTo>
                      <a:pt x="383" y="129"/>
                      <a:pt x="426" y="86"/>
                      <a:pt x="426" y="33"/>
                    </a:cubicBezTo>
                    <a:cubicBezTo>
                      <a:pt x="426" y="15"/>
                      <a:pt x="426" y="15"/>
                      <a:pt x="426" y="15"/>
                    </a:cubicBezTo>
                    <a:cubicBezTo>
                      <a:pt x="426" y="7"/>
                      <a:pt x="420" y="0"/>
                      <a:pt x="412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7"/>
                      <a:pt x="0" y="1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86"/>
                      <a:pt x="43" y="129"/>
                      <a:pt x="96" y="1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0" name="Freeform 82">
                <a:extLst>
                  <a:ext uri="{FF2B5EF4-FFF2-40B4-BE49-F238E27FC236}">
                    <a16:creationId xmlns:a16="http://schemas.microsoft.com/office/drawing/2014/main" id="{C16A185B-6D7C-98A7-122D-A05D899A3B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4825" y="2466975"/>
                <a:ext cx="103187" cy="17463"/>
              </a:xfrm>
              <a:custGeom>
                <a:avLst/>
                <a:gdLst>
                  <a:gd name="T0" fmla="*/ 0 w 134"/>
                  <a:gd name="T1" fmla="*/ 0 h 24"/>
                  <a:gd name="T2" fmla="*/ 0 w 134"/>
                  <a:gd name="T3" fmla="*/ 24 h 24"/>
                  <a:gd name="T4" fmla="*/ 134 w 134"/>
                  <a:gd name="T5" fmla="*/ 24 h 24"/>
                  <a:gd name="T6" fmla="*/ 119 w 134"/>
                  <a:gd name="T7" fmla="*/ 0 h 24"/>
                  <a:gd name="T8" fmla="*/ 0 w 13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4" h="24">
                    <a:moveTo>
                      <a:pt x="0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134" y="24"/>
                      <a:pt x="134" y="24"/>
                      <a:pt x="134" y="24"/>
                    </a:cubicBezTo>
                    <a:cubicBezTo>
                      <a:pt x="129" y="16"/>
                      <a:pt x="124" y="8"/>
                      <a:pt x="11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1" name="Freeform 83">
                <a:extLst>
                  <a:ext uri="{FF2B5EF4-FFF2-40B4-BE49-F238E27FC236}">
                    <a16:creationId xmlns:a16="http://schemas.microsoft.com/office/drawing/2014/main" id="{B375731C-D3DA-1A79-1B79-DD77400EF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4825" y="2406650"/>
                <a:ext cx="73025" cy="17463"/>
              </a:xfrm>
              <a:custGeom>
                <a:avLst/>
                <a:gdLst>
                  <a:gd name="T0" fmla="*/ 0 w 95"/>
                  <a:gd name="T1" fmla="*/ 0 h 24"/>
                  <a:gd name="T2" fmla="*/ 0 w 95"/>
                  <a:gd name="T3" fmla="*/ 24 h 24"/>
                  <a:gd name="T4" fmla="*/ 95 w 95"/>
                  <a:gd name="T5" fmla="*/ 24 h 24"/>
                  <a:gd name="T6" fmla="*/ 89 w 95"/>
                  <a:gd name="T7" fmla="*/ 0 h 24"/>
                  <a:gd name="T8" fmla="*/ 0 w 9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24">
                    <a:moveTo>
                      <a:pt x="0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95" y="24"/>
                      <a:pt x="95" y="24"/>
                      <a:pt x="95" y="24"/>
                    </a:cubicBezTo>
                    <a:cubicBezTo>
                      <a:pt x="93" y="16"/>
                      <a:pt x="91" y="8"/>
                      <a:pt x="8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2" name="Freeform 84">
                <a:extLst>
                  <a:ext uri="{FF2B5EF4-FFF2-40B4-BE49-F238E27FC236}">
                    <a16:creationId xmlns:a16="http://schemas.microsoft.com/office/drawing/2014/main" id="{EFA7C5AE-4A06-FFE3-E0D6-20E366C9D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28188" y="1920875"/>
                <a:ext cx="112712" cy="200025"/>
              </a:xfrm>
              <a:custGeom>
                <a:avLst/>
                <a:gdLst>
                  <a:gd name="T0" fmla="*/ 119 w 147"/>
                  <a:gd name="T1" fmla="*/ 254 h 259"/>
                  <a:gd name="T2" fmla="*/ 147 w 147"/>
                  <a:gd name="T3" fmla="*/ 259 h 259"/>
                  <a:gd name="T4" fmla="*/ 147 w 147"/>
                  <a:gd name="T5" fmla="*/ 14 h 259"/>
                  <a:gd name="T6" fmla="*/ 133 w 147"/>
                  <a:gd name="T7" fmla="*/ 0 h 259"/>
                  <a:gd name="T8" fmla="*/ 10 w 147"/>
                  <a:gd name="T9" fmla="*/ 0 h 259"/>
                  <a:gd name="T10" fmla="*/ 0 w 147"/>
                  <a:gd name="T11" fmla="*/ 28 h 259"/>
                  <a:gd name="T12" fmla="*/ 119 w 147"/>
                  <a:gd name="T13" fmla="*/ 28 h 259"/>
                  <a:gd name="T14" fmla="*/ 119 w 147"/>
                  <a:gd name="T15" fmla="*/ 254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7" h="259">
                    <a:moveTo>
                      <a:pt x="119" y="254"/>
                    </a:moveTo>
                    <a:cubicBezTo>
                      <a:pt x="129" y="255"/>
                      <a:pt x="138" y="257"/>
                      <a:pt x="147" y="259"/>
                    </a:cubicBezTo>
                    <a:cubicBezTo>
                      <a:pt x="147" y="14"/>
                      <a:pt x="147" y="14"/>
                      <a:pt x="147" y="14"/>
                    </a:cubicBezTo>
                    <a:cubicBezTo>
                      <a:pt x="147" y="7"/>
                      <a:pt x="141" y="0"/>
                      <a:pt x="133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8" y="10"/>
                      <a:pt x="5" y="20"/>
                      <a:pt x="0" y="28"/>
                    </a:cubicBezTo>
                    <a:cubicBezTo>
                      <a:pt x="119" y="28"/>
                      <a:pt x="119" y="28"/>
                      <a:pt x="119" y="28"/>
                    </a:cubicBezTo>
                    <a:lnTo>
                      <a:pt x="119" y="2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6A98A0C-1551-F25F-D783-6BD101C03EB6}"/>
              </a:ext>
            </a:extLst>
          </p:cNvPr>
          <p:cNvGrpSpPr/>
          <p:nvPr/>
        </p:nvGrpSpPr>
        <p:grpSpPr>
          <a:xfrm>
            <a:off x="8129234" y="2515343"/>
            <a:ext cx="3328684" cy="1534303"/>
            <a:chOff x="1334537" y="1956974"/>
            <a:chExt cx="3932555" cy="1940078"/>
          </a:xfrm>
        </p:grpSpPr>
        <p:sp>
          <p:nvSpPr>
            <p:cNvPr id="4" name="Freeform 28">
              <a:extLst>
                <a:ext uri="{FF2B5EF4-FFF2-40B4-BE49-F238E27FC236}">
                  <a16:creationId xmlns:a16="http://schemas.microsoft.com/office/drawing/2014/main" id="{F5802F1E-E59F-5F2F-F4A3-EA69D8150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380" y="2116410"/>
              <a:ext cx="1506510" cy="1780642"/>
            </a:xfrm>
            <a:custGeom>
              <a:avLst/>
              <a:gdLst>
                <a:gd name="T0" fmla="*/ 701 w 783"/>
                <a:gd name="T1" fmla="*/ 549 h 924"/>
                <a:gd name="T2" fmla="*/ 680 w 783"/>
                <a:gd name="T3" fmla="*/ 540 h 924"/>
                <a:gd name="T4" fmla="*/ 645 w 783"/>
                <a:gd name="T5" fmla="*/ 491 h 924"/>
                <a:gd name="T6" fmla="*/ 618 w 783"/>
                <a:gd name="T7" fmla="*/ 465 h 924"/>
                <a:gd name="T8" fmla="*/ 565 w 783"/>
                <a:gd name="T9" fmla="*/ 471 h 924"/>
                <a:gd name="T10" fmla="*/ 519 w 783"/>
                <a:gd name="T11" fmla="*/ 471 h 924"/>
                <a:gd name="T12" fmla="*/ 487 w 783"/>
                <a:gd name="T13" fmla="*/ 428 h 924"/>
                <a:gd name="T14" fmla="*/ 448 w 783"/>
                <a:gd name="T15" fmla="*/ 409 h 924"/>
                <a:gd name="T16" fmla="*/ 415 w 783"/>
                <a:gd name="T17" fmla="*/ 355 h 924"/>
                <a:gd name="T18" fmla="*/ 469 w 783"/>
                <a:gd name="T19" fmla="*/ 332 h 924"/>
                <a:gd name="T20" fmla="*/ 509 w 783"/>
                <a:gd name="T21" fmla="*/ 328 h 924"/>
                <a:gd name="T22" fmla="*/ 542 w 783"/>
                <a:gd name="T23" fmla="*/ 278 h 924"/>
                <a:gd name="T24" fmla="*/ 573 w 783"/>
                <a:gd name="T25" fmla="*/ 239 h 924"/>
                <a:gd name="T26" fmla="*/ 624 w 783"/>
                <a:gd name="T27" fmla="*/ 220 h 924"/>
                <a:gd name="T28" fmla="*/ 578 w 783"/>
                <a:gd name="T29" fmla="*/ 200 h 924"/>
                <a:gd name="T30" fmla="*/ 640 w 783"/>
                <a:gd name="T31" fmla="*/ 189 h 924"/>
                <a:gd name="T32" fmla="*/ 675 w 783"/>
                <a:gd name="T33" fmla="*/ 207 h 924"/>
                <a:gd name="T34" fmla="*/ 647 w 783"/>
                <a:gd name="T35" fmla="*/ 161 h 924"/>
                <a:gd name="T36" fmla="*/ 577 w 783"/>
                <a:gd name="T37" fmla="*/ 128 h 924"/>
                <a:gd name="T38" fmla="*/ 533 w 783"/>
                <a:gd name="T39" fmla="*/ 152 h 924"/>
                <a:gd name="T40" fmla="*/ 507 w 783"/>
                <a:gd name="T41" fmla="*/ 169 h 924"/>
                <a:gd name="T42" fmla="*/ 440 w 783"/>
                <a:gd name="T43" fmla="*/ 134 h 924"/>
                <a:gd name="T44" fmla="*/ 481 w 783"/>
                <a:gd name="T45" fmla="*/ 97 h 924"/>
                <a:gd name="T46" fmla="*/ 485 w 783"/>
                <a:gd name="T47" fmla="*/ 83 h 924"/>
                <a:gd name="T48" fmla="*/ 524 w 783"/>
                <a:gd name="T49" fmla="*/ 53 h 924"/>
                <a:gd name="T50" fmla="*/ 552 w 783"/>
                <a:gd name="T51" fmla="*/ 75 h 924"/>
                <a:gd name="T52" fmla="*/ 575 w 783"/>
                <a:gd name="T53" fmla="*/ 103 h 924"/>
                <a:gd name="T54" fmla="*/ 594 w 783"/>
                <a:gd name="T55" fmla="*/ 88 h 924"/>
                <a:gd name="T56" fmla="*/ 613 w 783"/>
                <a:gd name="T57" fmla="*/ 72 h 924"/>
                <a:gd name="T58" fmla="*/ 489 w 783"/>
                <a:gd name="T59" fmla="*/ 32 h 924"/>
                <a:gd name="T60" fmla="*/ 478 w 783"/>
                <a:gd name="T61" fmla="*/ 66 h 924"/>
                <a:gd name="T62" fmla="*/ 433 w 783"/>
                <a:gd name="T63" fmla="*/ 55 h 924"/>
                <a:gd name="T64" fmla="*/ 410 w 783"/>
                <a:gd name="T65" fmla="*/ 70 h 924"/>
                <a:gd name="T66" fmla="*/ 375 w 783"/>
                <a:gd name="T67" fmla="*/ 31 h 924"/>
                <a:gd name="T68" fmla="*/ 339 w 783"/>
                <a:gd name="T69" fmla="*/ 13 h 924"/>
                <a:gd name="T70" fmla="*/ 314 w 783"/>
                <a:gd name="T71" fmla="*/ 19 h 924"/>
                <a:gd name="T72" fmla="*/ 317 w 783"/>
                <a:gd name="T73" fmla="*/ 31 h 924"/>
                <a:gd name="T74" fmla="*/ 303 w 783"/>
                <a:gd name="T75" fmla="*/ 59 h 924"/>
                <a:gd name="T76" fmla="*/ 220 w 783"/>
                <a:gd name="T77" fmla="*/ 52 h 924"/>
                <a:gd name="T78" fmla="*/ 106 w 783"/>
                <a:gd name="T79" fmla="*/ 45 h 924"/>
                <a:gd name="T80" fmla="*/ 22 w 783"/>
                <a:gd name="T81" fmla="*/ 56 h 924"/>
                <a:gd name="T82" fmla="*/ 32 w 783"/>
                <a:gd name="T83" fmla="*/ 94 h 924"/>
                <a:gd name="T84" fmla="*/ 45 w 783"/>
                <a:gd name="T85" fmla="*/ 129 h 924"/>
                <a:gd name="T86" fmla="*/ 45 w 783"/>
                <a:gd name="T87" fmla="*/ 156 h 924"/>
                <a:gd name="T88" fmla="*/ 92 w 783"/>
                <a:gd name="T89" fmla="*/ 123 h 924"/>
                <a:gd name="T90" fmla="*/ 194 w 783"/>
                <a:gd name="T91" fmla="*/ 149 h 924"/>
                <a:gd name="T92" fmla="*/ 257 w 783"/>
                <a:gd name="T93" fmla="*/ 224 h 924"/>
                <a:gd name="T94" fmla="*/ 338 w 783"/>
                <a:gd name="T95" fmla="*/ 367 h 924"/>
                <a:gd name="T96" fmla="*/ 354 w 783"/>
                <a:gd name="T97" fmla="*/ 372 h 924"/>
                <a:gd name="T98" fmla="*/ 477 w 783"/>
                <a:gd name="T99" fmla="*/ 462 h 924"/>
                <a:gd name="T100" fmla="*/ 520 w 783"/>
                <a:gd name="T101" fmla="*/ 590 h 924"/>
                <a:gd name="T102" fmla="*/ 552 w 783"/>
                <a:gd name="T103" fmla="*/ 822 h 924"/>
                <a:gd name="T104" fmla="*/ 567 w 783"/>
                <a:gd name="T105" fmla="*/ 920 h 924"/>
                <a:gd name="T106" fmla="*/ 594 w 783"/>
                <a:gd name="T107" fmla="*/ 878 h 924"/>
                <a:gd name="T108" fmla="*/ 613 w 783"/>
                <a:gd name="T109" fmla="*/ 832 h 924"/>
                <a:gd name="T110" fmla="*/ 649 w 783"/>
                <a:gd name="T111" fmla="*/ 801 h 924"/>
                <a:gd name="T112" fmla="*/ 682 w 783"/>
                <a:gd name="T113" fmla="*/ 762 h 924"/>
                <a:gd name="T114" fmla="*/ 702 w 783"/>
                <a:gd name="T115" fmla="*/ 716 h 924"/>
                <a:gd name="T116" fmla="*/ 755 w 783"/>
                <a:gd name="T117" fmla="*/ 665 h 924"/>
                <a:gd name="T118" fmla="*/ 776 w 783"/>
                <a:gd name="T119" fmla="*/ 607 h 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83" h="924">
                  <a:moveTo>
                    <a:pt x="782" y="587"/>
                  </a:moveTo>
                  <a:cubicBezTo>
                    <a:pt x="782" y="585"/>
                    <a:pt x="781" y="582"/>
                    <a:pt x="779" y="580"/>
                  </a:cubicBezTo>
                  <a:cubicBezTo>
                    <a:pt x="781" y="580"/>
                    <a:pt x="781" y="580"/>
                    <a:pt x="781" y="580"/>
                  </a:cubicBezTo>
                  <a:cubicBezTo>
                    <a:pt x="779" y="576"/>
                    <a:pt x="776" y="573"/>
                    <a:pt x="774" y="572"/>
                  </a:cubicBezTo>
                  <a:cubicBezTo>
                    <a:pt x="771" y="571"/>
                    <a:pt x="767" y="570"/>
                    <a:pt x="764" y="568"/>
                  </a:cubicBezTo>
                  <a:cubicBezTo>
                    <a:pt x="762" y="568"/>
                    <a:pt x="762" y="568"/>
                    <a:pt x="762" y="568"/>
                  </a:cubicBezTo>
                  <a:cubicBezTo>
                    <a:pt x="760" y="568"/>
                    <a:pt x="759" y="567"/>
                    <a:pt x="759" y="566"/>
                  </a:cubicBezTo>
                  <a:cubicBezTo>
                    <a:pt x="758" y="564"/>
                    <a:pt x="756" y="562"/>
                    <a:pt x="754" y="561"/>
                  </a:cubicBezTo>
                  <a:cubicBezTo>
                    <a:pt x="755" y="561"/>
                    <a:pt x="755" y="561"/>
                    <a:pt x="755" y="561"/>
                  </a:cubicBezTo>
                  <a:cubicBezTo>
                    <a:pt x="752" y="558"/>
                    <a:pt x="747" y="556"/>
                    <a:pt x="745" y="557"/>
                  </a:cubicBezTo>
                  <a:cubicBezTo>
                    <a:pt x="742" y="558"/>
                    <a:pt x="737" y="559"/>
                    <a:pt x="733" y="556"/>
                  </a:cubicBezTo>
                  <a:cubicBezTo>
                    <a:pt x="730" y="554"/>
                    <a:pt x="726" y="551"/>
                    <a:pt x="722" y="549"/>
                  </a:cubicBezTo>
                  <a:cubicBezTo>
                    <a:pt x="721" y="549"/>
                    <a:pt x="721" y="549"/>
                    <a:pt x="721" y="549"/>
                  </a:cubicBezTo>
                  <a:cubicBezTo>
                    <a:pt x="720" y="549"/>
                    <a:pt x="720" y="548"/>
                    <a:pt x="719" y="548"/>
                  </a:cubicBezTo>
                  <a:cubicBezTo>
                    <a:pt x="717" y="546"/>
                    <a:pt x="710" y="544"/>
                    <a:pt x="708" y="544"/>
                  </a:cubicBezTo>
                  <a:cubicBezTo>
                    <a:pt x="705" y="544"/>
                    <a:pt x="705" y="541"/>
                    <a:pt x="701" y="549"/>
                  </a:cubicBezTo>
                  <a:cubicBezTo>
                    <a:pt x="698" y="553"/>
                    <a:pt x="698" y="555"/>
                    <a:pt x="698" y="556"/>
                  </a:cubicBezTo>
                  <a:cubicBezTo>
                    <a:pt x="697" y="556"/>
                    <a:pt x="696" y="556"/>
                    <a:pt x="694" y="556"/>
                  </a:cubicBezTo>
                  <a:cubicBezTo>
                    <a:pt x="690" y="556"/>
                    <a:pt x="690" y="555"/>
                    <a:pt x="691" y="554"/>
                  </a:cubicBezTo>
                  <a:cubicBezTo>
                    <a:pt x="692" y="554"/>
                    <a:pt x="692" y="554"/>
                    <a:pt x="693" y="553"/>
                  </a:cubicBezTo>
                  <a:cubicBezTo>
                    <a:pt x="694" y="552"/>
                    <a:pt x="696" y="551"/>
                    <a:pt x="698" y="549"/>
                  </a:cubicBezTo>
                  <a:cubicBezTo>
                    <a:pt x="697" y="549"/>
                    <a:pt x="697" y="549"/>
                    <a:pt x="697" y="549"/>
                  </a:cubicBezTo>
                  <a:cubicBezTo>
                    <a:pt x="698" y="549"/>
                    <a:pt x="698" y="548"/>
                    <a:pt x="698" y="548"/>
                  </a:cubicBezTo>
                  <a:cubicBezTo>
                    <a:pt x="700" y="545"/>
                    <a:pt x="700" y="543"/>
                    <a:pt x="700" y="541"/>
                  </a:cubicBezTo>
                  <a:cubicBezTo>
                    <a:pt x="701" y="541"/>
                    <a:pt x="701" y="541"/>
                    <a:pt x="701" y="541"/>
                  </a:cubicBezTo>
                  <a:cubicBezTo>
                    <a:pt x="700" y="538"/>
                    <a:pt x="697" y="537"/>
                    <a:pt x="694" y="538"/>
                  </a:cubicBezTo>
                  <a:cubicBezTo>
                    <a:pt x="693" y="538"/>
                    <a:pt x="692" y="539"/>
                    <a:pt x="692" y="539"/>
                  </a:cubicBezTo>
                  <a:cubicBezTo>
                    <a:pt x="688" y="541"/>
                    <a:pt x="690" y="544"/>
                    <a:pt x="683" y="546"/>
                  </a:cubicBezTo>
                  <a:cubicBezTo>
                    <a:pt x="677" y="547"/>
                    <a:pt x="675" y="543"/>
                    <a:pt x="678" y="541"/>
                  </a:cubicBezTo>
                  <a:cubicBezTo>
                    <a:pt x="678" y="541"/>
                    <a:pt x="678" y="541"/>
                    <a:pt x="678" y="541"/>
                  </a:cubicBezTo>
                  <a:cubicBezTo>
                    <a:pt x="679" y="541"/>
                    <a:pt x="679" y="541"/>
                    <a:pt x="679" y="541"/>
                  </a:cubicBezTo>
                  <a:cubicBezTo>
                    <a:pt x="679" y="541"/>
                    <a:pt x="680" y="540"/>
                    <a:pt x="680" y="540"/>
                  </a:cubicBezTo>
                  <a:cubicBezTo>
                    <a:pt x="683" y="540"/>
                    <a:pt x="687" y="538"/>
                    <a:pt x="690" y="536"/>
                  </a:cubicBezTo>
                  <a:cubicBezTo>
                    <a:pt x="693" y="534"/>
                    <a:pt x="695" y="532"/>
                    <a:pt x="695" y="531"/>
                  </a:cubicBezTo>
                  <a:cubicBezTo>
                    <a:pt x="695" y="531"/>
                    <a:pt x="695" y="530"/>
                    <a:pt x="695" y="530"/>
                  </a:cubicBezTo>
                  <a:cubicBezTo>
                    <a:pt x="694" y="530"/>
                    <a:pt x="694" y="530"/>
                    <a:pt x="694" y="530"/>
                  </a:cubicBezTo>
                  <a:cubicBezTo>
                    <a:pt x="694" y="527"/>
                    <a:pt x="692" y="523"/>
                    <a:pt x="689" y="523"/>
                  </a:cubicBezTo>
                  <a:cubicBezTo>
                    <a:pt x="688" y="523"/>
                    <a:pt x="688" y="522"/>
                    <a:pt x="687" y="522"/>
                  </a:cubicBezTo>
                  <a:cubicBezTo>
                    <a:pt x="689" y="522"/>
                    <a:pt x="689" y="522"/>
                    <a:pt x="689" y="522"/>
                  </a:cubicBezTo>
                  <a:cubicBezTo>
                    <a:pt x="686" y="521"/>
                    <a:pt x="686" y="516"/>
                    <a:pt x="682" y="510"/>
                  </a:cubicBezTo>
                  <a:cubicBezTo>
                    <a:pt x="681" y="510"/>
                    <a:pt x="681" y="510"/>
                    <a:pt x="681" y="510"/>
                  </a:cubicBezTo>
                  <a:cubicBezTo>
                    <a:pt x="681" y="510"/>
                    <a:pt x="680" y="510"/>
                    <a:pt x="680" y="509"/>
                  </a:cubicBezTo>
                  <a:cubicBezTo>
                    <a:pt x="678" y="507"/>
                    <a:pt x="676" y="505"/>
                    <a:pt x="674" y="502"/>
                  </a:cubicBezTo>
                  <a:cubicBezTo>
                    <a:pt x="676" y="502"/>
                    <a:pt x="676" y="502"/>
                    <a:pt x="676" y="502"/>
                  </a:cubicBezTo>
                  <a:cubicBezTo>
                    <a:pt x="671" y="497"/>
                    <a:pt x="665" y="493"/>
                    <a:pt x="661" y="493"/>
                  </a:cubicBezTo>
                  <a:cubicBezTo>
                    <a:pt x="655" y="495"/>
                    <a:pt x="651" y="500"/>
                    <a:pt x="648" y="494"/>
                  </a:cubicBezTo>
                  <a:cubicBezTo>
                    <a:pt x="648" y="493"/>
                    <a:pt x="647" y="492"/>
                    <a:pt x="647" y="491"/>
                  </a:cubicBezTo>
                  <a:cubicBezTo>
                    <a:pt x="645" y="491"/>
                    <a:pt x="645" y="491"/>
                    <a:pt x="645" y="491"/>
                  </a:cubicBezTo>
                  <a:cubicBezTo>
                    <a:pt x="643" y="487"/>
                    <a:pt x="640" y="486"/>
                    <a:pt x="639" y="483"/>
                  </a:cubicBezTo>
                  <a:cubicBezTo>
                    <a:pt x="639" y="483"/>
                    <a:pt x="639" y="483"/>
                    <a:pt x="639" y="483"/>
                  </a:cubicBezTo>
                  <a:cubicBezTo>
                    <a:pt x="640" y="483"/>
                    <a:pt x="640" y="483"/>
                    <a:pt x="640" y="483"/>
                  </a:cubicBezTo>
                  <a:cubicBezTo>
                    <a:pt x="640" y="483"/>
                    <a:pt x="640" y="483"/>
                    <a:pt x="640" y="483"/>
                  </a:cubicBezTo>
                  <a:cubicBezTo>
                    <a:pt x="638" y="479"/>
                    <a:pt x="633" y="483"/>
                    <a:pt x="631" y="481"/>
                  </a:cubicBezTo>
                  <a:cubicBezTo>
                    <a:pt x="630" y="479"/>
                    <a:pt x="630" y="479"/>
                    <a:pt x="630" y="479"/>
                  </a:cubicBezTo>
                  <a:cubicBezTo>
                    <a:pt x="630" y="479"/>
                    <a:pt x="623" y="481"/>
                    <a:pt x="627" y="476"/>
                  </a:cubicBezTo>
                  <a:cubicBezTo>
                    <a:pt x="628" y="474"/>
                    <a:pt x="628" y="473"/>
                    <a:pt x="629" y="471"/>
                  </a:cubicBezTo>
                  <a:cubicBezTo>
                    <a:pt x="628" y="471"/>
                    <a:pt x="628" y="471"/>
                    <a:pt x="628" y="471"/>
                  </a:cubicBezTo>
                  <a:cubicBezTo>
                    <a:pt x="629" y="469"/>
                    <a:pt x="630" y="466"/>
                    <a:pt x="630" y="464"/>
                  </a:cubicBezTo>
                  <a:cubicBezTo>
                    <a:pt x="631" y="464"/>
                    <a:pt x="631" y="464"/>
                    <a:pt x="631" y="464"/>
                  </a:cubicBezTo>
                  <a:cubicBezTo>
                    <a:pt x="631" y="462"/>
                    <a:pt x="631" y="461"/>
                    <a:pt x="630" y="461"/>
                  </a:cubicBezTo>
                  <a:cubicBezTo>
                    <a:pt x="630" y="461"/>
                    <a:pt x="630" y="461"/>
                    <a:pt x="630" y="462"/>
                  </a:cubicBezTo>
                  <a:cubicBezTo>
                    <a:pt x="630" y="462"/>
                    <a:pt x="630" y="462"/>
                    <a:pt x="629" y="462"/>
                  </a:cubicBezTo>
                  <a:cubicBezTo>
                    <a:pt x="628" y="462"/>
                    <a:pt x="625" y="470"/>
                    <a:pt x="623" y="470"/>
                  </a:cubicBezTo>
                  <a:cubicBezTo>
                    <a:pt x="621" y="469"/>
                    <a:pt x="623" y="468"/>
                    <a:pt x="618" y="465"/>
                  </a:cubicBezTo>
                  <a:cubicBezTo>
                    <a:pt x="617" y="464"/>
                    <a:pt x="617" y="464"/>
                    <a:pt x="616" y="464"/>
                  </a:cubicBezTo>
                  <a:cubicBezTo>
                    <a:pt x="618" y="464"/>
                    <a:pt x="618" y="464"/>
                    <a:pt x="618" y="464"/>
                  </a:cubicBezTo>
                  <a:cubicBezTo>
                    <a:pt x="615" y="462"/>
                    <a:pt x="610" y="462"/>
                    <a:pt x="608" y="464"/>
                  </a:cubicBezTo>
                  <a:cubicBezTo>
                    <a:pt x="608" y="464"/>
                    <a:pt x="608" y="464"/>
                    <a:pt x="608" y="464"/>
                  </a:cubicBezTo>
                  <a:cubicBezTo>
                    <a:pt x="606" y="465"/>
                    <a:pt x="605" y="466"/>
                    <a:pt x="605" y="467"/>
                  </a:cubicBezTo>
                  <a:cubicBezTo>
                    <a:pt x="605" y="469"/>
                    <a:pt x="603" y="471"/>
                    <a:pt x="603" y="471"/>
                  </a:cubicBezTo>
                  <a:cubicBezTo>
                    <a:pt x="602" y="471"/>
                    <a:pt x="602" y="471"/>
                    <a:pt x="602" y="471"/>
                  </a:cubicBezTo>
                  <a:cubicBezTo>
                    <a:pt x="601" y="471"/>
                    <a:pt x="600" y="469"/>
                    <a:pt x="599" y="467"/>
                  </a:cubicBezTo>
                  <a:cubicBezTo>
                    <a:pt x="598" y="463"/>
                    <a:pt x="591" y="463"/>
                    <a:pt x="587" y="466"/>
                  </a:cubicBezTo>
                  <a:cubicBezTo>
                    <a:pt x="586" y="468"/>
                    <a:pt x="584" y="466"/>
                    <a:pt x="583" y="464"/>
                  </a:cubicBezTo>
                  <a:cubicBezTo>
                    <a:pt x="584" y="464"/>
                    <a:pt x="584" y="464"/>
                    <a:pt x="584" y="464"/>
                  </a:cubicBezTo>
                  <a:cubicBezTo>
                    <a:pt x="583" y="461"/>
                    <a:pt x="582" y="457"/>
                    <a:pt x="580" y="457"/>
                  </a:cubicBezTo>
                  <a:cubicBezTo>
                    <a:pt x="579" y="457"/>
                    <a:pt x="577" y="458"/>
                    <a:pt x="576" y="459"/>
                  </a:cubicBezTo>
                  <a:cubicBezTo>
                    <a:pt x="573" y="460"/>
                    <a:pt x="571" y="462"/>
                    <a:pt x="569" y="466"/>
                  </a:cubicBezTo>
                  <a:cubicBezTo>
                    <a:pt x="567" y="470"/>
                    <a:pt x="568" y="476"/>
                    <a:pt x="567" y="477"/>
                  </a:cubicBezTo>
                  <a:cubicBezTo>
                    <a:pt x="566" y="477"/>
                    <a:pt x="565" y="474"/>
                    <a:pt x="565" y="471"/>
                  </a:cubicBezTo>
                  <a:cubicBezTo>
                    <a:pt x="564" y="471"/>
                    <a:pt x="564" y="471"/>
                    <a:pt x="564" y="471"/>
                  </a:cubicBezTo>
                  <a:cubicBezTo>
                    <a:pt x="564" y="469"/>
                    <a:pt x="564" y="466"/>
                    <a:pt x="564" y="464"/>
                  </a:cubicBezTo>
                  <a:cubicBezTo>
                    <a:pt x="564" y="464"/>
                    <a:pt x="564" y="464"/>
                    <a:pt x="564" y="464"/>
                  </a:cubicBezTo>
                  <a:cubicBezTo>
                    <a:pt x="565" y="464"/>
                    <a:pt x="565" y="464"/>
                    <a:pt x="565" y="464"/>
                  </a:cubicBezTo>
                  <a:cubicBezTo>
                    <a:pt x="565" y="464"/>
                    <a:pt x="565" y="463"/>
                    <a:pt x="565" y="463"/>
                  </a:cubicBezTo>
                  <a:cubicBezTo>
                    <a:pt x="565" y="460"/>
                    <a:pt x="571" y="454"/>
                    <a:pt x="567" y="453"/>
                  </a:cubicBezTo>
                  <a:cubicBezTo>
                    <a:pt x="565" y="452"/>
                    <a:pt x="563" y="453"/>
                    <a:pt x="561" y="455"/>
                  </a:cubicBezTo>
                  <a:cubicBezTo>
                    <a:pt x="559" y="456"/>
                    <a:pt x="557" y="458"/>
                    <a:pt x="555" y="459"/>
                  </a:cubicBezTo>
                  <a:cubicBezTo>
                    <a:pt x="555" y="459"/>
                    <a:pt x="555" y="459"/>
                    <a:pt x="554" y="459"/>
                  </a:cubicBezTo>
                  <a:cubicBezTo>
                    <a:pt x="554" y="459"/>
                    <a:pt x="553" y="460"/>
                    <a:pt x="551" y="461"/>
                  </a:cubicBezTo>
                  <a:cubicBezTo>
                    <a:pt x="549" y="462"/>
                    <a:pt x="545" y="466"/>
                    <a:pt x="543" y="469"/>
                  </a:cubicBezTo>
                  <a:cubicBezTo>
                    <a:pt x="540" y="474"/>
                    <a:pt x="539" y="476"/>
                    <a:pt x="536" y="478"/>
                  </a:cubicBezTo>
                  <a:cubicBezTo>
                    <a:pt x="533" y="480"/>
                    <a:pt x="529" y="478"/>
                    <a:pt x="530" y="476"/>
                  </a:cubicBezTo>
                  <a:cubicBezTo>
                    <a:pt x="531" y="475"/>
                    <a:pt x="528" y="473"/>
                    <a:pt x="525" y="471"/>
                  </a:cubicBezTo>
                  <a:cubicBezTo>
                    <a:pt x="523" y="471"/>
                    <a:pt x="523" y="471"/>
                    <a:pt x="523" y="471"/>
                  </a:cubicBezTo>
                  <a:cubicBezTo>
                    <a:pt x="522" y="471"/>
                    <a:pt x="520" y="470"/>
                    <a:pt x="519" y="471"/>
                  </a:cubicBezTo>
                  <a:cubicBezTo>
                    <a:pt x="519" y="472"/>
                    <a:pt x="518" y="472"/>
                    <a:pt x="518" y="472"/>
                  </a:cubicBezTo>
                  <a:cubicBezTo>
                    <a:pt x="516" y="474"/>
                    <a:pt x="513" y="475"/>
                    <a:pt x="510" y="477"/>
                  </a:cubicBezTo>
                  <a:cubicBezTo>
                    <a:pt x="505" y="479"/>
                    <a:pt x="501" y="474"/>
                    <a:pt x="500" y="472"/>
                  </a:cubicBezTo>
                  <a:cubicBezTo>
                    <a:pt x="500" y="472"/>
                    <a:pt x="500" y="472"/>
                    <a:pt x="500" y="471"/>
                  </a:cubicBezTo>
                  <a:cubicBezTo>
                    <a:pt x="499" y="471"/>
                    <a:pt x="499" y="471"/>
                    <a:pt x="499" y="471"/>
                  </a:cubicBezTo>
                  <a:cubicBezTo>
                    <a:pt x="498" y="470"/>
                    <a:pt x="497" y="469"/>
                    <a:pt x="496" y="464"/>
                  </a:cubicBezTo>
                  <a:cubicBezTo>
                    <a:pt x="497" y="464"/>
                    <a:pt x="497" y="464"/>
                    <a:pt x="497" y="464"/>
                  </a:cubicBezTo>
                  <a:cubicBezTo>
                    <a:pt x="497" y="463"/>
                    <a:pt x="497" y="462"/>
                    <a:pt x="497" y="461"/>
                  </a:cubicBezTo>
                  <a:cubicBezTo>
                    <a:pt x="496" y="458"/>
                    <a:pt x="497" y="455"/>
                    <a:pt x="497" y="452"/>
                  </a:cubicBezTo>
                  <a:cubicBezTo>
                    <a:pt x="496" y="452"/>
                    <a:pt x="496" y="452"/>
                    <a:pt x="496" y="452"/>
                  </a:cubicBezTo>
                  <a:cubicBezTo>
                    <a:pt x="496" y="449"/>
                    <a:pt x="497" y="447"/>
                    <a:pt x="497" y="444"/>
                  </a:cubicBezTo>
                  <a:cubicBezTo>
                    <a:pt x="498" y="444"/>
                    <a:pt x="498" y="444"/>
                    <a:pt x="498" y="444"/>
                  </a:cubicBezTo>
                  <a:cubicBezTo>
                    <a:pt x="498" y="443"/>
                    <a:pt x="499" y="442"/>
                    <a:pt x="499" y="440"/>
                  </a:cubicBezTo>
                  <a:cubicBezTo>
                    <a:pt x="500" y="438"/>
                    <a:pt x="498" y="435"/>
                    <a:pt x="496" y="433"/>
                  </a:cubicBezTo>
                  <a:cubicBezTo>
                    <a:pt x="495" y="433"/>
                    <a:pt x="495" y="433"/>
                    <a:pt x="495" y="433"/>
                  </a:cubicBezTo>
                  <a:cubicBezTo>
                    <a:pt x="492" y="430"/>
                    <a:pt x="489" y="427"/>
                    <a:pt x="487" y="428"/>
                  </a:cubicBezTo>
                  <a:cubicBezTo>
                    <a:pt x="484" y="428"/>
                    <a:pt x="480" y="432"/>
                    <a:pt x="477" y="432"/>
                  </a:cubicBezTo>
                  <a:cubicBezTo>
                    <a:pt x="473" y="431"/>
                    <a:pt x="475" y="430"/>
                    <a:pt x="469" y="430"/>
                  </a:cubicBezTo>
                  <a:cubicBezTo>
                    <a:pt x="465" y="430"/>
                    <a:pt x="468" y="429"/>
                    <a:pt x="469" y="425"/>
                  </a:cubicBezTo>
                  <a:cubicBezTo>
                    <a:pt x="470" y="425"/>
                    <a:pt x="470" y="425"/>
                    <a:pt x="470" y="425"/>
                  </a:cubicBezTo>
                  <a:cubicBezTo>
                    <a:pt x="470" y="424"/>
                    <a:pt x="470" y="424"/>
                    <a:pt x="470" y="423"/>
                  </a:cubicBezTo>
                  <a:cubicBezTo>
                    <a:pt x="471" y="420"/>
                    <a:pt x="470" y="417"/>
                    <a:pt x="470" y="413"/>
                  </a:cubicBezTo>
                  <a:cubicBezTo>
                    <a:pt x="470" y="413"/>
                    <a:pt x="470" y="413"/>
                    <a:pt x="470" y="413"/>
                  </a:cubicBezTo>
                  <a:cubicBezTo>
                    <a:pt x="470" y="411"/>
                    <a:pt x="471" y="408"/>
                    <a:pt x="473" y="406"/>
                  </a:cubicBezTo>
                  <a:cubicBezTo>
                    <a:pt x="473" y="406"/>
                    <a:pt x="473" y="406"/>
                    <a:pt x="474" y="406"/>
                  </a:cubicBezTo>
                  <a:cubicBezTo>
                    <a:pt x="474" y="406"/>
                    <a:pt x="474" y="406"/>
                    <a:pt x="474" y="406"/>
                  </a:cubicBezTo>
                  <a:cubicBezTo>
                    <a:pt x="477" y="403"/>
                    <a:pt x="478" y="398"/>
                    <a:pt x="477" y="394"/>
                  </a:cubicBezTo>
                  <a:cubicBezTo>
                    <a:pt x="476" y="394"/>
                    <a:pt x="476" y="394"/>
                    <a:pt x="476" y="394"/>
                  </a:cubicBezTo>
                  <a:cubicBezTo>
                    <a:pt x="475" y="392"/>
                    <a:pt x="474" y="390"/>
                    <a:pt x="473" y="390"/>
                  </a:cubicBezTo>
                  <a:cubicBezTo>
                    <a:pt x="469" y="389"/>
                    <a:pt x="463" y="392"/>
                    <a:pt x="458" y="391"/>
                  </a:cubicBezTo>
                  <a:cubicBezTo>
                    <a:pt x="454" y="391"/>
                    <a:pt x="451" y="395"/>
                    <a:pt x="452" y="401"/>
                  </a:cubicBezTo>
                  <a:cubicBezTo>
                    <a:pt x="454" y="406"/>
                    <a:pt x="450" y="409"/>
                    <a:pt x="448" y="409"/>
                  </a:cubicBezTo>
                  <a:cubicBezTo>
                    <a:pt x="447" y="408"/>
                    <a:pt x="445" y="405"/>
                    <a:pt x="439" y="410"/>
                  </a:cubicBezTo>
                  <a:cubicBezTo>
                    <a:pt x="434" y="415"/>
                    <a:pt x="432" y="413"/>
                    <a:pt x="426" y="408"/>
                  </a:cubicBezTo>
                  <a:cubicBezTo>
                    <a:pt x="425" y="407"/>
                    <a:pt x="425" y="406"/>
                    <a:pt x="424" y="406"/>
                  </a:cubicBezTo>
                  <a:cubicBezTo>
                    <a:pt x="426" y="406"/>
                    <a:pt x="426" y="406"/>
                    <a:pt x="426" y="406"/>
                  </a:cubicBezTo>
                  <a:cubicBezTo>
                    <a:pt x="422" y="402"/>
                    <a:pt x="418" y="399"/>
                    <a:pt x="416" y="394"/>
                  </a:cubicBezTo>
                  <a:cubicBezTo>
                    <a:pt x="415" y="394"/>
                    <a:pt x="415" y="394"/>
                    <a:pt x="415" y="394"/>
                  </a:cubicBezTo>
                  <a:cubicBezTo>
                    <a:pt x="414" y="392"/>
                    <a:pt x="414" y="391"/>
                    <a:pt x="414" y="389"/>
                  </a:cubicBezTo>
                  <a:cubicBezTo>
                    <a:pt x="414" y="388"/>
                    <a:pt x="414" y="387"/>
                    <a:pt x="413" y="386"/>
                  </a:cubicBezTo>
                  <a:cubicBezTo>
                    <a:pt x="414" y="386"/>
                    <a:pt x="414" y="386"/>
                    <a:pt x="414" y="386"/>
                  </a:cubicBezTo>
                  <a:cubicBezTo>
                    <a:pt x="414" y="382"/>
                    <a:pt x="414" y="378"/>
                    <a:pt x="414" y="375"/>
                  </a:cubicBezTo>
                  <a:cubicBezTo>
                    <a:pt x="413" y="375"/>
                    <a:pt x="413" y="375"/>
                    <a:pt x="413" y="375"/>
                  </a:cubicBezTo>
                  <a:cubicBezTo>
                    <a:pt x="413" y="372"/>
                    <a:pt x="413" y="369"/>
                    <a:pt x="414" y="368"/>
                  </a:cubicBezTo>
                  <a:cubicBezTo>
                    <a:pt x="414" y="367"/>
                    <a:pt x="414" y="367"/>
                    <a:pt x="415" y="367"/>
                  </a:cubicBezTo>
                  <a:cubicBezTo>
                    <a:pt x="415" y="367"/>
                    <a:pt x="415" y="367"/>
                    <a:pt x="415" y="367"/>
                  </a:cubicBezTo>
                  <a:cubicBezTo>
                    <a:pt x="417" y="363"/>
                    <a:pt x="417" y="358"/>
                    <a:pt x="416" y="355"/>
                  </a:cubicBezTo>
                  <a:cubicBezTo>
                    <a:pt x="415" y="355"/>
                    <a:pt x="415" y="355"/>
                    <a:pt x="415" y="355"/>
                  </a:cubicBezTo>
                  <a:cubicBezTo>
                    <a:pt x="414" y="354"/>
                    <a:pt x="414" y="354"/>
                    <a:pt x="413" y="354"/>
                  </a:cubicBezTo>
                  <a:cubicBezTo>
                    <a:pt x="411" y="353"/>
                    <a:pt x="414" y="350"/>
                    <a:pt x="417" y="347"/>
                  </a:cubicBezTo>
                  <a:cubicBezTo>
                    <a:pt x="417" y="347"/>
                    <a:pt x="417" y="347"/>
                    <a:pt x="417" y="347"/>
                  </a:cubicBezTo>
                  <a:cubicBezTo>
                    <a:pt x="417" y="347"/>
                    <a:pt x="418" y="347"/>
                    <a:pt x="419" y="346"/>
                  </a:cubicBezTo>
                  <a:cubicBezTo>
                    <a:pt x="419" y="346"/>
                    <a:pt x="420" y="345"/>
                    <a:pt x="420" y="345"/>
                  </a:cubicBezTo>
                  <a:cubicBezTo>
                    <a:pt x="421" y="345"/>
                    <a:pt x="422" y="344"/>
                    <a:pt x="423" y="344"/>
                  </a:cubicBezTo>
                  <a:cubicBezTo>
                    <a:pt x="427" y="342"/>
                    <a:pt x="430" y="338"/>
                    <a:pt x="431" y="336"/>
                  </a:cubicBezTo>
                  <a:cubicBezTo>
                    <a:pt x="431" y="336"/>
                    <a:pt x="431" y="336"/>
                    <a:pt x="431" y="336"/>
                  </a:cubicBezTo>
                  <a:cubicBezTo>
                    <a:pt x="431" y="336"/>
                    <a:pt x="431" y="336"/>
                    <a:pt x="431" y="336"/>
                  </a:cubicBezTo>
                  <a:cubicBezTo>
                    <a:pt x="432" y="334"/>
                    <a:pt x="437" y="335"/>
                    <a:pt x="442" y="335"/>
                  </a:cubicBezTo>
                  <a:cubicBezTo>
                    <a:pt x="447" y="335"/>
                    <a:pt x="448" y="335"/>
                    <a:pt x="454" y="338"/>
                  </a:cubicBezTo>
                  <a:cubicBezTo>
                    <a:pt x="456" y="340"/>
                    <a:pt x="458" y="340"/>
                    <a:pt x="459" y="339"/>
                  </a:cubicBezTo>
                  <a:cubicBezTo>
                    <a:pt x="460" y="338"/>
                    <a:pt x="460" y="337"/>
                    <a:pt x="461" y="336"/>
                  </a:cubicBezTo>
                  <a:cubicBezTo>
                    <a:pt x="460" y="336"/>
                    <a:pt x="460" y="336"/>
                    <a:pt x="460" y="336"/>
                  </a:cubicBezTo>
                  <a:cubicBezTo>
                    <a:pt x="460" y="335"/>
                    <a:pt x="460" y="335"/>
                    <a:pt x="460" y="335"/>
                  </a:cubicBezTo>
                  <a:cubicBezTo>
                    <a:pt x="460" y="333"/>
                    <a:pt x="463" y="332"/>
                    <a:pt x="469" y="332"/>
                  </a:cubicBezTo>
                  <a:cubicBezTo>
                    <a:pt x="475" y="333"/>
                    <a:pt x="482" y="328"/>
                    <a:pt x="484" y="329"/>
                  </a:cubicBezTo>
                  <a:cubicBezTo>
                    <a:pt x="485" y="331"/>
                    <a:pt x="488" y="338"/>
                    <a:pt x="491" y="336"/>
                  </a:cubicBezTo>
                  <a:cubicBezTo>
                    <a:pt x="494" y="334"/>
                    <a:pt x="495" y="329"/>
                    <a:pt x="496" y="337"/>
                  </a:cubicBezTo>
                  <a:cubicBezTo>
                    <a:pt x="497" y="344"/>
                    <a:pt x="500" y="354"/>
                    <a:pt x="504" y="356"/>
                  </a:cubicBezTo>
                  <a:cubicBezTo>
                    <a:pt x="509" y="358"/>
                    <a:pt x="506" y="365"/>
                    <a:pt x="511" y="365"/>
                  </a:cubicBezTo>
                  <a:cubicBezTo>
                    <a:pt x="511" y="365"/>
                    <a:pt x="512" y="365"/>
                    <a:pt x="513" y="365"/>
                  </a:cubicBezTo>
                  <a:cubicBezTo>
                    <a:pt x="515" y="364"/>
                    <a:pt x="517" y="359"/>
                    <a:pt x="517" y="355"/>
                  </a:cubicBezTo>
                  <a:cubicBezTo>
                    <a:pt x="516" y="355"/>
                    <a:pt x="516" y="355"/>
                    <a:pt x="516" y="355"/>
                  </a:cubicBezTo>
                  <a:cubicBezTo>
                    <a:pt x="516" y="353"/>
                    <a:pt x="516" y="351"/>
                    <a:pt x="516" y="350"/>
                  </a:cubicBezTo>
                  <a:cubicBezTo>
                    <a:pt x="515" y="349"/>
                    <a:pt x="515" y="348"/>
                    <a:pt x="515" y="347"/>
                  </a:cubicBezTo>
                  <a:cubicBezTo>
                    <a:pt x="516" y="347"/>
                    <a:pt x="516" y="347"/>
                    <a:pt x="516" y="347"/>
                  </a:cubicBezTo>
                  <a:cubicBezTo>
                    <a:pt x="515" y="344"/>
                    <a:pt x="514" y="340"/>
                    <a:pt x="512" y="336"/>
                  </a:cubicBezTo>
                  <a:cubicBezTo>
                    <a:pt x="511" y="336"/>
                    <a:pt x="511" y="336"/>
                    <a:pt x="511" y="336"/>
                  </a:cubicBezTo>
                  <a:cubicBezTo>
                    <a:pt x="510" y="334"/>
                    <a:pt x="509" y="332"/>
                    <a:pt x="509" y="331"/>
                  </a:cubicBezTo>
                  <a:cubicBezTo>
                    <a:pt x="508" y="330"/>
                    <a:pt x="508" y="329"/>
                    <a:pt x="508" y="328"/>
                  </a:cubicBezTo>
                  <a:cubicBezTo>
                    <a:pt x="509" y="328"/>
                    <a:pt x="509" y="328"/>
                    <a:pt x="509" y="328"/>
                  </a:cubicBezTo>
                  <a:cubicBezTo>
                    <a:pt x="509" y="325"/>
                    <a:pt x="511" y="321"/>
                    <a:pt x="514" y="319"/>
                  </a:cubicBezTo>
                  <a:cubicBezTo>
                    <a:pt x="515" y="318"/>
                    <a:pt x="515" y="318"/>
                    <a:pt x="515" y="318"/>
                  </a:cubicBezTo>
                  <a:cubicBezTo>
                    <a:pt x="516" y="318"/>
                    <a:pt x="516" y="318"/>
                    <a:pt x="516" y="318"/>
                  </a:cubicBezTo>
                  <a:cubicBezTo>
                    <a:pt x="516" y="318"/>
                    <a:pt x="516" y="317"/>
                    <a:pt x="516" y="317"/>
                  </a:cubicBezTo>
                  <a:cubicBezTo>
                    <a:pt x="517" y="317"/>
                    <a:pt x="517" y="317"/>
                    <a:pt x="518" y="317"/>
                  </a:cubicBezTo>
                  <a:cubicBezTo>
                    <a:pt x="518" y="317"/>
                    <a:pt x="518" y="317"/>
                    <a:pt x="518" y="317"/>
                  </a:cubicBezTo>
                  <a:cubicBezTo>
                    <a:pt x="520" y="315"/>
                    <a:pt x="522" y="312"/>
                    <a:pt x="525" y="309"/>
                  </a:cubicBezTo>
                  <a:cubicBezTo>
                    <a:pt x="525" y="309"/>
                    <a:pt x="525" y="309"/>
                    <a:pt x="525" y="309"/>
                  </a:cubicBezTo>
                  <a:cubicBezTo>
                    <a:pt x="528" y="305"/>
                    <a:pt x="531" y="301"/>
                    <a:pt x="532" y="300"/>
                  </a:cubicBezTo>
                  <a:cubicBezTo>
                    <a:pt x="533" y="299"/>
                    <a:pt x="533" y="299"/>
                    <a:pt x="534" y="299"/>
                  </a:cubicBezTo>
                  <a:cubicBezTo>
                    <a:pt x="538" y="296"/>
                    <a:pt x="546" y="295"/>
                    <a:pt x="543" y="291"/>
                  </a:cubicBezTo>
                  <a:cubicBezTo>
                    <a:pt x="543" y="290"/>
                    <a:pt x="543" y="290"/>
                    <a:pt x="542" y="289"/>
                  </a:cubicBezTo>
                  <a:cubicBezTo>
                    <a:pt x="544" y="289"/>
                    <a:pt x="544" y="289"/>
                    <a:pt x="544" y="289"/>
                  </a:cubicBezTo>
                  <a:cubicBezTo>
                    <a:pt x="541" y="285"/>
                    <a:pt x="539" y="281"/>
                    <a:pt x="539" y="278"/>
                  </a:cubicBezTo>
                  <a:cubicBezTo>
                    <a:pt x="538" y="278"/>
                    <a:pt x="538" y="278"/>
                    <a:pt x="538" y="278"/>
                  </a:cubicBezTo>
                  <a:cubicBezTo>
                    <a:pt x="538" y="274"/>
                    <a:pt x="540" y="275"/>
                    <a:pt x="542" y="278"/>
                  </a:cubicBezTo>
                  <a:cubicBezTo>
                    <a:pt x="543" y="280"/>
                    <a:pt x="549" y="274"/>
                    <a:pt x="548" y="271"/>
                  </a:cubicBezTo>
                  <a:cubicBezTo>
                    <a:pt x="548" y="271"/>
                    <a:pt x="548" y="270"/>
                    <a:pt x="547" y="270"/>
                  </a:cubicBezTo>
                  <a:cubicBezTo>
                    <a:pt x="549" y="270"/>
                    <a:pt x="549" y="270"/>
                    <a:pt x="549" y="270"/>
                  </a:cubicBezTo>
                  <a:cubicBezTo>
                    <a:pt x="548" y="268"/>
                    <a:pt x="548" y="266"/>
                    <a:pt x="549" y="265"/>
                  </a:cubicBezTo>
                  <a:cubicBezTo>
                    <a:pt x="549" y="265"/>
                    <a:pt x="550" y="265"/>
                    <a:pt x="550" y="265"/>
                  </a:cubicBezTo>
                  <a:cubicBezTo>
                    <a:pt x="552" y="265"/>
                    <a:pt x="553" y="265"/>
                    <a:pt x="553" y="264"/>
                  </a:cubicBezTo>
                  <a:cubicBezTo>
                    <a:pt x="555" y="263"/>
                    <a:pt x="556" y="261"/>
                    <a:pt x="554" y="259"/>
                  </a:cubicBezTo>
                  <a:cubicBezTo>
                    <a:pt x="554" y="259"/>
                    <a:pt x="554" y="259"/>
                    <a:pt x="554" y="258"/>
                  </a:cubicBezTo>
                  <a:cubicBezTo>
                    <a:pt x="553" y="258"/>
                    <a:pt x="553" y="258"/>
                    <a:pt x="553" y="258"/>
                  </a:cubicBezTo>
                  <a:cubicBezTo>
                    <a:pt x="554" y="256"/>
                    <a:pt x="557" y="254"/>
                    <a:pt x="560" y="255"/>
                  </a:cubicBezTo>
                  <a:cubicBezTo>
                    <a:pt x="564" y="257"/>
                    <a:pt x="575" y="258"/>
                    <a:pt x="577" y="255"/>
                  </a:cubicBezTo>
                  <a:cubicBezTo>
                    <a:pt x="578" y="254"/>
                    <a:pt x="576" y="253"/>
                    <a:pt x="575" y="251"/>
                  </a:cubicBezTo>
                  <a:cubicBezTo>
                    <a:pt x="576" y="251"/>
                    <a:pt x="576" y="251"/>
                    <a:pt x="576" y="251"/>
                  </a:cubicBezTo>
                  <a:cubicBezTo>
                    <a:pt x="575" y="248"/>
                    <a:pt x="572" y="245"/>
                    <a:pt x="572" y="243"/>
                  </a:cubicBezTo>
                  <a:cubicBezTo>
                    <a:pt x="572" y="241"/>
                    <a:pt x="573" y="240"/>
                    <a:pt x="573" y="239"/>
                  </a:cubicBezTo>
                  <a:cubicBezTo>
                    <a:pt x="573" y="239"/>
                    <a:pt x="573" y="239"/>
                    <a:pt x="573" y="239"/>
                  </a:cubicBezTo>
                  <a:cubicBezTo>
                    <a:pt x="575" y="236"/>
                    <a:pt x="578" y="234"/>
                    <a:pt x="581" y="234"/>
                  </a:cubicBezTo>
                  <a:cubicBezTo>
                    <a:pt x="584" y="233"/>
                    <a:pt x="589" y="234"/>
                    <a:pt x="589" y="232"/>
                  </a:cubicBezTo>
                  <a:cubicBezTo>
                    <a:pt x="589" y="232"/>
                    <a:pt x="589" y="232"/>
                    <a:pt x="590" y="231"/>
                  </a:cubicBezTo>
                  <a:cubicBezTo>
                    <a:pt x="590" y="231"/>
                    <a:pt x="590" y="231"/>
                    <a:pt x="590" y="231"/>
                  </a:cubicBezTo>
                  <a:cubicBezTo>
                    <a:pt x="590" y="230"/>
                    <a:pt x="591" y="229"/>
                    <a:pt x="593" y="228"/>
                  </a:cubicBezTo>
                  <a:cubicBezTo>
                    <a:pt x="594" y="228"/>
                    <a:pt x="595" y="228"/>
                    <a:pt x="595" y="230"/>
                  </a:cubicBezTo>
                  <a:cubicBezTo>
                    <a:pt x="596" y="234"/>
                    <a:pt x="595" y="241"/>
                    <a:pt x="599" y="241"/>
                  </a:cubicBezTo>
                  <a:cubicBezTo>
                    <a:pt x="603" y="241"/>
                    <a:pt x="608" y="236"/>
                    <a:pt x="610" y="235"/>
                  </a:cubicBezTo>
                  <a:cubicBezTo>
                    <a:pt x="611" y="234"/>
                    <a:pt x="621" y="232"/>
                    <a:pt x="623" y="231"/>
                  </a:cubicBezTo>
                  <a:cubicBezTo>
                    <a:pt x="624" y="231"/>
                    <a:pt x="631" y="230"/>
                    <a:pt x="634" y="228"/>
                  </a:cubicBezTo>
                  <a:cubicBezTo>
                    <a:pt x="635" y="227"/>
                    <a:pt x="636" y="226"/>
                    <a:pt x="636" y="225"/>
                  </a:cubicBezTo>
                  <a:cubicBezTo>
                    <a:pt x="635" y="223"/>
                    <a:pt x="635" y="221"/>
                    <a:pt x="634" y="220"/>
                  </a:cubicBezTo>
                  <a:cubicBezTo>
                    <a:pt x="633" y="220"/>
                    <a:pt x="633" y="220"/>
                    <a:pt x="633" y="220"/>
                  </a:cubicBezTo>
                  <a:cubicBezTo>
                    <a:pt x="632" y="218"/>
                    <a:pt x="631" y="216"/>
                    <a:pt x="630" y="216"/>
                  </a:cubicBezTo>
                  <a:cubicBezTo>
                    <a:pt x="629" y="214"/>
                    <a:pt x="627" y="216"/>
                    <a:pt x="625" y="219"/>
                  </a:cubicBezTo>
                  <a:cubicBezTo>
                    <a:pt x="625" y="220"/>
                    <a:pt x="625" y="220"/>
                    <a:pt x="624" y="220"/>
                  </a:cubicBezTo>
                  <a:cubicBezTo>
                    <a:pt x="623" y="221"/>
                    <a:pt x="621" y="221"/>
                    <a:pt x="620" y="220"/>
                  </a:cubicBezTo>
                  <a:cubicBezTo>
                    <a:pt x="619" y="220"/>
                    <a:pt x="619" y="220"/>
                    <a:pt x="619" y="220"/>
                  </a:cubicBezTo>
                  <a:cubicBezTo>
                    <a:pt x="618" y="217"/>
                    <a:pt x="620" y="210"/>
                    <a:pt x="616" y="213"/>
                  </a:cubicBezTo>
                  <a:cubicBezTo>
                    <a:pt x="613" y="215"/>
                    <a:pt x="612" y="217"/>
                    <a:pt x="610" y="216"/>
                  </a:cubicBezTo>
                  <a:cubicBezTo>
                    <a:pt x="609" y="215"/>
                    <a:pt x="607" y="213"/>
                    <a:pt x="607" y="212"/>
                  </a:cubicBezTo>
                  <a:cubicBezTo>
                    <a:pt x="608" y="212"/>
                    <a:pt x="608" y="212"/>
                    <a:pt x="608" y="212"/>
                  </a:cubicBezTo>
                  <a:cubicBezTo>
                    <a:pt x="607" y="211"/>
                    <a:pt x="607" y="210"/>
                    <a:pt x="607" y="210"/>
                  </a:cubicBezTo>
                  <a:cubicBezTo>
                    <a:pt x="607" y="210"/>
                    <a:pt x="612" y="207"/>
                    <a:pt x="609" y="202"/>
                  </a:cubicBezTo>
                  <a:cubicBezTo>
                    <a:pt x="608" y="201"/>
                    <a:pt x="608" y="201"/>
                    <a:pt x="607" y="200"/>
                  </a:cubicBezTo>
                  <a:cubicBezTo>
                    <a:pt x="605" y="200"/>
                    <a:pt x="605" y="200"/>
                    <a:pt x="605" y="200"/>
                  </a:cubicBezTo>
                  <a:cubicBezTo>
                    <a:pt x="603" y="198"/>
                    <a:pt x="600" y="199"/>
                    <a:pt x="596" y="200"/>
                  </a:cubicBezTo>
                  <a:cubicBezTo>
                    <a:pt x="596" y="200"/>
                    <a:pt x="596" y="200"/>
                    <a:pt x="596" y="200"/>
                  </a:cubicBezTo>
                  <a:cubicBezTo>
                    <a:pt x="596" y="200"/>
                    <a:pt x="595" y="201"/>
                    <a:pt x="595" y="201"/>
                  </a:cubicBezTo>
                  <a:cubicBezTo>
                    <a:pt x="590" y="204"/>
                    <a:pt x="591" y="203"/>
                    <a:pt x="585" y="205"/>
                  </a:cubicBezTo>
                  <a:cubicBezTo>
                    <a:pt x="579" y="207"/>
                    <a:pt x="576" y="208"/>
                    <a:pt x="576" y="208"/>
                  </a:cubicBezTo>
                  <a:cubicBezTo>
                    <a:pt x="576" y="208"/>
                    <a:pt x="577" y="204"/>
                    <a:pt x="578" y="200"/>
                  </a:cubicBezTo>
                  <a:cubicBezTo>
                    <a:pt x="578" y="200"/>
                    <a:pt x="578" y="200"/>
                    <a:pt x="578" y="200"/>
                  </a:cubicBezTo>
                  <a:cubicBezTo>
                    <a:pt x="578" y="199"/>
                    <a:pt x="579" y="197"/>
                    <a:pt x="580" y="196"/>
                  </a:cubicBezTo>
                  <a:cubicBezTo>
                    <a:pt x="583" y="193"/>
                    <a:pt x="593" y="194"/>
                    <a:pt x="596" y="191"/>
                  </a:cubicBezTo>
                  <a:cubicBezTo>
                    <a:pt x="597" y="191"/>
                    <a:pt x="598" y="191"/>
                    <a:pt x="598" y="190"/>
                  </a:cubicBezTo>
                  <a:cubicBezTo>
                    <a:pt x="598" y="190"/>
                    <a:pt x="598" y="190"/>
                    <a:pt x="599" y="190"/>
                  </a:cubicBezTo>
                  <a:cubicBezTo>
                    <a:pt x="602" y="189"/>
                    <a:pt x="608" y="193"/>
                    <a:pt x="608" y="193"/>
                  </a:cubicBezTo>
                  <a:cubicBezTo>
                    <a:pt x="608" y="193"/>
                    <a:pt x="608" y="192"/>
                    <a:pt x="609" y="192"/>
                  </a:cubicBezTo>
                  <a:cubicBezTo>
                    <a:pt x="609" y="192"/>
                    <a:pt x="609" y="192"/>
                    <a:pt x="609" y="192"/>
                  </a:cubicBezTo>
                  <a:cubicBezTo>
                    <a:pt x="609" y="192"/>
                    <a:pt x="610" y="191"/>
                    <a:pt x="611" y="190"/>
                  </a:cubicBezTo>
                  <a:cubicBezTo>
                    <a:pt x="612" y="190"/>
                    <a:pt x="612" y="190"/>
                    <a:pt x="612" y="191"/>
                  </a:cubicBezTo>
                  <a:cubicBezTo>
                    <a:pt x="612" y="194"/>
                    <a:pt x="611" y="201"/>
                    <a:pt x="614" y="201"/>
                  </a:cubicBezTo>
                  <a:cubicBezTo>
                    <a:pt x="617" y="201"/>
                    <a:pt x="625" y="197"/>
                    <a:pt x="622" y="196"/>
                  </a:cubicBezTo>
                  <a:cubicBezTo>
                    <a:pt x="620" y="195"/>
                    <a:pt x="621" y="194"/>
                    <a:pt x="623" y="192"/>
                  </a:cubicBezTo>
                  <a:cubicBezTo>
                    <a:pt x="623" y="192"/>
                    <a:pt x="623" y="192"/>
                    <a:pt x="623" y="192"/>
                  </a:cubicBezTo>
                  <a:cubicBezTo>
                    <a:pt x="624" y="192"/>
                    <a:pt x="626" y="190"/>
                    <a:pt x="628" y="189"/>
                  </a:cubicBezTo>
                  <a:cubicBezTo>
                    <a:pt x="632" y="187"/>
                    <a:pt x="638" y="190"/>
                    <a:pt x="640" y="189"/>
                  </a:cubicBezTo>
                  <a:cubicBezTo>
                    <a:pt x="640" y="188"/>
                    <a:pt x="640" y="188"/>
                    <a:pt x="641" y="188"/>
                  </a:cubicBezTo>
                  <a:cubicBezTo>
                    <a:pt x="641" y="188"/>
                    <a:pt x="641" y="188"/>
                    <a:pt x="641" y="188"/>
                  </a:cubicBezTo>
                  <a:cubicBezTo>
                    <a:pt x="642" y="187"/>
                    <a:pt x="643" y="184"/>
                    <a:pt x="645" y="182"/>
                  </a:cubicBezTo>
                  <a:cubicBezTo>
                    <a:pt x="646" y="182"/>
                    <a:pt x="646" y="182"/>
                    <a:pt x="647" y="182"/>
                  </a:cubicBezTo>
                  <a:cubicBezTo>
                    <a:pt x="650" y="182"/>
                    <a:pt x="652" y="187"/>
                    <a:pt x="647" y="191"/>
                  </a:cubicBezTo>
                  <a:cubicBezTo>
                    <a:pt x="642" y="194"/>
                    <a:pt x="641" y="203"/>
                    <a:pt x="639" y="206"/>
                  </a:cubicBezTo>
                  <a:cubicBezTo>
                    <a:pt x="636" y="208"/>
                    <a:pt x="638" y="211"/>
                    <a:pt x="642" y="210"/>
                  </a:cubicBezTo>
                  <a:cubicBezTo>
                    <a:pt x="646" y="210"/>
                    <a:pt x="649" y="211"/>
                    <a:pt x="653" y="210"/>
                  </a:cubicBezTo>
                  <a:cubicBezTo>
                    <a:pt x="656" y="209"/>
                    <a:pt x="658" y="211"/>
                    <a:pt x="659" y="213"/>
                  </a:cubicBezTo>
                  <a:cubicBezTo>
                    <a:pt x="660" y="214"/>
                    <a:pt x="661" y="213"/>
                    <a:pt x="662" y="212"/>
                  </a:cubicBezTo>
                  <a:cubicBezTo>
                    <a:pt x="662" y="212"/>
                    <a:pt x="662" y="212"/>
                    <a:pt x="662" y="212"/>
                  </a:cubicBezTo>
                  <a:cubicBezTo>
                    <a:pt x="663" y="212"/>
                    <a:pt x="663" y="211"/>
                    <a:pt x="664" y="211"/>
                  </a:cubicBezTo>
                  <a:cubicBezTo>
                    <a:pt x="665" y="210"/>
                    <a:pt x="670" y="210"/>
                    <a:pt x="672" y="212"/>
                  </a:cubicBezTo>
                  <a:cubicBezTo>
                    <a:pt x="673" y="213"/>
                    <a:pt x="674" y="213"/>
                    <a:pt x="674" y="212"/>
                  </a:cubicBezTo>
                  <a:cubicBezTo>
                    <a:pt x="675" y="212"/>
                    <a:pt x="675" y="212"/>
                    <a:pt x="675" y="212"/>
                  </a:cubicBezTo>
                  <a:cubicBezTo>
                    <a:pt x="675" y="211"/>
                    <a:pt x="676" y="208"/>
                    <a:pt x="675" y="207"/>
                  </a:cubicBezTo>
                  <a:cubicBezTo>
                    <a:pt x="674" y="205"/>
                    <a:pt x="672" y="203"/>
                    <a:pt x="671" y="200"/>
                  </a:cubicBezTo>
                  <a:cubicBezTo>
                    <a:pt x="670" y="200"/>
                    <a:pt x="670" y="200"/>
                    <a:pt x="670" y="200"/>
                  </a:cubicBezTo>
                  <a:cubicBezTo>
                    <a:pt x="670" y="199"/>
                    <a:pt x="669" y="199"/>
                    <a:pt x="669" y="198"/>
                  </a:cubicBezTo>
                  <a:cubicBezTo>
                    <a:pt x="667" y="194"/>
                    <a:pt x="665" y="193"/>
                    <a:pt x="661" y="194"/>
                  </a:cubicBezTo>
                  <a:cubicBezTo>
                    <a:pt x="658" y="195"/>
                    <a:pt x="657" y="194"/>
                    <a:pt x="655" y="192"/>
                  </a:cubicBezTo>
                  <a:cubicBezTo>
                    <a:pt x="657" y="192"/>
                    <a:pt x="657" y="192"/>
                    <a:pt x="657" y="192"/>
                  </a:cubicBezTo>
                  <a:cubicBezTo>
                    <a:pt x="656" y="192"/>
                    <a:pt x="656" y="191"/>
                    <a:pt x="655" y="191"/>
                  </a:cubicBezTo>
                  <a:cubicBezTo>
                    <a:pt x="652" y="189"/>
                    <a:pt x="650" y="193"/>
                    <a:pt x="652" y="189"/>
                  </a:cubicBezTo>
                  <a:cubicBezTo>
                    <a:pt x="654" y="185"/>
                    <a:pt x="655" y="184"/>
                    <a:pt x="656" y="181"/>
                  </a:cubicBezTo>
                  <a:cubicBezTo>
                    <a:pt x="656" y="181"/>
                    <a:pt x="656" y="181"/>
                    <a:pt x="656" y="181"/>
                  </a:cubicBezTo>
                  <a:cubicBezTo>
                    <a:pt x="657" y="179"/>
                    <a:pt x="659" y="176"/>
                    <a:pt x="660" y="173"/>
                  </a:cubicBezTo>
                  <a:cubicBezTo>
                    <a:pt x="661" y="173"/>
                    <a:pt x="661" y="173"/>
                    <a:pt x="661" y="173"/>
                  </a:cubicBezTo>
                  <a:cubicBezTo>
                    <a:pt x="661" y="171"/>
                    <a:pt x="661" y="169"/>
                    <a:pt x="658" y="169"/>
                  </a:cubicBezTo>
                  <a:cubicBezTo>
                    <a:pt x="652" y="167"/>
                    <a:pt x="650" y="166"/>
                    <a:pt x="649" y="162"/>
                  </a:cubicBezTo>
                  <a:cubicBezTo>
                    <a:pt x="649" y="162"/>
                    <a:pt x="649" y="162"/>
                    <a:pt x="649" y="161"/>
                  </a:cubicBezTo>
                  <a:cubicBezTo>
                    <a:pt x="647" y="161"/>
                    <a:pt x="647" y="161"/>
                    <a:pt x="647" y="161"/>
                  </a:cubicBezTo>
                  <a:cubicBezTo>
                    <a:pt x="646" y="159"/>
                    <a:pt x="642" y="155"/>
                    <a:pt x="640" y="154"/>
                  </a:cubicBezTo>
                  <a:cubicBezTo>
                    <a:pt x="641" y="154"/>
                    <a:pt x="641" y="154"/>
                    <a:pt x="641" y="154"/>
                  </a:cubicBezTo>
                  <a:cubicBezTo>
                    <a:pt x="640" y="153"/>
                    <a:pt x="639" y="152"/>
                    <a:pt x="638" y="152"/>
                  </a:cubicBezTo>
                  <a:cubicBezTo>
                    <a:pt x="636" y="152"/>
                    <a:pt x="627" y="154"/>
                    <a:pt x="626" y="151"/>
                  </a:cubicBezTo>
                  <a:cubicBezTo>
                    <a:pt x="626" y="149"/>
                    <a:pt x="625" y="146"/>
                    <a:pt x="624" y="142"/>
                  </a:cubicBezTo>
                  <a:cubicBezTo>
                    <a:pt x="623" y="142"/>
                    <a:pt x="623" y="142"/>
                    <a:pt x="623" y="142"/>
                  </a:cubicBezTo>
                  <a:cubicBezTo>
                    <a:pt x="622" y="140"/>
                    <a:pt x="621" y="138"/>
                    <a:pt x="620" y="137"/>
                  </a:cubicBezTo>
                  <a:cubicBezTo>
                    <a:pt x="619" y="137"/>
                    <a:pt x="619" y="136"/>
                    <a:pt x="618" y="134"/>
                  </a:cubicBezTo>
                  <a:cubicBezTo>
                    <a:pt x="619" y="134"/>
                    <a:pt x="619" y="134"/>
                    <a:pt x="619" y="134"/>
                  </a:cubicBezTo>
                  <a:cubicBezTo>
                    <a:pt x="616" y="131"/>
                    <a:pt x="613" y="126"/>
                    <a:pt x="610" y="123"/>
                  </a:cubicBezTo>
                  <a:cubicBezTo>
                    <a:pt x="609" y="123"/>
                    <a:pt x="609" y="123"/>
                    <a:pt x="609" y="123"/>
                  </a:cubicBezTo>
                  <a:cubicBezTo>
                    <a:pt x="608" y="122"/>
                    <a:pt x="607" y="121"/>
                    <a:pt x="607" y="120"/>
                  </a:cubicBezTo>
                  <a:cubicBezTo>
                    <a:pt x="605" y="119"/>
                    <a:pt x="603" y="120"/>
                    <a:pt x="599" y="127"/>
                  </a:cubicBezTo>
                  <a:cubicBezTo>
                    <a:pt x="597" y="129"/>
                    <a:pt x="595" y="131"/>
                    <a:pt x="594" y="132"/>
                  </a:cubicBezTo>
                  <a:cubicBezTo>
                    <a:pt x="592" y="134"/>
                    <a:pt x="590" y="134"/>
                    <a:pt x="588" y="133"/>
                  </a:cubicBezTo>
                  <a:cubicBezTo>
                    <a:pt x="584" y="131"/>
                    <a:pt x="580" y="133"/>
                    <a:pt x="577" y="128"/>
                  </a:cubicBezTo>
                  <a:cubicBezTo>
                    <a:pt x="575" y="126"/>
                    <a:pt x="577" y="124"/>
                    <a:pt x="579" y="123"/>
                  </a:cubicBezTo>
                  <a:cubicBezTo>
                    <a:pt x="579" y="123"/>
                    <a:pt x="579" y="123"/>
                    <a:pt x="579" y="123"/>
                  </a:cubicBezTo>
                  <a:cubicBezTo>
                    <a:pt x="580" y="122"/>
                    <a:pt x="582" y="120"/>
                    <a:pt x="581" y="119"/>
                  </a:cubicBezTo>
                  <a:cubicBezTo>
                    <a:pt x="580" y="117"/>
                    <a:pt x="575" y="116"/>
                    <a:pt x="570" y="115"/>
                  </a:cubicBezTo>
                  <a:cubicBezTo>
                    <a:pt x="575" y="115"/>
                    <a:pt x="575" y="115"/>
                    <a:pt x="575" y="115"/>
                  </a:cubicBezTo>
                  <a:cubicBezTo>
                    <a:pt x="572" y="114"/>
                    <a:pt x="570" y="114"/>
                    <a:pt x="568" y="114"/>
                  </a:cubicBezTo>
                  <a:cubicBezTo>
                    <a:pt x="563" y="113"/>
                    <a:pt x="559" y="107"/>
                    <a:pt x="552" y="106"/>
                  </a:cubicBezTo>
                  <a:cubicBezTo>
                    <a:pt x="544" y="106"/>
                    <a:pt x="535" y="107"/>
                    <a:pt x="533" y="107"/>
                  </a:cubicBezTo>
                  <a:cubicBezTo>
                    <a:pt x="532" y="107"/>
                    <a:pt x="532" y="108"/>
                    <a:pt x="532" y="108"/>
                  </a:cubicBezTo>
                  <a:cubicBezTo>
                    <a:pt x="530" y="109"/>
                    <a:pt x="529" y="113"/>
                    <a:pt x="529" y="119"/>
                  </a:cubicBezTo>
                  <a:cubicBezTo>
                    <a:pt x="528" y="124"/>
                    <a:pt x="530" y="126"/>
                    <a:pt x="529" y="127"/>
                  </a:cubicBezTo>
                  <a:cubicBezTo>
                    <a:pt x="529" y="127"/>
                    <a:pt x="529" y="127"/>
                    <a:pt x="528" y="127"/>
                  </a:cubicBezTo>
                  <a:cubicBezTo>
                    <a:pt x="526" y="128"/>
                    <a:pt x="525" y="128"/>
                    <a:pt x="524" y="129"/>
                  </a:cubicBezTo>
                  <a:cubicBezTo>
                    <a:pt x="523" y="130"/>
                    <a:pt x="523" y="131"/>
                    <a:pt x="526" y="132"/>
                  </a:cubicBezTo>
                  <a:cubicBezTo>
                    <a:pt x="530" y="134"/>
                    <a:pt x="536" y="144"/>
                    <a:pt x="536" y="144"/>
                  </a:cubicBezTo>
                  <a:cubicBezTo>
                    <a:pt x="536" y="144"/>
                    <a:pt x="536" y="149"/>
                    <a:pt x="533" y="152"/>
                  </a:cubicBezTo>
                  <a:cubicBezTo>
                    <a:pt x="529" y="155"/>
                    <a:pt x="526" y="158"/>
                    <a:pt x="524" y="154"/>
                  </a:cubicBezTo>
                  <a:cubicBezTo>
                    <a:pt x="523" y="154"/>
                    <a:pt x="523" y="154"/>
                    <a:pt x="523" y="154"/>
                  </a:cubicBezTo>
                  <a:cubicBezTo>
                    <a:pt x="524" y="154"/>
                    <a:pt x="524" y="154"/>
                    <a:pt x="524" y="154"/>
                  </a:cubicBezTo>
                  <a:cubicBezTo>
                    <a:pt x="523" y="151"/>
                    <a:pt x="520" y="151"/>
                    <a:pt x="519" y="152"/>
                  </a:cubicBezTo>
                  <a:cubicBezTo>
                    <a:pt x="518" y="153"/>
                    <a:pt x="517" y="154"/>
                    <a:pt x="518" y="155"/>
                  </a:cubicBezTo>
                  <a:cubicBezTo>
                    <a:pt x="519" y="159"/>
                    <a:pt x="522" y="160"/>
                    <a:pt x="522" y="164"/>
                  </a:cubicBezTo>
                  <a:cubicBezTo>
                    <a:pt x="522" y="167"/>
                    <a:pt x="527" y="176"/>
                    <a:pt x="524" y="179"/>
                  </a:cubicBezTo>
                  <a:cubicBezTo>
                    <a:pt x="521" y="182"/>
                    <a:pt x="517" y="180"/>
                    <a:pt x="515" y="180"/>
                  </a:cubicBezTo>
                  <a:cubicBezTo>
                    <a:pt x="512" y="181"/>
                    <a:pt x="510" y="176"/>
                    <a:pt x="512" y="174"/>
                  </a:cubicBezTo>
                  <a:cubicBezTo>
                    <a:pt x="512" y="174"/>
                    <a:pt x="512" y="174"/>
                    <a:pt x="512" y="173"/>
                  </a:cubicBezTo>
                  <a:cubicBezTo>
                    <a:pt x="513" y="173"/>
                    <a:pt x="513" y="173"/>
                    <a:pt x="513" y="173"/>
                  </a:cubicBezTo>
                  <a:cubicBezTo>
                    <a:pt x="514" y="171"/>
                    <a:pt x="512" y="164"/>
                    <a:pt x="512" y="164"/>
                  </a:cubicBezTo>
                  <a:cubicBezTo>
                    <a:pt x="512" y="164"/>
                    <a:pt x="512" y="164"/>
                    <a:pt x="511" y="165"/>
                  </a:cubicBezTo>
                  <a:cubicBezTo>
                    <a:pt x="511" y="165"/>
                    <a:pt x="511" y="164"/>
                    <a:pt x="511" y="164"/>
                  </a:cubicBezTo>
                  <a:cubicBezTo>
                    <a:pt x="511" y="164"/>
                    <a:pt x="509" y="168"/>
                    <a:pt x="507" y="170"/>
                  </a:cubicBezTo>
                  <a:cubicBezTo>
                    <a:pt x="507" y="170"/>
                    <a:pt x="507" y="170"/>
                    <a:pt x="507" y="169"/>
                  </a:cubicBezTo>
                  <a:cubicBezTo>
                    <a:pt x="507" y="165"/>
                    <a:pt x="506" y="163"/>
                    <a:pt x="505" y="161"/>
                  </a:cubicBezTo>
                  <a:cubicBezTo>
                    <a:pt x="504" y="161"/>
                    <a:pt x="504" y="161"/>
                    <a:pt x="504" y="161"/>
                  </a:cubicBezTo>
                  <a:cubicBezTo>
                    <a:pt x="503" y="161"/>
                    <a:pt x="503" y="160"/>
                    <a:pt x="503" y="159"/>
                  </a:cubicBezTo>
                  <a:cubicBezTo>
                    <a:pt x="503" y="157"/>
                    <a:pt x="502" y="155"/>
                    <a:pt x="501" y="154"/>
                  </a:cubicBezTo>
                  <a:cubicBezTo>
                    <a:pt x="503" y="154"/>
                    <a:pt x="503" y="154"/>
                    <a:pt x="503" y="154"/>
                  </a:cubicBezTo>
                  <a:cubicBezTo>
                    <a:pt x="501" y="151"/>
                    <a:pt x="498" y="149"/>
                    <a:pt x="495" y="150"/>
                  </a:cubicBezTo>
                  <a:cubicBezTo>
                    <a:pt x="491" y="151"/>
                    <a:pt x="487" y="152"/>
                    <a:pt x="478" y="150"/>
                  </a:cubicBezTo>
                  <a:cubicBezTo>
                    <a:pt x="470" y="149"/>
                    <a:pt x="466" y="147"/>
                    <a:pt x="459" y="143"/>
                  </a:cubicBezTo>
                  <a:cubicBezTo>
                    <a:pt x="459" y="143"/>
                    <a:pt x="458" y="142"/>
                    <a:pt x="457" y="142"/>
                  </a:cubicBezTo>
                  <a:cubicBezTo>
                    <a:pt x="454" y="142"/>
                    <a:pt x="454" y="142"/>
                    <a:pt x="454" y="142"/>
                  </a:cubicBezTo>
                  <a:cubicBezTo>
                    <a:pt x="452" y="142"/>
                    <a:pt x="451" y="142"/>
                    <a:pt x="449" y="142"/>
                  </a:cubicBezTo>
                  <a:cubicBezTo>
                    <a:pt x="449" y="142"/>
                    <a:pt x="449" y="142"/>
                    <a:pt x="449" y="142"/>
                  </a:cubicBezTo>
                  <a:cubicBezTo>
                    <a:pt x="448" y="142"/>
                    <a:pt x="447" y="143"/>
                    <a:pt x="446" y="143"/>
                  </a:cubicBezTo>
                  <a:cubicBezTo>
                    <a:pt x="446" y="143"/>
                    <a:pt x="445" y="143"/>
                    <a:pt x="445" y="142"/>
                  </a:cubicBezTo>
                  <a:cubicBezTo>
                    <a:pt x="444" y="142"/>
                    <a:pt x="444" y="142"/>
                    <a:pt x="444" y="142"/>
                  </a:cubicBezTo>
                  <a:cubicBezTo>
                    <a:pt x="443" y="140"/>
                    <a:pt x="442" y="136"/>
                    <a:pt x="440" y="134"/>
                  </a:cubicBezTo>
                  <a:cubicBezTo>
                    <a:pt x="442" y="134"/>
                    <a:pt x="442" y="134"/>
                    <a:pt x="442" y="134"/>
                  </a:cubicBezTo>
                  <a:cubicBezTo>
                    <a:pt x="441" y="134"/>
                    <a:pt x="441" y="133"/>
                    <a:pt x="440" y="133"/>
                  </a:cubicBezTo>
                  <a:cubicBezTo>
                    <a:pt x="436" y="132"/>
                    <a:pt x="438" y="131"/>
                    <a:pt x="437" y="123"/>
                  </a:cubicBezTo>
                  <a:cubicBezTo>
                    <a:pt x="437" y="123"/>
                    <a:pt x="437" y="123"/>
                    <a:pt x="437" y="123"/>
                  </a:cubicBezTo>
                  <a:cubicBezTo>
                    <a:pt x="436" y="123"/>
                    <a:pt x="436" y="123"/>
                    <a:pt x="436" y="123"/>
                  </a:cubicBezTo>
                  <a:cubicBezTo>
                    <a:pt x="436" y="118"/>
                    <a:pt x="434" y="118"/>
                    <a:pt x="437" y="115"/>
                  </a:cubicBezTo>
                  <a:cubicBezTo>
                    <a:pt x="437" y="115"/>
                    <a:pt x="437" y="115"/>
                    <a:pt x="437" y="115"/>
                  </a:cubicBezTo>
                  <a:cubicBezTo>
                    <a:pt x="439" y="114"/>
                    <a:pt x="441" y="112"/>
                    <a:pt x="444" y="109"/>
                  </a:cubicBezTo>
                  <a:cubicBezTo>
                    <a:pt x="448" y="107"/>
                    <a:pt x="450" y="105"/>
                    <a:pt x="451" y="103"/>
                  </a:cubicBezTo>
                  <a:cubicBezTo>
                    <a:pt x="451" y="103"/>
                    <a:pt x="451" y="103"/>
                    <a:pt x="451" y="103"/>
                  </a:cubicBezTo>
                  <a:cubicBezTo>
                    <a:pt x="454" y="100"/>
                    <a:pt x="456" y="98"/>
                    <a:pt x="461" y="97"/>
                  </a:cubicBezTo>
                  <a:cubicBezTo>
                    <a:pt x="470" y="96"/>
                    <a:pt x="473" y="102"/>
                    <a:pt x="473" y="99"/>
                  </a:cubicBezTo>
                  <a:cubicBezTo>
                    <a:pt x="473" y="99"/>
                    <a:pt x="473" y="97"/>
                    <a:pt x="473" y="96"/>
                  </a:cubicBezTo>
                  <a:cubicBezTo>
                    <a:pt x="474" y="96"/>
                    <a:pt x="474" y="96"/>
                    <a:pt x="474" y="96"/>
                  </a:cubicBezTo>
                  <a:cubicBezTo>
                    <a:pt x="475" y="93"/>
                    <a:pt x="475" y="89"/>
                    <a:pt x="476" y="87"/>
                  </a:cubicBezTo>
                  <a:cubicBezTo>
                    <a:pt x="476" y="92"/>
                    <a:pt x="486" y="93"/>
                    <a:pt x="481" y="97"/>
                  </a:cubicBezTo>
                  <a:cubicBezTo>
                    <a:pt x="477" y="101"/>
                    <a:pt x="479" y="102"/>
                    <a:pt x="483" y="102"/>
                  </a:cubicBezTo>
                  <a:cubicBezTo>
                    <a:pt x="486" y="102"/>
                    <a:pt x="493" y="97"/>
                    <a:pt x="493" y="97"/>
                  </a:cubicBezTo>
                  <a:cubicBezTo>
                    <a:pt x="493" y="97"/>
                    <a:pt x="501" y="93"/>
                    <a:pt x="503" y="97"/>
                  </a:cubicBezTo>
                  <a:cubicBezTo>
                    <a:pt x="505" y="100"/>
                    <a:pt x="505" y="104"/>
                    <a:pt x="508" y="104"/>
                  </a:cubicBezTo>
                  <a:cubicBezTo>
                    <a:pt x="512" y="104"/>
                    <a:pt x="518" y="100"/>
                    <a:pt x="513" y="96"/>
                  </a:cubicBezTo>
                  <a:cubicBezTo>
                    <a:pt x="515" y="96"/>
                    <a:pt x="515" y="96"/>
                    <a:pt x="515" y="96"/>
                  </a:cubicBezTo>
                  <a:cubicBezTo>
                    <a:pt x="514" y="95"/>
                    <a:pt x="514" y="95"/>
                    <a:pt x="514" y="95"/>
                  </a:cubicBezTo>
                  <a:cubicBezTo>
                    <a:pt x="507" y="90"/>
                    <a:pt x="503" y="91"/>
                    <a:pt x="499" y="86"/>
                  </a:cubicBezTo>
                  <a:cubicBezTo>
                    <a:pt x="498" y="85"/>
                    <a:pt x="498" y="84"/>
                    <a:pt x="497" y="84"/>
                  </a:cubicBezTo>
                  <a:cubicBezTo>
                    <a:pt x="495" y="84"/>
                    <a:pt x="495" y="84"/>
                    <a:pt x="495" y="84"/>
                  </a:cubicBezTo>
                  <a:cubicBezTo>
                    <a:pt x="495" y="84"/>
                    <a:pt x="494" y="84"/>
                    <a:pt x="494" y="84"/>
                  </a:cubicBezTo>
                  <a:cubicBezTo>
                    <a:pt x="493" y="84"/>
                    <a:pt x="493" y="84"/>
                    <a:pt x="493" y="84"/>
                  </a:cubicBezTo>
                  <a:cubicBezTo>
                    <a:pt x="493" y="84"/>
                    <a:pt x="492" y="84"/>
                    <a:pt x="492" y="85"/>
                  </a:cubicBezTo>
                  <a:cubicBezTo>
                    <a:pt x="489" y="85"/>
                    <a:pt x="488" y="85"/>
                    <a:pt x="487" y="84"/>
                  </a:cubicBezTo>
                  <a:cubicBezTo>
                    <a:pt x="486" y="84"/>
                    <a:pt x="486" y="84"/>
                    <a:pt x="486" y="84"/>
                  </a:cubicBezTo>
                  <a:cubicBezTo>
                    <a:pt x="486" y="84"/>
                    <a:pt x="485" y="83"/>
                    <a:pt x="485" y="83"/>
                  </a:cubicBezTo>
                  <a:cubicBezTo>
                    <a:pt x="483" y="83"/>
                    <a:pt x="481" y="85"/>
                    <a:pt x="480" y="82"/>
                  </a:cubicBezTo>
                  <a:cubicBezTo>
                    <a:pt x="479" y="80"/>
                    <a:pt x="480" y="79"/>
                    <a:pt x="485" y="79"/>
                  </a:cubicBezTo>
                  <a:cubicBezTo>
                    <a:pt x="490" y="79"/>
                    <a:pt x="496" y="81"/>
                    <a:pt x="496" y="81"/>
                  </a:cubicBezTo>
                  <a:cubicBezTo>
                    <a:pt x="496" y="81"/>
                    <a:pt x="502" y="79"/>
                    <a:pt x="504" y="78"/>
                  </a:cubicBezTo>
                  <a:cubicBezTo>
                    <a:pt x="505" y="78"/>
                    <a:pt x="508" y="77"/>
                    <a:pt x="510" y="75"/>
                  </a:cubicBezTo>
                  <a:cubicBezTo>
                    <a:pt x="512" y="74"/>
                    <a:pt x="513" y="73"/>
                    <a:pt x="513" y="70"/>
                  </a:cubicBezTo>
                  <a:cubicBezTo>
                    <a:pt x="512" y="67"/>
                    <a:pt x="509" y="66"/>
                    <a:pt x="507" y="65"/>
                  </a:cubicBezTo>
                  <a:cubicBezTo>
                    <a:pt x="504" y="65"/>
                    <a:pt x="504" y="65"/>
                    <a:pt x="504" y="65"/>
                  </a:cubicBezTo>
                  <a:cubicBezTo>
                    <a:pt x="504" y="64"/>
                    <a:pt x="504" y="64"/>
                    <a:pt x="504" y="64"/>
                  </a:cubicBezTo>
                  <a:cubicBezTo>
                    <a:pt x="502" y="62"/>
                    <a:pt x="507" y="60"/>
                    <a:pt x="509" y="59"/>
                  </a:cubicBezTo>
                  <a:cubicBezTo>
                    <a:pt x="512" y="58"/>
                    <a:pt x="519" y="59"/>
                    <a:pt x="519" y="59"/>
                  </a:cubicBezTo>
                  <a:cubicBezTo>
                    <a:pt x="519" y="59"/>
                    <a:pt x="523" y="59"/>
                    <a:pt x="523" y="57"/>
                  </a:cubicBezTo>
                  <a:cubicBezTo>
                    <a:pt x="523" y="57"/>
                    <a:pt x="523" y="57"/>
                    <a:pt x="523" y="57"/>
                  </a:cubicBezTo>
                  <a:cubicBezTo>
                    <a:pt x="524" y="57"/>
                    <a:pt x="524" y="57"/>
                    <a:pt x="524" y="57"/>
                  </a:cubicBezTo>
                  <a:cubicBezTo>
                    <a:pt x="524" y="57"/>
                    <a:pt x="524" y="57"/>
                    <a:pt x="524" y="56"/>
                  </a:cubicBezTo>
                  <a:cubicBezTo>
                    <a:pt x="524" y="55"/>
                    <a:pt x="524" y="54"/>
                    <a:pt x="524" y="53"/>
                  </a:cubicBezTo>
                  <a:cubicBezTo>
                    <a:pt x="524" y="53"/>
                    <a:pt x="525" y="53"/>
                    <a:pt x="525" y="53"/>
                  </a:cubicBezTo>
                  <a:cubicBezTo>
                    <a:pt x="528" y="55"/>
                    <a:pt x="525" y="60"/>
                    <a:pt x="530" y="59"/>
                  </a:cubicBezTo>
                  <a:cubicBezTo>
                    <a:pt x="534" y="58"/>
                    <a:pt x="535" y="59"/>
                    <a:pt x="538" y="61"/>
                  </a:cubicBezTo>
                  <a:cubicBezTo>
                    <a:pt x="540" y="63"/>
                    <a:pt x="537" y="69"/>
                    <a:pt x="535" y="71"/>
                  </a:cubicBezTo>
                  <a:cubicBezTo>
                    <a:pt x="534" y="71"/>
                    <a:pt x="534" y="71"/>
                    <a:pt x="533" y="72"/>
                  </a:cubicBezTo>
                  <a:cubicBezTo>
                    <a:pt x="531" y="73"/>
                    <a:pt x="529" y="75"/>
                    <a:pt x="534" y="75"/>
                  </a:cubicBezTo>
                  <a:cubicBezTo>
                    <a:pt x="539" y="76"/>
                    <a:pt x="543" y="76"/>
                    <a:pt x="543" y="76"/>
                  </a:cubicBezTo>
                  <a:cubicBezTo>
                    <a:pt x="543" y="76"/>
                    <a:pt x="543" y="76"/>
                    <a:pt x="543" y="75"/>
                  </a:cubicBezTo>
                  <a:cubicBezTo>
                    <a:pt x="544" y="75"/>
                    <a:pt x="544" y="75"/>
                    <a:pt x="544" y="75"/>
                  </a:cubicBezTo>
                  <a:cubicBezTo>
                    <a:pt x="544" y="75"/>
                    <a:pt x="547" y="71"/>
                    <a:pt x="549" y="68"/>
                  </a:cubicBezTo>
                  <a:cubicBezTo>
                    <a:pt x="549" y="67"/>
                    <a:pt x="549" y="67"/>
                    <a:pt x="550" y="66"/>
                  </a:cubicBezTo>
                  <a:cubicBezTo>
                    <a:pt x="551" y="66"/>
                    <a:pt x="553" y="67"/>
                    <a:pt x="554" y="68"/>
                  </a:cubicBezTo>
                  <a:cubicBezTo>
                    <a:pt x="556" y="69"/>
                    <a:pt x="561" y="70"/>
                    <a:pt x="559" y="72"/>
                  </a:cubicBezTo>
                  <a:cubicBezTo>
                    <a:pt x="559" y="72"/>
                    <a:pt x="558" y="73"/>
                    <a:pt x="557" y="73"/>
                  </a:cubicBezTo>
                  <a:cubicBezTo>
                    <a:pt x="555" y="74"/>
                    <a:pt x="553" y="74"/>
                    <a:pt x="552" y="75"/>
                  </a:cubicBezTo>
                  <a:cubicBezTo>
                    <a:pt x="552" y="75"/>
                    <a:pt x="552" y="75"/>
                    <a:pt x="552" y="75"/>
                  </a:cubicBezTo>
                  <a:cubicBezTo>
                    <a:pt x="552" y="75"/>
                    <a:pt x="552" y="75"/>
                    <a:pt x="552" y="75"/>
                  </a:cubicBezTo>
                  <a:cubicBezTo>
                    <a:pt x="549" y="77"/>
                    <a:pt x="548" y="79"/>
                    <a:pt x="546" y="82"/>
                  </a:cubicBezTo>
                  <a:cubicBezTo>
                    <a:pt x="546" y="83"/>
                    <a:pt x="545" y="84"/>
                    <a:pt x="545" y="84"/>
                  </a:cubicBezTo>
                  <a:cubicBezTo>
                    <a:pt x="544" y="85"/>
                    <a:pt x="542" y="85"/>
                    <a:pt x="539" y="84"/>
                  </a:cubicBezTo>
                  <a:cubicBezTo>
                    <a:pt x="535" y="84"/>
                    <a:pt x="535" y="84"/>
                    <a:pt x="535" y="84"/>
                  </a:cubicBezTo>
                  <a:cubicBezTo>
                    <a:pt x="533" y="84"/>
                    <a:pt x="531" y="84"/>
                    <a:pt x="530" y="84"/>
                  </a:cubicBezTo>
                  <a:cubicBezTo>
                    <a:pt x="529" y="84"/>
                    <a:pt x="529" y="84"/>
                    <a:pt x="529" y="84"/>
                  </a:cubicBezTo>
                  <a:cubicBezTo>
                    <a:pt x="529" y="84"/>
                    <a:pt x="529" y="84"/>
                    <a:pt x="529" y="84"/>
                  </a:cubicBezTo>
                  <a:cubicBezTo>
                    <a:pt x="528" y="85"/>
                    <a:pt x="527" y="85"/>
                    <a:pt x="527" y="86"/>
                  </a:cubicBezTo>
                  <a:cubicBezTo>
                    <a:pt x="525" y="89"/>
                    <a:pt x="526" y="99"/>
                    <a:pt x="529" y="97"/>
                  </a:cubicBezTo>
                  <a:cubicBezTo>
                    <a:pt x="531" y="96"/>
                    <a:pt x="534" y="96"/>
                    <a:pt x="537" y="95"/>
                  </a:cubicBezTo>
                  <a:cubicBezTo>
                    <a:pt x="539" y="94"/>
                    <a:pt x="551" y="96"/>
                    <a:pt x="554" y="96"/>
                  </a:cubicBezTo>
                  <a:cubicBezTo>
                    <a:pt x="557" y="95"/>
                    <a:pt x="562" y="102"/>
                    <a:pt x="564" y="100"/>
                  </a:cubicBezTo>
                  <a:cubicBezTo>
                    <a:pt x="565" y="99"/>
                    <a:pt x="568" y="103"/>
                    <a:pt x="571" y="105"/>
                  </a:cubicBezTo>
                  <a:cubicBezTo>
                    <a:pt x="572" y="106"/>
                    <a:pt x="573" y="106"/>
                    <a:pt x="573" y="105"/>
                  </a:cubicBezTo>
                  <a:cubicBezTo>
                    <a:pt x="574" y="105"/>
                    <a:pt x="574" y="104"/>
                    <a:pt x="575" y="103"/>
                  </a:cubicBezTo>
                  <a:cubicBezTo>
                    <a:pt x="575" y="103"/>
                    <a:pt x="575" y="103"/>
                    <a:pt x="575" y="103"/>
                  </a:cubicBezTo>
                  <a:cubicBezTo>
                    <a:pt x="575" y="103"/>
                    <a:pt x="577" y="103"/>
                    <a:pt x="579" y="105"/>
                  </a:cubicBezTo>
                  <a:cubicBezTo>
                    <a:pt x="584" y="109"/>
                    <a:pt x="581" y="109"/>
                    <a:pt x="584" y="109"/>
                  </a:cubicBezTo>
                  <a:cubicBezTo>
                    <a:pt x="587" y="109"/>
                    <a:pt x="594" y="110"/>
                    <a:pt x="594" y="110"/>
                  </a:cubicBezTo>
                  <a:cubicBezTo>
                    <a:pt x="594" y="110"/>
                    <a:pt x="594" y="110"/>
                    <a:pt x="594" y="109"/>
                  </a:cubicBezTo>
                  <a:cubicBezTo>
                    <a:pt x="594" y="109"/>
                    <a:pt x="595" y="109"/>
                    <a:pt x="595" y="109"/>
                  </a:cubicBezTo>
                  <a:cubicBezTo>
                    <a:pt x="595" y="109"/>
                    <a:pt x="595" y="107"/>
                    <a:pt x="596" y="105"/>
                  </a:cubicBezTo>
                  <a:cubicBezTo>
                    <a:pt x="597" y="105"/>
                    <a:pt x="598" y="105"/>
                    <a:pt x="599" y="105"/>
                  </a:cubicBezTo>
                  <a:cubicBezTo>
                    <a:pt x="604" y="106"/>
                    <a:pt x="608" y="112"/>
                    <a:pt x="608" y="109"/>
                  </a:cubicBezTo>
                  <a:cubicBezTo>
                    <a:pt x="609" y="109"/>
                    <a:pt x="609" y="109"/>
                    <a:pt x="609" y="107"/>
                  </a:cubicBezTo>
                  <a:cubicBezTo>
                    <a:pt x="609" y="106"/>
                    <a:pt x="609" y="105"/>
                    <a:pt x="609" y="103"/>
                  </a:cubicBezTo>
                  <a:cubicBezTo>
                    <a:pt x="608" y="103"/>
                    <a:pt x="608" y="103"/>
                    <a:pt x="608" y="103"/>
                  </a:cubicBezTo>
                  <a:cubicBezTo>
                    <a:pt x="608" y="101"/>
                    <a:pt x="607" y="99"/>
                    <a:pt x="605" y="96"/>
                  </a:cubicBezTo>
                  <a:cubicBezTo>
                    <a:pt x="604" y="96"/>
                    <a:pt x="604" y="96"/>
                    <a:pt x="604" y="96"/>
                  </a:cubicBezTo>
                  <a:cubicBezTo>
                    <a:pt x="605" y="96"/>
                    <a:pt x="605" y="96"/>
                    <a:pt x="605" y="96"/>
                  </a:cubicBezTo>
                  <a:cubicBezTo>
                    <a:pt x="601" y="92"/>
                    <a:pt x="595" y="90"/>
                    <a:pt x="594" y="88"/>
                  </a:cubicBezTo>
                  <a:cubicBezTo>
                    <a:pt x="593" y="87"/>
                    <a:pt x="593" y="85"/>
                    <a:pt x="593" y="84"/>
                  </a:cubicBezTo>
                  <a:cubicBezTo>
                    <a:pt x="592" y="84"/>
                    <a:pt x="592" y="84"/>
                    <a:pt x="592" y="84"/>
                  </a:cubicBezTo>
                  <a:cubicBezTo>
                    <a:pt x="592" y="84"/>
                    <a:pt x="592" y="84"/>
                    <a:pt x="593" y="83"/>
                  </a:cubicBezTo>
                  <a:cubicBezTo>
                    <a:pt x="594" y="82"/>
                    <a:pt x="601" y="84"/>
                    <a:pt x="605" y="87"/>
                  </a:cubicBezTo>
                  <a:cubicBezTo>
                    <a:pt x="609" y="90"/>
                    <a:pt x="613" y="93"/>
                    <a:pt x="616" y="90"/>
                  </a:cubicBezTo>
                  <a:cubicBezTo>
                    <a:pt x="616" y="90"/>
                    <a:pt x="616" y="90"/>
                    <a:pt x="616" y="90"/>
                  </a:cubicBezTo>
                  <a:cubicBezTo>
                    <a:pt x="616" y="90"/>
                    <a:pt x="616" y="90"/>
                    <a:pt x="616" y="90"/>
                  </a:cubicBezTo>
                  <a:cubicBezTo>
                    <a:pt x="617" y="89"/>
                    <a:pt x="618" y="89"/>
                    <a:pt x="618" y="89"/>
                  </a:cubicBezTo>
                  <a:cubicBezTo>
                    <a:pt x="620" y="88"/>
                    <a:pt x="621" y="87"/>
                    <a:pt x="622" y="86"/>
                  </a:cubicBezTo>
                  <a:cubicBezTo>
                    <a:pt x="623" y="86"/>
                    <a:pt x="624" y="85"/>
                    <a:pt x="624" y="85"/>
                  </a:cubicBezTo>
                  <a:cubicBezTo>
                    <a:pt x="625" y="84"/>
                    <a:pt x="625" y="84"/>
                    <a:pt x="625" y="84"/>
                  </a:cubicBezTo>
                  <a:cubicBezTo>
                    <a:pt x="624" y="84"/>
                    <a:pt x="624" y="84"/>
                    <a:pt x="624" y="84"/>
                  </a:cubicBezTo>
                  <a:cubicBezTo>
                    <a:pt x="626" y="82"/>
                    <a:pt x="628" y="78"/>
                    <a:pt x="628" y="78"/>
                  </a:cubicBezTo>
                  <a:cubicBezTo>
                    <a:pt x="628" y="78"/>
                    <a:pt x="624" y="77"/>
                    <a:pt x="619" y="76"/>
                  </a:cubicBezTo>
                  <a:cubicBezTo>
                    <a:pt x="623" y="76"/>
                    <a:pt x="623" y="76"/>
                    <a:pt x="623" y="76"/>
                  </a:cubicBezTo>
                  <a:cubicBezTo>
                    <a:pt x="619" y="75"/>
                    <a:pt x="614" y="74"/>
                    <a:pt x="613" y="72"/>
                  </a:cubicBezTo>
                  <a:cubicBezTo>
                    <a:pt x="611" y="69"/>
                    <a:pt x="604" y="65"/>
                    <a:pt x="602" y="65"/>
                  </a:cubicBezTo>
                  <a:cubicBezTo>
                    <a:pt x="600" y="65"/>
                    <a:pt x="595" y="69"/>
                    <a:pt x="593" y="65"/>
                  </a:cubicBezTo>
                  <a:cubicBezTo>
                    <a:pt x="591" y="65"/>
                    <a:pt x="591" y="65"/>
                    <a:pt x="591" y="65"/>
                  </a:cubicBezTo>
                  <a:cubicBezTo>
                    <a:pt x="591" y="64"/>
                    <a:pt x="591" y="64"/>
                    <a:pt x="591" y="64"/>
                  </a:cubicBezTo>
                  <a:cubicBezTo>
                    <a:pt x="590" y="62"/>
                    <a:pt x="590" y="59"/>
                    <a:pt x="589" y="57"/>
                  </a:cubicBezTo>
                  <a:cubicBezTo>
                    <a:pt x="591" y="57"/>
                    <a:pt x="591" y="57"/>
                    <a:pt x="591" y="57"/>
                  </a:cubicBezTo>
                  <a:cubicBezTo>
                    <a:pt x="590" y="53"/>
                    <a:pt x="589" y="50"/>
                    <a:pt x="588" y="50"/>
                  </a:cubicBezTo>
                  <a:cubicBezTo>
                    <a:pt x="587" y="49"/>
                    <a:pt x="573" y="47"/>
                    <a:pt x="566" y="45"/>
                  </a:cubicBezTo>
                  <a:cubicBezTo>
                    <a:pt x="563" y="45"/>
                    <a:pt x="563" y="45"/>
                    <a:pt x="563" y="45"/>
                  </a:cubicBezTo>
                  <a:cubicBezTo>
                    <a:pt x="562" y="45"/>
                    <a:pt x="562" y="45"/>
                    <a:pt x="561" y="45"/>
                  </a:cubicBezTo>
                  <a:cubicBezTo>
                    <a:pt x="559" y="43"/>
                    <a:pt x="550" y="40"/>
                    <a:pt x="545" y="37"/>
                  </a:cubicBezTo>
                  <a:cubicBezTo>
                    <a:pt x="547" y="37"/>
                    <a:pt x="547" y="37"/>
                    <a:pt x="547" y="37"/>
                  </a:cubicBezTo>
                  <a:cubicBezTo>
                    <a:pt x="545" y="37"/>
                    <a:pt x="544" y="36"/>
                    <a:pt x="543" y="35"/>
                  </a:cubicBezTo>
                  <a:cubicBezTo>
                    <a:pt x="538" y="32"/>
                    <a:pt x="532" y="28"/>
                    <a:pt x="528" y="28"/>
                  </a:cubicBezTo>
                  <a:cubicBezTo>
                    <a:pt x="524" y="28"/>
                    <a:pt x="508" y="31"/>
                    <a:pt x="505" y="30"/>
                  </a:cubicBezTo>
                  <a:cubicBezTo>
                    <a:pt x="502" y="29"/>
                    <a:pt x="493" y="31"/>
                    <a:pt x="489" y="32"/>
                  </a:cubicBezTo>
                  <a:cubicBezTo>
                    <a:pt x="489" y="32"/>
                    <a:pt x="489" y="32"/>
                    <a:pt x="488" y="32"/>
                  </a:cubicBezTo>
                  <a:cubicBezTo>
                    <a:pt x="488" y="32"/>
                    <a:pt x="488" y="32"/>
                    <a:pt x="488" y="32"/>
                  </a:cubicBezTo>
                  <a:cubicBezTo>
                    <a:pt x="485" y="33"/>
                    <a:pt x="493" y="41"/>
                    <a:pt x="485" y="42"/>
                  </a:cubicBezTo>
                  <a:cubicBezTo>
                    <a:pt x="478" y="44"/>
                    <a:pt x="479" y="45"/>
                    <a:pt x="480" y="37"/>
                  </a:cubicBezTo>
                  <a:cubicBezTo>
                    <a:pt x="481" y="37"/>
                    <a:pt x="481" y="37"/>
                    <a:pt x="481" y="37"/>
                  </a:cubicBezTo>
                  <a:cubicBezTo>
                    <a:pt x="481" y="37"/>
                    <a:pt x="481" y="36"/>
                    <a:pt x="481" y="36"/>
                  </a:cubicBezTo>
                  <a:cubicBezTo>
                    <a:pt x="483" y="27"/>
                    <a:pt x="476" y="25"/>
                    <a:pt x="470" y="28"/>
                  </a:cubicBezTo>
                  <a:cubicBezTo>
                    <a:pt x="466" y="30"/>
                    <a:pt x="461" y="32"/>
                    <a:pt x="458" y="34"/>
                  </a:cubicBezTo>
                  <a:cubicBezTo>
                    <a:pt x="455" y="35"/>
                    <a:pt x="453" y="37"/>
                    <a:pt x="454" y="39"/>
                  </a:cubicBezTo>
                  <a:cubicBezTo>
                    <a:pt x="457" y="43"/>
                    <a:pt x="454" y="46"/>
                    <a:pt x="459" y="50"/>
                  </a:cubicBezTo>
                  <a:cubicBezTo>
                    <a:pt x="464" y="54"/>
                    <a:pt x="466" y="55"/>
                    <a:pt x="472" y="55"/>
                  </a:cubicBezTo>
                  <a:cubicBezTo>
                    <a:pt x="479" y="54"/>
                    <a:pt x="485" y="56"/>
                    <a:pt x="485" y="56"/>
                  </a:cubicBezTo>
                  <a:cubicBezTo>
                    <a:pt x="485" y="56"/>
                    <a:pt x="485" y="63"/>
                    <a:pt x="483" y="64"/>
                  </a:cubicBezTo>
                  <a:cubicBezTo>
                    <a:pt x="482" y="64"/>
                    <a:pt x="482" y="64"/>
                    <a:pt x="481" y="65"/>
                  </a:cubicBezTo>
                  <a:cubicBezTo>
                    <a:pt x="480" y="65"/>
                    <a:pt x="480" y="65"/>
                    <a:pt x="480" y="65"/>
                  </a:cubicBezTo>
                  <a:cubicBezTo>
                    <a:pt x="479" y="65"/>
                    <a:pt x="478" y="65"/>
                    <a:pt x="478" y="66"/>
                  </a:cubicBezTo>
                  <a:cubicBezTo>
                    <a:pt x="477" y="67"/>
                    <a:pt x="476" y="67"/>
                    <a:pt x="475" y="69"/>
                  </a:cubicBezTo>
                  <a:cubicBezTo>
                    <a:pt x="475" y="70"/>
                    <a:pt x="474" y="71"/>
                    <a:pt x="473" y="72"/>
                  </a:cubicBezTo>
                  <a:cubicBezTo>
                    <a:pt x="472" y="72"/>
                    <a:pt x="470" y="73"/>
                    <a:pt x="470" y="72"/>
                  </a:cubicBezTo>
                  <a:cubicBezTo>
                    <a:pt x="470" y="70"/>
                    <a:pt x="471" y="67"/>
                    <a:pt x="471" y="65"/>
                  </a:cubicBezTo>
                  <a:cubicBezTo>
                    <a:pt x="470" y="65"/>
                    <a:pt x="470" y="65"/>
                    <a:pt x="470" y="65"/>
                  </a:cubicBezTo>
                  <a:cubicBezTo>
                    <a:pt x="470" y="64"/>
                    <a:pt x="469" y="62"/>
                    <a:pt x="468" y="62"/>
                  </a:cubicBezTo>
                  <a:cubicBezTo>
                    <a:pt x="465" y="59"/>
                    <a:pt x="464" y="58"/>
                    <a:pt x="460" y="61"/>
                  </a:cubicBezTo>
                  <a:cubicBezTo>
                    <a:pt x="456" y="64"/>
                    <a:pt x="455" y="65"/>
                    <a:pt x="454" y="60"/>
                  </a:cubicBezTo>
                  <a:cubicBezTo>
                    <a:pt x="453" y="59"/>
                    <a:pt x="452" y="58"/>
                    <a:pt x="451" y="57"/>
                  </a:cubicBezTo>
                  <a:cubicBezTo>
                    <a:pt x="453" y="57"/>
                    <a:pt x="453" y="57"/>
                    <a:pt x="453" y="57"/>
                  </a:cubicBezTo>
                  <a:cubicBezTo>
                    <a:pt x="450" y="54"/>
                    <a:pt x="446" y="51"/>
                    <a:pt x="446" y="51"/>
                  </a:cubicBezTo>
                  <a:cubicBezTo>
                    <a:pt x="446" y="51"/>
                    <a:pt x="444" y="48"/>
                    <a:pt x="442" y="45"/>
                  </a:cubicBezTo>
                  <a:cubicBezTo>
                    <a:pt x="441" y="45"/>
                    <a:pt x="441" y="45"/>
                    <a:pt x="441" y="45"/>
                  </a:cubicBezTo>
                  <a:cubicBezTo>
                    <a:pt x="440" y="44"/>
                    <a:pt x="439" y="44"/>
                    <a:pt x="439" y="43"/>
                  </a:cubicBezTo>
                  <a:cubicBezTo>
                    <a:pt x="436" y="40"/>
                    <a:pt x="430" y="41"/>
                    <a:pt x="430" y="43"/>
                  </a:cubicBezTo>
                  <a:cubicBezTo>
                    <a:pt x="429" y="46"/>
                    <a:pt x="431" y="49"/>
                    <a:pt x="433" y="55"/>
                  </a:cubicBezTo>
                  <a:cubicBezTo>
                    <a:pt x="434" y="59"/>
                    <a:pt x="435" y="64"/>
                    <a:pt x="433" y="66"/>
                  </a:cubicBezTo>
                  <a:cubicBezTo>
                    <a:pt x="433" y="66"/>
                    <a:pt x="433" y="67"/>
                    <a:pt x="433" y="67"/>
                  </a:cubicBezTo>
                  <a:cubicBezTo>
                    <a:pt x="432" y="67"/>
                    <a:pt x="432" y="67"/>
                    <a:pt x="431" y="68"/>
                  </a:cubicBezTo>
                  <a:cubicBezTo>
                    <a:pt x="429" y="68"/>
                    <a:pt x="429" y="71"/>
                    <a:pt x="427" y="72"/>
                  </a:cubicBezTo>
                  <a:cubicBezTo>
                    <a:pt x="427" y="72"/>
                    <a:pt x="427" y="72"/>
                    <a:pt x="427" y="72"/>
                  </a:cubicBezTo>
                  <a:cubicBezTo>
                    <a:pt x="423" y="73"/>
                    <a:pt x="422" y="70"/>
                    <a:pt x="422" y="66"/>
                  </a:cubicBezTo>
                  <a:cubicBezTo>
                    <a:pt x="422" y="65"/>
                    <a:pt x="422" y="65"/>
                    <a:pt x="422" y="65"/>
                  </a:cubicBezTo>
                  <a:cubicBezTo>
                    <a:pt x="421" y="65"/>
                    <a:pt x="421" y="65"/>
                    <a:pt x="421" y="65"/>
                  </a:cubicBezTo>
                  <a:cubicBezTo>
                    <a:pt x="420" y="61"/>
                    <a:pt x="420" y="59"/>
                    <a:pt x="420" y="57"/>
                  </a:cubicBezTo>
                  <a:cubicBezTo>
                    <a:pt x="421" y="57"/>
                    <a:pt x="421" y="57"/>
                    <a:pt x="421" y="57"/>
                  </a:cubicBezTo>
                  <a:cubicBezTo>
                    <a:pt x="421" y="56"/>
                    <a:pt x="421" y="56"/>
                    <a:pt x="421" y="55"/>
                  </a:cubicBezTo>
                  <a:cubicBezTo>
                    <a:pt x="422" y="53"/>
                    <a:pt x="417" y="56"/>
                    <a:pt x="412" y="55"/>
                  </a:cubicBezTo>
                  <a:cubicBezTo>
                    <a:pt x="410" y="55"/>
                    <a:pt x="408" y="55"/>
                    <a:pt x="407" y="56"/>
                  </a:cubicBezTo>
                  <a:cubicBezTo>
                    <a:pt x="405" y="57"/>
                    <a:pt x="404" y="59"/>
                    <a:pt x="407" y="60"/>
                  </a:cubicBezTo>
                  <a:cubicBezTo>
                    <a:pt x="412" y="61"/>
                    <a:pt x="413" y="67"/>
                    <a:pt x="410" y="70"/>
                  </a:cubicBezTo>
                  <a:cubicBezTo>
                    <a:pt x="410" y="70"/>
                    <a:pt x="410" y="70"/>
                    <a:pt x="410" y="70"/>
                  </a:cubicBezTo>
                  <a:cubicBezTo>
                    <a:pt x="405" y="72"/>
                    <a:pt x="388" y="70"/>
                    <a:pt x="383" y="70"/>
                  </a:cubicBezTo>
                  <a:cubicBezTo>
                    <a:pt x="377" y="70"/>
                    <a:pt x="369" y="72"/>
                    <a:pt x="368" y="68"/>
                  </a:cubicBezTo>
                  <a:cubicBezTo>
                    <a:pt x="367" y="67"/>
                    <a:pt x="368" y="66"/>
                    <a:pt x="369" y="65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71" y="64"/>
                    <a:pt x="373" y="63"/>
                    <a:pt x="375" y="63"/>
                  </a:cubicBezTo>
                  <a:cubicBezTo>
                    <a:pt x="378" y="63"/>
                    <a:pt x="389" y="63"/>
                    <a:pt x="393" y="57"/>
                  </a:cubicBezTo>
                  <a:cubicBezTo>
                    <a:pt x="393" y="57"/>
                    <a:pt x="393" y="57"/>
                    <a:pt x="393" y="57"/>
                  </a:cubicBezTo>
                  <a:cubicBezTo>
                    <a:pt x="393" y="57"/>
                    <a:pt x="393" y="57"/>
                    <a:pt x="393" y="57"/>
                  </a:cubicBezTo>
                  <a:cubicBezTo>
                    <a:pt x="393" y="57"/>
                    <a:pt x="394" y="57"/>
                    <a:pt x="394" y="56"/>
                  </a:cubicBezTo>
                  <a:cubicBezTo>
                    <a:pt x="398" y="50"/>
                    <a:pt x="389" y="49"/>
                    <a:pt x="385" y="49"/>
                  </a:cubicBezTo>
                  <a:cubicBezTo>
                    <a:pt x="382" y="49"/>
                    <a:pt x="380" y="48"/>
                    <a:pt x="377" y="45"/>
                  </a:cubicBezTo>
                  <a:cubicBezTo>
                    <a:pt x="375" y="45"/>
                    <a:pt x="375" y="45"/>
                    <a:pt x="375" y="45"/>
                  </a:cubicBezTo>
                  <a:cubicBezTo>
                    <a:pt x="374" y="44"/>
                    <a:pt x="373" y="43"/>
                    <a:pt x="372" y="42"/>
                  </a:cubicBezTo>
                  <a:cubicBezTo>
                    <a:pt x="371" y="41"/>
                    <a:pt x="371" y="39"/>
                    <a:pt x="371" y="37"/>
                  </a:cubicBezTo>
                  <a:cubicBezTo>
                    <a:pt x="372" y="37"/>
                    <a:pt x="372" y="37"/>
                    <a:pt x="372" y="37"/>
                  </a:cubicBezTo>
                  <a:cubicBezTo>
                    <a:pt x="373" y="34"/>
                    <a:pt x="376" y="32"/>
                    <a:pt x="375" y="31"/>
                  </a:cubicBezTo>
                  <a:cubicBezTo>
                    <a:pt x="374" y="28"/>
                    <a:pt x="369" y="30"/>
                    <a:pt x="365" y="30"/>
                  </a:cubicBezTo>
                  <a:cubicBezTo>
                    <a:pt x="363" y="30"/>
                    <a:pt x="359" y="29"/>
                    <a:pt x="357" y="28"/>
                  </a:cubicBezTo>
                  <a:cubicBezTo>
                    <a:pt x="359" y="28"/>
                    <a:pt x="361" y="28"/>
                    <a:pt x="361" y="28"/>
                  </a:cubicBezTo>
                  <a:cubicBezTo>
                    <a:pt x="362" y="27"/>
                    <a:pt x="362" y="27"/>
                    <a:pt x="362" y="27"/>
                  </a:cubicBezTo>
                  <a:cubicBezTo>
                    <a:pt x="362" y="26"/>
                    <a:pt x="363" y="26"/>
                    <a:pt x="363" y="26"/>
                  </a:cubicBezTo>
                  <a:cubicBezTo>
                    <a:pt x="362" y="26"/>
                    <a:pt x="362" y="26"/>
                    <a:pt x="362" y="26"/>
                  </a:cubicBezTo>
                  <a:cubicBezTo>
                    <a:pt x="364" y="25"/>
                    <a:pt x="365" y="24"/>
                    <a:pt x="366" y="22"/>
                  </a:cubicBezTo>
                  <a:cubicBezTo>
                    <a:pt x="366" y="21"/>
                    <a:pt x="366" y="20"/>
                    <a:pt x="366" y="18"/>
                  </a:cubicBezTo>
                  <a:cubicBezTo>
                    <a:pt x="367" y="18"/>
                    <a:pt x="367" y="18"/>
                    <a:pt x="367" y="18"/>
                  </a:cubicBezTo>
                  <a:cubicBezTo>
                    <a:pt x="368" y="15"/>
                    <a:pt x="368" y="12"/>
                    <a:pt x="368" y="12"/>
                  </a:cubicBezTo>
                  <a:cubicBezTo>
                    <a:pt x="368" y="12"/>
                    <a:pt x="366" y="8"/>
                    <a:pt x="363" y="10"/>
                  </a:cubicBezTo>
                  <a:cubicBezTo>
                    <a:pt x="360" y="12"/>
                    <a:pt x="359" y="13"/>
                    <a:pt x="356" y="12"/>
                  </a:cubicBezTo>
                  <a:cubicBezTo>
                    <a:pt x="354" y="11"/>
                    <a:pt x="353" y="8"/>
                    <a:pt x="351" y="6"/>
                  </a:cubicBezTo>
                  <a:cubicBezTo>
                    <a:pt x="346" y="6"/>
                    <a:pt x="346" y="6"/>
                    <a:pt x="346" y="6"/>
                  </a:cubicBezTo>
                  <a:cubicBezTo>
                    <a:pt x="345" y="7"/>
                    <a:pt x="345" y="7"/>
                    <a:pt x="344" y="8"/>
                  </a:cubicBezTo>
                  <a:cubicBezTo>
                    <a:pt x="341" y="9"/>
                    <a:pt x="340" y="12"/>
                    <a:pt x="339" y="13"/>
                  </a:cubicBezTo>
                  <a:cubicBezTo>
                    <a:pt x="338" y="13"/>
                    <a:pt x="338" y="13"/>
                    <a:pt x="338" y="13"/>
                  </a:cubicBezTo>
                  <a:cubicBezTo>
                    <a:pt x="336" y="14"/>
                    <a:pt x="334" y="15"/>
                    <a:pt x="333" y="14"/>
                  </a:cubicBezTo>
                  <a:cubicBezTo>
                    <a:pt x="332" y="14"/>
                    <a:pt x="324" y="8"/>
                    <a:pt x="324" y="8"/>
                  </a:cubicBezTo>
                  <a:cubicBezTo>
                    <a:pt x="324" y="8"/>
                    <a:pt x="314" y="8"/>
                    <a:pt x="309" y="6"/>
                  </a:cubicBezTo>
                  <a:cubicBezTo>
                    <a:pt x="307" y="6"/>
                    <a:pt x="307" y="6"/>
                    <a:pt x="307" y="6"/>
                  </a:cubicBezTo>
                  <a:cubicBezTo>
                    <a:pt x="307" y="6"/>
                    <a:pt x="307" y="6"/>
                    <a:pt x="307" y="6"/>
                  </a:cubicBezTo>
                  <a:cubicBezTo>
                    <a:pt x="306" y="4"/>
                    <a:pt x="303" y="0"/>
                    <a:pt x="296" y="0"/>
                  </a:cubicBezTo>
                  <a:cubicBezTo>
                    <a:pt x="289" y="1"/>
                    <a:pt x="276" y="6"/>
                    <a:pt x="274" y="6"/>
                  </a:cubicBezTo>
                  <a:cubicBezTo>
                    <a:pt x="273" y="6"/>
                    <a:pt x="275" y="9"/>
                    <a:pt x="275" y="10"/>
                  </a:cubicBezTo>
                  <a:cubicBezTo>
                    <a:pt x="273" y="10"/>
                    <a:pt x="270" y="10"/>
                    <a:pt x="269" y="12"/>
                  </a:cubicBezTo>
                  <a:cubicBezTo>
                    <a:pt x="268" y="12"/>
                    <a:pt x="267" y="13"/>
                    <a:pt x="267" y="14"/>
                  </a:cubicBezTo>
                  <a:cubicBezTo>
                    <a:pt x="266" y="16"/>
                    <a:pt x="270" y="16"/>
                    <a:pt x="274" y="16"/>
                  </a:cubicBezTo>
                  <a:cubicBezTo>
                    <a:pt x="278" y="16"/>
                    <a:pt x="285" y="16"/>
                    <a:pt x="287" y="15"/>
                  </a:cubicBezTo>
                  <a:cubicBezTo>
                    <a:pt x="289" y="14"/>
                    <a:pt x="299" y="11"/>
                    <a:pt x="299" y="15"/>
                  </a:cubicBezTo>
                  <a:cubicBezTo>
                    <a:pt x="299" y="18"/>
                    <a:pt x="303" y="24"/>
                    <a:pt x="305" y="23"/>
                  </a:cubicBezTo>
                  <a:cubicBezTo>
                    <a:pt x="308" y="22"/>
                    <a:pt x="312" y="17"/>
                    <a:pt x="314" y="19"/>
                  </a:cubicBezTo>
                  <a:cubicBezTo>
                    <a:pt x="317" y="21"/>
                    <a:pt x="317" y="26"/>
                    <a:pt x="319" y="27"/>
                  </a:cubicBezTo>
                  <a:cubicBezTo>
                    <a:pt x="322" y="28"/>
                    <a:pt x="328" y="28"/>
                    <a:pt x="331" y="27"/>
                  </a:cubicBezTo>
                  <a:cubicBezTo>
                    <a:pt x="334" y="26"/>
                    <a:pt x="342" y="26"/>
                    <a:pt x="346" y="27"/>
                  </a:cubicBezTo>
                  <a:cubicBezTo>
                    <a:pt x="348" y="27"/>
                    <a:pt x="352" y="28"/>
                    <a:pt x="356" y="28"/>
                  </a:cubicBezTo>
                  <a:cubicBezTo>
                    <a:pt x="355" y="28"/>
                    <a:pt x="354" y="29"/>
                    <a:pt x="354" y="29"/>
                  </a:cubicBezTo>
                  <a:cubicBezTo>
                    <a:pt x="353" y="29"/>
                    <a:pt x="353" y="30"/>
                    <a:pt x="353" y="31"/>
                  </a:cubicBezTo>
                  <a:cubicBezTo>
                    <a:pt x="353" y="35"/>
                    <a:pt x="356" y="43"/>
                    <a:pt x="356" y="46"/>
                  </a:cubicBezTo>
                  <a:cubicBezTo>
                    <a:pt x="356" y="46"/>
                    <a:pt x="356" y="46"/>
                    <a:pt x="356" y="46"/>
                  </a:cubicBezTo>
                  <a:cubicBezTo>
                    <a:pt x="355" y="46"/>
                    <a:pt x="355" y="45"/>
                    <a:pt x="355" y="45"/>
                  </a:cubicBezTo>
                  <a:cubicBezTo>
                    <a:pt x="353" y="45"/>
                    <a:pt x="353" y="45"/>
                    <a:pt x="353" y="45"/>
                  </a:cubicBezTo>
                  <a:cubicBezTo>
                    <a:pt x="352" y="43"/>
                    <a:pt x="351" y="40"/>
                    <a:pt x="350" y="37"/>
                  </a:cubicBezTo>
                  <a:cubicBezTo>
                    <a:pt x="351" y="37"/>
                    <a:pt x="351" y="37"/>
                    <a:pt x="351" y="37"/>
                  </a:cubicBezTo>
                  <a:cubicBezTo>
                    <a:pt x="351" y="37"/>
                    <a:pt x="351" y="36"/>
                    <a:pt x="350" y="35"/>
                  </a:cubicBezTo>
                  <a:cubicBezTo>
                    <a:pt x="348" y="32"/>
                    <a:pt x="344" y="32"/>
                    <a:pt x="339" y="33"/>
                  </a:cubicBezTo>
                  <a:cubicBezTo>
                    <a:pt x="334" y="33"/>
                    <a:pt x="325" y="35"/>
                    <a:pt x="323" y="35"/>
                  </a:cubicBezTo>
                  <a:cubicBezTo>
                    <a:pt x="320" y="34"/>
                    <a:pt x="322" y="34"/>
                    <a:pt x="317" y="31"/>
                  </a:cubicBezTo>
                  <a:cubicBezTo>
                    <a:pt x="311" y="28"/>
                    <a:pt x="309" y="29"/>
                    <a:pt x="305" y="26"/>
                  </a:cubicBezTo>
                  <a:cubicBezTo>
                    <a:pt x="303" y="26"/>
                    <a:pt x="303" y="26"/>
                    <a:pt x="303" y="26"/>
                  </a:cubicBezTo>
                  <a:cubicBezTo>
                    <a:pt x="300" y="23"/>
                    <a:pt x="303" y="22"/>
                    <a:pt x="296" y="22"/>
                  </a:cubicBezTo>
                  <a:cubicBezTo>
                    <a:pt x="289" y="21"/>
                    <a:pt x="290" y="26"/>
                    <a:pt x="283" y="25"/>
                  </a:cubicBezTo>
                  <a:cubicBezTo>
                    <a:pt x="276" y="23"/>
                    <a:pt x="274" y="25"/>
                    <a:pt x="267" y="25"/>
                  </a:cubicBezTo>
                  <a:cubicBezTo>
                    <a:pt x="260" y="24"/>
                    <a:pt x="257" y="23"/>
                    <a:pt x="256" y="28"/>
                  </a:cubicBezTo>
                  <a:cubicBezTo>
                    <a:pt x="255" y="32"/>
                    <a:pt x="253" y="39"/>
                    <a:pt x="250" y="39"/>
                  </a:cubicBezTo>
                  <a:cubicBezTo>
                    <a:pt x="247" y="39"/>
                    <a:pt x="243" y="43"/>
                    <a:pt x="253" y="43"/>
                  </a:cubicBezTo>
                  <a:cubicBezTo>
                    <a:pt x="262" y="44"/>
                    <a:pt x="257" y="49"/>
                    <a:pt x="265" y="49"/>
                  </a:cubicBezTo>
                  <a:cubicBezTo>
                    <a:pt x="272" y="48"/>
                    <a:pt x="278" y="48"/>
                    <a:pt x="281" y="45"/>
                  </a:cubicBezTo>
                  <a:cubicBezTo>
                    <a:pt x="282" y="45"/>
                    <a:pt x="282" y="45"/>
                    <a:pt x="282" y="45"/>
                  </a:cubicBezTo>
                  <a:cubicBezTo>
                    <a:pt x="282" y="45"/>
                    <a:pt x="282" y="45"/>
                    <a:pt x="282" y="45"/>
                  </a:cubicBezTo>
                  <a:cubicBezTo>
                    <a:pt x="282" y="45"/>
                    <a:pt x="283" y="44"/>
                    <a:pt x="283" y="43"/>
                  </a:cubicBezTo>
                  <a:cubicBezTo>
                    <a:pt x="285" y="39"/>
                    <a:pt x="286" y="39"/>
                    <a:pt x="287" y="41"/>
                  </a:cubicBezTo>
                  <a:cubicBezTo>
                    <a:pt x="288" y="42"/>
                    <a:pt x="296" y="53"/>
                    <a:pt x="296" y="53"/>
                  </a:cubicBezTo>
                  <a:cubicBezTo>
                    <a:pt x="296" y="53"/>
                    <a:pt x="301" y="58"/>
                    <a:pt x="303" y="59"/>
                  </a:cubicBezTo>
                  <a:cubicBezTo>
                    <a:pt x="305" y="60"/>
                    <a:pt x="301" y="65"/>
                    <a:pt x="297" y="62"/>
                  </a:cubicBezTo>
                  <a:cubicBezTo>
                    <a:pt x="293" y="59"/>
                    <a:pt x="285" y="60"/>
                    <a:pt x="283" y="57"/>
                  </a:cubicBezTo>
                  <a:cubicBezTo>
                    <a:pt x="282" y="57"/>
                    <a:pt x="282" y="57"/>
                    <a:pt x="282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84" y="57"/>
                    <a:pt x="284" y="57"/>
                    <a:pt x="283" y="56"/>
                  </a:cubicBezTo>
                  <a:cubicBezTo>
                    <a:pt x="280" y="53"/>
                    <a:pt x="272" y="52"/>
                    <a:pt x="269" y="53"/>
                  </a:cubicBezTo>
                  <a:cubicBezTo>
                    <a:pt x="265" y="53"/>
                    <a:pt x="254" y="52"/>
                    <a:pt x="252" y="52"/>
                  </a:cubicBezTo>
                  <a:cubicBezTo>
                    <a:pt x="252" y="52"/>
                    <a:pt x="250" y="53"/>
                    <a:pt x="249" y="54"/>
                  </a:cubicBezTo>
                  <a:cubicBezTo>
                    <a:pt x="247" y="55"/>
                    <a:pt x="243" y="59"/>
                    <a:pt x="243" y="59"/>
                  </a:cubicBezTo>
                  <a:cubicBezTo>
                    <a:pt x="243" y="59"/>
                    <a:pt x="242" y="58"/>
                    <a:pt x="242" y="57"/>
                  </a:cubicBezTo>
                  <a:cubicBezTo>
                    <a:pt x="243" y="57"/>
                    <a:pt x="243" y="57"/>
                    <a:pt x="243" y="57"/>
                  </a:cubicBezTo>
                  <a:cubicBezTo>
                    <a:pt x="242" y="55"/>
                    <a:pt x="241" y="53"/>
                    <a:pt x="240" y="51"/>
                  </a:cubicBezTo>
                  <a:cubicBezTo>
                    <a:pt x="239" y="50"/>
                    <a:pt x="238" y="50"/>
                    <a:pt x="237" y="51"/>
                  </a:cubicBezTo>
                  <a:cubicBezTo>
                    <a:pt x="236" y="52"/>
                    <a:pt x="235" y="53"/>
                    <a:pt x="234" y="54"/>
                  </a:cubicBezTo>
                  <a:cubicBezTo>
                    <a:pt x="234" y="54"/>
                    <a:pt x="234" y="54"/>
                    <a:pt x="234" y="54"/>
                  </a:cubicBezTo>
                  <a:cubicBezTo>
                    <a:pt x="232" y="55"/>
                    <a:pt x="226" y="49"/>
                    <a:pt x="220" y="52"/>
                  </a:cubicBezTo>
                  <a:cubicBezTo>
                    <a:pt x="218" y="52"/>
                    <a:pt x="217" y="53"/>
                    <a:pt x="216" y="54"/>
                  </a:cubicBezTo>
                  <a:cubicBezTo>
                    <a:pt x="215" y="54"/>
                    <a:pt x="215" y="55"/>
                    <a:pt x="214" y="55"/>
                  </a:cubicBezTo>
                  <a:cubicBezTo>
                    <a:pt x="213" y="56"/>
                    <a:pt x="211" y="56"/>
                    <a:pt x="207" y="56"/>
                  </a:cubicBezTo>
                  <a:cubicBezTo>
                    <a:pt x="199" y="55"/>
                    <a:pt x="197" y="53"/>
                    <a:pt x="194" y="54"/>
                  </a:cubicBezTo>
                  <a:cubicBezTo>
                    <a:pt x="191" y="55"/>
                    <a:pt x="191" y="55"/>
                    <a:pt x="191" y="55"/>
                  </a:cubicBezTo>
                  <a:cubicBezTo>
                    <a:pt x="191" y="55"/>
                    <a:pt x="191" y="55"/>
                    <a:pt x="191" y="55"/>
                  </a:cubicBezTo>
                  <a:cubicBezTo>
                    <a:pt x="190" y="55"/>
                    <a:pt x="190" y="55"/>
                    <a:pt x="190" y="55"/>
                  </a:cubicBezTo>
                  <a:cubicBezTo>
                    <a:pt x="190" y="55"/>
                    <a:pt x="191" y="58"/>
                    <a:pt x="187" y="60"/>
                  </a:cubicBezTo>
                  <a:cubicBezTo>
                    <a:pt x="184" y="62"/>
                    <a:pt x="181" y="65"/>
                    <a:pt x="179" y="62"/>
                  </a:cubicBezTo>
                  <a:cubicBezTo>
                    <a:pt x="176" y="58"/>
                    <a:pt x="175" y="58"/>
                    <a:pt x="173" y="58"/>
                  </a:cubicBezTo>
                  <a:cubicBezTo>
                    <a:pt x="173" y="57"/>
                    <a:pt x="172" y="57"/>
                    <a:pt x="172" y="57"/>
                  </a:cubicBezTo>
                  <a:cubicBezTo>
                    <a:pt x="174" y="57"/>
                    <a:pt x="174" y="57"/>
                    <a:pt x="174" y="57"/>
                  </a:cubicBezTo>
                  <a:cubicBezTo>
                    <a:pt x="172" y="56"/>
                    <a:pt x="169" y="53"/>
                    <a:pt x="163" y="55"/>
                  </a:cubicBezTo>
                  <a:cubicBezTo>
                    <a:pt x="157" y="57"/>
                    <a:pt x="150" y="47"/>
                    <a:pt x="148" y="47"/>
                  </a:cubicBezTo>
                  <a:cubicBezTo>
                    <a:pt x="146" y="47"/>
                    <a:pt x="125" y="52"/>
                    <a:pt x="121" y="51"/>
                  </a:cubicBezTo>
                  <a:cubicBezTo>
                    <a:pt x="118" y="50"/>
                    <a:pt x="111" y="47"/>
                    <a:pt x="106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4" y="46"/>
                    <a:pt x="89" y="47"/>
                    <a:pt x="89" y="47"/>
                  </a:cubicBezTo>
                  <a:cubicBezTo>
                    <a:pt x="89" y="47"/>
                    <a:pt x="86" y="46"/>
                    <a:pt x="83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5" y="46"/>
                    <a:pt x="73" y="46"/>
                    <a:pt x="71" y="45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7" y="42"/>
                    <a:pt x="62" y="41"/>
                    <a:pt x="62" y="41"/>
                  </a:cubicBezTo>
                  <a:cubicBezTo>
                    <a:pt x="62" y="41"/>
                    <a:pt x="61" y="45"/>
                    <a:pt x="58" y="47"/>
                  </a:cubicBezTo>
                  <a:cubicBezTo>
                    <a:pt x="58" y="47"/>
                    <a:pt x="58" y="47"/>
                    <a:pt x="58" y="48"/>
                  </a:cubicBezTo>
                  <a:cubicBezTo>
                    <a:pt x="54" y="49"/>
                    <a:pt x="47" y="51"/>
                    <a:pt x="45" y="50"/>
                  </a:cubicBezTo>
                  <a:cubicBezTo>
                    <a:pt x="44" y="49"/>
                    <a:pt x="31" y="55"/>
                    <a:pt x="31" y="55"/>
                  </a:cubicBezTo>
                  <a:cubicBezTo>
                    <a:pt x="31" y="55"/>
                    <a:pt x="24" y="56"/>
                    <a:pt x="22" y="56"/>
                  </a:cubicBezTo>
                  <a:cubicBezTo>
                    <a:pt x="21" y="56"/>
                    <a:pt x="19" y="56"/>
                    <a:pt x="18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5" y="58"/>
                    <a:pt x="10" y="61"/>
                    <a:pt x="11" y="63"/>
                  </a:cubicBezTo>
                  <a:cubicBezTo>
                    <a:pt x="12" y="65"/>
                    <a:pt x="11" y="70"/>
                    <a:pt x="19" y="70"/>
                  </a:cubicBezTo>
                  <a:cubicBezTo>
                    <a:pt x="27" y="70"/>
                    <a:pt x="28" y="73"/>
                    <a:pt x="31" y="74"/>
                  </a:cubicBezTo>
                  <a:cubicBezTo>
                    <a:pt x="33" y="75"/>
                    <a:pt x="34" y="74"/>
                    <a:pt x="38" y="78"/>
                  </a:cubicBezTo>
                  <a:cubicBezTo>
                    <a:pt x="41" y="81"/>
                    <a:pt x="41" y="84"/>
                    <a:pt x="39" y="84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37" y="84"/>
                    <a:pt x="37" y="84"/>
                    <a:pt x="37" y="84"/>
                  </a:cubicBezTo>
                  <a:cubicBezTo>
                    <a:pt x="32" y="83"/>
                    <a:pt x="28" y="82"/>
                    <a:pt x="25" y="79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9" y="80"/>
                    <a:pt x="0" y="84"/>
                    <a:pt x="0" y="84"/>
                  </a:cubicBezTo>
                  <a:cubicBezTo>
                    <a:pt x="0" y="84"/>
                    <a:pt x="3" y="89"/>
                    <a:pt x="7" y="93"/>
                  </a:cubicBezTo>
                  <a:cubicBezTo>
                    <a:pt x="12" y="96"/>
                    <a:pt x="23" y="96"/>
                    <a:pt x="23" y="96"/>
                  </a:cubicBezTo>
                  <a:cubicBezTo>
                    <a:pt x="23" y="96"/>
                    <a:pt x="29" y="97"/>
                    <a:pt x="32" y="94"/>
                  </a:cubicBezTo>
                  <a:cubicBezTo>
                    <a:pt x="33" y="94"/>
                    <a:pt x="34" y="94"/>
                    <a:pt x="34" y="93"/>
                  </a:cubicBezTo>
                  <a:cubicBezTo>
                    <a:pt x="34" y="93"/>
                    <a:pt x="34" y="93"/>
                    <a:pt x="35" y="93"/>
                  </a:cubicBezTo>
                  <a:cubicBezTo>
                    <a:pt x="37" y="91"/>
                    <a:pt x="40" y="92"/>
                    <a:pt x="41" y="92"/>
                  </a:cubicBezTo>
                  <a:cubicBezTo>
                    <a:pt x="43" y="93"/>
                    <a:pt x="40" y="100"/>
                    <a:pt x="34" y="100"/>
                  </a:cubicBezTo>
                  <a:cubicBezTo>
                    <a:pt x="29" y="99"/>
                    <a:pt x="23" y="100"/>
                    <a:pt x="18" y="105"/>
                  </a:cubicBezTo>
                  <a:cubicBezTo>
                    <a:pt x="14" y="109"/>
                    <a:pt x="10" y="109"/>
                    <a:pt x="12" y="114"/>
                  </a:cubicBezTo>
                  <a:cubicBezTo>
                    <a:pt x="14" y="119"/>
                    <a:pt x="21" y="125"/>
                    <a:pt x="22" y="127"/>
                  </a:cubicBezTo>
                  <a:cubicBezTo>
                    <a:pt x="22" y="129"/>
                    <a:pt x="26" y="128"/>
                    <a:pt x="28" y="126"/>
                  </a:cubicBezTo>
                  <a:cubicBezTo>
                    <a:pt x="30" y="125"/>
                    <a:pt x="31" y="124"/>
                    <a:pt x="32" y="123"/>
                  </a:cubicBezTo>
                  <a:cubicBezTo>
                    <a:pt x="32" y="123"/>
                    <a:pt x="32" y="123"/>
                    <a:pt x="32" y="123"/>
                  </a:cubicBezTo>
                  <a:cubicBezTo>
                    <a:pt x="32" y="120"/>
                    <a:pt x="37" y="120"/>
                    <a:pt x="36" y="126"/>
                  </a:cubicBezTo>
                  <a:cubicBezTo>
                    <a:pt x="34" y="133"/>
                    <a:pt x="41" y="134"/>
                    <a:pt x="41" y="134"/>
                  </a:cubicBezTo>
                  <a:cubicBezTo>
                    <a:pt x="41" y="134"/>
                    <a:pt x="41" y="134"/>
                    <a:pt x="41" y="133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2" y="133"/>
                    <a:pt x="43" y="130"/>
                    <a:pt x="45" y="129"/>
                  </a:cubicBezTo>
                  <a:cubicBezTo>
                    <a:pt x="45" y="129"/>
                    <a:pt x="45" y="129"/>
                    <a:pt x="45" y="129"/>
                  </a:cubicBezTo>
                  <a:cubicBezTo>
                    <a:pt x="47" y="130"/>
                    <a:pt x="52" y="136"/>
                    <a:pt x="52" y="136"/>
                  </a:cubicBezTo>
                  <a:cubicBezTo>
                    <a:pt x="52" y="136"/>
                    <a:pt x="53" y="135"/>
                    <a:pt x="54" y="134"/>
                  </a:cubicBezTo>
                  <a:cubicBezTo>
                    <a:pt x="54" y="134"/>
                    <a:pt x="54" y="134"/>
                    <a:pt x="54" y="134"/>
                  </a:cubicBezTo>
                  <a:cubicBezTo>
                    <a:pt x="54" y="134"/>
                    <a:pt x="54" y="134"/>
                    <a:pt x="54" y="134"/>
                  </a:cubicBezTo>
                  <a:cubicBezTo>
                    <a:pt x="56" y="133"/>
                    <a:pt x="59" y="132"/>
                    <a:pt x="60" y="134"/>
                  </a:cubicBezTo>
                  <a:cubicBezTo>
                    <a:pt x="62" y="137"/>
                    <a:pt x="57" y="140"/>
                    <a:pt x="54" y="142"/>
                  </a:cubicBezTo>
                  <a:cubicBezTo>
                    <a:pt x="54" y="142"/>
                    <a:pt x="54" y="142"/>
                    <a:pt x="54" y="142"/>
                  </a:cubicBezTo>
                  <a:cubicBezTo>
                    <a:pt x="50" y="144"/>
                    <a:pt x="41" y="148"/>
                    <a:pt x="39" y="150"/>
                  </a:cubicBezTo>
                  <a:cubicBezTo>
                    <a:pt x="39" y="150"/>
                    <a:pt x="38" y="150"/>
                    <a:pt x="38" y="150"/>
                  </a:cubicBezTo>
                  <a:cubicBezTo>
                    <a:pt x="38" y="150"/>
                    <a:pt x="38" y="150"/>
                    <a:pt x="38" y="150"/>
                  </a:cubicBezTo>
                  <a:cubicBezTo>
                    <a:pt x="38" y="150"/>
                    <a:pt x="38" y="151"/>
                    <a:pt x="38" y="151"/>
                  </a:cubicBezTo>
                  <a:cubicBezTo>
                    <a:pt x="36" y="152"/>
                    <a:pt x="34" y="153"/>
                    <a:pt x="32" y="154"/>
                  </a:cubicBezTo>
                  <a:cubicBezTo>
                    <a:pt x="32" y="154"/>
                    <a:pt x="32" y="154"/>
                    <a:pt x="32" y="154"/>
                  </a:cubicBezTo>
                  <a:cubicBezTo>
                    <a:pt x="29" y="156"/>
                    <a:pt x="25" y="157"/>
                    <a:pt x="24" y="157"/>
                  </a:cubicBezTo>
                  <a:cubicBezTo>
                    <a:pt x="21" y="157"/>
                    <a:pt x="20" y="164"/>
                    <a:pt x="25" y="164"/>
                  </a:cubicBezTo>
                  <a:cubicBezTo>
                    <a:pt x="29" y="163"/>
                    <a:pt x="41" y="158"/>
                    <a:pt x="45" y="156"/>
                  </a:cubicBezTo>
                  <a:cubicBezTo>
                    <a:pt x="48" y="154"/>
                    <a:pt x="50" y="162"/>
                    <a:pt x="59" y="157"/>
                  </a:cubicBezTo>
                  <a:cubicBezTo>
                    <a:pt x="60" y="156"/>
                    <a:pt x="62" y="155"/>
                    <a:pt x="63" y="154"/>
                  </a:cubicBezTo>
                  <a:cubicBezTo>
                    <a:pt x="63" y="154"/>
                    <a:pt x="63" y="154"/>
                    <a:pt x="63" y="154"/>
                  </a:cubicBezTo>
                  <a:cubicBezTo>
                    <a:pt x="68" y="150"/>
                    <a:pt x="70" y="146"/>
                    <a:pt x="72" y="144"/>
                  </a:cubicBezTo>
                  <a:cubicBezTo>
                    <a:pt x="72" y="144"/>
                    <a:pt x="73" y="144"/>
                    <a:pt x="73" y="144"/>
                  </a:cubicBezTo>
                  <a:cubicBezTo>
                    <a:pt x="75" y="144"/>
                    <a:pt x="76" y="149"/>
                    <a:pt x="80" y="150"/>
                  </a:cubicBezTo>
                  <a:cubicBezTo>
                    <a:pt x="82" y="150"/>
                    <a:pt x="83" y="150"/>
                    <a:pt x="85" y="148"/>
                  </a:cubicBezTo>
                  <a:cubicBezTo>
                    <a:pt x="87" y="147"/>
                    <a:pt x="89" y="145"/>
                    <a:pt x="91" y="144"/>
                  </a:cubicBezTo>
                  <a:cubicBezTo>
                    <a:pt x="91" y="144"/>
                    <a:pt x="92" y="143"/>
                    <a:pt x="92" y="142"/>
                  </a:cubicBezTo>
                  <a:cubicBezTo>
                    <a:pt x="91" y="142"/>
                    <a:pt x="91" y="142"/>
                    <a:pt x="91" y="142"/>
                  </a:cubicBezTo>
                  <a:cubicBezTo>
                    <a:pt x="93" y="139"/>
                    <a:pt x="93" y="136"/>
                    <a:pt x="92" y="136"/>
                  </a:cubicBezTo>
                  <a:cubicBezTo>
                    <a:pt x="89" y="137"/>
                    <a:pt x="83" y="136"/>
                    <a:pt x="83" y="136"/>
                  </a:cubicBezTo>
                  <a:cubicBezTo>
                    <a:pt x="83" y="136"/>
                    <a:pt x="84" y="135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7" y="133"/>
                    <a:pt x="91" y="130"/>
                    <a:pt x="91" y="128"/>
                  </a:cubicBezTo>
                  <a:cubicBezTo>
                    <a:pt x="91" y="127"/>
                    <a:pt x="91" y="125"/>
                    <a:pt x="92" y="123"/>
                  </a:cubicBezTo>
                  <a:cubicBezTo>
                    <a:pt x="91" y="123"/>
                    <a:pt x="91" y="123"/>
                    <a:pt x="91" y="123"/>
                  </a:cubicBezTo>
                  <a:cubicBezTo>
                    <a:pt x="92" y="121"/>
                    <a:pt x="93" y="120"/>
                    <a:pt x="95" y="119"/>
                  </a:cubicBezTo>
                  <a:cubicBezTo>
                    <a:pt x="99" y="117"/>
                    <a:pt x="99" y="119"/>
                    <a:pt x="96" y="126"/>
                  </a:cubicBezTo>
                  <a:cubicBezTo>
                    <a:pt x="94" y="132"/>
                    <a:pt x="100" y="130"/>
                    <a:pt x="103" y="128"/>
                  </a:cubicBezTo>
                  <a:cubicBezTo>
                    <a:pt x="104" y="127"/>
                    <a:pt x="104" y="127"/>
                    <a:pt x="105" y="127"/>
                  </a:cubicBezTo>
                  <a:cubicBezTo>
                    <a:pt x="108" y="125"/>
                    <a:pt x="111" y="132"/>
                    <a:pt x="116" y="128"/>
                  </a:cubicBezTo>
                  <a:cubicBezTo>
                    <a:pt x="116" y="128"/>
                    <a:pt x="116" y="128"/>
                    <a:pt x="116" y="128"/>
                  </a:cubicBezTo>
                  <a:cubicBezTo>
                    <a:pt x="117" y="127"/>
                    <a:pt x="117" y="127"/>
                    <a:pt x="117" y="127"/>
                  </a:cubicBezTo>
                  <a:cubicBezTo>
                    <a:pt x="119" y="126"/>
                    <a:pt x="120" y="124"/>
                    <a:pt x="120" y="123"/>
                  </a:cubicBezTo>
                  <a:cubicBezTo>
                    <a:pt x="120" y="123"/>
                    <a:pt x="120" y="123"/>
                    <a:pt x="120" y="123"/>
                  </a:cubicBezTo>
                  <a:cubicBezTo>
                    <a:pt x="121" y="119"/>
                    <a:pt x="121" y="116"/>
                    <a:pt x="123" y="116"/>
                  </a:cubicBezTo>
                  <a:cubicBezTo>
                    <a:pt x="126" y="116"/>
                    <a:pt x="131" y="122"/>
                    <a:pt x="134" y="120"/>
                  </a:cubicBezTo>
                  <a:cubicBezTo>
                    <a:pt x="137" y="117"/>
                    <a:pt x="145" y="125"/>
                    <a:pt x="150" y="125"/>
                  </a:cubicBezTo>
                  <a:cubicBezTo>
                    <a:pt x="155" y="125"/>
                    <a:pt x="172" y="130"/>
                    <a:pt x="175" y="130"/>
                  </a:cubicBezTo>
                  <a:cubicBezTo>
                    <a:pt x="178" y="130"/>
                    <a:pt x="187" y="134"/>
                    <a:pt x="187" y="142"/>
                  </a:cubicBezTo>
                  <a:cubicBezTo>
                    <a:pt x="188" y="150"/>
                    <a:pt x="191" y="149"/>
                    <a:pt x="194" y="149"/>
                  </a:cubicBezTo>
                  <a:cubicBezTo>
                    <a:pt x="197" y="149"/>
                    <a:pt x="203" y="152"/>
                    <a:pt x="203" y="155"/>
                  </a:cubicBezTo>
                  <a:cubicBezTo>
                    <a:pt x="203" y="158"/>
                    <a:pt x="201" y="170"/>
                    <a:pt x="206" y="173"/>
                  </a:cubicBezTo>
                  <a:cubicBezTo>
                    <a:pt x="211" y="176"/>
                    <a:pt x="216" y="180"/>
                    <a:pt x="218" y="179"/>
                  </a:cubicBezTo>
                  <a:cubicBezTo>
                    <a:pt x="219" y="179"/>
                    <a:pt x="219" y="176"/>
                    <a:pt x="218" y="173"/>
                  </a:cubicBezTo>
                  <a:cubicBezTo>
                    <a:pt x="219" y="173"/>
                    <a:pt x="219" y="173"/>
                    <a:pt x="219" y="173"/>
                  </a:cubicBezTo>
                  <a:cubicBezTo>
                    <a:pt x="219" y="170"/>
                    <a:pt x="218" y="167"/>
                    <a:pt x="216" y="167"/>
                  </a:cubicBezTo>
                  <a:cubicBezTo>
                    <a:pt x="215" y="166"/>
                    <a:pt x="215" y="164"/>
                    <a:pt x="215" y="161"/>
                  </a:cubicBezTo>
                  <a:cubicBezTo>
                    <a:pt x="214" y="161"/>
                    <a:pt x="214" y="161"/>
                    <a:pt x="214" y="161"/>
                  </a:cubicBezTo>
                  <a:cubicBezTo>
                    <a:pt x="214" y="161"/>
                    <a:pt x="214" y="160"/>
                    <a:pt x="213" y="160"/>
                  </a:cubicBezTo>
                  <a:cubicBezTo>
                    <a:pt x="212" y="157"/>
                    <a:pt x="216" y="157"/>
                    <a:pt x="218" y="162"/>
                  </a:cubicBezTo>
                  <a:cubicBezTo>
                    <a:pt x="219" y="166"/>
                    <a:pt x="223" y="173"/>
                    <a:pt x="226" y="173"/>
                  </a:cubicBezTo>
                  <a:cubicBezTo>
                    <a:pt x="228" y="173"/>
                    <a:pt x="234" y="180"/>
                    <a:pt x="232" y="184"/>
                  </a:cubicBezTo>
                  <a:cubicBezTo>
                    <a:pt x="231" y="189"/>
                    <a:pt x="233" y="197"/>
                    <a:pt x="237" y="197"/>
                  </a:cubicBezTo>
                  <a:cubicBezTo>
                    <a:pt x="242" y="197"/>
                    <a:pt x="248" y="203"/>
                    <a:pt x="250" y="203"/>
                  </a:cubicBezTo>
                  <a:cubicBezTo>
                    <a:pt x="252" y="204"/>
                    <a:pt x="253" y="209"/>
                    <a:pt x="253" y="211"/>
                  </a:cubicBezTo>
                  <a:cubicBezTo>
                    <a:pt x="253" y="212"/>
                    <a:pt x="257" y="220"/>
                    <a:pt x="257" y="224"/>
                  </a:cubicBezTo>
                  <a:cubicBezTo>
                    <a:pt x="257" y="228"/>
                    <a:pt x="256" y="245"/>
                    <a:pt x="255" y="251"/>
                  </a:cubicBezTo>
                  <a:cubicBezTo>
                    <a:pt x="255" y="258"/>
                    <a:pt x="259" y="269"/>
                    <a:pt x="264" y="275"/>
                  </a:cubicBezTo>
                  <a:cubicBezTo>
                    <a:pt x="269" y="281"/>
                    <a:pt x="268" y="294"/>
                    <a:pt x="271" y="296"/>
                  </a:cubicBezTo>
                  <a:cubicBezTo>
                    <a:pt x="274" y="299"/>
                    <a:pt x="282" y="303"/>
                    <a:pt x="286" y="302"/>
                  </a:cubicBezTo>
                  <a:cubicBezTo>
                    <a:pt x="290" y="302"/>
                    <a:pt x="293" y="306"/>
                    <a:pt x="297" y="314"/>
                  </a:cubicBezTo>
                  <a:cubicBezTo>
                    <a:pt x="301" y="322"/>
                    <a:pt x="305" y="336"/>
                    <a:pt x="308" y="337"/>
                  </a:cubicBezTo>
                  <a:cubicBezTo>
                    <a:pt x="311" y="338"/>
                    <a:pt x="316" y="342"/>
                    <a:pt x="314" y="345"/>
                  </a:cubicBezTo>
                  <a:cubicBezTo>
                    <a:pt x="311" y="348"/>
                    <a:pt x="307" y="355"/>
                    <a:pt x="312" y="355"/>
                  </a:cubicBezTo>
                  <a:cubicBezTo>
                    <a:pt x="316" y="355"/>
                    <a:pt x="318" y="352"/>
                    <a:pt x="321" y="357"/>
                  </a:cubicBezTo>
                  <a:cubicBezTo>
                    <a:pt x="325" y="362"/>
                    <a:pt x="329" y="365"/>
                    <a:pt x="329" y="369"/>
                  </a:cubicBezTo>
                  <a:cubicBezTo>
                    <a:pt x="328" y="372"/>
                    <a:pt x="333" y="374"/>
                    <a:pt x="335" y="374"/>
                  </a:cubicBezTo>
                  <a:cubicBezTo>
                    <a:pt x="337" y="375"/>
                    <a:pt x="341" y="384"/>
                    <a:pt x="345" y="381"/>
                  </a:cubicBezTo>
                  <a:cubicBezTo>
                    <a:pt x="346" y="381"/>
                    <a:pt x="346" y="380"/>
                    <a:pt x="347" y="380"/>
                  </a:cubicBezTo>
                  <a:cubicBezTo>
                    <a:pt x="348" y="378"/>
                    <a:pt x="348" y="377"/>
                    <a:pt x="347" y="375"/>
                  </a:cubicBezTo>
                  <a:cubicBezTo>
                    <a:pt x="346" y="375"/>
                    <a:pt x="346" y="375"/>
                    <a:pt x="346" y="375"/>
                  </a:cubicBezTo>
                  <a:cubicBezTo>
                    <a:pt x="344" y="372"/>
                    <a:pt x="340" y="369"/>
                    <a:pt x="338" y="367"/>
                  </a:cubicBezTo>
                  <a:cubicBezTo>
                    <a:pt x="339" y="367"/>
                    <a:pt x="339" y="367"/>
                    <a:pt x="339" y="367"/>
                  </a:cubicBezTo>
                  <a:cubicBezTo>
                    <a:pt x="339" y="366"/>
                    <a:pt x="338" y="366"/>
                    <a:pt x="338" y="365"/>
                  </a:cubicBezTo>
                  <a:cubicBezTo>
                    <a:pt x="336" y="363"/>
                    <a:pt x="336" y="360"/>
                    <a:pt x="335" y="355"/>
                  </a:cubicBezTo>
                  <a:cubicBezTo>
                    <a:pt x="334" y="355"/>
                    <a:pt x="334" y="355"/>
                    <a:pt x="334" y="355"/>
                  </a:cubicBezTo>
                  <a:cubicBezTo>
                    <a:pt x="333" y="354"/>
                    <a:pt x="332" y="352"/>
                    <a:pt x="330" y="350"/>
                  </a:cubicBezTo>
                  <a:cubicBezTo>
                    <a:pt x="329" y="349"/>
                    <a:pt x="328" y="348"/>
                    <a:pt x="327" y="347"/>
                  </a:cubicBezTo>
                  <a:cubicBezTo>
                    <a:pt x="329" y="347"/>
                    <a:pt x="329" y="347"/>
                    <a:pt x="329" y="347"/>
                  </a:cubicBezTo>
                  <a:cubicBezTo>
                    <a:pt x="325" y="343"/>
                    <a:pt x="324" y="339"/>
                    <a:pt x="322" y="336"/>
                  </a:cubicBezTo>
                  <a:cubicBezTo>
                    <a:pt x="320" y="336"/>
                    <a:pt x="320" y="336"/>
                    <a:pt x="320" y="336"/>
                  </a:cubicBezTo>
                  <a:cubicBezTo>
                    <a:pt x="320" y="335"/>
                    <a:pt x="319" y="335"/>
                    <a:pt x="319" y="334"/>
                  </a:cubicBezTo>
                  <a:cubicBezTo>
                    <a:pt x="317" y="332"/>
                    <a:pt x="315" y="330"/>
                    <a:pt x="313" y="328"/>
                  </a:cubicBezTo>
                  <a:cubicBezTo>
                    <a:pt x="315" y="328"/>
                    <a:pt x="315" y="328"/>
                    <a:pt x="315" y="328"/>
                  </a:cubicBezTo>
                  <a:cubicBezTo>
                    <a:pt x="313" y="326"/>
                    <a:pt x="313" y="323"/>
                    <a:pt x="316" y="321"/>
                  </a:cubicBezTo>
                  <a:cubicBezTo>
                    <a:pt x="320" y="318"/>
                    <a:pt x="320" y="326"/>
                    <a:pt x="322" y="331"/>
                  </a:cubicBezTo>
                  <a:cubicBezTo>
                    <a:pt x="324" y="336"/>
                    <a:pt x="335" y="347"/>
                    <a:pt x="339" y="351"/>
                  </a:cubicBezTo>
                  <a:cubicBezTo>
                    <a:pt x="344" y="356"/>
                    <a:pt x="352" y="372"/>
                    <a:pt x="354" y="372"/>
                  </a:cubicBezTo>
                  <a:cubicBezTo>
                    <a:pt x="357" y="372"/>
                    <a:pt x="364" y="382"/>
                    <a:pt x="364" y="382"/>
                  </a:cubicBezTo>
                  <a:cubicBezTo>
                    <a:pt x="364" y="382"/>
                    <a:pt x="368" y="389"/>
                    <a:pt x="366" y="392"/>
                  </a:cubicBezTo>
                  <a:cubicBezTo>
                    <a:pt x="365" y="394"/>
                    <a:pt x="368" y="403"/>
                    <a:pt x="371" y="405"/>
                  </a:cubicBezTo>
                  <a:cubicBezTo>
                    <a:pt x="375" y="408"/>
                    <a:pt x="390" y="408"/>
                    <a:pt x="391" y="416"/>
                  </a:cubicBezTo>
                  <a:cubicBezTo>
                    <a:pt x="391" y="419"/>
                    <a:pt x="394" y="430"/>
                    <a:pt x="399" y="430"/>
                  </a:cubicBezTo>
                  <a:cubicBezTo>
                    <a:pt x="405" y="430"/>
                    <a:pt x="412" y="427"/>
                    <a:pt x="413" y="429"/>
                  </a:cubicBezTo>
                  <a:cubicBezTo>
                    <a:pt x="415" y="430"/>
                    <a:pt x="419" y="437"/>
                    <a:pt x="422" y="434"/>
                  </a:cubicBezTo>
                  <a:cubicBezTo>
                    <a:pt x="422" y="434"/>
                    <a:pt x="423" y="433"/>
                    <a:pt x="423" y="433"/>
                  </a:cubicBezTo>
                  <a:cubicBezTo>
                    <a:pt x="423" y="433"/>
                    <a:pt x="423" y="433"/>
                    <a:pt x="423" y="433"/>
                  </a:cubicBezTo>
                  <a:cubicBezTo>
                    <a:pt x="423" y="433"/>
                    <a:pt x="423" y="433"/>
                    <a:pt x="423" y="433"/>
                  </a:cubicBezTo>
                  <a:cubicBezTo>
                    <a:pt x="425" y="429"/>
                    <a:pt x="426" y="428"/>
                    <a:pt x="430" y="428"/>
                  </a:cubicBezTo>
                  <a:cubicBezTo>
                    <a:pt x="435" y="428"/>
                    <a:pt x="437" y="432"/>
                    <a:pt x="439" y="435"/>
                  </a:cubicBezTo>
                  <a:cubicBezTo>
                    <a:pt x="442" y="438"/>
                    <a:pt x="449" y="445"/>
                    <a:pt x="452" y="445"/>
                  </a:cubicBezTo>
                  <a:cubicBezTo>
                    <a:pt x="455" y="444"/>
                    <a:pt x="460" y="449"/>
                    <a:pt x="462" y="448"/>
                  </a:cubicBezTo>
                  <a:cubicBezTo>
                    <a:pt x="465" y="446"/>
                    <a:pt x="469" y="449"/>
                    <a:pt x="471" y="450"/>
                  </a:cubicBezTo>
                  <a:cubicBezTo>
                    <a:pt x="473" y="451"/>
                    <a:pt x="477" y="455"/>
                    <a:pt x="477" y="462"/>
                  </a:cubicBezTo>
                  <a:cubicBezTo>
                    <a:pt x="476" y="469"/>
                    <a:pt x="483" y="471"/>
                    <a:pt x="486" y="473"/>
                  </a:cubicBezTo>
                  <a:cubicBezTo>
                    <a:pt x="489" y="475"/>
                    <a:pt x="493" y="479"/>
                    <a:pt x="496" y="482"/>
                  </a:cubicBezTo>
                  <a:cubicBezTo>
                    <a:pt x="498" y="485"/>
                    <a:pt x="504" y="485"/>
                    <a:pt x="505" y="487"/>
                  </a:cubicBezTo>
                  <a:cubicBezTo>
                    <a:pt x="507" y="489"/>
                    <a:pt x="508" y="492"/>
                    <a:pt x="512" y="489"/>
                  </a:cubicBezTo>
                  <a:cubicBezTo>
                    <a:pt x="515" y="487"/>
                    <a:pt x="516" y="485"/>
                    <a:pt x="516" y="483"/>
                  </a:cubicBezTo>
                  <a:cubicBezTo>
                    <a:pt x="517" y="483"/>
                    <a:pt x="517" y="483"/>
                    <a:pt x="517" y="483"/>
                  </a:cubicBezTo>
                  <a:cubicBezTo>
                    <a:pt x="517" y="482"/>
                    <a:pt x="517" y="481"/>
                    <a:pt x="517" y="481"/>
                  </a:cubicBezTo>
                  <a:cubicBezTo>
                    <a:pt x="518" y="481"/>
                    <a:pt x="521" y="480"/>
                    <a:pt x="523" y="482"/>
                  </a:cubicBezTo>
                  <a:cubicBezTo>
                    <a:pt x="526" y="485"/>
                    <a:pt x="527" y="492"/>
                    <a:pt x="529" y="493"/>
                  </a:cubicBezTo>
                  <a:cubicBezTo>
                    <a:pt x="530" y="495"/>
                    <a:pt x="533" y="503"/>
                    <a:pt x="531" y="510"/>
                  </a:cubicBezTo>
                  <a:cubicBezTo>
                    <a:pt x="529" y="516"/>
                    <a:pt x="530" y="523"/>
                    <a:pt x="528" y="523"/>
                  </a:cubicBezTo>
                  <a:cubicBezTo>
                    <a:pt x="526" y="523"/>
                    <a:pt x="520" y="529"/>
                    <a:pt x="517" y="531"/>
                  </a:cubicBezTo>
                  <a:cubicBezTo>
                    <a:pt x="514" y="532"/>
                    <a:pt x="509" y="542"/>
                    <a:pt x="510" y="545"/>
                  </a:cubicBezTo>
                  <a:cubicBezTo>
                    <a:pt x="510" y="548"/>
                    <a:pt x="512" y="557"/>
                    <a:pt x="511" y="561"/>
                  </a:cubicBezTo>
                  <a:cubicBezTo>
                    <a:pt x="510" y="565"/>
                    <a:pt x="506" y="570"/>
                    <a:pt x="508" y="576"/>
                  </a:cubicBezTo>
                  <a:cubicBezTo>
                    <a:pt x="509" y="583"/>
                    <a:pt x="520" y="584"/>
                    <a:pt x="520" y="590"/>
                  </a:cubicBezTo>
                  <a:cubicBezTo>
                    <a:pt x="521" y="596"/>
                    <a:pt x="528" y="609"/>
                    <a:pt x="529" y="615"/>
                  </a:cubicBezTo>
                  <a:cubicBezTo>
                    <a:pt x="530" y="621"/>
                    <a:pt x="535" y="628"/>
                    <a:pt x="535" y="636"/>
                  </a:cubicBezTo>
                  <a:cubicBezTo>
                    <a:pt x="535" y="644"/>
                    <a:pt x="550" y="649"/>
                    <a:pt x="553" y="650"/>
                  </a:cubicBezTo>
                  <a:cubicBezTo>
                    <a:pt x="555" y="650"/>
                    <a:pt x="560" y="655"/>
                    <a:pt x="563" y="657"/>
                  </a:cubicBezTo>
                  <a:cubicBezTo>
                    <a:pt x="567" y="659"/>
                    <a:pt x="570" y="662"/>
                    <a:pt x="572" y="667"/>
                  </a:cubicBezTo>
                  <a:cubicBezTo>
                    <a:pt x="575" y="672"/>
                    <a:pt x="574" y="679"/>
                    <a:pt x="574" y="681"/>
                  </a:cubicBezTo>
                  <a:cubicBezTo>
                    <a:pt x="574" y="682"/>
                    <a:pt x="573" y="701"/>
                    <a:pt x="571" y="711"/>
                  </a:cubicBezTo>
                  <a:cubicBezTo>
                    <a:pt x="570" y="722"/>
                    <a:pt x="575" y="732"/>
                    <a:pt x="572" y="735"/>
                  </a:cubicBezTo>
                  <a:cubicBezTo>
                    <a:pt x="569" y="738"/>
                    <a:pt x="563" y="739"/>
                    <a:pt x="566" y="742"/>
                  </a:cubicBezTo>
                  <a:cubicBezTo>
                    <a:pt x="569" y="746"/>
                    <a:pt x="563" y="748"/>
                    <a:pt x="563" y="750"/>
                  </a:cubicBezTo>
                  <a:cubicBezTo>
                    <a:pt x="563" y="752"/>
                    <a:pt x="567" y="761"/>
                    <a:pt x="565" y="765"/>
                  </a:cubicBezTo>
                  <a:cubicBezTo>
                    <a:pt x="563" y="769"/>
                    <a:pt x="561" y="775"/>
                    <a:pt x="560" y="779"/>
                  </a:cubicBezTo>
                  <a:cubicBezTo>
                    <a:pt x="558" y="782"/>
                    <a:pt x="555" y="786"/>
                    <a:pt x="556" y="791"/>
                  </a:cubicBezTo>
                  <a:cubicBezTo>
                    <a:pt x="557" y="796"/>
                    <a:pt x="552" y="795"/>
                    <a:pt x="552" y="800"/>
                  </a:cubicBezTo>
                  <a:cubicBezTo>
                    <a:pt x="552" y="805"/>
                    <a:pt x="556" y="803"/>
                    <a:pt x="555" y="809"/>
                  </a:cubicBezTo>
                  <a:cubicBezTo>
                    <a:pt x="554" y="816"/>
                    <a:pt x="552" y="818"/>
                    <a:pt x="552" y="822"/>
                  </a:cubicBezTo>
                  <a:cubicBezTo>
                    <a:pt x="552" y="827"/>
                    <a:pt x="554" y="833"/>
                    <a:pt x="554" y="835"/>
                  </a:cubicBezTo>
                  <a:cubicBezTo>
                    <a:pt x="554" y="837"/>
                    <a:pt x="552" y="843"/>
                    <a:pt x="548" y="847"/>
                  </a:cubicBezTo>
                  <a:cubicBezTo>
                    <a:pt x="545" y="852"/>
                    <a:pt x="542" y="855"/>
                    <a:pt x="543" y="858"/>
                  </a:cubicBezTo>
                  <a:cubicBezTo>
                    <a:pt x="543" y="861"/>
                    <a:pt x="547" y="864"/>
                    <a:pt x="546" y="866"/>
                  </a:cubicBezTo>
                  <a:cubicBezTo>
                    <a:pt x="546" y="868"/>
                    <a:pt x="541" y="874"/>
                    <a:pt x="542" y="878"/>
                  </a:cubicBezTo>
                  <a:cubicBezTo>
                    <a:pt x="542" y="882"/>
                    <a:pt x="547" y="880"/>
                    <a:pt x="548" y="883"/>
                  </a:cubicBezTo>
                  <a:cubicBezTo>
                    <a:pt x="549" y="886"/>
                    <a:pt x="542" y="889"/>
                    <a:pt x="545" y="891"/>
                  </a:cubicBezTo>
                  <a:cubicBezTo>
                    <a:pt x="548" y="894"/>
                    <a:pt x="552" y="894"/>
                    <a:pt x="551" y="901"/>
                  </a:cubicBezTo>
                  <a:cubicBezTo>
                    <a:pt x="550" y="908"/>
                    <a:pt x="556" y="910"/>
                    <a:pt x="558" y="911"/>
                  </a:cubicBezTo>
                  <a:cubicBezTo>
                    <a:pt x="559" y="913"/>
                    <a:pt x="562" y="917"/>
                    <a:pt x="565" y="917"/>
                  </a:cubicBezTo>
                  <a:cubicBezTo>
                    <a:pt x="567" y="917"/>
                    <a:pt x="569" y="916"/>
                    <a:pt x="570" y="909"/>
                  </a:cubicBezTo>
                  <a:cubicBezTo>
                    <a:pt x="571" y="909"/>
                    <a:pt x="571" y="909"/>
                    <a:pt x="571" y="909"/>
                  </a:cubicBezTo>
                  <a:cubicBezTo>
                    <a:pt x="571" y="909"/>
                    <a:pt x="571" y="909"/>
                    <a:pt x="571" y="909"/>
                  </a:cubicBezTo>
                  <a:cubicBezTo>
                    <a:pt x="571" y="907"/>
                    <a:pt x="572" y="907"/>
                    <a:pt x="572" y="906"/>
                  </a:cubicBezTo>
                  <a:cubicBezTo>
                    <a:pt x="574" y="906"/>
                    <a:pt x="577" y="909"/>
                    <a:pt x="573" y="913"/>
                  </a:cubicBezTo>
                  <a:cubicBezTo>
                    <a:pt x="568" y="917"/>
                    <a:pt x="566" y="920"/>
                    <a:pt x="567" y="920"/>
                  </a:cubicBezTo>
                  <a:cubicBezTo>
                    <a:pt x="569" y="920"/>
                    <a:pt x="576" y="924"/>
                    <a:pt x="580" y="924"/>
                  </a:cubicBezTo>
                  <a:cubicBezTo>
                    <a:pt x="584" y="924"/>
                    <a:pt x="592" y="922"/>
                    <a:pt x="594" y="921"/>
                  </a:cubicBezTo>
                  <a:cubicBezTo>
                    <a:pt x="595" y="921"/>
                    <a:pt x="606" y="919"/>
                    <a:pt x="607" y="917"/>
                  </a:cubicBezTo>
                  <a:cubicBezTo>
                    <a:pt x="607" y="917"/>
                    <a:pt x="607" y="917"/>
                    <a:pt x="608" y="917"/>
                  </a:cubicBezTo>
                  <a:cubicBezTo>
                    <a:pt x="607" y="917"/>
                    <a:pt x="607" y="917"/>
                    <a:pt x="607" y="917"/>
                  </a:cubicBezTo>
                  <a:cubicBezTo>
                    <a:pt x="607" y="916"/>
                    <a:pt x="598" y="916"/>
                    <a:pt x="594" y="914"/>
                  </a:cubicBezTo>
                  <a:cubicBezTo>
                    <a:pt x="592" y="914"/>
                    <a:pt x="590" y="912"/>
                    <a:pt x="587" y="909"/>
                  </a:cubicBezTo>
                  <a:cubicBezTo>
                    <a:pt x="589" y="909"/>
                    <a:pt x="589" y="909"/>
                    <a:pt x="589" y="909"/>
                  </a:cubicBezTo>
                  <a:cubicBezTo>
                    <a:pt x="586" y="906"/>
                    <a:pt x="582" y="902"/>
                    <a:pt x="582" y="900"/>
                  </a:cubicBezTo>
                  <a:cubicBezTo>
                    <a:pt x="582" y="899"/>
                    <a:pt x="581" y="898"/>
                    <a:pt x="581" y="898"/>
                  </a:cubicBezTo>
                  <a:cubicBezTo>
                    <a:pt x="580" y="898"/>
                    <a:pt x="580" y="898"/>
                    <a:pt x="580" y="898"/>
                  </a:cubicBezTo>
                  <a:cubicBezTo>
                    <a:pt x="580" y="895"/>
                    <a:pt x="580" y="892"/>
                    <a:pt x="581" y="890"/>
                  </a:cubicBezTo>
                  <a:cubicBezTo>
                    <a:pt x="582" y="890"/>
                    <a:pt x="582" y="890"/>
                    <a:pt x="582" y="890"/>
                  </a:cubicBezTo>
                  <a:cubicBezTo>
                    <a:pt x="582" y="889"/>
                    <a:pt x="583" y="888"/>
                    <a:pt x="584" y="887"/>
                  </a:cubicBezTo>
                  <a:cubicBezTo>
                    <a:pt x="586" y="885"/>
                    <a:pt x="591" y="881"/>
                    <a:pt x="594" y="878"/>
                  </a:cubicBezTo>
                  <a:cubicBezTo>
                    <a:pt x="594" y="878"/>
                    <a:pt x="594" y="878"/>
                    <a:pt x="594" y="878"/>
                  </a:cubicBezTo>
                  <a:cubicBezTo>
                    <a:pt x="595" y="877"/>
                    <a:pt x="597" y="876"/>
                    <a:pt x="597" y="875"/>
                  </a:cubicBezTo>
                  <a:cubicBezTo>
                    <a:pt x="598" y="874"/>
                    <a:pt x="599" y="873"/>
                    <a:pt x="600" y="871"/>
                  </a:cubicBezTo>
                  <a:cubicBezTo>
                    <a:pt x="600" y="871"/>
                    <a:pt x="600" y="871"/>
                    <a:pt x="600" y="871"/>
                  </a:cubicBezTo>
                  <a:cubicBezTo>
                    <a:pt x="602" y="868"/>
                    <a:pt x="603" y="864"/>
                    <a:pt x="602" y="863"/>
                  </a:cubicBezTo>
                  <a:cubicBezTo>
                    <a:pt x="600" y="862"/>
                    <a:pt x="593" y="863"/>
                    <a:pt x="592" y="862"/>
                  </a:cubicBezTo>
                  <a:cubicBezTo>
                    <a:pt x="591" y="861"/>
                    <a:pt x="591" y="860"/>
                    <a:pt x="591" y="859"/>
                  </a:cubicBezTo>
                  <a:cubicBezTo>
                    <a:pt x="590" y="859"/>
                    <a:pt x="590" y="859"/>
                    <a:pt x="590" y="859"/>
                  </a:cubicBezTo>
                  <a:cubicBezTo>
                    <a:pt x="591" y="858"/>
                    <a:pt x="592" y="856"/>
                    <a:pt x="595" y="854"/>
                  </a:cubicBezTo>
                  <a:cubicBezTo>
                    <a:pt x="596" y="853"/>
                    <a:pt x="597" y="852"/>
                    <a:pt x="597" y="851"/>
                  </a:cubicBezTo>
                  <a:cubicBezTo>
                    <a:pt x="598" y="851"/>
                    <a:pt x="598" y="851"/>
                    <a:pt x="598" y="851"/>
                  </a:cubicBezTo>
                  <a:cubicBezTo>
                    <a:pt x="601" y="847"/>
                    <a:pt x="603" y="843"/>
                    <a:pt x="605" y="842"/>
                  </a:cubicBezTo>
                  <a:cubicBezTo>
                    <a:pt x="606" y="841"/>
                    <a:pt x="606" y="840"/>
                    <a:pt x="607" y="840"/>
                  </a:cubicBezTo>
                  <a:cubicBezTo>
                    <a:pt x="607" y="840"/>
                    <a:pt x="607" y="840"/>
                    <a:pt x="607" y="840"/>
                  </a:cubicBezTo>
                  <a:cubicBezTo>
                    <a:pt x="609" y="838"/>
                    <a:pt x="611" y="835"/>
                    <a:pt x="612" y="833"/>
                  </a:cubicBezTo>
                  <a:cubicBezTo>
                    <a:pt x="612" y="832"/>
                    <a:pt x="612" y="832"/>
                    <a:pt x="612" y="832"/>
                  </a:cubicBezTo>
                  <a:cubicBezTo>
                    <a:pt x="613" y="832"/>
                    <a:pt x="613" y="832"/>
                    <a:pt x="613" y="832"/>
                  </a:cubicBezTo>
                  <a:cubicBezTo>
                    <a:pt x="614" y="828"/>
                    <a:pt x="611" y="830"/>
                    <a:pt x="608" y="830"/>
                  </a:cubicBezTo>
                  <a:cubicBezTo>
                    <a:pt x="605" y="830"/>
                    <a:pt x="604" y="824"/>
                    <a:pt x="604" y="821"/>
                  </a:cubicBezTo>
                  <a:cubicBezTo>
                    <a:pt x="604" y="821"/>
                    <a:pt x="604" y="821"/>
                    <a:pt x="604" y="821"/>
                  </a:cubicBezTo>
                  <a:cubicBezTo>
                    <a:pt x="606" y="820"/>
                    <a:pt x="611" y="823"/>
                    <a:pt x="616" y="824"/>
                  </a:cubicBezTo>
                  <a:cubicBezTo>
                    <a:pt x="617" y="824"/>
                    <a:pt x="618" y="824"/>
                    <a:pt x="619" y="823"/>
                  </a:cubicBezTo>
                  <a:cubicBezTo>
                    <a:pt x="620" y="823"/>
                    <a:pt x="620" y="822"/>
                    <a:pt x="620" y="820"/>
                  </a:cubicBezTo>
                  <a:cubicBezTo>
                    <a:pt x="619" y="820"/>
                    <a:pt x="619" y="820"/>
                    <a:pt x="619" y="820"/>
                  </a:cubicBezTo>
                  <a:cubicBezTo>
                    <a:pt x="618" y="819"/>
                    <a:pt x="618" y="818"/>
                    <a:pt x="618" y="818"/>
                  </a:cubicBezTo>
                  <a:cubicBezTo>
                    <a:pt x="618" y="816"/>
                    <a:pt x="618" y="814"/>
                    <a:pt x="618" y="813"/>
                  </a:cubicBezTo>
                  <a:cubicBezTo>
                    <a:pt x="619" y="813"/>
                    <a:pt x="619" y="813"/>
                    <a:pt x="619" y="813"/>
                  </a:cubicBezTo>
                  <a:cubicBezTo>
                    <a:pt x="619" y="811"/>
                    <a:pt x="620" y="810"/>
                    <a:pt x="621" y="810"/>
                  </a:cubicBezTo>
                  <a:cubicBezTo>
                    <a:pt x="621" y="810"/>
                    <a:pt x="621" y="810"/>
                    <a:pt x="622" y="810"/>
                  </a:cubicBezTo>
                  <a:cubicBezTo>
                    <a:pt x="625" y="812"/>
                    <a:pt x="640" y="809"/>
                    <a:pt x="642" y="809"/>
                  </a:cubicBezTo>
                  <a:cubicBezTo>
                    <a:pt x="643" y="809"/>
                    <a:pt x="643" y="808"/>
                    <a:pt x="643" y="808"/>
                  </a:cubicBezTo>
                  <a:cubicBezTo>
                    <a:pt x="643" y="808"/>
                    <a:pt x="643" y="808"/>
                    <a:pt x="643" y="808"/>
                  </a:cubicBezTo>
                  <a:cubicBezTo>
                    <a:pt x="644" y="808"/>
                    <a:pt x="647" y="804"/>
                    <a:pt x="649" y="801"/>
                  </a:cubicBezTo>
                  <a:cubicBezTo>
                    <a:pt x="648" y="801"/>
                    <a:pt x="648" y="801"/>
                    <a:pt x="648" y="801"/>
                  </a:cubicBezTo>
                  <a:cubicBezTo>
                    <a:pt x="650" y="798"/>
                    <a:pt x="651" y="796"/>
                    <a:pt x="652" y="795"/>
                  </a:cubicBezTo>
                  <a:cubicBezTo>
                    <a:pt x="652" y="794"/>
                    <a:pt x="652" y="794"/>
                    <a:pt x="653" y="793"/>
                  </a:cubicBezTo>
                  <a:cubicBezTo>
                    <a:pt x="653" y="793"/>
                    <a:pt x="653" y="793"/>
                    <a:pt x="653" y="793"/>
                  </a:cubicBezTo>
                  <a:cubicBezTo>
                    <a:pt x="655" y="790"/>
                    <a:pt x="655" y="788"/>
                    <a:pt x="653" y="786"/>
                  </a:cubicBezTo>
                  <a:cubicBezTo>
                    <a:pt x="652" y="786"/>
                    <a:pt x="649" y="784"/>
                    <a:pt x="647" y="782"/>
                  </a:cubicBezTo>
                  <a:cubicBezTo>
                    <a:pt x="646" y="782"/>
                    <a:pt x="646" y="782"/>
                    <a:pt x="646" y="782"/>
                  </a:cubicBezTo>
                  <a:cubicBezTo>
                    <a:pt x="644" y="779"/>
                    <a:pt x="642" y="777"/>
                    <a:pt x="641" y="777"/>
                  </a:cubicBezTo>
                  <a:cubicBezTo>
                    <a:pt x="641" y="776"/>
                    <a:pt x="641" y="775"/>
                    <a:pt x="641" y="774"/>
                  </a:cubicBezTo>
                  <a:cubicBezTo>
                    <a:pt x="642" y="774"/>
                    <a:pt x="642" y="774"/>
                    <a:pt x="642" y="774"/>
                  </a:cubicBezTo>
                  <a:cubicBezTo>
                    <a:pt x="643" y="771"/>
                    <a:pt x="644" y="765"/>
                    <a:pt x="645" y="763"/>
                  </a:cubicBezTo>
                  <a:cubicBezTo>
                    <a:pt x="646" y="766"/>
                    <a:pt x="646" y="779"/>
                    <a:pt x="652" y="781"/>
                  </a:cubicBezTo>
                  <a:cubicBezTo>
                    <a:pt x="659" y="783"/>
                    <a:pt x="663" y="785"/>
                    <a:pt x="669" y="778"/>
                  </a:cubicBezTo>
                  <a:cubicBezTo>
                    <a:pt x="670" y="776"/>
                    <a:pt x="672" y="775"/>
                    <a:pt x="673" y="774"/>
                  </a:cubicBezTo>
                  <a:cubicBezTo>
                    <a:pt x="673" y="774"/>
                    <a:pt x="673" y="774"/>
                    <a:pt x="673" y="774"/>
                  </a:cubicBezTo>
                  <a:cubicBezTo>
                    <a:pt x="677" y="769"/>
                    <a:pt x="681" y="766"/>
                    <a:pt x="682" y="762"/>
                  </a:cubicBezTo>
                  <a:cubicBezTo>
                    <a:pt x="681" y="762"/>
                    <a:pt x="681" y="762"/>
                    <a:pt x="681" y="762"/>
                  </a:cubicBezTo>
                  <a:cubicBezTo>
                    <a:pt x="681" y="762"/>
                    <a:pt x="681" y="761"/>
                    <a:pt x="681" y="761"/>
                  </a:cubicBezTo>
                  <a:cubicBezTo>
                    <a:pt x="681" y="759"/>
                    <a:pt x="682" y="756"/>
                    <a:pt x="683" y="754"/>
                  </a:cubicBezTo>
                  <a:cubicBezTo>
                    <a:pt x="683" y="754"/>
                    <a:pt x="683" y="754"/>
                    <a:pt x="683" y="754"/>
                  </a:cubicBezTo>
                  <a:cubicBezTo>
                    <a:pt x="684" y="752"/>
                    <a:pt x="685" y="751"/>
                    <a:pt x="686" y="750"/>
                  </a:cubicBezTo>
                  <a:cubicBezTo>
                    <a:pt x="687" y="749"/>
                    <a:pt x="688" y="749"/>
                    <a:pt x="689" y="748"/>
                  </a:cubicBezTo>
                  <a:cubicBezTo>
                    <a:pt x="691" y="747"/>
                    <a:pt x="692" y="746"/>
                    <a:pt x="693" y="743"/>
                  </a:cubicBezTo>
                  <a:cubicBezTo>
                    <a:pt x="693" y="743"/>
                    <a:pt x="693" y="743"/>
                    <a:pt x="693" y="743"/>
                  </a:cubicBezTo>
                  <a:cubicBezTo>
                    <a:pt x="693" y="742"/>
                    <a:pt x="693" y="742"/>
                    <a:pt x="693" y="742"/>
                  </a:cubicBezTo>
                  <a:cubicBezTo>
                    <a:pt x="696" y="735"/>
                    <a:pt x="698" y="739"/>
                    <a:pt x="701" y="735"/>
                  </a:cubicBezTo>
                  <a:cubicBezTo>
                    <a:pt x="701" y="735"/>
                    <a:pt x="701" y="735"/>
                    <a:pt x="701" y="735"/>
                  </a:cubicBezTo>
                  <a:cubicBezTo>
                    <a:pt x="702" y="734"/>
                    <a:pt x="702" y="734"/>
                    <a:pt x="702" y="733"/>
                  </a:cubicBezTo>
                  <a:cubicBezTo>
                    <a:pt x="704" y="730"/>
                    <a:pt x="703" y="727"/>
                    <a:pt x="702" y="723"/>
                  </a:cubicBezTo>
                  <a:cubicBezTo>
                    <a:pt x="701" y="723"/>
                    <a:pt x="701" y="723"/>
                    <a:pt x="701" y="723"/>
                  </a:cubicBezTo>
                  <a:cubicBezTo>
                    <a:pt x="700" y="721"/>
                    <a:pt x="700" y="718"/>
                    <a:pt x="701" y="716"/>
                  </a:cubicBezTo>
                  <a:cubicBezTo>
                    <a:pt x="702" y="716"/>
                    <a:pt x="702" y="716"/>
                    <a:pt x="702" y="716"/>
                  </a:cubicBezTo>
                  <a:cubicBezTo>
                    <a:pt x="702" y="715"/>
                    <a:pt x="703" y="714"/>
                    <a:pt x="703" y="714"/>
                  </a:cubicBezTo>
                  <a:cubicBezTo>
                    <a:pt x="705" y="712"/>
                    <a:pt x="707" y="711"/>
                    <a:pt x="709" y="710"/>
                  </a:cubicBezTo>
                  <a:cubicBezTo>
                    <a:pt x="709" y="709"/>
                    <a:pt x="710" y="709"/>
                    <a:pt x="710" y="709"/>
                  </a:cubicBezTo>
                  <a:cubicBezTo>
                    <a:pt x="710" y="709"/>
                    <a:pt x="710" y="709"/>
                    <a:pt x="710" y="709"/>
                  </a:cubicBezTo>
                  <a:cubicBezTo>
                    <a:pt x="715" y="706"/>
                    <a:pt x="719" y="704"/>
                    <a:pt x="719" y="704"/>
                  </a:cubicBezTo>
                  <a:cubicBezTo>
                    <a:pt x="719" y="704"/>
                    <a:pt x="722" y="702"/>
                    <a:pt x="728" y="700"/>
                  </a:cubicBezTo>
                  <a:cubicBezTo>
                    <a:pt x="734" y="698"/>
                    <a:pt x="740" y="699"/>
                    <a:pt x="742" y="696"/>
                  </a:cubicBezTo>
                  <a:cubicBezTo>
                    <a:pt x="742" y="696"/>
                    <a:pt x="742" y="696"/>
                    <a:pt x="742" y="696"/>
                  </a:cubicBezTo>
                  <a:cubicBezTo>
                    <a:pt x="743" y="696"/>
                    <a:pt x="743" y="696"/>
                    <a:pt x="743" y="695"/>
                  </a:cubicBezTo>
                  <a:cubicBezTo>
                    <a:pt x="745" y="693"/>
                    <a:pt x="746" y="688"/>
                    <a:pt x="748" y="685"/>
                  </a:cubicBezTo>
                  <a:cubicBezTo>
                    <a:pt x="747" y="685"/>
                    <a:pt x="747" y="685"/>
                    <a:pt x="747" y="685"/>
                  </a:cubicBezTo>
                  <a:cubicBezTo>
                    <a:pt x="748" y="683"/>
                    <a:pt x="748" y="682"/>
                    <a:pt x="749" y="681"/>
                  </a:cubicBezTo>
                  <a:cubicBezTo>
                    <a:pt x="750" y="680"/>
                    <a:pt x="751" y="678"/>
                    <a:pt x="752" y="677"/>
                  </a:cubicBezTo>
                  <a:cubicBezTo>
                    <a:pt x="752" y="677"/>
                    <a:pt x="752" y="677"/>
                    <a:pt x="752" y="677"/>
                  </a:cubicBezTo>
                  <a:cubicBezTo>
                    <a:pt x="755" y="673"/>
                    <a:pt x="756" y="669"/>
                    <a:pt x="755" y="667"/>
                  </a:cubicBezTo>
                  <a:cubicBezTo>
                    <a:pt x="755" y="666"/>
                    <a:pt x="755" y="666"/>
                    <a:pt x="755" y="665"/>
                  </a:cubicBezTo>
                  <a:cubicBezTo>
                    <a:pt x="754" y="665"/>
                    <a:pt x="754" y="665"/>
                    <a:pt x="754" y="665"/>
                  </a:cubicBezTo>
                  <a:cubicBezTo>
                    <a:pt x="754" y="663"/>
                    <a:pt x="755" y="660"/>
                    <a:pt x="756" y="658"/>
                  </a:cubicBezTo>
                  <a:cubicBezTo>
                    <a:pt x="756" y="658"/>
                    <a:pt x="756" y="658"/>
                    <a:pt x="756" y="658"/>
                  </a:cubicBezTo>
                  <a:cubicBezTo>
                    <a:pt x="758" y="653"/>
                    <a:pt x="759" y="649"/>
                    <a:pt x="759" y="647"/>
                  </a:cubicBezTo>
                  <a:cubicBezTo>
                    <a:pt x="759" y="647"/>
                    <a:pt x="758" y="646"/>
                    <a:pt x="758" y="646"/>
                  </a:cubicBezTo>
                  <a:cubicBezTo>
                    <a:pt x="757" y="646"/>
                    <a:pt x="757" y="646"/>
                    <a:pt x="757" y="646"/>
                  </a:cubicBezTo>
                  <a:cubicBezTo>
                    <a:pt x="757" y="644"/>
                    <a:pt x="756" y="641"/>
                    <a:pt x="756" y="638"/>
                  </a:cubicBezTo>
                  <a:cubicBezTo>
                    <a:pt x="757" y="638"/>
                    <a:pt x="757" y="638"/>
                    <a:pt x="757" y="638"/>
                  </a:cubicBezTo>
                  <a:cubicBezTo>
                    <a:pt x="757" y="635"/>
                    <a:pt x="758" y="632"/>
                    <a:pt x="761" y="628"/>
                  </a:cubicBezTo>
                  <a:cubicBezTo>
                    <a:pt x="762" y="628"/>
                    <a:pt x="762" y="627"/>
                    <a:pt x="763" y="627"/>
                  </a:cubicBezTo>
                  <a:cubicBezTo>
                    <a:pt x="763" y="627"/>
                    <a:pt x="763" y="627"/>
                    <a:pt x="763" y="627"/>
                  </a:cubicBezTo>
                  <a:cubicBezTo>
                    <a:pt x="765" y="624"/>
                    <a:pt x="767" y="621"/>
                    <a:pt x="769" y="619"/>
                  </a:cubicBezTo>
                  <a:cubicBezTo>
                    <a:pt x="770" y="619"/>
                    <a:pt x="770" y="619"/>
                    <a:pt x="770" y="619"/>
                  </a:cubicBezTo>
                  <a:cubicBezTo>
                    <a:pt x="774" y="614"/>
                    <a:pt x="777" y="610"/>
                    <a:pt x="777" y="608"/>
                  </a:cubicBezTo>
                  <a:cubicBezTo>
                    <a:pt x="777" y="608"/>
                    <a:pt x="777" y="607"/>
                    <a:pt x="777" y="607"/>
                  </a:cubicBezTo>
                  <a:cubicBezTo>
                    <a:pt x="776" y="607"/>
                    <a:pt x="776" y="607"/>
                    <a:pt x="776" y="607"/>
                  </a:cubicBezTo>
                  <a:cubicBezTo>
                    <a:pt x="777" y="605"/>
                    <a:pt x="778" y="602"/>
                    <a:pt x="779" y="599"/>
                  </a:cubicBezTo>
                  <a:cubicBezTo>
                    <a:pt x="780" y="599"/>
                    <a:pt x="780" y="599"/>
                    <a:pt x="780" y="599"/>
                  </a:cubicBezTo>
                  <a:cubicBezTo>
                    <a:pt x="781" y="595"/>
                    <a:pt x="783" y="591"/>
                    <a:pt x="783" y="588"/>
                  </a:cubicBezTo>
                  <a:cubicBezTo>
                    <a:pt x="782" y="588"/>
                    <a:pt x="782" y="588"/>
                    <a:pt x="782" y="588"/>
                  </a:cubicBezTo>
                  <a:cubicBezTo>
                    <a:pt x="782" y="588"/>
                    <a:pt x="782" y="587"/>
                    <a:pt x="782" y="587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5" name="Freeform 46">
              <a:extLst>
                <a:ext uri="{FF2B5EF4-FFF2-40B4-BE49-F238E27FC236}">
                  <a16:creationId xmlns:a16="http://schemas.microsoft.com/office/drawing/2014/main" id="{8F0E6039-CA23-3B8E-73E5-6D4F9716F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4984" y="2109089"/>
              <a:ext cx="2232108" cy="1514644"/>
            </a:xfrm>
            <a:custGeom>
              <a:avLst/>
              <a:gdLst>
                <a:gd name="T0" fmla="*/ 1158 w 1160"/>
                <a:gd name="T1" fmla="*/ 80 h 786"/>
                <a:gd name="T2" fmla="*/ 1056 w 1160"/>
                <a:gd name="T3" fmla="*/ 59 h 786"/>
                <a:gd name="T4" fmla="*/ 937 w 1160"/>
                <a:gd name="T5" fmla="*/ 30 h 786"/>
                <a:gd name="T6" fmla="*/ 918 w 1160"/>
                <a:gd name="T7" fmla="*/ 45 h 786"/>
                <a:gd name="T8" fmla="*/ 822 w 1160"/>
                <a:gd name="T9" fmla="*/ 36 h 786"/>
                <a:gd name="T10" fmla="*/ 727 w 1160"/>
                <a:gd name="T11" fmla="*/ 11 h 786"/>
                <a:gd name="T12" fmla="*/ 621 w 1160"/>
                <a:gd name="T13" fmla="*/ 22 h 786"/>
                <a:gd name="T14" fmla="*/ 572 w 1160"/>
                <a:gd name="T15" fmla="*/ 40 h 786"/>
                <a:gd name="T16" fmla="*/ 563 w 1160"/>
                <a:gd name="T17" fmla="*/ 63 h 786"/>
                <a:gd name="T18" fmla="*/ 533 w 1160"/>
                <a:gd name="T19" fmla="*/ 66 h 786"/>
                <a:gd name="T20" fmla="*/ 507 w 1160"/>
                <a:gd name="T21" fmla="*/ 69 h 786"/>
                <a:gd name="T22" fmla="*/ 425 w 1160"/>
                <a:gd name="T23" fmla="*/ 69 h 786"/>
                <a:gd name="T24" fmla="*/ 362 w 1160"/>
                <a:gd name="T25" fmla="*/ 67 h 786"/>
                <a:gd name="T26" fmla="*/ 309 w 1160"/>
                <a:gd name="T27" fmla="*/ 86 h 786"/>
                <a:gd name="T28" fmla="*/ 227 w 1160"/>
                <a:gd name="T29" fmla="*/ 49 h 786"/>
                <a:gd name="T30" fmla="*/ 169 w 1160"/>
                <a:gd name="T31" fmla="*/ 136 h 786"/>
                <a:gd name="T32" fmla="*/ 211 w 1160"/>
                <a:gd name="T33" fmla="*/ 110 h 786"/>
                <a:gd name="T34" fmla="*/ 258 w 1160"/>
                <a:gd name="T35" fmla="*/ 133 h 786"/>
                <a:gd name="T36" fmla="*/ 171 w 1160"/>
                <a:gd name="T37" fmla="*/ 165 h 786"/>
                <a:gd name="T38" fmla="*/ 117 w 1160"/>
                <a:gd name="T39" fmla="*/ 187 h 786"/>
                <a:gd name="T40" fmla="*/ 49 w 1160"/>
                <a:gd name="T41" fmla="*/ 279 h 786"/>
                <a:gd name="T42" fmla="*/ 110 w 1160"/>
                <a:gd name="T43" fmla="*/ 262 h 786"/>
                <a:gd name="T44" fmla="*/ 199 w 1160"/>
                <a:gd name="T45" fmla="*/ 276 h 786"/>
                <a:gd name="T46" fmla="*/ 201 w 1160"/>
                <a:gd name="T47" fmla="*/ 254 h 786"/>
                <a:gd name="T48" fmla="*/ 248 w 1160"/>
                <a:gd name="T49" fmla="*/ 282 h 786"/>
                <a:gd name="T50" fmla="*/ 307 w 1160"/>
                <a:gd name="T51" fmla="*/ 292 h 786"/>
                <a:gd name="T52" fmla="*/ 273 w 1160"/>
                <a:gd name="T53" fmla="*/ 323 h 786"/>
                <a:gd name="T54" fmla="*/ 166 w 1160"/>
                <a:gd name="T55" fmla="*/ 303 h 786"/>
                <a:gd name="T56" fmla="*/ 44 w 1160"/>
                <a:gd name="T57" fmla="*/ 343 h 786"/>
                <a:gd name="T58" fmla="*/ 63 w 1160"/>
                <a:gd name="T59" fmla="*/ 514 h 786"/>
                <a:gd name="T60" fmla="*/ 183 w 1160"/>
                <a:gd name="T61" fmla="*/ 626 h 786"/>
                <a:gd name="T62" fmla="*/ 281 w 1160"/>
                <a:gd name="T63" fmla="*/ 758 h 786"/>
                <a:gd name="T64" fmla="*/ 314 w 1160"/>
                <a:gd name="T65" fmla="*/ 708 h 786"/>
                <a:gd name="T66" fmla="*/ 343 w 1160"/>
                <a:gd name="T67" fmla="*/ 642 h 786"/>
                <a:gd name="T68" fmla="*/ 332 w 1160"/>
                <a:gd name="T69" fmla="*/ 584 h 786"/>
                <a:gd name="T70" fmla="*/ 377 w 1160"/>
                <a:gd name="T71" fmla="*/ 526 h 786"/>
                <a:gd name="T72" fmla="*/ 381 w 1160"/>
                <a:gd name="T73" fmla="*/ 467 h 786"/>
                <a:gd name="T74" fmla="*/ 336 w 1160"/>
                <a:gd name="T75" fmla="*/ 429 h 786"/>
                <a:gd name="T76" fmla="*/ 312 w 1160"/>
                <a:gd name="T77" fmla="*/ 371 h 786"/>
                <a:gd name="T78" fmla="*/ 420 w 1160"/>
                <a:gd name="T79" fmla="*/ 432 h 786"/>
                <a:gd name="T80" fmla="*/ 437 w 1160"/>
                <a:gd name="T81" fmla="*/ 371 h 786"/>
                <a:gd name="T82" fmla="*/ 395 w 1160"/>
                <a:gd name="T83" fmla="*/ 351 h 786"/>
                <a:gd name="T84" fmla="*/ 518 w 1160"/>
                <a:gd name="T85" fmla="*/ 400 h 786"/>
                <a:gd name="T86" fmla="*/ 575 w 1160"/>
                <a:gd name="T87" fmla="*/ 468 h 786"/>
                <a:gd name="T88" fmla="*/ 602 w 1160"/>
                <a:gd name="T89" fmla="*/ 410 h 786"/>
                <a:gd name="T90" fmla="*/ 660 w 1160"/>
                <a:gd name="T91" fmla="*/ 448 h 786"/>
                <a:gd name="T92" fmla="*/ 712 w 1160"/>
                <a:gd name="T93" fmla="*/ 472 h 786"/>
                <a:gd name="T94" fmla="*/ 745 w 1160"/>
                <a:gd name="T95" fmla="*/ 437 h 786"/>
                <a:gd name="T96" fmla="*/ 748 w 1160"/>
                <a:gd name="T97" fmla="*/ 421 h 786"/>
                <a:gd name="T98" fmla="*/ 798 w 1160"/>
                <a:gd name="T99" fmla="*/ 371 h 786"/>
                <a:gd name="T100" fmla="*/ 815 w 1160"/>
                <a:gd name="T101" fmla="*/ 313 h 786"/>
                <a:gd name="T102" fmla="*/ 805 w 1160"/>
                <a:gd name="T103" fmla="*/ 269 h 786"/>
                <a:gd name="T104" fmla="*/ 845 w 1160"/>
                <a:gd name="T105" fmla="*/ 306 h 786"/>
                <a:gd name="T106" fmla="*/ 863 w 1160"/>
                <a:gd name="T107" fmla="*/ 262 h 786"/>
                <a:gd name="T108" fmla="*/ 915 w 1160"/>
                <a:gd name="T109" fmla="*/ 224 h 786"/>
                <a:gd name="T110" fmla="*/ 946 w 1160"/>
                <a:gd name="T111" fmla="*/ 225 h 786"/>
                <a:gd name="T112" fmla="*/ 947 w 1160"/>
                <a:gd name="T113" fmla="*/ 177 h 786"/>
                <a:gd name="T114" fmla="*/ 926 w 1160"/>
                <a:gd name="T115" fmla="*/ 146 h 786"/>
                <a:gd name="T116" fmla="*/ 1032 w 1160"/>
                <a:gd name="T117" fmla="*/ 114 h 786"/>
                <a:gd name="T118" fmla="*/ 1030 w 1160"/>
                <a:gd name="T119" fmla="*/ 185 h 786"/>
                <a:gd name="T120" fmla="*/ 1078 w 1160"/>
                <a:gd name="T121" fmla="*/ 126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0" h="786">
                  <a:moveTo>
                    <a:pt x="1078" y="126"/>
                  </a:moveTo>
                  <a:cubicBezTo>
                    <a:pt x="1093" y="126"/>
                    <a:pt x="1088" y="127"/>
                    <a:pt x="1099" y="126"/>
                  </a:cubicBezTo>
                  <a:cubicBezTo>
                    <a:pt x="1111" y="126"/>
                    <a:pt x="1116" y="119"/>
                    <a:pt x="1127" y="115"/>
                  </a:cubicBezTo>
                  <a:cubicBezTo>
                    <a:pt x="1139" y="111"/>
                    <a:pt x="1148" y="109"/>
                    <a:pt x="1151" y="111"/>
                  </a:cubicBezTo>
                  <a:cubicBezTo>
                    <a:pt x="1153" y="112"/>
                    <a:pt x="1156" y="112"/>
                    <a:pt x="1157" y="111"/>
                  </a:cubicBezTo>
                  <a:cubicBezTo>
                    <a:pt x="1159" y="110"/>
                    <a:pt x="1159" y="109"/>
                    <a:pt x="1158" y="107"/>
                  </a:cubicBezTo>
                  <a:cubicBezTo>
                    <a:pt x="1157" y="107"/>
                    <a:pt x="1157" y="107"/>
                    <a:pt x="1157" y="107"/>
                  </a:cubicBezTo>
                  <a:cubicBezTo>
                    <a:pt x="1155" y="105"/>
                    <a:pt x="1151" y="102"/>
                    <a:pt x="1149" y="100"/>
                  </a:cubicBezTo>
                  <a:cubicBezTo>
                    <a:pt x="1151" y="100"/>
                    <a:pt x="1151" y="100"/>
                    <a:pt x="1151" y="100"/>
                  </a:cubicBezTo>
                  <a:cubicBezTo>
                    <a:pt x="1149" y="98"/>
                    <a:pt x="1149" y="97"/>
                    <a:pt x="1149" y="96"/>
                  </a:cubicBezTo>
                  <a:cubicBezTo>
                    <a:pt x="1152" y="95"/>
                    <a:pt x="1154" y="95"/>
                    <a:pt x="1156" y="93"/>
                  </a:cubicBezTo>
                  <a:cubicBezTo>
                    <a:pt x="1158" y="93"/>
                    <a:pt x="1159" y="91"/>
                    <a:pt x="1160" y="89"/>
                  </a:cubicBezTo>
                  <a:cubicBezTo>
                    <a:pt x="1160" y="89"/>
                    <a:pt x="1160" y="88"/>
                    <a:pt x="1160" y="88"/>
                  </a:cubicBezTo>
                  <a:cubicBezTo>
                    <a:pt x="1159" y="88"/>
                    <a:pt x="1159" y="88"/>
                    <a:pt x="1159" y="88"/>
                  </a:cubicBezTo>
                  <a:cubicBezTo>
                    <a:pt x="1159" y="86"/>
                    <a:pt x="1158" y="83"/>
                    <a:pt x="1157" y="80"/>
                  </a:cubicBezTo>
                  <a:cubicBezTo>
                    <a:pt x="1158" y="80"/>
                    <a:pt x="1158" y="80"/>
                    <a:pt x="1158" y="80"/>
                  </a:cubicBezTo>
                  <a:cubicBezTo>
                    <a:pt x="1157" y="77"/>
                    <a:pt x="1156" y="74"/>
                    <a:pt x="1158" y="72"/>
                  </a:cubicBezTo>
                  <a:cubicBezTo>
                    <a:pt x="1159" y="71"/>
                    <a:pt x="1159" y="70"/>
                    <a:pt x="1159" y="69"/>
                  </a:cubicBezTo>
                  <a:cubicBezTo>
                    <a:pt x="1158" y="69"/>
                    <a:pt x="1158" y="69"/>
                    <a:pt x="1158" y="69"/>
                  </a:cubicBezTo>
                  <a:cubicBezTo>
                    <a:pt x="1158" y="65"/>
                    <a:pt x="1154" y="62"/>
                    <a:pt x="1151" y="61"/>
                  </a:cubicBezTo>
                  <a:cubicBezTo>
                    <a:pt x="1153" y="61"/>
                    <a:pt x="1153" y="61"/>
                    <a:pt x="1153" y="61"/>
                  </a:cubicBezTo>
                  <a:cubicBezTo>
                    <a:pt x="1152" y="60"/>
                    <a:pt x="1151" y="60"/>
                    <a:pt x="1150" y="60"/>
                  </a:cubicBezTo>
                  <a:cubicBezTo>
                    <a:pt x="1145" y="59"/>
                    <a:pt x="1126" y="61"/>
                    <a:pt x="1122" y="59"/>
                  </a:cubicBezTo>
                  <a:cubicBezTo>
                    <a:pt x="1118" y="56"/>
                    <a:pt x="1111" y="53"/>
                    <a:pt x="1109" y="55"/>
                  </a:cubicBezTo>
                  <a:cubicBezTo>
                    <a:pt x="1109" y="55"/>
                    <a:pt x="1109" y="55"/>
                    <a:pt x="1109" y="55"/>
                  </a:cubicBezTo>
                  <a:cubicBezTo>
                    <a:pt x="1109" y="55"/>
                    <a:pt x="1109" y="56"/>
                    <a:pt x="1108" y="56"/>
                  </a:cubicBezTo>
                  <a:cubicBezTo>
                    <a:pt x="1106" y="57"/>
                    <a:pt x="1102" y="67"/>
                    <a:pt x="1102" y="67"/>
                  </a:cubicBezTo>
                  <a:cubicBezTo>
                    <a:pt x="1102" y="67"/>
                    <a:pt x="1098" y="68"/>
                    <a:pt x="1095" y="63"/>
                  </a:cubicBezTo>
                  <a:cubicBezTo>
                    <a:pt x="1095" y="62"/>
                    <a:pt x="1094" y="61"/>
                    <a:pt x="1093" y="61"/>
                  </a:cubicBezTo>
                  <a:cubicBezTo>
                    <a:pt x="1095" y="61"/>
                    <a:pt x="1095" y="61"/>
                    <a:pt x="1095" y="61"/>
                  </a:cubicBezTo>
                  <a:cubicBezTo>
                    <a:pt x="1090" y="57"/>
                    <a:pt x="1077" y="57"/>
                    <a:pt x="1072" y="57"/>
                  </a:cubicBezTo>
                  <a:cubicBezTo>
                    <a:pt x="1067" y="57"/>
                    <a:pt x="1062" y="59"/>
                    <a:pt x="1056" y="59"/>
                  </a:cubicBezTo>
                  <a:cubicBezTo>
                    <a:pt x="1051" y="60"/>
                    <a:pt x="1048" y="62"/>
                    <a:pt x="1044" y="57"/>
                  </a:cubicBezTo>
                  <a:cubicBezTo>
                    <a:pt x="1040" y="53"/>
                    <a:pt x="1034" y="52"/>
                    <a:pt x="1032" y="50"/>
                  </a:cubicBezTo>
                  <a:cubicBezTo>
                    <a:pt x="1032" y="50"/>
                    <a:pt x="1032" y="49"/>
                    <a:pt x="1031" y="49"/>
                  </a:cubicBezTo>
                  <a:cubicBezTo>
                    <a:pt x="1027" y="49"/>
                    <a:pt x="1027" y="49"/>
                    <a:pt x="1027" y="49"/>
                  </a:cubicBezTo>
                  <a:cubicBezTo>
                    <a:pt x="1024" y="49"/>
                    <a:pt x="1020" y="49"/>
                    <a:pt x="1016" y="49"/>
                  </a:cubicBezTo>
                  <a:cubicBezTo>
                    <a:pt x="1011" y="49"/>
                    <a:pt x="1011" y="49"/>
                    <a:pt x="1011" y="49"/>
                  </a:cubicBezTo>
                  <a:cubicBezTo>
                    <a:pt x="1002" y="50"/>
                    <a:pt x="994" y="50"/>
                    <a:pt x="994" y="50"/>
                  </a:cubicBezTo>
                  <a:cubicBezTo>
                    <a:pt x="994" y="50"/>
                    <a:pt x="993" y="50"/>
                    <a:pt x="992" y="49"/>
                  </a:cubicBezTo>
                  <a:cubicBezTo>
                    <a:pt x="990" y="49"/>
                    <a:pt x="990" y="49"/>
                    <a:pt x="990" y="49"/>
                  </a:cubicBezTo>
                  <a:cubicBezTo>
                    <a:pt x="988" y="48"/>
                    <a:pt x="986" y="47"/>
                    <a:pt x="983" y="45"/>
                  </a:cubicBezTo>
                  <a:cubicBezTo>
                    <a:pt x="981" y="44"/>
                    <a:pt x="979" y="43"/>
                    <a:pt x="977" y="41"/>
                  </a:cubicBezTo>
                  <a:cubicBezTo>
                    <a:pt x="979" y="41"/>
                    <a:pt x="979" y="41"/>
                    <a:pt x="979" y="41"/>
                  </a:cubicBezTo>
                  <a:cubicBezTo>
                    <a:pt x="975" y="39"/>
                    <a:pt x="972" y="37"/>
                    <a:pt x="970" y="37"/>
                  </a:cubicBezTo>
                  <a:cubicBezTo>
                    <a:pt x="968" y="37"/>
                    <a:pt x="953" y="40"/>
                    <a:pt x="949" y="37"/>
                  </a:cubicBezTo>
                  <a:cubicBezTo>
                    <a:pt x="946" y="35"/>
                    <a:pt x="942" y="33"/>
                    <a:pt x="940" y="33"/>
                  </a:cubicBezTo>
                  <a:cubicBezTo>
                    <a:pt x="938" y="33"/>
                    <a:pt x="937" y="31"/>
                    <a:pt x="937" y="30"/>
                  </a:cubicBezTo>
                  <a:cubicBezTo>
                    <a:pt x="936" y="30"/>
                    <a:pt x="936" y="30"/>
                    <a:pt x="936" y="30"/>
                  </a:cubicBezTo>
                  <a:cubicBezTo>
                    <a:pt x="936" y="29"/>
                    <a:pt x="936" y="29"/>
                    <a:pt x="937" y="29"/>
                  </a:cubicBezTo>
                  <a:cubicBezTo>
                    <a:pt x="940" y="29"/>
                    <a:pt x="954" y="24"/>
                    <a:pt x="954" y="24"/>
                  </a:cubicBezTo>
                  <a:cubicBezTo>
                    <a:pt x="954" y="24"/>
                    <a:pt x="954" y="23"/>
                    <a:pt x="953" y="22"/>
                  </a:cubicBezTo>
                  <a:cubicBezTo>
                    <a:pt x="954" y="22"/>
                    <a:pt x="954" y="22"/>
                    <a:pt x="954" y="22"/>
                  </a:cubicBezTo>
                  <a:cubicBezTo>
                    <a:pt x="953" y="20"/>
                    <a:pt x="950" y="17"/>
                    <a:pt x="946" y="17"/>
                  </a:cubicBezTo>
                  <a:cubicBezTo>
                    <a:pt x="941" y="17"/>
                    <a:pt x="932" y="14"/>
                    <a:pt x="930" y="14"/>
                  </a:cubicBezTo>
                  <a:cubicBezTo>
                    <a:pt x="929" y="14"/>
                    <a:pt x="929" y="14"/>
                    <a:pt x="929" y="15"/>
                  </a:cubicBezTo>
                  <a:cubicBezTo>
                    <a:pt x="928" y="15"/>
                    <a:pt x="928" y="15"/>
                    <a:pt x="927" y="16"/>
                  </a:cubicBezTo>
                  <a:cubicBezTo>
                    <a:pt x="927" y="16"/>
                    <a:pt x="926" y="16"/>
                    <a:pt x="924" y="16"/>
                  </a:cubicBezTo>
                  <a:cubicBezTo>
                    <a:pt x="919" y="15"/>
                    <a:pt x="913" y="18"/>
                    <a:pt x="912" y="15"/>
                  </a:cubicBezTo>
                  <a:cubicBezTo>
                    <a:pt x="911" y="12"/>
                    <a:pt x="909" y="12"/>
                    <a:pt x="908" y="14"/>
                  </a:cubicBezTo>
                  <a:cubicBezTo>
                    <a:pt x="905" y="15"/>
                    <a:pt x="903" y="22"/>
                    <a:pt x="908" y="23"/>
                  </a:cubicBezTo>
                  <a:cubicBezTo>
                    <a:pt x="916" y="26"/>
                    <a:pt x="923" y="23"/>
                    <a:pt x="925" y="27"/>
                  </a:cubicBezTo>
                  <a:cubicBezTo>
                    <a:pt x="927" y="30"/>
                    <a:pt x="925" y="32"/>
                    <a:pt x="925" y="35"/>
                  </a:cubicBezTo>
                  <a:cubicBezTo>
                    <a:pt x="925" y="37"/>
                    <a:pt x="921" y="43"/>
                    <a:pt x="918" y="45"/>
                  </a:cubicBezTo>
                  <a:cubicBezTo>
                    <a:pt x="916" y="46"/>
                    <a:pt x="913" y="43"/>
                    <a:pt x="908" y="46"/>
                  </a:cubicBezTo>
                  <a:cubicBezTo>
                    <a:pt x="903" y="49"/>
                    <a:pt x="890" y="46"/>
                    <a:pt x="889" y="48"/>
                  </a:cubicBezTo>
                  <a:cubicBezTo>
                    <a:pt x="887" y="50"/>
                    <a:pt x="884" y="43"/>
                    <a:pt x="882" y="45"/>
                  </a:cubicBezTo>
                  <a:cubicBezTo>
                    <a:pt x="880" y="45"/>
                    <a:pt x="877" y="49"/>
                    <a:pt x="874" y="51"/>
                  </a:cubicBezTo>
                  <a:cubicBezTo>
                    <a:pt x="872" y="52"/>
                    <a:pt x="871" y="52"/>
                    <a:pt x="870" y="52"/>
                  </a:cubicBezTo>
                  <a:cubicBezTo>
                    <a:pt x="869" y="52"/>
                    <a:pt x="867" y="51"/>
                    <a:pt x="865" y="49"/>
                  </a:cubicBezTo>
                  <a:cubicBezTo>
                    <a:pt x="864" y="49"/>
                    <a:pt x="864" y="49"/>
                    <a:pt x="864" y="49"/>
                  </a:cubicBezTo>
                  <a:cubicBezTo>
                    <a:pt x="862" y="48"/>
                    <a:pt x="861" y="46"/>
                    <a:pt x="861" y="43"/>
                  </a:cubicBezTo>
                  <a:cubicBezTo>
                    <a:pt x="861" y="43"/>
                    <a:pt x="861" y="42"/>
                    <a:pt x="861" y="41"/>
                  </a:cubicBezTo>
                  <a:cubicBezTo>
                    <a:pt x="862" y="41"/>
                    <a:pt x="862" y="41"/>
                    <a:pt x="862" y="41"/>
                  </a:cubicBezTo>
                  <a:cubicBezTo>
                    <a:pt x="862" y="37"/>
                    <a:pt x="861" y="32"/>
                    <a:pt x="859" y="31"/>
                  </a:cubicBezTo>
                  <a:cubicBezTo>
                    <a:pt x="859" y="30"/>
                    <a:pt x="856" y="30"/>
                    <a:pt x="853" y="30"/>
                  </a:cubicBezTo>
                  <a:cubicBezTo>
                    <a:pt x="843" y="30"/>
                    <a:pt x="843" y="30"/>
                    <a:pt x="843" y="30"/>
                  </a:cubicBezTo>
                  <a:cubicBezTo>
                    <a:pt x="839" y="30"/>
                    <a:pt x="828" y="32"/>
                    <a:pt x="825" y="34"/>
                  </a:cubicBezTo>
                  <a:cubicBezTo>
                    <a:pt x="824" y="34"/>
                    <a:pt x="824" y="34"/>
                    <a:pt x="824" y="35"/>
                  </a:cubicBezTo>
                  <a:cubicBezTo>
                    <a:pt x="823" y="35"/>
                    <a:pt x="823" y="35"/>
                    <a:pt x="822" y="36"/>
                  </a:cubicBezTo>
                  <a:cubicBezTo>
                    <a:pt x="820" y="37"/>
                    <a:pt x="816" y="38"/>
                    <a:pt x="814" y="38"/>
                  </a:cubicBezTo>
                  <a:cubicBezTo>
                    <a:pt x="810" y="38"/>
                    <a:pt x="807" y="34"/>
                    <a:pt x="800" y="33"/>
                  </a:cubicBezTo>
                  <a:cubicBezTo>
                    <a:pt x="792" y="32"/>
                    <a:pt x="776" y="31"/>
                    <a:pt x="774" y="32"/>
                  </a:cubicBezTo>
                  <a:cubicBezTo>
                    <a:pt x="772" y="32"/>
                    <a:pt x="769" y="31"/>
                    <a:pt x="768" y="30"/>
                  </a:cubicBezTo>
                  <a:cubicBezTo>
                    <a:pt x="766" y="30"/>
                    <a:pt x="766" y="30"/>
                    <a:pt x="766" y="30"/>
                  </a:cubicBezTo>
                  <a:cubicBezTo>
                    <a:pt x="766" y="29"/>
                    <a:pt x="766" y="29"/>
                    <a:pt x="767" y="29"/>
                  </a:cubicBezTo>
                  <a:cubicBezTo>
                    <a:pt x="768" y="27"/>
                    <a:pt x="771" y="25"/>
                    <a:pt x="772" y="22"/>
                  </a:cubicBezTo>
                  <a:cubicBezTo>
                    <a:pt x="773" y="22"/>
                    <a:pt x="773" y="22"/>
                    <a:pt x="773" y="22"/>
                  </a:cubicBezTo>
                  <a:cubicBezTo>
                    <a:pt x="775" y="19"/>
                    <a:pt x="776" y="16"/>
                    <a:pt x="773" y="15"/>
                  </a:cubicBezTo>
                  <a:cubicBezTo>
                    <a:pt x="769" y="11"/>
                    <a:pt x="759" y="11"/>
                    <a:pt x="755" y="10"/>
                  </a:cubicBezTo>
                  <a:cubicBezTo>
                    <a:pt x="750" y="10"/>
                    <a:pt x="750" y="10"/>
                    <a:pt x="750" y="10"/>
                  </a:cubicBezTo>
                  <a:cubicBezTo>
                    <a:pt x="746" y="10"/>
                    <a:pt x="743" y="10"/>
                    <a:pt x="738" y="10"/>
                  </a:cubicBezTo>
                  <a:cubicBezTo>
                    <a:pt x="738" y="10"/>
                    <a:pt x="738" y="10"/>
                    <a:pt x="737" y="10"/>
                  </a:cubicBezTo>
                  <a:cubicBezTo>
                    <a:pt x="736" y="10"/>
                    <a:pt x="736" y="10"/>
                    <a:pt x="736" y="10"/>
                  </a:cubicBezTo>
                  <a:cubicBezTo>
                    <a:pt x="731" y="12"/>
                    <a:pt x="730" y="15"/>
                    <a:pt x="727" y="12"/>
                  </a:cubicBezTo>
                  <a:cubicBezTo>
                    <a:pt x="727" y="11"/>
                    <a:pt x="727" y="11"/>
                    <a:pt x="727" y="11"/>
                  </a:cubicBezTo>
                  <a:cubicBezTo>
                    <a:pt x="728" y="11"/>
                    <a:pt x="730" y="12"/>
                    <a:pt x="723" y="9"/>
                  </a:cubicBezTo>
                  <a:cubicBezTo>
                    <a:pt x="713" y="3"/>
                    <a:pt x="707" y="9"/>
                    <a:pt x="705" y="6"/>
                  </a:cubicBezTo>
                  <a:cubicBezTo>
                    <a:pt x="704" y="5"/>
                    <a:pt x="704" y="5"/>
                    <a:pt x="704" y="4"/>
                  </a:cubicBezTo>
                  <a:cubicBezTo>
                    <a:pt x="703" y="6"/>
                    <a:pt x="701" y="8"/>
                    <a:pt x="697" y="10"/>
                  </a:cubicBezTo>
                  <a:cubicBezTo>
                    <a:pt x="697" y="10"/>
                    <a:pt x="697" y="10"/>
                    <a:pt x="697" y="10"/>
                  </a:cubicBezTo>
                  <a:cubicBezTo>
                    <a:pt x="697" y="10"/>
                    <a:pt x="697" y="10"/>
                    <a:pt x="697" y="10"/>
                  </a:cubicBezTo>
                  <a:cubicBezTo>
                    <a:pt x="690" y="14"/>
                    <a:pt x="686" y="15"/>
                    <a:pt x="684" y="16"/>
                  </a:cubicBezTo>
                  <a:cubicBezTo>
                    <a:pt x="682" y="16"/>
                    <a:pt x="668" y="14"/>
                    <a:pt x="668" y="12"/>
                  </a:cubicBezTo>
                  <a:cubicBezTo>
                    <a:pt x="668" y="11"/>
                    <a:pt x="668" y="11"/>
                    <a:pt x="668" y="10"/>
                  </a:cubicBezTo>
                  <a:cubicBezTo>
                    <a:pt x="667" y="10"/>
                    <a:pt x="667" y="10"/>
                    <a:pt x="667" y="10"/>
                  </a:cubicBezTo>
                  <a:cubicBezTo>
                    <a:pt x="666" y="0"/>
                    <a:pt x="661" y="11"/>
                    <a:pt x="656" y="14"/>
                  </a:cubicBezTo>
                  <a:cubicBezTo>
                    <a:pt x="656" y="14"/>
                    <a:pt x="656" y="15"/>
                    <a:pt x="656" y="15"/>
                  </a:cubicBezTo>
                  <a:cubicBezTo>
                    <a:pt x="651" y="17"/>
                    <a:pt x="648" y="20"/>
                    <a:pt x="643" y="19"/>
                  </a:cubicBezTo>
                  <a:cubicBezTo>
                    <a:pt x="638" y="18"/>
                    <a:pt x="630" y="18"/>
                    <a:pt x="625" y="20"/>
                  </a:cubicBezTo>
                  <a:cubicBezTo>
                    <a:pt x="623" y="21"/>
                    <a:pt x="622" y="22"/>
                    <a:pt x="620" y="22"/>
                  </a:cubicBezTo>
                  <a:cubicBezTo>
                    <a:pt x="621" y="22"/>
                    <a:pt x="621" y="22"/>
                    <a:pt x="621" y="22"/>
                  </a:cubicBezTo>
                  <a:cubicBezTo>
                    <a:pt x="618" y="24"/>
                    <a:pt x="614" y="24"/>
                    <a:pt x="610" y="27"/>
                  </a:cubicBezTo>
                  <a:cubicBezTo>
                    <a:pt x="609" y="28"/>
                    <a:pt x="608" y="29"/>
                    <a:pt x="607" y="30"/>
                  </a:cubicBezTo>
                  <a:cubicBezTo>
                    <a:pt x="606" y="30"/>
                    <a:pt x="606" y="30"/>
                    <a:pt x="606" y="30"/>
                  </a:cubicBezTo>
                  <a:cubicBezTo>
                    <a:pt x="602" y="32"/>
                    <a:pt x="597" y="33"/>
                    <a:pt x="597" y="33"/>
                  </a:cubicBezTo>
                  <a:cubicBezTo>
                    <a:pt x="597" y="33"/>
                    <a:pt x="588" y="33"/>
                    <a:pt x="584" y="33"/>
                  </a:cubicBezTo>
                  <a:cubicBezTo>
                    <a:pt x="581" y="33"/>
                    <a:pt x="578" y="33"/>
                    <a:pt x="577" y="34"/>
                  </a:cubicBezTo>
                  <a:cubicBezTo>
                    <a:pt x="575" y="34"/>
                    <a:pt x="575" y="35"/>
                    <a:pt x="577" y="37"/>
                  </a:cubicBezTo>
                  <a:cubicBezTo>
                    <a:pt x="581" y="42"/>
                    <a:pt x="592" y="46"/>
                    <a:pt x="594" y="48"/>
                  </a:cubicBezTo>
                  <a:cubicBezTo>
                    <a:pt x="595" y="50"/>
                    <a:pt x="597" y="57"/>
                    <a:pt x="595" y="59"/>
                  </a:cubicBezTo>
                  <a:cubicBezTo>
                    <a:pt x="593" y="60"/>
                    <a:pt x="589" y="59"/>
                    <a:pt x="589" y="55"/>
                  </a:cubicBezTo>
                  <a:cubicBezTo>
                    <a:pt x="589" y="52"/>
                    <a:pt x="588" y="50"/>
                    <a:pt x="587" y="49"/>
                  </a:cubicBezTo>
                  <a:cubicBezTo>
                    <a:pt x="586" y="49"/>
                    <a:pt x="586" y="49"/>
                    <a:pt x="586" y="49"/>
                  </a:cubicBezTo>
                  <a:cubicBezTo>
                    <a:pt x="585" y="48"/>
                    <a:pt x="583" y="48"/>
                    <a:pt x="581" y="47"/>
                  </a:cubicBezTo>
                  <a:cubicBezTo>
                    <a:pt x="575" y="45"/>
                    <a:pt x="575" y="46"/>
                    <a:pt x="571" y="41"/>
                  </a:cubicBezTo>
                  <a:cubicBezTo>
                    <a:pt x="573" y="41"/>
                    <a:pt x="573" y="41"/>
                    <a:pt x="573" y="41"/>
                  </a:cubicBezTo>
                  <a:cubicBezTo>
                    <a:pt x="572" y="41"/>
                    <a:pt x="572" y="41"/>
                    <a:pt x="572" y="40"/>
                  </a:cubicBezTo>
                  <a:cubicBezTo>
                    <a:pt x="567" y="36"/>
                    <a:pt x="563" y="36"/>
                    <a:pt x="560" y="38"/>
                  </a:cubicBezTo>
                  <a:cubicBezTo>
                    <a:pt x="559" y="38"/>
                    <a:pt x="558" y="39"/>
                    <a:pt x="558" y="40"/>
                  </a:cubicBezTo>
                  <a:cubicBezTo>
                    <a:pt x="556" y="43"/>
                    <a:pt x="556" y="48"/>
                    <a:pt x="555" y="50"/>
                  </a:cubicBezTo>
                  <a:cubicBezTo>
                    <a:pt x="555" y="50"/>
                    <a:pt x="555" y="50"/>
                    <a:pt x="555" y="50"/>
                  </a:cubicBezTo>
                  <a:cubicBezTo>
                    <a:pt x="552" y="51"/>
                    <a:pt x="549" y="53"/>
                    <a:pt x="548" y="49"/>
                  </a:cubicBezTo>
                  <a:cubicBezTo>
                    <a:pt x="547" y="49"/>
                    <a:pt x="547" y="49"/>
                    <a:pt x="547" y="49"/>
                  </a:cubicBezTo>
                  <a:cubicBezTo>
                    <a:pt x="547" y="49"/>
                    <a:pt x="547" y="49"/>
                    <a:pt x="547" y="49"/>
                  </a:cubicBezTo>
                  <a:cubicBezTo>
                    <a:pt x="547" y="47"/>
                    <a:pt x="546" y="44"/>
                    <a:pt x="546" y="41"/>
                  </a:cubicBezTo>
                  <a:cubicBezTo>
                    <a:pt x="547" y="41"/>
                    <a:pt x="547" y="41"/>
                    <a:pt x="547" y="41"/>
                  </a:cubicBezTo>
                  <a:cubicBezTo>
                    <a:pt x="547" y="38"/>
                    <a:pt x="546" y="36"/>
                    <a:pt x="545" y="37"/>
                  </a:cubicBezTo>
                  <a:cubicBezTo>
                    <a:pt x="544" y="38"/>
                    <a:pt x="543" y="38"/>
                    <a:pt x="543" y="39"/>
                  </a:cubicBezTo>
                  <a:cubicBezTo>
                    <a:pt x="539" y="45"/>
                    <a:pt x="538" y="45"/>
                    <a:pt x="538" y="48"/>
                  </a:cubicBezTo>
                  <a:cubicBezTo>
                    <a:pt x="538" y="51"/>
                    <a:pt x="541" y="54"/>
                    <a:pt x="540" y="59"/>
                  </a:cubicBezTo>
                  <a:cubicBezTo>
                    <a:pt x="539" y="64"/>
                    <a:pt x="539" y="68"/>
                    <a:pt x="540" y="68"/>
                  </a:cubicBezTo>
                  <a:cubicBezTo>
                    <a:pt x="542" y="68"/>
                    <a:pt x="545" y="63"/>
                    <a:pt x="550" y="62"/>
                  </a:cubicBezTo>
                  <a:cubicBezTo>
                    <a:pt x="554" y="60"/>
                    <a:pt x="562" y="57"/>
                    <a:pt x="563" y="63"/>
                  </a:cubicBezTo>
                  <a:cubicBezTo>
                    <a:pt x="563" y="67"/>
                    <a:pt x="567" y="69"/>
                    <a:pt x="565" y="71"/>
                  </a:cubicBezTo>
                  <a:cubicBezTo>
                    <a:pt x="564" y="71"/>
                    <a:pt x="564" y="71"/>
                    <a:pt x="564" y="72"/>
                  </a:cubicBezTo>
                  <a:cubicBezTo>
                    <a:pt x="559" y="74"/>
                    <a:pt x="554" y="73"/>
                    <a:pt x="553" y="69"/>
                  </a:cubicBezTo>
                  <a:cubicBezTo>
                    <a:pt x="553" y="69"/>
                    <a:pt x="552" y="69"/>
                    <a:pt x="552" y="69"/>
                  </a:cubicBezTo>
                  <a:cubicBezTo>
                    <a:pt x="551" y="69"/>
                    <a:pt x="551" y="69"/>
                    <a:pt x="551" y="69"/>
                  </a:cubicBezTo>
                  <a:cubicBezTo>
                    <a:pt x="550" y="66"/>
                    <a:pt x="547" y="67"/>
                    <a:pt x="544" y="69"/>
                  </a:cubicBezTo>
                  <a:cubicBezTo>
                    <a:pt x="540" y="72"/>
                    <a:pt x="533" y="83"/>
                    <a:pt x="533" y="83"/>
                  </a:cubicBezTo>
                  <a:cubicBezTo>
                    <a:pt x="533" y="83"/>
                    <a:pt x="524" y="87"/>
                    <a:pt x="521" y="88"/>
                  </a:cubicBezTo>
                  <a:cubicBezTo>
                    <a:pt x="520" y="88"/>
                    <a:pt x="520" y="88"/>
                    <a:pt x="520" y="88"/>
                  </a:cubicBezTo>
                  <a:cubicBezTo>
                    <a:pt x="520" y="88"/>
                    <a:pt x="519" y="88"/>
                    <a:pt x="519" y="88"/>
                  </a:cubicBezTo>
                  <a:cubicBezTo>
                    <a:pt x="518" y="87"/>
                    <a:pt x="521" y="83"/>
                    <a:pt x="524" y="80"/>
                  </a:cubicBezTo>
                  <a:cubicBezTo>
                    <a:pt x="524" y="80"/>
                    <a:pt x="524" y="80"/>
                    <a:pt x="524" y="80"/>
                  </a:cubicBezTo>
                  <a:cubicBezTo>
                    <a:pt x="526" y="79"/>
                    <a:pt x="527" y="78"/>
                    <a:pt x="528" y="77"/>
                  </a:cubicBezTo>
                  <a:cubicBezTo>
                    <a:pt x="531" y="75"/>
                    <a:pt x="533" y="71"/>
                    <a:pt x="534" y="69"/>
                  </a:cubicBezTo>
                  <a:cubicBezTo>
                    <a:pt x="533" y="69"/>
                    <a:pt x="533" y="69"/>
                    <a:pt x="533" y="69"/>
                  </a:cubicBezTo>
                  <a:cubicBezTo>
                    <a:pt x="533" y="68"/>
                    <a:pt x="533" y="67"/>
                    <a:pt x="533" y="66"/>
                  </a:cubicBezTo>
                  <a:cubicBezTo>
                    <a:pt x="532" y="66"/>
                    <a:pt x="532" y="63"/>
                    <a:pt x="531" y="61"/>
                  </a:cubicBezTo>
                  <a:cubicBezTo>
                    <a:pt x="532" y="61"/>
                    <a:pt x="532" y="61"/>
                    <a:pt x="532" y="61"/>
                  </a:cubicBezTo>
                  <a:cubicBezTo>
                    <a:pt x="531" y="57"/>
                    <a:pt x="531" y="52"/>
                    <a:pt x="531" y="50"/>
                  </a:cubicBezTo>
                  <a:cubicBezTo>
                    <a:pt x="531" y="50"/>
                    <a:pt x="531" y="49"/>
                    <a:pt x="532" y="49"/>
                  </a:cubicBezTo>
                  <a:cubicBezTo>
                    <a:pt x="531" y="49"/>
                    <a:pt x="531" y="49"/>
                    <a:pt x="531" y="49"/>
                  </a:cubicBezTo>
                  <a:cubicBezTo>
                    <a:pt x="532" y="47"/>
                    <a:pt x="534" y="44"/>
                    <a:pt x="532" y="41"/>
                  </a:cubicBezTo>
                  <a:cubicBezTo>
                    <a:pt x="534" y="41"/>
                    <a:pt x="534" y="41"/>
                    <a:pt x="534" y="41"/>
                  </a:cubicBezTo>
                  <a:cubicBezTo>
                    <a:pt x="533" y="41"/>
                    <a:pt x="533" y="40"/>
                    <a:pt x="532" y="40"/>
                  </a:cubicBezTo>
                  <a:cubicBezTo>
                    <a:pt x="527" y="37"/>
                    <a:pt x="523" y="33"/>
                    <a:pt x="519" y="32"/>
                  </a:cubicBezTo>
                  <a:cubicBezTo>
                    <a:pt x="518" y="31"/>
                    <a:pt x="517" y="32"/>
                    <a:pt x="516" y="32"/>
                  </a:cubicBezTo>
                  <a:cubicBezTo>
                    <a:pt x="512" y="34"/>
                    <a:pt x="509" y="40"/>
                    <a:pt x="506" y="42"/>
                  </a:cubicBezTo>
                  <a:cubicBezTo>
                    <a:pt x="503" y="44"/>
                    <a:pt x="504" y="47"/>
                    <a:pt x="499" y="47"/>
                  </a:cubicBezTo>
                  <a:cubicBezTo>
                    <a:pt x="495" y="48"/>
                    <a:pt x="492" y="55"/>
                    <a:pt x="499" y="59"/>
                  </a:cubicBezTo>
                  <a:cubicBezTo>
                    <a:pt x="506" y="63"/>
                    <a:pt x="509" y="66"/>
                    <a:pt x="507" y="69"/>
                  </a:cubicBezTo>
                  <a:cubicBezTo>
                    <a:pt x="507" y="69"/>
                    <a:pt x="507" y="69"/>
                    <a:pt x="507" y="69"/>
                  </a:cubicBezTo>
                  <a:cubicBezTo>
                    <a:pt x="507" y="69"/>
                    <a:pt x="507" y="69"/>
                    <a:pt x="507" y="69"/>
                  </a:cubicBezTo>
                  <a:cubicBezTo>
                    <a:pt x="506" y="69"/>
                    <a:pt x="505" y="69"/>
                    <a:pt x="504" y="69"/>
                  </a:cubicBezTo>
                  <a:cubicBezTo>
                    <a:pt x="500" y="69"/>
                    <a:pt x="500" y="69"/>
                    <a:pt x="500" y="69"/>
                  </a:cubicBezTo>
                  <a:cubicBezTo>
                    <a:pt x="498" y="68"/>
                    <a:pt x="497" y="67"/>
                    <a:pt x="497" y="67"/>
                  </a:cubicBezTo>
                  <a:cubicBezTo>
                    <a:pt x="497" y="67"/>
                    <a:pt x="490" y="64"/>
                    <a:pt x="486" y="64"/>
                  </a:cubicBezTo>
                  <a:cubicBezTo>
                    <a:pt x="483" y="64"/>
                    <a:pt x="479" y="62"/>
                    <a:pt x="475" y="61"/>
                  </a:cubicBezTo>
                  <a:cubicBezTo>
                    <a:pt x="478" y="61"/>
                    <a:pt x="478" y="61"/>
                    <a:pt x="478" y="61"/>
                  </a:cubicBezTo>
                  <a:cubicBezTo>
                    <a:pt x="477" y="60"/>
                    <a:pt x="475" y="60"/>
                    <a:pt x="474" y="60"/>
                  </a:cubicBezTo>
                  <a:cubicBezTo>
                    <a:pt x="471" y="59"/>
                    <a:pt x="464" y="59"/>
                    <a:pt x="461" y="61"/>
                  </a:cubicBezTo>
                  <a:cubicBezTo>
                    <a:pt x="462" y="61"/>
                    <a:pt x="462" y="61"/>
                    <a:pt x="462" y="61"/>
                  </a:cubicBezTo>
                  <a:cubicBezTo>
                    <a:pt x="461" y="61"/>
                    <a:pt x="460" y="62"/>
                    <a:pt x="459" y="62"/>
                  </a:cubicBezTo>
                  <a:cubicBezTo>
                    <a:pt x="458" y="64"/>
                    <a:pt x="456" y="67"/>
                    <a:pt x="453" y="69"/>
                  </a:cubicBezTo>
                  <a:cubicBezTo>
                    <a:pt x="453" y="69"/>
                    <a:pt x="453" y="69"/>
                    <a:pt x="453" y="69"/>
                  </a:cubicBezTo>
                  <a:cubicBezTo>
                    <a:pt x="452" y="69"/>
                    <a:pt x="450" y="69"/>
                    <a:pt x="449" y="69"/>
                  </a:cubicBezTo>
                  <a:cubicBezTo>
                    <a:pt x="447" y="69"/>
                    <a:pt x="447" y="69"/>
                    <a:pt x="447" y="69"/>
                  </a:cubicBezTo>
                  <a:cubicBezTo>
                    <a:pt x="444" y="66"/>
                    <a:pt x="444" y="65"/>
                    <a:pt x="439" y="67"/>
                  </a:cubicBezTo>
                  <a:cubicBezTo>
                    <a:pt x="433" y="69"/>
                    <a:pt x="428" y="65"/>
                    <a:pt x="425" y="69"/>
                  </a:cubicBezTo>
                  <a:cubicBezTo>
                    <a:pt x="424" y="69"/>
                    <a:pt x="424" y="70"/>
                    <a:pt x="424" y="71"/>
                  </a:cubicBezTo>
                  <a:cubicBezTo>
                    <a:pt x="423" y="71"/>
                    <a:pt x="421" y="70"/>
                    <a:pt x="418" y="69"/>
                  </a:cubicBezTo>
                  <a:cubicBezTo>
                    <a:pt x="415" y="69"/>
                    <a:pt x="415" y="69"/>
                    <a:pt x="415" y="69"/>
                  </a:cubicBezTo>
                  <a:cubicBezTo>
                    <a:pt x="415" y="69"/>
                    <a:pt x="415" y="69"/>
                    <a:pt x="415" y="69"/>
                  </a:cubicBezTo>
                  <a:cubicBezTo>
                    <a:pt x="408" y="66"/>
                    <a:pt x="407" y="68"/>
                    <a:pt x="404" y="70"/>
                  </a:cubicBezTo>
                  <a:cubicBezTo>
                    <a:pt x="403" y="71"/>
                    <a:pt x="402" y="72"/>
                    <a:pt x="400" y="72"/>
                  </a:cubicBezTo>
                  <a:cubicBezTo>
                    <a:pt x="391" y="74"/>
                    <a:pt x="386" y="71"/>
                    <a:pt x="383" y="73"/>
                  </a:cubicBezTo>
                  <a:cubicBezTo>
                    <a:pt x="383" y="74"/>
                    <a:pt x="382" y="74"/>
                    <a:pt x="382" y="74"/>
                  </a:cubicBezTo>
                  <a:cubicBezTo>
                    <a:pt x="379" y="78"/>
                    <a:pt x="376" y="84"/>
                    <a:pt x="374" y="80"/>
                  </a:cubicBezTo>
                  <a:cubicBezTo>
                    <a:pt x="374" y="80"/>
                    <a:pt x="374" y="80"/>
                    <a:pt x="374" y="80"/>
                  </a:cubicBezTo>
                  <a:cubicBezTo>
                    <a:pt x="376" y="80"/>
                    <a:pt x="376" y="80"/>
                    <a:pt x="376" y="80"/>
                  </a:cubicBezTo>
                  <a:cubicBezTo>
                    <a:pt x="375" y="80"/>
                    <a:pt x="375" y="80"/>
                    <a:pt x="375" y="80"/>
                  </a:cubicBezTo>
                  <a:cubicBezTo>
                    <a:pt x="374" y="77"/>
                    <a:pt x="378" y="72"/>
                    <a:pt x="378" y="69"/>
                  </a:cubicBezTo>
                  <a:cubicBezTo>
                    <a:pt x="377" y="69"/>
                    <a:pt x="377" y="69"/>
                    <a:pt x="377" y="69"/>
                  </a:cubicBezTo>
                  <a:cubicBezTo>
                    <a:pt x="377" y="68"/>
                    <a:pt x="377" y="67"/>
                    <a:pt x="377" y="67"/>
                  </a:cubicBezTo>
                  <a:cubicBezTo>
                    <a:pt x="374" y="64"/>
                    <a:pt x="364" y="66"/>
                    <a:pt x="362" y="67"/>
                  </a:cubicBezTo>
                  <a:cubicBezTo>
                    <a:pt x="361" y="69"/>
                    <a:pt x="362" y="76"/>
                    <a:pt x="363" y="78"/>
                  </a:cubicBezTo>
                  <a:cubicBezTo>
                    <a:pt x="364" y="80"/>
                    <a:pt x="365" y="87"/>
                    <a:pt x="363" y="88"/>
                  </a:cubicBezTo>
                  <a:cubicBezTo>
                    <a:pt x="362" y="88"/>
                    <a:pt x="362" y="88"/>
                    <a:pt x="362" y="88"/>
                  </a:cubicBezTo>
                  <a:cubicBezTo>
                    <a:pt x="362" y="88"/>
                    <a:pt x="362" y="88"/>
                    <a:pt x="362" y="88"/>
                  </a:cubicBezTo>
                  <a:cubicBezTo>
                    <a:pt x="359" y="86"/>
                    <a:pt x="360" y="80"/>
                    <a:pt x="357" y="81"/>
                  </a:cubicBezTo>
                  <a:cubicBezTo>
                    <a:pt x="354" y="82"/>
                    <a:pt x="350" y="83"/>
                    <a:pt x="349" y="84"/>
                  </a:cubicBezTo>
                  <a:cubicBezTo>
                    <a:pt x="347" y="86"/>
                    <a:pt x="341" y="86"/>
                    <a:pt x="340" y="88"/>
                  </a:cubicBezTo>
                  <a:cubicBezTo>
                    <a:pt x="339" y="90"/>
                    <a:pt x="340" y="95"/>
                    <a:pt x="339" y="97"/>
                  </a:cubicBezTo>
                  <a:cubicBezTo>
                    <a:pt x="336" y="97"/>
                    <a:pt x="334" y="100"/>
                    <a:pt x="329" y="96"/>
                  </a:cubicBezTo>
                  <a:cubicBezTo>
                    <a:pt x="325" y="93"/>
                    <a:pt x="324" y="93"/>
                    <a:pt x="323" y="94"/>
                  </a:cubicBezTo>
                  <a:cubicBezTo>
                    <a:pt x="322" y="94"/>
                    <a:pt x="322" y="95"/>
                    <a:pt x="321" y="96"/>
                  </a:cubicBezTo>
                  <a:cubicBezTo>
                    <a:pt x="321" y="96"/>
                    <a:pt x="321" y="96"/>
                    <a:pt x="320" y="96"/>
                  </a:cubicBezTo>
                  <a:cubicBezTo>
                    <a:pt x="318" y="98"/>
                    <a:pt x="313" y="100"/>
                    <a:pt x="313" y="96"/>
                  </a:cubicBezTo>
                  <a:cubicBezTo>
                    <a:pt x="313" y="92"/>
                    <a:pt x="313" y="90"/>
                    <a:pt x="312" y="88"/>
                  </a:cubicBezTo>
                  <a:cubicBezTo>
                    <a:pt x="311" y="88"/>
                    <a:pt x="311" y="88"/>
                    <a:pt x="311" y="88"/>
                  </a:cubicBezTo>
                  <a:cubicBezTo>
                    <a:pt x="310" y="87"/>
                    <a:pt x="310" y="86"/>
                    <a:pt x="309" y="86"/>
                  </a:cubicBezTo>
                  <a:cubicBezTo>
                    <a:pt x="304" y="82"/>
                    <a:pt x="308" y="82"/>
                    <a:pt x="314" y="84"/>
                  </a:cubicBezTo>
                  <a:cubicBezTo>
                    <a:pt x="320" y="87"/>
                    <a:pt x="327" y="88"/>
                    <a:pt x="338" y="84"/>
                  </a:cubicBezTo>
                  <a:cubicBezTo>
                    <a:pt x="344" y="82"/>
                    <a:pt x="348" y="80"/>
                    <a:pt x="350" y="79"/>
                  </a:cubicBezTo>
                  <a:cubicBezTo>
                    <a:pt x="352" y="77"/>
                    <a:pt x="352" y="76"/>
                    <a:pt x="350" y="75"/>
                  </a:cubicBezTo>
                  <a:cubicBezTo>
                    <a:pt x="347" y="74"/>
                    <a:pt x="345" y="71"/>
                    <a:pt x="343" y="69"/>
                  </a:cubicBezTo>
                  <a:cubicBezTo>
                    <a:pt x="341" y="69"/>
                    <a:pt x="341" y="69"/>
                    <a:pt x="341" y="69"/>
                  </a:cubicBezTo>
                  <a:cubicBezTo>
                    <a:pt x="339" y="67"/>
                    <a:pt x="337" y="65"/>
                    <a:pt x="334" y="65"/>
                  </a:cubicBezTo>
                  <a:cubicBezTo>
                    <a:pt x="327" y="63"/>
                    <a:pt x="317" y="69"/>
                    <a:pt x="306" y="64"/>
                  </a:cubicBezTo>
                  <a:cubicBezTo>
                    <a:pt x="303" y="63"/>
                    <a:pt x="301" y="62"/>
                    <a:pt x="299" y="61"/>
                  </a:cubicBezTo>
                  <a:cubicBezTo>
                    <a:pt x="301" y="61"/>
                    <a:pt x="301" y="61"/>
                    <a:pt x="301" y="61"/>
                  </a:cubicBezTo>
                  <a:cubicBezTo>
                    <a:pt x="295" y="58"/>
                    <a:pt x="292" y="57"/>
                    <a:pt x="289" y="56"/>
                  </a:cubicBezTo>
                  <a:cubicBezTo>
                    <a:pt x="287" y="55"/>
                    <a:pt x="281" y="52"/>
                    <a:pt x="273" y="49"/>
                  </a:cubicBezTo>
                  <a:cubicBezTo>
                    <a:pt x="271" y="49"/>
                    <a:pt x="271" y="49"/>
                    <a:pt x="271" y="49"/>
                  </a:cubicBezTo>
                  <a:cubicBezTo>
                    <a:pt x="261" y="46"/>
                    <a:pt x="250" y="42"/>
                    <a:pt x="244" y="43"/>
                  </a:cubicBezTo>
                  <a:cubicBezTo>
                    <a:pt x="240" y="44"/>
                    <a:pt x="234" y="46"/>
                    <a:pt x="228" y="49"/>
                  </a:cubicBezTo>
                  <a:cubicBezTo>
                    <a:pt x="227" y="49"/>
                    <a:pt x="227" y="49"/>
                    <a:pt x="227" y="49"/>
                  </a:cubicBezTo>
                  <a:cubicBezTo>
                    <a:pt x="219" y="53"/>
                    <a:pt x="211" y="57"/>
                    <a:pt x="205" y="61"/>
                  </a:cubicBezTo>
                  <a:cubicBezTo>
                    <a:pt x="205" y="61"/>
                    <a:pt x="205" y="61"/>
                    <a:pt x="205" y="61"/>
                  </a:cubicBezTo>
                  <a:cubicBezTo>
                    <a:pt x="199" y="64"/>
                    <a:pt x="195" y="66"/>
                    <a:pt x="195" y="67"/>
                  </a:cubicBezTo>
                  <a:cubicBezTo>
                    <a:pt x="193" y="69"/>
                    <a:pt x="190" y="76"/>
                    <a:pt x="183" y="82"/>
                  </a:cubicBezTo>
                  <a:cubicBezTo>
                    <a:pt x="181" y="84"/>
                    <a:pt x="178" y="86"/>
                    <a:pt x="174" y="88"/>
                  </a:cubicBezTo>
                  <a:cubicBezTo>
                    <a:pt x="174" y="88"/>
                    <a:pt x="174" y="88"/>
                    <a:pt x="174" y="88"/>
                  </a:cubicBezTo>
                  <a:cubicBezTo>
                    <a:pt x="169" y="91"/>
                    <a:pt x="163" y="94"/>
                    <a:pt x="157" y="95"/>
                  </a:cubicBezTo>
                  <a:cubicBezTo>
                    <a:pt x="156" y="95"/>
                    <a:pt x="154" y="96"/>
                    <a:pt x="153" y="97"/>
                  </a:cubicBezTo>
                  <a:cubicBezTo>
                    <a:pt x="144" y="102"/>
                    <a:pt x="135" y="115"/>
                    <a:pt x="135" y="117"/>
                  </a:cubicBezTo>
                  <a:cubicBezTo>
                    <a:pt x="135" y="120"/>
                    <a:pt x="139" y="129"/>
                    <a:pt x="138" y="130"/>
                  </a:cubicBezTo>
                  <a:cubicBezTo>
                    <a:pt x="137" y="132"/>
                    <a:pt x="140" y="141"/>
                    <a:pt x="146" y="143"/>
                  </a:cubicBezTo>
                  <a:cubicBezTo>
                    <a:pt x="151" y="146"/>
                    <a:pt x="161" y="145"/>
                    <a:pt x="161" y="141"/>
                  </a:cubicBezTo>
                  <a:cubicBezTo>
                    <a:pt x="161" y="141"/>
                    <a:pt x="162" y="139"/>
                    <a:pt x="162" y="138"/>
                  </a:cubicBezTo>
                  <a:cubicBezTo>
                    <a:pt x="163" y="138"/>
                    <a:pt x="163" y="138"/>
                    <a:pt x="163" y="138"/>
                  </a:cubicBezTo>
                  <a:cubicBezTo>
                    <a:pt x="164" y="137"/>
                    <a:pt x="165" y="135"/>
                    <a:pt x="167" y="134"/>
                  </a:cubicBezTo>
                  <a:cubicBezTo>
                    <a:pt x="168" y="133"/>
                    <a:pt x="169" y="134"/>
                    <a:pt x="169" y="136"/>
                  </a:cubicBezTo>
                  <a:cubicBezTo>
                    <a:pt x="170" y="141"/>
                    <a:pt x="175" y="149"/>
                    <a:pt x="174" y="153"/>
                  </a:cubicBezTo>
                  <a:cubicBezTo>
                    <a:pt x="173" y="156"/>
                    <a:pt x="174" y="160"/>
                    <a:pt x="177" y="159"/>
                  </a:cubicBezTo>
                  <a:cubicBezTo>
                    <a:pt x="181" y="158"/>
                    <a:pt x="199" y="154"/>
                    <a:pt x="199" y="154"/>
                  </a:cubicBezTo>
                  <a:cubicBezTo>
                    <a:pt x="199" y="154"/>
                    <a:pt x="200" y="153"/>
                    <a:pt x="201" y="153"/>
                  </a:cubicBezTo>
                  <a:cubicBezTo>
                    <a:pt x="202" y="152"/>
                    <a:pt x="206" y="150"/>
                    <a:pt x="205" y="146"/>
                  </a:cubicBezTo>
                  <a:cubicBezTo>
                    <a:pt x="204" y="146"/>
                    <a:pt x="204" y="146"/>
                    <a:pt x="204" y="146"/>
                  </a:cubicBezTo>
                  <a:cubicBezTo>
                    <a:pt x="204" y="144"/>
                    <a:pt x="205" y="141"/>
                    <a:pt x="207" y="138"/>
                  </a:cubicBezTo>
                  <a:cubicBezTo>
                    <a:pt x="208" y="138"/>
                    <a:pt x="208" y="138"/>
                    <a:pt x="208" y="138"/>
                  </a:cubicBezTo>
                  <a:cubicBezTo>
                    <a:pt x="210" y="136"/>
                    <a:pt x="212" y="134"/>
                    <a:pt x="213" y="133"/>
                  </a:cubicBezTo>
                  <a:cubicBezTo>
                    <a:pt x="214" y="132"/>
                    <a:pt x="216" y="129"/>
                    <a:pt x="216" y="127"/>
                  </a:cubicBezTo>
                  <a:cubicBezTo>
                    <a:pt x="216" y="127"/>
                    <a:pt x="216" y="127"/>
                    <a:pt x="216" y="127"/>
                  </a:cubicBezTo>
                  <a:cubicBezTo>
                    <a:pt x="216" y="125"/>
                    <a:pt x="215" y="123"/>
                    <a:pt x="213" y="122"/>
                  </a:cubicBezTo>
                  <a:cubicBezTo>
                    <a:pt x="210" y="121"/>
                    <a:pt x="207" y="120"/>
                    <a:pt x="206" y="119"/>
                  </a:cubicBezTo>
                  <a:cubicBezTo>
                    <a:pt x="207" y="119"/>
                    <a:pt x="207" y="119"/>
                    <a:pt x="207" y="119"/>
                  </a:cubicBezTo>
                  <a:cubicBezTo>
                    <a:pt x="205" y="118"/>
                    <a:pt x="205" y="116"/>
                    <a:pt x="209" y="111"/>
                  </a:cubicBezTo>
                  <a:cubicBezTo>
                    <a:pt x="210" y="111"/>
                    <a:pt x="210" y="110"/>
                    <a:pt x="211" y="110"/>
                  </a:cubicBezTo>
                  <a:cubicBezTo>
                    <a:pt x="217" y="107"/>
                    <a:pt x="221" y="111"/>
                    <a:pt x="229" y="101"/>
                  </a:cubicBezTo>
                  <a:cubicBezTo>
                    <a:pt x="229" y="101"/>
                    <a:pt x="230" y="100"/>
                    <a:pt x="230" y="100"/>
                  </a:cubicBezTo>
                  <a:cubicBezTo>
                    <a:pt x="231" y="100"/>
                    <a:pt x="231" y="100"/>
                    <a:pt x="231" y="100"/>
                  </a:cubicBezTo>
                  <a:cubicBezTo>
                    <a:pt x="235" y="93"/>
                    <a:pt x="232" y="90"/>
                    <a:pt x="233" y="88"/>
                  </a:cubicBezTo>
                  <a:cubicBezTo>
                    <a:pt x="233" y="88"/>
                    <a:pt x="233" y="88"/>
                    <a:pt x="233" y="88"/>
                  </a:cubicBezTo>
                  <a:cubicBezTo>
                    <a:pt x="233" y="88"/>
                    <a:pt x="234" y="87"/>
                    <a:pt x="236" y="87"/>
                  </a:cubicBezTo>
                  <a:cubicBezTo>
                    <a:pt x="246" y="87"/>
                    <a:pt x="255" y="86"/>
                    <a:pt x="253" y="90"/>
                  </a:cubicBezTo>
                  <a:cubicBezTo>
                    <a:pt x="252" y="92"/>
                    <a:pt x="247" y="96"/>
                    <a:pt x="242" y="99"/>
                  </a:cubicBezTo>
                  <a:cubicBezTo>
                    <a:pt x="242" y="99"/>
                    <a:pt x="242" y="99"/>
                    <a:pt x="242" y="100"/>
                  </a:cubicBezTo>
                  <a:cubicBezTo>
                    <a:pt x="239" y="101"/>
                    <a:pt x="236" y="103"/>
                    <a:pt x="234" y="104"/>
                  </a:cubicBezTo>
                  <a:cubicBezTo>
                    <a:pt x="227" y="108"/>
                    <a:pt x="228" y="114"/>
                    <a:pt x="231" y="118"/>
                  </a:cubicBezTo>
                  <a:cubicBezTo>
                    <a:pt x="233" y="121"/>
                    <a:pt x="234" y="130"/>
                    <a:pt x="239" y="129"/>
                  </a:cubicBezTo>
                  <a:cubicBezTo>
                    <a:pt x="243" y="127"/>
                    <a:pt x="249" y="123"/>
                    <a:pt x="253" y="124"/>
                  </a:cubicBezTo>
                  <a:cubicBezTo>
                    <a:pt x="258" y="124"/>
                    <a:pt x="268" y="123"/>
                    <a:pt x="270" y="123"/>
                  </a:cubicBezTo>
                  <a:cubicBezTo>
                    <a:pt x="271" y="123"/>
                    <a:pt x="277" y="130"/>
                    <a:pt x="275" y="132"/>
                  </a:cubicBezTo>
                  <a:cubicBezTo>
                    <a:pt x="271" y="133"/>
                    <a:pt x="266" y="133"/>
                    <a:pt x="258" y="133"/>
                  </a:cubicBezTo>
                  <a:cubicBezTo>
                    <a:pt x="250" y="134"/>
                    <a:pt x="241" y="134"/>
                    <a:pt x="240" y="135"/>
                  </a:cubicBezTo>
                  <a:cubicBezTo>
                    <a:pt x="240" y="136"/>
                    <a:pt x="239" y="136"/>
                    <a:pt x="239" y="136"/>
                  </a:cubicBezTo>
                  <a:cubicBezTo>
                    <a:pt x="239" y="138"/>
                    <a:pt x="250" y="142"/>
                    <a:pt x="247" y="145"/>
                  </a:cubicBezTo>
                  <a:cubicBezTo>
                    <a:pt x="243" y="148"/>
                    <a:pt x="239" y="144"/>
                    <a:pt x="234" y="144"/>
                  </a:cubicBezTo>
                  <a:cubicBezTo>
                    <a:pt x="229" y="143"/>
                    <a:pt x="226" y="151"/>
                    <a:pt x="224" y="156"/>
                  </a:cubicBezTo>
                  <a:cubicBezTo>
                    <a:pt x="223" y="159"/>
                    <a:pt x="225" y="164"/>
                    <a:pt x="223" y="166"/>
                  </a:cubicBezTo>
                  <a:cubicBezTo>
                    <a:pt x="223" y="166"/>
                    <a:pt x="222" y="166"/>
                    <a:pt x="220" y="165"/>
                  </a:cubicBezTo>
                  <a:cubicBezTo>
                    <a:pt x="217" y="165"/>
                    <a:pt x="217" y="165"/>
                    <a:pt x="217" y="165"/>
                  </a:cubicBezTo>
                  <a:cubicBezTo>
                    <a:pt x="211" y="163"/>
                    <a:pt x="206" y="163"/>
                    <a:pt x="204" y="164"/>
                  </a:cubicBezTo>
                  <a:cubicBezTo>
                    <a:pt x="202" y="166"/>
                    <a:pt x="199" y="163"/>
                    <a:pt x="194" y="165"/>
                  </a:cubicBezTo>
                  <a:cubicBezTo>
                    <a:pt x="193" y="165"/>
                    <a:pt x="193" y="165"/>
                    <a:pt x="192" y="165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189" y="166"/>
                    <a:pt x="188" y="166"/>
                    <a:pt x="183" y="166"/>
                  </a:cubicBezTo>
                  <a:cubicBezTo>
                    <a:pt x="176" y="166"/>
                    <a:pt x="176" y="166"/>
                    <a:pt x="176" y="166"/>
                  </a:cubicBezTo>
                  <a:cubicBezTo>
                    <a:pt x="172" y="167"/>
                    <a:pt x="172" y="167"/>
                    <a:pt x="172" y="167"/>
                  </a:cubicBezTo>
                  <a:cubicBezTo>
                    <a:pt x="172" y="167"/>
                    <a:pt x="172" y="166"/>
                    <a:pt x="171" y="165"/>
                  </a:cubicBezTo>
                  <a:cubicBezTo>
                    <a:pt x="170" y="165"/>
                    <a:pt x="170" y="165"/>
                    <a:pt x="170" y="165"/>
                  </a:cubicBezTo>
                  <a:cubicBezTo>
                    <a:pt x="169" y="164"/>
                    <a:pt x="167" y="162"/>
                    <a:pt x="167" y="160"/>
                  </a:cubicBezTo>
                  <a:cubicBezTo>
                    <a:pt x="167" y="159"/>
                    <a:pt x="167" y="158"/>
                    <a:pt x="167" y="158"/>
                  </a:cubicBezTo>
                  <a:cubicBezTo>
                    <a:pt x="168" y="158"/>
                    <a:pt x="168" y="158"/>
                    <a:pt x="168" y="158"/>
                  </a:cubicBezTo>
                  <a:cubicBezTo>
                    <a:pt x="168" y="153"/>
                    <a:pt x="170" y="149"/>
                    <a:pt x="167" y="148"/>
                  </a:cubicBezTo>
                  <a:cubicBezTo>
                    <a:pt x="165" y="147"/>
                    <a:pt x="159" y="148"/>
                    <a:pt x="156" y="150"/>
                  </a:cubicBezTo>
                  <a:cubicBezTo>
                    <a:pt x="155" y="151"/>
                    <a:pt x="154" y="152"/>
                    <a:pt x="154" y="153"/>
                  </a:cubicBezTo>
                  <a:cubicBezTo>
                    <a:pt x="152" y="156"/>
                    <a:pt x="151" y="163"/>
                    <a:pt x="153" y="166"/>
                  </a:cubicBezTo>
                  <a:cubicBezTo>
                    <a:pt x="154" y="168"/>
                    <a:pt x="157" y="171"/>
                    <a:pt x="157" y="172"/>
                  </a:cubicBezTo>
                  <a:cubicBezTo>
                    <a:pt x="157" y="172"/>
                    <a:pt x="157" y="172"/>
                    <a:pt x="156" y="172"/>
                  </a:cubicBezTo>
                  <a:cubicBezTo>
                    <a:pt x="151" y="170"/>
                    <a:pt x="145" y="170"/>
                    <a:pt x="140" y="173"/>
                  </a:cubicBezTo>
                  <a:cubicBezTo>
                    <a:pt x="140" y="173"/>
                    <a:pt x="139" y="173"/>
                    <a:pt x="139" y="174"/>
                  </a:cubicBezTo>
                  <a:cubicBezTo>
                    <a:pt x="135" y="177"/>
                    <a:pt x="128" y="185"/>
                    <a:pt x="128" y="185"/>
                  </a:cubicBezTo>
                  <a:cubicBezTo>
                    <a:pt x="125" y="185"/>
                    <a:pt x="125" y="185"/>
                    <a:pt x="125" y="185"/>
                  </a:cubicBezTo>
                  <a:cubicBezTo>
                    <a:pt x="122" y="185"/>
                    <a:pt x="119" y="186"/>
                    <a:pt x="117" y="187"/>
                  </a:cubicBezTo>
                  <a:cubicBezTo>
                    <a:pt x="117" y="187"/>
                    <a:pt x="117" y="187"/>
                    <a:pt x="117" y="187"/>
                  </a:cubicBezTo>
                  <a:cubicBezTo>
                    <a:pt x="117" y="187"/>
                    <a:pt x="117" y="188"/>
                    <a:pt x="117" y="188"/>
                  </a:cubicBezTo>
                  <a:cubicBezTo>
                    <a:pt x="116" y="188"/>
                    <a:pt x="115" y="189"/>
                    <a:pt x="115" y="190"/>
                  </a:cubicBezTo>
                  <a:cubicBezTo>
                    <a:pt x="115" y="193"/>
                    <a:pt x="115" y="198"/>
                    <a:pt x="111" y="198"/>
                  </a:cubicBezTo>
                  <a:cubicBezTo>
                    <a:pt x="106" y="199"/>
                    <a:pt x="100" y="201"/>
                    <a:pt x="94" y="202"/>
                  </a:cubicBezTo>
                  <a:cubicBezTo>
                    <a:pt x="92" y="202"/>
                    <a:pt x="90" y="203"/>
                    <a:pt x="89" y="204"/>
                  </a:cubicBezTo>
                  <a:cubicBezTo>
                    <a:pt x="89" y="204"/>
                    <a:pt x="89" y="204"/>
                    <a:pt x="89" y="204"/>
                  </a:cubicBezTo>
                  <a:cubicBezTo>
                    <a:pt x="88" y="205"/>
                    <a:pt x="86" y="206"/>
                    <a:pt x="83" y="206"/>
                  </a:cubicBezTo>
                  <a:cubicBezTo>
                    <a:pt x="80" y="206"/>
                    <a:pt x="78" y="207"/>
                    <a:pt x="78" y="208"/>
                  </a:cubicBezTo>
                  <a:cubicBezTo>
                    <a:pt x="75" y="209"/>
                    <a:pt x="76" y="211"/>
                    <a:pt x="81" y="212"/>
                  </a:cubicBezTo>
                  <a:cubicBezTo>
                    <a:pt x="87" y="213"/>
                    <a:pt x="97" y="218"/>
                    <a:pt x="97" y="223"/>
                  </a:cubicBezTo>
                  <a:cubicBezTo>
                    <a:pt x="98" y="228"/>
                    <a:pt x="97" y="234"/>
                    <a:pt x="94" y="240"/>
                  </a:cubicBezTo>
                  <a:cubicBezTo>
                    <a:pt x="93" y="243"/>
                    <a:pt x="82" y="241"/>
                    <a:pt x="77" y="241"/>
                  </a:cubicBezTo>
                  <a:cubicBezTo>
                    <a:pt x="71" y="241"/>
                    <a:pt x="59" y="238"/>
                    <a:pt x="54" y="241"/>
                  </a:cubicBezTo>
                  <a:cubicBezTo>
                    <a:pt x="49" y="243"/>
                    <a:pt x="50" y="255"/>
                    <a:pt x="51" y="260"/>
                  </a:cubicBezTo>
                  <a:cubicBezTo>
                    <a:pt x="53" y="265"/>
                    <a:pt x="51" y="268"/>
                    <a:pt x="49" y="270"/>
                  </a:cubicBezTo>
                  <a:cubicBezTo>
                    <a:pt x="47" y="272"/>
                    <a:pt x="46" y="277"/>
                    <a:pt x="49" y="279"/>
                  </a:cubicBezTo>
                  <a:cubicBezTo>
                    <a:pt x="51" y="282"/>
                    <a:pt x="53" y="287"/>
                    <a:pt x="55" y="288"/>
                  </a:cubicBezTo>
                  <a:cubicBezTo>
                    <a:pt x="57" y="288"/>
                    <a:pt x="64" y="286"/>
                    <a:pt x="66" y="289"/>
                  </a:cubicBezTo>
                  <a:cubicBezTo>
                    <a:pt x="69" y="292"/>
                    <a:pt x="71" y="299"/>
                    <a:pt x="73" y="297"/>
                  </a:cubicBezTo>
                  <a:cubicBezTo>
                    <a:pt x="73" y="296"/>
                    <a:pt x="74" y="295"/>
                    <a:pt x="74" y="293"/>
                  </a:cubicBezTo>
                  <a:cubicBezTo>
                    <a:pt x="75" y="293"/>
                    <a:pt x="75" y="293"/>
                    <a:pt x="75" y="293"/>
                  </a:cubicBezTo>
                  <a:cubicBezTo>
                    <a:pt x="76" y="292"/>
                    <a:pt x="77" y="290"/>
                    <a:pt x="77" y="289"/>
                  </a:cubicBezTo>
                  <a:cubicBezTo>
                    <a:pt x="78" y="289"/>
                    <a:pt x="78" y="289"/>
                    <a:pt x="79" y="289"/>
                  </a:cubicBezTo>
                  <a:cubicBezTo>
                    <a:pt x="81" y="291"/>
                    <a:pt x="87" y="289"/>
                    <a:pt x="91" y="288"/>
                  </a:cubicBezTo>
                  <a:cubicBezTo>
                    <a:pt x="93" y="288"/>
                    <a:pt x="94" y="288"/>
                    <a:pt x="95" y="287"/>
                  </a:cubicBezTo>
                  <a:cubicBezTo>
                    <a:pt x="96" y="286"/>
                    <a:pt x="98" y="284"/>
                    <a:pt x="100" y="282"/>
                  </a:cubicBezTo>
                  <a:cubicBezTo>
                    <a:pt x="100" y="282"/>
                    <a:pt x="100" y="282"/>
                    <a:pt x="100" y="282"/>
                  </a:cubicBezTo>
                  <a:cubicBezTo>
                    <a:pt x="101" y="281"/>
                    <a:pt x="102" y="280"/>
                    <a:pt x="103" y="279"/>
                  </a:cubicBezTo>
                  <a:cubicBezTo>
                    <a:pt x="107" y="276"/>
                    <a:pt x="106" y="276"/>
                    <a:pt x="104" y="274"/>
                  </a:cubicBezTo>
                  <a:cubicBezTo>
                    <a:pt x="106" y="274"/>
                    <a:pt x="106" y="274"/>
                    <a:pt x="106" y="274"/>
                  </a:cubicBezTo>
                  <a:cubicBezTo>
                    <a:pt x="105" y="273"/>
                    <a:pt x="105" y="273"/>
                    <a:pt x="104" y="272"/>
                  </a:cubicBezTo>
                  <a:cubicBezTo>
                    <a:pt x="103" y="269"/>
                    <a:pt x="107" y="266"/>
                    <a:pt x="110" y="262"/>
                  </a:cubicBezTo>
                  <a:cubicBezTo>
                    <a:pt x="110" y="262"/>
                    <a:pt x="110" y="262"/>
                    <a:pt x="110" y="262"/>
                  </a:cubicBezTo>
                  <a:cubicBezTo>
                    <a:pt x="110" y="262"/>
                    <a:pt x="111" y="261"/>
                    <a:pt x="111" y="261"/>
                  </a:cubicBezTo>
                  <a:cubicBezTo>
                    <a:pt x="115" y="257"/>
                    <a:pt x="121" y="260"/>
                    <a:pt x="123" y="255"/>
                  </a:cubicBezTo>
                  <a:cubicBezTo>
                    <a:pt x="123" y="255"/>
                    <a:pt x="123" y="255"/>
                    <a:pt x="123" y="255"/>
                  </a:cubicBezTo>
                  <a:cubicBezTo>
                    <a:pt x="124" y="255"/>
                    <a:pt x="124" y="255"/>
                    <a:pt x="124" y="255"/>
                  </a:cubicBezTo>
                  <a:cubicBezTo>
                    <a:pt x="125" y="251"/>
                    <a:pt x="125" y="245"/>
                    <a:pt x="128" y="243"/>
                  </a:cubicBezTo>
                  <a:cubicBezTo>
                    <a:pt x="128" y="243"/>
                    <a:pt x="128" y="243"/>
                    <a:pt x="129" y="243"/>
                  </a:cubicBezTo>
                  <a:cubicBezTo>
                    <a:pt x="133" y="244"/>
                    <a:pt x="138" y="247"/>
                    <a:pt x="142" y="247"/>
                  </a:cubicBezTo>
                  <a:cubicBezTo>
                    <a:pt x="143" y="247"/>
                    <a:pt x="146" y="245"/>
                    <a:pt x="148" y="243"/>
                  </a:cubicBezTo>
                  <a:cubicBezTo>
                    <a:pt x="149" y="243"/>
                    <a:pt x="149" y="243"/>
                    <a:pt x="149" y="243"/>
                  </a:cubicBezTo>
                  <a:cubicBezTo>
                    <a:pt x="149" y="243"/>
                    <a:pt x="149" y="243"/>
                    <a:pt x="149" y="243"/>
                  </a:cubicBezTo>
                  <a:cubicBezTo>
                    <a:pt x="151" y="241"/>
                    <a:pt x="154" y="239"/>
                    <a:pt x="155" y="239"/>
                  </a:cubicBezTo>
                  <a:cubicBezTo>
                    <a:pt x="157" y="238"/>
                    <a:pt x="164" y="238"/>
                    <a:pt x="165" y="244"/>
                  </a:cubicBezTo>
                  <a:cubicBezTo>
                    <a:pt x="166" y="249"/>
                    <a:pt x="174" y="255"/>
                    <a:pt x="176" y="257"/>
                  </a:cubicBezTo>
                  <a:cubicBezTo>
                    <a:pt x="178" y="258"/>
                    <a:pt x="191" y="262"/>
                    <a:pt x="193" y="264"/>
                  </a:cubicBezTo>
                  <a:cubicBezTo>
                    <a:pt x="195" y="266"/>
                    <a:pt x="198" y="271"/>
                    <a:pt x="199" y="276"/>
                  </a:cubicBezTo>
                  <a:cubicBezTo>
                    <a:pt x="200" y="280"/>
                    <a:pt x="205" y="285"/>
                    <a:pt x="206" y="283"/>
                  </a:cubicBezTo>
                  <a:cubicBezTo>
                    <a:pt x="207" y="283"/>
                    <a:pt x="207" y="283"/>
                    <a:pt x="208" y="282"/>
                  </a:cubicBezTo>
                  <a:cubicBezTo>
                    <a:pt x="207" y="282"/>
                    <a:pt x="207" y="282"/>
                    <a:pt x="207" y="282"/>
                  </a:cubicBezTo>
                  <a:cubicBezTo>
                    <a:pt x="207" y="280"/>
                    <a:pt x="206" y="277"/>
                    <a:pt x="205" y="274"/>
                  </a:cubicBezTo>
                  <a:cubicBezTo>
                    <a:pt x="206" y="274"/>
                    <a:pt x="206" y="274"/>
                    <a:pt x="206" y="274"/>
                  </a:cubicBezTo>
                  <a:cubicBezTo>
                    <a:pt x="206" y="270"/>
                    <a:pt x="205" y="267"/>
                    <a:pt x="205" y="265"/>
                  </a:cubicBezTo>
                  <a:cubicBezTo>
                    <a:pt x="205" y="265"/>
                    <a:pt x="205" y="265"/>
                    <a:pt x="205" y="265"/>
                  </a:cubicBezTo>
                  <a:cubicBezTo>
                    <a:pt x="209" y="266"/>
                    <a:pt x="213" y="264"/>
                    <a:pt x="213" y="264"/>
                  </a:cubicBezTo>
                  <a:cubicBezTo>
                    <a:pt x="213" y="264"/>
                    <a:pt x="213" y="264"/>
                    <a:pt x="213" y="264"/>
                  </a:cubicBezTo>
                  <a:cubicBezTo>
                    <a:pt x="213" y="264"/>
                    <a:pt x="214" y="264"/>
                    <a:pt x="214" y="264"/>
                  </a:cubicBezTo>
                  <a:cubicBezTo>
                    <a:pt x="214" y="264"/>
                    <a:pt x="213" y="263"/>
                    <a:pt x="212" y="262"/>
                  </a:cubicBezTo>
                  <a:cubicBezTo>
                    <a:pt x="210" y="262"/>
                    <a:pt x="210" y="262"/>
                    <a:pt x="210" y="262"/>
                  </a:cubicBezTo>
                  <a:cubicBezTo>
                    <a:pt x="207" y="260"/>
                    <a:pt x="202" y="256"/>
                    <a:pt x="200" y="255"/>
                  </a:cubicBezTo>
                  <a:cubicBezTo>
                    <a:pt x="200" y="255"/>
                    <a:pt x="200" y="255"/>
                    <a:pt x="200" y="255"/>
                  </a:cubicBezTo>
                  <a:cubicBezTo>
                    <a:pt x="201" y="255"/>
                    <a:pt x="201" y="255"/>
                    <a:pt x="201" y="255"/>
                  </a:cubicBezTo>
                  <a:cubicBezTo>
                    <a:pt x="201" y="254"/>
                    <a:pt x="201" y="254"/>
                    <a:pt x="201" y="254"/>
                  </a:cubicBezTo>
                  <a:cubicBezTo>
                    <a:pt x="197" y="252"/>
                    <a:pt x="191" y="249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6" y="243"/>
                    <a:pt x="186" y="243"/>
                    <a:pt x="186" y="243"/>
                  </a:cubicBezTo>
                  <a:cubicBezTo>
                    <a:pt x="184" y="239"/>
                    <a:pt x="181" y="238"/>
                    <a:pt x="179" y="235"/>
                  </a:cubicBezTo>
                  <a:cubicBezTo>
                    <a:pt x="180" y="235"/>
                    <a:pt x="180" y="235"/>
                    <a:pt x="180" y="235"/>
                  </a:cubicBezTo>
                  <a:cubicBezTo>
                    <a:pt x="179" y="234"/>
                    <a:pt x="178" y="232"/>
                    <a:pt x="178" y="230"/>
                  </a:cubicBezTo>
                  <a:cubicBezTo>
                    <a:pt x="178" y="229"/>
                    <a:pt x="178" y="228"/>
                    <a:pt x="179" y="228"/>
                  </a:cubicBezTo>
                  <a:cubicBezTo>
                    <a:pt x="181" y="227"/>
                    <a:pt x="186" y="230"/>
                    <a:pt x="188" y="233"/>
                  </a:cubicBezTo>
                  <a:cubicBezTo>
                    <a:pt x="192" y="238"/>
                    <a:pt x="202" y="244"/>
                    <a:pt x="206" y="248"/>
                  </a:cubicBezTo>
                  <a:cubicBezTo>
                    <a:pt x="209" y="252"/>
                    <a:pt x="215" y="254"/>
                    <a:pt x="216" y="259"/>
                  </a:cubicBezTo>
                  <a:cubicBezTo>
                    <a:pt x="218" y="265"/>
                    <a:pt x="222" y="271"/>
                    <a:pt x="224" y="273"/>
                  </a:cubicBezTo>
                  <a:cubicBezTo>
                    <a:pt x="225" y="275"/>
                    <a:pt x="226" y="294"/>
                    <a:pt x="228" y="297"/>
                  </a:cubicBezTo>
                  <a:cubicBezTo>
                    <a:pt x="228" y="299"/>
                    <a:pt x="232" y="296"/>
                    <a:pt x="235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8" y="291"/>
                    <a:pt x="240" y="289"/>
                    <a:pt x="241" y="288"/>
                  </a:cubicBezTo>
                  <a:cubicBezTo>
                    <a:pt x="243" y="286"/>
                    <a:pt x="247" y="285"/>
                    <a:pt x="248" y="282"/>
                  </a:cubicBezTo>
                  <a:cubicBezTo>
                    <a:pt x="248" y="282"/>
                    <a:pt x="248" y="282"/>
                    <a:pt x="248" y="282"/>
                  </a:cubicBezTo>
                  <a:cubicBezTo>
                    <a:pt x="248" y="281"/>
                    <a:pt x="248" y="281"/>
                    <a:pt x="248" y="280"/>
                  </a:cubicBezTo>
                  <a:cubicBezTo>
                    <a:pt x="248" y="278"/>
                    <a:pt x="247" y="276"/>
                    <a:pt x="245" y="274"/>
                  </a:cubicBezTo>
                  <a:cubicBezTo>
                    <a:pt x="247" y="274"/>
                    <a:pt x="247" y="274"/>
                    <a:pt x="247" y="274"/>
                  </a:cubicBezTo>
                  <a:cubicBezTo>
                    <a:pt x="245" y="272"/>
                    <a:pt x="242" y="270"/>
                    <a:pt x="241" y="269"/>
                  </a:cubicBezTo>
                  <a:cubicBezTo>
                    <a:pt x="240" y="269"/>
                    <a:pt x="241" y="268"/>
                    <a:pt x="242" y="268"/>
                  </a:cubicBezTo>
                  <a:cubicBezTo>
                    <a:pt x="243" y="267"/>
                    <a:pt x="245" y="266"/>
                    <a:pt x="247" y="265"/>
                  </a:cubicBezTo>
                  <a:cubicBezTo>
                    <a:pt x="247" y="264"/>
                    <a:pt x="248" y="264"/>
                    <a:pt x="248" y="264"/>
                  </a:cubicBezTo>
                  <a:cubicBezTo>
                    <a:pt x="249" y="263"/>
                    <a:pt x="249" y="263"/>
                    <a:pt x="250" y="262"/>
                  </a:cubicBezTo>
                  <a:cubicBezTo>
                    <a:pt x="250" y="262"/>
                    <a:pt x="250" y="262"/>
                    <a:pt x="250" y="262"/>
                  </a:cubicBezTo>
                  <a:cubicBezTo>
                    <a:pt x="252" y="260"/>
                    <a:pt x="255" y="259"/>
                    <a:pt x="256" y="261"/>
                  </a:cubicBezTo>
                  <a:cubicBezTo>
                    <a:pt x="258" y="265"/>
                    <a:pt x="257" y="279"/>
                    <a:pt x="258" y="281"/>
                  </a:cubicBezTo>
                  <a:cubicBezTo>
                    <a:pt x="259" y="284"/>
                    <a:pt x="269" y="287"/>
                    <a:pt x="271" y="290"/>
                  </a:cubicBezTo>
                  <a:cubicBezTo>
                    <a:pt x="273" y="293"/>
                    <a:pt x="282" y="294"/>
                    <a:pt x="283" y="292"/>
                  </a:cubicBezTo>
                  <a:cubicBezTo>
                    <a:pt x="285" y="291"/>
                    <a:pt x="293" y="294"/>
                    <a:pt x="295" y="294"/>
                  </a:cubicBezTo>
                  <a:cubicBezTo>
                    <a:pt x="297" y="295"/>
                    <a:pt x="303" y="293"/>
                    <a:pt x="307" y="292"/>
                  </a:cubicBezTo>
                  <a:cubicBezTo>
                    <a:pt x="311" y="291"/>
                    <a:pt x="315" y="287"/>
                    <a:pt x="314" y="295"/>
                  </a:cubicBezTo>
                  <a:cubicBezTo>
                    <a:pt x="314" y="302"/>
                    <a:pt x="312" y="314"/>
                    <a:pt x="307" y="320"/>
                  </a:cubicBezTo>
                  <a:cubicBezTo>
                    <a:pt x="304" y="324"/>
                    <a:pt x="304" y="327"/>
                    <a:pt x="302" y="328"/>
                  </a:cubicBezTo>
                  <a:cubicBezTo>
                    <a:pt x="302" y="328"/>
                    <a:pt x="301" y="328"/>
                    <a:pt x="300" y="328"/>
                  </a:cubicBezTo>
                  <a:cubicBezTo>
                    <a:pt x="298" y="328"/>
                    <a:pt x="296" y="328"/>
                    <a:pt x="294" y="329"/>
                  </a:cubicBezTo>
                  <a:cubicBezTo>
                    <a:pt x="292" y="326"/>
                    <a:pt x="290" y="324"/>
                    <a:pt x="287" y="325"/>
                  </a:cubicBezTo>
                  <a:cubicBezTo>
                    <a:pt x="283" y="326"/>
                    <a:pt x="278" y="326"/>
                    <a:pt x="274" y="329"/>
                  </a:cubicBezTo>
                  <a:cubicBezTo>
                    <a:pt x="271" y="330"/>
                    <a:pt x="270" y="332"/>
                    <a:pt x="268" y="334"/>
                  </a:cubicBezTo>
                  <a:cubicBezTo>
                    <a:pt x="266" y="337"/>
                    <a:pt x="264" y="339"/>
                    <a:pt x="263" y="340"/>
                  </a:cubicBezTo>
                  <a:cubicBezTo>
                    <a:pt x="263" y="340"/>
                    <a:pt x="263" y="340"/>
                    <a:pt x="263" y="340"/>
                  </a:cubicBezTo>
                  <a:cubicBezTo>
                    <a:pt x="262" y="340"/>
                    <a:pt x="262" y="340"/>
                    <a:pt x="262" y="340"/>
                  </a:cubicBezTo>
                  <a:cubicBezTo>
                    <a:pt x="260" y="340"/>
                    <a:pt x="260" y="340"/>
                    <a:pt x="260" y="340"/>
                  </a:cubicBezTo>
                  <a:cubicBezTo>
                    <a:pt x="260" y="340"/>
                    <a:pt x="260" y="340"/>
                    <a:pt x="260" y="339"/>
                  </a:cubicBezTo>
                  <a:cubicBezTo>
                    <a:pt x="259" y="338"/>
                    <a:pt x="263" y="335"/>
                    <a:pt x="266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70" y="329"/>
                    <a:pt x="274" y="325"/>
                    <a:pt x="273" y="323"/>
                  </a:cubicBezTo>
                  <a:cubicBezTo>
                    <a:pt x="271" y="321"/>
                    <a:pt x="259" y="322"/>
                    <a:pt x="253" y="322"/>
                  </a:cubicBezTo>
                  <a:cubicBezTo>
                    <a:pt x="251" y="322"/>
                    <a:pt x="249" y="321"/>
                    <a:pt x="247" y="320"/>
                  </a:cubicBezTo>
                  <a:cubicBezTo>
                    <a:pt x="245" y="320"/>
                    <a:pt x="245" y="320"/>
                    <a:pt x="245" y="320"/>
                  </a:cubicBezTo>
                  <a:cubicBezTo>
                    <a:pt x="241" y="319"/>
                    <a:pt x="238" y="317"/>
                    <a:pt x="235" y="316"/>
                  </a:cubicBezTo>
                  <a:cubicBezTo>
                    <a:pt x="230" y="315"/>
                    <a:pt x="228" y="327"/>
                    <a:pt x="223" y="333"/>
                  </a:cubicBezTo>
                  <a:cubicBezTo>
                    <a:pt x="219" y="337"/>
                    <a:pt x="215" y="334"/>
                    <a:pt x="211" y="332"/>
                  </a:cubicBezTo>
                  <a:cubicBezTo>
                    <a:pt x="213" y="332"/>
                    <a:pt x="213" y="332"/>
                    <a:pt x="213" y="332"/>
                  </a:cubicBezTo>
                  <a:cubicBezTo>
                    <a:pt x="211" y="331"/>
                    <a:pt x="208" y="329"/>
                    <a:pt x="207" y="329"/>
                  </a:cubicBezTo>
                  <a:cubicBezTo>
                    <a:pt x="202" y="329"/>
                    <a:pt x="194" y="322"/>
                    <a:pt x="194" y="322"/>
                  </a:cubicBezTo>
                  <a:cubicBezTo>
                    <a:pt x="194" y="322"/>
                    <a:pt x="193" y="321"/>
                    <a:pt x="191" y="320"/>
                  </a:cubicBezTo>
                  <a:cubicBezTo>
                    <a:pt x="189" y="320"/>
                    <a:pt x="189" y="320"/>
                    <a:pt x="189" y="320"/>
                  </a:cubicBezTo>
                  <a:cubicBezTo>
                    <a:pt x="186" y="319"/>
                    <a:pt x="183" y="318"/>
                    <a:pt x="181" y="318"/>
                  </a:cubicBezTo>
                  <a:cubicBezTo>
                    <a:pt x="179" y="318"/>
                    <a:pt x="175" y="315"/>
                    <a:pt x="172" y="313"/>
                  </a:cubicBezTo>
                  <a:cubicBezTo>
                    <a:pt x="174" y="313"/>
                    <a:pt x="174" y="313"/>
                    <a:pt x="174" y="313"/>
                  </a:cubicBezTo>
                  <a:cubicBezTo>
                    <a:pt x="172" y="311"/>
                    <a:pt x="170" y="310"/>
                    <a:pt x="169" y="310"/>
                  </a:cubicBezTo>
                  <a:cubicBezTo>
                    <a:pt x="168" y="310"/>
                    <a:pt x="163" y="305"/>
                    <a:pt x="166" y="303"/>
                  </a:cubicBezTo>
                  <a:cubicBezTo>
                    <a:pt x="170" y="301"/>
                    <a:pt x="177" y="305"/>
                    <a:pt x="174" y="293"/>
                  </a:cubicBezTo>
                  <a:cubicBezTo>
                    <a:pt x="175" y="293"/>
                    <a:pt x="175" y="293"/>
                    <a:pt x="175" y="293"/>
                  </a:cubicBezTo>
                  <a:cubicBezTo>
                    <a:pt x="175" y="293"/>
                    <a:pt x="175" y="293"/>
                    <a:pt x="174" y="292"/>
                  </a:cubicBezTo>
                  <a:cubicBezTo>
                    <a:pt x="170" y="279"/>
                    <a:pt x="157" y="282"/>
                    <a:pt x="153" y="284"/>
                  </a:cubicBezTo>
                  <a:cubicBezTo>
                    <a:pt x="150" y="285"/>
                    <a:pt x="125" y="285"/>
                    <a:pt x="123" y="285"/>
                  </a:cubicBezTo>
                  <a:cubicBezTo>
                    <a:pt x="121" y="285"/>
                    <a:pt x="107" y="291"/>
                    <a:pt x="102" y="293"/>
                  </a:cubicBezTo>
                  <a:cubicBezTo>
                    <a:pt x="102" y="293"/>
                    <a:pt x="102" y="293"/>
                    <a:pt x="101" y="293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3"/>
                    <a:pt x="101" y="293"/>
                    <a:pt x="101" y="294"/>
                  </a:cubicBezTo>
                  <a:cubicBezTo>
                    <a:pt x="97" y="296"/>
                    <a:pt x="89" y="299"/>
                    <a:pt x="87" y="300"/>
                  </a:cubicBezTo>
                  <a:cubicBezTo>
                    <a:pt x="85" y="301"/>
                    <a:pt x="75" y="298"/>
                    <a:pt x="70" y="301"/>
                  </a:cubicBezTo>
                  <a:cubicBezTo>
                    <a:pt x="65" y="304"/>
                    <a:pt x="61" y="308"/>
                    <a:pt x="59" y="310"/>
                  </a:cubicBezTo>
                  <a:cubicBezTo>
                    <a:pt x="58" y="310"/>
                    <a:pt x="58" y="310"/>
                    <a:pt x="58" y="310"/>
                  </a:cubicBezTo>
                  <a:cubicBezTo>
                    <a:pt x="58" y="310"/>
                    <a:pt x="57" y="310"/>
                    <a:pt x="56" y="311"/>
                  </a:cubicBezTo>
                  <a:cubicBezTo>
                    <a:pt x="55" y="312"/>
                    <a:pt x="51" y="316"/>
                    <a:pt x="48" y="323"/>
                  </a:cubicBezTo>
                  <a:cubicBezTo>
                    <a:pt x="45" y="332"/>
                    <a:pt x="48" y="339"/>
                    <a:pt x="44" y="343"/>
                  </a:cubicBezTo>
                  <a:cubicBezTo>
                    <a:pt x="40" y="345"/>
                    <a:pt x="32" y="348"/>
                    <a:pt x="27" y="351"/>
                  </a:cubicBezTo>
                  <a:cubicBezTo>
                    <a:pt x="25" y="352"/>
                    <a:pt x="23" y="354"/>
                    <a:pt x="22" y="355"/>
                  </a:cubicBezTo>
                  <a:cubicBezTo>
                    <a:pt x="18" y="360"/>
                    <a:pt x="15" y="378"/>
                    <a:pt x="10" y="386"/>
                  </a:cubicBezTo>
                  <a:cubicBezTo>
                    <a:pt x="5" y="393"/>
                    <a:pt x="10" y="400"/>
                    <a:pt x="11" y="405"/>
                  </a:cubicBezTo>
                  <a:cubicBezTo>
                    <a:pt x="12" y="410"/>
                    <a:pt x="15" y="419"/>
                    <a:pt x="10" y="427"/>
                  </a:cubicBezTo>
                  <a:cubicBezTo>
                    <a:pt x="5" y="434"/>
                    <a:pt x="5" y="438"/>
                    <a:pt x="4" y="439"/>
                  </a:cubicBezTo>
                  <a:cubicBezTo>
                    <a:pt x="3" y="439"/>
                    <a:pt x="3" y="439"/>
                    <a:pt x="3" y="439"/>
                  </a:cubicBezTo>
                  <a:cubicBezTo>
                    <a:pt x="3" y="439"/>
                    <a:pt x="3" y="439"/>
                    <a:pt x="3" y="440"/>
                  </a:cubicBezTo>
                  <a:cubicBezTo>
                    <a:pt x="3" y="440"/>
                    <a:pt x="3" y="440"/>
                    <a:pt x="2" y="440"/>
                  </a:cubicBezTo>
                  <a:cubicBezTo>
                    <a:pt x="0" y="440"/>
                    <a:pt x="5" y="443"/>
                    <a:pt x="6" y="449"/>
                  </a:cubicBezTo>
                  <a:cubicBezTo>
                    <a:pt x="7" y="454"/>
                    <a:pt x="1" y="460"/>
                    <a:pt x="11" y="466"/>
                  </a:cubicBezTo>
                  <a:cubicBezTo>
                    <a:pt x="20" y="471"/>
                    <a:pt x="29" y="471"/>
                    <a:pt x="31" y="478"/>
                  </a:cubicBezTo>
                  <a:cubicBezTo>
                    <a:pt x="34" y="485"/>
                    <a:pt x="42" y="501"/>
                    <a:pt x="42" y="501"/>
                  </a:cubicBezTo>
                  <a:cubicBezTo>
                    <a:pt x="42" y="501"/>
                    <a:pt x="51" y="511"/>
                    <a:pt x="56" y="515"/>
                  </a:cubicBezTo>
                  <a:cubicBezTo>
                    <a:pt x="58" y="517"/>
                    <a:pt x="60" y="518"/>
                    <a:pt x="61" y="516"/>
                  </a:cubicBezTo>
                  <a:cubicBezTo>
                    <a:pt x="62" y="516"/>
                    <a:pt x="62" y="515"/>
                    <a:pt x="63" y="514"/>
                  </a:cubicBezTo>
                  <a:cubicBezTo>
                    <a:pt x="62" y="514"/>
                    <a:pt x="62" y="514"/>
                    <a:pt x="62" y="514"/>
                  </a:cubicBezTo>
                  <a:cubicBezTo>
                    <a:pt x="62" y="514"/>
                    <a:pt x="62" y="513"/>
                    <a:pt x="63" y="513"/>
                  </a:cubicBezTo>
                  <a:cubicBezTo>
                    <a:pt x="64" y="508"/>
                    <a:pt x="70" y="508"/>
                    <a:pt x="77" y="508"/>
                  </a:cubicBezTo>
                  <a:cubicBezTo>
                    <a:pt x="83" y="508"/>
                    <a:pt x="88" y="510"/>
                    <a:pt x="95" y="508"/>
                  </a:cubicBezTo>
                  <a:cubicBezTo>
                    <a:pt x="97" y="508"/>
                    <a:pt x="99" y="507"/>
                    <a:pt x="101" y="506"/>
                  </a:cubicBezTo>
                  <a:cubicBezTo>
                    <a:pt x="105" y="503"/>
                    <a:pt x="108" y="498"/>
                    <a:pt x="110" y="496"/>
                  </a:cubicBezTo>
                  <a:cubicBezTo>
                    <a:pt x="113" y="495"/>
                    <a:pt x="123" y="493"/>
                    <a:pt x="129" y="498"/>
                  </a:cubicBezTo>
                  <a:cubicBezTo>
                    <a:pt x="136" y="503"/>
                    <a:pt x="135" y="509"/>
                    <a:pt x="138" y="513"/>
                  </a:cubicBezTo>
                  <a:cubicBezTo>
                    <a:pt x="142" y="517"/>
                    <a:pt x="148" y="515"/>
                    <a:pt x="152" y="511"/>
                  </a:cubicBezTo>
                  <a:cubicBezTo>
                    <a:pt x="157" y="507"/>
                    <a:pt x="155" y="508"/>
                    <a:pt x="160" y="512"/>
                  </a:cubicBezTo>
                  <a:cubicBezTo>
                    <a:pt x="165" y="516"/>
                    <a:pt x="168" y="519"/>
                    <a:pt x="163" y="524"/>
                  </a:cubicBezTo>
                  <a:cubicBezTo>
                    <a:pt x="158" y="530"/>
                    <a:pt x="161" y="538"/>
                    <a:pt x="158" y="546"/>
                  </a:cubicBezTo>
                  <a:cubicBezTo>
                    <a:pt x="155" y="554"/>
                    <a:pt x="161" y="554"/>
                    <a:pt x="166" y="558"/>
                  </a:cubicBezTo>
                  <a:cubicBezTo>
                    <a:pt x="172" y="561"/>
                    <a:pt x="176" y="584"/>
                    <a:pt x="179" y="588"/>
                  </a:cubicBezTo>
                  <a:cubicBezTo>
                    <a:pt x="182" y="592"/>
                    <a:pt x="178" y="604"/>
                    <a:pt x="182" y="611"/>
                  </a:cubicBezTo>
                  <a:cubicBezTo>
                    <a:pt x="185" y="618"/>
                    <a:pt x="187" y="623"/>
                    <a:pt x="183" y="626"/>
                  </a:cubicBezTo>
                  <a:cubicBezTo>
                    <a:pt x="179" y="630"/>
                    <a:pt x="174" y="637"/>
                    <a:pt x="173" y="648"/>
                  </a:cubicBezTo>
                  <a:cubicBezTo>
                    <a:pt x="173" y="660"/>
                    <a:pt x="175" y="668"/>
                    <a:pt x="177" y="672"/>
                  </a:cubicBezTo>
                  <a:cubicBezTo>
                    <a:pt x="179" y="676"/>
                    <a:pt x="184" y="688"/>
                    <a:pt x="187" y="692"/>
                  </a:cubicBezTo>
                  <a:cubicBezTo>
                    <a:pt x="189" y="696"/>
                    <a:pt x="198" y="703"/>
                    <a:pt x="198" y="710"/>
                  </a:cubicBezTo>
                  <a:cubicBezTo>
                    <a:pt x="199" y="716"/>
                    <a:pt x="192" y="726"/>
                    <a:pt x="194" y="730"/>
                  </a:cubicBezTo>
                  <a:cubicBezTo>
                    <a:pt x="197" y="733"/>
                    <a:pt x="198" y="739"/>
                    <a:pt x="203" y="743"/>
                  </a:cubicBezTo>
                  <a:cubicBezTo>
                    <a:pt x="207" y="748"/>
                    <a:pt x="209" y="758"/>
                    <a:pt x="209" y="758"/>
                  </a:cubicBezTo>
                  <a:cubicBezTo>
                    <a:pt x="209" y="758"/>
                    <a:pt x="210" y="762"/>
                    <a:pt x="211" y="769"/>
                  </a:cubicBezTo>
                  <a:cubicBezTo>
                    <a:pt x="211" y="775"/>
                    <a:pt x="212" y="779"/>
                    <a:pt x="217" y="782"/>
                  </a:cubicBezTo>
                  <a:cubicBezTo>
                    <a:pt x="222" y="785"/>
                    <a:pt x="225" y="786"/>
                    <a:pt x="228" y="783"/>
                  </a:cubicBezTo>
                  <a:cubicBezTo>
                    <a:pt x="230" y="780"/>
                    <a:pt x="241" y="774"/>
                    <a:pt x="247" y="775"/>
                  </a:cubicBezTo>
                  <a:cubicBezTo>
                    <a:pt x="253" y="775"/>
                    <a:pt x="261" y="776"/>
                    <a:pt x="268" y="772"/>
                  </a:cubicBezTo>
                  <a:cubicBezTo>
                    <a:pt x="269" y="772"/>
                    <a:pt x="269" y="771"/>
                    <a:pt x="270" y="770"/>
                  </a:cubicBezTo>
                  <a:cubicBezTo>
                    <a:pt x="272" y="769"/>
                    <a:pt x="273" y="768"/>
                    <a:pt x="275" y="766"/>
                  </a:cubicBezTo>
                  <a:cubicBezTo>
                    <a:pt x="274" y="766"/>
                    <a:pt x="274" y="766"/>
                    <a:pt x="274" y="766"/>
                  </a:cubicBezTo>
                  <a:cubicBezTo>
                    <a:pt x="276" y="764"/>
                    <a:pt x="278" y="761"/>
                    <a:pt x="281" y="758"/>
                  </a:cubicBezTo>
                  <a:cubicBezTo>
                    <a:pt x="281" y="758"/>
                    <a:pt x="281" y="758"/>
                    <a:pt x="281" y="758"/>
                  </a:cubicBezTo>
                  <a:cubicBezTo>
                    <a:pt x="285" y="754"/>
                    <a:pt x="288" y="749"/>
                    <a:pt x="290" y="747"/>
                  </a:cubicBezTo>
                  <a:cubicBezTo>
                    <a:pt x="290" y="747"/>
                    <a:pt x="290" y="747"/>
                    <a:pt x="290" y="747"/>
                  </a:cubicBezTo>
                  <a:cubicBezTo>
                    <a:pt x="289" y="747"/>
                    <a:pt x="289" y="747"/>
                    <a:pt x="289" y="747"/>
                  </a:cubicBezTo>
                  <a:cubicBezTo>
                    <a:pt x="291" y="745"/>
                    <a:pt x="294" y="742"/>
                    <a:pt x="296" y="739"/>
                  </a:cubicBezTo>
                  <a:cubicBezTo>
                    <a:pt x="297" y="739"/>
                    <a:pt x="297" y="739"/>
                    <a:pt x="297" y="739"/>
                  </a:cubicBezTo>
                  <a:cubicBezTo>
                    <a:pt x="299" y="736"/>
                    <a:pt x="301" y="733"/>
                    <a:pt x="300" y="730"/>
                  </a:cubicBezTo>
                  <a:cubicBezTo>
                    <a:pt x="300" y="730"/>
                    <a:pt x="300" y="728"/>
                    <a:pt x="299" y="727"/>
                  </a:cubicBezTo>
                  <a:cubicBezTo>
                    <a:pt x="298" y="727"/>
                    <a:pt x="298" y="727"/>
                    <a:pt x="298" y="727"/>
                  </a:cubicBezTo>
                  <a:cubicBezTo>
                    <a:pt x="297" y="725"/>
                    <a:pt x="295" y="722"/>
                    <a:pt x="295" y="720"/>
                  </a:cubicBezTo>
                  <a:cubicBezTo>
                    <a:pt x="296" y="720"/>
                    <a:pt x="296" y="720"/>
                    <a:pt x="296" y="720"/>
                  </a:cubicBezTo>
                  <a:cubicBezTo>
                    <a:pt x="296" y="718"/>
                    <a:pt x="296" y="717"/>
                    <a:pt x="297" y="716"/>
                  </a:cubicBezTo>
                  <a:cubicBezTo>
                    <a:pt x="301" y="714"/>
                    <a:pt x="309" y="713"/>
                    <a:pt x="313" y="711"/>
                  </a:cubicBezTo>
                  <a:cubicBezTo>
                    <a:pt x="314" y="710"/>
                    <a:pt x="315" y="709"/>
                    <a:pt x="315" y="708"/>
                  </a:cubicBezTo>
                  <a:cubicBezTo>
                    <a:pt x="315" y="708"/>
                    <a:pt x="315" y="708"/>
                    <a:pt x="315" y="708"/>
                  </a:cubicBezTo>
                  <a:cubicBezTo>
                    <a:pt x="314" y="708"/>
                    <a:pt x="314" y="708"/>
                    <a:pt x="314" y="708"/>
                  </a:cubicBezTo>
                  <a:cubicBezTo>
                    <a:pt x="314" y="706"/>
                    <a:pt x="314" y="703"/>
                    <a:pt x="313" y="700"/>
                  </a:cubicBezTo>
                  <a:cubicBezTo>
                    <a:pt x="314" y="700"/>
                    <a:pt x="314" y="700"/>
                    <a:pt x="314" y="700"/>
                  </a:cubicBezTo>
                  <a:cubicBezTo>
                    <a:pt x="313" y="696"/>
                    <a:pt x="312" y="691"/>
                    <a:pt x="311" y="689"/>
                  </a:cubicBezTo>
                  <a:cubicBezTo>
                    <a:pt x="310" y="689"/>
                    <a:pt x="310" y="689"/>
                    <a:pt x="310" y="689"/>
                  </a:cubicBezTo>
                  <a:cubicBezTo>
                    <a:pt x="310" y="688"/>
                    <a:pt x="310" y="688"/>
                    <a:pt x="310" y="688"/>
                  </a:cubicBezTo>
                  <a:cubicBezTo>
                    <a:pt x="309" y="686"/>
                    <a:pt x="310" y="684"/>
                    <a:pt x="311" y="681"/>
                  </a:cubicBezTo>
                  <a:cubicBezTo>
                    <a:pt x="312" y="681"/>
                    <a:pt x="312" y="681"/>
                    <a:pt x="312" y="681"/>
                  </a:cubicBezTo>
                  <a:cubicBezTo>
                    <a:pt x="313" y="678"/>
                    <a:pt x="315" y="676"/>
                    <a:pt x="317" y="673"/>
                  </a:cubicBezTo>
                  <a:cubicBezTo>
                    <a:pt x="318" y="672"/>
                    <a:pt x="319" y="670"/>
                    <a:pt x="320" y="669"/>
                  </a:cubicBezTo>
                  <a:cubicBezTo>
                    <a:pt x="320" y="669"/>
                    <a:pt x="320" y="669"/>
                    <a:pt x="320" y="669"/>
                  </a:cubicBezTo>
                  <a:cubicBezTo>
                    <a:pt x="323" y="666"/>
                    <a:pt x="326" y="664"/>
                    <a:pt x="329" y="661"/>
                  </a:cubicBezTo>
                  <a:cubicBezTo>
                    <a:pt x="329" y="661"/>
                    <a:pt x="329" y="661"/>
                    <a:pt x="329" y="661"/>
                  </a:cubicBezTo>
                  <a:cubicBezTo>
                    <a:pt x="330" y="660"/>
                    <a:pt x="332" y="659"/>
                    <a:pt x="332" y="658"/>
                  </a:cubicBezTo>
                  <a:cubicBezTo>
                    <a:pt x="334" y="657"/>
                    <a:pt x="337" y="654"/>
                    <a:pt x="340" y="650"/>
                  </a:cubicBezTo>
                  <a:cubicBezTo>
                    <a:pt x="339" y="650"/>
                    <a:pt x="339" y="650"/>
                    <a:pt x="339" y="650"/>
                  </a:cubicBezTo>
                  <a:cubicBezTo>
                    <a:pt x="341" y="647"/>
                    <a:pt x="342" y="645"/>
                    <a:pt x="343" y="642"/>
                  </a:cubicBezTo>
                  <a:cubicBezTo>
                    <a:pt x="344" y="642"/>
                    <a:pt x="344" y="642"/>
                    <a:pt x="344" y="642"/>
                  </a:cubicBezTo>
                  <a:cubicBezTo>
                    <a:pt x="344" y="642"/>
                    <a:pt x="344" y="641"/>
                    <a:pt x="344" y="641"/>
                  </a:cubicBezTo>
                  <a:cubicBezTo>
                    <a:pt x="344" y="637"/>
                    <a:pt x="344" y="634"/>
                    <a:pt x="344" y="630"/>
                  </a:cubicBezTo>
                  <a:cubicBezTo>
                    <a:pt x="343" y="630"/>
                    <a:pt x="343" y="630"/>
                    <a:pt x="343" y="630"/>
                  </a:cubicBezTo>
                  <a:cubicBezTo>
                    <a:pt x="342" y="628"/>
                    <a:pt x="342" y="625"/>
                    <a:pt x="342" y="623"/>
                  </a:cubicBezTo>
                  <a:cubicBezTo>
                    <a:pt x="343" y="623"/>
                    <a:pt x="343" y="623"/>
                    <a:pt x="343" y="623"/>
                  </a:cubicBezTo>
                  <a:cubicBezTo>
                    <a:pt x="343" y="621"/>
                    <a:pt x="343" y="620"/>
                    <a:pt x="344" y="619"/>
                  </a:cubicBezTo>
                  <a:cubicBezTo>
                    <a:pt x="345" y="617"/>
                    <a:pt x="345" y="614"/>
                    <a:pt x="343" y="611"/>
                  </a:cubicBezTo>
                  <a:cubicBezTo>
                    <a:pt x="342" y="611"/>
                    <a:pt x="342" y="611"/>
                    <a:pt x="342" y="611"/>
                  </a:cubicBezTo>
                  <a:cubicBezTo>
                    <a:pt x="341" y="610"/>
                    <a:pt x="340" y="609"/>
                    <a:pt x="339" y="608"/>
                  </a:cubicBezTo>
                  <a:cubicBezTo>
                    <a:pt x="338" y="607"/>
                    <a:pt x="337" y="605"/>
                    <a:pt x="336" y="603"/>
                  </a:cubicBezTo>
                  <a:cubicBezTo>
                    <a:pt x="338" y="603"/>
                    <a:pt x="338" y="603"/>
                    <a:pt x="338" y="603"/>
                  </a:cubicBezTo>
                  <a:cubicBezTo>
                    <a:pt x="336" y="600"/>
                    <a:pt x="335" y="595"/>
                    <a:pt x="334" y="592"/>
                  </a:cubicBezTo>
                  <a:cubicBezTo>
                    <a:pt x="333" y="592"/>
                    <a:pt x="333" y="592"/>
                    <a:pt x="333" y="592"/>
                  </a:cubicBezTo>
                  <a:cubicBezTo>
                    <a:pt x="333" y="591"/>
                    <a:pt x="333" y="590"/>
                    <a:pt x="333" y="590"/>
                  </a:cubicBezTo>
                  <a:cubicBezTo>
                    <a:pt x="332" y="589"/>
                    <a:pt x="332" y="587"/>
                    <a:pt x="332" y="584"/>
                  </a:cubicBezTo>
                  <a:cubicBezTo>
                    <a:pt x="333" y="584"/>
                    <a:pt x="333" y="584"/>
                    <a:pt x="333" y="584"/>
                  </a:cubicBezTo>
                  <a:cubicBezTo>
                    <a:pt x="334" y="580"/>
                    <a:pt x="334" y="575"/>
                    <a:pt x="336" y="572"/>
                  </a:cubicBezTo>
                  <a:cubicBezTo>
                    <a:pt x="335" y="572"/>
                    <a:pt x="335" y="572"/>
                    <a:pt x="335" y="572"/>
                  </a:cubicBezTo>
                  <a:cubicBezTo>
                    <a:pt x="336" y="572"/>
                    <a:pt x="336" y="571"/>
                    <a:pt x="336" y="571"/>
                  </a:cubicBezTo>
                  <a:cubicBezTo>
                    <a:pt x="338" y="570"/>
                    <a:pt x="340" y="568"/>
                    <a:pt x="342" y="565"/>
                  </a:cubicBezTo>
                  <a:cubicBezTo>
                    <a:pt x="342" y="565"/>
                    <a:pt x="342" y="565"/>
                    <a:pt x="342" y="565"/>
                  </a:cubicBezTo>
                  <a:cubicBezTo>
                    <a:pt x="345" y="561"/>
                    <a:pt x="348" y="556"/>
                    <a:pt x="350" y="553"/>
                  </a:cubicBezTo>
                  <a:cubicBezTo>
                    <a:pt x="350" y="553"/>
                    <a:pt x="350" y="553"/>
                    <a:pt x="350" y="553"/>
                  </a:cubicBezTo>
                  <a:cubicBezTo>
                    <a:pt x="350" y="553"/>
                    <a:pt x="350" y="553"/>
                    <a:pt x="350" y="553"/>
                  </a:cubicBezTo>
                  <a:cubicBezTo>
                    <a:pt x="351" y="551"/>
                    <a:pt x="353" y="548"/>
                    <a:pt x="355" y="545"/>
                  </a:cubicBezTo>
                  <a:cubicBezTo>
                    <a:pt x="356" y="545"/>
                    <a:pt x="356" y="545"/>
                    <a:pt x="356" y="545"/>
                  </a:cubicBezTo>
                  <a:cubicBezTo>
                    <a:pt x="359" y="541"/>
                    <a:pt x="362" y="537"/>
                    <a:pt x="365" y="534"/>
                  </a:cubicBezTo>
                  <a:cubicBezTo>
                    <a:pt x="365" y="534"/>
                    <a:pt x="365" y="534"/>
                    <a:pt x="365" y="534"/>
                  </a:cubicBezTo>
                  <a:cubicBezTo>
                    <a:pt x="367" y="531"/>
                    <a:pt x="369" y="530"/>
                    <a:pt x="371" y="530"/>
                  </a:cubicBezTo>
                  <a:cubicBezTo>
                    <a:pt x="373" y="529"/>
                    <a:pt x="375" y="528"/>
                    <a:pt x="377" y="526"/>
                  </a:cubicBezTo>
                  <a:cubicBezTo>
                    <a:pt x="377" y="526"/>
                    <a:pt x="377" y="526"/>
                    <a:pt x="377" y="526"/>
                  </a:cubicBezTo>
                  <a:cubicBezTo>
                    <a:pt x="381" y="523"/>
                    <a:pt x="385" y="518"/>
                    <a:pt x="386" y="514"/>
                  </a:cubicBezTo>
                  <a:cubicBezTo>
                    <a:pt x="385" y="514"/>
                    <a:pt x="385" y="514"/>
                    <a:pt x="385" y="514"/>
                  </a:cubicBezTo>
                  <a:cubicBezTo>
                    <a:pt x="385" y="514"/>
                    <a:pt x="385" y="514"/>
                    <a:pt x="385" y="514"/>
                  </a:cubicBezTo>
                  <a:cubicBezTo>
                    <a:pt x="385" y="512"/>
                    <a:pt x="387" y="510"/>
                    <a:pt x="388" y="506"/>
                  </a:cubicBezTo>
                  <a:cubicBezTo>
                    <a:pt x="389" y="506"/>
                    <a:pt x="389" y="506"/>
                    <a:pt x="389" y="506"/>
                  </a:cubicBezTo>
                  <a:cubicBezTo>
                    <a:pt x="391" y="503"/>
                    <a:pt x="393" y="499"/>
                    <a:pt x="396" y="495"/>
                  </a:cubicBezTo>
                  <a:cubicBezTo>
                    <a:pt x="395" y="495"/>
                    <a:pt x="395" y="495"/>
                    <a:pt x="395" y="495"/>
                  </a:cubicBezTo>
                  <a:cubicBezTo>
                    <a:pt x="397" y="492"/>
                    <a:pt x="399" y="489"/>
                    <a:pt x="400" y="487"/>
                  </a:cubicBezTo>
                  <a:cubicBezTo>
                    <a:pt x="400" y="487"/>
                    <a:pt x="400" y="487"/>
                    <a:pt x="400" y="487"/>
                  </a:cubicBezTo>
                  <a:cubicBezTo>
                    <a:pt x="401" y="486"/>
                    <a:pt x="401" y="484"/>
                    <a:pt x="402" y="484"/>
                  </a:cubicBezTo>
                  <a:cubicBezTo>
                    <a:pt x="402" y="482"/>
                    <a:pt x="403" y="479"/>
                    <a:pt x="404" y="475"/>
                  </a:cubicBezTo>
                  <a:cubicBezTo>
                    <a:pt x="403" y="475"/>
                    <a:pt x="403" y="475"/>
                    <a:pt x="403" y="475"/>
                  </a:cubicBezTo>
                  <a:cubicBezTo>
                    <a:pt x="404" y="473"/>
                    <a:pt x="404" y="470"/>
                    <a:pt x="405" y="468"/>
                  </a:cubicBezTo>
                  <a:cubicBezTo>
                    <a:pt x="406" y="468"/>
                    <a:pt x="406" y="468"/>
                    <a:pt x="406" y="468"/>
                  </a:cubicBezTo>
                  <a:cubicBezTo>
                    <a:pt x="406" y="465"/>
                    <a:pt x="406" y="462"/>
                    <a:pt x="406" y="461"/>
                  </a:cubicBezTo>
                  <a:cubicBezTo>
                    <a:pt x="403" y="457"/>
                    <a:pt x="384" y="466"/>
                    <a:pt x="381" y="467"/>
                  </a:cubicBezTo>
                  <a:cubicBezTo>
                    <a:pt x="381" y="467"/>
                    <a:pt x="381" y="468"/>
                    <a:pt x="380" y="468"/>
                  </a:cubicBezTo>
                  <a:cubicBezTo>
                    <a:pt x="381" y="468"/>
                    <a:pt x="381" y="468"/>
                    <a:pt x="381" y="468"/>
                  </a:cubicBezTo>
                  <a:cubicBezTo>
                    <a:pt x="381" y="468"/>
                    <a:pt x="380" y="468"/>
                    <a:pt x="380" y="468"/>
                  </a:cubicBezTo>
                  <a:cubicBezTo>
                    <a:pt x="378" y="469"/>
                    <a:pt x="371" y="474"/>
                    <a:pt x="363" y="473"/>
                  </a:cubicBezTo>
                  <a:cubicBezTo>
                    <a:pt x="358" y="473"/>
                    <a:pt x="358" y="470"/>
                    <a:pt x="358" y="468"/>
                  </a:cubicBezTo>
                  <a:cubicBezTo>
                    <a:pt x="358" y="468"/>
                    <a:pt x="358" y="468"/>
                    <a:pt x="358" y="468"/>
                  </a:cubicBezTo>
                  <a:cubicBezTo>
                    <a:pt x="358" y="465"/>
                    <a:pt x="359" y="463"/>
                    <a:pt x="359" y="461"/>
                  </a:cubicBezTo>
                  <a:cubicBezTo>
                    <a:pt x="359" y="460"/>
                    <a:pt x="358" y="458"/>
                    <a:pt x="357" y="456"/>
                  </a:cubicBezTo>
                  <a:cubicBezTo>
                    <a:pt x="356" y="456"/>
                    <a:pt x="356" y="456"/>
                    <a:pt x="356" y="456"/>
                  </a:cubicBezTo>
                  <a:cubicBezTo>
                    <a:pt x="354" y="454"/>
                    <a:pt x="352" y="451"/>
                    <a:pt x="351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0" y="446"/>
                    <a:pt x="349" y="444"/>
                    <a:pt x="348" y="443"/>
                  </a:cubicBezTo>
                  <a:cubicBezTo>
                    <a:pt x="347" y="443"/>
                    <a:pt x="344" y="440"/>
                    <a:pt x="342" y="437"/>
                  </a:cubicBezTo>
                  <a:cubicBezTo>
                    <a:pt x="340" y="437"/>
                    <a:pt x="340" y="437"/>
                    <a:pt x="340" y="437"/>
                  </a:cubicBezTo>
                  <a:cubicBezTo>
                    <a:pt x="339" y="434"/>
                    <a:pt x="337" y="432"/>
                    <a:pt x="336" y="429"/>
                  </a:cubicBezTo>
                  <a:cubicBezTo>
                    <a:pt x="336" y="429"/>
                    <a:pt x="336" y="429"/>
                    <a:pt x="336" y="429"/>
                  </a:cubicBezTo>
                  <a:cubicBezTo>
                    <a:pt x="338" y="429"/>
                    <a:pt x="338" y="429"/>
                    <a:pt x="338" y="429"/>
                  </a:cubicBezTo>
                  <a:cubicBezTo>
                    <a:pt x="338" y="429"/>
                    <a:pt x="337" y="429"/>
                    <a:pt x="337" y="429"/>
                  </a:cubicBezTo>
                  <a:cubicBezTo>
                    <a:pt x="336" y="424"/>
                    <a:pt x="331" y="421"/>
                    <a:pt x="327" y="417"/>
                  </a:cubicBezTo>
                  <a:cubicBezTo>
                    <a:pt x="325" y="417"/>
                    <a:pt x="325" y="417"/>
                    <a:pt x="325" y="417"/>
                  </a:cubicBezTo>
                  <a:cubicBezTo>
                    <a:pt x="323" y="416"/>
                    <a:pt x="321" y="414"/>
                    <a:pt x="320" y="412"/>
                  </a:cubicBezTo>
                  <a:cubicBezTo>
                    <a:pt x="319" y="412"/>
                    <a:pt x="319" y="411"/>
                    <a:pt x="318" y="410"/>
                  </a:cubicBezTo>
                  <a:cubicBezTo>
                    <a:pt x="320" y="410"/>
                    <a:pt x="320" y="410"/>
                    <a:pt x="320" y="410"/>
                  </a:cubicBezTo>
                  <a:cubicBezTo>
                    <a:pt x="319" y="407"/>
                    <a:pt x="319" y="403"/>
                    <a:pt x="319" y="398"/>
                  </a:cubicBezTo>
                  <a:cubicBezTo>
                    <a:pt x="318" y="398"/>
                    <a:pt x="318" y="398"/>
                    <a:pt x="318" y="398"/>
                  </a:cubicBezTo>
                  <a:cubicBezTo>
                    <a:pt x="318" y="395"/>
                    <a:pt x="318" y="393"/>
                    <a:pt x="318" y="390"/>
                  </a:cubicBezTo>
                  <a:cubicBezTo>
                    <a:pt x="319" y="390"/>
                    <a:pt x="319" y="390"/>
                    <a:pt x="319" y="390"/>
                  </a:cubicBezTo>
                  <a:cubicBezTo>
                    <a:pt x="319" y="387"/>
                    <a:pt x="318" y="384"/>
                    <a:pt x="317" y="382"/>
                  </a:cubicBezTo>
                  <a:cubicBezTo>
                    <a:pt x="317" y="381"/>
                    <a:pt x="316" y="380"/>
                    <a:pt x="316" y="379"/>
                  </a:cubicBezTo>
                  <a:cubicBezTo>
                    <a:pt x="315" y="379"/>
                    <a:pt x="315" y="379"/>
                    <a:pt x="315" y="379"/>
                  </a:cubicBezTo>
                  <a:cubicBezTo>
                    <a:pt x="313" y="376"/>
                    <a:pt x="312" y="374"/>
                    <a:pt x="311" y="371"/>
                  </a:cubicBezTo>
                  <a:cubicBezTo>
                    <a:pt x="312" y="371"/>
                    <a:pt x="312" y="371"/>
                    <a:pt x="312" y="371"/>
                  </a:cubicBezTo>
                  <a:cubicBezTo>
                    <a:pt x="311" y="367"/>
                    <a:pt x="309" y="363"/>
                    <a:pt x="308" y="359"/>
                  </a:cubicBezTo>
                  <a:cubicBezTo>
                    <a:pt x="307" y="359"/>
                    <a:pt x="307" y="359"/>
                    <a:pt x="307" y="359"/>
                  </a:cubicBezTo>
                  <a:cubicBezTo>
                    <a:pt x="306" y="358"/>
                    <a:pt x="306" y="357"/>
                    <a:pt x="305" y="356"/>
                  </a:cubicBezTo>
                  <a:cubicBezTo>
                    <a:pt x="304" y="354"/>
                    <a:pt x="304" y="353"/>
                    <a:pt x="303" y="351"/>
                  </a:cubicBezTo>
                  <a:cubicBezTo>
                    <a:pt x="304" y="351"/>
                    <a:pt x="304" y="351"/>
                    <a:pt x="304" y="351"/>
                  </a:cubicBezTo>
                  <a:cubicBezTo>
                    <a:pt x="304" y="351"/>
                    <a:pt x="304" y="351"/>
                    <a:pt x="304" y="350"/>
                  </a:cubicBezTo>
                  <a:cubicBezTo>
                    <a:pt x="308" y="349"/>
                    <a:pt x="314" y="347"/>
                    <a:pt x="315" y="350"/>
                  </a:cubicBezTo>
                  <a:cubicBezTo>
                    <a:pt x="316" y="354"/>
                    <a:pt x="321" y="363"/>
                    <a:pt x="322" y="369"/>
                  </a:cubicBezTo>
                  <a:cubicBezTo>
                    <a:pt x="323" y="376"/>
                    <a:pt x="329" y="373"/>
                    <a:pt x="329" y="379"/>
                  </a:cubicBezTo>
                  <a:cubicBezTo>
                    <a:pt x="330" y="385"/>
                    <a:pt x="334" y="399"/>
                    <a:pt x="336" y="401"/>
                  </a:cubicBezTo>
                  <a:cubicBezTo>
                    <a:pt x="338" y="403"/>
                    <a:pt x="347" y="412"/>
                    <a:pt x="349" y="416"/>
                  </a:cubicBezTo>
                  <a:cubicBezTo>
                    <a:pt x="350" y="419"/>
                    <a:pt x="352" y="424"/>
                    <a:pt x="354" y="433"/>
                  </a:cubicBezTo>
                  <a:cubicBezTo>
                    <a:pt x="355" y="442"/>
                    <a:pt x="357" y="453"/>
                    <a:pt x="361" y="455"/>
                  </a:cubicBezTo>
                  <a:cubicBezTo>
                    <a:pt x="365" y="457"/>
                    <a:pt x="378" y="452"/>
                    <a:pt x="381" y="450"/>
                  </a:cubicBezTo>
                  <a:cubicBezTo>
                    <a:pt x="383" y="449"/>
                    <a:pt x="400" y="439"/>
                    <a:pt x="406" y="439"/>
                  </a:cubicBezTo>
                  <a:cubicBezTo>
                    <a:pt x="412" y="438"/>
                    <a:pt x="413" y="433"/>
                    <a:pt x="420" y="432"/>
                  </a:cubicBezTo>
                  <a:cubicBezTo>
                    <a:pt x="423" y="431"/>
                    <a:pt x="426" y="429"/>
                    <a:pt x="428" y="427"/>
                  </a:cubicBezTo>
                  <a:cubicBezTo>
                    <a:pt x="432" y="425"/>
                    <a:pt x="436" y="421"/>
                    <a:pt x="439" y="418"/>
                  </a:cubicBezTo>
                  <a:cubicBezTo>
                    <a:pt x="439" y="418"/>
                    <a:pt x="439" y="418"/>
                    <a:pt x="439" y="417"/>
                  </a:cubicBezTo>
                  <a:cubicBezTo>
                    <a:pt x="439" y="417"/>
                    <a:pt x="439" y="417"/>
                    <a:pt x="439" y="417"/>
                  </a:cubicBezTo>
                  <a:cubicBezTo>
                    <a:pt x="441" y="415"/>
                    <a:pt x="443" y="413"/>
                    <a:pt x="445" y="410"/>
                  </a:cubicBezTo>
                  <a:cubicBezTo>
                    <a:pt x="445" y="410"/>
                    <a:pt x="445" y="410"/>
                    <a:pt x="445" y="410"/>
                  </a:cubicBezTo>
                  <a:cubicBezTo>
                    <a:pt x="448" y="405"/>
                    <a:pt x="450" y="401"/>
                    <a:pt x="451" y="398"/>
                  </a:cubicBezTo>
                  <a:cubicBezTo>
                    <a:pt x="451" y="398"/>
                    <a:pt x="451" y="398"/>
                    <a:pt x="451" y="398"/>
                  </a:cubicBezTo>
                  <a:cubicBezTo>
                    <a:pt x="452" y="395"/>
                    <a:pt x="455" y="393"/>
                    <a:pt x="456" y="390"/>
                  </a:cubicBezTo>
                  <a:cubicBezTo>
                    <a:pt x="456" y="390"/>
                    <a:pt x="456" y="390"/>
                    <a:pt x="456" y="390"/>
                  </a:cubicBezTo>
                  <a:cubicBezTo>
                    <a:pt x="457" y="389"/>
                    <a:pt x="457" y="387"/>
                    <a:pt x="456" y="386"/>
                  </a:cubicBezTo>
                  <a:cubicBezTo>
                    <a:pt x="455" y="384"/>
                    <a:pt x="452" y="381"/>
                    <a:pt x="449" y="379"/>
                  </a:cubicBezTo>
                  <a:cubicBezTo>
                    <a:pt x="447" y="379"/>
                    <a:pt x="447" y="379"/>
                    <a:pt x="447" y="379"/>
                  </a:cubicBezTo>
                  <a:cubicBezTo>
                    <a:pt x="444" y="376"/>
                    <a:pt x="440" y="374"/>
                    <a:pt x="438" y="374"/>
                  </a:cubicBezTo>
                  <a:cubicBezTo>
                    <a:pt x="437" y="374"/>
                    <a:pt x="436" y="372"/>
                    <a:pt x="435" y="371"/>
                  </a:cubicBezTo>
                  <a:cubicBezTo>
                    <a:pt x="437" y="371"/>
                    <a:pt x="437" y="371"/>
                    <a:pt x="437" y="371"/>
                  </a:cubicBezTo>
                  <a:cubicBezTo>
                    <a:pt x="435" y="368"/>
                    <a:pt x="435" y="365"/>
                    <a:pt x="433" y="365"/>
                  </a:cubicBezTo>
                  <a:cubicBezTo>
                    <a:pt x="433" y="365"/>
                    <a:pt x="432" y="365"/>
                    <a:pt x="432" y="366"/>
                  </a:cubicBezTo>
                  <a:cubicBezTo>
                    <a:pt x="430" y="366"/>
                    <a:pt x="430" y="370"/>
                    <a:pt x="425" y="373"/>
                  </a:cubicBezTo>
                  <a:cubicBezTo>
                    <a:pt x="423" y="374"/>
                    <a:pt x="420" y="377"/>
                    <a:pt x="417" y="379"/>
                  </a:cubicBezTo>
                  <a:cubicBezTo>
                    <a:pt x="416" y="380"/>
                    <a:pt x="414" y="380"/>
                    <a:pt x="413" y="380"/>
                  </a:cubicBezTo>
                  <a:cubicBezTo>
                    <a:pt x="412" y="380"/>
                    <a:pt x="412" y="379"/>
                    <a:pt x="412" y="379"/>
                  </a:cubicBezTo>
                  <a:cubicBezTo>
                    <a:pt x="411" y="379"/>
                    <a:pt x="411" y="379"/>
                    <a:pt x="411" y="379"/>
                  </a:cubicBezTo>
                  <a:cubicBezTo>
                    <a:pt x="410" y="377"/>
                    <a:pt x="411" y="375"/>
                    <a:pt x="408" y="371"/>
                  </a:cubicBezTo>
                  <a:cubicBezTo>
                    <a:pt x="407" y="371"/>
                    <a:pt x="407" y="371"/>
                    <a:pt x="407" y="371"/>
                  </a:cubicBezTo>
                  <a:cubicBezTo>
                    <a:pt x="409" y="371"/>
                    <a:pt x="409" y="371"/>
                    <a:pt x="409" y="371"/>
                  </a:cubicBezTo>
                  <a:cubicBezTo>
                    <a:pt x="409" y="371"/>
                    <a:pt x="409" y="371"/>
                    <a:pt x="408" y="370"/>
                  </a:cubicBezTo>
                  <a:cubicBezTo>
                    <a:pt x="403" y="365"/>
                    <a:pt x="401" y="364"/>
                    <a:pt x="401" y="360"/>
                  </a:cubicBezTo>
                  <a:cubicBezTo>
                    <a:pt x="401" y="360"/>
                    <a:pt x="401" y="359"/>
                    <a:pt x="401" y="359"/>
                  </a:cubicBezTo>
                  <a:cubicBezTo>
                    <a:pt x="400" y="359"/>
                    <a:pt x="400" y="359"/>
                    <a:pt x="400" y="359"/>
                  </a:cubicBezTo>
                  <a:cubicBezTo>
                    <a:pt x="399" y="357"/>
                    <a:pt x="396" y="354"/>
                    <a:pt x="394" y="351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392" y="348"/>
                    <a:pt x="390" y="345"/>
                    <a:pt x="389" y="342"/>
                  </a:cubicBezTo>
                  <a:cubicBezTo>
                    <a:pt x="389" y="341"/>
                    <a:pt x="389" y="341"/>
                    <a:pt x="389" y="340"/>
                  </a:cubicBezTo>
                  <a:cubicBezTo>
                    <a:pt x="388" y="340"/>
                    <a:pt x="388" y="340"/>
                    <a:pt x="388" y="340"/>
                  </a:cubicBezTo>
                  <a:cubicBezTo>
                    <a:pt x="390" y="335"/>
                    <a:pt x="396" y="330"/>
                    <a:pt x="398" y="334"/>
                  </a:cubicBezTo>
                  <a:cubicBezTo>
                    <a:pt x="401" y="339"/>
                    <a:pt x="403" y="348"/>
                    <a:pt x="409" y="351"/>
                  </a:cubicBezTo>
                  <a:cubicBezTo>
                    <a:pt x="416" y="355"/>
                    <a:pt x="421" y="360"/>
                    <a:pt x="424" y="362"/>
                  </a:cubicBezTo>
                  <a:cubicBezTo>
                    <a:pt x="427" y="363"/>
                    <a:pt x="435" y="355"/>
                    <a:pt x="437" y="356"/>
                  </a:cubicBezTo>
                  <a:cubicBezTo>
                    <a:pt x="440" y="358"/>
                    <a:pt x="445" y="368"/>
                    <a:pt x="449" y="370"/>
                  </a:cubicBezTo>
                  <a:cubicBezTo>
                    <a:pt x="454" y="372"/>
                    <a:pt x="469" y="372"/>
                    <a:pt x="471" y="372"/>
                  </a:cubicBezTo>
                  <a:cubicBezTo>
                    <a:pt x="473" y="372"/>
                    <a:pt x="482" y="373"/>
                    <a:pt x="485" y="370"/>
                  </a:cubicBezTo>
                  <a:cubicBezTo>
                    <a:pt x="486" y="370"/>
                    <a:pt x="487" y="369"/>
                    <a:pt x="487" y="369"/>
                  </a:cubicBezTo>
                  <a:cubicBezTo>
                    <a:pt x="488" y="367"/>
                    <a:pt x="488" y="367"/>
                    <a:pt x="489" y="366"/>
                  </a:cubicBezTo>
                  <a:cubicBezTo>
                    <a:pt x="490" y="366"/>
                    <a:pt x="491" y="366"/>
                    <a:pt x="492" y="366"/>
                  </a:cubicBezTo>
                  <a:cubicBezTo>
                    <a:pt x="495" y="366"/>
                    <a:pt x="499" y="376"/>
                    <a:pt x="502" y="378"/>
                  </a:cubicBezTo>
                  <a:cubicBezTo>
                    <a:pt x="506" y="379"/>
                    <a:pt x="512" y="378"/>
                    <a:pt x="512" y="386"/>
                  </a:cubicBezTo>
                  <a:cubicBezTo>
                    <a:pt x="511" y="393"/>
                    <a:pt x="515" y="400"/>
                    <a:pt x="518" y="400"/>
                  </a:cubicBezTo>
                  <a:cubicBezTo>
                    <a:pt x="519" y="401"/>
                    <a:pt x="521" y="400"/>
                    <a:pt x="522" y="399"/>
                  </a:cubicBezTo>
                  <a:cubicBezTo>
                    <a:pt x="523" y="399"/>
                    <a:pt x="523" y="398"/>
                    <a:pt x="524" y="398"/>
                  </a:cubicBezTo>
                  <a:cubicBezTo>
                    <a:pt x="523" y="398"/>
                    <a:pt x="523" y="398"/>
                    <a:pt x="523" y="398"/>
                  </a:cubicBezTo>
                  <a:cubicBezTo>
                    <a:pt x="527" y="395"/>
                    <a:pt x="530" y="392"/>
                    <a:pt x="530" y="392"/>
                  </a:cubicBezTo>
                  <a:cubicBezTo>
                    <a:pt x="530" y="392"/>
                    <a:pt x="530" y="406"/>
                    <a:pt x="529" y="412"/>
                  </a:cubicBezTo>
                  <a:cubicBezTo>
                    <a:pt x="529" y="417"/>
                    <a:pt x="535" y="436"/>
                    <a:pt x="535" y="436"/>
                  </a:cubicBezTo>
                  <a:cubicBezTo>
                    <a:pt x="535" y="436"/>
                    <a:pt x="542" y="454"/>
                    <a:pt x="544" y="459"/>
                  </a:cubicBezTo>
                  <a:cubicBezTo>
                    <a:pt x="546" y="463"/>
                    <a:pt x="555" y="475"/>
                    <a:pt x="555" y="480"/>
                  </a:cubicBezTo>
                  <a:cubicBezTo>
                    <a:pt x="555" y="486"/>
                    <a:pt x="556" y="494"/>
                    <a:pt x="559" y="494"/>
                  </a:cubicBezTo>
                  <a:cubicBezTo>
                    <a:pt x="560" y="494"/>
                    <a:pt x="562" y="491"/>
                    <a:pt x="564" y="487"/>
                  </a:cubicBezTo>
                  <a:cubicBezTo>
                    <a:pt x="564" y="487"/>
                    <a:pt x="564" y="487"/>
                    <a:pt x="564" y="487"/>
                  </a:cubicBezTo>
                  <a:cubicBezTo>
                    <a:pt x="566" y="484"/>
                    <a:pt x="567" y="481"/>
                    <a:pt x="569" y="478"/>
                  </a:cubicBezTo>
                  <a:cubicBezTo>
                    <a:pt x="570" y="477"/>
                    <a:pt x="570" y="476"/>
                    <a:pt x="571" y="475"/>
                  </a:cubicBezTo>
                  <a:cubicBezTo>
                    <a:pt x="570" y="475"/>
                    <a:pt x="570" y="475"/>
                    <a:pt x="570" y="475"/>
                  </a:cubicBezTo>
                  <a:cubicBezTo>
                    <a:pt x="572" y="473"/>
                    <a:pt x="573" y="470"/>
                    <a:pt x="574" y="468"/>
                  </a:cubicBezTo>
                  <a:cubicBezTo>
                    <a:pt x="575" y="468"/>
                    <a:pt x="575" y="468"/>
                    <a:pt x="575" y="468"/>
                  </a:cubicBezTo>
                  <a:cubicBezTo>
                    <a:pt x="576" y="466"/>
                    <a:pt x="577" y="463"/>
                    <a:pt x="578" y="461"/>
                  </a:cubicBezTo>
                  <a:cubicBezTo>
                    <a:pt x="578" y="460"/>
                    <a:pt x="578" y="458"/>
                    <a:pt x="578" y="456"/>
                  </a:cubicBezTo>
                  <a:cubicBezTo>
                    <a:pt x="577" y="456"/>
                    <a:pt x="577" y="456"/>
                    <a:pt x="577" y="456"/>
                  </a:cubicBezTo>
                  <a:cubicBezTo>
                    <a:pt x="577" y="454"/>
                    <a:pt x="577" y="451"/>
                    <a:pt x="577" y="448"/>
                  </a:cubicBezTo>
                  <a:cubicBezTo>
                    <a:pt x="578" y="448"/>
                    <a:pt x="578" y="448"/>
                    <a:pt x="578" y="448"/>
                  </a:cubicBezTo>
                  <a:cubicBezTo>
                    <a:pt x="577" y="444"/>
                    <a:pt x="577" y="439"/>
                    <a:pt x="577" y="437"/>
                  </a:cubicBezTo>
                  <a:cubicBezTo>
                    <a:pt x="577" y="437"/>
                    <a:pt x="577" y="437"/>
                    <a:pt x="577" y="437"/>
                  </a:cubicBezTo>
                  <a:cubicBezTo>
                    <a:pt x="576" y="437"/>
                    <a:pt x="576" y="437"/>
                    <a:pt x="576" y="437"/>
                  </a:cubicBezTo>
                  <a:cubicBezTo>
                    <a:pt x="576" y="434"/>
                    <a:pt x="578" y="431"/>
                    <a:pt x="582" y="429"/>
                  </a:cubicBezTo>
                  <a:cubicBezTo>
                    <a:pt x="582" y="429"/>
                    <a:pt x="582" y="429"/>
                    <a:pt x="582" y="429"/>
                  </a:cubicBezTo>
                  <a:cubicBezTo>
                    <a:pt x="582" y="429"/>
                    <a:pt x="583" y="428"/>
                    <a:pt x="583" y="428"/>
                  </a:cubicBezTo>
                  <a:cubicBezTo>
                    <a:pt x="584" y="428"/>
                    <a:pt x="585" y="427"/>
                    <a:pt x="586" y="427"/>
                  </a:cubicBezTo>
                  <a:cubicBezTo>
                    <a:pt x="586" y="426"/>
                    <a:pt x="587" y="426"/>
                    <a:pt x="588" y="425"/>
                  </a:cubicBezTo>
                  <a:cubicBezTo>
                    <a:pt x="591" y="423"/>
                    <a:pt x="593" y="420"/>
                    <a:pt x="596" y="417"/>
                  </a:cubicBezTo>
                  <a:cubicBezTo>
                    <a:pt x="595" y="417"/>
                    <a:pt x="595" y="417"/>
                    <a:pt x="595" y="417"/>
                  </a:cubicBezTo>
                  <a:cubicBezTo>
                    <a:pt x="598" y="415"/>
                    <a:pt x="600" y="412"/>
                    <a:pt x="602" y="410"/>
                  </a:cubicBezTo>
                  <a:cubicBezTo>
                    <a:pt x="602" y="410"/>
                    <a:pt x="602" y="410"/>
                    <a:pt x="602" y="410"/>
                  </a:cubicBezTo>
                  <a:cubicBezTo>
                    <a:pt x="603" y="409"/>
                    <a:pt x="604" y="408"/>
                    <a:pt x="604" y="407"/>
                  </a:cubicBezTo>
                  <a:cubicBezTo>
                    <a:pt x="607" y="405"/>
                    <a:pt x="609" y="401"/>
                    <a:pt x="611" y="398"/>
                  </a:cubicBezTo>
                  <a:cubicBezTo>
                    <a:pt x="611" y="398"/>
                    <a:pt x="611" y="398"/>
                    <a:pt x="611" y="398"/>
                  </a:cubicBezTo>
                  <a:cubicBezTo>
                    <a:pt x="613" y="396"/>
                    <a:pt x="616" y="394"/>
                    <a:pt x="621" y="394"/>
                  </a:cubicBezTo>
                  <a:cubicBezTo>
                    <a:pt x="633" y="394"/>
                    <a:pt x="632" y="394"/>
                    <a:pt x="635" y="390"/>
                  </a:cubicBezTo>
                  <a:cubicBezTo>
                    <a:pt x="635" y="390"/>
                    <a:pt x="635" y="390"/>
                    <a:pt x="635" y="390"/>
                  </a:cubicBezTo>
                  <a:cubicBezTo>
                    <a:pt x="635" y="390"/>
                    <a:pt x="635" y="390"/>
                    <a:pt x="635" y="390"/>
                  </a:cubicBezTo>
                  <a:cubicBezTo>
                    <a:pt x="635" y="390"/>
                    <a:pt x="636" y="390"/>
                    <a:pt x="636" y="390"/>
                  </a:cubicBezTo>
                  <a:cubicBezTo>
                    <a:pt x="637" y="389"/>
                    <a:pt x="637" y="388"/>
                    <a:pt x="638" y="387"/>
                  </a:cubicBezTo>
                  <a:cubicBezTo>
                    <a:pt x="640" y="386"/>
                    <a:pt x="641" y="387"/>
                    <a:pt x="642" y="391"/>
                  </a:cubicBezTo>
                  <a:cubicBezTo>
                    <a:pt x="644" y="397"/>
                    <a:pt x="652" y="407"/>
                    <a:pt x="654" y="409"/>
                  </a:cubicBezTo>
                  <a:cubicBezTo>
                    <a:pt x="655" y="412"/>
                    <a:pt x="658" y="418"/>
                    <a:pt x="658" y="425"/>
                  </a:cubicBezTo>
                  <a:cubicBezTo>
                    <a:pt x="657" y="432"/>
                    <a:pt x="655" y="451"/>
                    <a:pt x="657" y="451"/>
                  </a:cubicBezTo>
                  <a:cubicBezTo>
                    <a:pt x="658" y="451"/>
                    <a:pt x="659" y="450"/>
                    <a:pt x="660" y="448"/>
                  </a:cubicBezTo>
                  <a:cubicBezTo>
                    <a:pt x="660" y="448"/>
                    <a:pt x="660" y="448"/>
                    <a:pt x="660" y="448"/>
                  </a:cubicBezTo>
                  <a:cubicBezTo>
                    <a:pt x="662" y="446"/>
                    <a:pt x="664" y="441"/>
                    <a:pt x="666" y="437"/>
                  </a:cubicBezTo>
                  <a:cubicBezTo>
                    <a:pt x="665" y="437"/>
                    <a:pt x="665" y="437"/>
                    <a:pt x="665" y="437"/>
                  </a:cubicBezTo>
                  <a:cubicBezTo>
                    <a:pt x="667" y="433"/>
                    <a:pt x="668" y="430"/>
                    <a:pt x="668" y="430"/>
                  </a:cubicBezTo>
                  <a:cubicBezTo>
                    <a:pt x="668" y="430"/>
                    <a:pt x="669" y="430"/>
                    <a:pt x="670" y="429"/>
                  </a:cubicBezTo>
                  <a:cubicBezTo>
                    <a:pt x="670" y="429"/>
                    <a:pt x="670" y="429"/>
                    <a:pt x="670" y="429"/>
                  </a:cubicBezTo>
                  <a:cubicBezTo>
                    <a:pt x="670" y="429"/>
                    <a:pt x="670" y="429"/>
                    <a:pt x="671" y="429"/>
                  </a:cubicBezTo>
                  <a:cubicBezTo>
                    <a:pt x="674" y="427"/>
                    <a:pt x="679" y="425"/>
                    <a:pt x="678" y="431"/>
                  </a:cubicBezTo>
                  <a:cubicBezTo>
                    <a:pt x="678" y="440"/>
                    <a:pt x="679" y="450"/>
                    <a:pt x="679" y="456"/>
                  </a:cubicBezTo>
                  <a:cubicBezTo>
                    <a:pt x="679" y="462"/>
                    <a:pt x="688" y="476"/>
                    <a:pt x="688" y="473"/>
                  </a:cubicBezTo>
                  <a:cubicBezTo>
                    <a:pt x="688" y="472"/>
                    <a:pt x="689" y="470"/>
                    <a:pt x="689" y="468"/>
                  </a:cubicBezTo>
                  <a:cubicBezTo>
                    <a:pt x="690" y="468"/>
                    <a:pt x="690" y="468"/>
                    <a:pt x="690" y="468"/>
                  </a:cubicBezTo>
                  <a:cubicBezTo>
                    <a:pt x="691" y="464"/>
                    <a:pt x="692" y="460"/>
                    <a:pt x="693" y="456"/>
                  </a:cubicBezTo>
                  <a:cubicBezTo>
                    <a:pt x="692" y="456"/>
                    <a:pt x="692" y="456"/>
                    <a:pt x="692" y="456"/>
                  </a:cubicBezTo>
                  <a:cubicBezTo>
                    <a:pt x="692" y="455"/>
                    <a:pt x="692" y="455"/>
                    <a:pt x="692" y="454"/>
                  </a:cubicBezTo>
                  <a:cubicBezTo>
                    <a:pt x="692" y="449"/>
                    <a:pt x="695" y="451"/>
                    <a:pt x="701" y="456"/>
                  </a:cubicBezTo>
                  <a:cubicBezTo>
                    <a:pt x="708" y="461"/>
                    <a:pt x="712" y="472"/>
                    <a:pt x="712" y="472"/>
                  </a:cubicBezTo>
                  <a:cubicBezTo>
                    <a:pt x="712" y="472"/>
                    <a:pt x="718" y="492"/>
                    <a:pt x="719" y="495"/>
                  </a:cubicBezTo>
                  <a:cubicBezTo>
                    <a:pt x="720" y="496"/>
                    <a:pt x="722" y="492"/>
                    <a:pt x="725" y="487"/>
                  </a:cubicBezTo>
                  <a:cubicBezTo>
                    <a:pt x="725" y="487"/>
                    <a:pt x="725" y="487"/>
                    <a:pt x="725" y="487"/>
                  </a:cubicBezTo>
                  <a:cubicBezTo>
                    <a:pt x="727" y="483"/>
                    <a:pt x="729" y="478"/>
                    <a:pt x="730" y="477"/>
                  </a:cubicBezTo>
                  <a:cubicBezTo>
                    <a:pt x="730" y="476"/>
                    <a:pt x="730" y="476"/>
                    <a:pt x="731" y="475"/>
                  </a:cubicBezTo>
                  <a:cubicBezTo>
                    <a:pt x="730" y="475"/>
                    <a:pt x="730" y="475"/>
                    <a:pt x="730" y="475"/>
                  </a:cubicBezTo>
                  <a:cubicBezTo>
                    <a:pt x="731" y="473"/>
                    <a:pt x="732" y="472"/>
                    <a:pt x="736" y="471"/>
                  </a:cubicBezTo>
                  <a:cubicBezTo>
                    <a:pt x="738" y="470"/>
                    <a:pt x="741" y="470"/>
                    <a:pt x="744" y="468"/>
                  </a:cubicBezTo>
                  <a:cubicBezTo>
                    <a:pt x="744" y="468"/>
                    <a:pt x="744" y="468"/>
                    <a:pt x="744" y="468"/>
                  </a:cubicBezTo>
                  <a:cubicBezTo>
                    <a:pt x="745" y="467"/>
                    <a:pt x="746" y="465"/>
                    <a:pt x="747" y="463"/>
                  </a:cubicBezTo>
                  <a:cubicBezTo>
                    <a:pt x="747" y="461"/>
                    <a:pt x="748" y="458"/>
                    <a:pt x="749" y="456"/>
                  </a:cubicBezTo>
                  <a:cubicBezTo>
                    <a:pt x="748" y="456"/>
                    <a:pt x="748" y="456"/>
                    <a:pt x="748" y="456"/>
                  </a:cubicBezTo>
                  <a:cubicBezTo>
                    <a:pt x="749" y="454"/>
                    <a:pt x="749" y="451"/>
                    <a:pt x="749" y="448"/>
                  </a:cubicBezTo>
                  <a:cubicBezTo>
                    <a:pt x="750" y="448"/>
                    <a:pt x="750" y="448"/>
                    <a:pt x="750" y="448"/>
                  </a:cubicBezTo>
                  <a:cubicBezTo>
                    <a:pt x="750" y="446"/>
                    <a:pt x="749" y="443"/>
                    <a:pt x="747" y="440"/>
                  </a:cubicBezTo>
                  <a:cubicBezTo>
                    <a:pt x="746" y="439"/>
                    <a:pt x="746" y="438"/>
                    <a:pt x="745" y="437"/>
                  </a:cubicBezTo>
                  <a:cubicBezTo>
                    <a:pt x="744" y="437"/>
                    <a:pt x="744" y="437"/>
                    <a:pt x="744" y="437"/>
                  </a:cubicBezTo>
                  <a:cubicBezTo>
                    <a:pt x="742" y="434"/>
                    <a:pt x="740" y="431"/>
                    <a:pt x="739" y="429"/>
                  </a:cubicBezTo>
                  <a:cubicBezTo>
                    <a:pt x="740" y="429"/>
                    <a:pt x="740" y="429"/>
                    <a:pt x="740" y="429"/>
                  </a:cubicBezTo>
                  <a:cubicBezTo>
                    <a:pt x="738" y="426"/>
                    <a:pt x="736" y="423"/>
                    <a:pt x="734" y="421"/>
                  </a:cubicBezTo>
                  <a:cubicBezTo>
                    <a:pt x="733" y="420"/>
                    <a:pt x="732" y="419"/>
                    <a:pt x="731" y="417"/>
                  </a:cubicBezTo>
                  <a:cubicBezTo>
                    <a:pt x="729" y="417"/>
                    <a:pt x="729" y="417"/>
                    <a:pt x="729" y="417"/>
                  </a:cubicBezTo>
                  <a:cubicBezTo>
                    <a:pt x="728" y="415"/>
                    <a:pt x="727" y="412"/>
                    <a:pt x="726" y="410"/>
                  </a:cubicBezTo>
                  <a:cubicBezTo>
                    <a:pt x="727" y="410"/>
                    <a:pt x="727" y="410"/>
                    <a:pt x="727" y="410"/>
                  </a:cubicBezTo>
                  <a:cubicBezTo>
                    <a:pt x="726" y="408"/>
                    <a:pt x="726" y="406"/>
                    <a:pt x="726" y="406"/>
                  </a:cubicBezTo>
                  <a:cubicBezTo>
                    <a:pt x="726" y="406"/>
                    <a:pt x="730" y="402"/>
                    <a:pt x="733" y="398"/>
                  </a:cubicBezTo>
                  <a:cubicBezTo>
                    <a:pt x="733" y="398"/>
                    <a:pt x="733" y="398"/>
                    <a:pt x="733" y="398"/>
                  </a:cubicBezTo>
                  <a:cubicBezTo>
                    <a:pt x="735" y="396"/>
                    <a:pt x="736" y="394"/>
                    <a:pt x="737" y="393"/>
                  </a:cubicBezTo>
                  <a:cubicBezTo>
                    <a:pt x="740" y="390"/>
                    <a:pt x="745" y="392"/>
                    <a:pt x="745" y="396"/>
                  </a:cubicBezTo>
                  <a:cubicBezTo>
                    <a:pt x="746" y="400"/>
                    <a:pt x="741" y="404"/>
                    <a:pt x="740" y="413"/>
                  </a:cubicBezTo>
                  <a:cubicBezTo>
                    <a:pt x="739" y="422"/>
                    <a:pt x="746" y="424"/>
                    <a:pt x="748" y="422"/>
                  </a:cubicBezTo>
                  <a:cubicBezTo>
                    <a:pt x="748" y="421"/>
                    <a:pt x="748" y="421"/>
                    <a:pt x="748" y="421"/>
                  </a:cubicBezTo>
                  <a:cubicBezTo>
                    <a:pt x="749" y="420"/>
                    <a:pt x="750" y="419"/>
                    <a:pt x="751" y="417"/>
                  </a:cubicBezTo>
                  <a:cubicBezTo>
                    <a:pt x="750" y="417"/>
                    <a:pt x="750" y="417"/>
                    <a:pt x="750" y="417"/>
                  </a:cubicBezTo>
                  <a:cubicBezTo>
                    <a:pt x="752" y="414"/>
                    <a:pt x="755" y="411"/>
                    <a:pt x="755" y="410"/>
                  </a:cubicBezTo>
                  <a:cubicBezTo>
                    <a:pt x="755" y="410"/>
                    <a:pt x="754" y="410"/>
                    <a:pt x="754" y="410"/>
                  </a:cubicBezTo>
                  <a:cubicBezTo>
                    <a:pt x="755" y="410"/>
                    <a:pt x="755" y="410"/>
                    <a:pt x="755" y="410"/>
                  </a:cubicBezTo>
                  <a:cubicBezTo>
                    <a:pt x="755" y="409"/>
                    <a:pt x="755" y="409"/>
                    <a:pt x="755" y="409"/>
                  </a:cubicBezTo>
                  <a:cubicBezTo>
                    <a:pt x="755" y="407"/>
                    <a:pt x="752" y="408"/>
                    <a:pt x="751" y="402"/>
                  </a:cubicBezTo>
                  <a:cubicBezTo>
                    <a:pt x="751" y="400"/>
                    <a:pt x="752" y="399"/>
                    <a:pt x="752" y="398"/>
                  </a:cubicBezTo>
                  <a:cubicBezTo>
                    <a:pt x="751" y="398"/>
                    <a:pt x="751" y="398"/>
                    <a:pt x="751" y="398"/>
                  </a:cubicBezTo>
                  <a:cubicBezTo>
                    <a:pt x="753" y="394"/>
                    <a:pt x="758" y="391"/>
                    <a:pt x="759" y="393"/>
                  </a:cubicBezTo>
                  <a:cubicBezTo>
                    <a:pt x="762" y="395"/>
                    <a:pt x="778" y="390"/>
                    <a:pt x="785" y="386"/>
                  </a:cubicBezTo>
                  <a:cubicBezTo>
                    <a:pt x="785" y="386"/>
                    <a:pt x="786" y="386"/>
                    <a:pt x="786" y="385"/>
                  </a:cubicBezTo>
                  <a:cubicBezTo>
                    <a:pt x="786" y="385"/>
                    <a:pt x="786" y="385"/>
                    <a:pt x="786" y="385"/>
                  </a:cubicBezTo>
                  <a:cubicBezTo>
                    <a:pt x="789" y="383"/>
                    <a:pt x="791" y="381"/>
                    <a:pt x="793" y="379"/>
                  </a:cubicBezTo>
                  <a:cubicBezTo>
                    <a:pt x="793" y="379"/>
                    <a:pt x="793" y="379"/>
                    <a:pt x="793" y="379"/>
                  </a:cubicBezTo>
                  <a:cubicBezTo>
                    <a:pt x="795" y="376"/>
                    <a:pt x="797" y="373"/>
                    <a:pt x="798" y="371"/>
                  </a:cubicBezTo>
                  <a:cubicBezTo>
                    <a:pt x="799" y="371"/>
                    <a:pt x="799" y="371"/>
                    <a:pt x="799" y="371"/>
                  </a:cubicBezTo>
                  <a:cubicBezTo>
                    <a:pt x="800" y="369"/>
                    <a:pt x="801" y="367"/>
                    <a:pt x="803" y="366"/>
                  </a:cubicBezTo>
                  <a:cubicBezTo>
                    <a:pt x="804" y="365"/>
                    <a:pt x="807" y="362"/>
                    <a:pt x="810" y="359"/>
                  </a:cubicBezTo>
                  <a:cubicBezTo>
                    <a:pt x="810" y="359"/>
                    <a:pt x="810" y="359"/>
                    <a:pt x="810" y="359"/>
                  </a:cubicBezTo>
                  <a:cubicBezTo>
                    <a:pt x="812" y="357"/>
                    <a:pt x="815" y="354"/>
                    <a:pt x="817" y="351"/>
                  </a:cubicBezTo>
                  <a:cubicBezTo>
                    <a:pt x="817" y="351"/>
                    <a:pt x="817" y="351"/>
                    <a:pt x="817" y="351"/>
                  </a:cubicBezTo>
                  <a:cubicBezTo>
                    <a:pt x="820" y="348"/>
                    <a:pt x="822" y="345"/>
                    <a:pt x="822" y="342"/>
                  </a:cubicBezTo>
                  <a:cubicBezTo>
                    <a:pt x="821" y="342"/>
                    <a:pt x="821" y="341"/>
                    <a:pt x="821" y="340"/>
                  </a:cubicBezTo>
                  <a:cubicBezTo>
                    <a:pt x="820" y="340"/>
                    <a:pt x="820" y="340"/>
                    <a:pt x="820" y="340"/>
                  </a:cubicBezTo>
                  <a:cubicBezTo>
                    <a:pt x="820" y="337"/>
                    <a:pt x="820" y="335"/>
                    <a:pt x="820" y="332"/>
                  </a:cubicBezTo>
                  <a:cubicBezTo>
                    <a:pt x="821" y="332"/>
                    <a:pt x="821" y="332"/>
                    <a:pt x="821" y="332"/>
                  </a:cubicBezTo>
                  <a:cubicBezTo>
                    <a:pt x="821" y="328"/>
                    <a:pt x="820" y="324"/>
                    <a:pt x="819" y="320"/>
                  </a:cubicBezTo>
                  <a:cubicBezTo>
                    <a:pt x="818" y="320"/>
                    <a:pt x="818" y="320"/>
                    <a:pt x="818" y="320"/>
                  </a:cubicBezTo>
                  <a:cubicBezTo>
                    <a:pt x="817" y="320"/>
                    <a:pt x="817" y="320"/>
                    <a:pt x="817" y="319"/>
                  </a:cubicBezTo>
                  <a:cubicBezTo>
                    <a:pt x="816" y="317"/>
                    <a:pt x="815" y="315"/>
                    <a:pt x="813" y="313"/>
                  </a:cubicBezTo>
                  <a:cubicBezTo>
                    <a:pt x="815" y="313"/>
                    <a:pt x="815" y="313"/>
                    <a:pt x="815" y="313"/>
                  </a:cubicBezTo>
                  <a:cubicBezTo>
                    <a:pt x="812" y="308"/>
                    <a:pt x="809" y="304"/>
                    <a:pt x="807" y="302"/>
                  </a:cubicBezTo>
                  <a:cubicBezTo>
                    <a:pt x="807" y="302"/>
                    <a:pt x="807" y="301"/>
                    <a:pt x="807" y="301"/>
                  </a:cubicBezTo>
                  <a:cubicBezTo>
                    <a:pt x="806" y="301"/>
                    <a:pt x="806" y="301"/>
                    <a:pt x="806" y="301"/>
                  </a:cubicBezTo>
                  <a:cubicBezTo>
                    <a:pt x="807" y="299"/>
                    <a:pt x="815" y="298"/>
                    <a:pt x="819" y="293"/>
                  </a:cubicBezTo>
                  <a:cubicBezTo>
                    <a:pt x="819" y="293"/>
                    <a:pt x="819" y="293"/>
                    <a:pt x="819" y="293"/>
                  </a:cubicBezTo>
                  <a:cubicBezTo>
                    <a:pt x="820" y="293"/>
                    <a:pt x="820" y="293"/>
                    <a:pt x="821" y="292"/>
                  </a:cubicBezTo>
                  <a:cubicBezTo>
                    <a:pt x="826" y="287"/>
                    <a:pt x="821" y="282"/>
                    <a:pt x="818" y="283"/>
                  </a:cubicBezTo>
                  <a:cubicBezTo>
                    <a:pt x="816" y="284"/>
                    <a:pt x="809" y="285"/>
                    <a:pt x="807" y="285"/>
                  </a:cubicBezTo>
                  <a:cubicBezTo>
                    <a:pt x="805" y="284"/>
                    <a:pt x="804" y="283"/>
                    <a:pt x="803" y="282"/>
                  </a:cubicBezTo>
                  <a:cubicBezTo>
                    <a:pt x="801" y="282"/>
                    <a:pt x="801" y="282"/>
                    <a:pt x="801" y="282"/>
                  </a:cubicBezTo>
                  <a:cubicBezTo>
                    <a:pt x="800" y="281"/>
                    <a:pt x="799" y="280"/>
                    <a:pt x="798" y="278"/>
                  </a:cubicBezTo>
                  <a:cubicBezTo>
                    <a:pt x="796" y="277"/>
                    <a:pt x="796" y="275"/>
                    <a:pt x="796" y="274"/>
                  </a:cubicBezTo>
                  <a:cubicBezTo>
                    <a:pt x="797" y="274"/>
                    <a:pt x="797" y="274"/>
                    <a:pt x="797" y="274"/>
                  </a:cubicBezTo>
                  <a:cubicBezTo>
                    <a:pt x="798" y="273"/>
                    <a:pt x="798" y="271"/>
                    <a:pt x="800" y="270"/>
                  </a:cubicBezTo>
                  <a:cubicBezTo>
                    <a:pt x="800" y="270"/>
                    <a:pt x="801" y="270"/>
                    <a:pt x="801" y="270"/>
                  </a:cubicBezTo>
                  <a:cubicBezTo>
                    <a:pt x="802" y="270"/>
                    <a:pt x="803" y="270"/>
                    <a:pt x="805" y="269"/>
                  </a:cubicBezTo>
                  <a:cubicBezTo>
                    <a:pt x="807" y="267"/>
                    <a:pt x="810" y="265"/>
                    <a:pt x="812" y="262"/>
                  </a:cubicBezTo>
                  <a:cubicBezTo>
                    <a:pt x="812" y="262"/>
                    <a:pt x="812" y="262"/>
                    <a:pt x="812" y="262"/>
                  </a:cubicBezTo>
                  <a:cubicBezTo>
                    <a:pt x="812" y="262"/>
                    <a:pt x="813" y="262"/>
                    <a:pt x="813" y="261"/>
                  </a:cubicBezTo>
                  <a:cubicBezTo>
                    <a:pt x="816" y="258"/>
                    <a:pt x="821" y="256"/>
                    <a:pt x="819" y="259"/>
                  </a:cubicBezTo>
                  <a:cubicBezTo>
                    <a:pt x="818" y="262"/>
                    <a:pt x="814" y="272"/>
                    <a:pt x="818" y="273"/>
                  </a:cubicBezTo>
                  <a:cubicBezTo>
                    <a:pt x="820" y="273"/>
                    <a:pt x="822" y="272"/>
                    <a:pt x="825" y="270"/>
                  </a:cubicBezTo>
                  <a:cubicBezTo>
                    <a:pt x="827" y="269"/>
                    <a:pt x="829" y="267"/>
                    <a:pt x="831" y="266"/>
                  </a:cubicBezTo>
                  <a:cubicBezTo>
                    <a:pt x="832" y="265"/>
                    <a:pt x="833" y="265"/>
                    <a:pt x="833" y="265"/>
                  </a:cubicBezTo>
                  <a:cubicBezTo>
                    <a:pt x="835" y="265"/>
                    <a:pt x="837" y="273"/>
                    <a:pt x="836" y="276"/>
                  </a:cubicBezTo>
                  <a:cubicBezTo>
                    <a:pt x="834" y="280"/>
                    <a:pt x="834" y="286"/>
                    <a:pt x="836" y="285"/>
                  </a:cubicBezTo>
                  <a:cubicBezTo>
                    <a:pt x="836" y="285"/>
                    <a:pt x="837" y="285"/>
                    <a:pt x="837" y="284"/>
                  </a:cubicBezTo>
                  <a:cubicBezTo>
                    <a:pt x="838" y="284"/>
                    <a:pt x="840" y="283"/>
                    <a:pt x="841" y="282"/>
                  </a:cubicBezTo>
                  <a:cubicBezTo>
                    <a:pt x="841" y="282"/>
                    <a:pt x="841" y="282"/>
                    <a:pt x="841" y="282"/>
                  </a:cubicBezTo>
                  <a:cubicBezTo>
                    <a:pt x="842" y="281"/>
                    <a:pt x="843" y="280"/>
                    <a:pt x="843" y="281"/>
                  </a:cubicBezTo>
                  <a:cubicBezTo>
                    <a:pt x="844" y="283"/>
                    <a:pt x="849" y="286"/>
                    <a:pt x="846" y="293"/>
                  </a:cubicBezTo>
                  <a:cubicBezTo>
                    <a:pt x="844" y="299"/>
                    <a:pt x="839" y="302"/>
                    <a:pt x="845" y="306"/>
                  </a:cubicBezTo>
                  <a:cubicBezTo>
                    <a:pt x="849" y="309"/>
                    <a:pt x="851" y="308"/>
                    <a:pt x="854" y="306"/>
                  </a:cubicBezTo>
                  <a:cubicBezTo>
                    <a:pt x="855" y="305"/>
                    <a:pt x="857" y="304"/>
                    <a:pt x="858" y="303"/>
                  </a:cubicBezTo>
                  <a:cubicBezTo>
                    <a:pt x="859" y="303"/>
                    <a:pt x="860" y="302"/>
                    <a:pt x="860" y="301"/>
                  </a:cubicBezTo>
                  <a:cubicBezTo>
                    <a:pt x="860" y="301"/>
                    <a:pt x="860" y="301"/>
                    <a:pt x="860" y="301"/>
                  </a:cubicBezTo>
                  <a:cubicBezTo>
                    <a:pt x="861" y="299"/>
                    <a:pt x="862" y="296"/>
                    <a:pt x="863" y="293"/>
                  </a:cubicBezTo>
                  <a:cubicBezTo>
                    <a:pt x="863" y="293"/>
                    <a:pt x="863" y="293"/>
                    <a:pt x="863" y="293"/>
                  </a:cubicBezTo>
                  <a:cubicBezTo>
                    <a:pt x="864" y="289"/>
                    <a:pt x="865" y="285"/>
                    <a:pt x="863" y="283"/>
                  </a:cubicBezTo>
                  <a:cubicBezTo>
                    <a:pt x="863" y="283"/>
                    <a:pt x="863" y="282"/>
                    <a:pt x="863" y="282"/>
                  </a:cubicBezTo>
                  <a:cubicBezTo>
                    <a:pt x="861" y="282"/>
                    <a:pt x="861" y="282"/>
                    <a:pt x="861" y="282"/>
                  </a:cubicBezTo>
                  <a:cubicBezTo>
                    <a:pt x="860" y="279"/>
                    <a:pt x="858" y="277"/>
                    <a:pt x="856" y="274"/>
                  </a:cubicBezTo>
                  <a:cubicBezTo>
                    <a:pt x="858" y="274"/>
                    <a:pt x="858" y="274"/>
                    <a:pt x="858" y="274"/>
                  </a:cubicBezTo>
                  <a:cubicBezTo>
                    <a:pt x="856" y="271"/>
                    <a:pt x="855" y="269"/>
                    <a:pt x="855" y="268"/>
                  </a:cubicBezTo>
                  <a:cubicBezTo>
                    <a:pt x="855" y="267"/>
                    <a:pt x="855" y="267"/>
                    <a:pt x="856" y="266"/>
                  </a:cubicBezTo>
                  <a:cubicBezTo>
                    <a:pt x="858" y="265"/>
                    <a:pt x="861" y="265"/>
                    <a:pt x="862" y="263"/>
                  </a:cubicBezTo>
                  <a:cubicBezTo>
                    <a:pt x="863" y="263"/>
                    <a:pt x="863" y="263"/>
                    <a:pt x="864" y="262"/>
                  </a:cubicBezTo>
                  <a:cubicBezTo>
                    <a:pt x="863" y="262"/>
                    <a:pt x="863" y="262"/>
                    <a:pt x="863" y="262"/>
                  </a:cubicBezTo>
                  <a:cubicBezTo>
                    <a:pt x="864" y="262"/>
                    <a:pt x="864" y="261"/>
                    <a:pt x="864" y="261"/>
                  </a:cubicBezTo>
                  <a:cubicBezTo>
                    <a:pt x="864" y="258"/>
                    <a:pt x="865" y="256"/>
                    <a:pt x="866" y="255"/>
                  </a:cubicBezTo>
                  <a:cubicBezTo>
                    <a:pt x="867" y="255"/>
                    <a:pt x="867" y="255"/>
                    <a:pt x="867" y="255"/>
                  </a:cubicBezTo>
                  <a:cubicBezTo>
                    <a:pt x="868" y="253"/>
                    <a:pt x="870" y="251"/>
                    <a:pt x="872" y="250"/>
                  </a:cubicBezTo>
                  <a:cubicBezTo>
                    <a:pt x="872" y="250"/>
                    <a:pt x="872" y="250"/>
                    <a:pt x="872" y="250"/>
                  </a:cubicBezTo>
                  <a:cubicBezTo>
                    <a:pt x="872" y="250"/>
                    <a:pt x="872" y="250"/>
                    <a:pt x="872" y="250"/>
                  </a:cubicBezTo>
                  <a:cubicBezTo>
                    <a:pt x="874" y="248"/>
                    <a:pt x="877" y="245"/>
                    <a:pt x="879" y="243"/>
                  </a:cubicBezTo>
                  <a:cubicBezTo>
                    <a:pt x="880" y="243"/>
                    <a:pt x="880" y="243"/>
                    <a:pt x="880" y="244"/>
                  </a:cubicBezTo>
                  <a:cubicBezTo>
                    <a:pt x="882" y="246"/>
                    <a:pt x="889" y="248"/>
                    <a:pt x="893" y="246"/>
                  </a:cubicBezTo>
                  <a:cubicBezTo>
                    <a:pt x="893" y="246"/>
                    <a:pt x="894" y="245"/>
                    <a:pt x="894" y="245"/>
                  </a:cubicBezTo>
                  <a:cubicBezTo>
                    <a:pt x="894" y="244"/>
                    <a:pt x="895" y="244"/>
                    <a:pt x="896" y="243"/>
                  </a:cubicBezTo>
                  <a:cubicBezTo>
                    <a:pt x="895" y="243"/>
                    <a:pt x="895" y="243"/>
                    <a:pt x="895" y="243"/>
                  </a:cubicBezTo>
                  <a:cubicBezTo>
                    <a:pt x="897" y="241"/>
                    <a:pt x="900" y="238"/>
                    <a:pt x="903" y="235"/>
                  </a:cubicBezTo>
                  <a:cubicBezTo>
                    <a:pt x="903" y="235"/>
                    <a:pt x="903" y="235"/>
                    <a:pt x="903" y="235"/>
                  </a:cubicBezTo>
                  <a:cubicBezTo>
                    <a:pt x="907" y="231"/>
                    <a:pt x="911" y="227"/>
                    <a:pt x="915" y="224"/>
                  </a:cubicBezTo>
                  <a:cubicBezTo>
                    <a:pt x="915" y="224"/>
                    <a:pt x="915" y="224"/>
                    <a:pt x="915" y="224"/>
                  </a:cubicBezTo>
                  <a:cubicBezTo>
                    <a:pt x="915" y="223"/>
                    <a:pt x="916" y="222"/>
                    <a:pt x="917" y="222"/>
                  </a:cubicBezTo>
                  <a:cubicBezTo>
                    <a:pt x="919" y="220"/>
                    <a:pt x="921" y="218"/>
                    <a:pt x="922" y="216"/>
                  </a:cubicBezTo>
                  <a:cubicBezTo>
                    <a:pt x="923" y="216"/>
                    <a:pt x="923" y="216"/>
                    <a:pt x="923" y="216"/>
                  </a:cubicBezTo>
                  <a:cubicBezTo>
                    <a:pt x="925" y="212"/>
                    <a:pt x="927" y="208"/>
                    <a:pt x="929" y="204"/>
                  </a:cubicBezTo>
                  <a:cubicBezTo>
                    <a:pt x="928" y="204"/>
                    <a:pt x="928" y="204"/>
                    <a:pt x="928" y="204"/>
                  </a:cubicBezTo>
                  <a:cubicBezTo>
                    <a:pt x="928" y="202"/>
                    <a:pt x="929" y="200"/>
                    <a:pt x="929" y="198"/>
                  </a:cubicBezTo>
                  <a:cubicBezTo>
                    <a:pt x="930" y="198"/>
                    <a:pt x="930" y="197"/>
                    <a:pt x="930" y="196"/>
                  </a:cubicBezTo>
                  <a:cubicBezTo>
                    <a:pt x="931" y="196"/>
                    <a:pt x="931" y="196"/>
                    <a:pt x="931" y="196"/>
                  </a:cubicBezTo>
                  <a:cubicBezTo>
                    <a:pt x="932" y="192"/>
                    <a:pt x="933" y="188"/>
                    <a:pt x="934" y="185"/>
                  </a:cubicBezTo>
                  <a:cubicBezTo>
                    <a:pt x="933" y="185"/>
                    <a:pt x="933" y="185"/>
                    <a:pt x="933" y="185"/>
                  </a:cubicBezTo>
                  <a:cubicBezTo>
                    <a:pt x="934" y="183"/>
                    <a:pt x="934" y="181"/>
                    <a:pt x="933" y="178"/>
                  </a:cubicBezTo>
                  <a:cubicBezTo>
                    <a:pt x="936" y="187"/>
                    <a:pt x="937" y="193"/>
                    <a:pt x="936" y="199"/>
                  </a:cubicBezTo>
                  <a:cubicBezTo>
                    <a:pt x="936" y="205"/>
                    <a:pt x="936" y="219"/>
                    <a:pt x="937" y="221"/>
                  </a:cubicBezTo>
                  <a:cubicBezTo>
                    <a:pt x="938" y="222"/>
                    <a:pt x="942" y="227"/>
                    <a:pt x="945" y="225"/>
                  </a:cubicBezTo>
                  <a:cubicBezTo>
                    <a:pt x="945" y="225"/>
                    <a:pt x="945" y="225"/>
                    <a:pt x="945" y="225"/>
                  </a:cubicBezTo>
                  <a:cubicBezTo>
                    <a:pt x="945" y="225"/>
                    <a:pt x="946" y="225"/>
                    <a:pt x="946" y="225"/>
                  </a:cubicBezTo>
                  <a:cubicBezTo>
                    <a:pt x="946" y="225"/>
                    <a:pt x="946" y="224"/>
                    <a:pt x="947" y="224"/>
                  </a:cubicBezTo>
                  <a:cubicBezTo>
                    <a:pt x="946" y="224"/>
                    <a:pt x="946" y="224"/>
                    <a:pt x="946" y="224"/>
                  </a:cubicBezTo>
                  <a:cubicBezTo>
                    <a:pt x="946" y="222"/>
                    <a:pt x="945" y="219"/>
                    <a:pt x="945" y="216"/>
                  </a:cubicBezTo>
                  <a:cubicBezTo>
                    <a:pt x="946" y="216"/>
                    <a:pt x="946" y="216"/>
                    <a:pt x="946" y="216"/>
                  </a:cubicBezTo>
                  <a:cubicBezTo>
                    <a:pt x="945" y="213"/>
                    <a:pt x="945" y="211"/>
                    <a:pt x="945" y="210"/>
                  </a:cubicBezTo>
                  <a:cubicBezTo>
                    <a:pt x="945" y="208"/>
                    <a:pt x="947" y="206"/>
                    <a:pt x="948" y="204"/>
                  </a:cubicBezTo>
                  <a:cubicBezTo>
                    <a:pt x="948" y="204"/>
                    <a:pt x="948" y="204"/>
                    <a:pt x="948" y="204"/>
                  </a:cubicBezTo>
                  <a:cubicBezTo>
                    <a:pt x="949" y="204"/>
                    <a:pt x="949" y="204"/>
                    <a:pt x="949" y="204"/>
                  </a:cubicBezTo>
                  <a:cubicBezTo>
                    <a:pt x="950" y="203"/>
                    <a:pt x="950" y="200"/>
                    <a:pt x="950" y="196"/>
                  </a:cubicBezTo>
                  <a:cubicBezTo>
                    <a:pt x="951" y="196"/>
                    <a:pt x="951" y="196"/>
                    <a:pt x="951" y="196"/>
                  </a:cubicBezTo>
                  <a:cubicBezTo>
                    <a:pt x="950" y="194"/>
                    <a:pt x="949" y="190"/>
                    <a:pt x="948" y="188"/>
                  </a:cubicBezTo>
                  <a:cubicBezTo>
                    <a:pt x="947" y="187"/>
                    <a:pt x="946" y="186"/>
                    <a:pt x="945" y="185"/>
                  </a:cubicBezTo>
                  <a:cubicBezTo>
                    <a:pt x="944" y="185"/>
                    <a:pt x="944" y="185"/>
                    <a:pt x="944" y="185"/>
                  </a:cubicBezTo>
                  <a:cubicBezTo>
                    <a:pt x="942" y="183"/>
                    <a:pt x="942" y="182"/>
                    <a:pt x="943" y="182"/>
                  </a:cubicBezTo>
                  <a:cubicBezTo>
                    <a:pt x="944" y="182"/>
                    <a:pt x="946" y="179"/>
                    <a:pt x="946" y="177"/>
                  </a:cubicBezTo>
                  <a:cubicBezTo>
                    <a:pt x="947" y="177"/>
                    <a:pt x="947" y="177"/>
                    <a:pt x="947" y="177"/>
                  </a:cubicBezTo>
                  <a:cubicBezTo>
                    <a:pt x="947" y="176"/>
                    <a:pt x="947" y="175"/>
                    <a:pt x="947" y="175"/>
                  </a:cubicBezTo>
                  <a:cubicBezTo>
                    <a:pt x="945" y="174"/>
                    <a:pt x="946" y="170"/>
                    <a:pt x="943" y="171"/>
                  </a:cubicBezTo>
                  <a:cubicBezTo>
                    <a:pt x="941" y="171"/>
                    <a:pt x="937" y="171"/>
                    <a:pt x="935" y="173"/>
                  </a:cubicBezTo>
                  <a:cubicBezTo>
                    <a:pt x="934" y="173"/>
                    <a:pt x="934" y="173"/>
                    <a:pt x="933" y="174"/>
                  </a:cubicBezTo>
                  <a:cubicBezTo>
                    <a:pt x="932" y="170"/>
                    <a:pt x="929" y="167"/>
                    <a:pt x="925" y="167"/>
                  </a:cubicBezTo>
                  <a:cubicBezTo>
                    <a:pt x="921" y="168"/>
                    <a:pt x="918" y="171"/>
                    <a:pt x="914" y="171"/>
                  </a:cubicBezTo>
                  <a:cubicBezTo>
                    <a:pt x="911" y="171"/>
                    <a:pt x="912" y="168"/>
                    <a:pt x="912" y="165"/>
                  </a:cubicBezTo>
                  <a:cubicBezTo>
                    <a:pt x="911" y="165"/>
                    <a:pt x="911" y="165"/>
                    <a:pt x="911" y="165"/>
                  </a:cubicBezTo>
                  <a:cubicBezTo>
                    <a:pt x="911" y="164"/>
                    <a:pt x="911" y="163"/>
                    <a:pt x="910" y="163"/>
                  </a:cubicBezTo>
                  <a:cubicBezTo>
                    <a:pt x="909" y="163"/>
                    <a:pt x="907" y="165"/>
                    <a:pt x="905" y="167"/>
                  </a:cubicBezTo>
                  <a:cubicBezTo>
                    <a:pt x="904" y="167"/>
                    <a:pt x="903" y="168"/>
                    <a:pt x="902" y="166"/>
                  </a:cubicBezTo>
                  <a:cubicBezTo>
                    <a:pt x="902" y="166"/>
                    <a:pt x="902" y="166"/>
                    <a:pt x="902" y="165"/>
                  </a:cubicBezTo>
                  <a:cubicBezTo>
                    <a:pt x="901" y="165"/>
                    <a:pt x="901" y="165"/>
                    <a:pt x="901" y="165"/>
                  </a:cubicBezTo>
                  <a:cubicBezTo>
                    <a:pt x="901" y="162"/>
                    <a:pt x="909" y="157"/>
                    <a:pt x="916" y="154"/>
                  </a:cubicBezTo>
                  <a:cubicBezTo>
                    <a:pt x="916" y="154"/>
                    <a:pt x="917" y="153"/>
                    <a:pt x="919" y="153"/>
                  </a:cubicBezTo>
                  <a:cubicBezTo>
                    <a:pt x="921" y="151"/>
                    <a:pt x="924" y="149"/>
                    <a:pt x="926" y="146"/>
                  </a:cubicBezTo>
                  <a:cubicBezTo>
                    <a:pt x="926" y="146"/>
                    <a:pt x="926" y="146"/>
                    <a:pt x="926" y="146"/>
                  </a:cubicBezTo>
                  <a:cubicBezTo>
                    <a:pt x="929" y="143"/>
                    <a:pt x="931" y="141"/>
                    <a:pt x="934" y="138"/>
                  </a:cubicBezTo>
                  <a:cubicBezTo>
                    <a:pt x="934" y="138"/>
                    <a:pt x="934" y="138"/>
                    <a:pt x="934" y="138"/>
                  </a:cubicBezTo>
                  <a:cubicBezTo>
                    <a:pt x="936" y="137"/>
                    <a:pt x="937" y="135"/>
                    <a:pt x="939" y="134"/>
                  </a:cubicBezTo>
                  <a:cubicBezTo>
                    <a:pt x="939" y="134"/>
                    <a:pt x="940" y="134"/>
                    <a:pt x="940" y="134"/>
                  </a:cubicBezTo>
                  <a:cubicBezTo>
                    <a:pt x="945" y="133"/>
                    <a:pt x="958" y="135"/>
                    <a:pt x="969" y="134"/>
                  </a:cubicBezTo>
                  <a:cubicBezTo>
                    <a:pt x="980" y="134"/>
                    <a:pt x="983" y="129"/>
                    <a:pt x="987" y="131"/>
                  </a:cubicBezTo>
                  <a:cubicBezTo>
                    <a:pt x="990" y="134"/>
                    <a:pt x="998" y="138"/>
                    <a:pt x="1002" y="137"/>
                  </a:cubicBezTo>
                  <a:cubicBezTo>
                    <a:pt x="1004" y="137"/>
                    <a:pt x="1005" y="137"/>
                    <a:pt x="1006" y="136"/>
                  </a:cubicBezTo>
                  <a:cubicBezTo>
                    <a:pt x="1007" y="136"/>
                    <a:pt x="1008" y="134"/>
                    <a:pt x="1012" y="131"/>
                  </a:cubicBezTo>
                  <a:cubicBezTo>
                    <a:pt x="1014" y="129"/>
                    <a:pt x="1016" y="128"/>
                    <a:pt x="1018" y="127"/>
                  </a:cubicBezTo>
                  <a:cubicBezTo>
                    <a:pt x="1018" y="127"/>
                    <a:pt x="1018" y="127"/>
                    <a:pt x="1018" y="127"/>
                  </a:cubicBezTo>
                  <a:cubicBezTo>
                    <a:pt x="1022" y="124"/>
                    <a:pt x="1025" y="122"/>
                    <a:pt x="1027" y="119"/>
                  </a:cubicBezTo>
                  <a:cubicBezTo>
                    <a:pt x="1028" y="119"/>
                    <a:pt x="1028" y="119"/>
                    <a:pt x="1028" y="119"/>
                  </a:cubicBezTo>
                  <a:cubicBezTo>
                    <a:pt x="1028" y="118"/>
                    <a:pt x="1029" y="118"/>
                    <a:pt x="1029" y="117"/>
                  </a:cubicBezTo>
                  <a:cubicBezTo>
                    <a:pt x="1030" y="116"/>
                    <a:pt x="1031" y="115"/>
                    <a:pt x="1032" y="114"/>
                  </a:cubicBezTo>
                  <a:cubicBezTo>
                    <a:pt x="1037" y="112"/>
                    <a:pt x="1041" y="111"/>
                    <a:pt x="1042" y="114"/>
                  </a:cubicBezTo>
                  <a:cubicBezTo>
                    <a:pt x="1042" y="119"/>
                    <a:pt x="1041" y="124"/>
                    <a:pt x="1045" y="124"/>
                  </a:cubicBezTo>
                  <a:cubicBezTo>
                    <a:pt x="1049" y="124"/>
                    <a:pt x="1055" y="119"/>
                    <a:pt x="1060" y="117"/>
                  </a:cubicBezTo>
                  <a:cubicBezTo>
                    <a:pt x="1063" y="115"/>
                    <a:pt x="1065" y="114"/>
                    <a:pt x="1067" y="113"/>
                  </a:cubicBezTo>
                  <a:cubicBezTo>
                    <a:pt x="1067" y="112"/>
                    <a:pt x="1068" y="112"/>
                    <a:pt x="1068" y="112"/>
                  </a:cubicBezTo>
                  <a:cubicBezTo>
                    <a:pt x="1066" y="114"/>
                    <a:pt x="1049" y="127"/>
                    <a:pt x="1044" y="131"/>
                  </a:cubicBezTo>
                  <a:cubicBezTo>
                    <a:pt x="1040" y="133"/>
                    <a:pt x="1034" y="135"/>
                    <a:pt x="1029" y="138"/>
                  </a:cubicBezTo>
                  <a:cubicBezTo>
                    <a:pt x="1029" y="138"/>
                    <a:pt x="1029" y="138"/>
                    <a:pt x="1029" y="138"/>
                  </a:cubicBezTo>
                  <a:cubicBezTo>
                    <a:pt x="1026" y="140"/>
                    <a:pt x="1023" y="142"/>
                    <a:pt x="1021" y="144"/>
                  </a:cubicBezTo>
                  <a:cubicBezTo>
                    <a:pt x="1016" y="151"/>
                    <a:pt x="1013" y="154"/>
                    <a:pt x="1014" y="161"/>
                  </a:cubicBezTo>
                  <a:cubicBezTo>
                    <a:pt x="1014" y="169"/>
                    <a:pt x="1023" y="179"/>
                    <a:pt x="1019" y="186"/>
                  </a:cubicBezTo>
                  <a:cubicBezTo>
                    <a:pt x="1015" y="193"/>
                    <a:pt x="1013" y="203"/>
                    <a:pt x="1013" y="203"/>
                  </a:cubicBezTo>
                  <a:cubicBezTo>
                    <a:pt x="1013" y="203"/>
                    <a:pt x="1015" y="200"/>
                    <a:pt x="1018" y="196"/>
                  </a:cubicBezTo>
                  <a:cubicBezTo>
                    <a:pt x="1019" y="196"/>
                    <a:pt x="1019" y="196"/>
                    <a:pt x="1019" y="196"/>
                  </a:cubicBezTo>
                  <a:cubicBezTo>
                    <a:pt x="1021" y="193"/>
                    <a:pt x="1025" y="189"/>
                    <a:pt x="1029" y="186"/>
                  </a:cubicBezTo>
                  <a:cubicBezTo>
                    <a:pt x="1029" y="186"/>
                    <a:pt x="1030" y="185"/>
                    <a:pt x="1030" y="185"/>
                  </a:cubicBezTo>
                  <a:cubicBezTo>
                    <a:pt x="1030" y="185"/>
                    <a:pt x="1030" y="185"/>
                    <a:pt x="1030" y="185"/>
                  </a:cubicBezTo>
                  <a:cubicBezTo>
                    <a:pt x="1033" y="182"/>
                    <a:pt x="1035" y="180"/>
                    <a:pt x="1037" y="177"/>
                  </a:cubicBezTo>
                  <a:cubicBezTo>
                    <a:pt x="1038" y="177"/>
                    <a:pt x="1038" y="177"/>
                    <a:pt x="1038" y="177"/>
                  </a:cubicBezTo>
                  <a:cubicBezTo>
                    <a:pt x="1041" y="173"/>
                    <a:pt x="1044" y="169"/>
                    <a:pt x="1045" y="167"/>
                  </a:cubicBezTo>
                  <a:cubicBezTo>
                    <a:pt x="1046" y="167"/>
                    <a:pt x="1046" y="167"/>
                    <a:pt x="1046" y="166"/>
                  </a:cubicBezTo>
                  <a:cubicBezTo>
                    <a:pt x="1050" y="164"/>
                    <a:pt x="1056" y="163"/>
                    <a:pt x="1056" y="160"/>
                  </a:cubicBezTo>
                  <a:cubicBezTo>
                    <a:pt x="1056" y="159"/>
                    <a:pt x="1056" y="158"/>
                    <a:pt x="1056" y="158"/>
                  </a:cubicBezTo>
                  <a:cubicBezTo>
                    <a:pt x="1057" y="158"/>
                    <a:pt x="1057" y="158"/>
                    <a:pt x="1057" y="158"/>
                  </a:cubicBezTo>
                  <a:cubicBezTo>
                    <a:pt x="1058" y="154"/>
                    <a:pt x="1059" y="150"/>
                    <a:pt x="1061" y="146"/>
                  </a:cubicBezTo>
                  <a:cubicBezTo>
                    <a:pt x="1060" y="146"/>
                    <a:pt x="1060" y="146"/>
                    <a:pt x="1060" y="146"/>
                  </a:cubicBezTo>
                  <a:cubicBezTo>
                    <a:pt x="1060" y="146"/>
                    <a:pt x="1060" y="146"/>
                    <a:pt x="1060" y="146"/>
                  </a:cubicBezTo>
                  <a:cubicBezTo>
                    <a:pt x="1061" y="142"/>
                    <a:pt x="1059" y="142"/>
                    <a:pt x="1059" y="138"/>
                  </a:cubicBezTo>
                  <a:cubicBezTo>
                    <a:pt x="1060" y="138"/>
                    <a:pt x="1060" y="138"/>
                    <a:pt x="1060" y="138"/>
                  </a:cubicBezTo>
                  <a:cubicBezTo>
                    <a:pt x="1060" y="138"/>
                    <a:pt x="1061" y="137"/>
                    <a:pt x="1061" y="136"/>
                  </a:cubicBezTo>
                  <a:cubicBezTo>
                    <a:pt x="1063" y="132"/>
                    <a:pt x="1064" y="129"/>
                    <a:pt x="1067" y="127"/>
                  </a:cubicBezTo>
                  <a:cubicBezTo>
                    <a:pt x="1069" y="126"/>
                    <a:pt x="1072" y="126"/>
                    <a:pt x="1078" y="126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C7E19800-B19F-3FEC-1159-8BC1068C2E91}"/>
                </a:ext>
              </a:extLst>
            </p:cNvPr>
            <p:cNvSpPr txBox="1">
              <a:spLocks/>
            </p:cNvSpPr>
            <p:nvPr/>
          </p:nvSpPr>
          <p:spPr>
            <a:xfrm>
              <a:off x="1334537" y="2040969"/>
              <a:ext cx="772478" cy="783357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ct val="0"/>
                </a:spcBef>
                <a:buNone/>
                <a:defRPr/>
              </a:pPr>
              <a:endParaRPr lang="en-US" sz="1000">
                <a:solidFill>
                  <a:schemeClr val="bg1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Freeform 81">
              <a:extLst>
                <a:ext uri="{FF2B5EF4-FFF2-40B4-BE49-F238E27FC236}">
                  <a16:creationId xmlns:a16="http://schemas.microsoft.com/office/drawing/2014/main" id="{4E29A356-388F-53F6-EDD6-28C52A987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1067" y="1956974"/>
              <a:ext cx="625544" cy="400217"/>
            </a:xfrm>
            <a:custGeom>
              <a:avLst/>
              <a:gdLst>
                <a:gd name="T0" fmla="*/ 270 w 325"/>
                <a:gd name="T1" fmla="*/ 122 h 208"/>
                <a:gd name="T2" fmla="*/ 271 w 325"/>
                <a:gd name="T3" fmla="*/ 110 h 208"/>
                <a:gd name="T4" fmla="*/ 291 w 325"/>
                <a:gd name="T5" fmla="*/ 111 h 208"/>
                <a:gd name="T6" fmla="*/ 290 w 325"/>
                <a:gd name="T7" fmla="*/ 101 h 208"/>
                <a:gd name="T8" fmla="*/ 297 w 325"/>
                <a:gd name="T9" fmla="*/ 89 h 208"/>
                <a:gd name="T10" fmla="*/ 289 w 325"/>
                <a:gd name="T11" fmla="*/ 84 h 208"/>
                <a:gd name="T12" fmla="*/ 294 w 325"/>
                <a:gd name="T13" fmla="*/ 71 h 208"/>
                <a:gd name="T14" fmla="*/ 301 w 325"/>
                <a:gd name="T15" fmla="*/ 62 h 208"/>
                <a:gd name="T16" fmla="*/ 315 w 325"/>
                <a:gd name="T17" fmla="*/ 51 h 208"/>
                <a:gd name="T18" fmla="*/ 323 w 325"/>
                <a:gd name="T19" fmla="*/ 37 h 208"/>
                <a:gd name="T20" fmla="*/ 284 w 325"/>
                <a:gd name="T21" fmla="*/ 49 h 208"/>
                <a:gd name="T22" fmla="*/ 273 w 325"/>
                <a:gd name="T23" fmla="*/ 31 h 208"/>
                <a:gd name="T24" fmla="*/ 268 w 325"/>
                <a:gd name="T25" fmla="*/ 24 h 208"/>
                <a:gd name="T26" fmla="*/ 266 w 325"/>
                <a:gd name="T27" fmla="*/ 12 h 208"/>
                <a:gd name="T28" fmla="*/ 244 w 325"/>
                <a:gd name="T29" fmla="*/ 10 h 208"/>
                <a:gd name="T30" fmla="*/ 232 w 325"/>
                <a:gd name="T31" fmla="*/ 14 h 208"/>
                <a:gd name="T32" fmla="*/ 207 w 325"/>
                <a:gd name="T33" fmla="*/ 16 h 208"/>
                <a:gd name="T34" fmla="*/ 220 w 325"/>
                <a:gd name="T35" fmla="*/ 4 h 208"/>
                <a:gd name="T36" fmla="*/ 185 w 325"/>
                <a:gd name="T37" fmla="*/ 3 h 208"/>
                <a:gd name="T38" fmla="*/ 156 w 325"/>
                <a:gd name="T39" fmla="*/ 9 h 208"/>
                <a:gd name="T40" fmla="*/ 142 w 325"/>
                <a:gd name="T41" fmla="*/ 14 h 208"/>
                <a:gd name="T42" fmla="*/ 131 w 325"/>
                <a:gd name="T43" fmla="*/ 28 h 208"/>
                <a:gd name="T44" fmla="*/ 124 w 325"/>
                <a:gd name="T45" fmla="*/ 19 h 208"/>
                <a:gd name="T46" fmla="*/ 119 w 325"/>
                <a:gd name="T47" fmla="*/ 36 h 208"/>
                <a:gd name="T48" fmla="*/ 84 w 325"/>
                <a:gd name="T49" fmla="*/ 36 h 208"/>
                <a:gd name="T50" fmla="*/ 60 w 325"/>
                <a:gd name="T51" fmla="*/ 51 h 208"/>
                <a:gd name="T52" fmla="*/ 51 w 325"/>
                <a:gd name="T53" fmla="*/ 51 h 208"/>
                <a:gd name="T54" fmla="*/ 35 w 325"/>
                <a:gd name="T55" fmla="*/ 68 h 208"/>
                <a:gd name="T56" fmla="*/ 15 w 325"/>
                <a:gd name="T57" fmla="*/ 81 h 208"/>
                <a:gd name="T58" fmla="*/ 3 w 325"/>
                <a:gd name="T59" fmla="*/ 86 h 208"/>
                <a:gd name="T60" fmla="*/ 30 w 325"/>
                <a:gd name="T61" fmla="*/ 98 h 208"/>
                <a:gd name="T62" fmla="*/ 34 w 325"/>
                <a:gd name="T63" fmla="*/ 89 h 208"/>
                <a:gd name="T64" fmla="*/ 54 w 325"/>
                <a:gd name="T65" fmla="*/ 95 h 208"/>
                <a:gd name="T66" fmla="*/ 95 w 325"/>
                <a:gd name="T67" fmla="*/ 134 h 208"/>
                <a:gd name="T68" fmla="*/ 101 w 325"/>
                <a:gd name="T69" fmla="*/ 128 h 208"/>
                <a:gd name="T70" fmla="*/ 120 w 325"/>
                <a:gd name="T71" fmla="*/ 139 h 208"/>
                <a:gd name="T72" fmla="*/ 113 w 325"/>
                <a:gd name="T73" fmla="*/ 140 h 208"/>
                <a:gd name="T74" fmla="*/ 109 w 325"/>
                <a:gd name="T75" fmla="*/ 130 h 208"/>
                <a:gd name="T76" fmla="*/ 102 w 325"/>
                <a:gd name="T77" fmla="*/ 147 h 208"/>
                <a:gd name="T78" fmla="*/ 109 w 325"/>
                <a:gd name="T79" fmla="*/ 171 h 208"/>
                <a:gd name="T80" fmla="*/ 117 w 325"/>
                <a:gd name="T81" fmla="*/ 177 h 208"/>
                <a:gd name="T82" fmla="*/ 137 w 325"/>
                <a:gd name="T83" fmla="*/ 202 h 208"/>
                <a:gd name="T84" fmla="*/ 159 w 325"/>
                <a:gd name="T85" fmla="*/ 206 h 208"/>
                <a:gd name="T86" fmla="*/ 162 w 325"/>
                <a:gd name="T87" fmla="*/ 204 h 208"/>
                <a:gd name="T88" fmla="*/ 166 w 325"/>
                <a:gd name="T89" fmla="*/ 191 h 208"/>
                <a:gd name="T90" fmla="*/ 175 w 325"/>
                <a:gd name="T91" fmla="*/ 182 h 208"/>
                <a:gd name="T92" fmla="*/ 176 w 325"/>
                <a:gd name="T93" fmla="*/ 173 h 208"/>
                <a:gd name="T94" fmla="*/ 187 w 325"/>
                <a:gd name="T95" fmla="*/ 168 h 208"/>
                <a:gd name="T96" fmla="*/ 211 w 325"/>
                <a:gd name="T97" fmla="*/ 159 h 208"/>
                <a:gd name="T98" fmla="*/ 217 w 325"/>
                <a:gd name="T99" fmla="*/ 152 h 208"/>
                <a:gd name="T100" fmla="*/ 263 w 325"/>
                <a:gd name="T101" fmla="*/ 143 h 208"/>
                <a:gd name="T102" fmla="*/ 254 w 325"/>
                <a:gd name="T103" fmla="*/ 134 h 208"/>
                <a:gd name="T104" fmla="*/ 249 w 325"/>
                <a:gd name="T105" fmla="*/ 123 h 208"/>
                <a:gd name="T106" fmla="*/ 272 w 325"/>
                <a:gd name="T107" fmla="*/ 13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5" h="208">
                  <a:moveTo>
                    <a:pt x="274" y="128"/>
                  </a:moveTo>
                  <a:cubicBezTo>
                    <a:pt x="272" y="128"/>
                    <a:pt x="272" y="128"/>
                    <a:pt x="272" y="128"/>
                  </a:cubicBezTo>
                  <a:cubicBezTo>
                    <a:pt x="271" y="126"/>
                    <a:pt x="271" y="124"/>
                    <a:pt x="270" y="122"/>
                  </a:cubicBezTo>
                  <a:cubicBezTo>
                    <a:pt x="270" y="121"/>
                    <a:pt x="270" y="121"/>
                    <a:pt x="269" y="120"/>
                  </a:cubicBezTo>
                  <a:cubicBezTo>
                    <a:pt x="271" y="120"/>
                    <a:pt x="271" y="120"/>
                    <a:pt x="271" y="120"/>
                  </a:cubicBezTo>
                  <a:cubicBezTo>
                    <a:pt x="269" y="118"/>
                    <a:pt x="268" y="112"/>
                    <a:pt x="271" y="110"/>
                  </a:cubicBezTo>
                  <a:cubicBezTo>
                    <a:pt x="271" y="110"/>
                    <a:pt x="272" y="110"/>
                    <a:pt x="272" y="110"/>
                  </a:cubicBezTo>
                  <a:cubicBezTo>
                    <a:pt x="278" y="109"/>
                    <a:pt x="288" y="116"/>
                    <a:pt x="290" y="113"/>
                  </a:cubicBezTo>
                  <a:cubicBezTo>
                    <a:pt x="291" y="113"/>
                    <a:pt x="291" y="112"/>
                    <a:pt x="291" y="111"/>
                  </a:cubicBezTo>
                  <a:cubicBezTo>
                    <a:pt x="291" y="110"/>
                    <a:pt x="291" y="110"/>
                    <a:pt x="291" y="109"/>
                  </a:cubicBezTo>
                  <a:cubicBezTo>
                    <a:pt x="290" y="109"/>
                    <a:pt x="290" y="109"/>
                    <a:pt x="290" y="109"/>
                  </a:cubicBezTo>
                  <a:cubicBezTo>
                    <a:pt x="290" y="106"/>
                    <a:pt x="290" y="104"/>
                    <a:pt x="290" y="101"/>
                  </a:cubicBezTo>
                  <a:cubicBezTo>
                    <a:pt x="291" y="101"/>
                    <a:pt x="291" y="101"/>
                    <a:pt x="291" y="101"/>
                  </a:cubicBezTo>
                  <a:cubicBezTo>
                    <a:pt x="292" y="98"/>
                    <a:pt x="292" y="96"/>
                    <a:pt x="293" y="95"/>
                  </a:cubicBezTo>
                  <a:cubicBezTo>
                    <a:pt x="294" y="92"/>
                    <a:pt x="296" y="91"/>
                    <a:pt x="297" y="89"/>
                  </a:cubicBezTo>
                  <a:cubicBezTo>
                    <a:pt x="296" y="89"/>
                    <a:pt x="296" y="89"/>
                    <a:pt x="296" y="89"/>
                  </a:cubicBezTo>
                  <a:cubicBezTo>
                    <a:pt x="296" y="89"/>
                    <a:pt x="296" y="88"/>
                    <a:pt x="296" y="88"/>
                  </a:cubicBezTo>
                  <a:cubicBezTo>
                    <a:pt x="294" y="87"/>
                    <a:pt x="291" y="90"/>
                    <a:pt x="289" y="84"/>
                  </a:cubicBezTo>
                  <a:cubicBezTo>
                    <a:pt x="288" y="83"/>
                    <a:pt x="288" y="82"/>
                    <a:pt x="288" y="82"/>
                  </a:cubicBezTo>
                  <a:cubicBezTo>
                    <a:pt x="289" y="82"/>
                    <a:pt x="289" y="82"/>
                    <a:pt x="289" y="82"/>
                  </a:cubicBezTo>
                  <a:cubicBezTo>
                    <a:pt x="288" y="77"/>
                    <a:pt x="292" y="73"/>
                    <a:pt x="294" y="71"/>
                  </a:cubicBezTo>
                  <a:cubicBezTo>
                    <a:pt x="294" y="71"/>
                    <a:pt x="294" y="70"/>
                    <a:pt x="294" y="70"/>
                  </a:cubicBezTo>
                  <a:cubicBezTo>
                    <a:pt x="294" y="70"/>
                    <a:pt x="294" y="70"/>
                    <a:pt x="294" y="70"/>
                  </a:cubicBezTo>
                  <a:cubicBezTo>
                    <a:pt x="296" y="68"/>
                    <a:pt x="298" y="66"/>
                    <a:pt x="301" y="62"/>
                  </a:cubicBezTo>
                  <a:cubicBezTo>
                    <a:pt x="302" y="62"/>
                    <a:pt x="302" y="62"/>
                    <a:pt x="302" y="62"/>
                  </a:cubicBezTo>
                  <a:cubicBezTo>
                    <a:pt x="305" y="59"/>
                    <a:pt x="309" y="55"/>
                    <a:pt x="312" y="53"/>
                  </a:cubicBezTo>
                  <a:cubicBezTo>
                    <a:pt x="313" y="52"/>
                    <a:pt x="314" y="52"/>
                    <a:pt x="315" y="51"/>
                  </a:cubicBezTo>
                  <a:cubicBezTo>
                    <a:pt x="319" y="50"/>
                    <a:pt x="322" y="46"/>
                    <a:pt x="324" y="43"/>
                  </a:cubicBezTo>
                  <a:cubicBezTo>
                    <a:pt x="324" y="43"/>
                    <a:pt x="324" y="43"/>
                    <a:pt x="324" y="43"/>
                  </a:cubicBezTo>
                  <a:cubicBezTo>
                    <a:pt x="325" y="41"/>
                    <a:pt x="325" y="38"/>
                    <a:pt x="323" y="37"/>
                  </a:cubicBezTo>
                  <a:cubicBezTo>
                    <a:pt x="319" y="36"/>
                    <a:pt x="310" y="33"/>
                    <a:pt x="304" y="37"/>
                  </a:cubicBezTo>
                  <a:cubicBezTo>
                    <a:pt x="303" y="37"/>
                    <a:pt x="302" y="38"/>
                    <a:pt x="301" y="39"/>
                  </a:cubicBezTo>
                  <a:cubicBezTo>
                    <a:pt x="295" y="45"/>
                    <a:pt x="291" y="51"/>
                    <a:pt x="284" y="49"/>
                  </a:cubicBezTo>
                  <a:cubicBezTo>
                    <a:pt x="281" y="48"/>
                    <a:pt x="279" y="46"/>
                    <a:pt x="277" y="43"/>
                  </a:cubicBezTo>
                  <a:cubicBezTo>
                    <a:pt x="279" y="43"/>
                    <a:pt x="279" y="43"/>
                    <a:pt x="279" y="43"/>
                  </a:cubicBezTo>
                  <a:cubicBezTo>
                    <a:pt x="276" y="39"/>
                    <a:pt x="275" y="35"/>
                    <a:pt x="273" y="31"/>
                  </a:cubicBezTo>
                  <a:cubicBezTo>
                    <a:pt x="271" y="31"/>
                    <a:pt x="271" y="31"/>
                    <a:pt x="271" y="31"/>
                  </a:cubicBezTo>
                  <a:cubicBezTo>
                    <a:pt x="271" y="31"/>
                    <a:pt x="271" y="31"/>
                    <a:pt x="271" y="31"/>
                  </a:cubicBezTo>
                  <a:cubicBezTo>
                    <a:pt x="270" y="29"/>
                    <a:pt x="269" y="26"/>
                    <a:pt x="268" y="24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68" y="19"/>
                    <a:pt x="268" y="15"/>
                    <a:pt x="267" y="12"/>
                  </a:cubicBezTo>
                  <a:cubicBezTo>
                    <a:pt x="266" y="12"/>
                    <a:pt x="266" y="12"/>
                    <a:pt x="266" y="12"/>
                  </a:cubicBezTo>
                  <a:cubicBezTo>
                    <a:pt x="265" y="10"/>
                    <a:pt x="264" y="9"/>
                    <a:pt x="263" y="9"/>
                  </a:cubicBezTo>
                  <a:cubicBezTo>
                    <a:pt x="256" y="11"/>
                    <a:pt x="256" y="11"/>
                    <a:pt x="256" y="11"/>
                  </a:cubicBezTo>
                  <a:cubicBezTo>
                    <a:pt x="256" y="11"/>
                    <a:pt x="249" y="9"/>
                    <a:pt x="244" y="10"/>
                  </a:cubicBezTo>
                  <a:cubicBezTo>
                    <a:pt x="242" y="11"/>
                    <a:pt x="241" y="11"/>
                    <a:pt x="239" y="12"/>
                  </a:cubicBezTo>
                  <a:cubicBezTo>
                    <a:pt x="239" y="12"/>
                    <a:pt x="239" y="12"/>
                    <a:pt x="239" y="12"/>
                  </a:cubicBezTo>
                  <a:cubicBezTo>
                    <a:pt x="236" y="14"/>
                    <a:pt x="234" y="15"/>
                    <a:pt x="232" y="14"/>
                  </a:cubicBezTo>
                  <a:cubicBezTo>
                    <a:pt x="225" y="13"/>
                    <a:pt x="219" y="17"/>
                    <a:pt x="217" y="17"/>
                  </a:cubicBezTo>
                  <a:cubicBezTo>
                    <a:pt x="206" y="20"/>
                    <a:pt x="197" y="18"/>
                    <a:pt x="192" y="17"/>
                  </a:cubicBezTo>
                  <a:cubicBezTo>
                    <a:pt x="196" y="17"/>
                    <a:pt x="202" y="17"/>
                    <a:pt x="207" y="16"/>
                  </a:cubicBezTo>
                  <a:cubicBezTo>
                    <a:pt x="214" y="15"/>
                    <a:pt x="226" y="12"/>
                    <a:pt x="232" y="11"/>
                  </a:cubicBezTo>
                  <a:cubicBezTo>
                    <a:pt x="238" y="10"/>
                    <a:pt x="233" y="7"/>
                    <a:pt x="231" y="7"/>
                  </a:cubicBezTo>
                  <a:cubicBezTo>
                    <a:pt x="228" y="6"/>
                    <a:pt x="224" y="5"/>
                    <a:pt x="220" y="4"/>
                  </a:cubicBezTo>
                  <a:cubicBezTo>
                    <a:pt x="223" y="4"/>
                    <a:pt x="223" y="4"/>
                    <a:pt x="223" y="4"/>
                  </a:cubicBezTo>
                  <a:cubicBezTo>
                    <a:pt x="217" y="3"/>
                    <a:pt x="210" y="1"/>
                    <a:pt x="204" y="1"/>
                  </a:cubicBezTo>
                  <a:cubicBezTo>
                    <a:pt x="197" y="0"/>
                    <a:pt x="192" y="3"/>
                    <a:pt x="185" y="3"/>
                  </a:cubicBezTo>
                  <a:cubicBezTo>
                    <a:pt x="179" y="3"/>
                    <a:pt x="172" y="3"/>
                    <a:pt x="166" y="4"/>
                  </a:cubicBezTo>
                  <a:cubicBezTo>
                    <a:pt x="169" y="4"/>
                    <a:pt x="169" y="4"/>
                    <a:pt x="169" y="4"/>
                  </a:cubicBezTo>
                  <a:cubicBezTo>
                    <a:pt x="164" y="5"/>
                    <a:pt x="160" y="6"/>
                    <a:pt x="156" y="9"/>
                  </a:cubicBezTo>
                  <a:cubicBezTo>
                    <a:pt x="154" y="10"/>
                    <a:pt x="152" y="11"/>
                    <a:pt x="149" y="12"/>
                  </a:cubicBezTo>
                  <a:cubicBezTo>
                    <a:pt x="149" y="12"/>
                    <a:pt x="149" y="12"/>
                    <a:pt x="149" y="12"/>
                  </a:cubicBezTo>
                  <a:cubicBezTo>
                    <a:pt x="145" y="13"/>
                    <a:pt x="142" y="13"/>
                    <a:pt x="142" y="14"/>
                  </a:cubicBezTo>
                  <a:cubicBezTo>
                    <a:pt x="142" y="14"/>
                    <a:pt x="142" y="14"/>
                    <a:pt x="142" y="14"/>
                  </a:cubicBezTo>
                  <a:cubicBezTo>
                    <a:pt x="141" y="14"/>
                    <a:pt x="141" y="14"/>
                    <a:pt x="141" y="14"/>
                  </a:cubicBezTo>
                  <a:cubicBezTo>
                    <a:pt x="137" y="19"/>
                    <a:pt x="134" y="31"/>
                    <a:pt x="131" y="28"/>
                  </a:cubicBezTo>
                  <a:cubicBezTo>
                    <a:pt x="130" y="27"/>
                    <a:pt x="129" y="25"/>
                    <a:pt x="128" y="24"/>
                  </a:cubicBezTo>
                  <a:cubicBezTo>
                    <a:pt x="129" y="24"/>
                    <a:pt x="129" y="24"/>
                    <a:pt x="129" y="24"/>
                  </a:cubicBezTo>
                  <a:cubicBezTo>
                    <a:pt x="128" y="20"/>
                    <a:pt x="127" y="17"/>
                    <a:pt x="124" y="19"/>
                  </a:cubicBezTo>
                  <a:cubicBezTo>
                    <a:pt x="123" y="19"/>
                    <a:pt x="123" y="20"/>
                    <a:pt x="123" y="2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18" y="23"/>
                    <a:pt x="122" y="31"/>
                    <a:pt x="119" y="36"/>
                  </a:cubicBezTo>
                  <a:cubicBezTo>
                    <a:pt x="118" y="37"/>
                    <a:pt x="118" y="38"/>
                    <a:pt x="117" y="38"/>
                  </a:cubicBezTo>
                  <a:cubicBezTo>
                    <a:pt x="113" y="41"/>
                    <a:pt x="105" y="40"/>
                    <a:pt x="103" y="39"/>
                  </a:cubicBezTo>
                  <a:cubicBezTo>
                    <a:pt x="100" y="37"/>
                    <a:pt x="97" y="35"/>
                    <a:pt x="84" y="36"/>
                  </a:cubicBezTo>
                  <a:cubicBezTo>
                    <a:pt x="77" y="36"/>
                    <a:pt x="68" y="38"/>
                    <a:pt x="64" y="41"/>
                  </a:cubicBezTo>
                  <a:cubicBezTo>
                    <a:pt x="61" y="43"/>
                    <a:pt x="60" y="45"/>
                    <a:pt x="61" y="47"/>
                  </a:cubicBezTo>
                  <a:cubicBezTo>
                    <a:pt x="62" y="48"/>
                    <a:pt x="61" y="50"/>
                    <a:pt x="60" y="51"/>
                  </a:cubicBezTo>
                  <a:cubicBezTo>
                    <a:pt x="58" y="52"/>
                    <a:pt x="55" y="52"/>
                    <a:pt x="54" y="51"/>
                  </a:cubicBezTo>
                  <a:cubicBezTo>
                    <a:pt x="54" y="51"/>
                    <a:pt x="54" y="51"/>
                    <a:pt x="53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0" y="51"/>
                    <a:pt x="48" y="52"/>
                    <a:pt x="47" y="53"/>
                  </a:cubicBezTo>
                  <a:cubicBezTo>
                    <a:pt x="44" y="54"/>
                    <a:pt x="42" y="57"/>
                    <a:pt x="42" y="59"/>
                  </a:cubicBezTo>
                  <a:cubicBezTo>
                    <a:pt x="43" y="64"/>
                    <a:pt x="41" y="69"/>
                    <a:pt x="35" y="68"/>
                  </a:cubicBezTo>
                  <a:cubicBezTo>
                    <a:pt x="30" y="67"/>
                    <a:pt x="27" y="71"/>
                    <a:pt x="26" y="75"/>
                  </a:cubicBezTo>
                  <a:cubicBezTo>
                    <a:pt x="26" y="76"/>
                    <a:pt x="25" y="77"/>
                    <a:pt x="24" y="77"/>
                  </a:cubicBezTo>
                  <a:cubicBezTo>
                    <a:pt x="21" y="79"/>
                    <a:pt x="15" y="81"/>
                    <a:pt x="15" y="81"/>
                  </a:cubicBezTo>
                  <a:cubicBezTo>
                    <a:pt x="14" y="81"/>
                    <a:pt x="8" y="81"/>
                    <a:pt x="5" y="82"/>
                  </a:cubicBezTo>
                  <a:cubicBezTo>
                    <a:pt x="7" y="82"/>
                    <a:pt x="7" y="82"/>
                    <a:pt x="7" y="82"/>
                  </a:cubicBezTo>
                  <a:cubicBezTo>
                    <a:pt x="3" y="82"/>
                    <a:pt x="0" y="83"/>
                    <a:pt x="3" y="86"/>
                  </a:cubicBezTo>
                  <a:cubicBezTo>
                    <a:pt x="7" y="89"/>
                    <a:pt x="9" y="87"/>
                    <a:pt x="14" y="88"/>
                  </a:cubicBezTo>
                  <a:cubicBezTo>
                    <a:pt x="18" y="89"/>
                    <a:pt x="22" y="98"/>
                    <a:pt x="24" y="99"/>
                  </a:cubicBezTo>
                  <a:cubicBezTo>
                    <a:pt x="26" y="100"/>
                    <a:pt x="29" y="99"/>
                    <a:pt x="30" y="98"/>
                  </a:cubicBezTo>
                  <a:cubicBezTo>
                    <a:pt x="31" y="98"/>
                    <a:pt x="32" y="97"/>
                    <a:pt x="32" y="96"/>
                  </a:cubicBezTo>
                  <a:cubicBezTo>
                    <a:pt x="33" y="95"/>
                    <a:pt x="34" y="92"/>
                    <a:pt x="35" y="89"/>
                  </a:cubicBezTo>
                  <a:cubicBezTo>
                    <a:pt x="34" y="89"/>
                    <a:pt x="34" y="89"/>
                    <a:pt x="34" y="89"/>
                  </a:cubicBezTo>
                  <a:cubicBezTo>
                    <a:pt x="35" y="88"/>
                    <a:pt x="35" y="86"/>
                    <a:pt x="35" y="86"/>
                  </a:cubicBezTo>
                  <a:cubicBezTo>
                    <a:pt x="35" y="86"/>
                    <a:pt x="35" y="94"/>
                    <a:pt x="39" y="96"/>
                  </a:cubicBezTo>
                  <a:cubicBezTo>
                    <a:pt x="42" y="97"/>
                    <a:pt x="51" y="94"/>
                    <a:pt x="54" y="95"/>
                  </a:cubicBezTo>
                  <a:cubicBezTo>
                    <a:pt x="56" y="95"/>
                    <a:pt x="71" y="97"/>
                    <a:pt x="74" y="100"/>
                  </a:cubicBezTo>
                  <a:cubicBezTo>
                    <a:pt x="78" y="102"/>
                    <a:pt x="88" y="104"/>
                    <a:pt x="91" y="109"/>
                  </a:cubicBezTo>
                  <a:cubicBezTo>
                    <a:pt x="94" y="114"/>
                    <a:pt x="94" y="132"/>
                    <a:pt x="95" y="134"/>
                  </a:cubicBezTo>
                  <a:cubicBezTo>
                    <a:pt x="96" y="134"/>
                    <a:pt x="96" y="134"/>
                    <a:pt x="97" y="133"/>
                  </a:cubicBezTo>
                  <a:cubicBezTo>
                    <a:pt x="99" y="133"/>
                    <a:pt x="100" y="130"/>
                    <a:pt x="102" y="128"/>
                  </a:cubicBezTo>
                  <a:cubicBezTo>
                    <a:pt x="101" y="128"/>
                    <a:pt x="101" y="128"/>
                    <a:pt x="101" y="128"/>
                  </a:cubicBezTo>
                  <a:cubicBezTo>
                    <a:pt x="102" y="127"/>
                    <a:pt x="103" y="126"/>
                    <a:pt x="103" y="125"/>
                  </a:cubicBezTo>
                  <a:cubicBezTo>
                    <a:pt x="104" y="123"/>
                    <a:pt x="111" y="125"/>
                    <a:pt x="113" y="127"/>
                  </a:cubicBezTo>
                  <a:cubicBezTo>
                    <a:pt x="115" y="130"/>
                    <a:pt x="120" y="137"/>
                    <a:pt x="120" y="139"/>
                  </a:cubicBezTo>
                  <a:cubicBezTo>
                    <a:pt x="119" y="142"/>
                    <a:pt x="118" y="146"/>
                    <a:pt x="117" y="145"/>
                  </a:cubicBezTo>
                  <a:cubicBezTo>
                    <a:pt x="115" y="143"/>
                    <a:pt x="112" y="144"/>
                    <a:pt x="113" y="141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14" y="140"/>
                    <a:pt x="114" y="140"/>
                    <a:pt x="114" y="140"/>
                  </a:cubicBezTo>
                  <a:cubicBezTo>
                    <a:pt x="115" y="137"/>
                    <a:pt x="116" y="130"/>
                    <a:pt x="113" y="130"/>
                  </a:cubicBezTo>
                  <a:cubicBezTo>
                    <a:pt x="109" y="130"/>
                    <a:pt x="109" y="130"/>
                    <a:pt x="109" y="130"/>
                  </a:cubicBezTo>
                  <a:cubicBezTo>
                    <a:pt x="109" y="130"/>
                    <a:pt x="106" y="129"/>
                    <a:pt x="104" y="131"/>
                  </a:cubicBezTo>
                  <a:cubicBezTo>
                    <a:pt x="102" y="132"/>
                    <a:pt x="101" y="133"/>
                    <a:pt x="100" y="135"/>
                  </a:cubicBezTo>
                  <a:cubicBezTo>
                    <a:pt x="97" y="141"/>
                    <a:pt x="100" y="147"/>
                    <a:pt x="102" y="147"/>
                  </a:cubicBezTo>
                  <a:cubicBezTo>
                    <a:pt x="104" y="147"/>
                    <a:pt x="109" y="147"/>
                    <a:pt x="109" y="148"/>
                  </a:cubicBezTo>
                  <a:cubicBezTo>
                    <a:pt x="109" y="150"/>
                    <a:pt x="104" y="155"/>
                    <a:pt x="104" y="157"/>
                  </a:cubicBezTo>
                  <a:cubicBezTo>
                    <a:pt x="104" y="160"/>
                    <a:pt x="108" y="170"/>
                    <a:pt x="109" y="171"/>
                  </a:cubicBezTo>
                  <a:cubicBezTo>
                    <a:pt x="111" y="173"/>
                    <a:pt x="117" y="175"/>
                    <a:pt x="119" y="176"/>
                  </a:cubicBezTo>
                  <a:cubicBezTo>
                    <a:pt x="119" y="176"/>
                    <a:pt x="119" y="176"/>
                    <a:pt x="119" y="176"/>
                  </a:cubicBezTo>
                  <a:cubicBezTo>
                    <a:pt x="118" y="176"/>
                    <a:pt x="118" y="176"/>
                    <a:pt x="117" y="177"/>
                  </a:cubicBezTo>
                  <a:cubicBezTo>
                    <a:pt x="116" y="177"/>
                    <a:pt x="115" y="178"/>
                    <a:pt x="116" y="179"/>
                  </a:cubicBezTo>
                  <a:cubicBezTo>
                    <a:pt x="117" y="182"/>
                    <a:pt x="120" y="189"/>
                    <a:pt x="123" y="190"/>
                  </a:cubicBezTo>
                  <a:cubicBezTo>
                    <a:pt x="127" y="192"/>
                    <a:pt x="136" y="199"/>
                    <a:pt x="137" y="202"/>
                  </a:cubicBezTo>
                  <a:cubicBezTo>
                    <a:pt x="138" y="205"/>
                    <a:pt x="146" y="200"/>
                    <a:pt x="147" y="199"/>
                  </a:cubicBezTo>
                  <a:cubicBezTo>
                    <a:pt x="149" y="199"/>
                    <a:pt x="148" y="208"/>
                    <a:pt x="153" y="208"/>
                  </a:cubicBezTo>
                  <a:cubicBezTo>
                    <a:pt x="156" y="208"/>
                    <a:pt x="157" y="208"/>
                    <a:pt x="159" y="206"/>
                  </a:cubicBezTo>
                  <a:cubicBezTo>
                    <a:pt x="159" y="206"/>
                    <a:pt x="160" y="206"/>
                    <a:pt x="160" y="206"/>
                  </a:cubicBezTo>
                  <a:cubicBezTo>
                    <a:pt x="160" y="206"/>
                    <a:pt x="160" y="206"/>
                    <a:pt x="160" y="206"/>
                  </a:cubicBezTo>
                  <a:cubicBezTo>
                    <a:pt x="160" y="205"/>
                    <a:pt x="161" y="204"/>
                    <a:pt x="162" y="204"/>
                  </a:cubicBezTo>
                  <a:cubicBezTo>
                    <a:pt x="164" y="202"/>
                    <a:pt x="164" y="200"/>
                    <a:pt x="165" y="198"/>
                  </a:cubicBezTo>
                  <a:cubicBezTo>
                    <a:pt x="166" y="198"/>
                    <a:pt x="166" y="198"/>
                    <a:pt x="166" y="198"/>
                  </a:cubicBezTo>
                  <a:cubicBezTo>
                    <a:pt x="166" y="196"/>
                    <a:pt x="166" y="193"/>
                    <a:pt x="166" y="191"/>
                  </a:cubicBezTo>
                  <a:cubicBezTo>
                    <a:pt x="166" y="189"/>
                    <a:pt x="166" y="187"/>
                    <a:pt x="167" y="187"/>
                  </a:cubicBezTo>
                  <a:cubicBezTo>
                    <a:pt x="167" y="186"/>
                    <a:pt x="168" y="186"/>
                    <a:pt x="169" y="187"/>
                  </a:cubicBezTo>
                  <a:cubicBezTo>
                    <a:pt x="173" y="188"/>
                    <a:pt x="175" y="186"/>
                    <a:pt x="175" y="182"/>
                  </a:cubicBezTo>
                  <a:cubicBezTo>
                    <a:pt x="175" y="181"/>
                    <a:pt x="174" y="180"/>
                    <a:pt x="174" y="179"/>
                  </a:cubicBezTo>
                  <a:cubicBezTo>
                    <a:pt x="175" y="179"/>
                    <a:pt x="175" y="179"/>
                    <a:pt x="175" y="179"/>
                  </a:cubicBezTo>
                  <a:cubicBezTo>
                    <a:pt x="175" y="176"/>
                    <a:pt x="174" y="174"/>
                    <a:pt x="176" y="173"/>
                  </a:cubicBezTo>
                  <a:cubicBezTo>
                    <a:pt x="176" y="173"/>
                    <a:pt x="177" y="172"/>
                    <a:pt x="177" y="172"/>
                  </a:cubicBezTo>
                  <a:cubicBezTo>
                    <a:pt x="181" y="172"/>
                    <a:pt x="183" y="170"/>
                    <a:pt x="185" y="169"/>
                  </a:cubicBezTo>
                  <a:cubicBezTo>
                    <a:pt x="186" y="168"/>
                    <a:pt x="186" y="168"/>
                    <a:pt x="187" y="168"/>
                  </a:cubicBezTo>
                  <a:cubicBezTo>
                    <a:pt x="188" y="167"/>
                    <a:pt x="190" y="166"/>
                    <a:pt x="191" y="166"/>
                  </a:cubicBezTo>
                  <a:cubicBezTo>
                    <a:pt x="195" y="166"/>
                    <a:pt x="206" y="168"/>
                    <a:pt x="207" y="166"/>
                  </a:cubicBezTo>
                  <a:cubicBezTo>
                    <a:pt x="208" y="165"/>
                    <a:pt x="209" y="162"/>
                    <a:pt x="211" y="159"/>
                  </a:cubicBezTo>
                  <a:cubicBezTo>
                    <a:pt x="211" y="159"/>
                    <a:pt x="211" y="159"/>
                    <a:pt x="211" y="159"/>
                  </a:cubicBezTo>
                  <a:cubicBezTo>
                    <a:pt x="213" y="157"/>
                    <a:pt x="215" y="154"/>
                    <a:pt x="216" y="152"/>
                  </a:cubicBezTo>
                  <a:cubicBezTo>
                    <a:pt x="216" y="152"/>
                    <a:pt x="217" y="152"/>
                    <a:pt x="217" y="152"/>
                  </a:cubicBezTo>
                  <a:cubicBezTo>
                    <a:pt x="220" y="152"/>
                    <a:pt x="229" y="153"/>
                    <a:pt x="237" y="152"/>
                  </a:cubicBezTo>
                  <a:cubicBezTo>
                    <a:pt x="245" y="150"/>
                    <a:pt x="253" y="144"/>
                    <a:pt x="256" y="145"/>
                  </a:cubicBezTo>
                  <a:cubicBezTo>
                    <a:pt x="259" y="145"/>
                    <a:pt x="265" y="145"/>
                    <a:pt x="263" y="143"/>
                  </a:cubicBezTo>
                  <a:cubicBezTo>
                    <a:pt x="263" y="142"/>
                    <a:pt x="262" y="141"/>
                    <a:pt x="261" y="140"/>
                  </a:cubicBezTo>
                  <a:cubicBezTo>
                    <a:pt x="262" y="140"/>
                    <a:pt x="262" y="140"/>
                    <a:pt x="262" y="140"/>
                  </a:cubicBezTo>
                  <a:cubicBezTo>
                    <a:pt x="260" y="137"/>
                    <a:pt x="258" y="134"/>
                    <a:pt x="254" y="134"/>
                  </a:cubicBezTo>
                  <a:cubicBezTo>
                    <a:pt x="252" y="134"/>
                    <a:pt x="251" y="131"/>
                    <a:pt x="250" y="128"/>
                  </a:cubicBezTo>
                  <a:cubicBezTo>
                    <a:pt x="249" y="128"/>
                    <a:pt x="249" y="128"/>
                    <a:pt x="249" y="128"/>
                  </a:cubicBezTo>
                  <a:cubicBezTo>
                    <a:pt x="249" y="126"/>
                    <a:pt x="249" y="123"/>
                    <a:pt x="249" y="123"/>
                  </a:cubicBezTo>
                  <a:cubicBezTo>
                    <a:pt x="251" y="123"/>
                    <a:pt x="262" y="128"/>
                    <a:pt x="261" y="132"/>
                  </a:cubicBezTo>
                  <a:cubicBezTo>
                    <a:pt x="261" y="135"/>
                    <a:pt x="263" y="141"/>
                    <a:pt x="269" y="139"/>
                  </a:cubicBezTo>
                  <a:cubicBezTo>
                    <a:pt x="270" y="139"/>
                    <a:pt x="271" y="138"/>
                    <a:pt x="272" y="138"/>
                  </a:cubicBezTo>
                  <a:cubicBezTo>
                    <a:pt x="276" y="136"/>
                    <a:pt x="275" y="131"/>
                    <a:pt x="274" y="129"/>
                  </a:cubicBezTo>
                  <a:cubicBezTo>
                    <a:pt x="274" y="129"/>
                    <a:pt x="274" y="129"/>
                    <a:pt x="274" y="12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22" name="Freeform 66">
              <a:extLst>
                <a:ext uri="{FF2B5EF4-FFF2-40B4-BE49-F238E27FC236}">
                  <a16:creationId xmlns:a16="http://schemas.microsoft.com/office/drawing/2014/main" id="{290426DF-E894-1654-9BCB-381B4E687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567" y="3294286"/>
              <a:ext cx="484816" cy="388829"/>
            </a:xfrm>
            <a:custGeom>
              <a:avLst/>
              <a:gdLst>
                <a:gd name="T0" fmla="*/ 248 w 252"/>
                <a:gd name="T1" fmla="*/ 124 h 202"/>
                <a:gd name="T2" fmla="*/ 238 w 252"/>
                <a:gd name="T3" fmla="*/ 105 h 202"/>
                <a:gd name="T4" fmla="*/ 234 w 252"/>
                <a:gd name="T5" fmla="*/ 93 h 202"/>
                <a:gd name="T6" fmla="*/ 231 w 252"/>
                <a:gd name="T7" fmla="*/ 85 h 202"/>
                <a:gd name="T8" fmla="*/ 227 w 252"/>
                <a:gd name="T9" fmla="*/ 72 h 202"/>
                <a:gd name="T10" fmla="*/ 207 w 252"/>
                <a:gd name="T11" fmla="*/ 62 h 202"/>
                <a:gd name="T12" fmla="*/ 201 w 252"/>
                <a:gd name="T13" fmla="*/ 47 h 202"/>
                <a:gd name="T14" fmla="*/ 198 w 252"/>
                <a:gd name="T15" fmla="*/ 35 h 202"/>
                <a:gd name="T16" fmla="*/ 193 w 252"/>
                <a:gd name="T17" fmla="*/ 27 h 202"/>
                <a:gd name="T18" fmla="*/ 183 w 252"/>
                <a:gd name="T19" fmla="*/ 16 h 202"/>
                <a:gd name="T20" fmla="*/ 178 w 252"/>
                <a:gd name="T21" fmla="*/ 0 h 202"/>
                <a:gd name="T22" fmla="*/ 175 w 252"/>
                <a:gd name="T23" fmla="*/ 24 h 202"/>
                <a:gd name="T24" fmla="*/ 164 w 252"/>
                <a:gd name="T25" fmla="*/ 47 h 202"/>
                <a:gd name="T26" fmla="*/ 145 w 252"/>
                <a:gd name="T27" fmla="*/ 35 h 202"/>
                <a:gd name="T28" fmla="*/ 143 w 252"/>
                <a:gd name="T29" fmla="*/ 27 h 202"/>
                <a:gd name="T30" fmla="*/ 146 w 252"/>
                <a:gd name="T31" fmla="*/ 13 h 202"/>
                <a:gd name="T32" fmla="*/ 125 w 252"/>
                <a:gd name="T33" fmla="*/ 8 h 202"/>
                <a:gd name="T34" fmla="*/ 118 w 252"/>
                <a:gd name="T35" fmla="*/ 17 h 202"/>
                <a:gd name="T36" fmla="*/ 111 w 252"/>
                <a:gd name="T37" fmla="*/ 9 h 202"/>
                <a:gd name="T38" fmla="*/ 93 w 252"/>
                <a:gd name="T39" fmla="*/ 27 h 202"/>
                <a:gd name="T40" fmla="*/ 84 w 252"/>
                <a:gd name="T41" fmla="*/ 23 h 202"/>
                <a:gd name="T42" fmla="*/ 57 w 252"/>
                <a:gd name="T43" fmla="*/ 37 h 202"/>
                <a:gd name="T44" fmla="*/ 56 w 252"/>
                <a:gd name="T45" fmla="*/ 62 h 202"/>
                <a:gd name="T46" fmla="*/ 43 w 252"/>
                <a:gd name="T47" fmla="*/ 66 h 202"/>
                <a:gd name="T48" fmla="*/ 30 w 252"/>
                <a:gd name="T49" fmla="*/ 67 h 202"/>
                <a:gd name="T50" fmla="*/ 12 w 252"/>
                <a:gd name="T51" fmla="*/ 109 h 202"/>
                <a:gd name="T52" fmla="*/ 25 w 252"/>
                <a:gd name="T53" fmla="*/ 148 h 202"/>
                <a:gd name="T54" fmla="*/ 38 w 252"/>
                <a:gd name="T55" fmla="*/ 174 h 202"/>
                <a:gd name="T56" fmla="*/ 44 w 252"/>
                <a:gd name="T57" fmla="*/ 171 h 202"/>
                <a:gd name="T58" fmla="*/ 71 w 252"/>
                <a:gd name="T59" fmla="*/ 171 h 202"/>
                <a:gd name="T60" fmla="*/ 71 w 252"/>
                <a:gd name="T61" fmla="*/ 171 h 202"/>
                <a:gd name="T62" fmla="*/ 77 w 252"/>
                <a:gd name="T63" fmla="*/ 151 h 202"/>
                <a:gd name="T64" fmla="*/ 90 w 252"/>
                <a:gd name="T65" fmla="*/ 151 h 202"/>
                <a:gd name="T66" fmla="*/ 132 w 252"/>
                <a:gd name="T67" fmla="*/ 155 h 202"/>
                <a:gd name="T68" fmla="*/ 143 w 252"/>
                <a:gd name="T69" fmla="*/ 163 h 202"/>
                <a:gd name="T70" fmla="*/ 152 w 252"/>
                <a:gd name="T71" fmla="*/ 168 h 202"/>
                <a:gd name="T72" fmla="*/ 165 w 252"/>
                <a:gd name="T73" fmla="*/ 181 h 202"/>
                <a:gd name="T74" fmla="*/ 185 w 252"/>
                <a:gd name="T75" fmla="*/ 201 h 202"/>
                <a:gd name="T76" fmla="*/ 199 w 252"/>
                <a:gd name="T77" fmla="*/ 199 h 202"/>
                <a:gd name="T78" fmla="*/ 214 w 252"/>
                <a:gd name="T79" fmla="*/ 192 h 202"/>
                <a:gd name="T80" fmla="*/ 225 w 252"/>
                <a:gd name="T81" fmla="*/ 182 h 202"/>
                <a:gd name="T82" fmla="*/ 230 w 252"/>
                <a:gd name="T83" fmla="*/ 167 h 202"/>
                <a:gd name="T84" fmla="*/ 245 w 252"/>
                <a:gd name="T85" fmla="*/ 151 h 202"/>
                <a:gd name="T86" fmla="*/ 251 w 252"/>
                <a:gd name="T87" fmla="*/ 143 h 202"/>
                <a:gd name="T88" fmla="*/ 249 w 252"/>
                <a:gd name="T89" fmla="*/ 13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2" h="202">
                  <a:moveTo>
                    <a:pt x="249" y="132"/>
                  </a:moveTo>
                  <a:cubicBezTo>
                    <a:pt x="248" y="129"/>
                    <a:pt x="248" y="127"/>
                    <a:pt x="247" y="124"/>
                  </a:cubicBezTo>
                  <a:cubicBezTo>
                    <a:pt x="248" y="124"/>
                    <a:pt x="248" y="124"/>
                    <a:pt x="248" y="124"/>
                  </a:cubicBezTo>
                  <a:cubicBezTo>
                    <a:pt x="246" y="120"/>
                    <a:pt x="245" y="116"/>
                    <a:pt x="243" y="112"/>
                  </a:cubicBezTo>
                  <a:cubicBezTo>
                    <a:pt x="242" y="112"/>
                    <a:pt x="242" y="112"/>
                    <a:pt x="242" y="112"/>
                  </a:cubicBezTo>
                  <a:cubicBezTo>
                    <a:pt x="241" y="110"/>
                    <a:pt x="239" y="107"/>
                    <a:pt x="238" y="105"/>
                  </a:cubicBezTo>
                  <a:cubicBezTo>
                    <a:pt x="240" y="105"/>
                    <a:pt x="240" y="105"/>
                    <a:pt x="240" y="105"/>
                  </a:cubicBezTo>
                  <a:cubicBezTo>
                    <a:pt x="238" y="102"/>
                    <a:pt x="237" y="99"/>
                    <a:pt x="236" y="97"/>
                  </a:cubicBezTo>
                  <a:cubicBezTo>
                    <a:pt x="235" y="95"/>
                    <a:pt x="234" y="94"/>
                    <a:pt x="234" y="93"/>
                  </a:cubicBezTo>
                  <a:cubicBezTo>
                    <a:pt x="232" y="93"/>
                    <a:pt x="232" y="93"/>
                    <a:pt x="232" y="93"/>
                  </a:cubicBezTo>
                  <a:cubicBezTo>
                    <a:pt x="231" y="90"/>
                    <a:pt x="230" y="88"/>
                    <a:pt x="230" y="85"/>
                  </a:cubicBezTo>
                  <a:cubicBezTo>
                    <a:pt x="231" y="85"/>
                    <a:pt x="231" y="85"/>
                    <a:pt x="231" y="85"/>
                  </a:cubicBezTo>
                  <a:cubicBezTo>
                    <a:pt x="229" y="81"/>
                    <a:pt x="228" y="77"/>
                    <a:pt x="228" y="74"/>
                  </a:cubicBezTo>
                  <a:cubicBezTo>
                    <a:pt x="227" y="74"/>
                    <a:pt x="227" y="74"/>
                    <a:pt x="227" y="74"/>
                  </a:cubicBezTo>
                  <a:cubicBezTo>
                    <a:pt x="227" y="73"/>
                    <a:pt x="227" y="72"/>
                    <a:pt x="227" y="72"/>
                  </a:cubicBezTo>
                  <a:cubicBezTo>
                    <a:pt x="228" y="68"/>
                    <a:pt x="221" y="67"/>
                    <a:pt x="215" y="66"/>
                  </a:cubicBezTo>
                  <a:cubicBezTo>
                    <a:pt x="219" y="66"/>
                    <a:pt x="219" y="66"/>
                    <a:pt x="219" y="66"/>
                  </a:cubicBezTo>
                  <a:cubicBezTo>
                    <a:pt x="214" y="65"/>
                    <a:pt x="209" y="64"/>
                    <a:pt x="207" y="62"/>
                  </a:cubicBezTo>
                  <a:cubicBezTo>
                    <a:pt x="205" y="60"/>
                    <a:pt x="204" y="58"/>
                    <a:pt x="203" y="54"/>
                  </a:cubicBezTo>
                  <a:cubicBezTo>
                    <a:pt x="202" y="54"/>
                    <a:pt x="202" y="54"/>
                    <a:pt x="202" y="54"/>
                  </a:cubicBezTo>
                  <a:cubicBezTo>
                    <a:pt x="202" y="52"/>
                    <a:pt x="201" y="49"/>
                    <a:pt x="201" y="47"/>
                  </a:cubicBezTo>
                  <a:cubicBezTo>
                    <a:pt x="202" y="47"/>
                    <a:pt x="202" y="47"/>
                    <a:pt x="202" y="47"/>
                  </a:cubicBezTo>
                  <a:cubicBezTo>
                    <a:pt x="201" y="44"/>
                    <a:pt x="201" y="41"/>
                    <a:pt x="200" y="39"/>
                  </a:cubicBezTo>
                  <a:cubicBezTo>
                    <a:pt x="199" y="37"/>
                    <a:pt x="199" y="36"/>
                    <a:pt x="198" y="35"/>
                  </a:cubicBezTo>
                  <a:cubicBezTo>
                    <a:pt x="197" y="35"/>
                    <a:pt x="197" y="35"/>
                    <a:pt x="197" y="35"/>
                  </a:cubicBezTo>
                  <a:cubicBezTo>
                    <a:pt x="195" y="32"/>
                    <a:pt x="193" y="30"/>
                    <a:pt x="191" y="27"/>
                  </a:cubicBezTo>
                  <a:cubicBezTo>
                    <a:pt x="193" y="27"/>
                    <a:pt x="193" y="27"/>
                    <a:pt x="193" y="27"/>
                  </a:cubicBezTo>
                  <a:cubicBezTo>
                    <a:pt x="191" y="25"/>
                    <a:pt x="189" y="23"/>
                    <a:pt x="187" y="20"/>
                  </a:cubicBezTo>
                  <a:cubicBezTo>
                    <a:pt x="186" y="19"/>
                    <a:pt x="185" y="17"/>
                    <a:pt x="185" y="16"/>
                  </a:cubicBezTo>
                  <a:cubicBezTo>
                    <a:pt x="183" y="16"/>
                    <a:pt x="183" y="16"/>
                    <a:pt x="183" y="16"/>
                  </a:cubicBezTo>
                  <a:cubicBezTo>
                    <a:pt x="182" y="13"/>
                    <a:pt x="181" y="10"/>
                    <a:pt x="180" y="8"/>
                  </a:cubicBezTo>
                  <a:cubicBezTo>
                    <a:pt x="182" y="8"/>
                    <a:pt x="182" y="8"/>
                    <a:pt x="182" y="8"/>
                  </a:cubicBezTo>
                  <a:cubicBezTo>
                    <a:pt x="180" y="3"/>
                    <a:pt x="179" y="0"/>
                    <a:pt x="178" y="0"/>
                  </a:cubicBezTo>
                  <a:cubicBezTo>
                    <a:pt x="178" y="0"/>
                    <a:pt x="178" y="1"/>
                    <a:pt x="178" y="1"/>
                  </a:cubicBezTo>
                  <a:cubicBezTo>
                    <a:pt x="178" y="1"/>
                    <a:pt x="178" y="1"/>
                    <a:pt x="177" y="1"/>
                  </a:cubicBezTo>
                  <a:cubicBezTo>
                    <a:pt x="176" y="2"/>
                    <a:pt x="171" y="19"/>
                    <a:pt x="175" y="24"/>
                  </a:cubicBezTo>
                  <a:cubicBezTo>
                    <a:pt x="178" y="30"/>
                    <a:pt x="173" y="40"/>
                    <a:pt x="171" y="47"/>
                  </a:cubicBezTo>
                  <a:cubicBezTo>
                    <a:pt x="169" y="52"/>
                    <a:pt x="166" y="50"/>
                    <a:pt x="162" y="47"/>
                  </a:cubicBezTo>
                  <a:cubicBezTo>
                    <a:pt x="164" y="47"/>
                    <a:pt x="164" y="47"/>
                    <a:pt x="164" y="47"/>
                  </a:cubicBezTo>
                  <a:cubicBezTo>
                    <a:pt x="162" y="45"/>
                    <a:pt x="160" y="43"/>
                    <a:pt x="158" y="42"/>
                  </a:cubicBezTo>
                  <a:cubicBezTo>
                    <a:pt x="155" y="39"/>
                    <a:pt x="150" y="37"/>
                    <a:pt x="146" y="35"/>
                  </a:cubicBezTo>
                  <a:cubicBezTo>
                    <a:pt x="145" y="35"/>
                    <a:pt x="145" y="35"/>
                    <a:pt x="145" y="35"/>
                  </a:cubicBezTo>
                  <a:cubicBezTo>
                    <a:pt x="144" y="34"/>
                    <a:pt x="143" y="33"/>
                    <a:pt x="142" y="33"/>
                  </a:cubicBezTo>
                  <a:cubicBezTo>
                    <a:pt x="141" y="31"/>
                    <a:pt x="141" y="29"/>
                    <a:pt x="142" y="27"/>
                  </a:cubicBezTo>
                  <a:cubicBezTo>
                    <a:pt x="143" y="27"/>
                    <a:pt x="143" y="27"/>
                    <a:pt x="143" y="27"/>
                  </a:cubicBezTo>
                  <a:cubicBezTo>
                    <a:pt x="144" y="23"/>
                    <a:pt x="146" y="19"/>
                    <a:pt x="147" y="16"/>
                  </a:cubicBezTo>
                  <a:cubicBezTo>
                    <a:pt x="146" y="16"/>
                    <a:pt x="146" y="16"/>
                    <a:pt x="146" y="16"/>
                  </a:cubicBezTo>
                  <a:cubicBezTo>
                    <a:pt x="146" y="15"/>
                    <a:pt x="146" y="14"/>
                    <a:pt x="146" y="13"/>
                  </a:cubicBezTo>
                  <a:cubicBezTo>
                    <a:pt x="143" y="9"/>
                    <a:pt x="130" y="13"/>
                    <a:pt x="128" y="13"/>
                  </a:cubicBezTo>
                  <a:cubicBezTo>
                    <a:pt x="127" y="13"/>
                    <a:pt x="125" y="9"/>
                    <a:pt x="123" y="8"/>
                  </a:cubicBezTo>
                  <a:cubicBezTo>
                    <a:pt x="125" y="8"/>
                    <a:pt x="125" y="8"/>
                    <a:pt x="125" y="8"/>
                  </a:cubicBezTo>
                  <a:cubicBezTo>
                    <a:pt x="124" y="7"/>
                    <a:pt x="123" y="6"/>
                    <a:pt x="122" y="6"/>
                  </a:cubicBezTo>
                  <a:cubicBezTo>
                    <a:pt x="121" y="6"/>
                    <a:pt x="121" y="6"/>
                    <a:pt x="121" y="7"/>
                  </a:cubicBezTo>
                  <a:cubicBezTo>
                    <a:pt x="119" y="7"/>
                    <a:pt x="118" y="13"/>
                    <a:pt x="118" y="17"/>
                  </a:cubicBezTo>
                  <a:cubicBezTo>
                    <a:pt x="118" y="16"/>
                    <a:pt x="118" y="16"/>
                    <a:pt x="117" y="16"/>
                  </a:cubicBezTo>
                  <a:cubicBezTo>
                    <a:pt x="116" y="16"/>
                    <a:pt x="116" y="16"/>
                    <a:pt x="116" y="16"/>
                  </a:cubicBezTo>
                  <a:cubicBezTo>
                    <a:pt x="115" y="14"/>
                    <a:pt x="113" y="12"/>
                    <a:pt x="111" y="9"/>
                  </a:cubicBezTo>
                  <a:cubicBezTo>
                    <a:pt x="106" y="4"/>
                    <a:pt x="111" y="13"/>
                    <a:pt x="107" y="18"/>
                  </a:cubicBezTo>
                  <a:cubicBezTo>
                    <a:pt x="102" y="23"/>
                    <a:pt x="104" y="22"/>
                    <a:pt x="102" y="27"/>
                  </a:cubicBezTo>
                  <a:cubicBezTo>
                    <a:pt x="100" y="32"/>
                    <a:pt x="97" y="31"/>
                    <a:pt x="93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6"/>
                    <a:pt x="93" y="25"/>
                    <a:pt x="92" y="24"/>
                  </a:cubicBezTo>
                  <a:cubicBezTo>
                    <a:pt x="89" y="20"/>
                    <a:pt x="87" y="21"/>
                    <a:pt x="84" y="23"/>
                  </a:cubicBezTo>
                  <a:cubicBezTo>
                    <a:pt x="83" y="23"/>
                    <a:pt x="82" y="24"/>
                    <a:pt x="81" y="25"/>
                  </a:cubicBezTo>
                  <a:cubicBezTo>
                    <a:pt x="78" y="27"/>
                    <a:pt x="76" y="36"/>
                    <a:pt x="74" y="39"/>
                  </a:cubicBezTo>
                  <a:cubicBezTo>
                    <a:pt x="71" y="40"/>
                    <a:pt x="59" y="35"/>
                    <a:pt x="57" y="37"/>
                  </a:cubicBezTo>
                  <a:cubicBezTo>
                    <a:pt x="57" y="37"/>
                    <a:pt x="57" y="37"/>
                    <a:pt x="57" y="37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3" y="41"/>
                    <a:pt x="56" y="60"/>
                    <a:pt x="56" y="62"/>
                  </a:cubicBezTo>
                  <a:cubicBezTo>
                    <a:pt x="56" y="62"/>
                    <a:pt x="56" y="62"/>
                    <a:pt x="56" y="62"/>
                  </a:cubicBezTo>
                  <a:cubicBezTo>
                    <a:pt x="53" y="63"/>
                    <a:pt x="46" y="63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2" y="66"/>
                    <a:pt x="42" y="66"/>
                  </a:cubicBezTo>
                  <a:cubicBezTo>
                    <a:pt x="39" y="69"/>
                    <a:pt x="33" y="67"/>
                    <a:pt x="30" y="67"/>
                  </a:cubicBezTo>
                  <a:cubicBezTo>
                    <a:pt x="26" y="67"/>
                    <a:pt x="14" y="78"/>
                    <a:pt x="10" y="81"/>
                  </a:cubicBezTo>
                  <a:cubicBezTo>
                    <a:pt x="6" y="84"/>
                    <a:pt x="0" y="95"/>
                    <a:pt x="2" y="98"/>
                  </a:cubicBezTo>
                  <a:cubicBezTo>
                    <a:pt x="4" y="101"/>
                    <a:pt x="14" y="108"/>
                    <a:pt x="12" y="109"/>
                  </a:cubicBezTo>
                  <a:cubicBezTo>
                    <a:pt x="9" y="110"/>
                    <a:pt x="8" y="118"/>
                    <a:pt x="14" y="125"/>
                  </a:cubicBezTo>
                  <a:cubicBezTo>
                    <a:pt x="20" y="133"/>
                    <a:pt x="18" y="134"/>
                    <a:pt x="18" y="138"/>
                  </a:cubicBezTo>
                  <a:cubicBezTo>
                    <a:pt x="19" y="141"/>
                    <a:pt x="21" y="142"/>
                    <a:pt x="25" y="148"/>
                  </a:cubicBezTo>
                  <a:cubicBezTo>
                    <a:pt x="29" y="154"/>
                    <a:pt x="18" y="159"/>
                    <a:pt x="17" y="162"/>
                  </a:cubicBezTo>
                  <a:cubicBezTo>
                    <a:pt x="15" y="166"/>
                    <a:pt x="20" y="171"/>
                    <a:pt x="23" y="174"/>
                  </a:cubicBezTo>
                  <a:cubicBezTo>
                    <a:pt x="26" y="177"/>
                    <a:pt x="34" y="175"/>
                    <a:pt x="38" y="174"/>
                  </a:cubicBezTo>
                  <a:cubicBezTo>
                    <a:pt x="40" y="173"/>
                    <a:pt x="42" y="172"/>
                    <a:pt x="44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6" y="169"/>
                    <a:pt x="49" y="167"/>
                    <a:pt x="51" y="167"/>
                  </a:cubicBezTo>
                  <a:cubicBezTo>
                    <a:pt x="54" y="166"/>
                    <a:pt x="71" y="172"/>
                    <a:pt x="71" y="172"/>
                  </a:cubicBezTo>
                  <a:cubicBezTo>
                    <a:pt x="71" y="172"/>
                    <a:pt x="71" y="171"/>
                    <a:pt x="71" y="171"/>
                  </a:cubicBezTo>
                  <a:cubicBezTo>
                    <a:pt x="71" y="171"/>
                    <a:pt x="72" y="171"/>
                    <a:pt x="72" y="171"/>
                  </a:cubicBezTo>
                  <a:cubicBezTo>
                    <a:pt x="72" y="171"/>
                    <a:pt x="72" y="171"/>
                    <a:pt x="72" y="171"/>
                  </a:cubicBezTo>
                  <a:cubicBezTo>
                    <a:pt x="71" y="171"/>
                    <a:pt x="71" y="171"/>
                    <a:pt x="71" y="171"/>
                  </a:cubicBezTo>
                  <a:cubicBezTo>
                    <a:pt x="71" y="169"/>
                    <a:pt x="71" y="166"/>
                    <a:pt x="72" y="163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4" y="158"/>
                    <a:pt x="75" y="154"/>
                    <a:pt x="77" y="151"/>
                  </a:cubicBezTo>
                  <a:cubicBezTo>
                    <a:pt x="77" y="151"/>
                    <a:pt x="77" y="151"/>
                    <a:pt x="77" y="151"/>
                  </a:cubicBezTo>
                  <a:cubicBezTo>
                    <a:pt x="77" y="151"/>
                    <a:pt x="77" y="151"/>
                    <a:pt x="77" y="151"/>
                  </a:cubicBezTo>
                  <a:cubicBezTo>
                    <a:pt x="81" y="148"/>
                    <a:pt x="90" y="151"/>
                    <a:pt x="90" y="151"/>
                  </a:cubicBezTo>
                  <a:cubicBezTo>
                    <a:pt x="90" y="151"/>
                    <a:pt x="95" y="148"/>
                    <a:pt x="107" y="145"/>
                  </a:cubicBezTo>
                  <a:cubicBezTo>
                    <a:pt x="119" y="142"/>
                    <a:pt x="114" y="148"/>
                    <a:pt x="118" y="150"/>
                  </a:cubicBezTo>
                  <a:cubicBezTo>
                    <a:pt x="123" y="151"/>
                    <a:pt x="129" y="152"/>
                    <a:pt x="132" y="155"/>
                  </a:cubicBezTo>
                  <a:cubicBezTo>
                    <a:pt x="136" y="158"/>
                    <a:pt x="132" y="165"/>
                    <a:pt x="132" y="168"/>
                  </a:cubicBezTo>
                  <a:cubicBezTo>
                    <a:pt x="131" y="171"/>
                    <a:pt x="140" y="170"/>
                    <a:pt x="141" y="167"/>
                  </a:cubicBezTo>
                  <a:cubicBezTo>
                    <a:pt x="141" y="166"/>
                    <a:pt x="142" y="164"/>
                    <a:pt x="143" y="163"/>
                  </a:cubicBezTo>
                  <a:cubicBezTo>
                    <a:pt x="143" y="163"/>
                    <a:pt x="143" y="163"/>
                    <a:pt x="143" y="163"/>
                  </a:cubicBezTo>
                  <a:cubicBezTo>
                    <a:pt x="145" y="161"/>
                    <a:pt x="146" y="159"/>
                    <a:pt x="149" y="158"/>
                  </a:cubicBezTo>
                  <a:cubicBezTo>
                    <a:pt x="153" y="155"/>
                    <a:pt x="150" y="163"/>
                    <a:pt x="152" y="168"/>
                  </a:cubicBezTo>
                  <a:cubicBezTo>
                    <a:pt x="154" y="174"/>
                    <a:pt x="157" y="161"/>
                    <a:pt x="157" y="167"/>
                  </a:cubicBezTo>
                  <a:cubicBezTo>
                    <a:pt x="157" y="169"/>
                    <a:pt x="158" y="171"/>
                    <a:pt x="159" y="172"/>
                  </a:cubicBezTo>
                  <a:cubicBezTo>
                    <a:pt x="159" y="174"/>
                    <a:pt x="165" y="175"/>
                    <a:pt x="165" y="181"/>
                  </a:cubicBezTo>
                  <a:cubicBezTo>
                    <a:pt x="165" y="187"/>
                    <a:pt x="165" y="190"/>
                    <a:pt x="167" y="191"/>
                  </a:cubicBezTo>
                  <a:cubicBezTo>
                    <a:pt x="168" y="192"/>
                    <a:pt x="176" y="191"/>
                    <a:pt x="180" y="198"/>
                  </a:cubicBezTo>
                  <a:cubicBezTo>
                    <a:pt x="182" y="202"/>
                    <a:pt x="183" y="202"/>
                    <a:pt x="185" y="201"/>
                  </a:cubicBezTo>
                  <a:cubicBezTo>
                    <a:pt x="186" y="200"/>
                    <a:pt x="188" y="197"/>
                    <a:pt x="189" y="195"/>
                  </a:cubicBezTo>
                  <a:cubicBezTo>
                    <a:pt x="189" y="195"/>
                    <a:pt x="189" y="195"/>
                    <a:pt x="189" y="195"/>
                  </a:cubicBezTo>
                  <a:cubicBezTo>
                    <a:pt x="192" y="194"/>
                    <a:pt x="197" y="197"/>
                    <a:pt x="199" y="199"/>
                  </a:cubicBezTo>
                  <a:cubicBezTo>
                    <a:pt x="200" y="200"/>
                    <a:pt x="201" y="200"/>
                    <a:pt x="203" y="198"/>
                  </a:cubicBezTo>
                  <a:cubicBezTo>
                    <a:pt x="204" y="198"/>
                    <a:pt x="206" y="197"/>
                    <a:pt x="207" y="196"/>
                  </a:cubicBezTo>
                  <a:cubicBezTo>
                    <a:pt x="209" y="194"/>
                    <a:pt x="211" y="193"/>
                    <a:pt x="214" y="192"/>
                  </a:cubicBezTo>
                  <a:cubicBezTo>
                    <a:pt x="221" y="190"/>
                    <a:pt x="220" y="191"/>
                    <a:pt x="222" y="187"/>
                  </a:cubicBezTo>
                  <a:cubicBezTo>
                    <a:pt x="223" y="186"/>
                    <a:pt x="223" y="184"/>
                    <a:pt x="224" y="182"/>
                  </a:cubicBezTo>
                  <a:cubicBezTo>
                    <a:pt x="225" y="182"/>
                    <a:pt x="225" y="182"/>
                    <a:pt x="225" y="182"/>
                  </a:cubicBezTo>
                  <a:cubicBezTo>
                    <a:pt x="226" y="179"/>
                    <a:pt x="227" y="175"/>
                    <a:pt x="229" y="171"/>
                  </a:cubicBezTo>
                  <a:cubicBezTo>
                    <a:pt x="228" y="171"/>
                    <a:pt x="228" y="171"/>
                    <a:pt x="228" y="171"/>
                  </a:cubicBezTo>
                  <a:cubicBezTo>
                    <a:pt x="229" y="169"/>
                    <a:pt x="229" y="168"/>
                    <a:pt x="230" y="167"/>
                  </a:cubicBezTo>
                  <a:cubicBezTo>
                    <a:pt x="231" y="166"/>
                    <a:pt x="232" y="164"/>
                    <a:pt x="234" y="163"/>
                  </a:cubicBezTo>
                  <a:cubicBezTo>
                    <a:pt x="234" y="163"/>
                    <a:pt x="234" y="163"/>
                    <a:pt x="234" y="163"/>
                  </a:cubicBezTo>
                  <a:cubicBezTo>
                    <a:pt x="237" y="159"/>
                    <a:pt x="242" y="155"/>
                    <a:pt x="245" y="151"/>
                  </a:cubicBezTo>
                  <a:cubicBezTo>
                    <a:pt x="245" y="151"/>
                    <a:pt x="245" y="151"/>
                    <a:pt x="245" y="151"/>
                  </a:cubicBezTo>
                  <a:cubicBezTo>
                    <a:pt x="247" y="149"/>
                    <a:pt x="249" y="146"/>
                    <a:pt x="250" y="143"/>
                  </a:cubicBezTo>
                  <a:cubicBezTo>
                    <a:pt x="251" y="143"/>
                    <a:pt x="251" y="143"/>
                    <a:pt x="251" y="143"/>
                  </a:cubicBezTo>
                  <a:cubicBezTo>
                    <a:pt x="251" y="142"/>
                    <a:pt x="252" y="141"/>
                    <a:pt x="252" y="139"/>
                  </a:cubicBezTo>
                  <a:cubicBezTo>
                    <a:pt x="252" y="137"/>
                    <a:pt x="251" y="135"/>
                    <a:pt x="250" y="132"/>
                  </a:cubicBezTo>
                  <a:lnTo>
                    <a:pt x="249" y="13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23" name="Freeform 88">
              <a:extLst>
                <a:ext uri="{FF2B5EF4-FFF2-40B4-BE49-F238E27FC236}">
                  <a16:creationId xmlns:a16="http://schemas.microsoft.com/office/drawing/2014/main" id="{9E17DFE8-0A47-47BB-7DE4-6908E3C4D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1385" y="3022594"/>
              <a:ext cx="77278" cy="122831"/>
            </a:xfrm>
            <a:custGeom>
              <a:avLst/>
              <a:gdLst>
                <a:gd name="T0" fmla="*/ 16 w 40"/>
                <a:gd name="T1" fmla="*/ 13 h 64"/>
                <a:gd name="T2" fmla="*/ 7 w 40"/>
                <a:gd name="T3" fmla="*/ 1 h 64"/>
                <a:gd name="T4" fmla="*/ 6 w 40"/>
                <a:gd name="T5" fmla="*/ 1 h 64"/>
                <a:gd name="T6" fmla="*/ 4 w 40"/>
                <a:gd name="T7" fmla="*/ 0 h 64"/>
                <a:gd name="T8" fmla="*/ 2 w 40"/>
                <a:gd name="T9" fmla="*/ 12 h 64"/>
                <a:gd name="T10" fmla="*/ 10 w 40"/>
                <a:gd name="T11" fmla="*/ 24 h 64"/>
                <a:gd name="T12" fmla="*/ 20 w 40"/>
                <a:gd name="T13" fmla="*/ 49 h 64"/>
                <a:gd name="T14" fmla="*/ 33 w 40"/>
                <a:gd name="T15" fmla="*/ 62 h 64"/>
                <a:gd name="T16" fmla="*/ 38 w 40"/>
                <a:gd name="T17" fmla="*/ 62 h 64"/>
                <a:gd name="T18" fmla="*/ 40 w 40"/>
                <a:gd name="T19" fmla="*/ 60 h 64"/>
                <a:gd name="T20" fmla="*/ 39 w 40"/>
                <a:gd name="T21" fmla="*/ 60 h 64"/>
                <a:gd name="T22" fmla="*/ 39 w 40"/>
                <a:gd name="T23" fmla="*/ 57 h 64"/>
                <a:gd name="T24" fmla="*/ 35 w 40"/>
                <a:gd name="T25" fmla="*/ 52 h 64"/>
                <a:gd name="T26" fmla="*/ 37 w 40"/>
                <a:gd name="T27" fmla="*/ 52 h 64"/>
                <a:gd name="T28" fmla="*/ 33 w 40"/>
                <a:gd name="T29" fmla="*/ 44 h 64"/>
                <a:gd name="T30" fmla="*/ 32 w 40"/>
                <a:gd name="T31" fmla="*/ 40 h 64"/>
                <a:gd name="T32" fmla="*/ 31 w 40"/>
                <a:gd name="T33" fmla="*/ 40 h 64"/>
                <a:gd name="T34" fmla="*/ 28 w 40"/>
                <a:gd name="T35" fmla="*/ 32 h 64"/>
                <a:gd name="T36" fmla="*/ 29 w 40"/>
                <a:gd name="T37" fmla="*/ 32 h 64"/>
                <a:gd name="T38" fmla="*/ 26 w 40"/>
                <a:gd name="T39" fmla="*/ 26 h 64"/>
                <a:gd name="T40" fmla="*/ 23 w 40"/>
                <a:gd name="T41" fmla="*/ 21 h 64"/>
                <a:gd name="T42" fmla="*/ 21 w 40"/>
                <a:gd name="T43" fmla="*/ 21 h 64"/>
                <a:gd name="T44" fmla="*/ 15 w 40"/>
                <a:gd name="T45" fmla="*/ 13 h 64"/>
                <a:gd name="T46" fmla="*/ 15 w 40"/>
                <a:gd name="T47" fmla="*/ 13 h 64"/>
                <a:gd name="T48" fmla="*/ 17 w 40"/>
                <a:gd name="T49" fmla="*/ 13 h 64"/>
                <a:gd name="T50" fmla="*/ 16 w 40"/>
                <a:gd name="T51" fmla="*/ 1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0" h="64">
                  <a:moveTo>
                    <a:pt x="16" y="13"/>
                  </a:moveTo>
                  <a:cubicBezTo>
                    <a:pt x="15" y="10"/>
                    <a:pt x="10" y="4"/>
                    <a:pt x="7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0" y="0"/>
                    <a:pt x="0" y="9"/>
                    <a:pt x="2" y="12"/>
                  </a:cubicBezTo>
                  <a:cubicBezTo>
                    <a:pt x="4" y="15"/>
                    <a:pt x="8" y="13"/>
                    <a:pt x="10" y="24"/>
                  </a:cubicBezTo>
                  <a:cubicBezTo>
                    <a:pt x="13" y="34"/>
                    <a:pt x="18" y="45"/>
                    <a:pt x="20" y="49"/>
                  </a:cubicBezTo>
                  <a:cubicBezTo>
                    <a:pt x="22" y="53"/>
                    <a:pt x="30" y="59"/>
                    <a:pt x="33" y="62"/>
                  </a:cubicBezTo>
                  <a:cubicBezTo>
                    <a:pt x="35" y="64"/>
                    <a:pt x="37" y="63"/>
                    <a:pt x="38" y="62"/>
                  </a:cubicBezTo>
                  <a:cubicBezTo>
                    <a:pt x="39" y="62"/>
                    <a:pt x="40" y="61"/>
                    <a:pt x="40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9" y="58"/>
                    <a:pt x="39" y="57"/>
                  </a:cubicBezTo>
                  <a:cubicBezTo>
                    <a:pt x="38" y="56"/>
                    <a:pt x="37" y="54"/>
                    <a:pt x="35" y="52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35" y="49"/>
                    <a:pt x="33" y="46"/>
                    <a:pt x="33" y="44"/>
                  </a:cubicBezTo>
                  <a:cubicBezTo>
                    <a:pt x="33" y="43"/>
                    <a:pt x="33" y="42"/>
                    <a:pt x="32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38"/>
                    <a:pt x="30" y="35"/>
                    <a:pt x="28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8" y="30"/>
                    <a:pt x="27" y="28"/>
                    <a:pt x="26" y="26"/>
                  </a:cubicBezTo>
                  <a:cubicBezTo>
                    <a:pt x="25" y="24"/>
                    <a:pt x="24" y="22"/>
                    <a:pt x="23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19" y="18"/>
                    <a:pt x="17" y="16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1" name="Freeform 88">
              <a:extLst>
                <a:ext uri="{FF2B5EF4-FFF2-40B4-BE49-F238E27FC236}">
                  <a16:creationId xmlns:a16="http://schemas.microsoft.com/office/drawing/2014/main" id="{4DF50923-4501-0A4C-D991-A106E459D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785" y="3174994"/>
              <a:ext cx="77278" cy="122831"/>
            </a:xfrm>
            <a:custGeom>
              <a:avLst/>
              <a:gdLst>
                <a:gd name="T0" fmla="*/ 16 w 40"/>
                <a:gd name="T1" fmla="*/ 13 h 64"/>
                <a:gd name="T2" fmla="*/ 7 w 40"/>
                <a:gd name="T3" fmla="*/ 1 h 64"/>
                <a:gd name="T4" fmla="*/ 6 w 40"/>
                <a:gd name="T5" fmla="*/ 1 h 64"/>
                <a:gd name="T6" fmla="*/ 4 w 40"/>
                <a:gd name="T7" fmla="*/ 0 h 64"/>
                <a:gd name="T8" fmla="*/ 2 w 40"/>
                <a:gd name="T9" fmla="*/ 12 h 64"/>
                <a:gd name="T10" fmla="*/ 10 w 40"/>
                <a:gd name="T11" fmla="*/ 24 h 64"/>
                <a:gd name="T12" fmla="*/ 20 w 40"/>
                <a:gd name="T13" fmla="*/ 49 h 64"/>
                <a:gd name="T14" fmla="*/ 33 w 40"/>
                <a:gd name="T15" fmla="*/ 62 h 64"/>
                <a:gd name="T16" fmla="*/ 38 w 40"/>
                <a:gd name="T17" fmla="*/ 62 h 64"/>
                <a:gd name="T18" fmla="*/ 40 w 40"/>
                <a:gd name="T19" fmla="*/ 60 h 64"/>
                <a:gd name="T20" fmla="*/ 39 w 40"/>
                <a:gd name="T21" fmla="*/ 60 h 64"/>
                <a:gd name="T22" fmla="*/ 39 w 40"/>
                <a:gd name="T23" fmla="*/ 57 h 64"/>
                <a:gd name="T24" fmla="*/ 35 w 40"/>
                <a:gd name="T25" fmla="*/ 52 h 64"/>
                <a:gd name="T26" fmla="*/ 37 w 40"/>
                <a:gd name="T27" fmla="*/ 52 h 64"/>
                <a:gd name="T28" fmla="*/ 33 w 40"/>
                <a:gd name="T29" fmla="*/ 44 h 64"/>
                <a:gd name="T30" fmla="*/ 32 w 40"/>
                <a:gd name="T31" fmla="*/ 40 h 64"/>
                <a:gd name="T32" fmla="*/ 31 w 40"/>
                <a:gd name="T33" fmla="*/ 40 h 64"/>
                <a:gd name="T34" fmla="*/ 28 w 40"/>
                <a:gd name="T35" fmla="*/ 32 h 64"/>
                <a:gd name="T36" fmla="*/ 29 w 40"/>
                <a:gd name="T37" fmla="*/ 32 h 64"/>
                <a:gd name="T38" fmla="*/ 26 w 40"/>
                <a:gd name="T39" fmla="*/ 26 h 64"/>
                <a:gd name="T40" fmla="*/ 23 w 40"/>
                <a:gd name="T41" fmla="*/ 21 h 64"/>
                <a:gd name="T42" fmla="*/ 21 w 40"/>
                <a:gd name="T43" fmla="*/ 21 h 64"/>
                <a:gd name="T44" fmla="*/ 15 w 40"/>
                <a:gd name="T45" fmla="*/ 13 h 64"/>
                <a:gd name="T46" fmla="*/ 15 w 40"/>
                <a:gd name="T47" fmla="*/ 13 h 64"/>
                <a:gd name="T48" fmla="*/ 17 w 40"/>
                <a:gd name="T49" fmla="*/ 13 h 64"/>
                <a:gd name="T50" fmla="*/ 16 w 40"/>
                <a:gd name="T51" fmla="*/ 1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0" h="64">
                  <a:moveTo>
                    <a:pt x="16" y="13"/>
                  </a:moveTo>
                  <a:cubicBezTo>
                    <a:pt x="15" y="10"/>
                    <a:pt x="10" y="4"/>
                    <a:pt x="7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0" y="0"/>
                    <a:pt x="0" y="9"/>
                    <a:pt x="2" y="12"/>
                  </a:cubicBezTo>
                  <a:cubicBezTo>
                    <a:pt x="4" y="15"/>
                    <a:pt x="8" y="13"/>
                    <a:pt x="10" y="24"/>
                  </a:cubicBezTo>
                  <a:cubicBezTo>
                    <a:pt x="13" y="34"/>
                    <a:pt x="18" y="45"/>
                    <a:pt x="20" y="49"/>
                  </a:cubicBezTo>
                  <a:cubicBezTo>
                    <a:pt x="22" y="53"/>
                    <a:pt x="30" y="59"/>
                    <a:pt x="33" y="62"/>
                  </a:cubicBezTo>
                  <a:cubicBezTo>
                    <a:pt x="35" y="64"/>
                    <a:pt x="37" y="63"/>
                    <a:pt x="38" y="62"/>
                  </a:cubicBezTo>
                  <a:cubicBezTo>
                    <a:pt x="39" y="62"/>
                    <a:pt x="40" y="61"/>
                    <a:pt x="40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9" y="58"/>
                    <a:pt x="39" y="57"/>
                  </a:cubicBezTo>
                  <a:cubicBezTo>
                    <a:pt x="38" y="56"/>
                    <a:pt x="37" y="54"/>
                    <a:pt x="35" y="52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35" y="49"/>
                    <a:pt x="33" y="46"/>
                    <a:pt x="33" y="44"/>
                  </a:cubicBezTo>
                  <a:cubicBezTo>
                    <a:pt x="33" y="43"/>
                    <a:pt x="33" y="42"/>
                    <a:pt x="32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38"/>
                    <a:pt x="30" y="35"/>
                    <a:pt x="28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8" y="30"/>
                    <a:pt x="27" y="28"/>
                    <a:pt x="26" y="26"/>
                  </a:cubicBezTo>
                  <a:cubicBezTo>
                    <a:pt x="25" y="24"/>
                    <a:pt x="24" y="22"/>
                    <a:pt x="23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19" y="18"/>
                    <a:pt x="17" y="16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2" name="Freeform 69">
              <a:extLst>
                <a:ext uri="{FF2B5EF4-FFF2-40B4-BE49-F238E27FC236}">
                  <a16:creationId xmlns:a16="http://schemas.microsoft.com/office/drawing/2014/main" id="{D44437EC-C9C1-69A3-11E7-C5B206E0F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5051" y="2552419"/>
              <a:ext cx="80532" cy="47993"/>
            </a:xfrm>
            <a:custGeom>
              <a:avLst/>
              <a:gdLst>
                <a:gd name="T0" fmla="*/ 18 w 42"/>
                <a:gd name="T1" fmla="*/ 1 h 25"/>
                <a:gd name="T2" fmla="*/ 16 w 42"/>
                <a:gd name="T3" fmla="*/ 2 h 25"/>
                <a:gd name="T4" fmla="*/ 12 w 42"/>
                <a:gd name="T5" fmla="*/ 10 h 25"/>
                <a:gd name="T6" fmla="*/ 7 w 42"/>
                <a:gd name="T7" fmla="*/ 13 h 25"/>
                <a:gd name="T8" fmla="*/ 7 w 42"/>
                <a:gd name="T9" fmla="*/ 13 h 25"/>
                <a:gd name="T10" fmla="*/ 5 w 42"/>
                <a:gd name="T11" fmla="*/ 14 h 25"/>
                <a:gd name="T12" fmla="*/ 3 w 42"/>
                <a:gd name="T13" fmla="*/ 20 h 25"/>
                <a:gd name="T14" fmla="*/ 18 w 42"/>
                <a:gd name="T15" fmla="*/ 21 h 25"/>
                <a:gd name="T16" fmla="*/ 32 w 42"/>
                <a:gd name="T17" fmla="*/ 18 h 25"/>
                <a:gd name="T18" fmla="*/ 40 w 42"/>
                <a:gd name="T19" fmla="*/ 16 h 25"/>
                <a:gd name="T20" fmla="*/ 42 w 42"/>
                <a:gd name="T21" fmla="*/ 13 h 25"/>
                <a:gd name="T22" fmla="*/ 41 w 42"/>
                <a:gd name="T23" fmla="*/ 13 h 25"/>
                <a:gd name="T24" fmla="*/ 41 w 42"/>
                <a:gd name="T25" fmla="*/ 12 h 25"/>
                <a:gd name="T26" fmla="*/ 26 w 42"/>
                <a:gd name="T27" fmla="*/ 7 h 25"/>
                <a:gd name="T28" fmla="*/ 24 w 42"/>
                <a:gd name="T29" fmla="*/ 5 h 25"/>
                <a:gd name="T30" fmla="*/ 26 w 42"/>
                <a:gd name="T31" fmla="*/ 5 h 25"/>
                <a:gd name="T32" fmla="*/ 18 w 42"/>
                <a:gd name="T33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25">
                  <a:moveTo>
                    <a:pt x="18" y="1"/>
                  </a:moveTo>
                  <a:cubicBezTo>
                    <a:pt x="17" y="1"/>
                    <a:pt x="17" y="1"/>
                    <a:pt x="16" y="2"/>
                  </a:cubicBezTo>
                  <a:cubicBezTo>
                    <a:pt x="13" y="3"/>
                    <a:pt x="12" y="8"/>
                    <a:pt x="12" y="10"/>
                  </a:cubicBezTo>
                  <a:cubicBezTo>
                    <a:pt x="12" y="11"/>
                    <a:pt x="10" y="12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4"/>
                    <a:pt x="5" y="14"/>
                  </a:cubicBezTo>
                  <a:cubicBezTo>
                    <a:pt x="2" y="16"/>
                    <a:pt x="0" y="18"/>
                    <a:pt x="3" y="20"/>
                  </a:cubicBezTo>
                  <a:cubicBezTo>
                    <a:pt x="7" y="25"/>
                    <a:pt x="11" y="21"/>
                    <a:pt x="18" y="21"/>
                  </a:cubicBezTo>
                  <a:cubicBezTo>
                    <a:pt x="25" y="20"/>
                    <a:pt x="32" y="18"/>
                    <a:pt x="32" y="18"/>
                  </a:cubicBezTo>
                  <a:cubicBezTo>
                    <a:pt x="32" y="18"/>
                    <a:pt x="38" y="18"/>
                    <a:pt x="40" y="16"/>
                  </a:cubicBezTo>
                  <a:cubicBezTo>
                    <a:pt x="41" y="15"/>
                    <a:pt x="42" y="14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2"/>
                  </a:cubicBezTo>
                  <a:cubicBezTo>
                    <a:pt x="39" y="7"/>
                    <a:pt x="28" y="6"/>
                    <a:pt x="26" y="7"/>
                  </a:cubicBezTo>
                  <a:cubicBezTo>
                    <a:pt x="26" y="7"/>
                    <a:pt x="25" y="6"/>
                    <a:pt x="24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4" y="4"/>
                    <a:pt x="21" y="0"/>
                    <a:pt x="18" y="1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3" name="Freeform 48">
              <a:extLst>
                <a:ext uri="{FF2B5EF4-FFF2-40B4-BE49-F238E27FC236}">
                  <a16:creationId xmlns:a16="http://schemas.microsoft.com/office/drawing/2014/main" id="{DB39D65B-2C2C-6AEB-D2DE-C203023C3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828" y="2122104"/>
              <a:ext cx="202549" cy="100868"/>
            </a:xfrm>
            <a:custGeom>
              <a:avLst/>
              <a:gdLst>
                <a:gd name="T0" fmla="*/ 3 w 105"/>
                <a:gd name="T1" fmla="*/ 42 h 52"/>
                <a:gd name="T2" fmla="*/ 18 w 105"/>
                <a:gd name="T3" fmla="*/ 47 h 52"/>
                <a:gd name="T4" fmla="*/ 34 w 105"/>
                <a:gd name="T5" fmla="*/ 49 h 52"/>
                <a:gd name="T6" fmla="*/ 36 w 105"/>
                <a:gd name="T7" fmla="*/ 47 h 52"/>
                <a:gd name="T8" fmla="*/ 37 w 105"/>
                <a:gd name="T9" fmla="*/ 42 h 52"/>
                <a:gd name="T10" fmla="*/ 36 w 105"/>
                <a:gd name="T11" fmla="*/ 42 h 52"/>
                <a:gd name="T12" fmla="*/ 33 w 105"/>
                <a:gd name="T13" fmla="*/ 38 h 52"/>
                <a:gd name="T14" fmla="*/ 31 w 105"/>
                <a:gd name="T15" fmla="*/ 34 h 52"/>
                <a:gd name="T16" fmla="*/ 32 w 105"/>
                <a:gd name="T17" fmla="*/ 34 h 52"/>
                <a:gd name="T18" fmla="*/ 36 w 105"/>
                <a:gd name="T19" fmla="*/ 28 h 52"/>
                <a:gd name="T20" fmla="*/ 43 w 105"/>
                <a:gd name="T21" fmla="*/ 23 h 52"/>
                <a:gd name="T22" fmla="*/ 56 w 105"/>
                <a:gd name="T23" fmla="*/ 18 h 52"/>
                <a:gd name="T24" fmla="*/ 87 w 105"/>
                <a:gd name="T25" fmla="*/ 18 h 52"/>
                <a:gd name="T26" fmla="*/ 95 w 105"/>
                <a:gd name="T27" fmla="*/ 15 h 52"/>
                <a:gd name="T28" fmla="*/ 95 w 105"/>
                <a:gd name="T29" fmla="*/ 15 h 52"/>
                <a:gd name="T30" fmla="*/ 105 w 105"/>
                <a:gd name="T31" fmla="*/ 5 h 52"/>
                <a:gd name="T32" fmla="*/ 105 w 105"/>
                <a:gd name="T33" fmla="*/ 3 h 52"/>
                <a:gd name="T34" fmla="*/ 104 w 105"/>
                <a:gd name="T35" fmla="*/ 3 h 52"/>
                <a:gd name="T36" fmla="*/ 93 w 105"/>
                <a:gd name="T37" fmla="*/ 3 h 52"/>
                <a:gd name="T38" fmla="*/ 92 w 105"/>
                <a:gd name="T39" fmla="*/ 4 h 52"/>
                <a:gd name="T40" fmla="*/ 74 w 105"/>
                <a:gd name="T41" fmla="*/ 5 h 52"/>
                <a:gd name="T42" fmla="*/ 42 w 105"/>
                <a:gd name="T43" fmla="*/ 10 h 52"/>
                <a:gd name="T44" fmla="*/ 38 w 105"/>
                <a:gd name="T45" fmla="*/ 11 h 52"/>
                <a:gd name="T46" fmla="*/ 27 w 105"/>
                <a:gd name="T47" fmla="*/ 21 h 52"/>
                <a:gd name="T48" fmla="*/ 23 w 105"/>
                <a:gd name="T49" fmla="*/ 23 h 52"/>
                <a:gd name="T50" fmla="*/ 23 w 105"/>
                <a:gd name="T51" fmla="*/ 23 h 52"/>
                <a:gd name="T52" fmla="*/ 8 w 105"/>
                <a:gd name="T53" fmla="*/ 31 h 52"/>
                <a:gd name="T54" fmla="*/ 7 w 105"/>
                <a:gd name="T55" fmla="*/ 31 h 52"/>
                <a:gd name="T56" fmla="*/ 7 w 105"/>
                <a:gd name="T57" fmla="*/ 32 h 52"/>
                <a:gd name="T58" fmla="*/ 3 w 105"/>
                <a:gd name="T59" fmla="*/ 4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5" h="52">
                  <a:moveTo>
                    <a:pt x="3" y="42"/>
                  </a:moveTo>
                  <a:cubicBezTo>
                    <a:pt x="6" y="43"/>
                    <a:pt x="13" y="43"/>
                    <a:pt x="18" y="47"/>
                  </a:cubicBezTo>
                  <a:cubicBezTo>
                    <a:pt x="23" y="50"/>
                    <a:pt x="30" y="52"/>
                    <a:pt x="34" y="49"/>
                  </a:cubicBezTo>
                  <a:cubicBezTo>
                    <a:pt x="34" y="48"/>
                    <a:pt x="35" y="48"/>
                    <a:pt x="36" y="47"/>
                  </a:cubicBezTo>
                  <a:cubicBezTo>
                    <a:pt x="37" y="46"/>
                    <a:pt x="37" y="44"/>
                    <a:pt x="37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6" y="40"/>
                    <a:pt x="34" y="38"/>
                    <a:pt x="33" y="38"/>
                  </a:cubicBezTo>
                  <a:cubicBezTo>
                    <a:pt x="32" y="37"/>
                    <a:pt x="31" y="36"/>
                    <a:pt x="31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1" y="33"/>
                    <a:pt x="32" y="30"/>
                    <a:pt x="36" y="28"/>
                  </a:cubicBezTo>
                  <a:cubicBezTo>
                    <a:pt x="38" y="26"/>
                    <a:pt x="40" y="25"/>
                    <a:pt x="43" y="23"/>
                  </a:cubicBezTo>
                  <a:cubicBezTo>
                    <a:pt x="47" y="21"/>
                    <a:pt x="52" y="18"/>
                    <a:pt x="56" y="18"/>
                  </a:cubicBezTo>
                  <a:cubicBezTo>
                    <a:pt x="64" y="16"/>
                    <a:pt x="81" y="16"/>
                    <a:pt x="87" y="18"/>
                  </a:cubicBezTo>
                  <a:cubicBezTo>
                    <a:pt x="89" y="18"/>
                    <a:pt x="92" y="17"/>
                    <a:pt x="95" y="15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99" y="12"/>
                    <a:pt x="103" y="8"/>
                    <a:pt x="105" y="5"/>
                  </a:cubicBezTo>
                  <a:cubicBezTo>
                    <a:pt x="105" y="5"/>
                    <a:pt x="105" y="4"/>
                    <a:pt x="105" y="3"/>
                  </a:cubicBezTo>
                  <a:cubicBezTo>
                    <a:pt x="104" y="3"/>
                    <a:pt x="104" y="3"/>
                    <a:pt x="104" y="3"/>
                  </a:cubicBezTo>
                  <a:cubicBezTo>
                    <a:pt x="102" y="1"/>
                    <a:pt x="95" y="0"/>
                    <a:pt x="93" y="3"/>
                  </a:cubicBezTo>
                  <a:cubicBezTo>
                    <a:pt x="93" y="4"/>
                    <a:pt x="93" y="4"/>
                    <a:pt x="92" y="4"/>
                  </a:cubicBezTo>
                  <a:cubicBezTo>
                    <a:pt x="88" y="7"/>
                    <a:pt x="76" y="6"/>
                    <a:pt x="74" y="5"/>
                  </a:cubicBezTo>
                  <a:cubicBezTo>
                    <a:pt x="71" y="4"/>
                    <a:pt x="47" y="10"/>
                    <a:pt x="42" y="10"/>
                  </a:cubicBezTo>
                  <a:cubicBezTo>
                    <a:pt x="40" y="10"/>
                    <a:pt x="39" y="10"/>
                    <a:pt x="38" y="11"/>
                  </a:cubicBezTo>
                  <a:cubicBezTo>
                    <a:pt x="35" y="13"/>
                    <a:pt x="33" y="18"/>
                    <a:pt x="27" y="21"/>
                  </a:cubicBezTo>
                  <a:cubicBezTo>
                    <a:pt x="26" y="22"/>
                    <a:pt x="25" y="22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7" y="26"/>
                    <a:pt x="11" y="30"/>
                    <a:pt x="8" y="31"/>
                  </a:cubicBezTo>
                  <a:cubicBezTo>
                    <a:pt x="8" y="31"/>
                    <a:pt x="8" y="31"/>
                    <a:pt x="7" y="31"/>
                  </a:cubicBezTo>
                  <a:cubicBezTo>
                    <a:pt x="7" y="31"/>
                    <a:pt x="7" y="32"/>
                    <a:pt x="7" y="32"/>
                  </a:cubicBezTo>
                  <a:cubicBezTo>
                    <a:pt x="4" y="33"/>
                    <a:pt x="0" y="40"/>
                    <a:pt x="3" y="42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4" name="Freeform 68">
              <a:extLst>
                <a:ext uri="{FF2B5EF4-FFF2-40B4-BE49-F238E27FC236}">
                  <a16:creationId xmlns:a16="http://schemas.microsoft.com/office/drawing/2014/main" id="{76C752CA-A94F-A662-3E6B-78FFC3111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3370" y="3153559"/>
              <a:ext cx="226953" cy="150488"/>
            </a:xfrm>
            <a:custGeom>
              <a:avLst/>
              <a:gdLst>
                <a:gd name="T0" fmla="*/ 91 w 118"/>
                <a:gd name="T1" fmla="*/ 35 h 78"/>
                <a:gd name="T2" fmla="*/ 88 w 118"/>
                <a:gd name="T3" fmla="*/ 30 h 78"/>
                <a:gd name="T4" fmla="*/ 86 w 118"/>
                <a:gd name="T5" fmla="*/ 30 h 78"/>
                <a:gd name="T6" fmla="*/ 78 w 118"/>
                <a:gd name="T7" fmla="*/ 23 h 78"/>
                <a:gd name="T8" fmla="*/ 80 w 118"/>
                <a:gd name="T9" fmla="*/ 23 h 78"/>
                <a:gd name="T10" fmla="*/ 78 w 118"/>
                <a:gd name="T11" fmla="*/ 22 h 78"/>
                <a:gd name="T12" fmla="*/ 60 w 118"/>
                <a:gd name="T13" fmla="*/ 12 h 78"/>
                <a:gd name="T14" fmla="*/ 58 w 118"/>
                <a:gd name="T15" fmla="*/ 11 h 78"/>
                <a:gd name="T16" fmla="*/ 55 w 118"/>
                <a:gd name="T17" fmla="*/ 11 h 78"/>
                <a:gd name="T18" fmla="*/ 33 w 118"/>
                <a:gd name="T19" fmla="*/ 11 h 78"/>
                <a:gd name="T20" fmla="*/ 33 w 118"/>
                <a:gd name="T21" fmla="*/ 11 h 78"/>
                <a:gd name="T22" fmla="*/ 33 w 118"/>
                <a:gd name="T23" fmla="*/ 11 h 78"/>
                <a:gd name="T24" fmla="*/ 31 w 118"/>
                <a:gd name="T25" fmla="*/ 11 h 78"/>
                <a:gd name="T26" fmla="*/ 27 w 118"/>
                <a:gd name="T27" fmla="*/ 9 h 78"/>
                <a:gd name="T28" fmla="*/ 15 w 118"/>
                <a:gd name="T29" fmla="*/ 5 h 78"/>
                <a:gd name="T30" fmla="*/ 15 w 118"/>
                <a:gd name="T31" fmla="*/ 3 h 78"/>
                <a:gd name="T32" fmla="*/ 16 w 118"/>
                <a:gd name="T33" fmla="*/ 3 h 78"/>
                <a:gd name="T34" fmla="*/ 9 w 118"/>
                <a:gd name="T35" fmla="*/ 2 h 78"/>
                <a:gd name="T36" fmla="*/ 6 w 118"/>
                <a:gd name="T37" fmla="*/ 5 h 78"/>
                <a:gd name="T38" fmla="*/ 9 w 118"/>
                <a:gd name="T39" fmla="*/ 11 h 78"/>
                <a:gd name="T40" fmla="*/ 16 w 118"/>
                <a:gd name="T41" fmla="*/ 18 h 78"/>
                <a:gd name="T42" fmla="*/ 13 w 118"/>
                <a:gd name="T43" fmla="*/ 29 h 78"/>
                <a:gd name="T44" fmla="*/ 26 w 118"/>
                <a:gd name="T45" fmla="*/ 29 h 78"/>
                <a:gd name="T46" fmla="*/ 34 w 118"/>
                <a:gd name="T47" fmla="*/ 33 h 78"/>
                <a:gd name="T48" fmla="*/ 48 w 118"/>
                <a:gd name="T49" fmla="*/ 42 h 78"/>
                <a:gd name="T50" fmla="*/ 53 w 118"/>
                <a:gd name="T51" fmla="*/ 51 h 78"/>
                <a:gd name="T52" fmla="*/ 53 w 118"/>
                <a:gd name="T53" fmla="*/ 51 h 78"/>
                <a:gd name="T54" fmla="*/ 49 w 118"/>
                <a:gd name="T55" fmla="*/ 52 h 78"/>
                <a:gd name="T56" fmla="*/ 47 w 118"/>
                <a:gd name="T57" fmla="*/ 58 h 78"/>
                <a:gd name="T58" fmla="*/ 59 w 118"/>
                <a:gd name="T59" fmla="*/ 58 h 78"/>
                <a:gd name="T60" fmla="*/ 69 w 118"/>
                <a:gd name="T61" fmla="*/ 70 h 78"/>
                <a:gd name="T62" fmla="*/ 72 w 118"/>
                <a:gd name="T63" fmla="*/ 69 h 78"/>
                <a:gd name="T64" fmla="*/ 72 w 118"/>
                <a:gd name="T65" fmla="*/ 69 h 78"/>
                <a:gd name="T66" fmla="*/ 72 w 118"/>
                <a:gd name="T67" fmla="*/ 69 h 78"/>
                <a:gd name="T68" fmla="*/ 77 w 118"/>
                <a:gd name="T69" fmla="*/ 61 h 78"/>
                <a:gd name="T70" fmla="*/ 78 w 118"/>
                <a:gd name="T71" fmla="*/ 61 h 78"/>
                <a:gd name="T72" fmla="*/ 81 w 118"/>
                <a:gd name="T73" fmla="*/ 56 h 78"/>
                <a:gd name="T74" fmla="*/ 82 w 118"/>
                <a:gd name="T75" fmla="*/ 55 h 78"/>
                <a:gd name="T76" fmla="*/ 93 w 118"/>
                <a:gd name="T77" fmla="*/ 57 h 78"/>
                <a:gd name="T78" fmla="*/ 103 w 118"/>
                <a:gd name="T79" fmla="*/ 71 h 78"/>
                <a:gd name="T80" fmla="*/ 116 w 118"/>
                <a:gd name="T81" fmla="*/ 76 h 78"/>
                <a:gd name="T82" fmla="*/ 118 w 118"/>
                <a:gd name="T83" fmla="*/ 75 h 78"/>
                <a:gd name="T84" fmla="*/ 117 w 118"/>
                <a:gd name="T85" fmla="*/ 69 h 78"/>
                <a:gd name="T86" fmla="*/ 116 w 118"/>
                <a:gd name="T87" fmla="*/ 69 h 78"/>
                <a:gd name="T88" fmla="*/ 112 w 118"/>
                <a:gd name="T89" fmla="*/ 61 h 78"/>
                <a:gd name="T90" fmla="*/ 113 w 118"/>
                <a:gd name="T91" fmla="*/ 61 h 78"/>
                <a:gd name="T92" fmla="*/ 111 w 118"/>
                <a:gd name="T93" fmla="*/ 59 h 78"/>
                <a:gd name="T94" fmla="*/ 102 w 118"/>
                <a:gd name="T95" fmla="*/ 50 h 78"/>
                <a:gd name="T96" fmla="*/ 101 w 118"/>
                <a:gd name="T97" fmla="*/ 50 h 78"/>
                <a:gd name="T98" fmla="*/ 99 w 118"/>
                <a:gd name="T99" fmla="*/ 43 h 78"/>
                <a:gd name="T100" fmla="*/ 99 w 118"/>
                <a:gd name="T101" fmla="*/ 42 h 78"/>
                <a:gd name="T102" fmla="*/ 100 w 118"/>
                <a:gd name="T103" fmla="*/ 42 h 78"/>
                <a:gd name="T104" fmla="*/ 91 w 118"/>
                <a:gd name="T105" fmla="*/ 3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8" h="78">
                  <a:moveTo>
                    <a:pt x="91" y="35"/>
                  </a:moveTo>
                  <a:cubicBezTo>
                    <a:pt x="90" y="34"/>
                    <a:pt x="89" y="32"/>
                    <a:pt x="88" y="30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84" y="27"/>
                    <a:pt x="82" y="24"/>
                    <a:pt x="78" y="23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79" y="22"/>
                    <a:pt x="78" y="22"/>
                  </a:cubicBezTo>
                  <a:cubicBezTo>
                    <a:pt x="70" y="20"/>
                    <a:pt x="68" y="17"/>
                    <a:pt x="60" y="12"/>
                  </a:cubicBezTo>
                  <a:cubicBezTo>
                    <a:pt x="60" y="12"/>
                    <a:pt x="59" y="11"/>
                    <a:pt x="58" y="11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46" y="8"/>
                    <a:pt x="34" y="9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0" y="10"/>
                    <a:pt x="29" y="10"/>
                    <a:pt x="27" y="9"/>
                  </a:cubicBezTo>
                  <a:cubicBezTo>
                    <a:pt x="21" y="6"/>
                    <a:pt x="17" y="9"/>
                    <a:pt x="15" y="5"/>
                  </a:cubicBezTo>
                  <a:cubicBezTo>
                    <a:pt x="15" y="4"/>
                    <a:pt x="15" y="4"/>
                    <a:pt x="15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5" y="1"/>
                    <a:pt x="12" y="0"/>
                    <a:pt x="9" y="2"/>
                  </a:cubicBezTo>
                  <a:cubicBezTo>
                    <a:pt x="8" y="2"/>
                    <a:pt x="7" y="3"/>
                    <a:pt x="6" y="5"/>
                  </a:cubicBezTo>
                  <a:cubicBezTo>
                    <a:pt x="2" y="9"/>
                    <a:pt x="0" y="9"/>
                    <a:pt x="9" y="11"/>
                  </a:cubicBezTo>
                  <a:cubicBezTo>
                    <a:pt x="17" y="13"/>
                    <a:pt x="20" y="13"/>
                    <a:pt x="16" y="18"/>
                  </a:cubicBezTo>
                  <a:cubicBezTo>
                    <a:pt x="13" y="22"/>
                    <a:pt x="10" y="28"/>
                    <a:pt x="13" y="29"/>
                  </a:cubicBezTo>
                  <a:cubicBezTo>
                    <a:pt x="16" y="29"/>
                    <a:pt x="25" y="26"/>
                    <a:pt x="26" y="29"/>
                  </a:cubicBezTo>
                  <a:cubicBezTo>
                    <a:pt x="27" y="31"/>
                    <a:pt x="24" y="32"/>
                    <a:pt x="34" y="33"/>
                  </a:cubicBezTo>
                  <a:cubicBezTo>
                    <a:pt x="44" y="35"/>
                    <a:pt x="46" y="39"/>
                    <a:pt x="48" y="42"/>
                  </a:cubicBezTo>
                  <a:cubicBezTo>
                    <a:pt x="50" y="44"/>
                    <a:pt x="54" y="49"/>
                    <a:pt x="53" y="51"/>
                  </a:cubicBezTo>
                  <a:cubicBezTo>
                    <a:pt x="53" y="51"/>
                    <a:pt x="53" y="51"/>
                    <a:pt x="53" y="51"/>
                  </a:cubicBezTo>
                  <a:cubicBezTo>
                    <a:pt x="52" y="51"/>
                    <a:pt x="50" y="52"/>
                    <a:pt x="49" y="52"/>
                  </a:cubicBezTo>
                  <a:cubicBezTo>
                    <a:pt x="46" y="54"/>
                    <a:pt x="44" y="58"/>
                    <a:pt x="47" y="58"/>
                  </a:cubicBezTo>
                  <a:cubicBezTo>
                    <a:pt x="50" y="59"/>
                    <a:pt x="58" y="56"/>
                    <a:pt x="59" y="58"/>
                  </a:cubicBezTo>
                  <a:cubicBezTo>
                    <a:pt x="60" y="60"/>
                    <a:pt x="64" y="71"/>
                    <a:pt x="69" y="70"/>
                  </a:cubicBezTo>
                  <a:cubicBezTo>
                    <a:pt x="70" y="70"/>
                    <a:pt x="71" y="70"/>
                    <a:pt x="72" y="69"/>
                  </a:cubicBezTo>
                  <a:cubicBezTo>
                    <a:pt x="72" y="69"/>
                    <a:pt x="72" y="69"/>
                    <a:pt x="72" y="69"/>
                  </a:cubicBezTo>
                  <a:cubicBezTo>
                    <a:pt x="72" y="69"/>
                    <a:pt x="72" y="69"/>
                    <a:pt x="72" y="69"/>
                  </a:cubicBezTo>
                  <a:cubicBezTo>
                    <a:pt x="74" y="67"/>
                    <a:pt x="76" y="64"/>
                    <a:pt x="77" y="61"/>
                  </a:cubicBezTo>
                  <a:cubicBezTo>
                    <a:pt x="78" y="61"/>
                    <a:pt x="78" y="61"/>
                    <a:pt x="78" y="61"/>
                  </a:cubicBezTo>
                  <a:cubicBezTo>
                    <a:pt x="79" y="59"/>
                    <a:pt x="80" y="57"/>
                    <a:pt x="81" y="56"/>
                  </a:cubicBezTo>
                  <a:cubicBezTo>
                    <a:pt x="81" y="55"/>
                    <a:pt x="81" y="55"/>
                    <a:pt x="82" y="55"/>
                  </a:cubicBezTo>
                  <a:cubicBezTo>
                    <a:pt x="85" y="53"/>
                    <a:pt x="92" y="52"/>
                    <a:pt x="93" y="57"/>
                  </a:cubicBezTo>
                  <a:cubicBezTo>
                    <a:pt x="94" y="62"/>
                    <a:pt x="97" y="67"/>
                    <a:pt x="103" y="71"/>
                  </a:cubicBezTo>
                  <a:cubicBezTo>
                    <a:pt x="109" y="74"/>
                    <a:pt x="115" y="78"/>
                    <a:pt x="116" y="76"/>
                  </a:cubicBezTo>
                  <a:cubicBezTo>
                    <a:pt x="117" y="75"/>
                    <a:pt x="117" y="75"/>
                    <a:pt x="118" y="75"/>
                  </a:cubicBezTo>
                  <a:cubicBezTo>
                    <a:pt x="118" y="73"/>
                    <a:pt x="117" y="71"/>
                    <a:pt x="117" y="69"/>
                  </a:cubicBezTo>
                  <a:cubicBezTo>
                    <a:pt x="116" y="69"/>
                    <a:pt x="116" y="69"/>
                    <a:pt x="116" y="69"/>
                  </a:cubicBezTo>
                  <a:cubicBezTo>
                    <a:pt x="115" y="66"/>
                    <a:pt x="113" y="63"/>
                    <a:pt x="112" y="61"/>
                  </a:cubicBezTo>
                  <a:cubicBezTo>
                    <a:pt x="113" y="61"/>
                    <a:pt x="113" y="61"/>
                    <a:pt x="113" y="61"/>
                  </a:cubicBezTo>
                  <a:cubicBezTo>
                    <a:pt x="113" y="60"/>
                    <a:pt x="112" y="59"/>
                    <a:pt x="111" y="59"/>
                  </a:cubicBezTo>
                  <a:cubicBezTo>
                    <a:pt x="108" y="58"/>
                    <a:pt x="105" y="54"/>
                    <a:pt x="102" y="50"/>
                  </a:cubicBezTo>
                  <a:cubicBezTo>
                    <a:pt x="101" y="50"/>
                    <a:pt x="101" y="50"/>
                    <a:pt x="101" y="50"/>
                  </a:cubicBezTo>
                  <a:cubicBezTo>
                    <a:pt x="100" y="47"/>
                    <a:pt x="99" y="45"/>
                    <a:pt x="99" y="43"/>
                  </a:cubicBezTo>
                  <a:cubicBezTo>
                    <a:pt x="99" y="43"/>
                    <a:pt x="99" y="42"/>
                    <a:pt x="99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99" y="39"/>
                    <a:pt x="94" y="37"/>
                    <a:pt x="91" y="35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5" name="Freeform 54">
              <a:extLst>
                <a:ext uri="{FF2B5EF4-FFF2-40B4-BE49-F238E27FC236}">
                  <a16:creationId xmlns:a16="http://schemas.microsoft.com/office/drawing/2014/main" id="{2E917F88-701D-80E8-A779-37B0658A9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589" y="3063266"/>
              <a:ext cx="115510" cy="146421"/>
            </a:xfrm>
            <a:custGeom>
              <a:avLst/>
              <a:gdLst>
                <a:gd name="T0" fmla="*/ 38 w 60"/>
                <a:gd name="T1" fmla="*/ 14 h 76"/>
                <a:gd name="T2" fmla="*/ 26 w 60"/>
                <a:gd name="T3" fmla="*/ 25 h 76"/>
                <a:gd name="T4" fmla="*/ 25 w 60"/>
                <a:gd name="T5" fmla="*/ 25 h 76"/>
                <a:gd name="T6" fmla="*/ 19 w 60"/>
                <a:gd name="T7" fmla="*/ 28 h 76"/>
                <a:gd name="T8" fmla="*/ 17 w 60"/>
                <a:gd name="T9" fmla="*/ 29 h 76"/>
                <a:gd name="T10" fmla="*/ 12 w 60"/>
                <a:gd name="T11" fmla="*/ 37 h 76"/>
                <a:gd name="T12" fmla="*/ 2 w 60"/>
                <a:gd name="T13" fmla="*/ 34 h 76"/>
                <a:gd name="T14" fmla="*/ 5 w 60"/>
                <a:gd name="T15" fmla="*/ 57 h 76"/>
                <a:gd name="T16" fmla="*/ 20 w 60"/>
                <a:gd name="T17" fmla="*/ 72 h 76"/>
                <a:gd name="T18" fmla="*/ 31 w 60"/>
                <a:gd name="T19" fmla="*/ 73 h 76"/>
                <a:gd name="T20" fmla="*/ 45 w 60"/>
                <a:gd name="T21" fmla="*/ 70 h 76"/>
                <a:gd name="T22" fmla="*/ 45 w 60"/>
                <a:gd name="T23" fmla="*/ 70 h 76"/>
                <a:gd name="T24" fmla="*/ 46 w 60"/>
                <a:gd name="T25" fmla="*/ 70 h 76"/>
                <a:gd name="T26" fmla="*/ 46 w 60"/>
                <a:gd name="T27" fmla="*/ 58 h 76"/>
                <a:gd name="T28" fmla="*/ 46 w 60"/>
                <a:gd name="T29" fmla="*/ 58 h 76"/>
                <a:gd name="T30" fmla="*/ 49 w 60"/>
                <a:gd name="T31" fmla="*/ 52 h 76"/>
                <a:gd name="T32" fmla="*/ 50 w 60"/>
                <a:gd name="T33" fmla="*/ 50 h 76"/>
                <a:gd name="T34" fmla="*/ 51 w 60"/>
                <a:gd name="T35" fmla="*/ 50 h 76"/>
                <a:gd name="T36" fmla="*/ 58 w 60"/>
                <a:gd name="T37" fmla="*/ 39 h 76"/>
                <a:gd name="T38" fmla="*/ 57 w 60"/>
                <a:gd name="T39" fmla="*/ 39 h 76"/>
                <a:gd name="T40" fmla="*/ 56 w 60"/>
                <a:gd name="T41" fmla="*/ 36 h 76"/>
                <a:gd name="T42" fmla="*/ 54 w 60"/>
                <a:gd name="T43" fmla="*/ 31 h 76"/>
                <a:gd name="T44" fmla="*/ 55 w 60"/>
                <a:gd name="T45" fmla="*/ 31 h 76"/>
                <a:gd name="T46" fmla="*/ 53 w 60"/>
                <a:gd name="T47" fmla="*/ 19 h 76"/>
                <a:gd name="T48" fmla="*/ 53 w 60"/>
                <a:gd name="T49" fmla="*/ 19 h 76"/>
                <a:gd name="T50" fmla="*/ 53 w 60"/>
                <a:gd name="T51" fmla="*/ 19 h 76"/>
                <a:gd name="T52" fmla="*/ 60 w 60"/>
                <a:gd name="T53" fmla="*/ 12 h 76"/>
                <a:gd name="T54" fmla="*/ 53 w 60"/>
                <a:gd name="T55" fmla="*/ 11 h 76"/>
                <a:gd name="T56" fmla="*/ 54 w 60"/>
                <a:gd name="T57" fmla="*/ 11 h 76"/>
                <a:gd name="T58" fmla="*/ 51 w 60"/>
                <a:gd name="T59" fmla="*/ 1 h 76"/>
                <a:gd name="T60" fmla="*/ 51 w 60"/>
                <a:gd name="T61" fmla="*/ 0 h 76"/>
                <a:gd name="T62" fmla="*/ 50 w 60"/>
                <a:gd name="T63" fmla="*/ 0 h 76"/>
                <a:gd name="T64" fmla="*/ 48 w 60"/>
                <a:gd name="T65" fmla="*/ 0 h 76"/>
                <a:gd name="T66" fmla="*/ 48 w 60"/>
                <a:gd name="T67" fmla="*/ 0 h 76"/>
                <a:gd name="T68" fmla="*/ 47 w 60"/>
                <a:gd name="T69" fmla="*/ 0 h 76"/>
                <a:gd name="T70" fmla="*/ 42 w 60"/>
                <a:gd name="T71" fmla="*/ 6 h 76"/>
                <a:gd name="T72" fmla="*/ 38 w 60"/>
                <a:gd name="T73" fmla="*/ 1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" h="76">
                  <a:moveTo>
                    <a:pt x="38" y="14"/>
                  </a:moveTo>
                  <a:cubicBezTo>
                    <a:pt x="28" y="14"/>
                    <a:pt x="28" y="23"/>
                    <a:pt x="26" y="25"/>
                  </a:cubicBezTo>
                  <a:cubicBezTo>
                    <a:pt x="26" y="25"/>
                    <a:pt x="25" y="25"/>
                    <a:pt x="25" y="25"/>
                  </a:cubicBezTo>
                  <a:cubicBezTo>
                    <a:pt x="23" y="26"/>
                    <a:pt x="22" y="27"/>
                    <a:pt x="19" y="28"/>
                  </a:cubicBezTo>
                  <a:cubicBezTo>
                    <a:pt x="18" y="28"/>
                    <a:pt x="17" y="28"/>
                    <a:pt x="17" y="29"/>
                  </a:cubicBezTo>
                  <a:cubicBezTo>
                    <a:pt x="14" y="31"/>
                    <a:pt x="13" y="34"/>
                    <a:pt x="12" y="37"/>
                  </a:cubicBezTo>
                  <a:cubicBezTo>
                    <a:pt x="11" y="40"/>
                    <a:pt x="4" y="32"/>
                    <a:pt x="2" y="34"/>
                  </a:cubicBezTo>
                  <a:cubicBezTo>
                    <a:pt x="0" y="36"/>
                    <a:pt x="2" y="48"/>
                    <a:pt x="5" y="57"/>
                  </a:cubicBezTo>
                  <a:cubicBezTo>
                    <a:pt x="9" y="66"/>
                    <a:pt x="17" y="72"/>
                    <a:pt x="20" y="72"/>
                  </a:cubicBezTo>
                  <a:cubicBezTo>
                    <a:pt x="22" y="72"/>
                    <a:pt x="27" y="72"/>
                    <a:pt x="31" y="73"/>
                  </a:cubicBezTo>
                  <a:cubicBezTo>
                    <a:pt x="34" y="75"/>
                    <a:pt x="46" y="76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6" y="70"/>
                    <a:pt x="46" y="70"/>
                    <a:pt x="46" y="70"/>
                  </a:cubicBezTo>
                  <a:cubicBezTo>
                    <a:pt x="46" y="66"/>
                    <a:pt x="45" y="62"/>
                    <a:pt x="46" y="58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46" y="56"/>
                    <a:pt x="47" y="53"/>
                    <a:pt x="49" y="52"/>
                  </a:cubicBezTo>
                  <a:cubicBezTo>
                    <a:pt x="49" y="51"/>
                    <a:pt x="50" y="51"/>
                    <a:pt x="50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4" y="46"/>
                    <a:pt x="58" y="44"/>
                    <a:pt x="58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8"/>
                    <a:pt x="57" y="37"/>
                    <a:pt x="56" y="36"/>
                  </a:cubicBezTo>
                  <a:cubicBezTo>
                    <a:pt x="56" y="34"/>
                    <a:pt x="55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3" y="26"/>
                    <a:pt x="50" y="22"/>
                    <a:pt x="53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6" y="16"/>
                    <a:pt x="60" y="15"/>
                    <a:pt x="60" y="12"/>
                  </a:cubicBezTo>
                  <a:cubicBezTo>
                    <a:pt x="60" y="10"/>
                    <a:pt x="56" y="15"/>
                    <a:pt x="53" y="11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53" y="10"/>
                    <a:pt x="52" y="7"/>
                    <a:pt x="51" y="1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9" y="0"/>
                    <a:pt x="49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5" y="1"/>
                    <a:pt x="42" y="4"/>
                    <a:pt x="42" y="6"/>
                  </a:cubicBezTo>
                  <a:cubicBezTo>
                    <a:pt x="41" y="11"/>
                    <a:pt x="47" y="14"/>
                    <a:pt x="38" y="1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6" name="Freeform 85">
              <a:extLst>
                <a:ext uri="{FF2B5EF4-FFF2-40B4-BE49-F238E27FC236}">
                  <a16:creationId xmlns:a16="http://schemas.microsoft.com/office/drawing/2014/main" id="{2BF8F5BA-9903-4B28-DC55-5741DAB37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5420" y="3136477"/>
              <a:ext cx="63449" cy="21150"/>
            </a:xfrm>
            <a:custGeom>
              <a:avLst/>
              <a:gdLst>
                <a:gd name="T0" fmla="*/ 33 w 33"/>
                <a:gd name="T1" fmla="*/ 1 h 11"/>
                <a:gd name="T2" fmla="*/ 32 w 33"/>
                <a:gd name="T3" fmla="*/ 1 h 11"/>
                <a:gd name="T4" fmla="*/ 32 w 33"/>
                <a:gd name="T5" fmla="*/ 0 h 11"/>
                <a:gd name="T6" fmla="*/ 28 w 33"/>
                <a:gd name="T7" fmla="*/ 1 h 11"/>
                <a:gd name="T8" fmla="*/ 26 w 33"/>
                <a:gd name="T9" fmla="*/ 1 h 11"/>
                <a:gd name="T10" fmla="*/ 15 w 33"/>
                <a:gd name="T11" fmla="*/ 3 h 11"/>
                <a:gd name="T12" fmla="*/ 5 w 33"/>
                <a:gd name="T13" fmla="*/ 2 h 11"/>
                <a:gd name="T14" fmla="*/ 4 w 33"/>
                <a:gd name="T15" fmla="*/ 3 h 11"/>
                <a:gd name="T16" fmla="*/ 4 w 33"/>
                <a:gd name="T17" fmla="*/ 2 h 11"/>
                <a:gd name="T18" fmla="*/ 8 w 33"/>
                <a:gd name="T19" fmla="*/ 10 h 11"/>
                <a:gd name="T20" fmla="*/ 28 w 33"/>
                <a:gd name="T21" fmla="*/ 8 h 11"/>
                <a:gd name="T22" fmla="*/ 29 w 33"/>
                <a:gd name="T23" fmla="*/ 7 h 11"/>
                <a:gd name="T24" fmla="*/ 33 w 33"/>
                <a:gd name="T2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11">
                  <a:moveTo>
                    <a:pt x="33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0"/>
                    <a:pt x="30" y="0"/>
                    <a:pt x="28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1" y="2"/>
                    <a:pt x="16" y="3"/>
                    <a:pt x="15" y="3"/>
                  </a:cubicBezTo>
                  <a:cubicBezTo>
                    <a:pt x="14" y="4"/>
                    <a:pt x="5" y="2"/>
                    <a:pt x="5" y="2"/>
                  </a:cubicBezTo>
                  <a:cubicBezTo>
                    <a:pt x="4" y="2"/>
                    <a:pt x="4" y="2"/>
                    <a:pt x="4" y="3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0" y="7"/>
                    <a:pt x="3" y="11"/>
                    <a:pt x="8" y="10"/>
                  </a:cubicBezTo>
                  <a:cubicBezTo>
                    <a:pt x="14" y="10"/>
                    <a:pt x="25" y="8"/>
                    <a:pt x="28" y="8"/>
                  </a:cubicBezTo>
                  <a:cubicBezTo>
                    <a:pt x="28" y="8"/>
                    <a:pt x="28" y="7"/>
                    <a:pt x="29" y="7"/>
                  </a:cubicBezTo>
                  <a:cubicBezTo>
                    <a:pt x="31" y="6"/>
                    <a:pt x="33" y="3"/>
                    <a:pt x="33" y="1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7" name="Freeform 86">
              <a:extLst>
                <a:ext uri="{FF2B5EF4-FFF2-40B4-BE49-F238E27FC236}">
                  <a16:creationId xmlns:a16="http://schemas.microsoft.com/office/drawing/2014/main" id="{B673991C-84ED-B869-F375-A5A619B6E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719" y="3255240"/>
              <a:ext cx="39046" cy="43113"/>
            </a:xfrm>
            <a:custGeom>
              <a:avLst/>
              <a:gdLst>
                <a:gd name="T0" fmla="*/ 10 w 20"/>
                <a:gd name="T1" fmla="*/ 3 h 22"/>
                <a:gd name="T2" fmla="*/ 9 w 20"/>
                <a:gd name="T3" fmla="*/ 5 h 22"/>
                <a:gd name="T4" fmla="*/ 1 w 20"/>
                <a:gd name="T5" fmla="*/ 18 h 22"/>
                <a:gd name="T6" fmla="*/ 7 w 20"/>
                <a:gd name="T7" fmla="*/ 18 h 22"/>
                <a:gd name="T8" fmla="*/ 10 w 20"/>
                <a:gd name="T9" fmla="*/ 16 h 22"/>
                <a:gd name="T10" fmla="*/ 10 w 20"/>
                <a:gd name="T11" fmla="*/ 16 h 22"/>
                <a:gd name="T12" fmla="*/ 12 w 20"/>
                <a:gd name="T13" fmla="*/ 14 h 22"/>
                <a:gd name="T14" fmla="*/ 19 w 20"/>
                <a:gd name="T15" fmla="*/ 9 h 22"/>
                <a:gd name="T16" fmla="*/ 19 w 20"/>
                <a:gd name="T17" fmla="*/ 8 h 22"/>
                <a:gd name="T18" fmla="*/ 20 w 20"/>
                <a:gd name="T19" fmla="*/ 8 h 22"/>
                <a:gd name="T20" fmla="*/ 10 w 20"/>
                <a:gd name="T21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10" y="3"/>
                  </a:moveTo>
                  <a:cubicBezTo>
                    <a:pt x="10" y="3"/>
                    <a:pt x="9" y="4"/>
                    <a:pt x="9" y="5"/>
                  </a:cubicBezTo>
                  <a:cubicBezTo>
                    <a:pt x="6" y="9"/>
                    <a:pt x="0" y="14"/>
                    <a:pt x="1" y="18"/>
                  </a:cubicBezTo>
                  <a:cubicBezTo>
                    <a:pt x="1" y="22"/>
                    <a:pt x="4" y="20"/>
                    <a:pt x="7" y="18"/>
                  </a:cubicBezTo>
                  <a:cubicBezTo>
                    <a:pt x="8" y="18"/>
                    <a:pt x="9" y="17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2" y="14"/>
                    <a:pt x="12" y="14"/>
                  </a:cubicBezTo>
                  <a:cubicBezTo>
                    <a:pt x="12" y="14"/>
                    <a:pt x="19" y="13"/>
                    <a:pt x="19" y="9"/>
                  </a:cubicBezTo>
                  <a:cubicBezTo>
                    <a:pt x="19" y="9"/>
                    <a:pt x="19" y="9"/>
                    <a:pt x="19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5"/>
                    <a:pt x="14" y="0"/>
                    <a:pt x="10" y="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B88F2B7E-B7F7-239C-9A90-5DC82CBD8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820" y="3288877"/>
              <a:ext cx="63449" cy="21150"/>
            </a:xfrm>
            <a:custGeom>
              <a:avLst/>
              <a:gdLst>
                <a:gd name="T0" fmla="*/ 33 w 33"/>
                <a:gd name="T1" fmla="*/ 1 h 11"/>
                <a:gd name="T2" fmla="*/ 32 w 33"/>
                <a:gd name="T3" fmla="*/ 1 h 11"/>
                <a:gd name="T4" fmla="*/ 32 w 33"/>
                <a:gd name="T5" fmla="*/ 0 h 11"/>
                <a:gd name="T6" fmla="*/ 28 w 33"/>
                <a:gd name="T7" fmla="*/ 1 h 11"/>
                <a:gd name="T8" fmla="*/ 26 w 33"/>
                <a:gd name="T9" fmla="*/ 1 h 11"/>
                <a:gd name="T10" fmla="*/ 15 w 33"/>
                <a:gd name="T11" fmla="*/ 3 h 11"/>
                <a:gd name="T12" fmla="*/ 5 w 33"/>
                <a:gd name="T13" fmla="*/ 2 h 11"/>
                <a:gd name="T14" fmla="*/ 4 w 33"/>
                <a:gd name="T15" fmla="*/ 3 h 11"/>
                <a:gd name="T16" fmla="*/ 4 w 33"/>
                <a:gd name="T17" fmla="*/ 2 h 11"/>
                <a:gd name="T18" fmla="*/ 8 w 33"/>
                <a:gd name="T19" fmla="*/ 10 h 11"/>
                <a:gd name="T20" fmla="*/ 28 w 33"/>
                <a:gd name="T21" fmla="*/ 8 h 11"/>
                <a:gd name="T22" fmla="*/ 29 w 33"/>
                <a:gd name="T23" fmla="*/ 7 h 11"/>
                <a:gd name="T24" fmla="*/ 33 w 33"/>
                <a:gd name="T2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11">
                  <a:moveTo>
                    <a:pt x="33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0"/>
                    <a:pt x="30" y="0"/>
                    <a:pt x="28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1" y="2"/>
                    <a:pt x="16" y="3"/>
                    <a:pt x="15" y="3"/>
                  </a:cubicBezTo>
                  <a:cubicBezTo>
                    <a:pt x="14" y="4"/>
                    <a:pt x="5" y="2"/>
                    <a:pt x="5" y="2"/>
                  </a:cubicBezTo>
                  <a:cubicBezTo>
                    <a:pt x="4" y="2"/>
                    <a:pt x="4" y="2"/>
                    <a:pt x="4" y="3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0" y="7"/>
                    <a:pt x="3" y="11"/>
                    <a:pt x="8" y="10"/>
                  </a:cubicBezTo>
                  <a:cubicBezTo>
                    <a:pt x="14" y="10"/>
                    <a:pt x="25" y="8"/>
                    <a:pt x="28" y="8"/>
                  </a:cubicBezTo>
                  <a:cubicBezTo>
                    <a:pt x="28" y="8"/>
                    <a:pt x="28" y="7"/>
                    <a:pt x="29" y="7"/>
                  </a:cubicBezTo>
                  <a:cubicBezTo>
                    <a:pt x="31" y="6"/>
                    <a:pt x="33" y="3"/>
                    <a:pt x="33" y="1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23B0FA12-F65A-2E44-8408-0F900C73C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119" y="3407640"/>
              <a:ext cx="39046" cy="43113"/>
            </a:xfrm>
            <a:custGeom>
              <a:avLst/>
              <a:gdLst>
                <a:gd name="T0" fmla="*/ 10 w 20"/>
                <a:gd name="T1" fmla="*/ 3 h 22"/>
                <a:gd name="T2" fmla="*/ 9 w 20"/>
                <a:gd name="T3" fmla="*/ 5 h 22"/>
                <a:gd name="T4" fmla="*/ 1 w 20"/>
                <a:gd name="T5" fmla="*/ 18 h 22"/>
                <a:gd name="T6" fmla="*/ 7 w 20"/>
                <a:gd name="T7" fmla="*/ 18 h 22"/>
                <a:gd name="T8" fmla="*/ 10 w 20"/>
                <a:gd name="T9" fmla="*/ 16 h 22"/>
                <a:gd name="T10" fmla="*/ 10 w 20"/>
                <a:gd name="T11" fmla="*/ 16 h 22"/>
                <a:gd name="T12" fmla="*/ 12 w 20"/>
                <a:gd name="T13" fmla="*/ 14 h 22"/>
                <a:gd name="T14" fmla="*/ 19 w 20"/>
                <a:gd name="T15" fmla="*/ 9 h 22"/>
                <a:gd name="T16" fmla="*/ 19 w 20"/>
                <a:gd name="T17" fmla="*/ 8 h 22"/>
                <a:gd name="T18" fmla="*/ 20 w 20"/>
                <a:gd name="T19" fmla="*/ 8 h 22"/>
                <a:gd name="T20" fmla="*/ 10 w 20"/>
                <a:gd name="T21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10" y="3"/>
                  </a:moveTo>
                  <a:cubicBezTo>
                    <a:pt x="10" y="3"/>
                    <a:pt x="9" y="4"/>
                    <a:pt x="9" y="5"/>
                  </a:cubicBezTo>
                  <a:cubicBezTo>
                    <a:pt x="6" y="9"/>
                    <a:pt x="0" y="14"/>
                    <a:pt x="1" y="18"/>
                  </a:cubicBezTo>
                  <a:cubicBezTo>
                    <a:pt x="1" y="22"/>
                    <a:pt x="4" y="20"/>
                    <a:pt x="7" y="18"/>
                  </a:cubicBezTo>
                  <a:cubicBezTo>
                    <a:pt x="8" y="18"/>
                    <a:pt x="9" y="17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2" y="14"/>
                    <a:pt x="12" y="14"/>
                  </a:cubicBezTo>
                  <a:cubicBezTo>
                    <a:pt x="12" y="14"/>
                    <a:pt x="19" y="13"/>
                    <a:pt x="19" y="9"/>
                  </a:cubicBezTo>
                  <a:cubicBezTo>
                    <a:pt x="19" y="9"/>
                    <a:pt x="19" y="9"/>
                    <a:pt x="19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5"/>
                    <a:pt x="14" y="0"/>
                    <a:pt x="10" y="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40" name="Freeform 84">
              <a:extLst>
                <a:ext uri="{FF2B5EF4-FFF2-40B4-BE49-F238E27FC236}">
                  <a16:creationId xmlns:a16="http://schemas.microsoft.com/office/drawing/2014/main" id="{6EA0F184-DFD2-D594-F8BA-4DA8FE030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1536" y="3315436"/>
              <a:ext cx="84599" cy="183026"/>
            </a:xfrm>
            <a:custGeom>
              <a:avLst/>
              <a:gdLst>
                <a:gd name="T0" fmla="*/ 41 w 44"/>
                <a:gd name="T1" fmla="*/ 5 h 95"/>
                <a:gd name="T2" fmla="*/ 40 w 44"/>
                <a:gd name="T3" fmla="*/ 5 h 95"/>
                <a:gd name="T4" fmla="*/ 38 w 44"/>
                <a:gd name="T5" fmla="*/ 2 h 95"/>
                <a:gd name="T6" fmla="*/ 26 w 44"/>
                <a:gd name="T7" fmla="*/ 16 h 95"/>
                <a:gd name="T8" fmla="*/ 16 w 44"/>
                <a:gd name="T9" fmla="*/ 26 h 95"/>
                <a:gd name="T10" fmla="*/ 14 w 44"/>
                <a:gd name="T11" fmla="*/ 27 h 95"/>
                <a:gd name="T12" fmla="*/ 9 w 44"/>
                <a:gd name="T13" fmla="*/ 29 h 95"/>
                <a:gd name="T14" fmla="*/ 4 w 44"/>
                <a:gd name="T15" fmla="*/ 40 h 95"/>
                <a:gd name="T16" fmla="*/ 3 w 44"/>
                <a:gd name="T17" fmla="*/ 62 h 95"/>
                <a:gd name="T18" fmla="*/ 5 w 44"/>
                <a:gd name="T19" fmla="*/ 85 h 95"/>
                <a:gd name="T20" fmla="*/ 14 w 44"/>
                <a:gd name="T21" fmla="*/ 95 h 95"/>
                <a:gd name="T22" fmla="*/ 22 w 44"/>
                <a:gd name="T23" fmla="*/ 93 h 95"/>
                <a:gd name="T24" fmla="*/ 27 w 44"/>
                <a:gd name="T25" fmla="*/ 84 h 95"/>
                <a:gd name="T26" fmla="*/ 28 w 44"/>
                <a:gd name="T27" fmla="*/ 82 h 95"/>
                <a:gd name="T28" fmla="*/ 27 w 44"/>
                <a:gd name="T29" fmla="*/ 82 h 95"/>
                <a:gd name="T30" fmla="*/ 29 w 44"/>
                <a:gd name="T31" fmla="*/ 74 h 95"/>
                <a:gd name="T32" fmla="*/ 30 w 44"/>
                <a:gd name="T33" fmla="*/ 74 h 95"/>
                <a:gd name="T34" fmla="*/ 33 w 44"/>
                <a:gd name="T35" fmla="*/ 63 h 95"/>
                <a:gd name="T36" fmla="*/ 33 w 44"/>
                <a:gd name="T37" fmla="*/ 63 h 95"/>
                <a:gd name="T38" fmla="*/ 35 w 44"/>
                <a:gd name="T39" fmla="*/ 55 h 95"/>
                <a:gd name="T40" fmla="*/ 36 w 44"/>
                <a:gd name="T41" fmla="*/ 55 h 95"/>
                <a:gd name="T42" fmla="*/ 39 w 44"/>
                <a:gd name="T43" fmla="*/ 43 h 95"/>
                <a:gd name="T44" fmla="*/ 38 w 44"/>
                <a:gd name="T45" fmla="*/ 43 h 95"/>
                <a:gd name="T46" fmla="*/ 40 w 44"/>
                <a:gd name="T47" fmla="*/ 39 h 95"/>
                <a:gd name="T48" fmla="*/ 41 w 44"/>
                <a:gd name="T49" fmla="*/ 36 h 95"/>
                <a:gd name="T50" fmla="*/ 42 w 44"/>
                <a:gd name="T51" fmla="*/ 36 h 95"/>
                <a:gd name="T52" fmla="*/ 44 w 44"/>
                <a:gd name="T53" fmla="*/ 24 h 95"/>
                <a:gd name="T54" fmla="*/ 43 w 44"/>
                <a:gd name="T55" fmla="*/ 24 h 95"/>
                <a:gd name="T56" fmla="*/ 44 w 44"/>
                <a:gd name="T57" fmla="*/ 18 h 95"/>
                <a:gd name="T58" fmla="*/ 43 w 44"/>
                <a:gd name="T59" fmla="*/ 16 h 95"/>
                <a:gd name="T60" fmla="*/ 44 w 44"/>
                <a:gd name="T61" fmla="*/ 16 h 95"/>
                <a:gd name="T62" fmla="*/ 41 w 44"/>
                <a:gd name="T63" fmla="*/ 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" h="95">
                  <a:moveTo>
                    <a:pt x="41" y="5"/>
                  </a:moveTo>
                  <a:cubicBezTo>
                    <a:pt x="40" y="5"/>
                    <a:pt x="40" y="5"/>
                    <a:pt x="40" y="5"/>
                  </a:cubicBezTo>
                  <a:cubicBezTo>
                    <a:pt x="39" y="3"/>
                    <a:pt x="39" y="3"/>
                    <a:pt x="38" y="2"/>
                  </a:cubicBezTo>
                  <a:cubicBezTo>
                    <a:pt x="31" y="0"/>
                    <a:pt x="31" y="10"/>
                    <a:pt x="26" y="16"/>
                  </a:cubicBezTo>
                  <a:cubicBezTo>
                    <a:pt x="22" y="21"/>
                    <a:pt x="19" y="25"/>
                    <a:pt x="16" y="26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3" y="27"/>
                    <a:pt x="11" y="27"/>
                    <a:pt x="9" y="29"/>
                  </a:cubicBezTo>
                  <a:cubicBezTo>
                    <a:pt x="5" y="31"/>
                    <a:pt x="2" y="35"/>
                    <a:pt x="4" y="40"/>
                  </a:cubicBezTo>
                  <a:cubicBezTo>
                    <a:pt x="7" y="49"/>
                    <a:pt x="7" y="58"/>
                    <a:pt x="3" y="62"/>
                  </a:cubicBezTo>
                  <a:cubicBezTo>
                    <a:pt x="0" y="66"/>
                    <a:pt x="6" y="78"/>
                    <a:pt x="5" y="85"/>
                  </a:cubicBezTo>
                  <a:cubicBezTo>
                    <a:pt x="4" y="91"/>
                    <a:pt x="7" y="95"/>
                    <a:pt x="14" y="95"/>
                  </a:cubicBezTo>
                  <a:cubicBezTo>
                    <a:pt x="17" y="95"/>
                    <a:pt x="20" y="94"/>
                    <a:pt x="22" y="93"/>
                  </a:cubicBezTo>
                  <a:cubicBezTo>
                    <a:pt x="24" y="91"/>
                    <a:pt x="25" y="88"/>
                    <a:pt x="27" y="84"/>
                  </a:cubicBezTo>
                  <a:cubicBezTo>
                    <a:pt x="27" y="83"/>
                    <a:pt x="28" y="83"/>
                    <a:pt x="28" y="82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8" y="79"/>
                    <a:pt x="29" y="77"/>
                    <a:pt x="29" y="74"/>
                  </a:cubicBezTo>
                  <a:cubicBezTo>
                    <a:pt x="30" y="74"/>
                    <a:pt x="30" y="74"/>
                    <a:pt x="30" y="74"/>
                  </a:cubicBezTo>
                  <a:cubicBezTo>
                    <a:pt x="31" y="70"/>
                    <a:pt x="32" y="66"/>
                    <a:pt x="33" y="63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4" y="61"/>
                    <a:pt x="35" y="58"/>
                    <a:pt x="35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7" y="51"/>
                    <a:pt x="38" y="47"/>
                    <a:pt x="39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9" y="42"/>
                    <a:pt x="39" y="40"/>
                    <a:pt x="40" y="39"/>
                  </a:cubicBezTo>
                  <a:cubicBezTo>
                    <a:pt x="40" y="38"/>
                    <a:pt x="40" y="37"/>
                    <a:pt x="41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3" y="32"/>
                    <a:pt x="44" y="28"/>
                    <a:pt x="44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4" y="22"/>
                    <a:pt x="44" y="20"/>
                    <a:pt x="44" y="18"/>
                  </a:cubicBezTo>
                  <a:cubicBezTo>
                    <a:pt x="44" y="17"/>
                    <a:pt x="43" y="17"/>
                    <a:pt x="43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2"/>
                    <a:pt x="43" y="7"/>
                    <a:pt x="41" y="5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41" name="Freeform 49">
              <a:extLst>
                <a:ext uri="{FF2B5EF4-FFF2-40B4-BE49-F238E27FC236}">
                  <a16:creationId xmlns:a16="http://schemas.microsoft.com/office/drawing/2014/main" id="{2E5F224F-987D-120F-A1B2-A07564EC1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3609" y="2594719"/>
              <a:ext cx="146421" cy="142353"/>
            </a:xfrm>
            <a:custGeom>
              <a:avLst/>
              <a:gdLst>
                <a:gd name="T0" fmla="*/ 53 w 76"/>
                <a:gd name="T1" fmla="*/ 35 h 74"/>
                <a:gd name="T2" fmla="*/ 53 w 76"/>
                <a:gd name="T3" fmla="*/ 35 h 74"/>
                <a:gd name="T4" fmla="*/ 41 w 76"/>
                <a:gd name="T5" fmla="*/ 40 h 74"/>
                <a:gd name="T6" fmla="*/ 36 w 76"/>
                <a:gd name="T7" fmla="*/ 44 h 74"/>
                <a:gd name="T8" fmla="*/ 17 w 76"/>
                <a:gd name="T9" fmla="*/ 44 h 74"/>
                <a:gd name="T10" fmla="*/ 8 w 76"/>
                <a:gd name="T11" fmla="*/ 53 h 74"/>
                <a:gd name="T12" fmla="*/ 2 w 76"/>
                <a:gd name="T13" fmla="*/ 55 h 74"/>
                <a:gd name="T14" fmla="*/ 0 w 76"/>
                <a:gd name="T15" fmla="*/ 60 h 74"/>
                <a:gd name="T16" fmla="*/ 8 w 76"/>
                <a:gd name="T17" fmla="*/ 74 h 74"/>
                <a:gd name="T18" fmla="*/ 12 w 76"/>
                <a:gd name="T19" fmla="*/ 72 h 74"/>
                <a:gd name="T20" fmla="*/ 16 w 76"/>
                <a:gd name="T21" fmla="*/ 68 h 74"/>
                <a:gd name="T22" fmla="*/ 15 w 76"/>
                <a:gd name="T23" fmla="*/ 68 h 74"/>
                <a:gd name="T24" fmla="*/ 15 w 76"/>
                <a:gd name="T25" fmla="*/ 65 h 74"/>
                <a:gd name="T26" fmla="*/ 26 w 76"/>
                <a:gd name="T27" fmla="*/ 64 h 74"/>
                <a:gd name="T28" fmla="*/ 30 w 76"/>
                <a:gd name="T29" fmla="*/ 61 h 74"/>
                <a:gd name="T30" fmla="*/ 31 w 76"/>
                <a:gd name="T31" fmla="*/ 61 h 74"/>
                <a:gd name="T32" fmla="*/ 33 w 76"/>
                <a:gd name="T33" fmla="*/ 56 h 74"/>
                <a:gd name="T34" fmla="*/ 37 w 76"/>
                <a:gd name="T35" fmla="*/ 59 h 74"/>
                <a:gd name="T36" fmla="*/ 43 w 76"/>
                <a:gd name="T37" fmla="*/ 58 h 74"/>
                <a:gd name="T38" fmla="*/ 46 w 76"/>
                <a:gd name="T39" fmla="*/ 54 h 74"/>
                <a:gd name="T40" fmla="*/ 46 w 76"/>
                <a:gd name="T41" fmla="*/ 53 h 74"/>
                <a:gd name="T42" fmla="*/ 58 w 76"/>
                <a:gd name="T43" fmla="*/ 48 h 74"/>
                <a:gd name="T44" fmla="*/ 68 w 76"/>
                <a:gd name="T45" fmla="*/ 41 h 74"/>
                <a:gd name="T46" fmla="*/ 68 w 76"/>
                <a:gd name="T47" fmla="*/ 41 h 74"/>
                <a:gd name="T48" fmla="*/ 69 w 76"/>
                <a:gd name="T49" fmla="*/ 40 h 74"/>
                <a:gd name="T50" fmla="*/ 70 w 76"/>
                <a:gd name="T51" fmla="*/ 30 h 74"/>
                <a:gd name="T52" fmla="*/ 69 w 76"/>
                <a:gd name="T53" fmla="*/ 30 h 74"/>
                <a:gd name="T54" fmla="*/ 70 w 76"/>
                <a:gd name="T55" fmla="*/ 24 h 74"/>
                <a:gd name="T56" fmla="*/ 74 w 76"/>
                <a:gd name="T57" fmla="*/ 22 h 74"/>
                <a:gd name="T58" fmla="*/ 74 w 76"/>
                <a:gd name="T59" fmla="*/ 22 h 74"/>
                <a:gd name="T60" fmla="*/ 73 w 76"/>
                <a:gd name="T61" fmla="*/ 14 h 74"/>
                <a:gd name="T62" fmla="*/ 72 w 76"/>
                <a:gd name="T63" fmla="*/ 10 h 74"/>
                <a:gd name="T64" fmla="*/ 71 w 76"/>
                <a:gd name="T65" fmla="*/ 10 h 74"/>
                <a:gd name="T66" fmla="*/ 68 w 76"/>
                <a:gd name="T67" fmla="*/ 3 h 74"/>
                <a:gd name="T68" fmla="*/ 69 w 76"/>
                <a:gd name="T69" fmla="*/ 3 h 74"/>
                <a:gd name="T70" fmla="*/ 64 w 76"/>
                <a:gd name="T71" fmla="*/ 2 h 74"/>
                <a:gd name="T72" fmla="*/ 64 w 76"/>
                <a:gd name="T73" fmla="*/ 2 h 74"/>
                <a:gd name="T74" fmla="*/ 63 w 76"/>
                <a:gd name="T75" fmla="*/ 2 h 74"/>
                <a:gd name="T76" fmla="*/ 59 w 76"/>
                <a:gd name="T77" fmla="*/ 22 h 74"/>
                <a:gd name="T78" fmla="*/ 53 w 76"/>
                <a:gd name="T79" fmla="*/ 3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6" h="74">
                  <a:moveTo>
                    <a:pt x="53" y="35"/>
                  </a:moveTo>
                  <a:cubicBezTo>
                    <a:pt x="53" y="35"/>
                    <a:pt x="53" y="35"/>
                    <a:pt x="53" y="35"/>
                  </a:cubicBezTo>
                  <a:cubicBezTo>
                    <a:pt x="51" y="35"/>
                    <a:pt x="45" y="38"/>
                    <a:pt x="41" y="40"/>
                  </a:cubicBezTo>
                  <a:cubicBezTo>
                    <a:pt x="39" y="42"/>
                    <a:pt x="37" y="43"/>
                    <a:pt x="36" y="44"/>
                  </a:cubicBezTo>
                  <a:cubicBezTo>
                    <a:pt x="33" y="47"/>
                    <a:pt x="19" y="41"/>
                    <a:pt x="17" y="44"/>
                  </a:cubicBezTo>
                  <a:cubicBezTo>
                    <a:pt x="15" y="47"/>
                    <a:pt x="11" y="50"/>
                    <a:pt x="8" y="53"/>
                  </a:cubicBezTo>
                  <a:cubicBezTo>
                    <a:pt x="7" y="54"/>
                    <a:pt x="4" y="54"/>
                    <a:pt x="2" y="55"/>
                  </a:cubicBezTo>
                  <a:cubicBezTo>
                    <a:pt x="1" y="56"/>
                    <a:pt x="0" y="57"/>
                    <a:pt x="0" y="60"/>
                  </a:cubicBezTo>
                  <a:cubicBezTo>
                    <a:pt x="2" y="67"/>
                    <a:pt x="5" y="74"/>
                    <a:pt x="8" y="74"/>
                  </a:cubicBezTo>
                  <a:cubicBezTo>
                    <a:pt x="10" y="74"/>
                    <a:pt x="11" y="73"/>
                    <a:pt x="12" y="72"/>
                  </a:cubicBezTo>
                  <a:cubicBezTo>
                    <a:pt x="14" y="72"/>
                    <a:pt x="15" y="70"/>
                    <a:pt x="16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5" y="67"/>
                    <a:pt x="15" y="66"/>
                    <a:pt x="15" y="65"/>
                  </a:cubicBezTo>
                  <a:cubicBezTo>
                    <a:pt x="15" y="59"/>
                    <a:pt x="22" y="65"/>
                    <a:pt x="26" y="64"/>
                  </a:cubicBezTo>
                  <a:cubicBezTo>
                    <a:pt x="28" y="64"/>
                    <a:pt x="29" y="63"/>
                    <a:pt x="30" y="61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2" y="59"/>
                    <a:pt x="32" y="58"/>
                    <a:pt x="33" y="56"/>
                  </a:cubicBezTo>
                  <a:cubicBezTo>
                    <a:pt x="33" y="57"/>
                    <a:pt x="34" y="58"/>
                    <a:pt x="37" y="59"/>
                  </a:cubicBezTo>
                  <a:cubicBezTo>
                    <a:pt x="39" y="60"/>
                    <a:pt x="41" y="59"/>
                    <a:pt x="43" y="58"/>
                  </a:cubicBezTo>
                  <a:cubicBezTo>
                    <a:pt x="45" y="57"/>
                    <a:pt x="46" y="55"/>
                    <a:pt x="46" y="54"/>
                  </a:cubicBezTo>
                  <a:cubicBezTo>
                    <a:pt x="46" y="54"/>
                    <a:pt x="46" y="53"/>
                    <a:pt x="46" y="53"/>
                  </a:cubicBezTo>
                  <a:cubicBezTo>
                    <a:pt x="49" y="51"/>
                    <a:pt x="56" y="49"/>
                    <a:pt x="58" y="48"/>
                  </a:cubicBezTo>
                  <a:cubicBezTo>
                    <a:pt x="59" y="46"/>
                    <a:pt x="66" y="44"/>
                    <a:pt x="68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9" y="41"/>
                    <a:pt x="69" y="41"/>
                    <a:pt x="69" y="40"/>
                  </a:cubicBezTo>
                  <a:cubicBezTo>
                    <a:pt x="69" y="39"/>
                    <a:pt x="69" y="34"/>
                    <a:pt x="70" y="30"/>
                  </a:cubicBezTo>
                  <a:cubicBezTo>
                    <a:pt x="69" y="30"/>
                    <a:pt x="69" y="30"/>
                    <a:pt x="69" y="30"/>
                  </a:cubicBezTo>
                  <a:cubicBezTo>
                    <a:pt x="69" y="27"/>
                    <a:pt x="69" y="24"/>
                    <a:pt x="70" y="24"/>
                  </a:cubicBezTo>
                  <a:cubicBezTo>
                    <a:pt x="72" y="23"/>
                    <a:pt x="73" y="23"/>
                    <a:pt x="74" y="22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5" y="21"/>
                    <a:pt x="76" y="19"/>
                    <a:pt x="73" y="14"/>
                  </a:cubicBezTo>
                  <a:cubicBezTo>
                    <a:pt x="73" y="13"/>
                    <a:pt x="72" y="12"/>
                    <a:pt x="72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69" y="7"/>
                    <a:pt x="69" y="4"/>
                    <a:pt x="68" y="3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1"/>
                    <a:pt x="67" y="0"/>
                    <a:pt x="64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2"/>
                    <a:pt x="64" y="2"/>
                    <a:pt x="63" y="2"/>
                  </a:cubicBezTo>
                  <a:cubicBezTo>
                    <a:pt x="60" y="5"/>
                    <a:pt x="62" y="15"/>
                    <a:pt x="59" y="22"/>
                  </a:cubicBezTo>
                  <a:cubicBezTo>
                    <a:pt x="57" y="28"/>
                    <a:pt x="55" y="33"/>
                    <a:pt x="53" y="35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id="{FC3E9500-372B-F225-05FF-3FA55609E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159" y="2985988"/>
              <a:ext cx="32538" cy="25217"/>
            </a:xfrm>
            <a:custGeom>
              <a:avLst/>
              <a:gdLst>
                <a:gd name="T0" fmla="*/ 12 w 17"/>
                <a:gd name="T1" fmla="*/ 1 h 13"/>
                <a:gd name="T2" fmla="*/ 10 w 17"/>
                <a:gd name="T3" fmla="*/ 1 h 13"/>
                <a:gd name="T4" fmla="*/ 9 w 17"/>
                <a:gd name="T5" fmla="*/ 1 h 13"/>
                <a:gd name="T6" fmla="*/ 9 w 17"/>
                <a:gd name="T7" fmla="*/ 12 h 13"/>
                <a:gd name="T8" fmla="*/ 13 w 17"/>
                <a:gd name="T9" fmla="*/ 11 h 13"/>
                <a:gd name="T10" fmla="*/ 12 w 17"/>
                <a:gd name="T11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3">
                  <a:moveTo>
                    <a:pt x="12" y="1"/>
                  </a:move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9" y="1"/>
                    <a:pt x="9" y="1"/>
                  </a:cubicBezTo>
                  <a:cubicBezTo>
                    <a:pt x="7" y="0"/>
                    <a:pt x="0" y="13"/>
                    <a:pt x="9" y="12"/>
                  </a:cubicBezTo>
                  <a:cubicBezTo>
                    <a:pt x="11" y="12"/>
                    <a:pt x="12" y="12"/>
                    <a:pt x="13" y="11"/>
                  </a:cubicBezTo>
                  <a:cubicBezTo>
                    <a:pt x="17" y="9"/>
                    <a:pt x="16" y="4"/>
                    <a:pt x="12" y="1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43" name="Freeform 79">
              <a:extLst>
                <a:ext uri="{FF2B5EF4-FFF2-40B4-BE49-F238E27FC236}">
                  <a16:creationId xmlns:a16="http://schemas.microsoft.com/office/drawing/2014/main" id="{19A567AF-AD01-0589-9557-2187E576C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316" y="3028287"/>
              <a:ext cx="63449" cy="47993"/>
            </a:xfrm>
            <a:custGeom>
              <a:avLst/>
              <a:gdLst>
                <a:gd name="T0" fmla="*/ 33 w 33"/>
                <a:gd name="T1" fmla="*/ 10 h 25"/>
                <a:gd name="T2" fmla="*/ 25 w 33"/>
                <a:gd name="T3" fmla="*/ 0 h 25"/>
                <a:gd name="T4" fmla="*/ 24 w 33"/>
                <a:gd name="T5" fmla="*/ 1 h 25"/>
                <a:gd name="T6" fmla="*/ 24 w 33"/>
                <a:gd name="T7" fmla="*/ 0 h 25"/>
                <a:gd name="T8" fmla="*/ 19 w 33"/>
                <a:gd name="T9" fmla="*/ 7 h 25"/>
                <a:gd name="T10" fmla="*/ 14 w 33"/>
                <a:gd name="T11" fmla="*/ 6 h 25"/>
                <a:gd name="T12" fmla="*/ 6 w 33"/>
                <a:gd name="T13" fmla="*/ 7 h 25"/>
                <a:gd name="T14" fmla="*/ 1 w 33"/>
                <a:gd name="T15" fmla="*/ 14 h 25"/>
                <a:gd name="T16" fmla="*/ 16 w 33"/>
                <a:gd name="T17" fmla="*/ 19 h 25"/>
                <a:gd name="T18" fmla="*/ 24 w 33"/>
                <a:gd name="T19" fmla="*/ 24 h 25"/>
                <a:gd name="T20" fmla="*/ 26 w 33"/>
                <a:gd name="T21" fmla="*/ 23 h 25"/>
                <a:gd name="T22" fmla="*/ 31 w 33"/>
                <a:gd name="T23" fmla="*/ 18 h 25"/>
                <a:gd name="T24" fmla="*/ 30 w 33"/>
                <a:gd name="T25" fmla="*/ 18 h 25"/>
                <a:gd name="T26" fmla="*/ 32 w 33"/>
                <a:gd name="T27" fmla="*/ 10 h 25"/>
                <a:gd name="T28" fmla="*/ 32 w 33"/>
                <a:gd name="T29" fmla="*/ 10 h 25"/>
                <a:gd name="T30" fmla="*/ 33 w 33"/>
                <a:gd name="T31" fmla="*/ 10 h 25"/>
                <a:gd name="T32" fmla="*/ 33 w 33"/>
                <a:gd name="T33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" h="25">
                  <a:moveTo>
                    <a:pt x="33" y="10"/>
                  </a:moveTo>
                  <a:cubicBezTo>
                    <a:pt x="31" y="6"/>
                    <a:pt x="25" y="0"/>
                    <a:pt x="25" y="0"/>
                  </a:cubicBezTo>
                  <a:cubicBezTo>
                    <a:pt x="25" y="0"/>
                    <a:pt x="25" y="0"/>
                    <a:pt x="24" y="1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1" y="4"/>
                    <a:pt x="20" y="6"/>
                    <a:pt x="19" y="7"/>
                  </a:cubicBezTo>
                  <a:cubicBezTo>
                    <a:pt x="17" y="8"/>
                    <a:pt x="16" y="7"/>
                    <a:pt x="14" y="6"/>
                  </a:cubicBezTo>
                  <a:cubicBezTo>
                    <a:pt x="11" y="5"/>
                    <a:pt x="9" y="5"/>
                    <a:pt x="6" y="7"/>
                  </a:cubicBezTo>
                  <a:cubicBezTo>
                    <a:pt x="3" y="9"/>
                    <a:pt x="0" y="13"/>
                    <a:pt x="1" y="14"/>
                  </a:cubicBezTo>
                  <a:cubicBezTo>
                    <a:pt x="3" y="17"/>
                    <a:pt x="14" y="14"/>
                    <a:pt x="16" y="19"/>
                  </a:cubicBezTo>
                  <a:cubicBezTo>
                    <a:pt x="19" y="24"/>
                    <a:pt x="19" y="25"/>
                    <a:pt x="24" y="24"/>
                  </a:cubicBezTo>
                  <a:cubicBezTo>
                    <a:pt x="24" y="24"/>
                    <a:pt x="25" y="23"/>
                    <a:pt x="26" y="23"/>
                  </a:cubicBezTo>
                  <a:cubicBezTo>
                    <a:pt x="28" y="22"/>
                    <a:pt x="30" y="20"/>
                    <a:pt x="31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3" y="12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55" name="Freeform 85">
              <a:extLst>
                <a:ext uri="{FF2B5EF4-FFF2-40B4-BE49-F238E27FC236}">
                  <a16:creationId xmlns:a16="http://schemas.microsoft.com/office/drawing/2014/main" id="{BFE0DCED-E9F1-2EB2-0628-3D6748C02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0220" y="3441277"/>
              <a:ext cx="63449" cy="21150"/>
            </a:xfrm>
            <a:custGeom>
              <a:avLst/>
              <a:gdLst>
                <a:gd name="T0" fmla="*/ 33 w 33"/>
                <a:gd name="T1" fmla="*/ 1 h 11"/>
                <a:gd name="T2" fmla="*/ 32 w 33"/>
                <a:gd name="T3" fmla="*/ 1 h 11"/>
                <a:gd name="T4" fmla="*/ 32 w 33"/>
                <a:gd name="T5" fmla="*/ 0 h 11"/>
                <a:gd name="T6" fmla="*/ 28 w 33"/>
                <a:gd name="T7" fmla="*/ 1 h 11"/>
                <a:gd name="T8" fmla="*/ 26 w 33"/>
                <a:gd name="T9" fmla="*/ 1 h 11"/>
                <a:gd name="T10" fmla="*/ 15 w 33"/>
                <a:gd name="T11" fmla="*/ 3 h 11"/>
                <a:gd name="T12" fmla="*/ 5 w 33"/>
                <a:gd name="T13" fmla="*/ 2 h 11"/>
                <a:gd name="T14" fmla="*/ 4 w 33"/>
                <a:gd name="T15" fmla="*/ 3 h 11"/>
                <a:gd name="T16" fmla="*/ 4 w 33"/>
                <a:gd name="T17" fmla="*/ 2 h 11"/>
                <a:gd name="T18" fmla="*/ 8 w 33"/>
                <a:gd name="T19" fmla="*/ 10 h 11"/>
                <a:gd name="T20" fmla="*/ 28 w 33"/>
                <a:gd name="T21" fmla="*/ 8 h 11"/>
                <a:gd name="T22" fmla="*/ 29 w 33"/>
                <a:gd name="T23" fmla="*/ 7 h 11"/>
                <a:gd name="T24" fmla="*/ 33 w 33"/>
                <a:gd name="T2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11">
                  <a:moveTo>
                    <a:pt x="33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0"/>
                    <a:pt x="30" y="0"/>
                    <a:pt x="28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1" y="2"/>
                    <a:pt x="16" y="3"/>
                    <a:pt x="15" y="3"/>
                  </a:cubicBezTo>
                  <a:cubicBezTo>
                    <a:pt x="14" y="4"/>
                    <a:pt x="5" y="2"/>
                    <a:pt x="5" y="2"/>
                  </a:cubicBezTo>
                  <a:cubicBezTo>
                    <a:pt x="4" y="2"/>
                    <a:pt x="4" y="2"/>
                    <a:pt x="4" y="3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0" y="7"/>
                    <a:pt x="3" y="11"/>
                    <a:pt x="8" y="10"/>
                  </a:cubicBezTo>
                  <a:cubicBezTo>
                    <a:pt x="14" y="10"/>
                    <a:pt x="25" y="8"/>
                    <a:pt x="28" y="8"/>
                  </a:cubicBezTo>
                  <a:cubicBezTo>
                    <a:pt x="28" y="8"/>
                    <a:pt x="28" y="7"/>
                    <a:pt x="29" y="7"/>
                  </a:cubicBezTo>
                  <a:cubicBezTo>
                    <a:pt x="31" y="6"/>
                    <a:pt x="33" y="3"/>
                    <a:pt x="33" y="1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56" name="Freeform 89">
              <a:extLst>
                <a:ext uri="{FF2B5EF4-FFF2-40B4-BE49-F238E27FC236}">
                  <a16:creationId xmlns:a16="http://schemas.microsoft.com/office/drawing/2014/main" id="{43476F81-695B-FE8F-22CD-BA0E679E5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793" y="2820044"/>
              <a:ext cx="26844" cy="40673"/>
            </a:xfrm>
            <a:custGeom>
              <a:avLst/>
              <a:gdLst>
                <a:gd name="T0" fmla="*/ 12 w 14"/>
                <a:gd name="T1" fmla="*/ 0 h 21"/>
                <a:gd name="T2" fmla="*/ 10 w 14"/>
                <a:gd name="T3" fmla="*/ 1 h 21"/>
                <a:gd name="T4" fmla="*/ 5 w 14"/>
                <a:gd name="T5" fmla="*/ 20 h 21"/>
                <a:gd name="T6" fmla="*/ 7 w 14"/>
                <a:gd name="T7" fmla="*/ 19 h 21"/>
                <a:gd name="T8" fmla="*/ 14 w 14"/>
                <a:gd name="T9" fmla="*/ 10 h 21"/>
                <a:gd name="T10" fmla="*/ 13 w 14"/>
                <a:gd name="T11" fmla="*/ 10 h 21"/>
                <a:gd name="T12" fmla="*/ 13 w 14"/>
                <a:gd name="T13" fmla="*/ 2 h 21"/>
                <a:gd name="T14" fmla="*/ 14 w 14"/>
                <a:gd name="T15" fmla="*/ 2 h 21"/>
                <a:gd name="T16" fmla="*/ 12 w 14"/>
                <a:gd name="T1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21">
                  <a:moveTo>
                    <a:pt x="12" y="0"/>
                  </a:moveTo>
                  <a:cubicBezTo>
                    <a:pt x="11" y="0"/>
                    <a:pt x="11" y="1"/>
                    <a:pt x="10" y="1"/>
                  </a:cubicBezTo>
                  <a:cubicBezTo>
                    <a:pt x="3" y="4"/>
                    <a:pt x="0" y="21"/>
                    <a:pt x="5" y="20"/>
                  </a:cubicBezTo>
                  <a:cubicBezTo>
                    <a:pt x="6" y="20"/>
                    <a:pt x="7" y="20"/>
                    <a:pt x="7" y="19"/>
                  </a:cubicBezTo>
                  <a:cubicBezTo>
                    <a:pt x="10" y="18"/>
                    <a:pt x="12" y="14"/>
                    <a:pt x="14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4" y="6"/>
                    <a:pt x="14" y="3"/>
                    <a:pt x="13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1"/>
                    <a:pt x="13" y="0"/>
                    <a:pt x="12" y="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57" name="Freeform 33">
              <a:extLst>
                <a:ext uri="{FF2B5EF4-FFF2-40B4-BE49-F238E27FC236}">
                  <a16:creationId xmlns:a16="http://schemas.microsoft.com/office/drawing/2014/main" id="{70DEA8E7-C88E-B555-99EA-55E51FD3C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639" y="2266899"/>
              <a:ext cx="115510" cy="52061"/>
            </a:xfrm>
            <a:custGeom>
              <a:avLst/>
              <a:gdLst>
                <a:gd name="T0" fmla="*/ 52 w 60"/>
                <a:gd name="T1" fmla="*/ 16 h 27"/>
                <a:gd name="T2" fmla="*/ 53 w 60"/>
                <a:gd name="T3" fmla="*/ 16 h 27"/>
                <a:gd name="T4" fmla="*/ 57 w 60"/>
                <a:gd name="T5" fmla="*/ 7 h 27"/>
                <a:gd name="T6" fmla="*/ 56 w 60"/>
                <a:gd name="T7" fmla="*/ 6 h 27"/>
                <a:gd name="T8" fmla="*/ 55 w 60"/>
                <a:gd name="T9" fmla="*/ 6 h 27"/>
                <a:gd name="T10" fmla="*/ 44 w 60"/>
                <a:gd name="T11" fmla="*/ 2 h 27"/>
                <a:gd name="T12" fmla="*/ 32 w 60"/>
                <a:gd name="T13" fmla="*/ 5 h 27"/>
                <a:gd name="T14" fmla="*/ 24 w 60"/>
                <a:gd name="T15" fmla="*/ 6 h 27"/>
                <a:gd name="T16" fmla="*/ 20 w 60"/>
                <a:gd name="T17" fmla="*/ 6 h 27"/>
                <a:gd name="T18" fmla="*/ 18 w 60"/>
                <a:gd name="T19" fmla="*/ 5 h 27"/>
                <a:gd name="T20" fmla="*/ 4 w 60"/>
                <a:gd name="T21" fmla="*/ 2 h 27"/>
                <a:gd name="T22" fmla="*/ 2 w 60"/>
                <a:gd name="T23" fmla="*/ 10 h 27"/>
                <a:gd name="T24" fmla="*/ 9 w 60"/>
                <a:gd name="T25" fmla="*/ 19 h 27"/>
                <a:gd name="T26" fmla="*/ 21 w 60"/>
                <a:gd name="T27" fmla="*/ 21 h 27"/>
                <a:gd name="T28" fmla="*/ 30 w 60"/>
                <a:gd name="T29" fmla="*/ 25 h 27"/>
                <a:gd name="T30" fmla="*/ 41 w 60"/>
                <a:gd name="T31" fmla="*/ 19 h 27"/>
                <a:gd name="T32" fmla="*/ 52 w 60"/>
                <a:gd name="T33" fmla="*/ 17 h 27"/>
                <a:gd name="T34" fmla="*/ 52 w 60"/>
                <a:gd name="T35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0" h="27">
                  <a:moveTo>
                    <a:pt x="52" y="16"/>
                  </a:moveTo>
                  <a:cubicBezTo>
                    <a:pt x="52" y="16"/>
                    <a:pt x="53" y="16"/>
                    <a:pt x="53" y="16"/>
                  </a:cubicBezTo>
                  <a:cubicBezTo>
                    <a:pt x="53" y="16"/>
                    <a:pt x="60" y="9"/>
                    <a:pt x="57" y="7"/>
                  </a:cubicBezTo>
                  <a:cubicBezTo>
                    <a:pt x="57" y="6"/>
                    <a:pt x="57" y="6"/>
                    <a:pt x="56" y="6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51" y="4"/>
                    <a:pt x="47" y="3"/>
                    <a:pt x="44" y="2"/>
                  </a:cubicBezTo>
                  <a:cubicBezTo>
                    <a:pt x="41" y="2"/>
                    <a:pt x="38" y="5"/>
                    <a:pt x="32" y="5"/>
                  </a:cubicBezTo>
                  <a:cubicBezTo>
                    <a:pt x="29" y="5"/>
                    <a:pt x="26" y="6"/>
                    <a:pt x="24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6"/>
                    <a:pt x="19" y="5"/>
                    <a:pt x="18" y="5"/>
                  </a:cubicBezTo>
                  <a:cubicBezTo>
                    <a:pt x="16" y="2"/>
                    <a:pt x="5" y="0"/>
                    <a:pt x="4" y="2"/>
                  </a:cubicBezTo>
                  <a:cubicBezTo>
                    <a:pt x="2" y="5"/>
                    <a:pt x="0" y="5"/>
                    <a:pt x="2" y="10"/>
                  </a:cubicBezTo>
                  <a:cubicBezTo>
                    <a:pt x="5" y="16"/>
                    <a:pt x="7" y="19"/>
                    <a:pt x="9" y="19"/>
                  </a:cubicBezTo>
                  <a:cubicBezTo>
                    <a:pt x="12" y="18"/>
                    <a:pt x="20" y="18"/>
                    <a:pt x="21" y="21"/>
                  </a:cubicBezTo>
                  <a:cubicBezTo>
                    <a:pt x="21" y="24"/>
                    <a:pt x="24" y="27"/>
                    <a:pt x="30" y="25"/>
                  </a:cubicBezTo>
                  <a:cubicBezTo>
                    <a:pt x="35" y="23"/>
                    <a:pt x="40" y="22"/>
                    <a:pt x="41" y="19"/>
                  </a:cubicBezTo>
                  <a:cubicBezTo>
                    <a:pt x="43" y="17"/>
                    <a:pt x="52" y="17"/>
                    <a:pt x="52" y="17"/>
                  </a:cubicBezTo>
                  <a:cubicBezTo>
                    <a:pt x="52" y="17"/>
                    <a:pt x="52" y="17"/>
                    <a:pt x="52" y="16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1F565AC3-BFBE-F338-D817-10629536A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956" y="2413320"/>
              <a:ext cx="53688" cy="61822"/>
            </a:xfrm>
            <a:custGeom>
              <a:avLst/>
              <a:gdLst>
                <a:gd name="T0" fmla="*/ 3 w 28"/>
                <a:gd name="T1" fmla="*/ 22 h 32"/>
                <a:gd name="T2" fmla="*/ 7 w 28"/>
                <a:gd name="T3" fmla="*/ 31 h 32"/>
                <a:gd name="T4" fmla="*/ 19 w 28"/>
                <a:gd name="T5" fmla="*/ 26 h 32"/>
                <a:gd name="T6" fmla="*/ 27 w 28"/>
                <a:gd name="T7" fmla="*/ 19 h 32"/>
                <a:gd name="T8" fmla="*/ 27 w 28"/>
                <a:gd name="T9" fmla="*/ 19 h 32"/>
                <a:gd name="T10" fmla="*/ 28 w 28"/>
                <a:gd name="T11" fmla="*/ 15 h 32"/>
                <a:gd name="T12" fmla="*/ 28 w 28"/>
                <a:gd name="T13" fmla="*/ 8 h 32"/>
                <a:gd name="T14" fmla="*/ 27 w 28"/>
                <a:gd name="T15" fmla="*/ 8 h 32"/>
                <a:gd name="T16" fmla="*/ 25 w 28"/>
                <a:gd name="T17" fmla="*/ 3 h 32"/>
                <a:gd name="T18" fmla="*/ 16 w 28"/>
                <a:gd name="T19" fmla="*/ 1 h 32"/>
                <a:gd name="T20" fmla="*/ 8 w 28"/>
                <a:gd name="T21" fmla="*/ 8 h 32"/>
                <a:gd name="T22" fmla="*/ 6 w 28"/>
                <a:gd name="T23" fmla="*/ 8 h 32"/>
                <a:gd name="T24" fmla="*/ 5 w 28"/>
                <a:gd name="T25" fmla="*/ 8 h 32"/>
                <a:gd name="T26" fmla="*/ 3 w 28"/>
                <a:gd name="T27" fmla="*/ 13 h 32"/>
                <a:gd name="T28" fmla="*/ 3 w 28"/>
                <a:gd name="T2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32">
                  <a:moveTo>
                    <a:pt x="3" y="22"/>
                  </a:moveTo>
                  <a:cubicBezTo>
                    <a:pt x="0" y="23"/>
                    <a:pt x="3" y="30"/>
                    <a:pt x="7" y="31"/>
                  </a:cubicBezTo>
                  <a:cubicBezTo>
                    <a:pt x="11" y="32"/>
                    <a:pt x="16" y="28"/>
                    <a:pt x="19" y="26"/>
                  </a:cubicBezTo>
                  <a:cubicBezTo>
                    <a:pt x="22" y="25"/>
                    <a:pt x="25" y="23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8" y="18"/>
                    <a:pt x="28" y="17"/>
                    <a:pt x="28" y="15"/>
                  </a:cubicBezTo>
                  <a:cubicBezTo>
                    <a:pt x="28" y="12"/>
                    <a:pt x="28" y="10"/>
                    <a:pt x="28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6"/>
                    <a:pt x="25" y="4"/>
                    <a:pt x="25" y="3"/>
                  </a:cubicBezTo>
                  <a:cubicBezTo>
                    <a:pt x="23" y="1"/>
                    <a:pt x="19" y="0"/>
                    <a:pt x="16" y="1"/>
                  </a:cubicBezTo>
                  <a:cubicBezTo>
                    <a:pt x="12" y="2"/>
                    <a:pt x="11" y="7"/>
                    <a:pt x="8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3" y="9"/>
                    <a:pt x="2" y="10"/>
                    <a:pt x="3" y="13"/>
                  </a:cubicBezTo>
                  <a:cubicBezTo>
                    <a:pt x="4" y="17"/>
                    <a:pt x="6" y="20"/>
                    <a:pt x="3" y="22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45301B1E-FE50-1DCD-279D-18EB79C3C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121" y="2366953"/>
              <a:ext cx="108189" cy="119577"/>
            </a:xfrm>
            <a:custGeom>
              <a:avLst/>
              <a:gdLst>
                <a:gd name="T0" fmla="*/ 14 w 56"/>
                <a:gd name="T1" fmla="*/ 30 h 62"/>
                <a:gd name="T2" fmla="*/ 25 w 56"/>
                <a:gd name="T3" fmla="*/ 37 h 62"/>
                <a:gd name="T4" fmla="*/ 9 w 56"/>
                <a:gd name="T5" fmla="*/ 54 h 62"/>
                <a:gd name="T6" fmla="*/ 21 w 56"/>
                <a:gd name="T7" fmla="*/ 56 h 62"/>
                <a:gd name="T8" fmla="*/ 21 w 56"/>
                <a:gd name="T9" fmla="*/ 61 h 62"/>
                <a:gd name="T10" fmla="*/ 23 w 56"/>
                <a:gd name="T11" fmla="*/ 61 h 62"/>
                <a:gd name="T12" fmla="*/ 27 w 56"/>
                <a:gd name="T13" fmla="*/ 58 h 62"/>
                <a:gd name="T14" fmla="*/ 29 w 56"/>
                <a:gd name="T15" fmla="*/ 57 h 62"/>
                <a:gd name="T16" fmla="*/ 45 w 56"/>
                <a:gd name="T17" fmla="*/ 60 h 62"/>
                <a:gd name="T18" fmla="*/ 49 w 56"/>
                <a:gd name="T19" fmla="*/ 59 h 62"/>
                <a:gd name="T20" fmla="*/ 56 w 56"/>
                <a:gd name="T21" fmla="*/ 51 h 62"/>
                <a:gd name="T22" fmla="*/ 55 w 56"/>
                <a:gd name="T23" fmla="*/ 51 h 62"/>
                <a:gd name="T24" fmla="*/ 55 w 56"/>
                <a:gd name="T25" fmla="*/ 50 h 62"/>
                <a:gd name="T26" fmla="*/ 52 w 56"/>
                <a:gd name="T27" fmla="*/ 43 h 62"/>
                <a:gd name="T28" fmla="*/ 53 w 56"/>
                <a:gd name="T29" fmla="*/ 43 h 62"/>
                <a:gd name="T30" fmla="*/ 46 w 56"/>
                <a:gd name="T31" fmla="*/ 36 h 62"/>
                <a:gd name="T32" fmla="*/ 41 w 56"/>
                <a:gd name="T33" fmla="*/ 31 h 62"/>
                <a:gd name="T34" fmla="*/ 40 w 56"/>
                <a:gd name="T35" fmla="*/ 31 h 62"/>
                <a:gd name="T36" fmla="*/ 34 w 56"/>
                <a:gd name="T37" fmla="*/ 24 h 62"/>
                <a:gd name="T38" fmla="*/ 36 w 56"/>
                <a:gd name="T39" fmla="*/ 24 h 62"/>
                <a:gd name="T40" fmla="*/ 33 w 56"/>
                <a:gd name="T41" fmla="*/ 21 h 62"/>
                <a:gd name="T42" fmla="*/ 39 w 56"/>
                <a:gd name="T43" fmla="*/ 12 h 62"/>
                <a:gd name="T44" fmla="*/ 39 w 56"/>
                <a:gd name="T45" fmla="*/ 12 h 62"/>
                <a:gd name="T46" fmla="*/ 40 w 56"/>
                <a:gd name="T47" fmla="*/ 7 h 62"/>
                <a:gd name="T48" fmla="*/ 28 w 56"/>
                <a:gd name="T49" fmla="*/ 4 h 62"/>
                <a:gd name="T50" fmla="*/ 36 w 56"/>
                <a:gd name="T51" fmla="*/ 4 h 62"/>
                <a:gd name="T52" fmla="*/ 23 w 56"/>
                <a:gd name="T53" fmla="*/ 2 h 62"/>
                <a:gd name="T54" fmla="*/ 17 w 56"/>
                <a:gd name="T55" fmla="*/ 2 h 62"/>
                <a:gd name="T56" fmla="*/ 12 w 56"/>
                <a:gd name="T57" fmla="*/ 7 h 62"/>
                <a:gd name="T58" fmla="*/ 4 w 56"/>
                <a:gd name="T59" fmla="*/ 7 h 62"/>
                <a:gd name="T60" fmla="*/ 3 w 56"/>
                <a:gd name="T61" fmla="*/ 18 h 62"/>
                <a:gd name="T62" fmla="*/ 14 w 56"/>
                <a:gd name="T63" fmla="*/ 3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62">
                  <a:moveTo>
                    <a:pt x="14" y="30"/>
                  </a:moveTo>
                  <a:cubicBezTo>
                    <a:pt x="19" y="32"/>
                    <a:pt x="29" y="34"/>
                    <a:pt x="25" y="37"/>
                  </a:cubicBezTo>
                  <a:cubicBezTo>
                    <a:pt x="21" y="39"/>
                    <a:pt x="9" y="51"/>
                    <a:pt x="9" y="54"/>
                  </a:cubicBezTo>
                  <a:cubicBezTo>
                    <a:pt x="7" y="58"/>
                    <a:pt x="21" y="56"/>
                    <a:pt x="21" y="56"/>
                  </a:cubicBezTo>
                  <a:cubicBezTo>
                    <a:pt x="21" y="56"/>
                    <a:pt x="19" y="60"/>
                    <a:pt x="21" y="61"/>
                  </a:cubicBezTo>
                  <a:cubicBezTo>
                    <a:pt x="22" y="62"/>
                    <a:pt x="23" y="61"/>
                    <a:pt x="23" y="61"/>
                  </a:cubicBezTo>
                  <a:cubicBezTo>
                    <a:pt x="24" y="60"/>
                    <a:pt x="25" y="59"/>
                    <a:pt x="27" y="58"/>
                  </a:cubicBezTo>
                  <a:cubicBezTo>
                    <a:pt x="27" y="58"/>
                    <a:pt x="28" y="57"/>
                    <a:pt x="29" y="57"/>
                  </a:cubicBezTo>
                  <a:cubicBezTo>
                    <a:pt x="33" y="57"/>
                    <a:pt x="41" y="60"/>
                    <a:pt x="45" y="60"/>
                  </a:cubicBezTo>
                  <a:cubicBezTo>
                    <a:pt x="46" y="60"/>
                    <a:pt x="48" y="60"/>
                    <a:pt x="49" y="59"/>
                  </a:cubicBezTo>
                  <a:cubicBezTo>
                    <a:pt x="52" y="57"/>
                    <a:pt x="55" y="54"/>
                    <a:pt x="56" y="51"/>
                  </a:cubicBezTo>
                  <a:cubicBezTo>
                    <a:pt x="55" y="51"/>
                    <a:pt x="55" y="51"/>
                    <a:pt x="55" y="51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5" y="48"/>
                    <a:pt x="53" y="45"/>
                    <a:pt x="52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1" y="40"/>
                    <a:pt x="48" y="38"/>
                    <a:pt x="46" y="36"/>
                  </a:cubicBezTo>
                  <a:cubicBezTo>
                    <a:pt x="44" y="35"/>
                    <a:pt x="43" y="34"/>
                    <a:pt x="41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8" y="29"/>
                    <a:pt x="36" y="26"/>
                    <a:pt x="34" y="2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5" y="22"/>
                    <a:pt x="34" y="21"/>
                    <a:pt x="33" y="21"/>
                  </a:cubicBezTo>
                  <a:cubicBezTo>
                    <a:pt x="31" y="19"/>
                    <a:pt x="37" y="16"/>
                    <a:pt x="39" y="12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40" y="10"/>
                    <a:pt x="41" y="9"/>
                    <a:pt x="40" y="7"/>
                  </a:cubicBezTo>
                  <a:cubicBezTo>
                    <a:pt x="38" y="5"/>
                    <a:pt x="33" y="5"/>
                    <a:pt x="28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1" y="4"/>
                    <a:pt x="26" y="4"/>
                    <a:pt x="23" y="2"/>
                  </a:cubicBezTo>
                  <a:cubicBezTo>
                    <a:pt x="21" y="0"/>
                    <a:pt x="19" y="1"/>
                    <a:pt x="17" y="2"/>
                  </a:cubicBezTo>
                  <a:cubicBezTo>
                    <a:pt x="15" y="3"/>
                    <a:pt x="13" y="5"/>
                    <a:pt x="12" y="7"/>
                  </a:cubicBezTo>
                  <a:cubicBezTo>
                    <a:pt x="10" y="10"/>
                    <a:pt x="7" y="6"/>
                    <a:pt x="4" y="7"/>
                  </a:cubicBezTo>
                  <a:cubicBezTo>
                    <a:pt x="0" y="9"/>
                    <a:pt x="1" y="15"/>
                    <a:pt x="3" y="18"/>
                  </a:cubicBezTo>
                  <a:cubicBezTo>
                    <a:pt x="5" y="21"/>
                    <a:pt x="9" y="27"/>
                    <a:pt x="14" y="3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9F9C8987-F355-A04F-7E2E-A87B67FE2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258" y="2527203"/>
              <a:ext cx="87039" cy="74837"/>
            </a:xfrm>
            <a:custGeom>
              <a:avLst/>
              <a:gdLst>
                <a:gd name="T0" fmla="*/ 1 w 45"/>
                <a:gd name="T1" fmla="*/ 26 h 39"/>
                <a:gd name="T2" fmla="*/ 0 w 45"/>
                <a:gd name="T3" fmla="*/ 26 h 39"/>
                <a:gd name="T4" fmla="*/ 0 w 45"/>
                <a:gd name="T5" fmla="*/ 24 h 39"/>
                <a:gd name="T6" fmla="*/ 0 w 45"/>
                <a:gd name="T7" fmla="*/ 18 h 39"/>
                <a:gd name="T8" fmla="*/ 1 w 45"/>
                <a:gd name="T9" fmla="*/ 18 h 39"/>
                <a:gd name="T10" fmla="*/ 1 w 45"/>
                <a:gd name="T11" fmla="*/ 7 h 39"/>
                <a:gd name="T12" fmla="*/ 1 w 45"/>
                <a:gd name="T13" fmla="*/ 7 h 39"/>
                <a:gd name="T14" fmla="*/ 1 w 45"/>
                <a:gd name="T15" fmla="*/ 7 h 39"/>
                <a:gd name="T16" fmla="*/ 12 w 45"/>
                <a:gd name="T17" fmla="*/ 0 h 39"/>
                <a:gd name="T18" fmla="*/ 26 w 45"/>
                <a:gd name="T19" fmla="*/ 3 h 39"/>
                <a:gd name="T20" fmla="*/ 38 w 45"/>
                <a:gd name="T21" fmla="*/ 3 h 39"/>
                <a:gd name="T22" fmla="*/ 45 w 45"/>
                <a:gd name="T23" fmla="*/ 14 h 39"/>
                <a:gd name="T24" fmla="*/ 39 w 45"/>
                <a:gd name="T25" fmla="*/ 7 h 39"/>
                <a:gd name="T26" fmla="*/ 39 w 45"/>
                <a:gd name="T27" fmla="*/ 7 h 39"/>
                <a:gd name="T28" fmla="*/ 38 w 45"/>
                <a:gd name="T29" fmla="*/ 7 h 39"/>
                <a:gd name="T30" fmla="*/ 38 w 45"/>
                <a:gd name="T31" fmla="*/ 8 h 39"/>
                <a:gd name="T32" fmla="*/ 38 w 45"/>
                <a:gd name="T33" fmla="*/ 8 h 39"/>
                <a:gd name="T34" fmla="*/ 36 w 45"/>
                <a:gd name="T35" fmla="*/ 19 h 39"/>
                <a:gd name="T36" fmla="*/ 32 w 45"/>
                <a:gd name="T37" fmla="*/ 26 h 39"/>
                <a:gd name="T38" fmla="*/ 31 w 45"/>
                <a:gd name="T39" fmla="*/ 26 h 39"/>
                <a:gd name="T40" fmla="*/ 31 w 45"/>
                <a:gd name="T41" fmla="*/ 26 h 39"/>
                <a:gd name="T42" fmla="*/ 31 w 45"/>
                <a:gd name="T43" fmla="*/ 26 h 39"/>
                <a:gd name="T44" fmla="*/ 29 w 45"/>
                <a:gd name="T45" fmla="*/ 26 h 39"/>
                <a:gd name="T46" fmla="*/ 27 w 45"/>
                <a:gd name="T47" fmla="*/ 18 h 39"/>
                <a:gd name="T48" fmla="*/ 28 w 45"/>
                <a:gd name="T49" fmla="*/ 18 h 39"/>
                <a:gd name="T50" fmla="*/ 28 w 45"/>
                <a:gd name="T51" fmla="*/ 15 h 39"/>
                <a:gd name="T52" fmla="*/ 24 w 45"/>
                <a:gd name="T53" fmla="*/ 7 h 39"/>
                <a:gd name="T54" fmla="*/ 17 w 45"/>
                <a:gd name="T55" fmla="*/ 7 h 39"/>
                <a:gd name="T56" fmla="*/ 16 w 45"/>
                <a:gd name="T57" fmla="*/ 7 h 39"/>
                <a:gd name="T58" fmla="*/ 9 w 45"/>
                <a:gd name="T59" fmla="*/ 14 h 39"/>
                <a:gd name="T60" fmla="*/ 7 w 45"/>
                <a:gd name="T61" fmla="*/ 28 h 39"/>
                <a:gd name="T62" fmla="*/ 6 w 45"/>
                <a:gd name="T63" fmla="*/ 37 h 39"/>
                <a:gd name="T64" fmla="*/ 5 w 45"/>
                <a:gd name="T65" fmla="*/ 38 h 39"/>
                <a:gd name="T66" fmla="*/ 5 w 45"/>
                <a:gd name="T67" fmla="*/ 38 h 39"/>
                <a:gd name="T68" fmla="*/ 3 w 45"/>
                <a:gd name="T69" fmla="*/ 38 h 39"/>
                <a:gd name="T70" fmla="*/ 1 w 45"/>
                <a:gd name="T71" fmla="*/ 38 h 39"/>
                <a:gd name="T72" fmla="*/ 3 w 45"/>
                <a:gd name="T73" fmla="*/ 38 h 39"/>
                <a:gd name="T74" fmla="*/ 1 w 45"/>
                <a:gd name="T75" fmla="*/ 2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9">
                  <a:moveTo>
                    <a:pt x="1" y="26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5"/>
                    <a:pt x="0" y="25"/>
                    <a:pt x="0" y="24"/>
                  </a:cubicBezTo>
                  <a:cubicBezTo>
                    <a:pt x="0" y="23"/>
                    <a:pt x="0" y="21"/>
                    <a:pt x="0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4"/>
                    <a:pt x="0" y="10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3" y="2"/>
                    <a:pt x="9" y="1"/>
                    <a:pt x="12" y="0"/>
                  </a:cubicBezTo>
                  <a:cubicBezTo>
                    <a:pt x="16" y="0"/>
                    <a:pt x="25" y="3"/>
                    <a:pt x="26" y="3"/>
                  </a:cubicBezTo>
                  <a:cubicBezTo>
                    <a:pt x="28" y="2"/>
                    <a:pt x="35" y="2"/>
                    <a:pt x="38" y="3"/>
                  </a:cubicBezTo>
                  <a:cubicBezTo>
                    <a:pt x="41" y="3"/>
                    <a:pt x="45" y="11"/>
                    <a:pt x="45" y="14"/>
                  </a:cubicBezTo>
                  <a:cubicBezTo>
                    <a:pt x="42" y="14"/>
                    <a:pt x="39" y="11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7"/>
                    <a:pt x="38" y="7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4"/>
                    <a:pt x="34" y="15"/>
                    <a:pt x="36" y="19"/>
                  </a:cubicBezTo>
                  <a:cubicBezTo>
                    <a:pt x="38" y="22"/>
                    <a:pt x="35" y="25"/>
                    <a:pt x="32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8" y="25"/>
                    <a:pt x="27" y="22"/>
                    <a:pt x="27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7"/>
                    <a:pt x="28" y="16"/>
                    <a:pt x="28" y="15"/>
                  </a:cubicBezTo>
                  <a:cubicBezTo>
                    <a:pt x="29" y="12"/>
                    <a:pt x="27" y="8"/>
                    <a:pt x="24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6" y="7"/>
                  </a:cubicBezTo>
                  <a:cubicBezTo>
                    <a:pt x="12" y="9"/>
                    <a:pt x="10" y="13"/>
                    <a:pt x="9" y="14"/>
                  </a:cubicBezTo>
                  <a:cubicBezTo>
                    <a:pt x="7" y="16"/>
                    <a:pt x="7" y="26"/>
                    <a:pt x="7" y="28"/>
                  </a:cubicBezTo>
                  <a:cubicBezTo>
                    <a:pt x="8" y="30"/>
                    <a:pt x="8" y="35"/>
                    <a:pt x="6" y="37"/>
                  </a:cubicBezTo>
                  <a:cubicBezTo>
                    <a:pt x="6" y="37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4" y="39"/>
                    <a:pt x="3" y="38"/>
                  </a:cubicBezTo>
                  <a:cubicBezTo>
                    <a:pt x="2" y="38"/>
                    <a:pt x="2" y="38"/>
                    <a:pt x="1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0" y="37"/>
                    <a:pt x="0" y="30"/>
                    <a:pt x="1" y="26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61" name="Freeform 83">
              <a:extLst>
                <a:ext uri="{FF2B5EF4-FFF2-40B4-BE49-F238E27FC236}">
                  <a16:creationId xmlns:a16="http://schemas.microsoft.com/office/drawing/2014/main" id="{14975775-C4EB-4E4F-3A4E-8CF677BE5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679" y="2885935"/>
              <a:ext cx="65890" cy="38232"/>
            </a:xfrm>
            <a:custGeom>
              <a:avLst/>
              <a:gdLst>
                <a:gd name="T0" fmla="*/ 24 w 34"/>
                <a:gd name="T1" fmla="*/ 2 h 20"/>
                <a:gd name="T2" fmla="*/ 13 w 34"/>
                <a:gd name="T3" fmla="*/ 2 h 20"/>
                <a:gd name="T4" fmla="*/ 11 w 34"/>
                <a:gd name="T5" fmla="*/ 3 h 20"/>
                <a:gd name="T6" fmla="*/ 0 w 34"/>
                <a:gd name="T7" fmla="*/ 12 h 20"/>
                <a:gd name="T8" fmla="*/ 9 w 34"/>
                <a:gd name="T9" fmla="*/ 13 h 20"/>
                <a:gd name="T10" fmla="*/ 18 w 34"/>
                <a:gd name="T11" fmla="*/ 17 h 20"/>
                <a:gd name="T12" fmla="*/ 28 w 34"/>
                <a:gd name="T13" fmla="*/ 15 h 20"/>
                <a:gd name="T14" fmla="*/ 33 w 34"/>
                <a:gd name="T15" fmla="*/ 17 h 20"/>
                <a:gd name="T16" fmla="*/ 34 w 34"/>
                <a:gd name="T17" fmla="*/ 14 h 20"/>
                <a:gd name="T18" fmla="*/ 33 w 34"/>
                <a:gd name="T19" fmla="*/ 14 h 20"/>
                <a:gd name="T20" fmla="*/ 31 w 34"/>
                <a:gd name="T21" fmla="*/ 7 h 20"/>
                <a:gd name="T22" fmla="*/ 32 w 34"/>
                <a:gd name="T23" fmla="*/ 7 h 20"/>
                <a:gd name="T24" fmla="*/ 24 w 34"/>
                <a:gd name="T25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20">
                  <a:moveTo>
                    <a:pt x="24" y="2"/>
                  </a:moveTo>
                  <a:cubicBezTo>
                    <a:pt x="20" y="0"/>
                    <a:pt x="16" y="2"/>
                    <a:pt x="13" y="2"/>
                  </a:cubicBezTo>
                  <a:cubicBezTo>
                    <a:pt x="12" y="2"/>
                    <a:pt x="11" y="3"/>
                    <a:pt x="11" y="3"/>
                  </a:cubicBezTo>
                  <a:cubicBezTo>
                    <a:pt x="7" y="5"/>
                    <a:pt x="0" y="12"/>
                    <a:pt x="0" y="12"/>
                  </a:cubicBezTo>
                  <a:cubicBezTo>
                    <a:pt x="0" y="12"/>
                    <a:pt x="6" y="13"/>
                    <a:pt x="9" y="13"/>
                  </a:cubicBezTo>
                  <a:cubicBezTo>
                    <a:pt x="13" y="13"/>
                    <a:pt x="15" y="16"/>
                    <a:pt x="18" y="17"/>
                  </a:cubicBezTo>
                  <a:cubicBezTo>
                    <a:pt x="21" y="19"/>
                    <a:pt x="26" y="15"/>
                    <a:pt x="28" y="15"/>
                  </a:cubicBezTo>
                  <a:cubicBezTo>
                    <a:pt x="30" y="15"/>
                    <a:pt x="32" y="20"/>
                    <a:pt x="33" y="17"/>
                  </a:cubicBezTo>
                  <a:cubicBezTo>
                    <a:pt x="33" y="18"/>
                    <a:pt x="34" y="17"/>
                    <a:pt x="34" y="14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3" y="11"/>
                    <a:pt x="32" y="9"/>
                    <a:pt x="31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0" y="4"/>
                    <a:pt x="27" y="2"/>
                    <a:pt x="24" y="2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DDC316AE-84BE-9321-CDD4-E9FB391F3D68}"/>
              </a:ext>
            </a:extLst>
          </p:cNvPr>
          <p:cNvSpPr/>
          <p:nvPr/>
        </p:nvSpPr>
        <p:spPr>
          <a:xfrm>
            <a:off x="7837517" y="5888659"/>
            <a:ext cx="3931920" cy="425232"/>
          </a:xfrm>
          <a:prstGeom prst="rect">
            <a:avLst/>
          </a:prstGeom>
          <a:solidFill>
            <a:srgbClr val="0F87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100" b="1">
                <a:solidFill>
                  <a:srgbClr val="FFFFFF"/>
                </a:solidFill>
              </a:rPr>
              <a:t>In-house Panel</a:t>
            </a:r>
            <a:r>
              <a:rPr lang="en-US" sz="1100">
                <a:solidFill>
                  <a:srgbClr val="FFFFFF"/>
                </a:solidFill>
              </a:rPr>
              <a:t> Procurement Team for vendor selection,  administrative support and coordination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CC66439-EF59-A477-6D9F-874364542EE8}"/>
              </a:ext>
            </a:extLst>
          </p:cNvPr>
          <p:cNvSpPr/>
          <p:nvPr/>
        </p:nvSpPr>
        <p:spPr>
          <a:xfrm>
            <a:off x="7837956" y="5004279"/>
            <a:ext cx="3931920" cy="384048"/>
          </a:xfrm>
          <a:prstGeom prst="rect">
            <a:avLst/>
          </a:prstGeom>
          <a:solidFill>
            <a:srgbClr val="0F87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100">
                <a:solidFill>
                  <a:srgbClr val="FFFFFF"/>
                </a:solidFill>
                <a:ea typeface="Roboto Light"/>
              </a:rPr>
              <a:t>Offering</a:t>
            </a:r>
            <a:r>
              <a:rPr lang="en-US" sz="1100" b="1">
                <a:solidFill>
                  <a:srgbClr val="FFFFFF"/>
                </a:solidFill>
                <a:ea typeface="Roboto Light"/>
              </a:rPr>
              <a:t> local language </a:t>
            </a:r>
            <a:r>
              <a:rPr lang="en-US" sz="1100">
                <a:solidFill>
                  <a:srgbClr val="FFFFFF"/>
                </a:solidFill>
                <a:ea typeface="Roboto Light"/>
              </a:rPr>
              <a:t>support for interviews/ moderation, questionnaire/ discussion guide  translations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94F18EF-24D6-2C61-FFE6-3CF03D17A77B}"/>
              </a:ext>
            </a:extLst>
          </p:cNvPr>
          <p:cNvSpPr/>
          <p:nvPr/>
        </p:nvSpPr>
        <p:spPr>
          <a:xfrm>
            <a:off x="7837079" y="5446468"/>
            <a:ext cx="3931920" cy="384048"/>
          </a:xfrm>
          <a:prstGeom prst="rect">
            <a:avLst/>
          </a:prstGeom>
          <a:solidFill>
            <a:srgbClr val="0F87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100">
                <a:solidFill>
                  <a:srgbClr val="FFFFFF"/>
                </a:solidFill>
                <a:ea typeface="Roboto Light"/>
              </a:rPr>
              <a:t>Strong </a:t>
            </a:r>
            <a:r>
              <a:rPr lang="en-US" sz="1100" b="1">
                <a:solidFill>
                  <a:srgbClr val="FFFFFF"/>
                </a:solidFill>
                <a:ea typeface="Roboto Light"/>
              </a:rPr>
              <a:t>data expertise </a:t>
            </a:r>
            <a:r>
              <a:rPr lang="en-US" sz="1100">
                <a:solidFill>
                  <a:srgbClr val="FFFFFF"/>
                </a:solidFill>
                <a:ea typeface="Roboto Light"/>
              </a:rPr>
              <a:t>to provide </a:t>
            </a:r>
            <a:r>
              <a:rPr lang="en-US" sz="1100" b="1">
                <a:solidFill>
                  <a:srgbClr val="FFFFFF"/>
                </a:solidFill>
                <a:ea typeface="Roboto Light"/>
              </a:rPr>
              <a:t>multi-mode sampling</a:t>
            </a:r>
            <a:r>
              <a:rPr lang="en-US" sz="1100">
                <a:solidFill>
                  <a:srgbClr val="FFFFFF"/>
                </a:solidFill>
                <a:ea typeface="Roboto Light"/>
              </a:rPr>
              <a:t>, </a:t>
            </a:r>
            <a:r>
              <a:rPr lang="en-US" sz="1100" b="1">
                <a:solidFill>
                  <a:srgbClr val="FFFFFF"/>
                </a:solidFill>
                <a:ea typeface="Roboto Light"/>
              </a:rPr>
              <a:t>de-duplication</a:t>
            </a:r>
            <a:r>
              <a:rPr lang="en-US" sz="1100">
                <a:solidFill>
                  <a:srgbClr val="FFFFFF"/>
                </a:solidFill>
                <a:ea typeface="Roboto Light"/>
              </a:rPr>
              <a:t>, and </a:t>
            </a:r>
            <a:r>
              <a:rPr lang="en-US" sz="1100" b="1">
                <a:solidFill>
                  <a:srgbClr val="FFFFFF"/>
                </a:solidFill>
                <a:ea typeface="Roboto Light"/>
              </a:rPr>
              <a:t>data checks to ensure data quality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3934269-B2A1-4E6A-7059-4C65B539D07B}"/>
              </a:ext>
            </a:extLst>
          </p:cNvPr>
          <p:cNvSpPr/>
          <p:nvPr/>
        </p:nvSpPr>
        <p:spPr>
          <a:xfrm>
            <a:off x="7836641" y="4562090"/>
            <a:ext cx="3931920" cy="384048"/>
          </a:xfrm>
          <a:prstGeom prst="rect">
            <a:avLst/>
          </a:prstGeom>
          <a:solidFill>
            <a:srgbClr val="0F87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100">
                <a:solidFill>
                  <a:srgbClr val="FFFFFF"/>
                </a:solidFill>
                <a:ea typeface="Roboto Light"/>
              </a:rPr>
              <a:t>Pool of</a:t>
            </a:r>
            <a:r>
              <a:rPr lang="en-US" sz="1100" b="1">
                <a:solidFill>
                  <a:srgbClr val="FFFFFF"/>
                </a:solidFill>
                <a:ea typeface="Roboto Light"/>
              </a:rPr>
              <a:t> hard-to-reach</a:t>
            </a:r>
            <a:r>
              <a:rPr lang="en-US" sz="1100">
                <a:solidFill>
                  <a:srgbClr val="FFFFFF"/>
                </a:solidFill>
                <a:ea typeface="Roboto Light"/>
              </a:rPr>
              <a:t>, high-quality, online &amp; offline, </a:t>
            </a:r>
            <a:r>
              <a:rPr lang="en-US" sz="1100" b="1">
                <a:solidFill>
                  <a:srgbClr val="FFFFFF"/>
                </a:solidFill>
                <a:ea typeface="Roboto Light"/>
              </a:rPr>
              <a:t>B2B, B2C, ITDM</a:t>
            </a:r>
            <a:r>
              <a:rPr lang="en-US" sz="1100">
                <a:solidFill>
                  <a:srgbClr val="FFFFFF"/>
                </a:solidFill>
                <a:ea typeface="Roboto Light"/>
              </a:rPr>
              <a:t>, and healthcare census samples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DBEF4E0-57CC-1B96-4826-D73776BAE5E1}"/>
              </a:ext>
            </a:extLst>
          </p:cNvPr>
          <p:cNvSpPr/>
          <p:nvPr/>
        </p:nvSpPr>
        <p:spPr>
          <a:xfrm>
            <a:off x="7836203" y="4119901"/>
            <a:ext cx="3931920" cy="384048"/>
          </a:xfrm>
          <a:prstGeom prst="rect">
            <a:avLst/>
          </a:prstGeom>
          <a:solidFill>
            <a:srgbClr val="0F87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spcAft>
                <a:spcPts val="600"/>
              </a:spcAft>
              <a:buClr>
                <a:srgbClr val="FAA635"/>
              </a:buClr>
            </a:pPr>
            <a:r>
              <a:rPr lang="en-US" sz="1100">
                <a:solidFill>
                  <a:srgbClr val="FFFFFF"/>
                </a:solidFill>
              </a:rPr>
              <a:t>Access to over </a:t>
            </a:r>
            <a:r>
              <a:rPr lang="en-US" sz="1100" b="1">
                <a:solidFill>
                  <a:srgbClr val="FFFFFF"/>
                </a:solidFill>
              </a:rPr>
              <a:t>70 million panelists </a:t>
            </a:r>
            <a:r>
              <a:rPr lang="en-US" sz="1100">
                <a:solidFill>
                  <a:srgbClr val="FFFFFF"/>
                </a:solidFill>
              </a:rPr>
              <a:t>across </a:t>
            </a:r>
            <a:r>
              <a:rPr lang="en-US" sz="1100" b="1">
                <a:solidFill>
                  <a:srgbClr val="FFFFFF"/>
                </a:solidFill>
              </a:rPr>
              <a:t>80+ countries </a:t>
            </a:r>
            <a:r>
              <a:rPr lang="en-US" sz="1100">
                <a:solidFill>
                  <a:srgbClr val="FFFFFF"/>
                </a:solidFill>
              </a:rPr>
              <a:t>from our </a:t>
            </a:r>
            <a:r>
              <a:rPr lang="en-US" sz="1100" b="1">
                <a:solidFill>
                  <a:srgbClr val="FFFFFF"/>
                </a:solidFill>
              </a:rPr>
              <a:t>150 certified global sample partners 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E100201-36F8-07B5-DA6D-B654D343E86C}"/>
              </a:ext>
            </a:extLst>
          </p:cNvPr>
          <p:cNvSpPr txBox="1"/>
          <p:nvPr/>
        </p:nvSpPr>
        <p:spPr>
          <a:xfrm>
            <a:off x="8051773" y="2196688"/>
            <a:ext cx="3474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accent2"/>
                </a:solidFill>
              </a:rPr>
              <a:t>PANEL - GLOBAL OUTREACH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4B7D3F3-4F7D-0028-A0AB-414D58980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6852940" cy="716711"/>
          </a:xfrm>
        </p:spPr>
        <p:txBody>
          <a:bodyPr/>
          <a:lstStyle/>
          <a:p>
            <a:r>
              <a:rPr lang="en-IN" sz="2600"/>
              <a:t>We have access to a range of premium databases to provide strategic insights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39202859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1379200" cy="716711"/>
          </a:xfrm>
        </p:spPr>
        <p:txBody>
          <a:bodyPr/>
          <a:lstStyle/>
          <a:p>
            <a:r>
              <a:rPr lang="en-IN"/>
              <a:t>WE BRING A PROVEN TRACK RECORD HELPING CLIENTS WORLDWIDE in the mobility sector (1/5)</a:t>
            </a:r>
            <a:endParaRPr lang="en-GB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EFB051D-3F5E-47A6-7A4F-890335F015A8}"/>
              </a:ext>
            </a:extLst>
          </p:cNvPr>
          <p:cNvGrpSpPr/>
          <p:nvPr/>
        </p:nvGrpSpPr>
        <p:grpSpPr>
          <a:xfrm rot="16200000">
            <a:off x="6684956" y="3652173"/>
            <a:ext cx="1550773" cy="846013"/>
            <a:chOff x="2105236" y="5500814"/>
            <a:chExt cx="429700" cy="4297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C955B79-3792-7E1C-1177-42B3E8DEFFB1}"/>
                </a:ext>
              </a:extLst>
            </p:cNvPr>
            <p:cNvSpPr/>
            <p:nvPr/>
          </p:nvSpPr>
          <p:spPr>
            <a:xfrm>
              <a:off x="2105236" y="5500814"/>
              <a:ext cx="429700" cy="429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err="1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B7ABB6F1-4008-9123-960C-87624E0D6A38}"/>
                </a:ext>
              </a:extLst>
            </p:cNvPr>
            <p:cNvSpPr/>
            <p:nvPr/>
          </p:nvSpPr>
          <p:spPr>
            <a:xfrm rot="10800000">
              <a:off x="2192206" y="5642699"/>
              <a:ext cx="255759" cy="145930"/>
            </a:xfrm>
            <a:prstGeom prst="triangle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en-US">
                <a:solidFill>
                  <a:srgbClr val="FFFFFF"/>
                </a:solidFill>
                <a:latin typeface="Ubuntu"/>
                <a:cs typeface="Calibri" pitchFamily="34" charset="0"/>
              </a:endParaRPr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961B6238-878C-5A84-3A76-37117EAE02F7}"/>
              </a:ext>
            </a:extLst>
          </p:cNvPr>
          <p:cNvSpPr txBox="1"/>
          <p:nvPr/>
        </p:nvSpPr>
        <p:spPr>
          <a:xfrm>
            <a:off x="1347960" y="1187917"/>
            <a:ext cx="9496080" cy="458584"/>
          </a:xfrm>
          <a:prstGeom prst="rect">
            <a:avLst/>
          </a:prstGeom>
          <a:noFill/>
        </p:spPr>
        <p:txBody>
          <a:bodyPr vert="horz" wrap="square" lIns="0" tIns="7316" rIns="0" bIns="0" rtlCol="0" anchor="ctr">
            <a:noAutofit/>
          </a:bodyPr>
          <a:lstStyle/>
          <a:p>
            <a:pPr marL="7701" marR="3081" lvl="0" indent="0" algn="ctr" defTabSz="554492" rtl="0" eaLnBrk="1" fontAlgn="auto" latinLnBrk="0" hangingPunct="1">
              <a:lnSpc>
                <a:spcPct val="101000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1200" cap="none" spc="-9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CREATION OF A FREE-FLOATING CAR-SHARING SERVICE IN EUROPE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AAB9A-52C5-962E-787D-1980193E53A9}"/>
              </a:ext>
            </a:extLst>
          </p:cNvPr>
          <p:cNvSpPr txBox="1"/>
          <p:nvPr/>
        </p:nvSpPr>
        <p:spPr>
          <a:xfrm>
            <a:off x="399385" y="1755234"/>
            <a:ext cx="6756157" cy="6491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CONTEXT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06DF4-DE41-13E1-210D-1AB4E81D2CA2}"/>
              </a:ext>
            </a:extLst>
          </p:cNvPr>
          <p:cNvSpPr txBox="1"/>
          <p:nvPr/>
        </p:nvSpPr>
        <p:spPr>
          <a:xfrm>
            <a:off x="404812" y="3887529"/>
            <a:ext cx="6591074" cy="6491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SOLUTION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A80B0B-1F57-1EFD-82C4-5894BD032839}"/>
              </a:ext>
            </a:extLst>
          </p:cNvPr>
          <p:cNvSpPr txBox="1"/>
          <p:nvPr/>
        </p:nvSpPr>
        <p:spPr>
          <a:xfrm>
            <a:off x="7619999" y="1755234"/>
            <a:ext cx="4164013" cy="6491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IMPACT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4" name="Rectangle 42">
            <a:extLst>
              <a:ext uri="{FF2B5EF4-FFF2-40B4-BE49-F238E27FC236}">
                <a16:creationId xmlns:a16="http://schemas.microsoft.com/office/drawing/2014/main" id="{2403B5C6-3168-0B03-2CFC-C3F575FF4B98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399386" y="2441976"/>
            <a:ext cx="6756155" cy="1212243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The client was considering entering the car sharing market in Spain, more specifically in the city of Madrid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The client required solid market research to understand the existing potential and </a:t>
            </a:r>
            <a:r>
              <a:rPr lang="en-IN" sz="1200" err="1">
                <a:solidFill>
                  <a:schemeClr val="bg1"/>
                </a:solidFill>
                <a:cs typeface="Arial" pitchFamily="34" charset="0"/>
              </a:rPr>
              <a:t>analyze</a:t>
            </a: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 when to launch their new business model</a:t>
            </a:r>
          </a:p>
        </p:txBody>
      </p:sp>
      <p:sp>
        <p:nvSpPr>
          <p:cNvPr id="15" name="Rectangle 42">
            <a:extLst>
              <a:ext uri="{FF2B5EF4-FFF2-40B4-BE49-F238E27FC236}">
                <a16:creationId xmlns:a16="http://schemas.microsoft.com/office/drawing/2014/main" id="{6E1F498E-F642-43FD-0E34-6D1BD877F45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399385" y="4537802"/>
            <a:ext cx="7365758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200" b="1">
                <a:solidFill>
                  <a:schemeClr val="accent2"/>
                </a:solidFill>
                <a:cs typeface="Arial" pitchFamily="34" charset="0"/>
              </a:rPr>
              <a:t>PESTEL Analysis:</a:t>
            </a:r>
            <a:r>
              <a:rPr lang="en-US" sz="1200">
                <a:solidFill>
                  <a:schemeClr val="bg1"/>
                </a:solidFill>
                <a:cs typeface="Arial" pitchFamily="34" charset="0"/>
              </a:rPr>
              <a:t>  Analysis of macro-factors that allow the identification of externalities that affect the implementation of the service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200">
                <a:solidFill>
                  <a:schemeClr val="bg1"/>
                </a:solidFill>
                <a:cs typeface="Arial" pitchFamily="34" charset="0"/>
              </a:rPr>
              <a:t>User profile: allows to identify demand drivers and local specificities in terms of users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200" b="1">
                <a:solidFill>
                  <a:schemeClr val="accent2"/>
                </a:solidFill>
                <a:cs typeface="Arial" pitchFamily="34" charset="0"/>
              </a:rPr>
              <a:t>Competitive positioning:</a:t>
            </a:r>
            <a:r>
              <a:rPr lang="en-US" sz="1200">
                <a:solidFill>
                  <a:schemeClr val="bg1"/>
                </a:solidFill>
                <a:cs typeface="Arial" pitchFamily="34" charset="0"/>
              </a:rPr>
              <a:t> Analysis of the main competitive factors that allow adjusting the service offer to each market, analysis of competitors and best practices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200" b="1">
                <a:solidFill>
                  <a:schemeClr val="accent2"/>
                </a:solidFill>
                <a:cs typeface="Arial" pitchFamily="34" charset="0"/>
              </a:rPr>
              <a:t>Service Area Analysis:</a:t>
            </a:r>
            <a:r>
              <a:rPr lang="en-US" sz="1200">
                <a:solidFill>
                  <a:schemeClr val="bg1"/>
                </a:solidFill>
                <a:cs typeface="Arial" pitchFamily="34" charset="0"/>
              </a:rPr>
              <a:t> Strategic evaluation of the car-sharing service coverage areas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200" b="1">
                <a:solidFill>
                  <a:schemeClr val="accent2"/>
                </a:solidFill>
                <a:cs typeface="Arial" pitchFamily="34" charset="0"/>
              </a:rPr>
              <a:t>Demand Analysis:</a:t>
            </a:r>
            <a:r>
              <a:rPr lang="en-US" sz="1200">
                <a:solidFill>
                  <a:schemeClr val="bg1"/>
                </a:solidFill>
                <a:cs typeface="Arial" pitchFamily="34" charset="0"/>
              </a:rPr>
              <a:t> Dimensioning of the current market and its projection for 5 years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200" b="1">
                <a:solidFill>
                  <a:schemeClr val="accent2"/>
                </a:solidFill>
                <a:cs typeface="Arial" pitchFamily="34" charset="0"/>
              </a:rPr>
              <a:t>Fleet sizing:</a:t>
            </a:r>
            <a:r>
              <a:rPr lang="en-US" sz="1200">
                <a:solidFill>
                  <a:schemeClr val="bg1"/>
                </a:solidFill>
                <a:cs typeface="Arial" pitchFamily="34" charset="0"/>
              </a:rPr>
              <a:t> Strategic fleet sizing for service launching</a:t>
            </a:r>
          </a:p>
          <a:p>
            <a:pPr marL="628650" marR="0" lvl="1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Verdana" panose="020B0604030504040204" pitchFamily="34" charset="0"/>
              <a:buChar char="‒"/>
              <a:tabLst/>
              <a:defRPr/>
            </a:pP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Verdana"/>
            </a:endParaRPr>
          </a:p>
          <a:p>
            <a:pPr marL="1714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Verdana"/>
              <a:cs typeface="+mn-cs"/>
            </a:endParaRPr>
          </a:p>
        </p:txBody>
      </p:sp>
      <p:sp>
        <p:nvSpPr>
          <p:cNvPr id="17" name="Rectangle 42">
            <a:extLst>
              <a:ext uri="{FF2B5EF4-FFF2-40B4-BE49-F238E27FC236}">
                <a16:creationId xmlns:a16="http://schemas.microsoft.com/office/drawing/2014/main" id="{D742AFE6-0626-CE6E-1C85-E35B328DDB5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619999" y="2441977"/>
            <a:ext cx="4164014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Service go/no-go evaluation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Market study carried out and demand projection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Optimal fleet and suggested area of service coverage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Strategic positioning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Launch of the car-sharing service in Madrid and a few years later also in the city of Paris</a:t>
            </a:r>
          </a:p>
        </p:txBody>
      </p:sp>
    </p:spTree>
    <p:extLst>
      <p:ext uri="{BB962C8B-B14F-4D97-AF65-F5344CB8AC3E}">
        <p14:creationId xmlns:p14="http://schemas.microsoft.com/office/powerpoint/2010/main" val="436502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1379200" cy="716711"/>
          </a:xfrm>
        </p:spPr>
        <p:txBody>
          <a:bodyPr/>
          <a:lstStyle/>
          <a:p>
            <a:r>
              <a:rPr lang="en-IN"/>
              <a:t>WE BRING A PROVEN TRACK RECORD HELPING CLIENTS WORLDWIDE in the mobility sector (2/5)</a:t>
            </a:r>
            <a:endParaRPr lang="en-GB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EFB051D-3F5E-47A6-7A4F-890335F015A8}"/>
              </a:ext>
            </a:extLst>
          </p:cNvPr>
          <p:cNvGrpSpPr/>
          <p:nvPr/>
        </p:nvGrpSpPr>
        <p:grpSpPr>
          <a:xfrm rot="16200000">
            <a:off x="6684956" y="3652173"/>
            <a:ext cx="1550773" cy="846013"/>
            <a:chOff x="2105236" y="5500814"/>
            <a:chExt cx="429700" cy="4297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C955B79-3792-7E1C-1177-42B3E8DEFFB1}"/>
                </a:ext>
              </a:extLst>
            </p:cNvPr>
            <p:cNvSpPr/>
            <p:nvPr/>
          </p:nvSpPr>
          <p:spPr>
            <a:xfrm>
              <a:off x="2105236" y="5500814"/>
              <a:ext cx="429700" cy="429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err="1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B7ABB6F1-4008-9123-960C-87624E0D6A38}"/>
                </a:ext>
              </a:extLst>
            </p:cNvPr>
            <p:cNvSpPr/>
            <p:nvPr/>
          </p:nvSpPr>
          <p:spPr>
            <a:xfrm rot="10800000">
              <a:off x="2192206" y="5642699"/>
              <a:ext cx="255759" cy="145930"/>
            </a:xfrm>
            <a:prstGeom prst="triangle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en-US">
                <a:solidFill>
                  <a:srgbClr val="FFFFFF"/>
                </a:solidFill>
                <a:latin typeface="Ubuntu"/>
                <a:cs typeface="Calibri" pitchFamily="34" charset="0"/>
              </a:endParaRPr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961B6238-878C-5A84-3A76-37117EAE02F7}"/>
              </a:ext>
            </a:extLst>
          </p:cNvPr>
          <p:cNvSpPr txBox="1"/>
          <p:nvPr/>
        </p:nvSpPr>
        <p:spPr>
          <a:xfrm>
            <a:off x="1347960" y="1187917"/>
            <a:ext cx="9496080" cy="458584"/>
          </a:xfrm>
          <a:prstGeom prst="rect">
            <a:avLst/>
          </a:prstGeom>
          <a:noFill/>
        </p:spPr>
        <p:txBody>
          <a:bodyPr vert="horz" wrap="square" lIns="0" tIns="7316" rIns="0" bIns="0" rtlCol="0" anchor="ctr">
            <a:noAutofit/>
          </a:bodyPr>
          <a:lstStyle/>
          <a:p>
            <a:pPr marL="7701" marR="3081" lvl="0" indent="0" algn="ctr" defTabSz="554492" rtl="0" eaLnBrk="1" fontAlgn="auto" latinLnBrk="0" hangingPunct="1">
              <a:lnSpc>
                <a:spcPct val="101000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1200" cap="none" spc="-9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SCALING-UP STRATEGY AND BUSINESS PLAN FOR A CAR SHARING START-UP </a:t>
            </a:r>
            <a:r>
              <a:rPr lang="en-IN" b="1" spc="-9">
                <a:solidFill>
                  <a:schemeClr val="bg1"/>
                </a:solidFill>
              </a:rPr>
              <a:t>IN INDIA</a:t>
            </a:r>
            <a:endParaRPr kumimoji="0" lang="en-IN" b="1" i="0" u="none" strike="noStrike" kern="1200" cap="none" spc="-9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AAB9A-52C5-962E-787D-1980193E53A9}"/>
              </a:ext>
            </a:extLst>
          </p:cNvPr>
          <p:cNvSpPr txBox="1"/>
          <p:nvPr/>
        </p:nvSpPr>
        <p:spPr>
          <a:xfrm>
            <a:off x="399385" y="1755234"/>
            <a:ext cx="6756157" cy="6491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CONTEXT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06DF4-DE41-13E1-210D-1AB4E81D2CA2}"/>
              </a:ext>
            </a:extLst>
          </p:cNvPr>
          <p:cNvSpPr txBox="1"/>
          <p:nvPr/>
        </p:nvSpPr>
        <p:spPr>
          <a:xfrm>
            <a:off x="404812" y="3887529"/>
            <a:ext cx="6591074" cy="6491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SOLUTION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A80B0B-1F57-1EFD-82C4-5894BD032839}"/>
              </a:ext>
            </a:extLst>
          </p:cNvPr>
          <p:cNvSpPr txBox="1"/>
          <p:nvPr/>
        </p:nvSpPr>
        <p:spPr>
          <a:xfrm>
            <a:off x="7619999" y="1755234"/>
            <a:ext cx="4164013" cy="6491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IMPACT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4" name="Rectangle 42">
            <a:extLst>
              <a:ext uri="{FF2B5EF4-FFF2-40B4-BE49-F238E27FC236}">
                <a16:creationId xmlns:a16="http://schemas.microsoft.com/office/drawing/2014/main" id="{2403B5C6-3168-0B03-2CFC-C3F575FF4B98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399386" y="2441976"/>
            <a:ext cx="6756155" cy="1212243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The company is the second entrant in the car sharing start-up market in India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The company had completed its MVP in few locations in North India and wanted to expand its operations in other parts of India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For the same, the company was raising funds and looking for investment partners to help them scale up the business</a:t>
            </a:r>
          </a:p>
        </p:txBody>
      </p:sp>
      <p:sp>
        <p:nvSpPr>
          <p:cNvPr id="15" name="Rectangle 42">
            <a:extLst>
              <a:ext uri="{FF2B5EF4-FFF2-40B4-BE49-F238E27FC236}">
                <a16:creationId xmlns:a16="http://schemas.microsoft.com/office/drawing/2014/main" id="{6E1F498E-F642-43FD-0E34-6D1BD877F45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399385" y="4537802"/>
            <a:ext cx="6756155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Engaged with the founder/ top leadership team to understand the business model and future plans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Defined the potential business models (CVP) and how the start-up would transition from an asset-heavy to an asset-light business model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Worked closely with the leadership team to define the GTM strategy in different states/ cities and the supporting Marketing programs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Developed the investment estimates and pro-forma financials for the following 3-year horizon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Developed the investment thesis for presentation to the potential investors</a:t>
            </a:r>
          </a:p>
        </p:txBody>
      </p:sp>
      <p:sp>
        <p:nvSpPr>
          <p:cNvPr id="17" name="Rectangle 42">
            <a:extLst>
              <a:ext uri="{FF2B5EF4-FFF2-40B4-BE49-F238E27FC236}">
                <a16:creationId xmlns:a16="http://schemas.microsoft.com/office/drawing/2014/main" id="{D742AFE6-0626-CE6E-1C85-E35B328DDB5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619999" y="2441977"/>
            <a:ext cx="4164014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Defined the detailed business plan along with the key assumptions and implications on the underlying operating model and operating parameters/ KPIs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Clearly defined product portfolio as well as the target customer segments and the supporting marketing/ customer acquisition plans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Created the pitch deck for potential investors along with the investment thesis</a:t>
            </a:r>
          </a:p>
        </p:txBody>
      </p:sp>
    </p:spTree>
    <p:extLst>
      <p:ext uri="{BB962C8B-B14F-4D97-AF65-F5344CB8AC3E}">
        <p14:creationId xmlns:p14="http://schemas.microsoft.com/office/powerpoint/2010/main" val="2844538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1379200" cy="716711"/>
          </a:xfrm>
        </p:spPr>
        <p:txBody>
          <a:bodyPr/>
          <a:lstStyle/>
          <a:p>
            <a:r>
              <a:rPr lang="en-IN"/>
              <a:t>WE BRING A PROVEN TRACK RECORD HELPING CLIENTS WORLDWIDE in the mobility sector (3/5)</a:t>
            </a:r>
            <a:endParaRPr lang="en-GB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EFB051D-3F5E-47A6-7A4F-890335F015A8}"/>
              </a:ext>
            </a:extLst>
          </p:cNvPr>
          <p:cNvGrpSpPr/>
          <p:nvPr/>
        </p:nvGrpSpPr>
        <p:grpSpPr>
          <a:xfrm rot="16200000">
            <a:off x="6684956" y="3652173"/>
            <a:ext cx="1550773" cy="846013"/>
            <a:chOff x="2105236" y="5500814"/>
            <a:chExt cx="429700" cy="4297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C955B79-3792-7E1C-1177-42B3E8DEFFB1}"/>
                </a:ext>
              </a:extLst>
            </p:cNvPr>
            <p:cNvSpPr/>
            <p:nvPr/>
          </p:nvSpPr>
          <p:spPr>
            <a:xfrm>
              <a:off x="2105236" y="5500814"/>
              <a:ext cx="429700" cy="429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err="1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B7ABB6F1-4008-9123-960C-87624E0D6A38}"/>
                </a:ext>
              </a:extLst>
            </p:cNvPr>
            <p:cNvSpPr/>
            <p:nvPr/>
          </p:nvSpPr>
          <p:spPr>
            <a:xfrm rot="10800000">
              <a:off x="2192206" y="5642699"/>
              <a:ext cx="255759" cy="145930"/>
            </a:xfrm>
            <a:prstGeom prst="triangle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en-US">
                <a:solidFill>
                  <a:srgbClr val="FFFFFF"/>
                </a:solidFill>
                <a:latin typeface="Ubuntu"/>
                <a:cs typeface="Calibri" pitchFamily="34" charset="0"/>
              </a:endParaRPr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961B6238-878C-5A84-3A76-37117EAE02F7}"/>
              </a:ext>
            </a:extLst>
          </p:cNvPr>
          <p:cNvSpPr txBox="1"/>
          <p:nvPr/>
        </p:nvSpPr>
        <p:spPr>
          <a:xfrm>
            <a:off x="1347960" y="1187917"/>
            <a:ext cx="9496080" cy="458584"/>
          </a:xfrm>
          <a:prstGeom prst="rect">
            <a:avLst/>
          </a:prstGeom>
          <a:noFill/>
        </p:spPr>
        <p:txBody>
          <a:bodyPr vert="horz" wrap="square" lIns="0" tIns="7316" rIns="0" bIns="0" rtlCol="0" anchor="ctr">
            <a:noAutofit/>
          </a:bodyPr>
          <a:lstStyle/>
          <a:p>
            <a:pPr marL="7701" marR="3081" lvl="0" indent="0" algn="ctr" defTabSz="554492" rtl="0" eaLnBrk="1" fontAlgn="auto" latinLnBrk="0" hangingPunct="1">
              <a:lnSpc>
                <a:spcPct val="101000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1200" cap="none" spc="-9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ONLINE MARKETPLACE FOR AN INDIA CV OEM’s AFTERSALES SERVICE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AAB9A-52C5-962E-787D-1980193E53A9}"/>
              </a:ext>
            </a:extLst>
          </p:cNvPr>
          <p:cNvSpPr txBox="1"/>
          <p:nvPr/>
        </p:nvSpPr>
        <p:spPr>
          <a:xfrm>
            <a:off x="399385" y="1755234"/>
            <a:ext cx="6756157" cy="6491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CONTEXT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06DF4-DE41-13E1-210D-1AB4E81D2CA2}"/>
              </a:ext>
            </a:extLst>
          </p:cNvPr>
          <p:cNvSpPr txBox="1"/>
          <p:nvPr/>
        </p:nvSpPr>
        <p:spPr>
          <a:xfrm>
            <a:off x="404812" y="3887529"/>
            <a:ext cx="6591074" cy="6491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SOLUTION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A80B0B-1F57-1EFD-82C4-5894BD032839}"/>
              </a:ext>
            </a:extLst>
          </p:cNvPr>
          <p:cNvSpPr txBox="1"/>
          <p:nvPr/>
        </p:nvSpPr>
        <p:spPr>
          <a:xfrm>
            <a:off x="7619999" y="1755234"/>
            <a:ext cx="4164013" cy="6491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IMPACT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4" name="Rectangle 42">
            <a:extLst>
              <a:ext uri="{FF2B5EF4-FFF2-40B4-BE49-F238E27FC236}">
                <a16:creationId xmlns:a16="http://schemas.microsoft.com/office/drawing/2014/main" id="{2403B5C6-3168-0B03-2CFC-C3F575FF4B98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399386" y="2441976"/>
            <a:ext cx="6756155" cy="1212243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Client’s fleet owners already had their informal networks of garages/ mechanics to service their fleets. But, maintenance of vehicles, was still a bigger business problem, involving scheduling issues, timing issues, pricing issues and quality issues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In order to synthesize this market and bring all stakeholders on a common digital platform the client required different mobile applications</a:t>
            </a:r>
          </a:p>
        </p:txBody>
      </p:sp>
      <p:sp>
        <p:nvSpPr>
          <p:cNvPr id="15" name="Rectangle 42">
            <a:extLst>
              <a:ext uri="{FF2B5EF4-FFF2-40B4-BE49-F238E27FC236}">
                <a16:creationId xmlns:a16="http://schemas.microsoft.com/office/drawing/2014/main" id="{6E1F498E-F642-43FD-0E34-6D1BD877F45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399385" y="4537802"/>
            <a:ext cx="6591074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We created a marketplace with hybrid mobile apps for fleet manager, driver and mechanic to digitize order request from creation to billing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Built the mobile apps including CMS, user management and geo location services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For pilot phase of 3 months, apps were rolled out in 3 languages English, Hindi and Tamil and target customers being fleet managers, drivers and mechanics operating on Mumbai-Delhi, Chennai – Bengaluru and Chennai-Kolkata routes</a:t>
            </a:r>
          </a:p>
        </p:txBody>
      </p:sp>
      <p:sp>
        <p:nvSpPr>
          <p:cNvPr id="17" name="Rectangle 42">
            <a:extLst>
              <a:ext uri="{FF2B5EF4-FFF2-40B4-BE49-F238E27FC236}">
                <a16:creationId xmlns:a16="http://schemas.microsoft.com/office/drawing/2014/main" id="{D742AFE6-0626-CE6E-1C85-E35B328DDB5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619999" y="2441977"/>
            <a:ext cx="4164014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24*7 service available to cater to vehicle breakdown/servicing requests extending to Tier 3 and 4 cities as well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Quick turnaround  time to complete vehicle service request within stringent SLAs</a:t>
            </a:r>
          </a:p>
        </p:txBody>
      </p:sp>
    </p:spTree>
    <p:extLst>
      <p:ext uri="{BB962C8B-B14F-4D97-AF65-F5344CB8AC3E}">
        <p14:creationId xmlns:p14="http://schemas.microsoft.com/office/powerpoint/2010/main" val="3181772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1379200" cy="716711"/>
          </a:xfrm>
        </p:spPr>
        <p:txBody>
          <a:bodyPr/>
          <a:lstStyle/>
          <a:p>
            <a:r>
              <a:rPr lang="en-IN"/>
              <a:t>WE BRING A PROVEN TRACK RECORD HELPING CLIENTS WORLDWIDE in the mobility sector (4/5)</a:t>
            </a:r>
            <a:endParaRPr lang="en-GB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EFB051D-3F5E-47A6-7A4F-890335F015A8}"/>
              </a:ext>
            </a:extLst>
          </p:cNvPr>
          <p:cNvGrpSpPr/>
          <p:nvPr/>
        </p:nvGrpSpPr>
        <p:grpSpPr>
          <a:xfrm rot="16200000">
            <a:off x="6684956" y="3652173"/>
            <a:ext cx="1550773" cy="846013"/>
            <a:chOff x="2105236" y="5500814"/>
            <a:chExt cx="429700" cy="4297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C955B79-3792-7E1C-1177-42B3E8DEFFB1}"/>
                </a:ext>
              </a:extLst>
            </p:cNvPr>
            <p:cNvSpPr/>
            <p:nvPr/>
          </p:nvSpPr>
          <p:spPr>
            <a:xfrm>
              <a:off x="2105236" y="5500814"/>
              <a:ext cx="429700" cy="429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err="1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B7ABB6F1-4008-9123-960C-87624E0D6A38}"/>
                </a:ext>
              </a:extLst>
            </p:cNvPr>
            <p:cNvSpPr/>
            <p:nvPr/>
          </p:nvSpPr>
          <p:spPr>
            <a:xfrm rot="10800000">
              <a:off x="2192206" y="5642699"/>
              <a:ext cx="255759" cy="145930"/>
            </a:xfrm>
            <a:prstGeom prst="triangle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en-US">
                <a:solidFill>
                  <a:srgbClr val="FFFFFF"/>
                </a:solidFill>
                <a:latin typeface="Ubuntu"/>
                <a:cs typeface="Calibri" pitchFamily="34" charset="0"/>
              </a:endParaRPr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961B6238-878C-5A84-3A76-37117EAE02F7}"/>
              </a:ext>
            </a:extLst>
          </p:cNvPr>
          <p:cNvSpPr txBox="1"/>
          <p:nvPr/>
        </p:nvSpPr>
        <p:spPr>
          <a:xfrm>
            <a:off x="1347960" y="1187917"/>
            <a:ext cx="9496080" cy="458584"/>
          </a:xfrm>
          <a:prstGeom prst="rect">
            <a:avLst/>
          </a:prstGeom>
          <a:noFill/>
        </p:spPr>
        <p:txBody>
          <a:bodyPr vert="horz" wrap="square" lIns="0" tIns="7316" rIns="0" bIns="0" rtlCol="0" anchor="ctr">
            <a:noAutofit/>
          </a:bodyPr>
          <a:lstStyle/>
          <a:p>
            <a:pPr marL="7701" marR="3081" lvl="0" indent="0" algn="ctr" defTabSz="554492" rtl="0" eaLnBrk="1" fontAlgn="auto" latinLnBrk="0" hangingPunct="1">
              <a:lnSpc>
                <a:spcPct val="101000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1200" cap="none" spc="-9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DIGITAL VEHICLE PASSPORT (PROOF OF VALUE) FOR GERMAN PV OEM </a:t>
            </a:r>
            <a:r>
              <a:rPr lang="en-IN" b="1" spc="-9">
                <a:solidFill>
                  <a:schemeClr val="bg1"/>
                </a:solidFill>
              </a:rPr>
              <a:t>IN INDIA</a:t>
            </a:r>
            <a:r>
              <a:rPr kumimoji="0" lang="en-IN" b="1" i="0" u="none" strike="noStrike" kern="1200" cap="none" spc="-9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AAB9A-52C5-962E-787D-1980193E53A9}"/>
              </a:ext>
            </a:extLst>
          </p:cNvPr>
          <p:cNvSpPr txBox="1"/>
          <p:nvPr/>
        </p:nvSpPr>
        <p:spPr>
          <a:xfrm>
            <a:off x="399385" y="1755234"/>
            <a:ext cx="6756157" cy="6491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CONTEXT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06DF4-DE41-13E1-210D-1AB4E81D2CA2}"/>
              </a:ext>
            </a:extLst>
          </p:cNvPr>
          <p:cNvSpPr txBox="1"/>
          <p:nvPr/>
        </p:nvSpPr>
        <p:spPr>
          <a:xfrm>
            <a:off x="404812" y="3887529"/>
            <a:ext cx="6591074" cy="6491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SOLUTION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A80B0B-1F57-1EFD-82C4-5894BD032839}"/>
              </a:ext>
            </a:extLst>
          </p:cNvPr>
          <p:cNvSpPr txBox="1"/>
          <p:nvPr/>
        </p:nvSpPr>
        <p:spPr>
          <a:xfrm>
            <a:off x="7619999" y="1755234"/>
            <a:ext cx="4164013" cy="6491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IMPACT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4" name="Rectangle 42">
            <a:extLst>
              <a:ext uri="{FF2B5EF4-FFF2-40B4-BE49-F238E27FC236}">
                <a16:creationId xmlns:a16="http://schemas.microsoft.com/office/drawing/2014/main" id="{2403B5C6-3168-0B03-2CFC-C3F575FF4B98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399386" y="2441976"/>
            <a:ext cx="6756155" cy="1212243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Client has an incubation </a:t>
            </a:r>
            <a:r>
              <a:rPr lang="en-IN" sz="1200" err="1">
                <a:solidFill>
                  <a:schemeClr val="bg1"/>
                </a:solidFill>
                <a:cs typeface="Arial" pitchFamily="34" charset="0"/>
              </a:rPr>
              <a:t>center</a:t>
            </a: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, where they test, validate and support various innovative ideas and solutions, as part of their intra-entrepreneurial initiative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Digital vehicle Passport is one of such initiative, from the incubation </a:t>
            </a:r>
            <a:r>
              <a:rPr lang="en-IN" sz="1200" err="1">
                <a:solidFill>
                  <a:schemeClr val="bg1"/>
                </a:solidFill>
                <a:cs typeface="Arial" pitchFamily="34" charset="0"/>
              </a:rPr>
              <a:t>center</a:t>
            </a: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 where client wanted to test the Solution’s Proof of Value for a specific country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Proof of Value is intended to support and strengthen decision making for building the solution involving time and resources</a:t>
            </a:r>
          </a:p>
        </p:txBody>
      </p:sp>
      <p:sp>
        <p:nvSpPr>
          <p:cNvPr id="15" name="Rectangle 42">
            <a:extLst>
              <a:ext uri="{FF2B5EF4-FFF2-40B4-BE49-F238E27FC236}">
                <a16:creationId xmlns:a16="http://schemas.microsoft.com/office/drawing/2014/main" id="{6E1F498E-F642-43FD-0E34-6D1BD877F45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399385" y="4537802"/>
            <a:ext cx="6637951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Built uses cases of the solution and created a framework to test Digital Vehicle Passport Proof of Value on Customer Desirability, Technical Feasibility &amp; Business Viability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Created entire DVP Business model in Lean Canvas and validated solution hypothesis for its uses case for Customer, Business and Technology.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Conducted qualitative research and focus industry professional research to test DVP understanding and market fit.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Shortlisted technologies suitable for DVP Solution,  identified criteria's for evaluation framework and recommended best suited technology for DVP Solution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Provided complete Business Case for DVP</a:t>
            </a:r>
          </a:p>
        </p:txBody>
      </p:sp>
      <p:sp>
        <p:nvSpPr>
          <p:cNvPr id="17" name="Rectangle 42">
            <a:extLst>
              <a:ext uri="{FF2B5EF4-FFF2-40B4-BE49-F238E27FC236}">
                <a16:creationId xmlns:a16="http://schemas.microsoft.com/office/drawing/2014/main" id="{D742AFE6-0626-CE6E-1C85-E35B328DDB5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619999" y="2441977"/>
            <a:ext cx="4164014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Project is Ongoing </a:t>
            </a:r>
          </a:p>
        </p:txBody>
      </p:sp>
    </p:spTree>
    <p:extLst>
      <p:ext uri="{BB962C8B-B14F-4D97-AF65-F5344CB8AC3E}">
        <p14:creationId xmlns:p14="http://schemas.microsoft.com/office/powerpoint/2010/main" val="1111807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1379200" cy="716711"/>
          </a:xfrm>
        </p:spPr>
        <p:txBody>
          <a:bodyPr/>
          <a:lstStyle/>
          <a:p>
            <a:r>
              <a:rPr lang="en-IN"/>
              <a:t>WE BRING A PROVEN TRACK RECORD HELPING CLIENTS WORLDWIDE in the mobility sector (5/5)</a:t>
            </a:r>
            <a:endParaRPr lang="en-GB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EFB051D-3F5E-47A6-7A4F-890335F015A8}"/>
              </a:ext>
            </a:extLst>
          </p:cNvPr>
          <p:cNvGrpSpPr/>
          <p:nvPr/>
        </p:nvGrpSpPr>
        <p:grpSpPr>
          <a:xfrm rot="16200000">
            <a:off x="6684956" y="3652173"/>
            <a:ext cx="1550773" cy="846013"/>
            <a:chOff x="2105236" y="5500814"/>
            <a:chExt cx="429700" cy="4297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C955B79-3792-7E1C-1177-42B3E8DEFFB1}"/>
                </a:ext>
              </a:extLst>
            </p:cNvPr>
            <p:cNvSpPr/>
            <p:nvPr/>
          </p:nvSpPr>
          <p:spPr>
            <a:xfrm>
              <a:off x="2105236" y="5500814"/>
              <a:ext cx="429700" cy="429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err="1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B7ABB6F1-4008-9123-960C-87624E0D6A38}"/>
                </a:ext>
              </a:extLst>
            </p:cNvPr>
            <p:cNvSpPr/>
            <p:nvPr/>
          </p:nvSpPr>
          <p:spPr>
            <a:xfrm rot="10800000">
              <a:off x="2192206" y="5642699"/>
              <a:ext cx="255759" cy="145930"/>
            </a:xfrm>
            <a:prstGeom prst="triangle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en-US">
                <a:solidFill>
                  <a:srgbClr val="FFFFFF"/>
                </a:solidFill>
                <a:latin typeface="Ubuntu"/>
                <a:cs typeface="Calibri" pitchFamily="34" charset="0"/>
              </a:endParaRPr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961B6238-878C-5A84-3A76-37117EAE02F7}"/>
              </a:ext>
            </a:extLst>
          </p:cNvPr>
          <p:cNvSpPr txBox="1"/>
          <p:nvPr/>
        </p:nvSpPr>
        <p:spPr>
          <a:xfrm>
            <a:off x="1347960" y="1187917"/>
            <a:ext cx="9496080" cy="458584"/>
          </a:xfrm>
          <a:prstGeom prst="rect">
            <a:avLst/>
          </a:prstGeom>
          <a:noFill/>
        </p:spPr>
        <p:txBody>
          <a:bodyPr vert="horz" wrap="square" lIns="0" tIns="7316" rIns="0" bIns="0" rtlCol="0" anchor="ctr">
            <a:noAutofit/>
          </a:bodyPr>
          <a:lstStyle/>
          <a:p>
            <a:pPr marL="7701" marR="3081" lvl="0" indent="0" algn="ctr" defTabSz="554492" rtl="0" eaLnBrk="1" fontAlgn="auto" latinLnBrk="0" hangingPunct="1">
              <a:lnSpc>
                <a:spcPct val="101000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1200" cap="none" spc="-9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STUDY OF CONSUMER BEHAVIOR IN EV MARKET IN INDIA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AAB9A-52C5-962E-787D-1980193E53A9}"/>
              </a:ext>
            </a:extLst>
          </p:cNvPr>
          <p:cNvSpPr txBox="1"/>
          <p:nvPr/>
        </p:nvSpPr>
        <p:spPr>
          <a:xfrm>
            <a:off x="399385" y="1755234"/>
            <a:ext cx="6756157" cy="6491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CONTEXT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06DF4-DE41-13E1-210D-1AB4E81D2CA2}"/>
              </a:ext>
            </a:extLst>
          </p:cNvPr>
          <p:cNvSpPr txBox="1"/>
          <p:nvPr/>
        </p:nvSpPr>
        <p:spPr>
          <a:xfrm>
            <a:off x="404812" y="3887529"/>
            <a:ext cx="6591074" cy="6491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SOLUTION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A80B0B-1F57-1EFD-82C4-5894BD032839}"/>
              </a:ext>
            </a:extLst>
          </p:cNvPr>
          <p:cNvSpPr txBox="1"/>
          <p:nvPr/>
        </p:nvSpPr>
        <p:spPr>
          <a:xfrm>
            <a:off x="7619999" y="1755234"/>
            <a:ext cx="4164013" cy="6491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IMPACT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4" name="Rectangle 42">
            <a:extLst>
              <a:ext uri="{FF2B5EF4-FFF2-40B4-BE49-F238E27FC236}">
                <a16:creationId xmlns:a16="http://schemas.microsoft.com/office/drawing/2014/main" id="{2403B5C6-3168-0B03-2CFC-C3F575FF4B98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399386" y="2369784"/>
            <a:ext cx="6756155" cy="1212243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Provide consumer insights for the thought leadership paper prepared by the Automotive team of Capgemini.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The main objectives were to understand the usage experience, purchase drivers and touchpoints, triggers &amp; barriers, and other factors influencing EV users and its intenders. </a:t>
            </a:r>
          </a:p>
        </p:txBody>
      </p:sp>
      <p:sp>
        <p:nvSpPr>
          <p:cNvPr id="15" name="Rectangle 42">
            <a:extLst>
              <a:ext uri="{FF2B5EF4-FFF2-40B4-BE49-F238E27FC236}">
                <a16:creationId xmlns:a16="http://schemas.microsoft.com/office/drawing/2014/main" id="{6E1F498E-F642-43FD-0E34-6D1BD877F45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399385" y="4537802"/>
            <a:ext cx="6637951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Both qualitative and quantitative approaches were used for the study with respondents categorized into three target groups – EV Owners, Intenders and Non-intenders. 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15 IDI’s were conducted across the target groups and the insights generated were verified and </a:t>
            </a:r>
            <a:r>
              <a:rPr lang="en-IN" sz="1200" err="1">
                <a:solidFill>
                  <a:schemeClr val="bg1"/>
                </a:solidFill>
                <a:cs typeface="Arial" pitchFamily="34" charset="0"/>
              </a:rPr>
              <a:t>analyzed</a:t>
            </a: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 through face-to-face CAPI interviews (N=400).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The study focused on all stage of an EV consumer journey from pre-purchase phase, purchase and decision-making process, and the post-purchase phase. 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The demographics of respondents, their daily car usage patterns and perceptions about EV were also studied for better understanding and analysis.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IN" sz="120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Rectangle 42">
            <a:extLst>
              <a:ext uri="{FF2B5EF4-FFF2-40B4-BE49-F238E27FC236}">
                <a16:creationId xmlns:a16="http://schemas.microsoft.com/office/drawing/2014/main" id="{D742AFE6-0626-CE6E-1C85-E35B328DDB5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619999" y="2441977"/>
            <a:ext cx="4164014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A detailed report with graphical representations of the analysis, report and insights derived from the study was delivered to the automotive team.</a:t>
            </a:r>
          </a:p>
        </p:txBody>
      </p:sp>
    </p:spTree>
    <p:extLst>
      <p:ext uri="{BB962C8B-B14F-4D97-AF65-F5344CB8AC3E}">
        <p14:creationId xmlns:p14="http://schemas.microsoft.com/office/powerpoint/2010/main" val="240543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18F9169-41B2-D58A-79E3-2ACBB3B184A4}"/>
              </a:ext>
            </a:extLst>
          </p:cNvPr>
          <p:cNvSpPr/>
          <p:nvPr/>
        </p:nvSpPr>
        <p:spPr>
          <a:xfrm>
            <a:off x="1343472" y="5599005"/>
            <a:ext cx="780181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AED41-2004-AE60-4180-B782A3DC2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OUR MULTIDISCLINARY TEAMS enable us to leverage SMEs on key tenets of this project  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6B190-CD55-32FC-E825-5E65F6C93D0A}"/>
              </a:ext>
            </a:extLst>
          </p:cNvPr>
          <p:cNvSpPr/>
          <p:nvPr/>
        </p:nvSpPr>
        <p:spPr>
          <a:xfrm>
            <a:off x="9092255" y="980728"/>
            <a:ext cx="2691758" cy="5532676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67BA58-6DE7-B649-9B77-A26E8A78647C}"/>
              </a:ext>
            </a:extLst>
          </p:cNvPr>
          <p:cNvSpPr/>
          <p:nvPr/>
        </p:nvSpPr>
        <p:spPr>
          <a:xfrm>
            <a:off x="1343472" y="1125537"/>
            <a:ext cx="10405156" cy="14630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BE3AB7-12A5-FFD1-EF21-FF3ACECCFE1F}"/>
              </a:ext>
            </a:extLst>
          </p:cNvPr>
          <p:cNvSpPr/>
          <p:nvPr/>
        </p:nvSpPr>
        <p:spPr>
          <a:xfrm>
            <a:off x="1343472" y="2616693"/>
            <a:ext cx="10405156" cy="14630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4E87D3-4DCA-C128-4847-6D6FC2B5FC9D}"/>
              </a:ext>
            </a:extLst>
          </p:cNvPr>
          <p:cNvSpPr/>
          <p:nvPr/>
        </p:nvSpPr>
        <p:spPr>
          <a:xfrm>
            <a:off x="1343472" y="4107849"/>
            <a:ext cx="10405156" cy="14630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88A312-D783-8456-1B0A-E31AA76C17CF}"/>
              </a:ext>
            </a:extLst>
          </p:cNvPr>
          <p:cNvSpPr/>
          <p:nvPr/>
        </p:nvSpPr>
        <p:spPr>
          <a:xfrm>
            <a:off x="1399336" y="1216976"/>
            <a:ext cx="2528746" cy="4114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frog Innovation, Strategy &amp; Design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0A69A5-F284-B949-CFB6-3B8FE75DEE67}"/>
              </a:ext>
            </a:extLst>
          </p:cNvPr>
          <p:cNvSpPr/>
          <p:nvPr/>
        </p:nvSpPr>
        <p:spPr>
          <a:xfrm>
            <a:off x="3963642" y="1216976"/>
            <a:ext cx="2528746" cy="4114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frog Brand &amp; Content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0C0778-4B29-344F-A6E2-BDEBBDC06756}"/>
              </a:ext>
            </a:extLst>
          </p:cNvPr>
          <p:cNvSpPr/>
          <p:nvPr/>
        </p:nvSpPr>
        <p:spPr>
          <a:xfrm>
            <a:off x="6527948" y="1216976"/>
            <a:ext cx="2528746" cy="4114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frog Customer Transformation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191C4-7F48-358E-97C5-9F30C6885D1E}"/>
              </a:ext>
            </a:extLst>
          </p:cNvPr>
          <p:cNvSpPr/>
          <p:nvPr/>
        </p:nvSpPr>
        <p:spPr>
          <a:xfrm>
            <a:off x="9147874" y="1216976"/>
            <a:ext cx="2528746" cy="4114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frog Data &amp; Analytics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0247A4-DB73-46C4-2CD8-C18734D751D1}"/>
              </a:ext>
            </a:extLst>
          </p:cNvPr>
          <p:cNvSpPr/>
          <p:nvPr/>
        </p:nvSpPr>
        <p:spPr>
          <a:xfrm>
            <a:off x="3963622" y="1655424"/>
            <a:ext cx="1246311" cy="411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Marketing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F6A775-12A9-5FEE-CC41-A925C8F7A991}"/>
              </a:ext>
            </a:extLst>
          </p:cNvPr>
          <p:cNvSpPr/>
          <p:nvPr/>
        </p:nvSpPr>
        <p:spPr>
          <a:xfrm>
            <a:off x="6528130" y="1655424"/>
            <a:ext cx="1246311" cy="411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Customer Strategy &amp;  Performance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A41D98-BC06-3D5C-2ABD-732024812C70}"/>
              </a:ext>
            </a:extLst>
          </p:cNvPr>
          <p:cNvSpPr/>
          <p:nvPr/>
        </p:nvSpPr>
        <p:spPr>
          <a:xfrm>
            <a:off x="9145282" y="1655424"/>
            <a:ext cx="1246311" cy="411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“Data, AI &amp; Analytics Services” for Marketing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7C8F87-03B3-46AC-508E-A3CEE753F25E}"/>
              </a:ext>
            </a:extLst>
          </p:cNvPr>
          <p:cNvSpPr/>
          <p:nvPr/>
        </p:nvSpPr>
        <p:spPr>
          <a:xfrm>
            <a:off x="1399336" y="1655424"/>
            <a:ext cx="1246200" cy="411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Design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61E122-6FFF-0BCB-AB46-C7AFFA75F0AA}"/>
              </a:ext>
            </a:extLst>
          </p:cNvPr>
          <p:cNvSpPr/>
          <p:nvPr/>
        </p:nvSpPr>
        <p:spPr>
          <a:xfrm>
            <a:off x="2681479" y="1655424"/>
            <a:ext cx="1246200" cy="411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Growth Strategy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2D98EE-CF24-7654-FD4B-884F02BB381A}"/>
              </a:ext>
            </a:extLst>
          </p:cNvPr>
          <p:cNvSpPr/>
          <p:nvPr/>
        </p:nvSpPr>
        <p:spPr>
          <a:xfrm>
            <a:off x="5245876" y="1655424"/>
            <a:ext cx="1246311" cy="411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Brand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A71590-F4DC-68E2-3515-F002E794DA5C}"/>
              </a:ext>
            </a:extLst>
          </p:cNvPr>
          <p:cNvSpPr/>
          <p:nvPr/>
        </p:nvSpPr>
        <p:spPr>
          <a:xfrm>
            <a:off x="7810384" y="1655424"/>
            <a:ext cx="1246311" cy="411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Sales  Transformation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16D6B7-9BAE-DEAB-EAC6-73E61DDA0399}"/>
              </a:ext>
            </a:extLst>
          </p:cNvPr>
          <p:cNvSpPr/>
          <p:nvPr/>
        </p:nvSpPr>
        <p:spPr>
          <a:xfrm>
            <a:off x="10430309" y="1655424"/>
            <a:ext cx="1246311" cy="411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Customer Platforms &amp; Services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4AEF45-508C-36D1-398A-00D034D7A0DE}"/>
              </a:ext>
            </a:extLst>
          </p:cNvPr>
          <p:cNvSpPr/>
          <p:nvPr/>
        </p:nvSpPr>
        <p:spPr>
          <a:xfrm>
            <a:off x="3963622" y="2093873"/>
            <a:ext cx="1246311" cy="411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Digital Content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D7CADD-497E-2086-FACB-DE6E2EDCED10}"/>
              </a:ext>
            </a:extLst>
          </p:cNvPr>
          <p:cNvSpPr/>
          <p:nvPr/>
        </p:nvSpPr>
        <p:spPr>
          <a:xfrm>
            <a:off x="6528130" y="2093873"/>
            <a:ext cx="1246311" cy="411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Commerce  Transformation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7E3AEC-32AE-4FE2-93BB-5F4506958680}"/>
              </a:ext>
            </a:extLst>
          </p:cNvPr>
          <p:cNvSpPr/>
          <p:nvPr/>
        </p:nvSpPr>
        <p:spPr>
          <a:xfrm>
            <a:off x="1399336" y="2093873"/>
            <a:ext cx="1246200" cy="411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prstClr val="black"/>
                </a:solidFill>
                <a:latin typeface="Ubuntu"/>
              </a:rPr>
              <a:t>Sales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D80BFB-E64F-00A3-A527-C690FBB4D2D0}"/>
              </a:ext>
            </a:extLst>
          </p:cNvPr>
          <p:cNvSpPr/>
          <p:nvPr/>
        </p:nvSpPr>
        <p:spPr>
          <a:xfrm>
            <a:off x="7810384" y="2093873"/>
            <a:ext cx="1246311" cy="411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Services Transformation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23423A-A207-67C2-587E-E2F9D79B18C9}"/>
              </a:ext>
            </a:extLst>
          </p:cNvPr>
          <p:cNvSpPr/>
          <p:nvPr/>
        </p:nvSpPr>
        <p:spPr>
          <a:xfrm>
            <a:off x="3963642" y="2704025"/>
            <a:ext cx="2528746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Smart Products &amp; </a:t>
            </a:r>
            <a:b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</a:b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New Business Model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E4F118-8B1F-F481-72C1-92B0CAE18A68}"/>
              </a:ext>
            </a:extLst>
          </p:cNvPr>
          <p:cNvSpPr/>
          <p:nvPr/>
        </p:nvSpPr>
        <p:spPr>
          <a:xfrm>
            <a:off x="6527948" y="2704025"/>
            <a:ext cx="2528746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Intelligent &amp; </a:t>
            </a:r>
            <a:b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</a:b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Sustainable Operations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5D39B9-D02B-4AD7-F215-69F1596D671B}"/>
              </a:ext>
            </a:extLst>
          </p:cNvPr>
          <p:cNvSpPr/>
          <p:nvPr/>
        </p:nvSpPr>
        <p:spPr>
          <a:xfrm>
            <a:off x="9147874" y="2704025"/>
            <a:ext cx="2528746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Intelligent Industry </a:t>
            </a:r>
            <a:b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</a:b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Data &amp; Analytics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0BA0D6-31A0-4C76-90A8-E6EF9A7E98B9}"/>
              </a:ext>
            </a:extLst>
          </p:cNvPr>
          <p:cNvSpPr/>
          <p:nvPr/>
        </p:nvSpPr>
        <p:spPr>
          <a:xfrm>
            <a:off x="3963622" y="3142473"/>
            <a:ext cx="1246311" cy="4114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Connected Products &amp; Services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8D345A-1AD0-671C-3B06-64EC86401FF0}"/>
              </a:ext>
            </a:extLst>
          </p:cNvPr>
          <p:cNvSpPr/>
          <p:nvPr/>
        </p:nvSpPr>
        <p:spPr>
          <a:xfrm>
            <a:off x="6528130" y="3142473"/>
            <a:ext cx="1246311" cy="4114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Supply Chain  Transformation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F2D97E-B925-2A32-0E54-6CF2670E42D3}"/>
              </a:ext>
            </a:extLst>
          </p:cNvPr>
          <p:cNvSpPr/>
          <p:nvPr/>
        </p:nvSpPr>
        <p:spPr>
          <a:xfrm>
            <a:off x="9145282" y="3142473"/>
            <a:ext cx="1246311" cy="4114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“Data, AI &amp; Analytics  Services” for Intelligent  Industry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7A30EC-75F5-888C-4210-3C19FD567D67}"/>
              </a:ext>
            </a:extLst>
          </p:cNvPr>
          <p:cNvSpPr/>
          <p:nvPr/>
        </p:nvSpPr>
        <p:spPr>
          <a:xfrm>
            <a:off x="5245876" y="3142473"/>
            <a:ext cx="1246311" cy="4114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Digital Eng. </a:t>
            </a:r>
            <a:b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&amp; R&amp;D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AFDD91-E9B1-03FE-F45D-6D3BBFA37300}"/>
              </a:ext>
            </a:extLst>
          </p:cNvPr>
          <p:cNvSpPr/>
          <p:nvPr/>
        </p:nvSpPr>
        <p:spPr>
          <a:xfrm>
            <a:off x="7810384" y="3142473"/>
            <a:ext cx="1246311" cy="4114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Smart Plant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20BB40-6179-3125-AB58-306F8966DF95}"/>
              </a:ext>
            </a:extLst>
          </p:cNvPr>
          <p:cNvSpPr/>
          <p:nvPr/>
        </p:nvSpPr>
        <p:spPr>
          <a:xfrm>
            <a:off x="10430309" y="3142473"/>
            <a:ext cx="1246311" cy="4114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Innovative &amp; Industrial  Tech &amp; Platforms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41D0CA-744C-D5E0-1BC4-F48DA7AC9C89}"/>
              </a:ext>
            </a:extLst>
          </p:cNvPr>
          <p:cNvSpPr/>
          <p:nvPr/>
        </p:nvSpPr>
        <p:spPr>
          <a:xfrm>
            <a:off x="6528130" y="3580921"/>
            <a:ext cx="1246311" cy="4114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Industrial  Procurement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CD4F07-30E6-3B47-5BA3-5B74FD5574CD}"/>
              </a:ext>
            </a:extLst>
          </p:cNvPr>
          <p:cNvSpPr/>
          <p:nvPr/>
        </p:nvSpPr>
        <p:spPr>
          <a:xfrm>
            <a:off x="1399336" y="2704025"/>
            <a:ext cx="2528746" cy="301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Discrete Manufacturing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E473EA-354D-F086-E879-B22B446A5A7F}"/>
              </a:ext>
            </a:extLst>
          </p:cNvPr>
          <p:cNvSpPr/>
          <p:nvPr/>
        </p:nvSpPr>
        <p:spPr>
          <a:xfrm>
            <a:off x="1399336" y="3033040"/>
            <a:ext cx="2528746" cy="301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Process Manufacturing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21D56E-C43D-5567-D52E-80F906FE2AD7}"/>
              </a:ext>
            </a:extLst>
          </p:cNvPr>
          <p:cNvSpPr/>
          <p:nvPr/>
        </p:nvSpPr>
        <p:spPr>
          <a:xfrm>
            <a:off x="1399336" y="3362056"/>
            <a:ext cx="2528746" cy="301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Complex Infrastructures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8D5FA3-1870-D8D6-C0E1-FCB78E757FFF}"/>
              </a:ext>
            </a:extLst>
          </p:cNvPr>
          <p:cNvSpPr/>
          <p:nvPr/>
        </p:nvSpPr>
        <p:spPr>
          <a:xfrm>
            <a:off x="1399336" y="3691071"/>
            <a:ext cx="2528746" cy="301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Services Sectors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683250C-ACB5-7E82-294B-B756C5D0A747}"/>
              </a:ext>
            </a:extLst>
          </p:cNvPr>
          <p:cNvSpPr/>
          <p:nvPr/>
        </p:nvSpPr>
        <p:spPr>
          <a:xfrm>
            <a:off x="1399336" y="4197850"/>
            <a:ext cx="2528746" cy="41148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Corporate Experience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E20A33A-C902-8A33-4D85-C6BC36A7E215}"/>
              </a:ext>
            </a:extLst>
          </p:cNvPr>
          <p:cNvSpPr/>
          <p:nvPr/>
        </p:nvSpPr>
        <p:spPr>
          <a:xfrm>
            <a:off x="3963642" y="4197850"/>
            <a:ext cx="2528746" cy="41148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Workforce &amp; Organization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7DFAA2-D862-1972-FE8F-5EA56AD699BC}"/>
              </a:ext>
            </a:extLst>
          </p:cNvPr>
          <p:cNvSpPr/>
          <p:nvPr/>
        </p:nvSpPr>
        <p:spPr>
          <a:xfrm>
            <a:off x="6527948" y="4197850"/>
            <a:ext cx="2528746" cy="41148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Business Technology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DF572E5-F0A5-57EF-F3B0-E3B2715E2013}"/>
              </a:ext>
            </a:extLst>
          </p:cNvPr>
          <p:cNvSpPr/>
          <p:nvPr/>
        </p:nvSpPr>
        <p:spPr>
          <a:xfrm>
            <a:off x="9147874" y="4197850"/>
            <a:ext cx="2528746" cy="41148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Enterprise Data &amp; Analytics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7133998-0AB0-1733-59CE-740DA8E60107}"/>
              </a:ext>
            </a:extLst>
          </p:cNvPr>
          <p:cNvSpPr/>
          <p:nvPr/>
        </p:nvSpPr>
        <p:spPr>
          <a:xfrm>
            <a:off x="3963622" y="4636298"/>
            <a:ext cx="1246311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Workforce  Transformation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E9010D-1626-D3C7-2F2D-9D97E9DD39DA}"/>
              </a:ext>
            </a:extLst>
          </p:cNvPr>
          <p:cNvSpPr/>
          <p:nvPr/>
        </p:nvSpPr>
        <p:spPr>
          <a:xfrm>
            <a:off x="9145282" y="4636298"/>
            <a:ext cx="1246311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Data Driven Finance  Risk &amp; Compliance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D12F9F8-E22D-198C-2831-188FE8049446}"/>
              </a:ext>
            </a:extLst>
          </p:cNvPr>
          <p:cNvSpPr/>
          <p:nvPr/>
        </p:nvSpPr>
        <p:spPr>
          <a:xfrm>
            <a:off x="1399336" y="4636298"/>
            <a:ext cx="1246200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Enterprise Model and  Strategy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799C11C-3881-0506-8D7D-95DBF15705AE}"/>
              </a:ext>
            </a:extLst>
          </p:cNvPr>
          <p:cNvSpPr/>
          <p:nvPr/>
        </p:nvSpPr>
        <p:spPr>
          <a:xfrm>
            <a:off x="2681479" y="4636298"/>
            <a:ext cx="1246200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Procurement  Transformation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12BB545-3A9E-6320-E78B-187A334E19EE}"/>
              </a:ext>
            </a:extLst>
          </p:cNvPr>
          <p:cNvSpPr/>
          <p:nvPr/>
        </p:nvSpPr>
        <p:spPr>
          <a:xfrm>
            <a:off x="5245876" y="4636298"/>
            <a:ext cx="1246311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Program &amp; Change  Acceleration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6E6C4CA-E531-9B11-6056-60E70B348A70}"/>
              </a:ext>
            </a:extLst>
          </p:cNvPr>
          <p:cNvSpPr/>
          <p:nvPr/>
        </p:nvSpPr>
        <p:spPr>
          <a:xfrm>
            <a:off x="10430309" y="4636298"/>
            <a:ext cx="1246311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Intelligent  Process &amp;  Performance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DC0BF5-F6E1-73A9-8B0C-1FBF6336FAD5}"/>
              </a:ext>
            </a:extLst>
          </p:cNvPr>
          <p:cNvSpPr/>
          <p:nvPr/>
        </p:nvSpPr>
        <p:spPr>
          <a:xfrm>
            <a:off x="3963622" y="5074747"/>
            <a:ext cx="1246311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Employee Experience  &amp; HR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2220E7-89D0-5CEB-87E4-5F298A61BE5B}"/>
              </a:ext>
            </a:extLst>
          </p:cNvPr>
          <p:cNvSpPr/>
          <p:nvPr/>
        </p:nvSpPr>
        <p:spPr>
          <a:xfrm>
            <a:off x="1399336" y="5074747"/>
            <a:ext cx="1246200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prstClr val="black"/>
                </a:solidFill>
                <a:latin typeface="Ubuntu"/>
              </a:rPr>
              <a:t>Servitization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201C88C-0F6B-7F3A-168F-86293A49C8AF}"/>
              </a:ext>
            </a:extLst>
          </p:cNvPr>
          <p:cNvSpPr/>
          <p:nvPr/>
        </p:nvSpPr>
        <p:spPr>
          <a:xfrm>
            <a:off x="6528131" y="4636298"/>
            <a:ext cx="825752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Cloud  Transform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B5ACFD8-C51F-2DCE-3D2D-728DA5FF0F4A}"/>
              </a:ext>
            </a:extLst>
          </p:cNvPr>
          <p:cNvSpPr/>
          <p:nvPr/>
        </p:nvSpPr>
        <p:spPr>
          <a:xfrm>
            <a:off x="7379537" y="4636298"/>
            <a:ext cx="825752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Technology  Innovation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6F7AD64-CE74-E0DD-6F33-8A251E9298D5}"/>
              </a:ext>
            </a:extLst>
          </p:cNvPr>
          <p:cNvSpPr/>
          <p:nvPr/>
        </p:nvSpPr>
        <p:spPr>
          <a:xfrm>
            <a:off x="6528131" y="5074747"/>
            <a:ext cx="825752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Digital Trust  &amp; Security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3B79837-B670-8B52-5CA5-A515D30D2EFA}"/>
              </a:ext>
            </a:extLst>
          </p:cNvPr>
          <p:cNvSpPr/>
          <p:nvPr/>
        </p:nvSpPr>
        <p:spPr>
          <a:xfrm>
            <a:off x="7379538" y="5074747"/>
            <a:ext cx="825752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Digital  Workplace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D01FB3C-1F73-E834-3F89-739E10A63E63}"/>
              </a:ext>
            </a:extLst>
          </p:cNvPr>
          <p:cNvSpPr/>
          <p:nvPr/>
        </p:nvSpPr>
        <p:spPr>
          <a:xfrm>
            <a:off x="8230943" y="4636298"/>
            <a:ext cx="825752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Digital IT  Acceleration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502B27A-C029-F5C6-921A-7BBFBDDC42ED}"/>
              </a:ext>
            </a:extLst>
          </p:cNvPr>
          <p:cNvSpPr/>
          <p:nvPr/>
        </p:nvSpPr>
        <p:spPr>
          <a:xfrm>
            <a:off x="8230945" y="5074747"/>
            <a:ext cx="825752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IT Perform. 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&amp; IT PMI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A8FA423-E058-C635-1C4C-856E8B569A52}"/>
              </a:ext>
            </a:extLst>
          </p:cNvPr>
          <p:cNvSpPr/>
          <p:nvPr/>
        </p:nvSpPr>
        <p:spPr>
          <a:xfrm>
            <a:off x="9145282" y="5074747"/>
            <a:ext cx="1246311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Data Strategy  &amp; Factory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37B3BC9-F3D3-58C1-B8BF-748EC3CDF413}"/>
              </a:ext>
            </a:extLst>
          </p:cNvPr>
          <p:cNvSpPr/>
          <p:nvPr/>
        </p:nvSpPr>
        <p:spPr>
          <a:xfrm>
            <a:off x="2681479" y="5074747"/>
            <a:ext cx="1246200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Finance 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S/4 Transformation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2D9F96F-1A3E-21AB-BD0D-AE9B3650C42D}"/>
              </a:ext>
            </a:extLst>
          </p:cNvPr>
          <p:cNvSpPr/>
          <p:nvPr/>
        </p:nvSpPr>
        <p:spPr>
          <a:xfrm>
            <a:off x="5245876" y="5074747"/>
            <a:ext cx="1246311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Organization Purpose &amp;  Strategy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67BE78A-754B-C51C-7A64-42B864AEAA35}"/>
              </a:ext>
            </a:extLst>
          </p:cNvPr>
          <p:cNvSpPr/>
          <p:nvPr/>
        </p:nvSpPr>
        <p:spPr>
          <a:xfrm>
            <a:off x="10430309" y="5074747"/>
            <a:ext cx="1246311" cy="41148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prstClr val="black"/>
                </a:solidFill>
                <a:latin typeface="Ubuntu"/>
              </a:rPr>
              <a:t>CoE in India:  People Analytics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DA8039F-463D-F52A-995E-A54C58BA60C2}"/>
              </a:ext>
            </a:extLst>
          </p:cNvPr>
          <p:cNvGrpSpPr/>
          <p:nvPr/>
        </p:nvGrpSpPr>
        <p:grpSpPr>
          <a:xfrm>
            <a:off x="1411591" y="5781885"/>
            <a:ext cx="5080596" cy="548640"/>
            <a:chOff x="1399336" y="5781885"/>
            <a:chExt cx="5093052" cy="54864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C507B91-62F7-C875-8F59-FFA008124E97}"/>
                </a:ext>
              </a:extLst>
            </p:cNvPr>
            <p:cNvSpPr/>
            <p:nvPr/>
          </p:nvSpPr>
          <p:spPr>
            <a:xfrm>
              <a:off x="1399336" y="5781885"/>
              <a:ext cx="2528746" cy="548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Primary Research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ED9F4CB-B11E-5D92-4E8B-3FF084763C6A}"/>
                </a:ext>
              </a:extLst>
            </p:cNvPr>
            <p:cNvSpPr/>
            <p:nvPr/>
          </p:nvSpPr>
          <p:spPr>
            <a:xfrm>
              <a:off x="3963642" y="5781885"/>
              <a:ext cx="2528746" cy="548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Strategic Research</a:t>
              </a: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9DED8129-F559-6BF0-A624-5521537A295A}"/>
              </a:ext>
            </a:extLst>
          </p:cNvPr>
          <p:cNvSpPr/>
          <p:nvPr/>
        </p:nvSpPr>
        <p:spPr>
          <a:xfrm>
            <a:off x="9147874" y="5782253"/>
            <a:ext cx="2528746" cy="548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DATA ACCELERATION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2C61136-1162-A3EA-81D7-B1913A188237}"/>
              </a:ext>
            </a:extLst>
          </p:cNvPr>
          <p:cNvSpPr/>
          <p:nvPr/>
        </p:nvSpPr>
        <p:spPr>
          <a:xfrm>
            <a:off x="6547270" y="5781885"/>
            <a:ext cx="2522561" cy="548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Training Capabilities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337D677-92B3-6336-9D2C-E81D4841B659}"/>
              </a:ext>
            </a:extLst>
          </p:cNvPr>
          <p:cNvSpPr/>
          <p:nvPr/>
        </p:nvSpPr>
        <p:spPr>
          <a:xfrm>
            <a:off x="429072" y="1125537"/>
            <a:ext cx="914400" cy="146304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frog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CUSTOMER FIRST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C32A38A-A8A4-2C0B-2FB4-EF3BA17DF027}"/>
              </a:ext>
            </a:extLst>
          </p:cNvPr>
          <p:cNvSpPr/>
          <p:nvPr/>
        </p:nvSpPr>
        <p:spPr>
          <a:xfrm>
            <a:off x="429072" y="2616693"/>
            <a:ext cx="914400" cy="146304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INTELLIGENT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INDUSTRY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ECA9764-7A54-6921-A052-B6AADD6B2598}"/>
              </a:ext>
            </a:extLst>
          </p:cNvPr>
          <p:cNvSpPr/>
          <p:nvPr/>
        </p:nvSpPr>
        <p:spPr>
          <a:xfrm>
            <a:off x="429072" y="4107849"/>
            <a:ext cx="914400" cy="1463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ENTERPRISE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TRANSFORMATION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DB93E92-1AF8-B32C-5B84-63387220CA86}"/>
              </a:ext>
            </a:extLst>
          </p:cNvPr>
          <p:cNvSpPr/>
          <p:nvPr/>
        </p:nvSpPr>
        <p:spPr>
          <a:xfrm>
            <a:off x="429072" y="5599005"/>
            <a:ext cx="914400" cy="914400"/>
          </a:xfrm>
          <a:prstGeom prst="rect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INDIA CoE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08373B0-21F7-99EB-E582-56785C36E938}"/>
              </a:ext>
            </a:extLst>
          </p:cNvPr>
          <p:cNvSpPr/>
          <p:nvPr/>
        </p:nvSpPr>
        <p:spPr>
          <a:xfrm>
            <a:off x="2689560" y="2117420"/>
            <a:ext cx="1246200" cy="411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PMI</a:t>
            </a:r>
          </a:p>
        </p:txBody>
      </p:sp>
    </p:spTree>
    <p:extLst>
      <p:ext uri="{BB962C8B-B14F-4D97-AF65-F5344CB8AC3E}">
        <p14:creationId xmlns:p14="http://schemas.microsoft.com/office/powerpoint/2010/main" val="3515184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BEB14ACA-8909-7FF4-2DDE-E66A276F9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9260"/>
            <a:ext cx="3723300" cy="68872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C8BD6C9-BEFD-824F-A2F8-ED5FA73BEB7B}"/>
              </a:ext>
            </a:extLst>
          </p:cNvPr>
          <p:cNvSpPr/>
          <p:nvPr/>
        </p:nvSpPr>
        <p:spPr>
          <a:xfrm>
            <a:off x="4325648" y="1327150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lvl="0">
              <a:defRPr/>
            </a:pPr>
            <a:r>
              <a:rPr lang="en-US" sz="2000">
                <a:solidFill>
                  <a:srgbClr val="8085A4"/>
                </a:solidFill>
                <a:cs typeface="Arial" pitchFamily="34" charset="0"/>
              </a:rPr>
              <a:t>Our understanding of your needs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7C3077-EFF0-06BB-98AC-BA63290FCECA}"/>
              </a:ext>
            </a:extLst>
          </p:cNvPr>
          <p:cNvSpPr/>
          <p:nvPr/>
        </p:nvSpPr>
        <p:spPr>
          <a:xfrm>
            <a:off x="4325648" y="2470756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r>
              <a:rPr lang="en-US" sz="2000">
                <a:solidFill>
                  <a:srgbClr val="8085A4"/>
                </a:solidFill>
                <a:cs typeface="Arial" pitchFamily="34" charset="0"/>
              </a:rPr>
              <a:t>Our approach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3190D4-8C2C-7A5B-01A2-8723770C3AB5}"/>
              </a:ext>
            </a:extLst>
          </p:cNvPr>
          <p:cNvSpPr/>
          <p:nvPr/>
        </p:nvSpPr>
        <p:spPr>
          <a:xfrm>
            <a:off x="4325648" y="3614362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r>
              <a:rPr lang="en-IN" sz="2000">
                <a:solidFill>
                  <a:srgbClr val="8085A4"/>
                </a:solidFill>
                <a:cs typeface="Arial" pitchFamily="34" charset="0"/>
              </a:rPr>
              <a:t>Our assets to support you</a:t>
            </a:r>
            <a:endParaRPr lang="en-US" sz="2000">
              <a:solidFill>
                <a:srgbClr val="8085A4"/>
              </a:solidFill>
              <a:cs typeface="Arial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FA5123-4837-6E3C-95FC-C58680F19D75}"/>
              </a:ext>
            </a:extLst>
          </p:cNvPr>
          <p:cNvSpPr/>
          <p:nvPr/>
        </p:nvSpPr>
        <p:spPr>
          <a:xfrm>
            <a:off x="4325648" y="4757969"/>
            <a:ext cx="7458365" cy="565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r>
              <a:rPr lang="en-IN" sz="2000">
                <a:solidFill>
                  <a:schemeClr val="bg1"/>
                </a:solidFill>
                <a:cs typeface="Arial" pitchFamily="34" charset="0"/>
              </a:rPr>
              <a:t>Appendix</a:t>
            </a:r>
            <a:endParaRPr lang="en-US" sz="200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068706-4229-1C32-3E6B-094F2681C723}"/>
              </a:ext>
            </a:extLst>
          </p:cNvPr>
          <p:cNvSpPr/>
          <p:nvPr/>
        </p:nvSpPr>
        <p:spPr>
          <a:xfrm>
            <a:off x="3815660" y="1353902"/>
            <a:ext cx="511761" cy="511761"/>
          </a:xfrm>
          <a:prstGeom prst="ellipse">
            <a:avLst/>
          </a:prstGeom>
          <a:solidFill>
            <a:srgbClr val="808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707A06-2891-4A4F-6DD1-33A2AAF6BA48}"/>
              </a:ext>
            </a:extLst>
          </p:cNvPr>
          <p:cNvSpPr/>
          <p:nvPr/>
        </p:nvSpPr>
        <p:spPr>
          <a:xfrm>
            <a:off x="3815660" y="2488591"/>
            <a:ext cx="511761" cy="511761"/>
          </a:xfrm>
          <a:prstGeom prst="ellipse">
            <a:avLst/>
          </a:prstGeom>
          <a:solidFill>
            <a:srgbClr val="808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D6B069C-70CF-DC32-A3D7-5E626A8F8FF7}"/>
              </a:ext>
            </a:extLst>
          </p:cNvPr>
          <p:cNvSpPr/>
          <p:nvPr/>
        </p:nvSpPr>
        <p:spPr>
          <a:xfrm>
            <a:off x="3815660" y="3623280"/>
            <a:ext cx="511761" cy="511761"/>
          </a:xfrm>
          <a:prstGeom prst="ellipse">
            <a:avLst/>
          </a:prstGeom>
          <a:solidFill>
            <a:srgbClr val="808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14EB6F-0625-5465-74A4-B702C291EBFE}"/>
              </a:ext>
            </a:extLst>
          </p:cNvPr>
          <p:cNvSpPr/>
          <p:nvPr/>
        </p:nvSpPr>
        <p:spPr>
          <a:xfrm>
            <a:off x="3815660" y="4757968"/>
            <a:ext cx="511761" cy="51176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GB" sz="2000"/>
              <a:t>4</a:t>
            </a:r>
          </a:p>
        </p:txBody>
      </p:sp>
      <p:sp>
        <p:nvSpPr>
          <p:cNvPr id="2" name="Rectangle 27">
            <a:extLst>
              <a:ext uri="{FF2B5EF4-FFF2-40B4-BE49-F238E27FC236}">
                <a16:creationId xmlns:a16="http://schemas.microsoft.com/office/drawing/2014/main" id="{AFAA11AB-175D-4356-2A21-C53277D95445}"/>
              </a:ext>
            </a:extLst>
          </p:cNvPr>
          <p:cNvSpPr/>
          <p:nvPr/>
        </p:nvSpPr>
        <p:spPr>
          <a:xfrm>
            <a:off x="40481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err="1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BlaBlaCar</a:t>
            </a:r>
            <a:r>
              <a:rPr lang="en-IN" sz="700" ker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 market research proposal | September 2023</a:t>
            </a:r>
            <a:endParaRPr lang="en-US" sz="700" kern="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6089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2" name="bg_18_0066.png" descr="bg_18_0066.png"/>
          <p:cNvPicPr>
            <a:picLocks noChangeAspect="1"/>
          </p:cNvPicPr>
          <p:nvPr/>
        </p:nvPicPr>
        <p:blipFill>
          <a:blip r:embed="rId3">
            <a:alphaModFix/>
          </a:blip>
          <a:srcRect l="2330" t="2330" r="2330" b="23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7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91881" y="6517640"/>
            <a:ext cx="103276" cy="1625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/>
          </a:p>
        </p:txBody>
      </p:sp>
      <p:sp>
        <p:nvSpPr>
          <p:cNvPr id="2774" name="OUR APPROACH"/>
          <p:cNvSpPr>
            <a:spLocks noGrp="1"/>
          </p:cNvSpPr>
          <p:nvPr>
            <p:ph type="body" idx="21"/>
          </p:nvPr>
        </p:nvSpPr>
        <p:spPr>
          <a:xfrm>
            <a:off x="884402" y="662082"/>
            <a:ext cx="444588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>
                <a:solidFill>
                  <a:schemeClr val="bg1"/>
                </a:solidFill>
              </a:rPr>
              <a:t>OUR APPROACH</a:t>
            </a:r>
            <a:r>
              <a:rPr lang="en-US">
                <a:solidFill>
                  <a:schemeClr val="bg1"/>
                </a:solidFill>
              </a:rPr>
              <a:t> FOR USER RESEARCH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2775" name="friedolin_WB.jpeg" descr="friedolin_WB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61" y="6414645"/>
            <a:ext cx="443356" cy="443356"/>
          </a:xfrm>
          <a:prstGeom prst="rect">
            <a:avLst/>
          </a:prstGeom>
          <a:ln w="12700">
            <a:miter lim="400000"/>
          </a:ln>
        </p:spPr>
      </p:pic>
      <p:sp>
        <p:nvSpPr>
          <p:cNvPr id="2776" name="Create a perspective on the societal, macroeconomic, regulatory, and mobility trends most likely to shape the future - and the potential disruptive events that may change that course. Define a set of hypotheses for these plausible futures, and evaluate h"/>
          <p:cNvSpPr txBox="1">
            <a:spLocks noGrp="1"/>
          </p:cNvSpPr>
          <p:nvPr>
            <p:ph type="body" idx="22"/>
          </p:nvPr>
        </p:nvSpPr>
        <p:spPr>
          <a:xfrm>
            <a:off x="875516" y="3421357"/>
            <a:ext cx="2247831" cy="1994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Study the </a:t>
            </a:r>
            <a:r>
              <a:rPr dirty="0">
                <a:solidFill>
                  <a:schemeClr val="bg1"/>
                </a:solidFill>
              </a:rPr>
              <a:t>societal, macroeconomic, regulatory, and </a:t>
            </a:r>
            <a:r>
              <a:rPr lang="en-US" dirty="0">
                <a:solidFill>
                  <a:schemeClr val="bg1"/>
                </a:solidFill>
              </a:rPr>
              <a:t>carpooling</a:t>
            </a:r>
            <a:r>
              <a:rPr dirty="0">
                <a:solidFill>
                  <a:schemeClr val="bg1"/>
                </a:solidFill>
              </a:rPr>
              <a:t> trends most likely to shape the future - and the potential disruptive events that may change that course. </a:t>
            </a:r>
            <a:r>
              <a:rPr lang="en-US" dirty="0">
                <a:solidFill>
                  <a:schemeClr val="bg1"/>
                </a:solidFill>
              </a:rPr>
              <a:t>E</a:t>
            </a:r>
            <a:r>
              <a:rPr dirty="0">
                <a:solidFill>
                  <a:schemeClr val="bg1"/>
                </a:solidFill>
              </a:rPr>
              <a:t>valuate how </a:t>
            </a:r>
            <a:r>
              <a:rPr dirty="0" err="1">
                <a:solidFill>
                  <a:schemeClr val="bg1"/>
                </a:solidFill>
              </a:rPr>
              <a:t>BlaBla</a:t>
            </a:r>
            <a:r>
              <a:rPr dirty="0">
                <a:solidFill>
                  <a:schemeClr val="bg1"/>
                </a:solidFill>
              </a:rPr>
              <a:t> car may thrive within them.</a:t>
            </a:r>
          </a:p>
        </p:txBody>
      </p:sp>
      <p:sp>
        <p:nvSpPr>
          <p:cNvPr id="2777" name="Identify future trends and disruptors"/>
          <p:cNvSpPr>
            <a:spLocks noGrp="1"/>
          </p:cNvSpPr>
          <p:nvPr>
            <p:ph type="body" idx="23"/>
          </p:nvPr>
        </p:nvSpPr>
        <p:spPr>
          <a:xfrm>
            <a:off x="875516" y="2508250"/>
            <a:ext cx="2247831" cy="64633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>
                <a:solidFill>
                  <a:schemeClr val="bg1"/>
                </a:solidFill>
              </a:rPr>
              <a:t>Identify </a:t>
            </a:r>
            <a:r>
              <a:rPr lang="en-US">
                <a:solidFill>
                  <a:schemeClr val="bg1"/>
                </a:solidFill>
              </a:rPr>
              <a:t>carpooling</a:t>
            </a:r>
            <a:r>
              <a:rPr>
                <a:solidFill>
                  <a:schemeClr val="bg1"/>
                </a:solidFill>
              </a:rPr>
              <a:t> trends and disruptors</a:t>
            </a:r>
          </a:p>
        </p:txBody>
      </p:sp>
      <p:sp>
        <p:nvSpPr>
          <p:cNvPr id="2778" name="Leverage internal and external viewpoints"/>
          <p:cNvSpPr>
            <a:spLocks noGrp="1"/>
          </p:cNvSpPr>
          <p:nvPr>
            <p:ph type="body" idx="24"/>
          </p:nvPr>
        </p:nvSpPr>
        <p:spPr>
          <a:xfrm>
            <a:off x="3491716" y="2508250"/>
            <a:ext cx="2247831" cy="64633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>
                <a:solidFill>
                  <a:schemeClr val="bg1"/>
                </a:solidFill>
              </a:rPr>
              <a:t>Leverage internal and external viewpoints</a:t>
            </a:r>
          </a:p>
        </p:txBody>
      </p:sp>
      <p:sp>
        <p:nvSpPr>
          <p:cNvPr id="2779" name="Develop durable perspectives"/>
          <p:cNvSpPr>
            <a:spLocks noGrp="1"/>
          </p:cNvSpPr>
          <p:nvPr>
            <p:ph type="body" idx="25"/>
          </p:nvPr>
        </p:nvSpPr>
        <p:spPr>
          <a:xfrm>
            <a:off x="6128456" y="2508250"/>
            <a:ext cx="2247831" cy="64633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>
                <a:solidFill>
                  <a:schemeClr val="bg1"/>
                </a:solidFill>
              </a:rPr>
              <a:t>Develop durable perspectives</a:t>
            </a:r>
          </a:p>
        </p:txBody>
      </p:sp>
      <p:sp>
        <p:nvSpPr>
          <p:cNvPr id="2780" name="Combine insight with commercial reality"/>
          <p:cNvSpPr>
            <a:spLocks noGrp="1"/>
          </p:cNvSpPr>
          <p:nvPr>
            <p:ph type="body" idx="26"/>
          </p:nvPr>
        </p:nvSpPr>
        <p:spPr>
          <a:xfrm>
            <a:off x="8785736" y="2508250"/>
            <a:ext cx="2247831" cy="64633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>
                <a:solidFill>
                  <a:schemeClr val="bg1"/>
                </a:solidFill>
              </a:rPr>
              <a:t>Combine insight with commercial reality</a:t>
            </a:r>
          </a:p>
        </p:txBody>
      </p:sp>
      <p:sp>
        <p:nvSpPr>
          <p:cNvPr id="2781" name="Capture internal perspective and predictions for the future of mobility, and reflections on past successes and failures. Supplement with external subject matter expertise, ensuring a holistic view of what may happen - and how to interpret what already ha"/>
          <p:cNvSpPr txBox="1">
            <a:spLocks noGrp="1"/>
          </p:cNvSpPr>
          <p:nvPr>
            <p:ph type="body" idx="27"/>
          </p:nvPr>
        </p:nvSpPr>
        <p:spPr>
          <a:xfrm>
            <a:off x="3491716" y="3410217"/>
            <a:ext cx="2247831" cy="22342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>
                <a:solidFill>
                  <a:schemeClr val="bg1"/>
                </a:solidFill>
              </a:rPr>
              <a:t>Capture internal perspective and predictions for the future of mobility, and reflections on past successes and failures. Supplement with external subject matter expertise, ensuring a holistic view of what may happen - and how to interpret what already has.</a:t>
            </a:r>
          </a:p>
        </p:txBody>
      </p:sp>
      <p:sp>
        <p:nvSpPr>
          <p:cNvPr id="2782" name="Working in partnership with BlaBla car, develop a shared understanding of what the future of mobility may hold, identifying the plausible impact on the mobility ecosystem and the likely opportunities that arise from it."/>
          <p:cNvSpPr txBox="1">
            <a:spLocks noGrp="1"/>
          </p:cNvSpPr>
          <p:nvPr>
            <p:ph type="body" idx="28"/>
          </p:nvPr>
        </p:nvSpPr>
        <p:spPr>
          <a:xfrm>
            <a:off x="6096706" y="3410217"/>
            <a:ext cx="2392538" cy="22342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>
                <a:solidFill>
                  <a:schemeClr val="bg1"/>
                </a:solidFill>
              </a:rPr>
              <a:t>Working in partnership with </a:t>
            </a:r>
            <a:r>
              <a:rPr lang="en-US" dirty="0" err="1">
                <a:solidFill>
                  <a:schemeClr val="bg1"/>
                </a:solidFill>
              </a:rPr>
              <a:t>BlaBla</a:t>
            </a:r>
            <a:r>
              <a:rPr>
                <a:solidFill>
                  <a:schemeClr val="bg1"/>
                </a:solidFill>
              </a:rPr>
              <a:t> car, develop a shared understanding of what the future of mobility may hold, identifying the plausible impact on the mobility ecosystem and the likely opportunities that arise from it.</a:t>
            </a:r>
          </a:p>
        </p:txBody>
      </p:sp>
      <p:sp>
        <p:nvSpPr>
          <p:cNvPr id="2783" name="Prioritize future opportunities through a rigorous qualitative and quantitative approach, identifying areas where BlaBla car is most poised to succeed - and not just where potential lies dormant."/>
          <p:cNvSpPr txBox="1">
            <a:spLocks noGrp="1"/>
          </p:cNvSpPr>
          <p:nvPr>
            <p:ph type="body" idx="29"/>
          </p:nvPr>
        </p:nvSpPr>
        <p:spPr>
          <a:xfrm>
            <a:off x="8779386" y="3410217"/>
            <a:ext cx="2247831" cy="1754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>
                <a:solidFill>
                  <a:schemeClr val="bg1"/>
                </a:solidFill>
              </a:rPr>
              <a:t>Prioritize future opportunities through a rigorous qualitative and quantitative approach, identifying areas where BlaBla car is most poised to succeed - and not just where potential lies dormant. </a:t>
            </a:r>
          </a:p>
        </p:txBody>
      </p:sp>
      <p:sp>
        <p:nvSpPr>
          <p:cNvPr id="2784" name="© confidential 2021 | frog Part of Capgemini Invent"/>
          <p:cNvSpPr>
            <a:spLocks noGrp="1"/>
          </p:cNvSpPr>
          <p:nvPr>
            <p:ph type="body" idx="3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© confidential 2021 | frog Part of Capgemini Invent</a:t>
            </a:r>
          </a:p>
        </p:txBody>
      </p:sp>
      <p:pic>
        <p:nvPicPr>
          <p:cNvPr id="2785" name="21_Icons_Draft7_Artboard 5 copy 134@3x.png" descr="21_Icons_Draft7_Artboard 5 copy 134@3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2926" y="1526710"/>
            <a:ext cx="682811" cy="682812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6" name="21_Icons_Draft7_Artboard 5 copy 105@3x.png" descr="21_Icons_Draft7_Artboard 5 copy 105@3x.png"/>
          <p:cNvPicPr>
            <a:picLocks noChangeAspect="1"/>
          </p:cNvPicPr>
          <p:nvPr/>
        </p:nvPicPr>
        <p:blipFill>
          <a:blip r:embed="rId6"/>
          <a:srcRect l="124" r="124"/>
          <a:stretch>
            <a:fillRect/>
          </a:stretch>
        </p:blipFill>
        <p:spPr>
          <a:xfrm>
            <a:off x="6116436" y="1509843"/>
            <a:ext cx="714710" cy="716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7" name="21_Icons_Draft7_Artboard 5 copy 104@3x.png" descr="21_Icons_Draft7_Artboard 5 copy 104@3x.png"/>
          <p:cNvPicPr>
            <a:picLocks noChangeAspect="1"/>
          </p:cNvPicPr>
          <p:nvPr/>
        </p:nvPicPr>
        <p:blipFill>
          <a:blip r:embed="rId7"/>
          <a:srcRect l="124" r="124"/>
          <a:stretch>
            <a:fillRect/>
          </a:stretch>
        </p:blipFill>
        <p:spPr>
          <a:xfrm>
            <a:off x="8833736" y="1481228"/>
            <a:ext cx="714710" cy="716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8" name="21_Icons_Draft7_Offering_Commerce-in-a-Digital-World@3x.png" descr="21_Icons_Draft7_Offering_Commerce-in-a-Digital-World@3x.png"/>
          <p:cNvPicPr>
            <a:picLocks noChangeAspect="1"/>
          </p:cNvPicPr>
          <p:nvPr/>
        </p:nvPicPr>
        <p:blipFill>
          <a:blip r:embed="rId8"/>
          <a:srcRect t="41" b="41"/>
          <a:stretch>
            <a:fillRect/>
          </a:stretch>
        </p:blipFill>
        <p:spPr>
          <a:xfrm>
            <a:off x="897467" y="1482121"/>
            <a:ext cx="714710" cy="7147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91" name="Group"/>
          <p:cNvGrpSpPr/>
          <p:nvPr/>
        </p:nvGrpSpPr>
        <p:grpSpPr>
          <a:xfrm>
            <a:off x="442725" y="6414910"/>
            <a:ext cx="442827" cy="442827"/>
            <a:chOff x="0" y="0"/>
            <a:chExt cx="885651" cy="885651"/>
          </a:xfrm>
        </p:grpSpPr>
        <p:sp>
          <p:nvSpPr>
            <p:cNvPr id="2789" name="Square"/>
            <p:cNvSpPr/>
            <p:nvPr/>
          </p:nvSpPr>
          <p:spPr>
            <a:xfrm>
              <a:off x="0" y="0"/>
              <a:ext cx="885652" cy="88565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1480">
                <a:lnSpc>
                  <a:spcPct val="130000"/>
                </a:lnSpc>
                <a:defRPr>
                  <a:uFillTx/>
                </a:defRPr>
              </a:pPr>
              <a:endParaRPr sz="900"/>
            </a:p>
          </p:txBody>
        </p:sp>
        <p:pic>
          <p:nvPicPr>
            <p:cNvPr id="2790" name="Image" descr="Image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6766" y="274801"/>
              <a:ext cx="652120" cy="4122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  <p:extLst>
    <p:ext uri="{6950BFC3-D8DA-4A85-94F7-54DA5524770B}">
      <p188:commentRel xmlns:p188="http://schemas.microsoft.com/office/powerpoint/2018/8/main" r:id="rId2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91881" y="6517640"/>
            <a:ext cx="120993" cy="16256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31</a:t>
            </a:fld>
            <a:endParaRPr/>
          </a:p>
        </p:txBody>
      </p:sp>
      <p:sp>
        <p:nvSpPr>
          <p:cNvPr id="2794" name="Our approach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Our approach</a:t>
            </a:r>
          </a:p>
        </p:txBody>
      </p:sp>
      <p:pic>
        <p:nvPicPr>
          <p:cNvPr id="2795" name="friedolin_WB.jpeg" descr="friedolin_WB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61" y="6414645"/>
            <a:ext cx="443356" cy="443356"/>
          </a:xfrm>
          <a:prstGeom prst="rect">
            <a:avLst/>
          </a:prstGeom>
          <a:ln w="12700">
            <a:miter lim="400000"/>
          </a:ln>
        </p:spPr>
      </p:pic>
      <p:sp>
        <p:nvSpPr>
          <p:cNvPr id="2796" name="Explore and identify the trends, potential disruptions, and likely futures of the mobility industry, through a bespoke primary and secondary research exercise. Generate 10-15 hypotheses for plausible futures, to be evaluated and discussed with the BlaBla"/>
          <p:cNvSpPr txBox="1">
            <a:spLocks noGrp="1"/>
          </p:cNvSpPr>
          <p:nvPr>
            <p:ph type="body" idx="22"/>
          </p:nvPr>
        </p:nvSpPr>
        <p:spPr>
          <a:xfrm>
            <a:off x="886727" y="2711717"/>
            <a:ext cx="3237299" cy="325217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1000"/>
              </a:spcBef>
              <a:defRPr sz="2300"/>
            </a:pPr>
            <a:r>
              <a:rPr sz="1400">
                <a:solidFill>
                  <a:schemeClr val="tx1">
                    <a:lumMod val="50000"/>
                    <a:lumOff val="50000"/>
                  </a:schemeClr>
                </a:solidFill>
              </a:rPr>
              <a:t>Explore and identify the trends, potential disruptions, and likely futures of the mobility industry, through a bespoke primary and secondary research exercise. Generate 10-15 hypotheses, to be evaluated and discussed with the </a:t>
            </a:r>
            <a:r>
              <a:rPr sz="1400" err="1">
                <a:solidFill>
                  <a:schemeClr val="tx1">
                    <a:lumMod val="50000"/>
                    <a:lumOff val="50000"/>
                  </a:schemeClr>
                </a:solidFill>
              </a:rPr>
              <a:t>BlaBla</a:t>
            </a:r>
            <a:r>
              <a:rPr sz="1400">
                <a:solidFill>
                  <a:schemeClr val="tx1">
                    <a:lumMod val="50000"/>
                    <a:lumOff val="50000"/>
                  </a:schemeClr>
                </a:solidFill>
              </a:rPr>
              <a:t> car team.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defRPr sz="2300"/>
            </a:pPr>
            <a:r>
              <a:rPr lang="en-I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Create questionnaire, identify users for research.  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defRPr sz="2300"/>
            </a:pPr>
            <a:endParaRPr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24691" indent="-124691">
              <a:lnSpc>
                <a:spcPct val="100000"/>
              </a:lnSpc>
              <a:buSzPct val="100000"/>
              <a:buChar char="•"/>
              <a:defRPr sz="2300"/>
            </a:pPr>
            <a:r>
              <a:rPr sz="1400">
                <a:solidFill>
                  <a:schemeClr val="tx1">
                    <a:lumMod val="50000"/>
                    <a:lumOff val="50000"/>
                  </a:schemeClr>
                </a:solidFill>
              </a:rPr>
              <a:t>Expert/Stakeholder Interviews</a:t>
            </a:r>
          </a:p>
          <a:p>
            <a:pPr marL="124691" indent="-124691">
              <a:lnSpc>
                <a:spcPct val="100000"/>
              </a:lnSpc>
              <a:buSzPct val="100000"/>
              <a:buChar char="•"/>
              <a:defRPr sz="2300"/>
            </a:pPr>
            <a:r>
              <a:rPr sz="1400">
                <a:solidFill>
                  <a:schemeClr val="tx1">
                    <a:lumMod val="50000"/>
                    <a:lumOff val="50000"/>
                  </a:schemeClr>
                </a:solidFill>
              </a:rPr>
              <a:t>Document Review</a:t>
            </a:r>
          </a:p>
        </p:txBody>
      </p:sp>
      <p:sp>
        <p:nvSpPr>
          <p:cNvPr id="2797" name="Key Activities"/>
          <p:cNvSpPr>
            <a:spLocks noGrp="1"/>
          </p:cNvSpPr>
          <p:nvPr>
            <p:ph type="body" idx="23"/>
          </p:nvPr>
        </p:nvSpPr>
        <p:spPr>
          <a:xfrm>
            <a:off x="891665" y="1098550"/>
            <a:ext cx="5998596" cy="553998"/>
          </a:xfrm>
          <a:prstGeom prst="rect">
            <a:avLst/>
          </a:prstGeom>
        </p:spPr>
        <p:txBody>
          <a:bodyPr/>
          <a:lstStyle/>
          <a:p>
            <a:r>
              <a:t>Key Activities</a:t>
            </a:r>
          </a:p>
        </p:txBody>
      </p:sp>
      <p:sp>
        <p:nvSpPr>
          <p:cNvPr id="2798" name="Define “plausible futures” for mobility — independent visions of the world as it may evolve in the years to come — in order to articulate a cohesive understanding of what trends and disruptive events are most important for BlaBla car to focus on in futur"/>
          <p:cNvSpPr txBox="1">
            <a:spLocks noGrp="1"/>
          </p:cNvSpPr>
          <p:nvPr>
            <p:ph type="body" idx="29"/>
          </p:nvPr>
        </p:nvSpPr>
        <p:spPr>
          <a:xfrm>
            <a:off x="4380090" y="2711717"/>
            <a:ext cx="3809864" cy="311367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1000"/>
              </a:spcBef>
              <a:defRPr sz="2300"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User research in user’s environment to understand attitudes towards car pooling, their needs, identify gaps in the product and brand perception. </a:t>
            </a:r>
            <a:endParaRPr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defRPr sz="2300"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Develop </a:t>
            </a:r>
            <a:r>
              <a:rPr sz="1400">
                <a:solidFill>
                  <a:schemeClr val="tx1">
                    <a:lumMod val="50000"/>
                    <a:lumOff val="50000"/>
                  </a:schemeClr>
                </a:solidFill>
              </a:rPr>
              <a:t>a “Gameboard” of 10-12 Opportunity Areas, defining the areas of 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carpooling</a:t>
            </a:r>
            <a:r>
              <a:rPr sz="1400">
                <a:solidFill>
                  <a:schemeClr val="tx1">
                    <a:lumMod val="50000"/>
                    <a:lumOff val="50000"/>
                  </a:schemeClr>
                </a:solidFill>
              </a:rPr>
              <a:t> most ripe for </a:t>
            </a:r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</a:rPr>
              <a:t>BlaBla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 car to expand in Indian market</a:t>
            </a:r>
            <a:r>
              <a:rPr sz="140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defRPr sz="2300"/>
            </a:pPr>
            <a:endParaRPr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24691" indent="-124691">
              <a:lnSpc>
                <a:spcPct val="100000"/>
              </a:lnSpc>
              <a:buSzPct val="100000"/>
              <a:buChar char="•"/>
              <a:defRPr sz="2300"/>
            </a:pPr>
            <a:r>
              <a:rPr lang="en-I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User interviews</a:t>
            </a:r>
          </a:p>
          <a:p>
            <a:pPr marL="124691" indent="-124691">
              <a:lnSpc>
                <a:spcPct val="100000"/>
              </a:lnSpc>
              <a:buSzPct val="100000"/>
              <a:buChar char="•"/>
              <a:defRPr sz="2300"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Field research</a:t>
            </a:r>
            <a:r>
              <a:rPr sz="1400">
                <a:solidFill>
                  <a:schemeClr val="tx1">
                    <a:lumMod val="50000"/>
                    <a:lumOff val="50000"/>
                  </a:schemeClr>
                </a:solidFill>
              </a:rPr>
              <a:t> Synthesis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24691" indent="-124691">
              <a:lnSpc>
                <a:spcPct val="100000"/>
              </a:lnSpc>
              <a:buSzPct val="100000"/>
              <a:buChar char="•"/>
              <a:defRPr sz="2300"/>
            </a:pPr>
            <a:endParaRPr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99" name="Develop and refine an understanding of the potential size of prize, profit pools, and capability gaps for each opportunity space, prioritizing opportunities for further study and investment through a holistic evaluation.…"/>
          <p:cNvSpPr txBox="1">
            <a:spLocks noGrp="1"/>
          </p:cNvSpPr>
          <p:nvPr>
            <p:ph type="body" idx="30"/>
          </p:nvPr>
        </p:nvSpPr>
        <p:spPr>
          <a:xfrm>
            <a:off x="8792086" y="2711717"/>
            <a:ext cx="2247831" cy="297004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1000"/>
              </a:spcBef>
              <a:defRPr sz="2300"/>
            </a:pPr>
            <a:r>
              <a:rPr sz="1400">
                <a:solidFill>
                  <a:schemeClr val="tx1">
                    <a:lumMod val="50000"/>
                    <a:lumOff val="50000"/>
                  </a:schemeClr>
                </a:solidFill>
              </a:rPr>
              <a:t>Develop and refine an understanding of the potential size of prize, profit pools, and capability gaps for each opportunity space, prioritizing opportunities for further study and investment through a holistic evaluation.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defRPr sz="2300"/>
            </a:pPr>
            <a:endParaRPr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24691" indent="-124691">
              <a:lnSpc>
                <a:spcPct val="100000"/>
              </a:lnSpc>
              <a:buSzPct val="100000"/>
              <a:buChar char="•"/>
              <a:defRPr sz="2300"/>
            </a:pPr>
            <a:r>
              <a:rPr sz="1400">
                <a:solidFill>
                  <a:schemeClr val="tx1">
                    <a:lumMod val="50000"/>
                    <a:lumOff val="50000"/>
                  </a:schemeClr>
                </a:solidFill>
              </a:rPr>
              <a:t>Survey</a:t>
            </a:r>
          </a:p>
        </p:txBody>
      </p:sp>
      <p:sp>
        <p:nvSpPr>
          <p:cNvPr id="2800" name="© confidential 2021 | frog Part of Capgemini Invent"/>
          <p:cNvSpPr>
            <a:spLocks noGrp="1"/>
          </p:cNvSpPr>
          <p:nvPr>
            <p:ph type="body" idx="3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© confidential 2021 | frog Part of Capgemini Invent</a:t>
            </a:r>
          </a:p>
        </p:txBody>
      </p:sp>
      <p:sp>
        <p:nvSpPr>
          <p:cNvPr id="2801" name="Line"/>
          <p:cNvSpPr/>
          <p:nvPr/>
        </p:nvSpPr>
        <p:spPr>
          <a:xfrm>
            <a:off x="4352332" y="2482983"/>
            <a:ext cx="3809865" cy="1"/>
          </a:xfrm>
          <a:prstGeom prst="line">
            <a:avLst/>
          </a:prstGeom>
          <a:ln w="38100">
            <a:solidFill>
              <a:srgbClr val="6A07E0"/>
            </a:solidFill>
          </a:ln>
        </p:spPr>
        <p:txBody>
          <a:bodyPr lIns="22859" tIns="22859" rIns="22859" bIns="22859"/>
          <a:lstStyle/>
          <a:p>
            <a:pPr defTabSz="411480">
              <a:lnSpc>
                <a:spcPct val="130000"/>
              </a:lnSpc>
              <a:defRPr>
                <a:uFillTx/>
              </a:defRPr>
            </a:pPr>
            <a:endParaRPr sz="900"/>
          </a:p>
        </p:txBody>
      </p:sp>
      <p:sp>
        <p:nvSpPr>
          <p:cNvPr id="2802" name="Line"/>
          <p:cNvSpPr/>
          <p:nvPr/>
        </p:nvSpPr>
        <p:spPr>
          <a:xfrm>
            <a:off x="8808599" y="2482983"/>
            <a:ext cx="2018559" cy="1"/>
          </a:xfrm>
          <a:prstGeom prst="line">
            <a:avLst/>
          </a:prstGeom>
          <a:ln w="38100">
            <a:solidFill>
              <a:srgbClr val="FF01B1"/>
            </a:solidFill>
          </a:ln>
        </p:spPr>
        <p:txBody>
          <a:bodyPr lIns="22859" tIns="22859" rIns="22859" bIns="22859"/>
          <a:lstStyle/>
          <a:p>
            <a:pPr defTabSz="411480">
              <a:lnSpc>
                <a:spcPct val="130000"/>
              </a:lnSpc>
              <a:defRPr>
                <a:uFillTx/>
              </a:defRPr>
            </a:pPr>
            <a:endParaRPr sz="900"/>
          </a:p>
        </p:txBody>
      </p:sp>
      <p:sp>
        <p:nvSpPr>
          <p:cNvPr id="2803" name="Forecast — 04 weeks"/>
          <p:cNvSpPr/>
          <p:nvPr/>
        </p:nvSpPr>
        <p:spPr>
          <a:xfrm>
            <a:off x="886727" y="1963402"/>
            <a:ext cx="2247831" cy="290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411480">
              <a:lnSpc>
                <a:spcPct val="90000"/>
              </a:lnSpc>
              <a:defRPr sz="4200" spc="-42">
                <a:uFillTx/>
                <a:latin typeface="Quarto Light"/>
                <a:ea typeface="Quarto Light"/>
                <a:cs typeface="Quarto Light"/>
                <a:sym typeface="Quarto Light"/>
              </a:defRPr>
            </a:pPr>
            <a:r>
              <a:rPr lang="en-US" sz="2100"/>
              <a:t>Immerse</a:t>
            </a:r>
            <a:r>
              <a:rPr sz="2100"/>
              <a:t> </a:t>
            </a:r>
            <a:r>
              <a:rPr sz="1700" spc="-17"/>
              <a:t>— 0</a:t>
            </a:r>
            <a:r>
              <a:rPr lang="en-US" sz="1700" spc="-17"/>
              <a:t>3</a:t>
            </a:r>
            <a:r>
              <a:rPr sz="1700" spc="-17"/>
              <a:t> weeks</a:t>
            </a:r>
          </a:p>
        </p:txBody>
      </p:sp>
      <p:sp>
        <p:nvSpPr>
          <p:cNvPr id="2804" name="Define — 03 weeks"/>
          <p:cNvSpPr/>
          <p:nvPr/>
        </p:nvSpPr>
        <p:spPr>
          <a:xfrm>
            <a:off x="4380089" y="2046085"/>
            <a:ext cx="2247831" cy="290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411480">
              <a:lnSpc>
                <a:spcPct val="90000"/>
              </a:lnSpc>
              <a:defRPr sz="4200" spc="-42">
                <a:uFillTx/>
                <a:latin typeface="Quarto Light"/>
                <a:ea typeface="Quarto Light"/>
                <a:cs typeface="Quarto Light"/>
                <a:sym typeface="Quarto Light"/>
              </a:defRPr>
            </a:pPr>
            <a:r>
              <a:rPr sz="2100"/>
              <a:t>Define </a:t>
            </a:r>
            <a:r>
              <a:rPr sz="1700" spc="-17"/>
              <a:t>— 0</a:t>
            </a:r>
            <a:r>
              <a:rPr lang="en-US" sz="1700" spc="-17"/>
              <a:t>4</a:t>
            </a:r>
            <a:r>
              <a:rPr sz="1700" spc="-17"/>
              <a:t> weeks</a:t>
            </a:r>
          </a:p>
        </p:txBody>
      </p:sp>
      <p:sp>
        <p:nvSpPr>
          <p:cNvPr id="2805" name="Assess — 02 weeks"/>
          <p:cNvSpPr/>
          <p:nvPr/>
        </p:nvSpPr>
        <p:spPr>
          <a:xfrm>
            <a:off x="8798436" y="1963402"/>
            <a:ext cx="2247831" cy="290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411480">
              <a:lnSpc>
                <a:spcPct val="90000"/>
              </a:lnSpc>
              <a:defRPr sz="4200" spc="-42">
                <a:uFillTx/>
                <a:latin typeface="Quarto Light"/>
                <a:ea typeface="Quarto Light"/>
                <a:cs typeface="Quarto Light"/>
                <a:sym typeface="Quarto Light"/>
              </a:defRPr>
            </a:pPr>
            <a:r>
              <a:rPr sz="2100"/>
              <a:t>Assess </a:t>
            </a:r>
            <a:r>
              <a:rPr sz="1700" spc="-17"/>
              <a:t>— 02 weeks</a:t>
            </a:r>
          </a:p>
        </p:txBody>
      </p:sp>
      <p:sp>
        <p:nvSpPr>
          <p:cNvPr id="2806" name="Line"/>
          <p:cNvSpPr/>
          <p:nvPr/>
        </p:nvSpPr>
        <p:spPr>
          <a:xfrm>
            <a:off x="890946" y="2482983"/>
            <a:ext cx="3237299" cy="1"/>
          </a:xfrm>
          <a:prstGeom prst="line">
            <a:avLst/>
          </a:prstGeom>
          <a:ln w="38100">
            <a:solidFill>
              <a:srgbClr val="1C2EDB"/>
            </a:solidFill>
          </a:ln>
        </p:spPr>
        <p:txBody>
          <a:bodyPr lIns="22859" tIns="22859" rIns="22859" bIns="22859"/>
          <a:lstStyle/>
          <a:p>
            <a:pPr defTabSz="411480">
              <a:lnSpc>
                <a:spcPct val="130000"/>
              </a:lnSpc>
              <a:defRPr>
                <a:uFillTx/>
              </a:defRPr>
            </a:pPr>
            <a:endParaRPr sz="900"/>
          </a:p>
        </p:txBody>
      </p:sp>
    </p:spTree>
  </p:cSld>
  <p:clrMapOvr>
    <a:masterClrMapping/>
  </p:clrMapOvr>
  <p:transition spd="med"/>
  <p:extLst>
    <p:ext uri="{6950BFC3-D8DA-4A85-94F7-54DA5524770B}">
      <p188:commentRel xmlns:p188="http://schemas.microsoft.com/office/powerpoint/2018/8/main" r:id="rId2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1363354" cy="716711"/>
          </a:xfrm>
        </p:spPr>
        <p:txBody>
          <a:bodyPr/>
          <a:lstStyle/>
          <a:p>
            <a:r>
              <a:rPr lang="en-IN"/>
              <a:t>Product fit proposed approach</a:t>
            </a:r>
            <a:endParaRPr lang="en-GB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4AAEE1BF-3FFE-223C-60F6-DA712DCD448F}"/>
              </a:ext>
            </a:extLst>
          </p:cNvPr>
          <p:cNvSpPr/>
          <p:nvPr/>
        </p:nvSpPr>
        <p:spPr>
          <a:xfrm>
            <a:off x="404813" y="1322574"/>
            <a:ext cx="11363354" cy="30768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400" b="1">
                <a:solidFill>
                  <a:schemeClr val="bg1"/>
                </a:solidFill>
              </a:rPr>
              <a:t>Goals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85AAEF-7D71-7A5E-D93E-19C9CAA4D81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04813" y="2669865"/>
            <a:ext cx="6305565" cy="30768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Main activities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51A4A5-32D4-C62A-9633-CBAC1CF651B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895999" y="2669865"/>
            <a:ext cx="4872168" cy="307686"/>
          </a:xfrm>
          <a:prstGeom prst="rect">
            <a:avLst/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4F1A33-66B0-0A50-BD25-A73FF974D43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911845" y="4366861"/>
            <a:ext cx="4872168" cy="307686"/>
          </a:xfrm>
          <a:prstGeom prst="rect">
            <a:avLst/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chemeClr val="bg1"/>
                </a:solidFill>
              </a:rPr>
              <a:t>Deliverables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9C9F7-F80E-D335-A5DD-BB0160A2A189}"/>
              </a:ext>
            </a:extLst>
          </p:cNvPr>
          <p:cNvSpPr/>
          <p:nvPr/>
        </p:nvSpPr>
        <p:spPr>
          <a:xfrm>
            <a:off x="404813" y="1700384"/>
            <a:ext cx="11363354" cy="8185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>
                <a:solidFill>
                  <a:schemeClr val="accent4"/>
                </a:solidFill>
              </a:rPr>
              <a:t>Define </a:t>
            </a:r>
            <a:r>
              <a:rPr lang="en-IN" sz="1200" b="1" err="1">
                <a:solidFill>
                  <a:schemeClr val="accent4"/>
                </a:solidFill>
              </a:rPr>
              <a:t>BlaBlaCar’s</a:t>
            </a:r>
            <a:r>
              <a:rPr lang="en-IN" sz="1200" b="1">
                <a:solidFill>
                  <a:schemeClr val="accent4"/>
                </a:solidFill>
              </a:rPr>
              <a:t> carpooling and Pro Marketplace market fit in India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>
              <a:solidFill>
                <a:schemeClr val="accent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819836-E945-AD13-4421-BF3EBE9693A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04812" y="3053923"/>
            <a:ext cx="6305565" cy="33978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>
                <a:solidFill>
                  <a:schemeClr val="accent4"/>
                </a:solidFill>
              </a:rPr>
              <a:t>Assess target users’ usage and perception of BBC’s main products</a:t>
            </a:r>
            <a:endParaRPr lang="en-US" sz="1200" b="1">
              <a:solidFill>
                <a:schemeClr val="accent4"/>
              </a:solidFill>
              <a:latin typeface="Ubuntu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4"/>
                </a:solidFill>
              </a:rPr>
              <a:t>Awareness, usage and perceptions of carpooling/ bus booking apps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it-IT" sz="1200">
                <a:solidFill>
                  <a:schemeClr val="accent4"/>
                </a:solidFill>
              </a:rPr>
              <a:t>First thoughts, spontaneous likes, spontaneous dislikes of the proposed concepts</a:t>
            </a:r>
          </a:p>
          <a:p>
            <a:pPr marL="742950" marR="0" lvl="1" indent="-285750" fontAlgn="base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it-IT" sz="1200">
                <a:solidFill>
                  <a:schemeClr val="accent4"/>
                </a:solidFill>
              </a:rPr>
              <a:t>Ratings of the concepts: uniqueness, relevance, believability and comprehension of the concepts, ratings on specific product attributes</a:t>
            </a:r>
          </a:p>
          <a:p>
            <a:pPr marL="742950" marR="0" lvl="1" indent="-285750" fontAlgn="base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it-IT" sz="1200">
                <a:solidFill>
                  <a:schemeClr val="accent4"/>
                </a:solidFill>
              </a:rPr>
              <a:t>Intention to try/ improvement areas</a:t>
            </a:r>
          </a:p>
          <a:p>
            <a:pPr marL="742950" marR="0" lvl="1" indent="-285750" fontAlgn="base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>
              <a:solidFill>
                <a:schemeClr val="accent4"/>
              </a:solidFill>
            </a:endParaRPr>
          </a:p>
          <a:p>
            <a:pPr marL="285750" marR="0" lvl="1" indent="-285750" fontAlgn="base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chemeClr val="accent4"/>
                </a:solidFill>
              </a:rPr>
              <a:t>Benchmark BBC’s products against market leaders’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accent4"/>
                </a:solidFill>
              </a:rPr>
              <a:t>Missing features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accent4"/>
                </a:solidFill>
              </a:rPr>
              <a:t>Delight areas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38AF53-A7EA-99B0-D8BF-23A5AF05DAA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911845" y="4758317"/>
            <a:ext cx="4872168" cy="17043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>
                <a:solidFill>
                  <a:schemeClr val="accent4"/>
                </a:solidFill>
              </a:rPr>
              <a:t>Gap analysis between </a:t>
            </a:r>
            <a:r>
              <a:rPr lang="en-IN" sz="1200" b="1" err="1">
                <a:solidFill>
                  <a:schemeClr val="accent4"/>
                </a:solidFill>
              </a:rPr>
              <a:t>BlaBlaCar</a:t>
            </a:r>
            <a:r>
              <a:rPr lang="en-IN" sz="1200" b="1">
                <a:solidFill>
                  <a:schemeClr val="accent4"/>
                </a:solidFill>
              </a:rPr>
              <a:t> carpooling platform and customer expectations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>
                <a:solidFill>
                  <a:schemeClr val="accent4"/>
                </a:solidFill>
              </a:rPr>
              <a:t>Gap analysis between Pro marketplace and customer expectations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>
                <a:solidFill>
                  <a:schemeClr val="accent4"/>
                </a:solidFill>
              </a:rPr>
              <a:t>Executive memo highlighting 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>
              <a:solidFill>
                <a:schemeClr val="accent4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3B43F1-7384-A3B0-8876-650D768B446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95999" y="3053923"/>
            <a:ext cx="4872168" cy="1160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4"/>
                </a:solidFill>
              </a:rPr>
              <a:t>Desk research based on publicly available sources and phase 1 interviews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4"/>
                </a:solidFill>
              </a:rPr>
              <a:t>Face-to-face interviews in the local language with target users of carpooling and the Pro marketplace in India</a:t>
            </a:r>
          </a:p>
        </p:txBody>
      </p:sp>
    </p:spTree>
    <p:extLst>
      <p:ext uri="{BB962C8B-B14F-4D97-AF65-F5344CB8AC3E}">
        <p14:creationId xmlns:p14="http://schemas.microsoft.com/office/powerpoint/2010/main" val="466085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9C1EA-548E-4286-AFA5-6294A71B3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600"/>
              <a:t>Product Fit detailed project plan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D47E594B-F022-4242-A273-A8EE3D37C7E3}"/>
              </a:ext>
            </a:extLst>
          </p:cNvPr>
          <p:cNvSpPr/>
          <p:nvPr/>
        </p:nvSpPr>
        <p:spPr>
          <a:xfrm>
            <a:off x="411963" y="1151475"/>
            <a:ext cx="11180271" cy="737121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179008-CFC0-4A5A-82E7-6657256576F5}"/>
              </a:ext>
            </a:extLst>
          </p:cNvPr>
          <p:cNvGraphicFramePr>
            <a:graphicFrameLocks noGrp="1"/>
          </p:cNvGraphicFramePr>
          <p:nvPr/>
        </p:nvGraphicFramePr>
        <p:xfrm>
          <a:off x="411962" y="1146453"/>
          <a:ext cx="11181514" cy="2587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7555">
                  <a:extLst>
                    <a:ext uri="{9D8B030D-6E8A-4147-A177-3AD203B41FA5}">
                      <a16:colId xmlns:a16="http://schemas.microsoft.com/office/drawing/2014/main" val="1417797449"/>
                    </a:ext>
                  </a:extLst>
                </a:gridCol>
                <a:gridCol w="5211981">
                  <a:extLst>
                    <a:ext uri="{9D8B030D-6E8A-4147-A177-3AD203B41FA5}">
                      <a16:colId xmlns:a16="http://schemas.microsoft.com/office/drawing/2014/main" val="2111779652"/>
                    </a:ext>
                  </a:extLst>
                </a:gridCol>
                <a:gridCol w="868663">
                  <a:extLst>
                    <a:ext uri="{9D8B030D-6E8A-4147-A177-3AD203B41FA5}">
                      <a16:colId xmlns:a16="http://schemas.microsoft.com/office/drawing/2014/main" val="56974890"/>
                    </a:ext>
                  </a:extLst>
                </a:gridCol>
                <a:gridCol w="868663">
                  <a:extLst>
                    <a:ext uri="{9D8B030D-6E8A-4147-A177-3AD203B41FA5}">
                      <a16:colId xmlns:a16="http://schemas.microsoft.com/office/drawing/2014/main" val="2224807203"/>
                    </a:ext>
                  </a:extLst>
                </a:gridCol>
                <a:gridCol w="868663">
                  <a:extLst>
                    <a:ext uri="{9D8B030D-6E8A-4147-A177-3AD203B41FA5}">
                      <a16:colId xmlns:a16="http://schemas.microsoft.com/office/drawing/2014/main" val="4160031630"/>
                    </a:ext>
                  </a:extLst>
                </a:gridCol>
                <a:gridCol w="868663">
                  <a:extLst>
                    <a:ext uri="{9D8B030D-6E8A-4147-A177-3AD203B41FA5}">
                      <a16:colId xmlns:a16="http://schemas.microsoft.com/office/drawing/2014/main" val="1271989770"/>
                    </a:ext>
                  </a:extLst>
                </a:gridCol>
                <a:gridCol w="868663">
                  <a:extLst>
                    <a:ext uri="{9D8B030D-6E8A-4147-A177-3AD203B41FA5}">
                      <a16:colId xmlns:a16="http://schemas.microsoft.com/office/drawing/2014/main" val="1374626486"/>
                    </a:ext>
                  </a:extLst>
                </a:gridCol>
                <a:gridCol w="868663">
                  <a:extLst>
                    <a:ext uri="{9D8B030D-6E8A-4147-A177-3AD203B41FA5}">
                      <a16:colId xmlns:a16="http://schemas.microsoft.com/office/drawing/2014/main" val="320927943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N.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Activities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5</a:t>
                      </a:r>
                    </a:p>
                  </a:txBody>
                  <a:tcPr marL="72000" marR="7200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6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7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8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9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Week 10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1821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Product Fit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70149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420" marR="0" lvl="2" indent="0" algn="l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Finalization of Survey Questionnaire</a:t>
                      </a:r>
                      <a:endParaRPr lang="en-IN" sz="1200" u="none" strike="noStrike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361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2.2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738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Field Briefing and Set up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43701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2.3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738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Fieldwork – conducting face-to-face interviews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10119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2.4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738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 cleaning/ validation and processing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131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8420" marR="0" lvl="1" indent="0" algn="l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Survey insights and </a:t>
                      </a:r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conclusions (extent of product fit/ gaps if any)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63871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2.6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Market overview draft in PPT &amp; summarize key learnings in Word</a:t>
                      </a:r>
                    </a:p>
                  </a:txBody>
                  <a:tcPr marL="72000" marR="72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36000" marB="3600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084144"/>
                  </a:ext>
                </a:extLst>
              </a:tr>
            </a:tbl>
          </a:graphicData>
        </a:graphic>
      </p:graphicFrame>
      <p:pic>
        <p:nvPicPr>
          <p:cNvPr id="13" name="Graphic 2" descr="Flag with solid fill">
            <a:extLst>
              <a:ext uri="{FF2B5EF4-FFF2-40B4-BE49-F238E27FC236}">
                <a16:creationId xmlns:a16="http://schemas.microsoft.com/office/drawing/2014/main" id="{59218439-967C-4D30-BDDF-341410CC7FF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8532" y="1600756"/>
            <a:ext cx="248774" cy="248774"/>
          </a:xfrm>
          <a:prstGeom prst="rect">
            <a:avLst/>
          </a:prstGeom>
        </p:spPr>
      </p:pic>
      <p:pic>
        <p:nvPicPr>
          <p:cNvPr id="31" name="Graphic 2" descr="Flag with solid fill">
            <a:extLst>
              <a:ext uri="{FF2B5EF4-FFF2-40B4-BE49-F238E27FC236}">
                <a16:creationId xmlns:a16="http://schemas.microsoft.com/office/drawing/2014/main" id="{91F4AE42-81F3-4981-8DC7-56E3FDA1505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80038" y="3497918"/>
            <a:ext cx="248774" cy="248774"/>
          </a:xfrm>
          <a:prstGeom prst="rect">
            <a:avLst/>
          </a:prstGeom>
        </p:spPr>
      </p:pic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A359C795-01FB-44FF-8E6B-8DB08B3264D3}"/>
              </a:ext>
            </a:extLst>
          </p:cNvPr>
          <p:cNvSpPr/>
          <p:nvPr/>
        </p:nvSpPr>
        <p:spPr>
          <a:xfrm rot="5400000">
            <a:off x="11608110" y="3585157"/>
            <a:ext cx="205597" cy="56007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FB6464-1AE6-E0DE-E3CD-E9C5C4DD5A5B}"/>
              </a:ext>
            </a:extLst>
          </p:cNvPr>
          <p:cNvSpPr/>
          <p:nvPr/>
        </p:nvSpPr>
        <p:spPr>
          <a:xfrm>
            <a:off x="6441919" y="1938063"/>
            <a:ext cx="36000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8CC3095-552D-EFE7-BD06-CC517DAB2DF3}"/>
              </a:ext>
            </a:extLst>
          </p:cNvPr>
          <p:cNvSpPr/>
          <p:nvPr/>
        </p:nvSpPr>
        <p:spPr>
          <a:xfrm>
            <a:off x="7322241" y="2553600"/>
            <a:ext cx="7315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EB71759-4A90-EEBC-9DEC-C1CA0FD6455E}"/>
              </a:ext>
            </a:extLst>
          </p:cNvPr>
          <p:cNvSpPr/>
          <p:nvPr/>
        </p:nvSpPr>
        <p:spPr>
          <a:xfrm>
            <a:off x="8201895" y="2553600"/>
            <a:ext cx="7315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2E9D50D-6EDF-928C-2459-1A65235F7FB9}"/>
              </a:ext>
            </a:extLst>
          </p:cNvPr>
          <p:cNvSpPr/>
          <p:nvPr/>
        </p:nvSpPr>
        <p:spPr>
          <a:xfrm>
            <a:off x="8201895" y="2869028"/>
            <a:ext cx="7315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7C03C7B-5C24-4251-A332-F06C1B9D65A6}"/>
              </a:ext>
            </a:extLst>
          </p:cNvPr>
          <p:cNvSpPr/>
          <p:nvPr/>
        </p:nvSpPr>
        <p:spPr>
          <a:xfrm>
            <a:off x="9057121" y="2869028"/>
            <a:ext cx="7315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28E62D6-3A3B-D3CD-6DC3-B267B9F59084}"/>
              </a:ext>
            </a:extLst>
          </p:cNvPr>
          <p:cNvSpPr/>
          <p:nvPr/>
        </p:nvSpPr>
        <p:spPr>
          <a:xfrm>
            <a:off x="9057121" y="3179072"/>
            <a:ext cx="7315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F7805D0-4605-CD6C-E963-6510E47F8DDE}"/>
              </a:ext>
            </a:extLst>
          </p:cNvPr>
          <p:cNvSpPr/>
          <p:nvPr/>
        </p:nvSpPr>
        <p:spPr>
          <a:xfrm>
            <a:off x="9910195" y="3179072"/>
            <a:ext cx="7315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FB1C067-B027-D33B-F493-AD5516EFDD3D}"/>
              </a:ext>
            </a:extLst>
          </p:cNvPr>
          <p:cNvSpPr/>
          <p:nvPr/>
        </p:nvSpPr>
        <p:spPr>
          <a:xfrm>
            <a:off x="6846200" y="2242473"/>
            <a:ext cx="36000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9EDF9CB-497B-FA3C-5277-729E08E62067}"/>
              </a:ext>
            </a:extLst>
          </p:cNvPr>
          <p:cNvSpPr/>
          <p:nvPr/>
        </p:nvSpPr>
        <p:spPr>
          <a:xfrm>
            <a:off x="9910195" y="2869028"/>
            <a:ext cx="7315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48302FE-FFD5-2545-625A-71AA0AA93F32}"/>
              </a:ext>
            </a:extLst>
          </p:cNvPr>
          <p:cNvSpPr/>
          <p:nvPr/>
        </p:nvSpPr>
        <p:spPr>
          <a:xfrm>
            <a:off x="10792374" y="3179072"/>
            <a:ext cx="18288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DF7A8F-15FC-AFFA-7655-1A61BBAFEF92}"/>
              </a:ext>
            </a:extLst>
          </p:cNvPr>
          <p:cNvSpPr/>
          <p:nvPr/>
        </p:nvSpPr>
        <p:spPr>
          <a:xfrm>
            <a:off x="10792374" y="3476679"/>
            <a:ext cx="7315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3E583E-CFD9-AEE1-B1C3-39C826ED4967}"/>
              </a:ext>
            </a:extLst>
          </p:cNvPr>
          <p:cNvSpPr/>
          <p:nvPr/>
        </p:nvSpPr>
        <p:spPr>
          <a:xfrm>
            <a:off x="10367395" y="3476679"/>
            <a:ext cx="2743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872A76-E3CE-5459-8AA6-33D50539A72E}"/>
              </a:ext>
            </a:extLst>
          </p:cNvPr>
          <p:cNvSpPr/>
          <p:nvPr/>
        </p:nvSpPr>
        <p:spPr>
          <a:xfrm>
            <a:off x="9050130" y="2560033"/>
            <a:ext cx="731520" cy="180000"/>
          </a:xfrm>
          <a:prstGeom prst="rect">
            <a:avLst/>
          </a:prstGeom>
          <a:pattFill prst="dkUpDiag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pic>
        <p:nvPicPr>
          <p:cNvPr id="9" name="Graphic 2" descr="Flag with solid fill">
            <a:extLst>
              <a:ext uri="{FF2B5EF4-FFF2-40B4-BE49-F238E27FC236}">
                <a16:creationId xmlns:a16="http://schemas.microsoft.com/office/drawing/2014/main" id="{7530FF11-15B5-11DB-A5A4-51CC190E889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7426" y="6858000"/>
            <a:ext cx="248774" cy="2487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DCEF07-4D8A-D459-A929-9F4565FF8F50}"/>
              </a:ext>
            </a:extLst>
          </p:cNvPr>
          <p:cNvSpPr txBox="1"/>
          <p:nvPr/>
        </p:nvSpPr>
        <p:spPr>
          <a:xfrm>
            <a:off x="2331859" y="6191955"/>
            <a:ext cx="43968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Workshop to discuss progress</a:t>
            </a:r>
          </a:p>
        </p:txBody>
      </p:sp>
      <p:pic>
        <p:nvPicPr>
          <p:cNvPr id="11" name="Graphic 2" descr="Flag with solid fill">
            <a:extLst>
              <a:ext uri="{FF2B5EF4-FFF2-40B4-BE49-F238E27FC236}">
                <a16:creationId xmlns:a16="http://schemas.microsoft.com/office/drawing/2014/main" id="{17429D17-1C41-2B34-BCDF-C440226CC1D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28566" y="6204655"/>
            <a:ext cx="248774" cy="2487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586F3D-09EC-F66E-38B7-036DAF66F241}"/>
              </a:ext>
            </a:extLst>
          </p:cNvPr>
          <p:cNvSpPr txBox="1"/>
          <p:nvPr/>
        </p:nvSpPr>
        <p:spPr>
          <a:xfrm>
            <a:off x="889002" y="6191955"/>
            <a:ext cx="7125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Kick off</a:t>
            </a:r>
          </a:p>
        </p:txBody>
      </p:sp>
      <p:pic>
        <p:nvPicPr>
          <p:cNvPr id="14" name="Graphic 2" descr="Flag with solid fill">
            <a:extLst>
              <a:ext uri="{FF2B5EF4-FFF2-40B4-BE49-F238E27FC236}">
                <a16:creationId xmlns:a16="http://schemas.microsoft.com/office/drawing/2014/main" id="{C3D04168-3B9B-85A6-D57E-ECA25D2E21AD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4262" y="6204655"/>
            <a:ext cx="248774" cy="2487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EC269E-AAA5-DAF1-5A3D-0C52777AF25E}"/>
              </a:ext>
            </a:extLst>
          </p:cNvPr>
          <p:cNvSpPr txBox="1"/>
          <p:nvPr/>
        </p:nvSpPr>
        <p:spPr>
          <a:xfrm>
            <a:off x="7302919" y="6191955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Final presentation deliverables to BlaBlaCar stakeholders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6F30C5-E364-6676-2AAD-CE0285A19FB6}"/>
              </a:ext>
            </a:extLst>
          </p:cNvPr>
          <p:cNvCxnSpPr>
            <a:cxnSpLocks/>
          </p:cNvCxnSpPr>
          <p:nvPr/>
        </p:nvCxnSpPr>
        <p:spPr>
          <a:xfrm flipH="1">
            <a:off x="11642426" y="1600756"/>
            <a:ext cx="0" cy="214884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2" descr="Flag with solid fill">
            <a:extLst>
              <a:ext uri="{FF2B5EF4-FFF2-40B4-BE49-F238E27FC236}">
                <a16:creationId xmlns:a16="http://schemas.microsoft.com/office/drawing/2014/main" id="{9FC197CD-3E37-4B12-8062-9DBA03FD956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91132" y="6217355"/>
            <a:ext cx="248774" cy="248774"/>
          </a:xfrm>
          <a:prstGeom prst="rect">
            <a:avLst/>
          </a:prstGeom>
        </p:spPr>
      </p:pic>
      <p:pic>
        <p:nvPicPr>
          <p:cNvPr id="101" name="Graphic 2" descr="Flag with solid fill">
            <a:extLst>
              <a:ext uri="{FF2B5EF4-FFF2-40B4-BE49-F238E27FC236}">
                <a16:creationId xmlns:a16="http://schemas.microsoft.com/office/drawing/2014/main" id="{91D1BD36-F594-FAA1-21CF-1B1A3550881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25743" y="1577036"/>
            <a:ext cx="248774" cy="248774"/>
          </a:xfrm>
          <a:prstGeom prst="rect">
            <a:avLst/>
          </a:prstGeom>
        </p:spPr>
      </p:pic>
      <p:pic>
        <p:nvPicPr>
          <p:cNvPr id="102" name="Graphic 2" descr="Flag with solid fill">
            <a:extLst>
              <a:ext uri="{FF2B5EF4-FFF2-40B4-BE49-F238E27FC236}">
                <a16:creationId xmlns:a16="http://schemas.microsoft.com/office/drawing/2014/main" id="{98715E7B-06A9-F329-F506-A9772EEFC3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32810" y="1577036"/>
            <a:ext cx="248774" cy="248774"/>
          </a:xfrm>
          <a:prstGeom prst="rect">
            <a:avLst/>
          </a:prstGeom>
        </p:spPr>
      </p:pic>
      <p:pic>
        <p:nvPicPr>
          <p:cNvPr id="103" name="Graphic 2" descr="Flag with solid fill">
            <a:extLst>
              <a:ext uri="{FF2B5EF4-FFF2-40B4-BE49-F238E27FC236}">
                <a16:creationId xmlns:a16="http://schemas.microsoft.com/office/drawing/2014/main" id="{E072A72F-D836-400B-9945-4000DA1B130E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43495" y="1582445"/>
            <a:ext cx="248774" cy="24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273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1363354" cy="716711"/>
          </a:xfrm>
        </p:spPr>
        <p:txBody>
          <a:bodyPr/>
          <a:lstStyle/>
          <a:p>
            <a:r>
              <a:rPr lang="en-IN"/>
              <a:t>Product Fit research methodology</a:t>
            </a:r>
            <a:endParaRPr lang="en-GB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5B31A2B-D88C-9187-EB3C-B8259693214E}"/>
              </a:ext>
            </a:extLst>
          </p:cNvPr>
          <p:cNvSpPr txBox="1">
            <a:spLocks/>
          </p:cNvSpPr>
          <p:nvPr/>
        </p:nvSpPr>
        <p:spPr>
          <a:xfrm>
            <a:off x="418397" y="783137"/>
            <a:ext cx="11430000" cy="339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2ABDB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Survey to be conducted among potential users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2D4F3D-A6A6-0EE9-C9FF-5B175B18DF8A}"/>
              </a:ext>
            </a:extLst>
          </p:cNvPr>
          <p:cNvSpPr/>
          <p:nvPr/>
        </p:nvSpPr>
        <p:spPr>
          <a:xfrm>
            <a:off x="636750" y="1509905"/>
            <a:ext cx="3253563" cy="4153388"/>
          </a:xfrm>
          <a:prstGeom prst="rect">
            <a:avLst/>
          </a:prstGeom>
          <a:solidFill>
            <a:schemeClr val="bg2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 b="1">
                <a:solidFill>
                  <a:schemeClr val="tx1"/>
                </a:solidFill>
              </a:rPr>
              <a:t>Objectives</a:t>
            </a:r>
          </a:p>
          <a:p>
            <a:endParaRPr lang="en-IN" sz="1000" b="1">
              <a:solidFill>
                <a:schemeClr val="tx1"/>
              </a:solidFill>
            </a:endParaRPr>
          </a:p>
          <a:p>
            <a:r>
              <a:rPr lang="en-US" sz="1000" b="1">
                <a:solidFill>
                  <a:schemeClr val="tx1"/>
                </a:solidFill>
              </a:rPr>
              <a:t>Assess </a:t>
            </a:r>
            <a:r>
              <a:rPr lang="en-US" sz="1000" b="1" err="1">
                <a:solidFill>
                  <a:schemeClr val="tx1"/>
                </a:solidFill>
              </a:rPr>
              <a:t>BlaBlaCar</a:t>
            </a:r>
            <a:r>
              <a:rPr lang="en-US" sz="1000" b="1">
                <a:solidFill>
                  <a:schemeClr val="tx1"/>
                </a:solidFill>
              </a:rPr>
              <a:t> carpooling platform product fit with target users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Assess acceptance of carpooling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Understand main blockers to carpool if any</a:t>
            </a:r>
          </a:p>
          <a:p>
            <a:r>
              <a:rPr lang="en-US" sz="1000" b="1">
                <a:solidFill>
                  <a:schemeClr val="tx1"/>
                </a:solidFill>
              </a:rPr>
              <a:t>Assess </a:t>
            </a:r>
            <a:r>
              <a:rPr lang="en-US" sz="1000" b="1" err="1">
                <a:solidFill>
                  <a:schemeClr val="tx1"/>
                </a:solidFill>
              </a:rPr>
              <a:t>BlaBlaCar</a:t>
            </a:r>
            <a:r>
              <a:rPr lang="en-US" sz="1000" b="1">
                <a:solidFill>
                  <a:schemeClr val="tx1"/>
                </a:solidFill>
              </a:rPr>
              <a:t> pro marketplace platform product fit with target users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Assess acceptance of pro marketplace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Understand main blockers to pro marketplace if any</a:t>
            </a:r>
          </a:p>
          <a:p>
            <a:r>
              <a:rPr lang="en-US" sz="1000" b="1">
                <a:solidFill>
                  <a:schemeClr val="tx1"/>
                </a:solidFill>
              </a:rPr>
              <a:t>Understand outstation travel patterns (frequency, booking, technology usage, etc.)</a:t>
            </a:r>
          </a:p>
          <a:p>
            <a:endParaRPr lang="en-US" sz="1000" b="1">
              <a:solidFill>
                <a:schemeClr val="tx1"/>
              </a:solidFill>
            </a:endParaRPr>
          </a:p>
          <a:p>
            <a:r>
              <a:rPr lang="en-US" sz="1000" b="1">
                <a:solidFill>
                  <a:schemeClr val="tx1"/>
                </a:solidFill>
              </a:rPr>
              <a:t>Research Methodology</a:t>
            </a:r>
          </a:p>
          <a:p>
            <a:endParaRPr lang="en-US" sz="1000" b="1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Face-to-face interviews would be used to collect the desired information from the potential users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A structured questionnaire would be used to obtain responses from a statistically significant sample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This technique is eminently suitable in gathering feedback that is objective/ decisive, based on robust sample sizes 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323156-1D62-2BC9-CDD6-09E5F4F7A598}"/>
              </a:ext>
            </a:extLst>
          </p:cNvPr>
          <p:cNvSpPr/>
          <p:nvPr/>
        </p:nvSpPr>
        <p:spPr>
          <a:xfrm>
            <a:off x="4489287" y="1564839"/>
            <a:ext cx="3253563" cy="4153388"/>
          </a:xfrm>
          <a:prstGeom prst="rect">
            <a:avLst/>
          </a:prstGeom>
          <a:solidFill>
            <a:schemeClr val="bg2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 b="1">
                <a:solidFill>
                  <a:schemeClr val="tx1"/>
                </a:solidFill>
              </a:rPr>
              <a:t>Target User</a:t>
            </a:r>
          </a:p>
          <a:p>
            <a:endParaRPr lang="en-IN" sz="1000" b="1">
              <a:solidFill>
                <a:schemeClr val="tx1"/>
              </a:solidFill>
            </a:endParaRPr>
          </a:p>
          <a:p>
            <a:r>
              <a:rPr lang="en-US" sz="1000">
                <a:solidFill>
                  <a:schemeClr val="tx1"/>
                </a:solidFill>
              </a:rPr>
              <a:t>Potential User of the test product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Males/ females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SEC A / SEC B ***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Age: 25 to 45 years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Staying in one of the locations: Hyderabad, Bengaluru, Mumbai, Delhi, Pune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Inter-city travel (&gt; 50 kms from city 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5 to 6 hours of travel time and/ or overnight journey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Frequent/ Occasional travelers *</a:t>
            </a:r>
          </a:p>
          <a:p>
            <a:endParaRPr lang="en-US" sz="1000" b="1">
              <a:solidFill>
                <a:schemeClr val="tx1"/>
              </a:solidFill>
            </a:endParaRPr>
          </a:p>
          <a:p>
            <a:r>
              <a:rPr lang="en-US" sz="1000" b="1">
                <a:solidFill>
                  <a:schemeClr val="tx1"/>
                </a:solidFill>
              </a:rPr>
              <a:t>Sample Size</a:t>
            </a:r>
          </a:p>
          <a:p>
            <a:endParaRPr lang="en-US" sz="1000">
              <a:solidFill>
                <a:schemeClr val="tx1"/>
              </a:solidFill>
            </a:endParaRPr>
          </a:p>
          <a:p>
            <a:endParaRPr lang="en-US" sz="1000">
              <a:solidFill>
                <a:schemeClr val="tx1"/>
              </a:solidFill>
            </a:endParaRPr>
          </a:p>
          <a:p>
            <a:endParaRPr lang="en-US" sz="100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00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00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00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00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00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000">
              <a:solidFill>
                <a:schemeClr val="tx1"/>
              </a:solidFill>
            </a:endParaRPr>
          </a:p>
          <a:p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B9C805-819B-FA78-1EDE-E1AFDE1E9FEE}"/>
              </a:ext>
            </a:extLst>
          </p:cNvPr>
          <p:cNvSpPr/>
          <p:nvPr/>
        </p:nvSpPr>
        <p:spPr>
          <a:xfrm>
            <a:off x="8341824" y="1619774"/>
            <a:ext cx="3253563" cy="4153388"/>
          </a:xfrm>
          <a:prstGeom prst="rect">
            <a:avLst/>
          </a:prstGeom>
          <a:solidFill>
            <a:schemeClr val="bg2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Caveats &amp; Assumptions</a:t>
            </a:r>
          </a:p>
          <a:p>
            <a:pPr algn="ctr"/>
            <a:endParaRPr lang="en-US" sz="1000">
              <a:solidFill>
                <a:schemeClr val="tx1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Target audiences in terms of age group, SEC ***, location etc. and city coverage to be finalized in consultation with the client​</a:t>
            </a:r>
          </a:p>
          <a:p>
            <a:endParaRPr lang="en-US" sz="1000">
              <a:solidFill>
                <a:schemeClr val="tx1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It is assumed that two concepts are to be evaluated through the primary survey viz. carpooling and pro market place</a:t>
            </a:r>
          </a:p>
          <a:p>
            <a:endParaRPr lang="en-US" sz="1000">
              <a:solidFill>
                <a:schemeClr val="tx1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Finalized value propositions to be provided by the client both in terms of carpooling as well as </a:t>
            </a:r>
            <a:r>
              <a:rPr lang="en-US" sz="1000" err="1">
                <a:solidFill>
                  <a:schemeClr val="tx1"/>
                </a:solidFill>
              </a:rPr>
              <a:t>ProMarketplace</a:t>
            </a:r>
            <a:r>
              <a:rPr lang="en-US" sz="1000">
                <a:solidFill>
                  <a:schemeClr val="tx1"/>
                </a:solidFill>
              </a:rPr>
              <a:t>​ concepts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endParaRPr lang="en-US" sz="1000">
              <a:solidFill>
                <a:schemeClr val="tx1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Formats for the value proposition/ concepts would be suggested by the CG research team. Content should include need state, benefit statement, support statement, payoff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endParaRPr lang="en-US" sz="1000">
              <a:solidFill>
                <a:schemeClr val="tx1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/>
                </a:solidFill>
              </a:rPr>
              <a:t>Questionnaire to be designed by the CG research team and finalized in consultation with the client​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endParaRPr lang="en-US" sz="1000">
              <a:solidFill>
                <a:schemeClr val="tx1"/>
              </a:solidFill>
            </a:endParaRPr>
          </a:p>
          <a:p>
            <a:endParaRPr lang="en-US" sz="1000">
              <a:solidFill>
                <a:schemeClr val="tx1"/>
              </a:solidFill>
            </a:endParaRPr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B83F1C3A-5ADE-A582-0D40-2CCC9504E923}"/>
              </a:ext>
            </a:extLst>
          </p:cNvPr>
          <p:cNvGraphicFramePr>
            <a:graphicFrameLocks noGrp="1"/>
          </p:cNvGraphicFramePr>
          <p:nvPr/>
        </p:nvGraphicFramePr>
        <p:xfrm>
          <a:off x="4910673" y="3974944"/>
          <a:ext cx="2560426" cy="1540038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851772">
                  <a:extLst>
                    <a:ext uri="{9D8B030D-6E8A-4147-A177-3AD203B41FA5}">
                      <a16:colId xmlns:a16="http://schemas.microsoft.com/office/drawing/2014/main" val="2726395648"/>
                    </a:ext>
                  </a:extLst>
                </a:gridCol>
                <a:gridCol w="854327">
                  <a:extLst>
                    <a:ext uri="{9D8B030D-6E8A-4147-A177-3AD203B41FA5}">
                      <a16:colId xmlns:a16="http://schemas.microsoft.com/office/drawing/2014/main" val="3412035556"/>
                    </a:ext>
                  </a:extLst>
                </a:gridCol>
                <a:gridCol w="854327">
                  <a:extLst>
                    <a:ext uri="{9D8B030D-6E8A-4147-A177-3AD203B41FA5}">
                      <a16:colId xmlns:a16="http://schemas.microsoft.com/office/drawing/2014/main" val="4253420857"/>
                    </a:ext>
                  </a:extLst>
                </a:gridCol>
              </a:tblGrid>
              <a:tr h="170098">
                <a:tc>
                  <a:txBody>
                    <a:bodyPr/>
                    <a:lstStyle/>
                    <a:p>
                      <a:r>
                        <a:rPr lang="en-IN" sz="800" err="1"/>
                        <a:t>Center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/>
                        <a:t>Concept 1 **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/>
                        <a:t>Concept 2 **</a:t>
                      </a:r>
                      <a:endParaRPr 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959747"/>
                  </a:ext>
                </a:extLst>
              </a:tr>
              <a:tr h="221113">
                <a:tc>
                  <a:txBody>
                    <a:bodyPr/>
                    <a:lstStyle/>
                    <a:p>
                      <a:r>
                        <a:rPr lang="en-IN" sz="800"/>
                        <a:t>Hyderabad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/>
                        <a:t>70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/>
                        <a:t>70</a:t>
                      </a:r>
                      <a:endParaRPr 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813265"/>
                  </a:ext>
                </a:extLst>
              </a:tr>
              <a:tr h="221113">
                <a:tc>
                  <a:txBody>
                    <a:bodyPr/>
                    <a:lstStyle/>
                    <a:p>
                      <a:r>
                        <a:rPr lang="en-IN" sz="800"/>
                        <a:t>Bengaluru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/>
                        <a:t>70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/>
                        <a:t>70</a:t>
                      </a:r>
                      <a:endParaRPr 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956693"/>
                  </a:ext>
                </a:extLst>
              </a:tr>
              <a:tr h="221113">
                <a:tc>
                  <a:txBody>
                    <a:bodyPr/>
                    <a:lstStyle/>
                    <a:p>
                      <a:r>
                        <a:rPr lang="en-IN" sz="800"/>
                        <a:t>Mumbai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/>
                        <a:t>70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/>
                        <a:t>70</a:t>
                      </a:r>
                      <a:endParaRPr 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2996206"/>
                  </a:ext>
                </a:extLst>
              </a:tr>
              <a:tr h="221113">
                <a:tc>
                  <a:txBody>
                    <a:bodyPr/>
                    <a:lstStyle/>
                    <a:p>
                      <a:r>
                        <a:rPr lang="en-IN" sz="800"/>
                        <a:t>Delhi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/>
                        <a:t>70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/>
                        <a:t>70</a:t>
                      </a:r>
                      <a:endParaRPr 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8564773"/>
                  </a:ext>
                </a:extLst>
              </a:tr>
              <a:tr h="221113">
                <a:tc>
                  <a:txBody>
                    <a:bodyPr/>
                    <a:lstStyle/>
                    <a:p>
                      <a:r>
                        <a:rPr lang="en-IN" sz="800"/>
                        <a:t>Pune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/>
                        <a:t>70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/>
                        <a:t>70</a:t>
                      </a:r>
                      <a:endParaRPr 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315476"/>
                  </a:ext>
                </a:extLst>
              </a:tr>
              <a:tr h="221113">
                <a:tc>
                  <a:txBody>
                    <a:bodyPr/>
                    <a:lstStyle/>
                    <a:p>
                      <a:r>
                        <a:rPr lang="en-IN" sz="800" b="1"/>
                        <a:t>Total sample</a:t>
                      </a:r>
                      <a:endParaRPr 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1"/>
                        <a:t>350</a:t>
                      </a:r>
                      <a:endParaRPr 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1"/>
                        <a:t>350</a:t>
                      </a:r>
                      <a:endParaRPr lang="en-US" sz="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64281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D7928E7-C928-BEA1-C665-5170BD211599}"/>
              </a:ext>
            </a:extLst>
          </p:cNvPr>
          <p:cNvSpPr txBox="1"/>
          <p:nvPr/>
        </p:nvSpPr>
        <p:spPr>
          <a:xfrm>
            <a:off x="4037596" y="5780576"/>
            <a:ext cx="4313189" cy="64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*Minimum Quota of frequent travelers of N=50 potential users</a:t>
            </a:r>
          </a:p>
          <a:p>
            <a:endParaRPr lang="en-US" sz="400">
              <a:solidFill>
                <a:schemeClr val="bg1"/>
              </a:solidFill>
            </a:endParaRPr>
          </a:p>
          <a:p>
            <a:r>
              <a:rPr lang="en-US" sz="800" i="1">
                <a:solidFill>
                  <a:schemeClr val="bg1"/>
                </a:solidFill>
              </a:rPr>
              <a:t>** Concept 1: Carpooling concept and Concept 2: </a:t>
            </a:r>
            <a:r>
              <a:rPr lang="en-US" sz="800" i="1" err="1">
                <a:solidFill>
                  <a:schemeClr val="bg1"/>
                </a:solidFill>
              </a:rPr>
              <a:t>ProMarketplace</a:t>
            </a:r>
            <a:r>
              <a:rPr lang="en-US" sz="800" i="1">
                <a:solidFill>
                  <a:schemeClr val="bg1"/>
                </a:solidFill>
              </a:rPr>
              <a:t> concept</a:t>
            </a:r>
          </a:p>
          <a:p>
            <a:endParaRPr lang="en-US" sz="400" i="1">
              <a:solidFill>
                <a:schemeClr val="bg1"/>
              </a:solidFill>
            </a:endParaRPr>
          </a:p>
          <a:p>
            <a:r>
              <a:rPr lang="en-US" sz="800" i="1">
                <a:solidFill>
                  <a:schemeClr val="bg1"/>
                </a:solidFill>
              </a:rPr>
              <a:t>***  SEC is socioeconomic class based on education &amp; occupation of chief wage earner</a:t>
            </a:r>
          </a:p>
          <a:p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585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E14EB-7FC4-82C1-AE9E-5EEA37909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Commercial breakdown</a:t>
            </a:r>
            <a:endParaRPr lang="en-US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AF58F34-5117-6E66-9C0F-DEBC0B12F3FC}"/>
              </a:ext>
            </a:extLst>
          </p:cNvPr>
          <p:cNvSpPr txBox="1">
            <a:spLocks/>
          </p:cNvSpPr>
          <p:nvPr/>
        </p:nvSpPr>
        <p:spPr>
          <a:xfrm>
            <a:off x="3751109" y="1327150"/>
            <a:ext cx="3887772" cy="442356"/>
          </a:xfrm>
          <a:prstGeom prst="rect">
            <a:avLst/>
          </a:prstGeom>
          <a:solidFill>
            <a:schemeClr val="accent1"/>
          </a:solidFill>
        </p:spPr>
        <p:txBody>
          <a:bodyPr lIns="36000" tIns="0" rIns="36000" anchor="ctr"/>
          <a:lstStyle>
            <a:defPPr>
              <a:defRPr lang="pt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baseline="0">
                <a:solidFill>
                  <a:schemeClr val="accent2"/>
                </a:solidFill>
              </a:defRPr>
            </a:lvl1pPr>
            <a:lvl2pPr marL="17780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baseline="0"/>
            </a:lvl2pPr>
            <a:lvl3pPr marL="361950" indent="-1841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baseline="0"/>
            </a:lvl3pPr>
            <a:lvl4pPr marL="53975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baseline="0"/>
            </a:lvl4pPr>
            <a:lvl5pPr marL="71755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baseline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Phase 1 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199ADF7-BEB1-6BD0-257A-CD6F520A0ED8}"/>
              </a:ext>
            </a:extLst>
          </p:cNvPr>
          <p:cNvSpPr txBox="1">
            <a:spLocks/>
          </p:cNvSpPr>
          <p:nvPr/>
        </p:nvSpPr>
        <p:spPr>
          <a:xfrm>
            <a:off x="3751109" y="1864962"/>
            <a:ext cx="1861403" cy="33451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91440" tIns="0" rIns="36000" anchor="ctr"/>
          <a:lstStyle>
            <a:defPPr>
              <a:defRPr lang="pt-PT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 b="1" baseline="0">
                <a:solidFill>
                  <a:prstClr val="black"/>
                </a:solidFill>
                <a:latin typeface="Ubuntu"/>
              </a:defRPr>
            </a:lvl1pPr>
            <a:lvl2pPr marL="17780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baseline="0"/>
            </a:lvl2pPr>
            <a:lvl3pPr marL="361950" indent="-1841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baseline="0"/>
            </a:lvl3pPr>
            <a:lvl4pPr marL="53975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baseline="0"/>
            </a:lvl4pPr>
            <a:lvl5pPr marL="71755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baseline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>
                <a:solidFill>
                  <a:schemeClr val="accent4"/>
                </a:solidFill>
              </a:rPr>
              <a:t># man days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FE366BCC-5C79-F287-1B14-6D1049818E1F}"/>
              </a:ext>
            </a:extLst>
          </p:cNvPr>
          <p:cNvSpPr txBox="1">
            <a:spLocks/>
          </p:cNvSpPr>
          <p:nvPr/>
        </p:nvSpPr>
        <p:spPr>
          <a:xfrm>
            <a:off x="7896242" y="1327150"/>
            <a:ext cx="3887772" cy="442356"/>
          </a:xfrm>
          <a:prstGeom prst="rect">
            <a:avLst/>
          </a:prstGeom>
          <a:solidFill>
            <a:schemeClr val="accent2"/>
          </a:solidFill>
        </p:spPr>
        <p:txBody>
          <a:bodyPr lIns="36000" tIns="0" rIns="36000" anchor="ctr"/>
          <a:lstStyle>
            <a:defPPr>
              <a:defRPr lang="pt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baseline="0">
                <a:solidFill>
                  <a:schemeClr val="accent2"/>
                </a:solidFill>
              </a:defRPr>
            </a:lvl1pPr>
            <a:lvl2pPr marL="17780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baseline="0"/>
            </a:lvl2pPr>
            <a:lvl3pPr marL="361950" indent="-1841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baseline="0"/>
            </a:lvl3pPr>
            <a:lvl4pPr marL="53975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baseline="0"/>
            </a:lvl4pPr>
            <a:lvl5pPr marL="71755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baseline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Phase 2 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81C01AE-CD2A-7B6A-8088-3AAAD8F0CED4}"/>
              </a:ext>
            </a:extLst>
          </p:cNvPr>
          <p:cNvSpPr txBox="1">
            <a:spLocks/>
          </p:cNvSpPr>
          <p:nvPr/>
        </p:nvSpPr>
        <p:spPr>
          <a:xfrm>
            <a:off x="5777478" y="1864962"/>
            <a:ext cx="1861403" cy="33451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91440" tIns="0" rIns="36000" anchor="ctr"/>
          <a:lstStyle>
            <a:defPPr>
              <a:defRPr lang="pt-PT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 b="1" baseline="0">
                <a:solidFill>
                  <a:prstClr val="black"/>
                </a:solidFill>
                <a:latin typeface="Ubuntu"/>
              </a:defRPr>
            </a:lvl1pPr>
            <a:lvl2pPr marL="17780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baseline="0"/>
            </a:lvl2pPr>
            <a:lvl3pPr marL="361950" indent="-1841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baseline="0"/>
            </a:lvl3pPr>
            <a:lvl4pPr marL="53975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baseline="0"/>
            </a:lvl4pPr>
            <a:lvl5pPr marL="71755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baseline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>
                <a:solidFill>
                  <a:schemeClr val="accent4"/>
                </a:solidFill>
              </a:rPr>
              <a:t>Cost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C446563-AC83-789A-58AD-74C97B337E4D}"/>
              </a:ext>
            </a:extLst>
          </p:cNvPr>
          <p:cNvSpPr txBox="1">
            <a:spLocks/>
          </p:cNvSpPr>
          <p:nvPr/>
        </p:nvSpPr>
        <p:spPr>
          <a:xfrm>
            <a:off x="404812" y="5832772"/>
            <a:ext cx="3155683" cy="44235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91440" tIns="0" rIns="36000"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 b="1">
                <a:solidFill>
                  <a:prstClr val="black"/>
                </a:solidFill>
                <a:latin typeface="Ubuntu"/>
              </a:rPr>
              <a:t>Total cost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EEC6DB4-4538-0022-4F2E-23E5DFF1E577}"/>
              </a:ext>
            </a:extLst>
          </p:cNvPr>
          <p:cNvSpPr txBox="1">
            <a:spLocks/>
          </p:cNvSpPr>
          <p:nvPr/>
        </p:nvSpPr>
        <p:spPr>
          <a:xfrm>
            <a:off x="3751109" y="5832772"/>
            <a:ext cx="3887772" cy="4423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91440" tIns="0" rIns="36000"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 b="1">
                <a:solidFill>
                  <a:schemeClr val="bg1"/>
                </a:solidFill>
                <a:latin typeface="Ubuntu"/>
              </a:rPr>
              <a:t>€46,875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B015466-C02A-C18A-E499-4366EF6B8BEB}"/>
              </a:ext>
            </a:extLst>
          </p:cNvPr>
          <p:cNvSpPr txBox="1">
            <a:spLocks/>
          </p:cNvSpPr>
          <p:nvPr/>
        </p:nvSpPr>
        <p:spPr>
          <a:xfrm>
            <a:off x="7896242" y="5832772"/>
            <a:ext cx="3887772" cy="4423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91440" tIns="0" rIns="36000"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 b="1">
                <a:solidFill>
                  <a:schemeClr val="bg1"/>
                </a:solidFill>
                <a:latin typeface="Ubuntu"/>
              </a:rPr>
              <a:t>€49 035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BC17EDD-8439-A808-1828-E272E515AA5E}"/>
              </a:ext>
            </a:extLst>
          </p:cNvPr>
          <p:cNvGrpSpPr/>
          <p:nvPr/>
        </p:nvGrpSpPr>
        <p:grpSpPr>
          <a:xfrm>
            <a:off x="404812" y="2345708"/>
            <a:ext cx="3155684" cy="3148784"/>
            <a:chOff x="404812" y="2345708"/>
            <a:chExt cx="3155684" cy="2714315"/>
          </a:xfrm>
        </p:grpSpPr>
        <p:sp>
          <p:nvSpPr>
            <p:cNvPr id="8" name="Text Placeholder 5">
              <a:extLst>
                <a:ext uri="{FF2B5EF4-FFF2-40B4-BE49-F238E27FC236}">
                  <a16:creationId xmlns:a16="http://schemas.microsoft.com/office/drawing/2014/main" id="{6935A3D5-4252-4458-E937-3451687BDFE3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2345708"/>
              <a:ext cx="3155684" cy="33451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prstClr val="black"/>
                  </a:solidFill>
                  <a:latin typeface="Ubuntu"/>
                </a:rPr>
                <a:t>Project lead</a:t>
              </a:r>
              <a:endPara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9" name="Text Placeholder 5">
              <a:extLst>
                <a:ext uri="{FF2B5EF4-FFF2-40B4-BE49-F238E27FC236}">
                  <a16:creationId xmlns:a16="http://schemas.microsoft.com/office/drawing/2014/main" id="{1207DD9B-D16C-535A-BBE2-6F64EC61AAFE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2873838"/>
              <a:ext cx="3155684" cy="33451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prstClr val="black"/>
                  </a:solidFill>
                  <a:latin typeface="Ubuntu"/>
                </a:rPr>
                <a:t>Project manager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6A714E5-179D-D71C-C00E-1A1F40D2836F}"/>
                </a:ext>
              </a:extLst>
            </p:cNvPr>
            <p:cNvGrpSpPr/>
            <p:nvPr/>
          </p:nvGrpSpPr>
          <p:grpSpPr>
            <a:xfrm>
              <a:off x="404813" y="3401968"/>
              <a:ext cx="3155683" cy="1128524"/>
              <a:chOff x="404813" y="3664743"/>
              <a:chExt cx="3155683" cy="1128524"/>
            </a:xfrm>
          </p:grpSpPr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3B9DC452-9FC6-49E7-F4C3-F0B4D94257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24198" y="4458757"/>
                <a:ext cx="2136298" cy="33451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txBody>
              <a:bodyPr lIns="91440" tIns="0" rIns="36000" anchor="ctr"/>
              <a:lstStyle>
                <a:defPPr>
                  <a:defRPr lang="pt-PT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 sz="1400" b="1" baseline="0">
                    <a:solidFill>
                      <a:prstClr val="black"/>
                    </a:solidFill>
                    <a:latin typeface="Ubuntu"/>
                  </a:defRPr>
                </a:lvl1pPr>
                <a:lvl2pPr marL="177800" indent="-17780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baseline="0"/>
                </a:lvl2pPr>
                <a:lvl3pPr marL="361950" indent="-1841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baseline="0"/>
                </a:lvl3pPr>
                <a:lvl4pPr marL="539750" indent="-17780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tx1"/>
                  </a:buClr>
                  <a:buFont typeface="Ubuntu" panose="020B0504030602030204" pitchFamily="34" charset="0"/>
                  <a:buChar char="–"/>
                  <a:defRPr sz="1400" baseline="0"/>
                </a:lvl4pPr>
                <a:lvl5pPr marL="717550" indent="-17780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400" baseline="0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GB"/>
                  <a:t>Industry SME</a:t>
                </a:r>
              </a:p>
            </p:txBody>
          </p:sp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FC547841-35CB-EBC1-23A8-A5FB163316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24198" y="3664743"/>
                <a:ext cx="2136298" cy="33451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txBody>
              <a:bodyPr lIns="91440" tIns="0" rIns="36000" anchor="ctr"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780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1950" indent="-18415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7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tx1"/>
                  </a:buClr>
                  <a:buFont typeface="Ubuntu" panose="020B0504030602030204" pitchFamily="34" charset="0"/>
                  <a:buChar char="–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75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400" b="1">
                    <a:solidFill>
                      <a:prstClr val="black"/>
                    </a:solidFill>
                    <a:latin typeface="Ubuntu"/>
                  </a:rPr>
                  <a:t>Research consultants</a:t>
                </a:r>
                <a:endPara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55299BE5-AC52-5B55-93EC-C56BF12673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24198" y="4061750"/>
                <a:ext cx="2136298" cy="33451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txBody>
              <a:bodyPr lIns="91440" tIns="0" rIns="36000" anchor="ctr"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780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1950" indent="-18415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7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tx1"/>
                  </a:buClr>
                  <a:buFont typeface="Ubuntu" panose="020B0504030602030204" pitchFamily="34" charset="0"/>
                  <a:buChar char="–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75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400" b="1">
                    <a:solidFill>
                      <a:prstClr val="black"/>
                    </a:solidFill>
                    <a:latin typeface="Ubuntu"/>
                  </a:rPr>
                  <a:t>Vendor costs</a:t>
                </a:r>
              </a:p>
            </p:txBody>
          </p:sp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BD15023C-A252-9C22-56C6-7F0DAE6D04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4813" y="3664743"/>
                <a:ext cx="938465" cy="112852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txBody>
              <a:bodyPr lIns="91440" tIns="0" rIns="36000" anchor="ctr"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780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1950" indent="-18415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7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tx1"/>
                  </a:buClr>
                  <a:buFont typeface="Ubuntu" panose="020B0504030602030204" pitchFamily="34" charset="0"/>
                  <a:buChar char="–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75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200">
                    <a:solidFill>
                      <a:prstClr val="black"/>
                    </a:solidFill>
                    <a:latin typeface="Ubuntu"/>
                  </a:rPr>
                  <a:t>Primary research</a:t>
                </a:r>
                <a:endParaRPr kumimoji="0" lang="en-GB" sz="12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7323FA8-0E29-7EA1-877C-93DEA2C7D3AE}"/>
                </a:ext>
              </a:extLst>
            </p:cNvPr>
            <p:cNvGrpSpPr/>
            <p:nvPr/>
          </p:nvGrpSpPr>
          <p:grpSpPr>
            <a:xfrm>
              <a:off x="445273" y="4724113"/>
              <a:ext cx="3115223" cy="335910"/>
              <a:chOff x="445273" y="5023517"/>
              <a:chExt cx="3115223" cy="335910"/>
            </a:xfrm>
          </p:grpSpPr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E6CA7E91-04C3-758E-C6D9-33A9069423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24198" y="5024917"/>
                <a:ext cx="2136298" cy="33451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txBody>
              <a:bodyPr lIns="91440" tIns="0" rIns="36000" anchor="ctr"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780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1950" indent="-18415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7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tx1"/>
                  </a:buClr>
                  <a:buFont typeface="Ubuntu" panose="020B0504030602030204" pitchFamily="34" charset="0"/>
                  <a:buChar char="–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75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400" b="1">
                    <a:solidFill>
                      <a:prstClr val="black"/>
                    </a:solidFill>
                    <a:latin typeface="Ubuntu"/>
                  </a:rPr>
                  <a:t>Research consultants</a:t>
                </a:r>
                <a:endPara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1A08570A-EE0A-0D31-8D1C-969FA04A21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73" y="5023517"/>
                <a:ext cx="898005" cy="33451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txBody>
              <a:bodyPr lIns="91440" tIns="0" rIns="36000" anchor="ctr"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780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1950" indent="-18415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7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tx1"/>
                  </a:buClr>
                  <a:buFont typeface="Ubuntu" panose="020B0504030602030204" pitchFamily="34" charset="0"/>
                  <a:buChar char="–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75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200">
                    <a:solidFill>
                      <a:prstClr val="black"/>
                    </a:solidFill>
                    <a:latin typeface="Ubuntu"/>
                  </a:rPr>
                  <a:t>Secondary research</a:t>
                </a:r>
                <a:endParaRPr kumimoji="0" lang="en-GB" sz="12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8BB1460-8AFD-90B9-D91C-06B2CAD3C9D5}"/>
              </a:ext>
            </a:extLst>
          </p:cNvPr>
          <p:cNvGrpSpPr/>
          <p:nvPr/>
        </p:nvGrpSpPr>
        <p:grpSpPr>
          <a:xfrm>
            <a:off x="3751109" y="2345708"/>
            <a:ext cx="1861403" cy="3148784"/>
            <a:chOff x="404812" y="2345708"/>
            <a:chExt cx="3155684" cy="2714315"/>
          </a:xfrm>
          <a:solidFill>
            <a:schemeClr val="accent4"/>
          </a:solidFill>
        </p:grpSpPr>
        <p:sp>
          <p:nvSpPr>
            <p:cNvPr id="30" name="Text Placeholder 5">
              <a:extLst>
                <a:ext uri="{FF2B5EF4-FFF2-40B4-BE49-F238E27FC236}">
                  <a16:creationId xmlns:a16="http://schemas.microsoft.com/office/drawing/2014/main" id="{F92BC527-0E12-9F14-ACB7-5118554CA0FD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2345708"/>
              <a:ext cx="3155684" cy="334510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schemeClr val="bg1"/>
                  </a:solidFill>
                  <a:latin typeface="Ubuntu"/>
                </a:rPr>
                <a:t>10</a:t>
              </a:r>
              <a:endPara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1" name="Text Placeholder 5">
              <a:extLst>
                <a:ext uri="{FF2B5EF4-FFF2-40B4-BE49-F238E27FC236}">
                  <a16:creationId xmlns:a16="http://schemas.microsoft.com/office/drawing/2014/main" id="{630E2DE6-3111-702C-BEDF-655399463EF5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2873838"/>
              <a:ext cx="3155684" cy="334510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schemeClr val="bg1"/>
                  </a:solidFill>
                  <a:latin typeface="Ubuntu"/>
                </a:rPr>
                <a:t>25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C91FCE3-4EE7-0760-F972-3E948CE7AA31}"/>
                </a:ext>
              </a:extLst>
            </p:cNvPr>
            <p:cNvGrpSpPr/>
            <p:nvPr/>
          </p:nvGrpSpPr>
          <p:grpSpPr>
            <a:xfrm>
              <a:off x="404812" y="3401968"/>
              <a:ext cx="3155684" cy="1128524"/>
              <a:chOff x="404812" y="3664743"/>
              <a:chExt cx="3155684" cy="1128524"/>
            </a:xfrm>
            <a:grpFill/>
          </p:grpSpPr>
          <p:sp>
            <p:nvSpPr>
              <p:cNvPr id="36" name="Text Placeholder 5">
                <a:extLst>
                  <a:ext uri="{FF2B5EF4-FFF2-40B4-BE49-F238E27FC236}">
                    <a16:creationId xmlns:a16="http://schemas.microsoft.com/office/drawing/2014/main" id="{4E412703-9E76-A040-898D-64F3C08E0B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4812" y="4458757"/>
                <a:ext cx="3155684" cy="334510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</p:spPr>
            <p:txBody>
              <a:bodyPr lIns="91440" tIns="0" rIns="36000" anchor="ctr"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780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1950" indent="-18415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7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tx1"/>
                  </a:buClr>
                  <a:buFont typeface="Ubuntu" panose="020B0504030602030204" pitchFamily="34" charset="0"/>
                  <a:buChar char="–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75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400" b="1">
                    <a:solidFill>
                      <a:schemeClr val="bg1"/>
                    </a:solidFill>
                    <a:latin typeface="Ubuntu"/>
                  </a:rPr>
                  <a:t>25</a:t>
                </a:r>
                <a:endPara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921F5695-7BBC-3DDC-87BB-23F8BC15BF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4812" y="3664743"/>
                <a:ext cx="3155684" cy="334510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</p:spPr>
            <p:txBody>
              <a:bodyPr lIns="91440" tIns="0" rIns="36000" anchor="ctr"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780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1950" indent="-18415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7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tx1"/>
                  </a:buClr>
                  <a:buFont typeface="Ubuntu" panose="020B0504030602030204" pitchFamily="34" charset="0"/>
                  <a:buChar char="–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75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400" b="1">
                    <a:solidFill>
                      <a:schemeClr val="bg1"/>
                    </a:solidFill>
                    <a:latin typeface="Ubuntu"/>
                  </a:rPr>
                  <a:t>30</a:t>
                </a:r>
                <a:endPara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38" name="Text Placeholder 5">
                <a:extLst>
                  <a:ext uri="{FF2B5EF4-FFF2-40B4-BE49-F238E27FC236}">
                    <a16:creationId xmlns:a16="http://schemas.microsoft.com/office/drawing/2014/main" id="{6A16C7A0-07E1-B673-850C-765AE4762B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4812" y="4061750"/>
                <a:ext cx="3155684" cy="334510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</p:spPr>
            <p:txBody>
              <a:bodyPr lIns="91440" tIns="0" rIns="36000" anchor="ctr"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780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1950" indent="-18415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7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tx1"/>
                  </a:buClr>
                  <a:buFont typeface="Ubuntu" panose="020B0504030602030204" pitchFamily="34" charset="0"/>
                  <a:buChar char="–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75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400" b="1">
                    <a:solidFill>
                      <a:schemeClr val="bg1"/>
                    </a:solidFill>
                    <a:latin typeface="Ubuntu"/>
                  </a:rPr>
                  <a:t>N/A</a:t>
                </a:r>
              </a:p>
            </p:txBody>
          </p:sp>
        </p:grpSp>
        <p:sp>
          <p:nvSpPr>
            <p:cNvPr id="34" name="Text Placeholder 5">
              <a:extLst>
                <a:ext uri="{FF2B5EF4-FFF2-40B4-BE49-F238E27FC236}">
                  <a16:creationId xmlns:a16="http://schemas.microsoft.com/office/drawing/2014/main" id="{2FCBAB1D-DA80-7C2C-074A-343C8BC27329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4725513"/>
              <a:ext cx="3155684" cy="334510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schemeClr val="bg1"/>
                  </a:solidFill>
                  <a:latin typeface="Ubuntu"/>
                </a:rPr>
                <a:t>75</a:t>
              </a:r>
              <a:endPara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F3AFF47-A04E-19D6-1779-8A3F0E31FE57}"/>
              </a:ext>
            </a:extLst>
          </p:cNvPr>
          <p:cNvGrpSpPr/>
          <p:nvPr/>
        </p:nvGrpSpPr>
        <p:grpSpPr>
          <a:xfrm>
            <a:off x="5777477" y="2344084"/>
            <a:ext cx="1861403" cy="3148784"/>
            <a:chOff x="404812" y="2345708"/>
            <a:chExt cx="3155684" cy="2714315"/>
          </a:xfrm>
          <a:solidFill>
            <a:schemeClr val="accent4"/>
          </a:solidFill>
        </p:grpSpPr>
        <p:sp>
          <p:nvSpPr>
            <p:cNvPr id="41" name="Text Placeholder 5">
              <a:extLst>
                <a:ext uri="{FF2B5EF4-FFF2-40B4-BE49-F238E27FC236}">
                  <a16:creationId xmlns:a16="http://schemas.microsoft.com/office/drawing/2014/main" id="{F49AF581-7ADA-47FC-1265-9FC303542C64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2345708"/>
              <a:ext cx="3155684" cy="334510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schemeClr val="bg1"/>
                  </a:solidFill>
                  <a:latin typeface="Ubuntu"/>
                </a:rPr>
                <a:t>€5,565</a:t>
              </a:r>
              <a:endPara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2" name="Text Placeholder 5">
              <a:extLst>
                <a:ext uri="{FF2B5EF4-FFF2-40B4-BE49-F238E27FC236}">
                  <a16:creationId xmlns:a16="http://schemas.microsoft.com/office/drawing/2014/main" id="{32D2C5E1-4D71-3647-200A-8F7F0D3B75D7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2873838"/>
              <a:ext cx="3155684" cy="334510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schemeClr val="bg1"/>
                  </a:solidFill>
                  <a:latin typeface="Ubuntu"/>
                </a:rPr>
                <a:t>€7,387</a:t>
              </a:r>
            </a:p>
          </p:txBody>
        </p:sp>
        <p:sp>
          <p:nvSpPr>
            <p:cNvPr id="46" name="Text Placeholder 5">
              <a:extLst>
                <a:ext uri="{FF2B5EF4-FFF2-40B4-BE49-F238E27FC236}">
                  <a16:creationId xmlns:a16="http://schemas.microsoft.com/office/drawing/2014/main" id="{4AC8281C-ECF9-C111-41EA-0017787C403D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3401967"/>
              <a:ext cx="3155684" cy="1128523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schemeClr val="bg1"/>
                  </a:solidFill>
                  <a:latin typeface="Ubuntu"/>
                </a:rPr>
                <a:t>€8,775</a:t>
              </a:r>
              <a:endPara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4" name="Text Placeholder 5">
              <a:extLst>
                <a:ext uri="{FF2B5EF4-FFF2-40B4-BE49-F238E27FC236}">
                  <a16:creationId xmlns:a16="http://schemas.microsoft.com/office/drawing/2014/main" id="{41E17B7D-3446-033A-A8A3-3A0FDD68F945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4725513"/>
              <a:ext cx="3155684" cy="334510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schemeClr val="bg1"/>
                  </a:solidFill>
                  <a:latin typeface="Ubuntu"/>
                </a:rPr>
                <a:t>€19,635</a:t>
              </a:r>
              <a:endPara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B6A89A23-47D6-5EA3-65E2-5D52D887AA3D}"/>
              </a:ext>
            </a:extLst>
          </p:cNvPr>
          <p:cNvSpPr txBox="1">
            <a:spLocks/>
          </p:cNvSpPr>
          <p:nvPr/>
        </p:nvSpPr>
        <p:spPr>
          <a:xfrm>
            <a:off x="7896242" y="1864962"/>
            <a:ext cx="1861403" cy="33451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91440" tIns="0" rIns="36000" anchor="ctr"/>
          <a:lstStyle>
            <a:defPPr>
              <a:defRPr lang="pt-PT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 b="1" baseline="0">
                <a:solidFill>
                  <a:prstClr val="black"/>
                </a:solidFill>
                <a:latin typeface="Ubuntu"/>
              </a:defRPr>
            </a:lvl1pPr>
            <a:lvl2pPr marL="17780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baseline="0"/>
            </a:lvl2pPr>
            <a:lvl3pPr marL="361950" indent="-1841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baseline="0"/>
            </a:lvl3pPr>
            <a:lvl4pPr marL="53975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baseline="0"/>
            </a:lvl4pPr>
            <a:lvl5pPr marL="71755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baseline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>
                <a:solidFill>
                  <a:schemeClr val="accent4"/>
                </a:solidFill>
              </a:rPr>
              <a:t># man days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355BEE8C-CA5D-417F-4DFA-E610B6F2FBE2}"/>
              </a:ext>
            </a:extLst>
          </p:cNvPr>
          <p:cNvSpPr txBox="1">
            <a:spLocks/>
          </p:cNvSpPr>
          <p:nvPr/>
        </p:nvSpPr>
        <p:spPr>
          <a:xfrm>
            <a:off x="9922611" y="1864962"/>
            <a:ext cx="1861403" cy="33451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91440" tIns="0" rIns="36000" anchor="ctr"/>
          <a:lstStyle>
            <a:defPPr>
              <a:defRPr lang="pt-PT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 b="1" baseline="0">
                <a:solidFill>
                  <a:prstClr val="black"/>
                </a:solidFill>
                <a:latin typeface="Ubuntu"/>
              </a:defRPr>
            </a:lvl1pPr>
            <a:lvl2pPr marL="17780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baseline="0"/>
            </a:lvl2pPr>
            <a:lvl3pPr marL="361950" indent="-1841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baseline="0"/>
            </a:lvl3pPr>
            <a:lvl4pPr marL="53975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baseline="0"/>
            </a:lvl4pPr>
            <a:lvl5pPr marL="71755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baseline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>
                <a:solidFill>
                  <a:schemeClr val="accent4"/>
                </a:solidFill>
              </a:rPr>
              <a:t>Cost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AB992C4-1B24-727A-624A-8AD9B4161966}"/>
              </a:ext>
            </a:extLst>
          </p:cNvPr>
          <p:cNvGrpSpPr/>
          <p:nvPr/>
        </p:nvGrpSpPr>
        <p:grpSpPr>
          <a:xfrm>
            <a:off x="7896242" y="2345708"/>
            <a:ext cx="1861403" cy="3148784"/>
            <a:chOff x="404812" y="2345708"/>
            <a:chExt cx="3155684" cy="2714315"/>
          </a:xfrm>
          <a:solidFill>
            <a:schemeClr val="accent4"/>
          </a:solidFill>
        </p:grpSpPr>
        <p:sp>
          <p:nvSpPr>
            <p:cNvPr id="51" name="Text Placeholder 5">
              <a:extLst>
                <a:ext uri="{FF2B5EF4-FFF2-40B4-BE49-F238E27FC236}">
                  <a16:creationId xmlns:a16="http://schemas.microsoft.com/office/drawing/2014/main" id="{262E5C8C-EFAB-C815-66C3-060B35BDB0D9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2345708"/>
              <a:ext cx="3155684" cy="334510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schemeClr val="bg1"/>
                  </a:solidFill>
                  <a:latin typeface="Ubuntu"/>
                </a:rPr>
                <a:t>10</a:t>
              </a:r>
              <a:endPara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52" name="Text Placeholder 5">
              <a:extLst>
                <a:ext uri="{FF2B5EF4-FFF2-40B4-BE49-F238E27FC236}">
                  <a16:creationId xmlns:a16="http://schemas.microsoft.com/office/drawing/2014/main" id="{3EC1A87A-BBD5-462F-B478-23BDF35CD86B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2873838"/>
              <a:ext cx="3155684" cy="334510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schemeClr val="bg1"/>
                  </a:solidFill>
                  <a:latin typeface="Ubuntu"/>
                </a:rPr>
                <a:t>25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7994A0A-A58A-6898-D9C8-052CE51E193C}"/>
                </a:ext>
              </a:extLst>
            </p:cNvPr>
            <p:cNvGrpSpPr/>
            <p:nvPr/>
          </p:nvGrpSpPr>
          <p:grpSpPr>
            <a:xfrm>
              <a:off x="404812" y="3401968"/>
              <a:ext cx="3155684" cy="1128524"/>
              <a:chOff x="404812" y="3664743"/>
              <a:chExt cx="3155684" cy="1128524"/>
            </a:xfrm>
            <a:grpFill/>
          </p:grpSpPr>
          <p:sp>
            <p:nvSpPr>
              <p:cNvPr id="55" name="Text Placeholder 5">
                <a:extLst>
                  <a:ext uri="{FF2B5EF4-FFF2-40B4-BE49-F238E27FC236}">
                    <a16:creationId xmlns:a16="http://schemas.microsoft.com/office/drawing/2014/main" id="{5A490DF2-A5E0-A050-F6F6-F8741A451D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4812" y="4458757"/>
                <a:ext cx="3155684" cy="334510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</p:spPr>
            <p:txBody>
              <a:bodyPr lIns="91440" tIns="0" rIns="36000" anchor="ctr"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780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1950" indent="-18415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7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tx1"/>
                  </a:buClr>
                  <a:buFont typeface="Ubuntu" panose="020B0504030602030204" pitchFamily="34" charset="0"/>
                  <a:buChar char="–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75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400" b="1">
                    <a:solidFill>
                      <a:schemeClr val="bg1"/>
                    </a:solidFill>
                    <a:latin typeface="Ubuntu"/>
                  </a:rPr>
                  <a:t>3</a:t>
                </a:r>
                <a:endPara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6BE1DE53-B78F-BA5B-DADF-C2CACF94F2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4812" y="3664743"/>
                <a:ext cx="3155684" cy="334510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</p:spPr>
            <p:txBody>
              <a:bodyPr lIns="91440" tIns="0" rIns="36000" anchor="ctr"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780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1950" indent="-18415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7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tx1"/>
                  </a:buClr>
                  <a:buFont typeface="Ubuntu" panose="020B0504030602030204" pitchFamily="34" charset="0"/>
                  <a:buChar char="–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75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400" b="1">
                    <a:solidFill>
                      <a:schemeClr val="bg1"/>
                    </a:solidFill>
                    <a:latin typeface="Ubuntu"/>
                  </a:rPr>
                  <a:t>36</a:t>
                </a:r>
                <a:endPara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endParaRPr>
              </a:p>
            </p:txBody>
          </p:sp>
          <p:sp>
            <p:nvSpPr>
              <p:cNvPr id="57" name="Text Placeholder 5">
                <a:extLst>
                  <a:ext uri="{FF2B5EF4-FFF2-40B4-BE49-F238E27FC236}">
                    <a16:creationId xmlns:a16="http://schemas.microsoft.com/office/drawing/2014/main" id="{D886200B-631B-AA03-F0CE-91DC923DF4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4812" y="4061750"/>
                <a:ext cx="3155684" cy="334510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</p:spPr>
            <p:txBody>
              <a:bodyPr lIns="91440" tIns="0" rIns="36000" anchor="ctr"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780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1950" indent="-18415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7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tx1"/>
                  </a:buClr>
                  <a:buFont typeface="Ubuntu" panose="020B0504030602030204" pitchFamily="34" charset="0"/>
                  <a:buChar char="–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7550" indent="-1778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400" b="1">
                    <a:solidFill>
                      <a:schemeClr val="bg1"/>
                    </a:solidFill>
                    <a:latin typeface="Ubuntu"/>
                  </a:rPr>
                  <a:t>N/A</a:t>
                </a:r>
              </a:p>
            </p:txBody>
          </p:sp>
        </p:grpSp>
        <p:sp>
          <p:nvSpPr>
            <p:cNvPr id="54" name="Text Placeholder 5">
              <a:extLst>
                <a:ext uri="{FF2B5EF4-FFF2-40B4-BE49-F238E27FC236}">
                  <a16:creationId xmlns:a16="http://schemas.microsoft.com/office/drawing/2014/main" id="{731104C8-CC34-5AC3-781C-E7FE6B4D4D8E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4725513"/>
              <a:ext cx="3155684" cy="334510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schemeClr val="bg1"/>
                  </a:solidFill>
                  <a:latin typeface="Ubuntu"/>
                </a:rPr>
                <a:t>40</a:t>
              </a:r>
              <a:endPara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C3097D4-C667-06B8-3CEF-9E095038BBCD}"/>
              </a:ext>
            </a:extLst>
          </p:cNvPr>
          <p:cNvGrpSpPr/>
          <p:nvPr/>
        </p:nvGrpSpPr>
        <p:grpSpPr>
          <a:xfrm>
            <a:off x="9922610" y="2344084"/>
            <a:ext cx="1861403" cy="3148784"/>
            <a:chOff x="404812" y="2345708"/>
            <a:chExt cx="3155684" cy="2714315"/>
          </a:xfrm>
          <a:solidFill>
            <a:schemeClr val="accent4"/>
          </a:solidFill>
        </p:grpSpPr>
        <p:sp>
          <p:nvSpPr>
            <p:cNvPr id="59" name="Text Placeholder 5">
              <a:extLst>
                <a:ext uri="{FF2B5EF4-FFF2-40B4-BE49-F238E27FC236}">
                  <a16:creationId xmlns:a16="http://schemas.microsoft.com/office/drawing/2014/main" id="{2CDEA98A-8D0C-694F-A881-A8B5811C9A0A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2345708"/>
              <a:ext cx="3155684" cy="334510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schemeClr val="bg1"/>
                  </a:solidFill>
                  <a:latin typeface="Ubuntu"/>
                </a:rPr>
                <a:t>€5,565</a:t>
              </a:r>
              <a:endPara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60" name="Text Placeholder 5">
              <a:extLst>
                <a:ext uri="{FF2B5EF4-FFF2-40B4-BE49-F238E27FC236}">
                  <a16:creationId xmlns:a16="http://schemas.microsoft.com/office/drawing/2014/main" id="{51CEA3FE-0F4B-33AB-7DE8-789E5C7FFC9B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2873838"/>
              <a:ext cx="3155684" cy="334510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schemeClr val="bg1"/>
                  </a:solidFill>
                  <a:latin typeface="Ubuntu"/>
                </a:rPr>
                <a:t>€7,387</a:t>
              </a:r>
            </a:p>
          </p:txBody>
        </p:sp>
        <p:sp>
          <p:nvSpPr>
            <p:cNvPr id="61" name="Text Placeholder 5">
              <a:extLst>
                <a:ext uri="{FF2B5EF4-FFF2-40B4-BE49-F238E27FC236}">
                  <a16:creationId xmlns:a16="http://schemas.microsoft.com/office/drawing/2014/main" id="{BC33AB4B-B11B-DA39-68C6-4915E9052A6A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3401967"/>
              <a:ext cx="3155684" cy="1128523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schemeClr val="bg1"/>
                  </a:solidFill>
                  <a:latin typeface="Ubuntu"/>
                </a:rPr>
                <a:t>€26,856</a:t>
              </a:r>
              <a:endPara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62" name="Text Placeholder 5">
              <a:extLst>
                <a:ext uri="{FF2B5EF4-FFF2-40B4-BE49-F238E27FC236}">
                  <a16:creationId xmlns:a16="http://schemas.microsoft.com/office/drawing/2014/main" id="{C91A2210-A544-ED23-548E-780C0D46F044}"/>
                </a:ext>
              </a:extLst>
            </p:cNvPr>
            <p:cNvSpPr txBox="1">
              <a:spLocks/>
            </p:cNvSpPr>
            <p:nvPr/>
          </p:nvSpPr>
          <p:spPr>
            <a:xfrm>
              <a:off x="404812" y="4725513"/>
              <a:ext cx="3155684" cy="334510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91440" tIns="0" rIns="36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780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1950" indent="-1841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7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Ubuntu" panose="020B0504030602030204" pitchFamily="34" charset="0"/>
                <a:buChar char="–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7550" indent="-177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>
                  <a:solidFill>
                    <a:schemeClr val="bg1"/>
                  </a:solidFill>
                  <a:latin typeface="Ubuntu"/>
                </a:rPr>
                <a:t>€8,340</a:t>
              </a:r>
              <a:endPara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7ACE33E7-FA99-F99F-0BD9-D003D65DEDF9}"/>
              </a:ext>
            </a:extLst>
          </p:cNvPr>
          <p:cNvSpPr txBox="1"/>
          <p:nvPr/>
        </p:nvSpPr>
        <p:spPr>
          <a:xfrm>
            <a:off x="8626110" y="388938"/>
            <a:ext cx="2791752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>
                <a:highlight>
                  <a:srgbClr val="FFFF00"/>
                </a:highlight>
              </a:rPr>
              <a:t>Pending approval by Invent  FR</a:t>
            </a:r>
            <a:endParaRPr lang="en-US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165975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1379200" cy="716711"/>
          </a:xfrm>
        </p:spPr>
        <p:txBody>
          <a:bodyPr/>
          <a:lstStyle/>
          <a:p>
            <a:r>
              <a:rPr lang="en-IN"/>
              <a:t>WE BRING A PROVEN TRACK RECORD HELPING CLIENTS WORLDWIDE in the mobility sector (5/6)</a:t>
            </a:r>
            <a:endParaRPr lang="en-GB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EFB051D-3F5E-47A6-7A4F-890335F015A8}"/>
              </a:ext>
            </a:extLst>
          </p:cNvPr>
          <p:cNvGrpSpPr/>
          <p:nvPr/>
        </p:nvGrpSpPr>
        <p:grpSpPr>
          <a:xfrm rot="16200000">
            <a:off x="6684956" y="3652173"/>
            <a:ext cx="1550773" cy="846013"/>
            <a:chOff x="2105236" y="5500814"/>
            <a:chExt cx="429700" cy="4297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C955B79-3792-7E1C-1177-42B3E8DEFFB1}"/>
                </a:ext>
              </a:extLst>
            </p:cNvPr>
            <p:cNvSpPr/>
            <p:nvPr/>
          </p:nvSpPr>
          <p:spPr>
            <a:xfrm>
              <a:off x="2105236" y="5500814"/>
              <a:ext cx="429700" cy="429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err="1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B7ABB6F1-4008-9123-960C-87624E0D6A38}"/>
                </a:ext>
              </a:extLst>
            </p:cNvPr>
            <p:cNvSpPr/>
            <p:nvPr/>
          </p:nvSpPr>
          <p:spPr>
            <a:xfrm rot="10800000">
              <a:off x="2192206" y="5642699"/>
              <a:ext cx="255759" cy="145930"/>
            </a:xfrm>
            <a:prstGeom prst="triangle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en-US">
                <a:solidFill>
                  <a:srgbClr val="FFFFFF"/>
                </a:solidFill>
                <a:latin typeface="Ubuntu"/>
                <a:cs typeface="Calibri" pitchFamily="34" charset="0"/>
              </a:endParaRPr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961B6238-878C-5A84-3A76-37117EAE02F7}"/>
              </a:ext>
            </a:extLst>
          </p:cNvPr>
          <p:cNvSpPr txBox="1"/>
          <p:nvPr/>
        </p:nvSpPr>
        <p:spPr>
          <a:xfrm>
            <a:off x="1347960" y="1187917"/>
            <a:ext cx="9496080" cy="458584"/>
          </a:xfrm>
          <a:prstGeom prst="rect">
            <a:avLst/>
          </a:prstGeom>
          <a:noFill/>
        </p:spPr>
        <p:txBody>
          <a:bodyPr vert="horz" wrap="square" lIns="0" tIns="7316" rIns="0" bIns="0" rtlCol="0" anchor="ctr">
            <a:noAutofit/>
          </a:bodyPr>
          <a:lstStyle/>
          <a:p>
            <a:pPr marL="7701" marR="3081" lvl="0" indent="0" algn="ctr" defTabSz="554492" rtl="0" eaLnBrk="1" fontAlgn="auto" latinLnBrk="0" hangingPunct="1">
              <a:lnSpc>
                <a:spcPct val="101000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i="0" u="none" strike="noStrike" kern="1200" cap="none" spc="-9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CRITICAL ASSESSMENT OF THE PROPOSED CLOUD-BASED PRODUCT OFFERING AND OPTIMUM PRICING FOR A U.S. CLIENT’S GO-TO-MARKET 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AAB9A-52C5-962E-787D-1980193E53A9}"/>
              </a:ext>
            </a:extLst>
          </p:cNvPr>
          <p:cNvSpPr txBox="1"/>
          <p:nvPr/>
        </p:nvSpPr>
        <p:spPr>
          <a:xfrm>
            <a:off x="399385" y="1755234"/>
            <a:ext cx="6756157" cy="6491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CONTEXT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06DF4-DE41-13E1-210D-1AB4E81D2CA2}"/>
              </a:ext>
            </a:extLst>
          </p:cNvPr>
          <p:cNvSpPr txBox="1"/>
          <p:nvPr/>
        </p:nvSpPr>
        <p:spPr>
          <a:xfrm>
            <a:off x="404812" y="3887529"/>
            <a:ext cx="6591074" cy="6491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SOLUTION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A80B0B-1F57-1EFD-82C4-5894BD032839}"/>
              </a:ext>
            </a:extLst>
          </p:cNvPr>
          <p:cNvSpPr txBox="1"/>
          <p:nvPr/>
        </p:nvSpPr>
        <p:spPr>
          <a:xfrm>
            <a:off x="7619999" y="1755234"/>
            <a:ext cx="4164013" cy="6491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IMPACT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4" name="Rectangle 42">
            <a:extLst>
              <a:ext uri="{FF2B5EF4-FFF2-40B4-BE49-F238E27FC236}">
                <a16:creationId xmlns:a16="http://schemas.microsoft.com/office/drawing/2014/main" id="{2403B5C6-3168-0B03-2CFC-C3F575FF4B98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399386" y="2369784"/>
            <a:ext cx="6756155" cy="1212243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Evaluation on several key metrics indicating customer preference as well as market acceptance benchmarks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Overall Appeal, Relevance and Uniqueness of the concepts for Design and Operations Hubs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Most preferred pricing levers based on multiple dimensions including number of users, number of connections and usage consumption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Optimum Price Ranges and Likely Pricing Points </a:t>
            </a:r>
          </a:p>
        </p:txBody>
      </p:sp>
      <p:sp>
        <p:nvSpPr>
          <p:cNvPr id="15" name="Rectangle 42">
            <a:extLst>
              <a:ext uri="{FF2B5EF4-FFF2-40B4-BE49-F238E27FC236}">
                <a16:creationId xmlns:a16="http://schemas.microsoft.com/office/drawing/2014/main" id="{6E1F498E-F642-43FD-0E34-6D1BD877F45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399385" y="4537802"/>
            <a:ext cx="6637951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Opportunity Assessment Accelerator &amp; Van </a:t>
            </a:r>
            <a:r>
              <a:rPr lang="en-IN" sz="1200" err="1">
                <a:solidFill>
                  <a:schemeClr val="bg1"/>
                </a:solidFill>
                <a:cs typeface="Arial" pitchFamily="34" charset="0"/>
              </a:rPr>
              <a:t>Westendorp</a:t>
            </a: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 Pricing Model used which provided comprehensive assessment of the  market and actionable feedback for client’s go-to-market strategy prior to launch of new product offering 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Objective evaluation of each of the concepts on proposed features/ benefits to be focused upon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Acceptable pricing options to the customer considering the price-quality equation </a:t>
            </a:r>
          </a:p>
          <a:p>
            <a:pPr marL="17145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Evaluation among client’s own customers as well as those using competitive offerings</a:t>
            </a:r>
          </a:p>
        </p:txBody>
      </p:sp>
      <p:sp>
        <p:nvSpPr>
          <p:cNvPr id="17" name="Rectangle 42">
            <a:extLst>
              <a:ext uri="{FF2B5EF4-FFF2-40B4-BE49-F238E27FC236}">
                <a16:creationId xmlns:a16="http://schemas.microsoft.com/office/drawing/2014/main" id="{D742AFE6-0626-CE6E-1C85-E35B328DDB5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619999" y="2441977"/>
            <a:ext cx="4164014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200">
                <a:solidFill>
                  <a:schemeClr val="bg1"/>
                </a:solidFill>
                <a:cs typeface="Arial" pitchFamily="34" charset="0"/>
              </a:rPr>
              <a:t>Devising marketing elements of the client’s go-to-market strategy including product features as well as service differentiators offering a competitive edge and subscription plans for appropriate pricing of the product offering </a:t>
            </a:r>
          </a:p>
        </p:txBody>
      </p:sp>
    </p:spTree>
    <p:extLst>
      <p:ext uri="{BB962C8B-B14F-4D97-AF65-F5344CB8AC3E}">
        <p14:creationId xmlns:p14="http://schemas.microsoft.com/office/powerpoint/2010/main" val="24732774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454F8CE-3DFB-02BF-F1E2-AABE0D96122A}"/>
              </a:ext>
            </a:extLst>
          </p:cNvPr>
          <p:cNvCxnSpPr>
            <a:cxnSpLocks/>
          </p:cNvCxnSpPr>
          <p:nvPr/>
        </p:nvCxnSpPr>
        <p:spPr>
          <a:xfrm>
            <a:off x="2983162" y="4885874"/>
            <a:ext cx="0" cy="32400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D65DF4A-82F9-4429-9EB2-C2DA73FA204D}"/>
              </a:ext>
            </a:extLst>
          </p:cNvPr>
          <p:cNvCxnSpPr>
            <a:cxnSpLocks/>
          </p:cNvCxnSpPr>
          <p:nvPr/>
        </p:nvCxnSpPr>
        <p:spPr>
          <a:xfrm>
            <a:off x="9034500" y="4885874"/>
            <a:ext cx="0" cy="32400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EB559D6-A663-4573-81FC-4309407B489B}"/>
              </a:ext>
            </a:extLst>
          </p:cNvPr>
          <p:cNvSpPr/>
          <p:nvPr/>
        </p:nvSpPr>
        <p:spPr>
          <a:xfrm>
            <a:off x="788602" y="1236621"/>
            <a:ext cx="4389120" cy="3649253"/>
          </a:xfrm>
          <a:prstGeom prst="roundRect">
            <a:avLst>
              <a:gd name="adj" fmla="val 10093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it-IT" sz="1400" kern="0" err="1">
              <a:solidFill>
                <a:prstClr val="black"/>
              </a:solidFill>
              <a:latin typeface="Ubuntu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B52DB-0C37-4C27-9BEC-794190EE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600"/>
              <a:t>Deliverables of the Project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C8C536C-44F5-4142-BF4F-1B699FC65FE2}"/>
              </a:ext>
            </a:extLst>
          </p:cNvPr>
          <p:cNvGrpSpPr/>
          <p:nvPr/>
        </p:nvGrpSpPr>
        <p:grpSpPr>
          <a:xfrm>
            <a:off x="788602" y="1502032"/>
            <a:ext cx="4389120" cy="380690"/>
            <a:chOff x="788602" y="1753308"/>
            <a:chExt cx="3074502" cy="38069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C7C147A-7972-4452-A0CA-329A3FDBF0B3}"/>
                </a:ext>
              </a:extLst>
            </p:cNvPr>
            <p:cNvSpPr/>
            <p:nvPr/>
          </p:nvSpPr>
          <p:spPr>
            <a:xfrm>
              <a:off x="788602" y="1753308"/>
              <a:ext cx="3074502" cy="380690"/>
            </a:xfrm>
            <a:prstGeom prst="rect">
              <a:avLst/>
            </a:prstGeom>
            <a:solidFill>
              <a:srgbClr val="0070AD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0BA142-0B05-425C-BA8A-6C816F375877}"/>
                </a:ext>
              </a:extLst>
            </p:cNvPr>
            <p:cNvSpPr txBox="1"/>
            <p:nvPr/>
          </p:nvSpPr>
          <p:spPr>
            <a:xfrm>
              <a:off x="906796" y="1780507"/>
              <a:ext cx="28381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MARKET ANALYSIS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B5093A8-81CF-4E06-A28A-BEE05CBB125D}"/>
              </a:ext>
            </a:extLst>
          </p:cNvPr>
          <p:cNvSpPr txBox="1"/>
          <p:nvPr/>
        </p:nvSpPr>
        <p:spPr>
          <a:xfrm>
            <a:off x="788602" y="2000478"/>
            <a:ext cx="4303162" cy="2713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Mobility Market Landscape</a:t>
            </a: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</a:br>
            <a:r>
              <a:rPr kumimoji="0" lang="en-US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Mobility market landscape in 7 identified cities (primarily Tier 1 cities) including market size/growth, trends, ease of availability, political and economic ecosystem etc. with a deep dive in bus industry along with a view of main routes</a:t>
            </a:r>
            <a:endParaRPr lang="en-US" altLang="it-IT" sz="1100">
              <a:latin typeface="Ubuntu"/>
              <a:ea typeface="Verdana" panose="020B0604030504040204" pitchFamily="34" charset="0"/>
            </a:endParaRPr>
          </a:p>
          <a:p>
            <a:pPr marL="228600" indent="-228600" fontAlgn="base">
              <a:spcAft>
                <a:spcPts val="450"/>
              </a:spcAft>
              <a:buFont typeface="+mj-lt"/>
              <a:buAutoNum type="arabicPeriod"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Mobility marketplace solution</a:t>
            </a:r>
            <a:b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</a:br>
            <a:r>
              <a:rPr lang="en-US" altLang="it-IT" sz="1100">
                <a:latin typeface="Ubuntu"/>
                <a:ea typeface="Verdana" panose="020B0604030504040204" pitchFamily="34" charset="0"/>
              </a:rPr>
              <a:t>General assessment of various tech layers of mobility marketplace solution, with a view on relevant players on each layer</a:t>
            </a:r>
          </a:p>
          <a:p>
            <a:pPr marL="228600" indent="-228600" fontAlgn="base">
              <a:spcAft>
                <a:spcPts val="450"/>
              </a:spcAft>
              <a:buFont typeface="+mj-lt"/>
              <a:buAutoNum type="arabicPeriod"/>
              <a:defRPr/>
            </a:pPr>
            <a:r>
              <a:rPr lang="en-US" sz="1200" b="1">
                <a:latin typeface="Ubuntu"/>
                <a:ea typeface="Verdana" panose="020B0604030504040204" pitchFamily="34" charset="0"/>
              </a:rPr>
              <a:t>Relevant market players</a:t>
            </a:r>
            <a:b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</a:br>
            <a:r>
              <a:rPr lang="en-US" altLang="it-IT" sz="1100">
                <a:latin typeface="Ubuntu"/>
                <a:ea typeface="Verdana" panose="020B0604030504040204" pitchFamily="34" charset="0"/>
              </a:rPr>
              <a:t>Deep dive on relevant market players (bus operators/travel agents) in target regions providing insights on market structure &amp; commercials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699B4EA-262F-4FFE-8553-3D0FBCD4BD42}"/>
              </a:ext>
            </a:extLst>
          </p:cNvPr>
          <p:cNvSpPr/>
          <p:nvPr/>
        </p:nvSpPr>
        <p:spPr>
          <a:xfrm>
            <a:off x="6839940" y="1236621"/>
            <a:ext cx="4389120" cy="3649253"/>
          </a:xfrm>
          <a:prstGeom prst="roundRect">
            <a:avLst>
              <a:gd name="adj" fmla="val 10093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it-IT" sz="1400" kern="0" err="1">
              <a:solidFill>
                <a:prstClr val="black"/>
              </a:solidFill>
              <a:latin typeface="Ubuntu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A5FDBA8-7270-44B8-92A5-4C6664C3CAF9}"/>
              </a:ext>
            </a:extLst>
          </p:cNvPr>
          <p:cNvGrpSpPr/>
          <p:nvPr/>
        </p:nvGrpSpPr>
        <p:grpSpPr>
          <a:xfrm>
            <a:off x="6839940" y="1533782"/>
            <a:ext cx="4389120" cy="380690"/>
            <a:chOff x="788602" y="1753308"/>
            <a:chExt cx="3074502" cy="38069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9283C45-0B6A-42CF-B2BE-03BEA4D4A6DA}"/>
                </a:ext>
              </a:extLst>
            </p:cNvPr>
            <p:cNvSpPr/>
            <p:nvPr/>
          </p:nvSpPr>
          <p:spPr>
            <a:xfrm>
              <a:off x="788602" y="1753308"/>
              <a:ext cx="3074502" cy="380690"/>
            </a:xfrm>
            <a:prstGeom prst="rect">
              <a:avLst/>
            </a:prstGeom>
            <a:solidFill>
              <a:srgbClr val="0070AD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19A5CE1-BC32-4C45-9E56-8D7AD502793A}"/>
                </a:ext>
              </a:extLst>
            </p:cNvPr>
            <p:cNvSpPr txBox="1"/>
            <p:nvPr/>
          </p:nvSpPr>
          <p:spPr>
            <a:xfrm>
              <a:off x="906796" y="1780507"/>
              <a:ext cx="28381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PRODUCT FIT</a:t>
              </a:r>
            </a:p>
          </p:txBody>
        </p:sp>
      </p:grpSp>
      <p:pic>
        <p:nvPicPr>
          <p:cNvPr id="49" name="Picture 4">
            <a:extLst>
              <a:ext uri="{FF2B5EF4-FFF2-40B4-BE49-F238E27FC236}">
                <a16:creationId xmlns:a16="http://schemas.microsoft.com/office/drawing/2014/main" id="{8EE9F9EF-FA10-4BEB-ACCB-7397A1E26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079" y="3230494"/>
            <a:ext cx="160337" cy="1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" descr="Logo Excel - Mago del PC">
            <a:extLst>
              <a:ext uri="{FF2B5EF4-FFF2-40B4-BE49-F238E27FC236}">
                <a16:creationId xmlns:a16="http://schemas.microsoft.com/office/drawing/2014/main" id="{C2DE2F2B-096C-4E8D-942D-20447A780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445" y="3975762"/>
            <a:ext cx="160337" cy="1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4">
            <a:extLst>
              <a:ext uri="{FF2B5EF4-FFF2-40B4-BE49-F238E27FC236}">
                <a16:creationId xmlns:a16="http://schemas.microsoft.com/office/drawing/2014/main" id="{A4689AE7-6B32-49B2-A70E-5BF9B1422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572" y="3975762"/>
            <a:ext cx="160337" cy="1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4">
            <a:extLst>
              <a:ext uri="{FF2B5EF4-FFF2-40B4-BE49-F238E27FC236}">
                <a16:creationId xmlns:a16="http://schemas.microsoft.com/office/drawing/2014/main" id="{2003727A-A703-495A-9C34-21E981580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601" y="2064901"/>
            <a:ext cx="160337" cy="1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C746520-8CD3-4D57-A75B-A37EC22F516E}"/>
              </a:ext>
            </a:extLst>
          </p:cNvPr>
          <p:cNvSpPr/>
          <p:nvPr/>
        </p:nvSpPr>
        <p:spPr>
          <a:xfrm>
            <a:off x="788602" y="5225340"/>
            <a:ext cx="10496602" cy="938394"/>
          </a:xfrm>
          <a:prstGeom prst="roundRect">
            <a:avLst>
              <a:gd name="adj" fmla="val 10093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it-IT" sz="1400" kern="0" err="1">
              <a:solidFill>
                <a:prstClr val="black"/>
              </a:solidFill>
              <a:latin typeface="Ubuntu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9D37EAE-B8B8-432A-8406-0FA231282479}"/>
              </a:ext>
            </a:extLst>
          </p:cNvPr>
          <p:cNvSpPr txBox="1"/>
          <p:nvPr/>
        </p:nvSpPr>
        <p:spPr>
          <a:xfrm>
            <a:off x="788601" y="5391403"/>
            <a:ext cx="103784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+mj-lt"/>
              <a:buAutoNum type="arabicPeriod" startAt="6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Final assessment</a:t>
            </a: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</a:br>
            <a:r>
              <a:rPr lang="en-US" altLang="it-IT" sz="1100">
                <a:latin typeface="Ubuntu"/>
                <a:ea typeface="Verdana" panose="020B0604030504040204" pitchFamily="34" charset="0"/>
              </a:rPr>
              <a:t>An executive synthesis for final presentation with stakeholders will be drafted at the end of the project to track and enclose all the key information and decisions made throughout the project</a:t>
            </a:r>
          </a:p>
        </p:txBody>
      </p:sp>
      <p:pic>
        <p:nvPicPr>
          <p:cNvPr id="86" name="Picture 4">
            <a:extLst>
              <a:ext uri="{FF2B5EF4-FFF2-40B4-BE49-F238E27FC236}">
                <a16:creationId xmlns:a16="http://schemas.microsoft.com/office/drawing/2014/main" id="{3C511256-7913-4FEA-81BC-27703B599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995" y="5447248"/>
            <a:ext cx="160337" cy="1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BC81F2-3A5B-65E8-C393-51E1721F591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1946" r="20296"/>
          <a:stretch/>
        </p:blipFill>
        <p:spPr>
          <a:xfrm>
            <a:off x="2781433" y="5447248"/>
            <a:ext cx="169089" cy="1645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4C1902-CD64-7948-7C99-B15021A9BA5C}"/>
              </a:ext>
            </a:extLst>
          </p:cNvPr>
          <p:cNvSpPr txBox="1"/>
          <p:nvPr/>
        </p:nvSpPr>
        <p:spPr>
          <a:xfrm>
            <a:off x="6839939" y="2000478"/>
            <a:ext cx="4327067" cy="32085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ase">
              <a:spcAft>
                <a:spcPts val="450"/>
              </a:spcAft>
              <a:buFont typeface="+mj-lt"/>
              <a:buAutoNum type="arabicPeriod" startAt="4"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/>
                <a:cs typeface="+mn-cs"/>
              </a:rPr>
              <a:t>Usage and Perceptions </a:t>
            </a:r>
            <a:br>
              <a:rPr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 panose="020B0604030504040204" pitchFamily="34" charset="0"/>
              </a:rPr>
            </a:br>
            <a:r>
              <a:rPr kumimoji="0" lang="en-US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/>
                <a:cs typeface="+mn-cs"/>
              </a:rPr>
              <a:t>Awareness, usage and perceptions of carpooling/ bus booking apps</a:t>
            </a:r>
            <a:r>
              <a:rPr lang="en-US" sz="1200">
                <a:latin typeface="Ubuntu"/>
                <a:ea typeface="Verdana"/>
              </a:rPr>
              <a:t> </a:t>
            </a:r>
            <a:endParaRPr kumimoji="0" lang="en-US" sz="12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  <a:p>
            <a:pPr marL="228600" indent="-228600" fontAlgn="base">
              <a:spcAft>
                <a:spcPts val="450"/>
              </a:spcAft>
              <a:buFont typeface="+mj-lt"/>
              <a:buAutoNum type="arabicPeriod" startAt="4"/>
              <a:defRPr/>
            </a:pPr>
            <a:r>
              <a:rPr lang="en-US" altLang="it-IT" sz="1200" b="1">
                <a:latin typeface="Ubuntu"/>
                <a:ea typeface="Verdana"/>
              </a:rPr>
              <a:t>Spontaneous Reactions                                                          </a:t>
            </a:r>
            <a:r>
              <a:rPr lang="en-US" altLang="it-IT" sz="1200">
                <a:latin typeface="Ubuntu"/>
                <a:ea typeface="Verdana"/>
              </a:rPr>
              <a:t>First thoughts, spontaneous likes, spontaneous dislikes of the proposed concepts</a:t>
            </a:r>
          </a:p>
          <a:p>
            <a:pPr marL="228600" indent="-228600" fontAlgn="base">
              <a:spcAft>
                <a:spcPts val="450"/>
              </a:spcAft>
              <a:buFont typeface="+mj-lt"/>
              <a:buAutoNum type="arabicPeriod" startAt="4"/>
              <a:defRPr/>
            </a:pPr>
            <a:r>
              <a:rPr lang="en-US" altLang="it-IT" sz="1200" b="1">
                <a:latin typeface="Ubuntu"/>
                <a:ea typeface="Verdana"/>
              </a:rPr>
              <a:t>Ratings of the concepts                                                     </a:t>
            </a:r>
            <a:r>
              <a:rPr lang="en-US" altLang="it-IT" sz="1200">
                <a:latin typeface="Ubuntu"/>
                <a:ea typeface="Verdana"/>
              </a:rPr>
              <a:t>Metrics like appeal, uniqueness, relevance, believability and comprehension of the concepts. Overall ratings and ratings on specific product attributes relevant to the category/ brand, comparison versus current product</a:t>
            </a:r>
            <a:endParaRPr lang="en-US" altLang="it-IT" sz="1200">
              <a:latin typeface="Ubuntu"/>
              <a:ea typeface="Verdana" panose="020B0604030504040204" pitchFamily="34" charset="0"/>
            </a:endParaRPr>
          </a:p>
          <a:p>
            <a:pPr marL="228600" indent="-228600" fontAlgn="base">
              <a:spcAft>
                <a:spcPts val="450"/>
              </a:spcAft>
              <a:buFont typeface="+mj-lt"/>
              <a:buAutoNum type="arabicPeriod" startAt="4"/>
              <a:defRPr/>
            </a:pPr>
            <a:r>
              <a:rPr lang="en-US" altLang="it-IT" sz="1200" b="1">
                <a:latin typeface="Ubuntu"/>
                <a:ea typeface="Verdana"/>
              </a:rPr>
              <a:t>Intention to try/ improvement areas </a:t>
            </a:r>
            <a:r>
              <a:rPr lang="en-US" altLang="it-IT" sz="1100" b="1">
                <a:latin typeface="Ubuntu"/>
                <a:ea typeface="Verdana"/>
              </a:rPr>
              <a:t>                                      </a:t>
            </a:r>
            <a:r>
              <a:rPr lang="en-US" altLang="it-IT" sz="1100">
                <a:latin typeface="Ubuntu"/>
                <a:ea typeface="Verdana"/>
              </a:rPr>
              <a:t>The likelihood of trial and reasons thereof, suggestions for improvement</a:t>
            </a:r>
            <a:endParaRPr lang="en-US" altLang="it-IT" sz="1200">
              <a:latin typeface="Ubuntu"/>
              <a:ea typeface="Verdana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50AFF20B-6F1A-800D-2959-C10512E38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925" y="2056512"/>
            <a:ext cx="160337" cy="1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Logo Excel - Mago del PC">
            <a:extLst>
              <a:ext uri="{FF2B5EF4-FFF2-40B4-BE49-F238E27FC236}">
                <a16:creationId xmlns:a16="http://schemas.microsoft.com/office/drawing/2014/main" id="{E7F4E53C-DC32-799C-3B28-D697F7714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699" y="2056079"/>
            <a:ext cx="160337" cy="1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4D2279-5818-B2A2-E02F-08990092F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2666" y="3213763"/>
            <a:ext cx="160337" cy="1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Logo Excel - Mago del PC">
            <a:extLst>
              <a:ext uri="{FF2B5EF4-FFF2-40B4-BE49-F238E27FC236}">
                <a16:creationId xmlns:a16="http://schemas.microsoft.com/office/drawing/2014/main" id="{9BE916CE-E98C-E6D1-DCB0-DF41B3689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9440" y="3213330"/>
            <a:ext cx="160337" cy="1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C548739-F0DC-E6E4-9678-E192B2760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2666" y="2646861"/>
            <a:ext cx="160337" cy="1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Logo Excel - Mago del PC">
            <a:extLst>
              <a:ext uri="{FF2B5EF4-FFF2-40B4-BE49-F238E27FC236}">
                <a16:creationId xmlns:a16="http://schemas.microsoft.com/office/drawing/2014/main" id="{B363F25C-BFA9-7A1C-AB44-337E3899A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9440" y="2646428"/>
            <a:ext cx="160337" cy="1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Logo Excel - Mago del PC">
            <a:extLst>
              <a:ext uri="{FF2B5EF4-FFF2-40B4-BE49-F238E27FC236}">
                <a16:creationId xmlns:a16="http://schemas.microsoft.com/office/drawing/2014/main" id="{94FB1893-2502-C0DE-A217-1973B8C086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875" y="142875"/>
            <a:ext cx="171450" cy="171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DCD0B3-32C8-0227-B85E-3A5F99D47A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0" y="285750"/>
            <a:ext cx="171450" cy="1714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93ACE7-2D7E-9901-DDF4-B5F83C4EC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8788" y="4151608"/>
            <a:ext cx="160337" cy="1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Logo Excel - Mago del PC">
            <a:extLst>
              <a:ext uri="{FF2B5EF4-FFF2-40B4-BE49-F238E27FC236}">
                <a16:creationId xmlns:a16="http://schemas.microsoft.com/office/drawing/2014/main" id="{2DF3791E-C386-F9FD-D4D4-0B6370F91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5562" y="4151175"/>
            <a:ext cx="160337" cy="1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1567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66773E-8159-7F86-2D92-A537C4B19ADE}"/>
              </a:ext>
            </a:extLst>
          </p:cNvPr>
          <p:cNvSpPr/>
          <p:nvPr/>
        </p:nvSpPr>
        <p:spPr>
          <a:xfrm>
            <a:off x="7162800" y="0"/>
            <a:ext cx="5029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D48245-6781-48A2-A659-AB361F30B3E6}"/>
              </a:ext>
            </a:extLst>
          </p:cNvPr>
          <p:cNvSpPr/>
          <p:nvPr/>
        </p:nvSpPr>
        <p:spPr>
          <a:xfrm>
            <a:off x="0" y="1772"/>
            <a:ext cx="7479248" cy="6857999"/>
          </a:xfrm>
          <a:prstGeom prst="rect">
            <a:avLst/>
          </a:prstGeom>
          <a:solidFill>
            <a:srgbClr val="2B143D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42F40-460C-4536-9D64-B120142BA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465234"/>
            <a:ext cx="7040880" cy="716711"/>
          </a:xfrm>
        </p:spPr>
        <p:txBody>
          <a:bodyPr/>
          <a:lstStyle/>
          <a:p>
            <a:r>
              <a:rPr lang="en-IN" sz="2600"/>
              <a:t>We Have Access to a Range of Premium Databases to Provide Strategic Data</a:t>
            </a:r>
            <a:endParaRPr lang="it-IT" sz="260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2870F918-0076-416D-A038-FE6A9166E979}"/>
              </a:ext>
            </a:extLst>
          </p:cNvPr>
          <p:cNvSpPr/>
          <p:nvPr/>
        </p:nvSpPr>
        <p:spPr>
          <a:xfrm rot="5400000">
            <a:off x="7053504" y="3332944"/>
            <a:ext cx="1122236" cy="334212"/>
          </a:xfrm>
          <a:prstGeom prst="triangle">
            <a:avLst/>
          </a:prstGeom>
          <a:solidFill>
            <a:srgbClr val="2B1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3531826-999F-4CA0-BB6B-C39833972151}"/>
              </a:ext>
            </a:extLst>
          </p:cNvPr>
          <p:cNvGrpSpPr/>
          <p:nvPr/>
        </p:nvGrpSpPr>
        <p:grpSpPr>
          <a:xfrm>
            <a:off x="8026971" y="529271"/>
            <a:ext cx="3628764" cy="338554"/>
            <a:chOff x="7407735" y="1074685"/>
            <a:chExt cx="4248000" cy="33855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E81560D-1624-4411-BBF1-E10DEA1937DD}"/>
                </a:ext>
              </a:extLst>
            </p:cNvPr>
            <p:cNvSpPr txBox="1"/>
            <p:nvPr/>
          </p:nvSpPr>
          <p:spPr>
            <a:xfrm>
              <a:off x="7536950" y="1074685"/>
              <a:ext cx="39895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F878A">
                      <a:lumMod val="75000"/>
                    </a:srgbClr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REPRESENTATIVE SETS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C3ADC98-7FEF-428A-8D21-160F3696C1A4}"/>
                </a:ext>
              </a:extLst>
            </p:cNvPr>
            <p:cNvCxnSpPr>
              <a:cxnSpLocks/>
            </p:cNvCxnSpPr>
            <p:nvPr/>
          </p:nvCxnSpPr>
          <p:spPr>
            <a:xfrm>
              <a:off x="7407735" y="1413239"/>
              <a:ext cx="4248000" cy="0"/>
            </a:xfrm>
            <a:prstGeom prst="line">
              <a:avLst/>
            </a:prstGeom>
            <a:noFill/>
            <a:ln w="19050" cap="flat" cmpd="sng" algn="ctr">
              <a:solidFill>
                <a:srgbClr val="0F878A">
                  <a:lumMod val="75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CA9D1919-3482-40BD-85B6-4DE034C47E7F}"/>
              </a:ext>
            </a:extLst>
          </p:cNvPr>
          <p:cNvSpPr/>
          <p:nvPr/>
        </p:nvSpPr>
        <p:spPr bwMode="auto">
          <a:xfrm>
            <a:off x="1264375" y="5128387"/>
            <a:ext cx="232579" cy="232579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Arial" charset="0"/>
            </a:endParaRPr>
          </a:p>
        </p:txBody>
      </p:sp>
      <p:cxnSp>
        <p:nvCxnSpPr>
          <p:cNvPr id="93" name="Elbow Connector 3">
            <a:extLst>
              <a:ext uri="{FF2B5EF4-FFF2-40B4-BE49-F238E27FC236}">
                <a16:creationId xmlns:a16="http://schemas.microsoft.com/office/drawing/2014/main" id="{7AD85543-1891-45C2-93EA-2F5BD5B651BF}"/>
              </a:ext>
            </a:extLst>
          </p:cNvPr>
          <p:cNvCxnSpPr>
            <a:cxnSpLocks/>
          </p:cNvCxnSpPr>
          <p:nvPr/>
        </p:nvCxnSpPr>
        <p:spPr>
          <a:xfrm>
            <a:off x="4029420" y="2940701"/>
            <a:ext cx="287771" cy="0"/>
          </a:xfrm>
          <a:prstGeom prst="straightConnector1">
            <a:avLst/>
          </a:prstGeom>
          <a:noFill/>
          <a:ln w="19050" cap="flat" cmpd="sng" algn="ctr">
            <a:solidFill>
              <a:srgbClr val="00B2A2"/>
            </a:solidFill>
            <a:prstDash val="solid"/>
            <a:miter lim="800000"/>
          </a:ln>
          <a:effectLst/>
        </p:spPr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F5E2F6A3-A492-4537-AEC8-60429CF8C55C}"/>
              </a:ext>
            </a:extLst>
          </p:cNvPr>
          <p:cNvSpPr/>
          <p:nvPr/>
        </p:nvSpPr>
        <p:spPr>
          <a:xfrm>
            <a:off x="4546843" y="1449355"/>
            <a:ext cx="2710910" cy="107721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596B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F999C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INTERNAL INTELLIGENCE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596B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SMEs from </a:t>
            </a:r>
            <a:r>
              <a:rPr lang="en-US" sz="1200">
                <a:solidFill>
                  <a:srgbClr val="FFFFFF"/>
                </a:solidFill>
                <a:ea typeface="Verdana" panose="020B0604030504040204" pitchFamily="34" charset="0"/>
              </a:rPr>
              <a:t>Automotive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Verdana" panose="020B0604030504040204" pitchFamily="34" charset="0"/>
              </a:rPr>
              <a:t> domain and technological aspects of a digital solution with deep expertise in Indian market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83FEE757-F527-4FF0-B4F0-1C670EA272DF}"/>
              </a:ext>
            </a:extLst>
          </p:cNvPr>
          <p:cNvSpPr/>
          <p:nvPr/>
        </p:nvSpPr>
        <p:spPr bwMode="auto">
          <a:xfrm flipH="1">
            <a:off x="4257048" y="1798782"/>
            <a:ext cx="223033" cy="223033"/>
          </a:xfrm>
          <a:prstGeom prst="ellipse">
            <a:avLst/>
          </a:prstGeom>
          <a:solidFill>
            <a:srgbClr val="0F999C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Arial" charset="0"/>
            </a:endParaRPr>
          </a:p>
        </p:txBody>
      </p:sp>
      <p:cxnSp>
        <p:nvCxnSpPr>
          <p:cNvPr id="96" name="Elbow Connector 19">
            <a:extLst>
              <a:ext uri="{FF2B5EF4-FFF2-40B4-BE49-F238E27FC236}">
                <a16:creationId xmlns:a16="http://schemas.microsoft.com/office/drawing/2014/main" id="{7650570E-FCF4-4835-942D-BD3C1F10520F}"/>
              </a:ext>
            </a:extLst>
          </p:cNvPr>
          <p:cNvCxnSpPr>
            <a:stCxn id="97" idx="0"/>
            <a:endCxn id="95" idx="6"/>
          </p:cNvCxnSpPr>
          <p:nvPr/>
        </p:nvCxnSpPr>
        <p:spPr>
          <a:xfrm rot="5400000" flipH="1" flipV="1">
            <a:off x="2621115" y="669849"/>
            <a:ext cx="395482" cy="2876383"/>
          </a:xfrm>
          <a:prstGeom prst="bentConnector2">
            <a:avLst/>
          </a:prstGeom>
          <a:noFill/>
          <a:ln w="19050" cap="flat" cmpd="sng" algn="ctr">
            <a:solidFill>
              <a:srgbClr val="0F999C"/>
            </a:solidFill>
            <a:prstDash val="solid"/>
            <a:miter lim="800000"/>
          </a:ln>
          <a:effectLst/>
        </p:spPr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2020C6C2-3980-4F92-BB5A-77863559AB98}"/>
              </a:ext>
            </a:extLst>
          </p:cNvPr>
          <p:cNvSpPr/>
          <p:nvPr/>
        </p:nvSpPr>
        <p:spPr bwMode="auto">
          <a:xfrm>
            <a:off x="1264375" y="2305781"/>
            <a:ext cx="232579" cy="232579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Arial" charset="0"/>
            </a:endParaRPr>
          </a:p>
        </p:txBody>
      </p:sp>
      <p:sp>
        <p:nvSpPr>
          <p:cNvPr id="103" name="Freeform 5">
            <a:extLst>
              <a:ext uri="{FF2B5EF4-FFF2-40B4-BE49-F238E27FC236}">
                <a16:creationId xmlns:a16="http://schemas.microsoft.com/office/drawing/2014/main" id="{E245F61F-38D3-454B-B4C6-3237DEA04B9E}"/>
              </a:ext>
            </a:extLst>
          </p:cNvPr>
          <p:cNvSpPr>
            <a:spLocks noEditPoints="1"/>
          </p:cNvSpPr>
          <p:nvPr/>
        </p:nvSpPr>
        <p:spPr bwMode="auto">
          <a:xfrm>
            <a:off x="624290" y="2222741"/>
            <a:ext cx="3164219" cy="3165238"/>
          </a:xfrm>
          <a:custGeom>
            <a:avLst/>
            <a:gdLst>
              <a:gd name="T0" fmla="*/ 1283 w 1310"/>
              <a:gd name="T1" fmla="*/ 606 h 1310"/>
              <a:gd name="T2" fmla="*/ 704 w 1310"/>
              <a:gd name="T3" fmla="*/ 1283 h 1310"/>
              <a:gd name="T4" fmla="*/ 27 w 1310"/>
              <a:gd name="T5" fmla="*/ 704 h 1310"/>
              <a:gd name="T6" fmla="*/ 606 w 1310"/>
              <a:gd name="T7" fmla="*/ 27 h 1310"/>
              <a:gd name="T8" fmla="*/ 1283 w 1310"/>
              <a:gd name="T9" fmla="*/ 606 h 1310"/>
              <a:gd name="T10" fmla="*/ 1051 w 1310"/>
              <a:gd name="T11" fmla="*/ 624 h 1310"/>
              <a:gd name="T12" fmla="*/ 624 w 1310"/>
              <a:gd name="T13" fmla="*/ 260 h 1310"/>
              <a:gd name="T14" fmla="*/ 260 w 1310"/>
              <a:gd name="T15" fmla="*/ 686 h 1310"/>
              <a:gd name="T16" fmla="*/ 686 w 1310"/>
              <a:gd name="T17" fmla="*/ 1050 h 1310"/>
              <a:gd name="T18" fmla="*/ 1051 w 1310"/>
              <a:gd name="T19" fmla="*/ 624 h 1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10" h="1310">
                <a:moveTo>
                  <a:pt x="1283" y="606"/>
                </a:moveTo>
                <a:cubicBezTo>
                  <a:pt x="1310" y="953"/>
                  <a:pt x="1051" y="1256"/>
                  <a:pt x="704" y="1283"/>
                </a:cubicBezTo>
                <a:cubicBezTo>
                  <a:pt x="357" y="1310"/>
                  <a:pt x="54" y="1051"/>
                  <a:pt x="27" y="704"/>
                </a:cubicBezTo>
                <a:cubicBezTo>
                  <a:pt x="0" y="357"/>
                  <a:pt x="259" y="54"/>
                  <a:pt x="606" y="27"/>
                </a:cubicBezTo>
                <a:cubicBezTo>
                  <a:pt x="953" y="0"/>
                  <a:pt x="1256" y="259"/>
                  <a:pt x="1283" y="606"/>
                </a:cubicBezTo>
                <a:close/>
                <a:moveTo>
                  <a:pt x="1051" y="624"/>
                </a:moveTo>
                <a:cubicBezTo>
                  <a:pt x="1034" y="406"/>
                  <a:pt x="843" y="243"/>
                  <a:pt x="624" y="260"/>
                </a:cubicBezTo>
                <a:cubicBezTo>
                  <a:pt x="406" y="277"/>
                  <a:pt x="243" y="467"/>
                  <a:pt x="260" y="686"/>
                </a:cubicBezTo>
                <a:cubicBezTo>
                  <a:pt x="277" y="904"/>
                  <a:pt x="467" y="1067"/>
                  <a:pt x="686" y="1050"/>
                </a:cubicBezTo>
                <a:cubicBezTo>
                  <a:pt x="904" y="1034"/>
                  <a:pt x="1067" y="843"/>
                  <a:pt x="1051" y="62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4" name="Freeform 6">
            <a:extLst>
              <a:ext uri="{FF2B5EF4-FFF2-40B4-BE49-F238E27FC236}">
                <a16:creationId xmlns:a16="http://schemas.microsoft.com/office/drawing/2014/main" id="{B05568E5-D24C-495B-8EE1-213A43D0F186}"/>
              </a:ext>
            </a:extLst>
          </p:cNvPr>
          <p:cNvSpPr>
            <a:spLocks/>
          </p:cNvSpPr>
          <p:nvPr/>
        </p:nvSpPr>
        <p:spPr bwMode="auto">
          <a:xfrm>
            <a:off x="573271" y="1828872"/>
            <a:ext cx="2227504" cy="1695882"/>
          </a:xfrm>
          <a:custGeom>
            <a:avLst/>
            <a:gdLst>
              <a:gd name="T0" fmla="*/ 0 w 922"/>
              <a:gd name="T1" fmla="*/ 547 h 702"/>
              <a:gd name="T2" fmla="*/ 922 w 922"/>
              <a:gd name="T3" fmla="*/ 133 h 702"/>
              <a:gd name="T4" fmla="*/ 782 w 922"/>
              <a:gd name="T5" fmla="*/ 526 h 702"/>
              <a:gd name="T6" fmla="*/ 388 w 922"/>
              <a:gd name="T7" fmla="*/ 702 h 702"/>
              <a:gd name="T8" fmla="*/ 0 w 922"/>
              <a:gd name="T9" fmla="*/ 547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22" h="702">
                <a:moveTo>
                  <a:pt x="0" y="547"/>
                </a:moveTo>
                <a:cubicBezTo>
                  <a:pt x="147" y="181"/>
                  <a:pt x="554" y="0"/>
                  <a:pt x="922" y="133"/>
                </a:cubicBezTo>
                <a:cubicBezTo>
                  <a:pt x="782" y="526"/>
                  <a:pt x="782" y="526"/>
                  <a:pt x="782" y="526"/>
                </a:cubicBezTo>
                <a:cubicBezTo>
                  <a:pt x="626" y="470"/>
                  <a:pt x="450" y="550"/>
                  <a:pt x="388" y="702"/>
                </a:cubicBezTo>
                <a:cubicBezTo>
                  <a:pt x="0" y="547"/>
                  <a:pt x="0" y="547"/>
                  <a:pt x="0" y="547"/>
                </a:cubicBezTo>
                <a:close/>
              </a:path>
            </a:pathLst>
          </a:custGeom>
          <a:solidFill>
            <a:srgbClr val="0F999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5" name="Freeform 7">
            <a:extLst>
              <a:ext uri="{FF2B5EF4-FFF2-40B4-BE49-F238E27FC236}">
                <a16:creationId xmlns:a16="http://schemas.microsoft.com/office/drawing/2014/main" id="{2CACED65-CAAC-4000-9900-E905BCC316ED}"/>
              </a:ext>
            </a:extLst>
          </p:cNvPr>
          <p:cNvSpPr>
            <a:spLocks/>
          </p:cNvSpPr>
          <p:nvPr/>
        </p:nvSpPr>
        <p:spPr bwMode="auto">
          <a:xfrm>
            <a:off x="573271" y="3150272"/>
            <a:ext cx="220403" cy="268362"/>
          </a:xfrm>
          <a:custGeom>
            <a:avLst/>
            <a:gdLst>
              <a:gd name="T0" fmla="*/ 0 w 91"/>
              <a:gd name="T1" fmla="*/ 0 h 111"/>
              <a:gd name="T2" fmla="*/ 67 w 91"/>
              <a:gd name="T3" fmla="*/ 111 h 111"/>
              <a:gd name="T4" fmla="*/ 91 w 91"/>
              <a:gd name="T5" fmla="*/ 36 h 111"/>
              <a:gd name="T6" fmla="*/ 0 w 91"/>
              <a:gd name="T7" fmla="*/ 0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1" h="111">
                <a:moveTo>
                  <a:pt x="0" y="0"/>
                </a:moveTo>
                <a:cubicBezTo>
                  <a:pt x="67" y="111"/>
                  <a:pt x="67" y="111"/>
                  <a:pt x="67" y="111"/>
                </a:cubicBezTo>
                <a:cubicBezTo>
                  <a:pt x="73" y="86"/>
                  <a:pt x="82" y="61"/>
                  <a:pt x="91" y="36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5636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6" name="Freeform 8">
            <a:extLst>
              <a:ext uri="{FF2B5EF4-FFF2-40B4-BE49-F238E27FC236}">
                <a16:creationId xmlns:a16="http://schemas.microsoft.com/office/drawing/2014/main" id="{17A545F8-CFF2-4ED1-9A5E-76D35189C82D}"/>
              </a:ext>
            </a:extLst>
          </p:cNvPr>
          <p:cNvSpPr>
            <a:spLocks/>
          </p:cNvSpPr>
          <p:nvPr/>
        </p:nvSpPr>
        <p:spPr bwMode="auto">
          <a:xfrm>
            <a:off x="2721184" y="2150293"/>
            <a:ext cx="176527" cy="296933"/>
          </a:xfrm>
          <a:custGeom>
            <a:avLst/>
            <a:gdLst>
              <a:gd name="T0" fmla="*/ 33 w 73"/>
              <a:gd name="T1" fmla="*/ 0 h 123"/>
              <a:gd name="T2" fmla="*/ 73 w 73"/>
              <a:gd name="T3" fmla="*/ 123 h 123"/>
              <a:gd name="T4" fmla="*/ 0 w 73"/>
              <a:gd name="T5" fmla="*/ 93 h 123"/>
              <a:gd name="T6" fmla="*/ 33 w 73"/>
              <a:gd name="T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" h="123">
                <a:moveTo>
                  <a:pt x="33" y="0"/>
                </a:moveTo>
                <a:cubicBezTo>
                  <a:pt x="73" y="123"/>
                  <a:pt x="73" y="123"/>
                  <a:pt x="73" y="123"/>
                </a:cubicBezTo>
                <a:cubicBezTo>
                  <a:pt x="49" y="112"/>
                  <a:pt x="25" y="102"/>
                  <a:pt x="0" y="93"/>
                </a:cubicBezTo>
                <a:cubicBezTo>
                  <a:pt x="33" y="0"/>
                  <a:pt x="33" y="0"/>
                  <a:pt x="33" y="0"/>
                </a:cubicBezTo>
                <a:close/>
              </a:path>
            </a:pathLst>
          </a:custGeom>
          <a:solidFill>
            <a:srgbClr val="15636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7" name="Freeform 9">
            <a:extLst>
              <a:ext uri="{FF2B5EF4-FFF2-40B4-BE49-F238E27FC236}">
                <a16:creationId xmlns:a16="http://schemas.microsoft.com/office/drawing/2014/main" id="{CE24AE1F-8613-4E5F-8470-72F3EFE9A42D}"/>
              </a:ext>
            </a:extLst>
          </p:cNvPr>
          <p:cNvSpPr>
            <a:spLocks/>
          </p:cNvSpPr>
          <p:nvPr/>
        </p:nvSpPr>
        <p:spPr bwMode="auto">
          <a:xfrm>
            <a:off x="1274276" y="3448225"/>
            <a:ext cx="236730" cy="139793"/>
          </a:xfrm>
          <a:custGeom>
            <a:avLst/>
            <a:gdLst>
              <a:gd name="T0" fmla="*/ 98 w 98"/>
              <a:gd name="T1" fmla="*/ 32 h 58"/>
              <a:gd name="T2" fmla="*/ 0 w 98"/>
              <a:gd name="T3" fmla="*/ 58 h 58"/>
              <a:gd name="T4" fmla="*/ 18 w 98"/>
              <a:gd name="T5" fmla="*/ 0 h 58"/>
              <a:gd name="T6" fmla="*/ 98 w 98"/>
              <a:gd name="T7" fmla="*/ 32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" h="58">
                <a:moveTo>
                  <a:pt x="98" y="32"/>
                </a:moveTo>
                <a:cubicBezTo>
                  <a:pt x="0" y="58"/>
                  <a:pt x="0" y="58"/>
                  <a:pt x="0" y="58"/>
                </a:cubicBezTo>
                <a:cubicBezTo>
                  <a:pt x="4" y="38"/>
                  <a:pt x="10" y="19"/>
                  <a:pt x="18" y="0"/>
                </a:cubicBezTo>
                <a:cubicBezTo>
                  <a:pt x="98" y="32"/>
                  <a:pt x="98" y="32"/>
                  <a:pt x="98" y="32"/>
                </a:cubicBezTo>
                <a:close/>
              </a:path>
            </a:pathLst>
          </a:custGeom>
          <a:solidFill>
            <a:srgbClr val="15636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8" name="Freeform 10">
            <a:extLst>
              <a:ext uri="{FF2B5EF4-FFF2-40B4-BE49-F238E27FC236}">
                <a16:creationId xmlns:a16="http://schemas.microsoft.com/office/drawing/2014/main" id="{598699A7-8753-4691-A20E-899A4BF25766}"/>
              </a:ext>
            </a:extLst>
          </p:cNvPr>
          <p:cNvSpPr>
            <a:spLocks/>
          </p:cNvSpPr>
          <p:nvPr/>
        </p:nvSpPr>
        <p:spPr bwMode="auto">
          <a:xfrm>
            <a:off x="2463027" y="2904359"/>
            <a:ext cx="199995" cy="195914"/>
          </a:xfrm>
          <a:custGeom>
            <a:avLst/>
            <a:gdLst>
              <a:gd name="T0" fmla="*/ 0 w 83"/>
              <a:gd name="T1" fmla="*/ 81 h 81"/>
              <a:gd name="T2" fmla="*/ 83 w 83"/>
              <a:gd name="T3" fmla="*/ 25 h 81"/>
              <a:gd name="T4" fmla="*/ 29 w 83"/>
              <a:gd name="T5" fmla="*/ 0 h 81"/>
              <a:gd name="T6" fmla="*/ 0 w 83"/>
              <a:gd name="T7" fmla="*/ 81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3" h="81">
                <a:moveTo>
                  <a:pt x="0" y="81"/>
                </a:moveTo>
                <a:cubicBezTo>
                  <a:pt x="83" y="25"/>
                  <a:pt x="83" y="25"/>
                  <a:pt x="83" y="25"/>
                </a:cubicBezTo>
                <a:cubicBezTo>
                  <a:pt x="65" y="15"/>
                  <a:pt x="48" y="6"/>
                  <a:pt x="29" y="0"/>
                </a:cubicBezTo>
                <a:cubicBezTo>
                  <a:pt x="0" y="81"/>
                  <a:pt x="0" y="81"/>
                  <a:pt x="0" y="81"/>
                </a:cubicBezTo>
                <a:close/>
              </a:path>
            </a:pathLst>
          </a:custGeom>
          <a:solidFill>
            <a:srgbClr val="15636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9" name="Freeform 11">
            <a:extLst>
              <a:ext uri="{FF2B5EF4-FFF2-40B4-BE49-F238E27FC236}">
                <a16:creationId xmlns:a16="http://schemas.microsoft.com/office/drawing/2014/main" id="{F850A38F-7C8C-40F8-8BE3-D871BE58E5FC}"/>
              </a:ext>
            </a:extLst>
          </p:cNvPr>
          <p:cNvSpPr>
            <a:spLocks/>
          </p:cNvSpPr>
          <p:nvPr/>
        </p:nvSpPr>
        <p:spPr bwMode="auto">
          <a:xfrm>
            <a:off x="2675267" y="2754362"/>
            <a:ext cx="1512213" cy="2423418"/>
          </a:xfrm>
          <a:custGeom>
            <a:avLst/>
            <a:gdLst>
              <a:gd name="T0" fmla="*/ 391 w 626"/>
              <a:gd name="T1" fmla="*/ 0 h 1003"/>
              <a:gd name="T2" fmla="*/ 261 w 626"/>
              <a:gd name="T3" fmla="*/ 1003 h 1003"/>
              <a:gd name="T4" fmla="*/ 0 w 626"/>
              <a:gd name="T5" fmla="*/ 677 h 1003"/>
              <a:gd name="T6" fmla="*/ 55 w 626"/>
              <a:gd name="T7" fmla="*/ 250 h 1003"/>
              <a:gd name="T8" fmla="*/ 391 w 626"/>
              <a:gd name="T9" fmla="*/ 0 h 10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6" h="1003">
                <a:moveTo>
                  <a:pt x="391" y="0"/>
                </a:moveTo>
                <a:cubicBezTo>
                  <a:pt x="626" y="316"/>
                  <a:pt x="567" y="758"/>
                  <a:pt x="261" y="1003"/>
                </a:cubicBezTo>
                <a:cubicBezTo>
                  <a:pt x="0" y="677"/>
                  <a:pt x="0" y="677"/>
                  <a:pt x="0" y="677"/>
                </a:cubicBezTo>
                <a:cubicBezTo>
                  <a:pt x="129" y="574"/>
                  <a:pt x="153" y="382"/>
                  <a:pt x="55" y="250"/>
                </a:cubicBezTo>
                <a:cubicBezTo>
                  <a:pt x="391" y="0"/>
                  <a:pt x="391" y="0"/>
                  <a:pt x="391" y="0"/>
                </a:cubicBezTo>
                <a:close/>
              </a:path>
            </a:pathLst>
          </a:custGeom>
          <a:solidFill>
            <a:srgbClr val="00B2A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0" name="Freeform 12">
            <a:extLst>
              <a:ext uri="{FF2B5EF4-FFF2-40B4-BE49-F238E27FC236}">
                <a16:creationId xmlns:a16="http://schemas.microsoft.com/office/drawing/2014/main" id="{1674C5C8-84DF-4EE1-9B18-01003C6B9B9D}"/>
              </a:ext>
            </a:extLst>
          </p:cNvPr>
          <p:cNvSpPr>
            <a:spLocks/>
          </p:cNvSpPr>
          <p:nvPr/>
        </p:nvSpPr>
        <p:spPr bwMode="auto">
          <a:xfrm>
            <a:off x="3305866" y="2749261"/>
            <a:ext cx="314279" cy="147956"/>
          </a:xfrm>
          <a:custGeom>
            <a:avLst/>
            <a:gdLst>
              <a:gd name="T0" fmla="*/ 130 w 130"/>
              <a:gd name="T1" fmla="*/ 2 h 61"/>
              <a:gd name="T2" fmla="*/ 0 w 130"/>
              <a:gd name="T3" fmla="*/ 0 h 61"/>
              <a:gd name="T4" fmla="*/ 51 w 130"/>
              <a:gd name="T5" fmla="*/ 61 h 61"/>
              <a:gd name="T6" fmla="*/ 130 w 130"/>
              <a:gd name="T7" fmla="*/ 2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0" h="61">
                <a:moveTo>
                  <a:pt x="130" y="2"/>
                </a:moveTo>
                <a:cubicBezTo>
                  <a:pt x="0" y="0"/>
                  <a:pt x="0" y="0"/>
                  <a:pt x="0" y="0"/>
                </a:cubicBezTo>
                <a:cubicBezTo>
                  <a:pt x="0" y="1"/>
                  <a:pt x="45" y="53"/>
                  <a:pt x="51" y="61"/>
                </a:cubicBezTo>
                <a:cubicBezTo>
                  <a:pt x="130" y="2"/>
                  <a:pt x="130" y="2"/>
                  <a:pt x="130" y="2"/>
                </a:cubicBezTo>
                <a:close/>
              </a:path>
            </a:pathLst>
          </a:custGeom>
          <a:solidFill>
            <a:srgbClr val="0F878A">
              <a:lumMod val="5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1" name="Freeform 13">
            <a:extLst>
              <a:ext uri="{FF2B5EF4-FFF2-40B4-BE49-F238E27FC236}">
                <a16:creationId xmlns:a16="http://schemas.microsoft.com/office/drawing/2014/main" id="{2B636EFF-CC1D-4517-8D5A-D9FD57F8DE13}"/>
              </a:ext>
            </a:extLst>
          </p:cNvPr>
          <p:cNvSpPr>
            <a:spLocks/>
          </p:cNvSpPr>
          <p:nvPr/>
        </p:nvSpPr>
        <p:spPr bwMode="auto">
          <a:xfrm>
            <a:off x="3003832" y="4991050"/>
            <a:ext cx="302034" cy="186731"/>
          </a:xfrm>
          <a:custGeom>
            <a:avLst/>
            <a:gdLst>
              <a:gd name="T0" fmla="*/ 125 w 125"/>
              <a:gd name="T1" fmla="*/ 77 h 77"/>
              <a:gd name="T2" fmla="*/ 0 w 125"/>
              <a:gd name="T3" fmla="*/ 46 h 77"/>
              <a:gd name="T4" fmla="*/ 63 w 125"/>
              <a:gd name="T5" fmla="*/ 0 h 77"/>
              <a:gd name="T6" fmla="*/ 125 w 125"/>
              <a:gd name="T7" fmla="*/ 77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5" h="77">
                <a:moveTo>
                  <a:pt x="125" y="77"/>
                </a:moveTo>
                <a:cubicBezTo>
                  <a:pt x="0" y="46"/>
                  <a:pt x="0" y="46"/>
                  <a:pt x="0" y="46"/>
                </a:cubicBezTo>
                <a:cubicBezTo>
                  <a:pt x="22" y="32"/>
                  <a:pt x="43" y="16"/>
                  <a:pt x="63" y="0"/>
                </a:cubicBezTo>
                <a:cubicBezTo>
                  <a:pt x="125" y="77"/>
                  <a:pt x="125" y="77"/>
                  <a:pt x="125" y="77"/>
                </a:cubicBezTo>
                <a:close/>
              </a:path>
            </a:pathLst>
          </a:custGeom>
          <a:solidFill>
            <a:srgbClr val="0F878A">
              <a:lumMod val="5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2" name="Freeform 14">
            <a:extLst>
              <a:ext uri="{FF2B5EF4-FFF2-40B4-BE49-F238E27FC236}">
                <a16:creationId xmlns:a16="http://schemas.microsoft.com/office/drawing/2014/main" id="{CCAA0298-C91A-47D9-9832-2A9F91E8FC1D}"/>
              </a:ext>
            </a:extLst>
          </p:cNvPr>
          <p:cNvSpPr>
            <a:spLocks/>
          </p:cNvSpPr>
          <p:nvPr/>
        </p:nvSpPr>
        <p:spPr bwMode="auto">
          <a:xfrm>
            <a:off x="2807918" y="3121701"/>
            <a:ext cx="167343" cy="236730"/>
          </a:xfrm>
          <a:custGeom>
            <a:avLst/>
            <a:gdLst>
              <a:gd name="T0" fmla="*/ 0 w 69"/>
              <a:gd name="T1" fmla="*/ 98 h 98"/>
              <a:gd name="T2" fmla="*/ 30 w 69"/>
              <a:gd name="T3" fmla="*/ 0 h 98"/>
              <a:gd name="T4" fmla="*/ 69 w 69"/>
              <a:gd name="T5" fmla="*/ 46 h 98"/>
              <a:gd name="T6" fmla="*/ 0 w 69"/>
              <a:gd name="T7" fmla="*/ 98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98">
                <a:moveTo>
                  <a:pt x="0" y="98"/>
                </a:moveTo>
                <a:cubicBezTo>
                  <a:pt x="30" y="0"/>
                  <a:pt x="30" y="0"/>
                  <a:pt x="30" y="0"/>
                </a:cubicBezTo>
                <a:cubicBezTo>
                  <a:pt x="44" y="14"/>
                  <a:pt x="57" y="30"/>
                  <a:pt x="69" y="46"/>
                </a:cubicBezTo>
                <a:cubicBezTo>
                  <a:pt x="0" y="98"/>
                  <a:pt x="0" y="98"/>
                  <a:pt x="0" y="98"/>
                </a:cubicBezTo>
                <a:close/>
              </a:path>
            </a:pathLst>
          </a:custGeom>
          <a:solidFill>
            <a:srgbClr val="0F878A">
              <a:lumMod val="5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3" name="Freeform 15">
            <a:extLst>
              <a:ext uri="{FF2B5EF4-FFF2-40B4-BE49-F238E27FC236}">
                <a16:creationId xmlns:a16="http://schemas.microsoft.com/office/drawing/2014/main" id="{EFC978C1-47CC-484B-8ACC-1D35CC5D071F}"/>
              </a:ext>
            </a:extLst>
          </p:cNvPr>
          <p:cNvSpPr>
            <a:spLocks/>
          </p:cNvSpPr>
          <p:nvPr/>
        </p:nvSpPr>
        <p:spPr bwMode="auto">
          <a:xfrm>
            <a:off x="2675267" y="4390042"/>
            <a:ext cx="130610" cy="245914"/>
          </a:xfrm>
          <a:custGeom>
            <a:avLst/>
            <a:gdLst>
              <a:gd name="T0" fmla="*/ 0 w 54"/>
              <a:gd name="T1" fmla="*/ 0 h 102"/>
              <a:gd name="T2" fmla="*/ 3 w 54"/>
              <a:gd name="T3" fmla="*/ 102 h 102"/>
              <a:gd name="T4" fmla="*/ 54 w 54"/>
              <a:gd name="T5" fmla="*/ 67 h 102"/>
              <a:gd name="T6" fmla="*/ 0 w 54"/>
              <a:gd name="T7" fmla="*/ 0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4" h="102">
                <a:moveTo>
                  <a:pt x="0" y="0"/>
                </a:moveTo>
                <a:cubicBezTo>
                  <a:pt x="3" y="102"/>
                  <a:pt x="3" y="102"/>
                  <a:pt x="3" y="102"/>
                </a:cubicBezTo>
                <a:cubicBezTo>
                  <a:pt x="21" y="92"/>
                  <a:pt x="38" y="80"/>
                  <a:pt x="54" y="67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F878A">
              <a:lumMod val="5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4" name="Freeform 16">
            <a:extLst>
              <a:ext uri="{FF2B5EF4-FFF2-40B4-BE49-F238E27FC236}">
                <a16:creationId xmlns:a16="http://schemas.microsoft.com/office/drawing/2014/main" id="{EA0604EF-684D-443A-AFDC-876287FDA3C4}"/>
              </a:ext>
            </a:extLst>
          </p:cNvPr>
          <p:cNvSpPr>
            <a:spLocks/>
          </p:cNvSpPr>
          <p:nvPr/>
        </p:nvSpPr>
        <p:spPr bwMode="auto">
          <a:xfrm>
            <a:off x="482456" y="3950256"/>
            <a:ext cx="2004039" cy="1743840"/>
          </a:xfrm>
          <a:custGeom>
            <a:avLst/>
            <a:gdLst>
              <a:gd name="T0" fmla="*/ 830 w 830"/>
              <a:gd name="T1" fmla="*/ 659 h 722"/>
              <a:gd name="T2" fmla="*/ 0 w 830"/>
              <a:gd name="T3" fmla="*/ 82 h 722"/>
              <a:gd name="T4" fmla="*/ 410 w 830"/>
              <a:gd name="T5" fmla="*/ 0 h 722"/>
              <a:gd name="T6" fmla="*/ 763 w 830"/>
              <a:gd name="T7" fmla="*/ 246 h 722"/>
              <a:gd name="T8" fmla="*/ 830 w 830"/>
              <a:gd name="T9" fmla="*/ 659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30" h="722">
                <a:moveTo>
                  <a:pt x="830" y="659"/>
                </a:moveTo>
                <a:cubicBezTo>
                  <a:pt x="441" y="722"/>
                  <a:pt x="76" y="466"/>
                  <a:pt x="0" y="82"/>
                </a:cubicBezTo>
                <a:cubicBezTo>
                  <a:pt x="410" y="0"/>
                  <a:pt x="410" y="0"/>
                  <a:pt x="410" y="0"/>
                </a:cubicBezTo>
                <a:cubicBezTo>
                  <a:pt x="442" y="162"/>
                  <a:pt x="601" y="272"/>
                  <a:pt x="763" y="246"/>
                </a:cubicBezTo>
                <a:cubicBezTo>
                  <a:pt x="830" y="659"/>
                  <a:pt x="830" y="659"/>
                  <a:pt x="830" y="659"/>
                </a:cubicBezTo>
                <a:close/>
              </a:path>
            </a:pathLst>
          </a:custGeom>
          <a:solidFill>
            <a:srgbClr val="00E0C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5" name="Freeform 17">
            <a:extLst>
              <a:ext uri="{FF2B5EF4-FFF2-40B4-BE49-F238E27FC236}">
                <a16:creationId xmlns:a16="http://schemas.microsoft.com/office/drawing/2014/main" id="{979D91F1-57FC-4EDF-88A1-24323D4D727E}"/>
              </a:ext>
            </a:extLst>
          </p:cNvPr>
          <p:cNvSpPr>
            <a:spLocks/>
          </p:cNvSpPr>
          <p:nvPr/>
        </p:nvSpPr>
        <p:spPr bwMode="auto">
          <a:xfrm>
            <a:off x="2448742" y="5266554"/>
            <a:ext cx="185711" cy="275504"/>
          </a:xfrm>
          <a:custGeom>
            <a:avLst/>
            <a:gdLst>
              <a:gd name="T0" fmla="*/ 16 w 77"/>
              <a:gd name="T1" fmla="*/ 114 h 114"/>
              <a:gd name="T2" fmla="*/ 77 w 77"/>
              <a:gd name="T3" fmla="*/ 0 h 114"/>
              <a:gd name="T4" fmla="*/ 0 w 77"/>
              <a:gd name="T5" fmla="*/ 17 h 114"/>
              <a:gd name="T6" fmla="*/ 16 w 77"/>
              <a:gd name="T7" fmla="*/ 114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" h="114">
                <a:moveTo>
                  <a:pt x="16" y="114"/>
                </a:moveTo>
                <a:cubicBezTo>
                  <a:pt x="77" y="0"/>
                  <a:pt x="77" y="0"/>
                  <a:pt x="77" y="0"/>
                </a:cubicBezTo>
                <a:cubicBezTo>
                  <a:pt x="76" y="0"/>
                  <a:pt x="10" y="16"/>
                  <a:pt x="0" y="17"/>
                </a:cubicBezTo>
                <a:cubicBezTo>
                  <a:pt x="16" y="114"/>
                  <a:pt x="16" y="114"/>
                  <a:pt x="16" y="114"/>
                </a:cubicBezTo>
                <a:close/>
              </a:path>
            </a:pathLst>
          </a:custGeom>
          <a:solidFill>
            <a:srgbClr val="00B2A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6" name="Freeform 18">
            <a:extLst>
              <a:ext uri="{FF2B5EF4-FFF2-40B4-BE49-F238E27FC236}">
                <a16:creationId xmlns:a16="http://schemas.microsoft.com/office/drawing/2014/main" id="{272394DF-F144-4273-8DD4-953E8EFD1DCB}"/>
              </a:ext>
            </a:extLst>
          </p:cNvPr>
          <p:cNvSpPr>
            <a:spLocks/>
          </p:cNvSpPr>
          <p:nvPr/>
        </p:nvSpPr>
        <p:spPr bwMode="auto">
          <a:xfrm>
            <a:off x="482456" y="3911480"/>
            <a:ext cx="233668" cy="236730"/>
          </a:xfrm>
          <a:custGeom>
            <a:avLst/>
            <a:gdLst>
              <a:gd name="T0" fmla="*/ 0 w 97"/>
              <a:gd name="T1" fmla="*/ 98 h 98"/>
              <a:gd name="T2" fmla="*/ 86 w 97"/>
              <a:gd name="T3" fmla="*/ 0 h 98"/>
              <a:gd name="T4" fmla="*/ 97 w 97"/>
              <a:gd name="T5" fmla="*/ 78 h 98"/>
              <a:gd name="T6" fmla="*/ 0 w 97"/>
              <a:gd name="T7" fmla="*/ 98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7" h="98">
                <a:moveTo>
                  <a:pt x="0" y="98"/>
                </a:moveTo>
                <a:cubicBezTo>
                  <a:pt x="86" y="0"/>
                  <a:pt x="86" y="0"/>
                  <a:pt x="86" y="0"/>
                </a:cubicBezTo>
                <a:cubicBezTo>
                  <a:pt x="88" y="27"/>
                  <a:pt x="92" y="53"/>
                  <a:pt x="97" y="78"/>
                </a:cubicBezTo>
                <a:cubicBezTo>
                  <a:pt x="0" y="98"/>
                  <a:pt x="0" y="98"/>
                  <a:pt x="0" y="98"/>
                </a:cubicBezTo>
                <a:close/>
              </a:path>
            </a:pathLst>
          </a:custGeom>
          <a:solidFill>
            <a:srgbClr val="00B2A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7" name="Freeform 19">
            <a:extLst>
              <a:ext uri="{FF2B5EF4-FFF2-40B4-BE49-F238E27FC236}">
                <a16:creationId xmlns:a16="http://schemas.microsoft.com/office/drawing/2014/main" id="{2626F230-AA6B-4F21-816A-6A829EDC1355}"/>
              </a:ext>
            </a:extLst>
          </p:cNvPr>
          <p:cNvSpPr>
            <a:spLocks/>
          </p:cNvSpPr>
          <p:nvPr/>
        </p:nvSpPr>
        <p:spPr bwMode="auto">
          <a:xfrm>
            <a:off x="2325274" y="4544120"/>
            <a:ext cx="176527" cy="208159"/>
          </a:xfrm>
          <a:custGeom>
            <a:avLst/>
            <a:gdLst>
              <a:gd name="T0" fmla="*/ 0 w 73"/>
              <a:gd name="T1" fmla="*/ 0 h 86"/>
              <a:gd name="T2" fmla="*/ 73 w 73"/>
              <a:gd name="T3" fmla="*/ 72 h 86"/>
              <a:gd name="T4" fmla="*/ 14 w 73"/>
              <a:gd name="T5" fmla="*/ 86 h 86"/>
              <a:gd name="T6" fmla="*/ 0 w 73"/>
              <a:gd name="T7" fmla="*/ 0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" h="86">
                <a:moveTo>
                  <a:pt x="0" y="0"/>
                </a:moveTo>
                <a:cubicBezTo>
                  <a:pt x="73" y="72"/>
                  <a:pt x="73" y="72"/>
                  <a:pt x="73" y="72"/>
                </a:cubicBezTo>
                <a:cubicBezTo>
                  <a:pt x="54" y="78"/>
                  <a:pt x="34" y="82"/>
                  <a:pt x="14" y="86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0B2A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8" name="Freeform 20">
            <a:extLst>
              <a:ext uri="{FF2B5EF4-FFF2-40B4-BE49-F238E27FC236}">
                <a16:creationId xmlns:a16="http://schemas.microsoft.com/office/drawing/2014/main" id="{7B8E1639-5991-484E-BDB0-E10D6584D4C0}"/>
              </a:ext>
            </a:extLst>
          </p:cNvPr>
          <p:cNvSpPr>
            <a:spLocks/>
          </p:cNvSpPr>
          <p:nvPr/>
        </p:nvSpPr>
        <p:spPr bwMode="auto">
          <a:xfrm>
            <a:off x="1249786" y="3846176"/>
            <a:ext cx="222444" cy="144895"/>
          </a:xfrm>
          <a:custGeom>
            <a:avLst/>
            <a:gdLst>
              <a:gd name="T0" fmla="*/ 92 w 92"/>
              <a:gd name="T1" fmla="*/ 43 h 60"/>
              <a:gd name="T2" fmla="*/ 0 w 92"/>
              <a:gd name="T3" fmla="*/ 0 h 60"/>
              <a:gd name="T4" fmla="*/ 7 w 92"/>
              <a:gd name="T5" fmla="*/ 60 h 60"/>
              <a:gd name="T6" fmla="*/ 92 w 92"/>
              <a:gd name="T7" fmla="*/ 43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2" h="60">
                <a:moveTo>
                  <a:pt x="92" y="43"/>
                </a:moveTo>
                <a:cubicBezTo>
                  <a:pt x="0" y="0"/>
                  <a:pt x="0" y="0"/>
                  <a:pt x="0" y="0"/>
                </a:cubicBezTo>
                <a:cubicBezTo>
                  <a:pt x="1" y="20"/>
                  <a:pt x="3" y="40"/>
                  <a:pt x="7" y="60"/>
                </a:cubicBezTo>
                <a:cubicBezTo>
                  <a:pt x="92" y="43"/>
                  <a:pt x="92" y="43"/>
                  <a:pt x="92" y="43"/>
                </a:cubicBezTo>
                <a:close/>
              </a:path>
            </a:pathLst>
          </a:custGeom>
          <a:solidFill>
            <a:srgbClr val="00B2A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0" name="Text Box 7">
            <a:extLst>
              <a:ext uri="{FF2B5EF4-FFF2-40B4-BE49-F238E27FC236}">
                <a16:creationId xmlns:a16="http://schemas.microsoft.com/office/drawing/2014/main" id="{824981D8-1DED-4F56-992A-20C35587DF5F}"/>
              </a:ext>
            </a:extLst>
          </p:cNvPr>
          <p:cNvSpPr txBox="1">
            <a:spLocks noChangeArrowheads="1"/>
          </p:cNvSpPr>
          <p:nvPr/>
        </p:nvSpPr>
        <p:spPr bwMode="gray">
          <a:xfrm rot="5871850">
            <a:off x="2107850" y="3537795"/>
            <a:ext cx="1425793" cy="7373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spcFirstLastPara="1" wrap="none" lIns="89852" tIns="89852" rIns="89852" bIns="89852" numCol="1" anchor="t">
            <a:prstTxWarp prst="textArchUp">
              <a:avLst/>
            </a:prstTxWarp>
            <a:spAutoFit/>
          </a:bodyPr>
          <a:lstStyle/>
          <a:p>
            <a:pPr algn="ctr">
              <a:defRPr/>
            </a:pPr>
            <a:r>
              <a:rPr kumimoji="0" lang="en-GB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/>
                <a:cs typeface="+mn-cs"/>
              </a:rPr>
              <a:t>INTERVIEWS</a:t>
            </a:r>
            <a:r>
              <a:rPr lang="en-GB" sz="1600" kern="0">
                <a:solidFill>
                  <a:srgbClr val="FFFFFF"/>
                </a:solidFill>
                <a:latin typeface="Ubuntu"/>
                <a:ea typeface="Verdana"/>
              </a:rPr>
              <a:t> &amp; SURVEYS</a:t>
            </a:r>
            <a:endParaRPr kumimoji="0" lang="en-GB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1" name="Text Box 8">
            <a:extLst>
              <a:ext uri="{FF2B5EF4-FFF2-40B4-BE49-F238E27FC236}">
                <a16:creationId xmlns:a16="http://schemas.microsoft.com/office/drawing/2014/main" id="{7583ABD4-B7B9-4460-B9BE-714A8C0CAB5F}"/>
              </a:ext>
            </a:extLst>
          </p:cNvPr>
          <p:cNvSpPr txBox="1">
            <a:spLocks noChangeArrowheads="1"/>
          </p:cNvSpPr>
          <p:nvPr/>
        </p:nvSpPr>
        <p:spPr bwMode="gray">
          <a:xfrm rot="1975315">
            <a:off x="1030473" y="4213764"/>
            <a:ext cx="1359489" cy="72801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9852" tIns="89852" rIns="89852" bIns="89852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PUBLICLY PUBLISHED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STUDIES</a:t>
            </a:r>
          </a:p>
        </p:txBody>
      </p:sp>
      <p:sp>
        <p:nvSpPr>
          <p:cNvPr id="102" name="Text Box 6">
            <a:extLst>
              <a:ext uri="{FF2B5EF4-FFF2-40B4-BE49-F238E27FC236}">
                <a16:creationId xmlns:a16="http://schemas.microsoft.com/office/drawing/2014/main" id="{ADEE186D-24DD-4265-9410-71871286660C}"/>
              </a:ext>
            </a:extLst>
          </p:cNvPr>
          <p:cNvSpPr txBox="1">
            <a:spLocks noChangeArrowheads="1"/>
          </p:cNvSpPr>
          <p:nvPr/>
        </p:nvSpPr>
        <p:spPr bwMode="gray">
          <a:xfrm rot="20443401">
            <a:off x="1565731" y="2924304"/>
            <a:ext cx="886519" cy="9940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9852" tIns="89852" rIns="89852" bIns="89852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IN-HOUSE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F27F9F07-CCC8-4803-BE15-1829CE2B9B77}"/>
              </a:ext>
            </a:extLst>
          </p:cNvPr>
          <p:cNvSpPr/>
          <p:nvPr/>
        </p:nvSpPr>
        <p:spPr bwMode="auto">
          <a:xfrm flipH="1">
            <a:off x="4257048" y="2831886"/>
            <a:ext cx="223033" cy="223033"/>
          </a:xfrm>
          <a:prstGeom prst="ellipse">
            <a:avLst/>
          </a:prstGeom>
          <a:solidFill>
            <a:srgbClr val="00B2A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Arial" charset="0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E4DC5801-E105-4DD7-BE65-F2C4882CA7ED}"/>
              </a:ext>
            </a:extLst>
          </p:cNvPr>
          <p:cNvSpPr/>
          <p:nvPr/>
        </p:nvSpPr>
        <p:spPr bwMode="auto">
          <a:xfrm flipH="1">
            <a:off x="4257048" y="5693230"/>
            <a:ext cx="223033" cy="223033"/>
          </a:xfrm>
          <a:prstGeom prst="ellipse">
            <a:avLst/>
          </a:prstGeom>
          <a:solidFill>
            <a:srgbClr val="00E0CB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Arial" charset="0"/>
            </a:endParaRPr>
          </a:p>
        </p:txBody>
      </p:sp>
      <p:cxnSp>
        <p:nvCxnSpPr>
          <p:cNvPr id="121" name="Elbow Connector 69">
            <a:extLst>
              <a:ext uri="{FF2B5EF4-FFF2-40B4-BE49-F238E27FC236}">
                <a16:creationId xmlns:a16="http://schemas.microsoft.com/office/drawing/2014/main" id="{E3C24F11-6623-4540-89DD-59CE97AAA37C}"/>
              </a:ext>
            </a:extLst>
          </p:cNvPr>
          <p:cNvCxnSpPr>
            <a:stCxn id="92" idx="2"/>
            <a:endCxn id="120" idx="6"/>
          </p:cNvCxnSpPr>
          <p:nvPr/>
        </p:nvCxnSpPr>
        <p:spPr>
          <a:xfrm rot="16200000" flipH="1">
            <a:off x="2596966" y="4144665"/>
            <a:ext cx="443780" cy="2876382"/>
          </a:xfrm>
          <a:prstGeom prst="bentConnector2">
            <a:avLst/>
          </a:prstGeom>
          <a:noFill/>
          <a:ln w="19050" cap="flat" cmpd="sng" algn="ctr">
            <a:solidFill>
              <a:srgbClr val="00E0CB"/>
            </a:solidFill>
            <a:prstDash val="solid"/>
            <a:miter lim="800000"/>
          </a:ln>
          <a:effectLst/>
        </p:spPr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1DBCEC2-B558-49CD-B4D8-F88B438DECC5}"/>
              </a:ext>
            </a:extLst>
          </p:cNvPr>
          <p:cNvSpPr/>
          <p:nvPr/>
        </p:nvSpPr>
        <p:spPr>
          <a:xfrm>
            <a:off x="4546843" y="2749548"/>
            <a:ext cx="2710910" cy="1261884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eaLnBrk="0" hangingPunct="0">
              <a:buClr>
                <a:srgbClr val="14596B">
                  <a:lumMod val="75000"/>
                </a:srgbClr>
              </a:buClr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B2A2"/>
                </a:solidFill>
                <a:effectLst/>
                <a:uLnTx/>
                <a:uFillTx/>
                <a:latin typeface="Ubuntu"/>
                <a:ea typeface="Verdana"/>
                <a:cs typeface="+mn-cs"/>
              </a:rPr>
              <a:t>INTERVIEWS</a:t>
            </a:r>
            <a:r>
              <a:rPr lang="en-US" sz="1600" b="1">
                <a:solidFill>
                  <a:srgbClr val="00B2A2"/>
                </a:solidFill>
                <a:latin typeface="Ubuntu"/>
                <a:ea typeface="Verdana"/>
              </a:rPr>
              <a:t> &amp; SURVEYS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0B2A2"/>
              </a:solidFill>
              <a:effectLst/>
              <a:uLnTx/>
              <a:uFillTx/>
              <a:latin typeface="Ubuntu"/>
              <a:ea typeface="Verdana"/>
              <a:cs typeface="+mn-cs"/>
            </a:endParaRPr>
          </a:p>
          <a:p>
            <a:pPr fontAlgn="base">
              <a:spcAft>
                <a:spcPts val="450"/>
              </a:spcAft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/>
                <a:cs typeface="+mn-cs"/>
              </a:rPr>
              <a:t>with a network of experts </a:t>
            </a:r>
            <a:r>
              <a:rPr lang="en-US" sz="1200">
                <a:solidFill>
                  <a:srgbClr val="FFFFFF"/>
                </a:solidFill>
                <a:latin typeface="Ubuntu"/>
                <a:ea typeface="Verdana"/>
              </a:rPr>
              <a:t>as well as a panel of new / existing consumers 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/>
                <a:cs typeface="+mn-cs"/>
              </a:rPr>
              <a:t>through phone </a:t>
            </a:r>
            <a:r>
              <a:rPr lang="en-US" sz="1200">
                <a:solidFill>
                  <a:srgbClr val="FFFFFF"/>
                </a:solidFill>
                <a:latin typeface="Ubuntu"/>
                <a:ea typeface="Verdana"/>
              </a:rPr>
              <a:t>calls/ online techniques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/>
                <a:cs typeface="+mn-cs"/>
              </a:rPr>
              <a:t> to gain powerful insights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Verdana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D8E19E8-37B9-4520-8D80-F98F929B4291}"/>
              </a:ext>
            </a:extLst>
          </p:cNvPr>
          <p:cNvSpPr/>
          <p:nvPr/>
        </p:nvSpPr>
        <p:spPr>
          <a:xfrm>
            <a:off x="4546843" y="5081984"/>
            <a:ext cx="2710910" cy="151067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596B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E0CB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PUBLIC SOURCES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Publicly available information related to regional stats, economy, key trends etc.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Capgemini accelerators work in background to analysis and synthetase in very short time.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BA7B368-BADA-433D-9675-097B003A4A87}"/>
              </a:ext>
            </a:extLst>
          </p:cNvPr>
          <p:cNvSpPr txBox="1"/>
          <p:nvPr/>
        </p:nvSpPr>
        <p:spPr>
          <a:xfrm>
            <a:off x="4508261" y="4177890"/>
            <a:ext cx="31636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596B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00B2A2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BLABLACAR INTERVIEWS</a:t>
            </a:r>
          </a:p>
        </p:txBody>
      </p:sp>
      <p:cxnSp>
        <p:nvCxnSpPr>
          <p:cNvPr id="127" name="Elbow Connector 3">
            <a:extLst>
              <a:ext uri="{FF2B5EF4-FFF2-40B4-BE49-F238E27FC236}">
                <a16:creationId xmlns:a16="http://schemas.microsoft.com/office/drawing/2014/main" id="{FBC16796-BBEE-406D-9096-55C4DDC1D82C}"/>
              </a:ext>
            </a:extLst>
          </p:cNvPr>
          <p:cNvCxnSpPr>
            <a:cxnSpLocks/>
            <a:endCxn id="128" idx="6"/>
          </p:cNvCxnSpPr>
          <p:nvPr/>
        </p:nvCxnSpPr>
        <p:spPr>
          <a:xfrm>
            <a:off x="4029420" y="4555471"/>
            <a:ext cx="232204" cy="0"/>
          </a:xfrm>
          <a:prstGeom prst="straightConnector1">
            <a:avLst/>
          </a:prstGeom>
          <a:noFill/>
          <a:ln w="19050" cap="flat" cmpd="sng" algn="ctr">
            <a:solidFill>
              <a:srgbClr val="00B2A2"/>
            </a:solidFill>
            <a:prstDash val="solid"/>
            <a:miter lim="800000"/>
          </a:ln>
          <a:effectLst/>
        </p:spPr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C032D41C-AA21-4C76-A442-FE5B8962599E}"/>
              </a:ext>
            </a:extLst>
          </p:cNvPr>
          <p:cNvSpPr/>
          <p:nvPr/>
        </p:nvSpPr>
        <p:spPr bwMode="auto">
          <a:xfrm flipH="1">
            <a:off x="4261624" y="4469354"/>
            <a:ext cx="223033" cy="223033"/>
          </a:xfrm>
          <a:prstGeom prst="ellipse">
            <a:avLst/>
          </a:prstGeom>
          <a:solidFill>
            <a:srgbClr val="00B2A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Arial" charset="0"/>
            </a:endParaRPr>
          </a:p>
        </p:txBody>
      </p:sp>
      <p:cxnSp>
        <p:nvCxnSpPr>
          <p:cNvPr id="129" name="Elbow Connector 3">
            <a:extLst>
              <a:ext uri="{FF2B5EF4-FFF2-40B4-BE49-F238E27FC236}">
                <a16:creationId xmlns:a16="http://schemas.microsoft.com/office/drawing/2014/main" id="{5FB7D33E-A950-4A4B-84AF-61B6AA82F182}"/>
              </a:ext>
            </a:extLst>
          </p:cNvPr>
          <p:cNvCxnSpPr>
            <a:cxnSpLocks/>
          </p:cNvCxnSpPr>
          <p:nvPr/>
        </p:nvCxnSpPr>
        <p:spPr>
          <a:xfrm>
            <a:off x="3797745" y="4373624"/>
            <a:ext cx="266231" cy="219887"/>
          </a:xfrm>
          <a:prstGeom prst="straightConnector1">
            <a:avLst/>
          </a:prstGeom>
          <a:noFill/>
          <a:ln w="19050" cap="flat" cmpd="sng" algn="ctr">
            <a:solidFill>
              <a:srgbClr val="00B2A2"/>
            </a:solidFill>
            <a:prstDash val="solid"/>
            <a:miter lim="800000"/>
          </a:ln>
          <a:effectLst/>
        </p:spPr>
      </p:cxnSp>
      <p:cxnSp>
        <p:nvCxnSpPr>
          <p:cNvPr id="130" name="Elbow Connector 3">
            <a:extLst>
              <a:ext uri="{FF2B5EF4-FFF2-40B4-BE49-F238E27FC236}">
                <a16:creationId xmlns:a16="http://schemas.microsoft.com/office/drawing/2014/main" id="{21CD646A-65B9-49EB-8997-586FA1E56F1A}"/>
              </a:ext>
            </a:extLst>
          </p:cNvPr>
          <p:cNvCxnSpPr>
            <a:cxnSpLocks/>
          </p:cNvCxnSpPr>
          <p:nvPr/>
        </p:nvCxnSpPr>
        <p:spPr>
          <a:xfrm flipH="1">
            <a:off x="3767909" y="2940701"/>
            <a:ext cx="261511" cy="159572"/>
          </a:xfrm>
          <a:prstGeom prst="straightConnector1">
            <a:avLst/>
          </a:prstGeom>
          <a:noFill/>
          <a:ln w="19050" cap="flat" cmpd="sng" algn="ctr">
            <a:solidFill>
              <a:srgbClr val="00B2A2"/>
            </a:solidFill>
            <a:prstDash val="solid"/>
            <a:miter lim="800000"/>
          </a:ln>
          <a:effectLst/>
        </p:spPr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585FA93E-CAAA-4D78-B320-87F30F58F61D}"/>
              </a:ext>
            </a:extLst>
          </p:cNvPr>
          <p:cNvSpPr/>
          <p:nvPr/>
        </p:nvSpPr>
        <p:spPr>
          <a:xfrm>
            <a:off x="4529618" y="4483828"/>
            <a:ext cx="2710910" cy="2769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BlaBla</a:t>
            </a:r>
            <a:r>
              <a:rPr lang="en-US" sz="1200">
                <a:solidFill>
                  <a:srgbClr val="FFFFFF"/>
                </a:solidFill>
                <a:latin typeface="Ubuntu"/>
                <a:ea typeface="Verdana" panose="020B0604030504040204" pitchFamily="34" charset="0"/>
              </a:rPr>
              <a:t>Car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Stakeholder interviews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29BA7-C6B5-C55F-CE59-D972EBFBAC82}"/>
              </a:ext>
            </a:extLst>
          </p:cNvPr>
          <p:cNvSpPr/>
          <p:nvPr/>
        </p:nvSpPr>
        <p:spPr>
          <a:xfrm>
            <a:off x="7794254" y="2162406"/>
            <a:ext cx="3989759" cy="4297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863ACF-C546-40D3-179D-9C595FA9DE3F}"/>
              </a:ext>
            </a:extLst>
          </p:cNvPr>
          <p:cNvSpPr/>
          <p:nvPr/>
        </p:nvSpPr>
        <p:spPr>
          <a:xfrm>
            <a:off x="7794254" y="2235610"/>
            <a:ext cx="3989759" cy="4151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A88E85-2A47-656B-D901-A87B0E36109E}"/>
              </a:ext>
            </a:extLst>
          </p:cNvPr>
          <p:cNvSpPr txBox="1"/>
          <p:nvPr/>
        </p:nvSpPr>
        <p:spPr>
          <a:xfrm>
            <a:off x="8201512" y="1656538"/>
            <a:ext cx="10337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In-house</a:t>
            </a:r>
            <a:r>
              <a:rPr kumimoji="0" lang="en-US" sz="1200" b="0" i="0" u="none" strike="noStrike" kern="1200" cap="none" spc="0" normalizeH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SME insights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0601DA1-ED74-D600-3105-408D6F7BD6CA}"/>
              </a:ext>
            </a:extLst>
          </p:cNvPr>
          <p:cNvGrpSpPr/>
          <p:nvPr/>
        </p:nvGrpSpPr>
        <p:grpSpPr>
          <a:xfrm>
            <a:off x="8376402" y="959320"/>
            <a:ext cx="684000" cy="683404"/>
            <a:chOff x="9526952" y="1712751"/>
            <a:chExt cx="684000" cy="683404"/>
          </a:xfrm>
        </p:grpSpPr>
        <p:sp>
          <p:nvSpPr>
            <p:cNvPr id="46" name="Freeform 124">
              <a:extLst>
                <a:ext uri="{FF2B5EF4-FFF2-40B4-BE49-F238E27FC236}">
                  <a16:creationId xmlns:a16="http://schemas.microsoft.com/office/drawing/2014/main" id="{F1B47280-2E83-0FEB-4727-7BB70686C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952" y="1712751"/>
              <a:ext cx="684000" cy="683404"/>
            </a:xfrm>
            <a:custGeom>
              <a:avLst/>
              <a:gdLst>
                <a:gd name="T0" fmla="*/ 63 w 438"/>
                <a:gd name="T1" fmla="*/ 320 h 410"/>
                <a:gd name="T2" fmla="*/ 105 w 438"/>
                <a:gd name="T3" fmla="*/ 61 h 410"/>
                <a:gd name="T4" fmla="*/ 375 w 438"/>
                <a:gd name="T5" fmla="*/ 99 h 410"/>
                <a:gd name="T6" fmla="*/ 326 w 438"/>
                <a:gd name="T7" fmla="*/ 348 h 410"/>
                <a:gd name="T8" fmla="*/ 63 w 438"/>
                <a:gd name="T9" fmla="*/ 32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8" h="410">
                  <a:moveTo>
                    <a:pt x="63" y="320"/>
                  </a:moveTo>
                  <a:cubicBezTo>
                    <a:pt x="0" y="238"/>
                    <a:pt x="19" y="122"/>
                    <a:pt x="105" y="61"/>
                  </a:cubicBezTo>
                  <a:cubicBezTo>
                    <a:pt x="191" y="0"/>
                    <a:pt x="312" y="17"/>
                    <a:pt x="375" y="99"/>
                  </a:cubicBezTo>
                  <a:cubicBezTo>
                    <a:pt x="438" y="181"/>
                    <a:pt x="412" y="287"/>
                    <a:pt x="326" y="348"/>
                  </a:cubicBezTo>
                  <a:cubicBezTo>
                    <a:pt x="240" y="410"/>
                    <a:pt x="126" y="402"/>
                    <a:pt x="63" y="320"/>
                  </a:cubicBezTo>
                </a:path>
              </a:pathLst>
            </a:custGeom>
            <a:solidFill>
              <a:srgbClr val="0F878A"/>
            </a:solidFill>
            <a:ln>
              <a:noFill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47" name="Groupe 364">
              <a:extLst>
                <a:ext uri="{FF2B5EF4-FFF2-40B4-BE49-F238E27FC236}">
                  <a16:creationId xmlns:a16="http://schemas.microsoft.com/office/drawing/2014/main" id="{02360018-F9FC-49AC-5254-64D1AA5E0C40}"/>
                </a:ext>
              </a:extLst>
            </p:cNvPr>
            <p:cNvGrpSpPr/>
            <p:nvPr/>
          </p:nvGrpSpPr>
          <p:grpSpPr>
            <a:xfrm>
              <a:off x="9637045" y="1924187"/>
              <a:ext cx="471169" cy="289124"/>
              <a:chOff x="3092451" y="3854450"/>
              <a:chExt cx="450850" cy="327025"/>
            </a:xfrm>
            <a:solidFill>
              <a:srgbClr val="FFFFFF"/>
            </a:solidFill>
          </p:grpSpPr>
          <p:sp>
            <p:nvSpPr>
              <p:cNvPr id="48" name="Freeform 286">
                <a:extLst>
                  <a:ext uri="{FF2B5EF4-FFF2-40B4-BE49-F238E27FC236}">
                    <a16:creationId xmlns:a16="http://schemas.microsoft.com/office/drawing/2014/main" id="{9C3CDF23-A0BE-7804-FBB5-083894E8E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451" y="3968750"/>
                <a:ext cx="168275" cy="123825"/>
              </a:xfrm>
              <a:custGeom>
                <a:avLst/>
                <a:gdLst>
                  <a:gd name="T0" fmla="*/ 29 w 45"/>
                  <a:gd name="T1" fmla="*/ 0 h 33"/>
                  <a:gd name="T2" fmla="*/ 42 w 45"/>
                  <a:gd name="T3" fmla="*/ 12 h 33"/>
                  <a:gd name="T4" fmla="*/ 40 w 45"/>
                  <a:gd name="T5" fmla="*/ 30 h 33"/>
                  <a:gd name="T6" fmla="*/ 30 w 45"/>
                  <a:gd name="T7" fmla="*/ 33 h 33"/>
                  <a:gd name="T8" fmla="*/ 11 w 45"/>
                  <a:gd name="T9" fmla="*/ 32 h 33"/>
                  <a:gd name="T10" fmla="*/ 0 w 45"/>
                  <a:gd name="T11" fmla="*/ 30 h 33"/>
                  <a:gd name="T12" fmla="*/ 0 w 45"/>
                  <a:gd name="T13" fmla="*/ 29 h 33"/>
                  <a:gd name="T14" fmla="*/ 0 w 45"/>
                  <a:gd name="T15" fmla="*/ 21 h 33"/>
                  <a:gd name="T16" fmla="*/ 14 w 45"/>
                  <a:gd name="T17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" h="33">
                    <a:moveTo>
                      <a:pt x="29" y="0"/>
                    </a:moveTo>
                    <a:cubicBezTo>
                      <a:pt x="35" y="2"/>
                      <a:pt x="39" y="7"/>
                      <a:pt x="42" y="12"/>
                    </a:cubicBezTo>
                    <a:cubicBezTo>
                      <a:pt x="44" y="18"/>
                      <a:pt x="45" y="25"/>
                      <a:pt x="40" y="30"/>
                    </a:cubicBezTo>
                    <a:cubicBezTo>
                      <a:pt x="37" y="32"/>
                      <a:pt x="33" y="33"/>
                      <a:pt x="30" y="33"/>
                    </a:cubicBezTo>
                    <a:cubicBezTo>
                      <a:pt x="23" y="33"/>
                      <a:pt x="17" y="33"/>
                      <a:pt x="11" y="32"/>
                    </a:cubicBezTo>
                    <a:cubicBezTo>
                      <a:pt x="9" y="32"/>
                      <a:pt x="1" y="30"/>
                      <a:pt x="0" y="30"/>
                    </a:cubicBezTo>
                    <a:cubicBezTo>
                      <a:pt x="0" y="30"/>
                      <a:pt x="0" y="29"/>
                      <a:pt x="0" y="29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3"/>
                      <a:pt x="5" y="4"/>
                      <a:pt x="14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Oval 287">
                <a:extLst>
                  <a:ext uri="{FF2B5EF4-FFF2-40B4-BE49-F238E27FC236}">
                    <a16:creationId xmlns:a16="http://schemas.microsoft.com/office/drawing/2014/main" id="{22DC6760-77FB-957C-6A98-DD6B07498A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5788" y="3867150"/>
                <a:ext cx="90488" cy="1127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 288">
                <a:extLst>
                  <a:ext uri="{FF2B5EF4-FFF2-40B4-BE49-F238E27FC236}">
                    <a16:creationId xmlns:a16="http://schemas.microsoft.com/office/drawing/2014/main" id="{E0E1FCB5-ACB4-DA6F-AAE0-9C0709E2DF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438" y="3956050"/>
                <a:ext cx="169863" cy="125413"/>
              </a:xfrm>
              <a:custGeom>
                <a:avLst/>
                <a:gdLst>
                  <a:gd name="T0" fmla="*/ 29 w 45"/>
                  <a:gd name="T1" fmla="*/ 0 h 33"/>
                  <a:gd name="T2" fmla="*/ 42 w 45"/>
                  <a:gd name="T3" fmla="*/ 12 h 33"/>
                  <a:gd name="T4" fmla="*/ 40 w 45"/>
                  <a:gd name="T5" fmla="*/ 30 h 33"/>
                  <a:gd name="T6" fmla="*/ 30 w 45"/>
                  <a:gd name="T7" fmla="*/ 33 h 33"/>
                  <a:gd name="T8" fmla="*/ 11 w 45"/>
                  <a:gd name="T9" fmla="*/ 32 h 33"/>
                  <a:gd name="T10" fmla="*/ 0 w 45"/>
                  <a:gd name="T11" fmla="*/ 31 h 33"/>
                  <a:gd name="T12" fmla="*/ 0 w 45"/>
                  <a:gd name="T13" fmla="*/ 29 h 33"/>
                  <a:gd name="T14" fmla="*/ 0 w 45"/>
                  <a:gd name="T15" fmla="*/ 21 h 33"/>
                  <a:gd name="T16" fmla="*/ 14 w 45"/>
                  <a:gd name="T17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" h="33">
                    <a:moveTo>
                      <a:pt x="29" y="0"/>
                    </a:moveTo>
                    <a:cubicBezTo>
                      <a:pt x="35" y="2"/>
                      <a:pt x="40" y="7"/>
                      <a:pt x="42" y="12"/>
                    </a:cubicBezTo>
                    <a:cubicBezTo>
                      <a:pt x="45" y="18"/>
                      <a:pt x="45" y="25"/>
                      <a:pt x="40" y="30"/>
                    </a:cubicBezTo>
                    <a:cubicBezTo>
                      <a:pt x="37" y="32"/>
                      <a:pt x="34" y="33"/>
                      <a:pt x="30" y="33"/>
                    </a:cubicBezTo>
                    <a:cubicBezTo>
                      <a:pt x="24" y="33"/>
                      <a:pt x="17" y="33"/>
                      <a:pt x="11" y="32"/>
                    </a:cubicBezTo>
                    <a:cubicBezTo>
                      <a:pt x="9" y="32"/>
                      <a:pt x="1" y="30"/>
                      <a:pt x="0" y="31"/>
                    </a:cubicBezTo>
                    <a:cubicBezTo>
                      <a:pt x="0" y="30"/>
                      <a:pt x="0" y="29"/>
                      <a:pt x="0" y="29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3"/>
                      <a:pt x="6" y="4"/>
                      <a:pt x="14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Oval 289">
                <a:extLst>
                  <a:ext uri="{FF2B5EF4-FFF2-40B4-BE49-F238E27FC236}">
                    <a16:creationId xmlns:a16="http://schemas.microsoft.com/office/drawing/2014/main" id="{0E121570-30AD-F6A6-CCA9-C6AEFE0AC5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1538" y="3854450"/>
                <a:ext cx="90488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4" name="Freeform 290">
                <a:extLst>
                  <a:ext uri="{FF2B5EF4-FFF2-40B4-BE49-F238E27FC236}">
                    <a16:creationId xmlns:a16="http://schemas.microsoft.com/office/drawing/2014/main" id="{4A0B8EE9-E04A-E330-CD31-260DB6FDB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163" y="4013200"/>
                <a:ext cx="225425" cy="168275"/>
              </a:xfrm>
              <a:custGeom>
                <a:avLst/>
                <a:gdLst>
                  <a:gd name="T0" fmla="*/ 39 w 60"/>
                  <a:gd name="T1" fmla="*/ 0 h 45"/>
                  <a:gd name="T2" fmla="*/ 56 w 60"/>
                  <a:gd name="T3" fmla="*/ 16 h 45"/>
                  <a:gd name="T4" fmla="*/ 53 w 60"/>
                  <a:gd name="T5" fmla="*/ 39 h 45"/>
                  <a:gd name="T6" fmla="*/ 40 w 60"/>
                  <a:gd name="T7" fmla="*/ 44 h 45"/>
                  <a:gd name="T8" fmla="*/ 15 w 60"/>
                  <a:gd name="T9" fmla="*/ 43 h 45"/>
                  <a:gd name="T10" fmla="*/ 0 w 60"/>
                  <a:gd name="T11" fmla="*/ 41 h 45"/>
                  <a:gd name="T12" fmla="*/ 0 w 60"/>
                  <a:gd name="T13" fmla="*/ 39 h 45"/>
                  <a:gd name="T14" fmla="*/ 0 w 60"/>
                  <a:gd name="T15" fmla="*/ 29 h 45"/>
                  <a:gd name="T16" fmla="*/ 19 w 60"/>
                  <a:gd name="T17" fmla="*/ 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45">
                    <a:moveTo>
                      <a:pt x="39" y="0"/>
                    </a:moveTo>
                    <a:cubicBezTo>
                      <a:pt x="46" y="3"/>
                      <a:pt x="53" y="9"/>
                      <a:pt x="56" y="16"/>
                    </a:cubicBezTo>
                    <a:cubicBezTo>
                      <a:pt x="59" y="24"/>
                      <a:pt x="60" y="34"/>
                      <a:pt x="53" y="39"/>
                    </a:cubicBezTo>
                    <a:cubicBezTo>
                      <a:pt x="50" y="42"/>
                      <a:pt x="45" y="44"/>
                      <a:pt x="40" y="44"/>
                    </a:cubicBezTo>
                    <a:cubicBezTo>
                      <a:pt x="32" y="45"/>
                      <a:pt x="23" y="44"/>
                      <a:pt x="15" y="43"/>
                    </a:cubicBezTo>
                    <a:cubicBezTo>
                      <a:pt x="12" y="42"/>
                      <a:pt x="2" y="40"/>
                      <a:pt x="0" y="41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7"/>
                      <a:pt x="7" y="5"/>
                      <a:pt x="19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5" name="Freeform 291">
                <a:extLst>
                  <a:ext uri="{FF2B5EF4-FFF2-40B4-BE49-F238E27FC236}">
                    <a16:creationId xmlns:a16="http://schemas.microsoft.com/office/drawing/2014/main" id="{74556E9E-EAFC-8025-9991-4862A127AB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4376" y="3878263"/>
                <a:ext cx="119063" cy="149225"/>
              </a:xfrm>
              <a:custGeom>
                <a:avLst/>
                <a:gdLst>
                  <a:gd name="T0" fmla="*/ 32 w 32"/>
                  <a:gd name="T1" fmla="*/ 20 h 40"/>
                  <a:gd name="T2" fmla="*/ 16 w 32"/>
                  <a:gd name="T3" fmla="*/ 40 h 40"/>
                  <a:gd name="T4" fmla="*/ 0 w 32"/>
                  <a:gd name="T5" fmla="*/ 20 h 40"/>
                  <a:gd name="T6" fmla="*/ 16 w 32"/>
                  <a:gd name="T7" fmla="*/ 0 h 40"/>
                  <a:gd name="T8" fmla="*/ 32 w 32"/>
                  <a:gd name="T9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40">
                    <a:moveTo>
                      <a:pt x="32" y="20"/>
                    </a:moveTo>
                    <a:cubicBezTo>
                      <a:pt x="32" y="31"/>
                      <a:pt x="25" y="40"/>
                      <a:pt x="16" y="40"/>
                    </a:cubicBezTo>
                    <a:cubicBezTo>
                      <a:pt x="7" y="40"/>
                      <a:pt x="0" y="31"/>
                      <a:pt x="0" y="20"/>
                    </a:cubicBezTo>
                    <a:cubicBezTo>
                      <a:pt x="0" y="9"/>
                      <a:pt x="7" y="0"/>
                      <a:pt x="16" y="0"/>
                    </a:cubicBezTo>
                    <a:cubicBezTo>
                      <a:pt x="24" y="0"/>
                      <a:pt x="32" y="9"/>
                      <a:pt x="3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1F417F59-7D6A-BE3D-214D-E05743175643}"/>
              </a:ext>
            </a:extLst>
          </p:cNvPr>
          <p:cNvSpPr txBox="1"/>
          <p:nvPr/>
        </p:nvSpPr>
        <p:spPr>
          <a:xfrm>
            <a:off x="10043667" y="1656538"/>
            <a:ext cx="1295226" cy="4206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Insights from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Capgemini reports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CBDDC5C-A5C6-1A3B-48D2-243AB8CA47D1}"/>
              </a:ext>
            </a:extLst>
          </p:cNvPr>
          <p:cNvGrpSpPr/>
          <p:nvPr/>
        </p:nvGrpSpPr>
        <p:grpSpPr>
          <a:xfrm>
            <a:off x="10349280" y="959320"/>
            <a:ext cx="684000" cy="683404"/>
            <a:chOff x="10854717" y="1712751"/>
            <a:chExt cx="684000" cy="683404"/>
          </a:xfrm>
        </p:grpSpPr>
        <p:sp>
          <p:nvSpPr>
            <p:cNvPr id="134" name="Freeform 124">
              <a:extLst>
                <a:ext uri="{FF2B5EF4-FFF2-40B4-BE49-F238E27FC236}">
                  <a16:creationId xmlns:a16="http://schemas.microsoft.com/office/drawing/2014/main" id="{D0B9F5CB-4FE5-0F08-4453-C1B5F402A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4717" y="1712751"/>
              <a:ext cx="684000" cy="683404"/>
            </a:xfrm>
            <a:custGeom>
              <a:avLst/>
              <a:gdLst>
                <a:gd name="T0" fmla="*/ 63 w 438"/>
                <a:gd name="T1" fmla="*/ 320 h 410"/>
                <a:gd name="T2" fmla="*/ 105 w 438"/>
                <a:gd name="T3" fmla="*/ 61 h 410"/>
                <a:gd name="T4" fmla="*/ 375 w 438"/>
                <a:gd name="T5" fmla="*/ 99 h 410"/>
                <a:gd name="T6" fmla="*/ 326 w 438"/>
                <a:gd name="T7" fmla="*/ 348 h 410"/>
                <a:gd name="T8" fmla="*/ 63 w 438"/>
                <a:gd name="T9" fmla="*/ 32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8" h="410">
                  <a:moveTo>
                    <a:pt x="63" y="320"/>
                  </a:moveTo>
                  <a:cubicBezTo>
                    <a:pt x="0" y="238"/>
                    <a:pt x="19" y="122"/>
                    <a:pt x="105" y="61"/>
                  </a:cubicBezTo>
                  <a:cubicBezTo>
                    <a:pt x="191" y="0"/>
                    <a:pt x="312" y="17"/>
                    <a:pt x="375" y="99"/>
                  </a:cubicBezTo>
                  <a:cubicBezTo>
                    <a:pt x="438" y="181"/>
                    <a:pt x="412" y="287"/>
                    <a:pt x="326" y="348"/>
                  </a:cubicBezTo>
                  <a:cubicBezTo>
                    <a:pt x="240" y="410"/>
                    <a:pt x="126" y="402"/>
                    <a:pt x="63" y="320"/>
                  </a:cubicBezTo>
                </a:path>
              </a:pathLst>
            </a:custGeom>
            <a:solidFill>
              <a:srgbClr val="0F878A"/>
            </a:solidFill>
            <a:ln>
              <a:noFill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AADAC687-8DC0-4D11-047C-147FA24285E8}"/>
                </a:ext>
              </a:extLst>
            </p:cNvPr>
            <p:cNvGrpSpPr/>
            <p:nvPr/>
          </p:nvGrpSpPr>
          <p:grpSpPr>
            <a:xfrm>
              <a:off x="11076742" y="1891816"/>
              <a:ext cx="281590" cy="325265"/>
              <a:chOff x="9148763" y="1882775"/>
              <a:chExt cx="777874" cy="898525"/>
            </a:xfrm>
            <a:solidFill>
              <a:srgbClr val="FFFFFF"/>
            </a:solidFill>
          </p:grpSpPr>
          <p:sp>
            <p:nvSpPr>
              <p:cNvPr id="136" name="Freeform 68">
                <a:extLst>
                  <a:ext uri="{FF2B5EF4-FFF2-40B4-BE49-F238E27FC236}">
                    <a16:creationId xmlns:a16="http://schemas.microsoft.com/office/drawing/2014/main" id="{03BED52E-A6CE-B7C4-E516-F5F47480C1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458325" y="2117725"/>
                <a:ext cx="468312" cy="466725"/>
              </a:xfrm>
              <a:custGeom>
                <a:avLst/>
                <a:gdLst>
                  <a:gd name="T0" fmla="*/ 498 w 606"/>
                  <a:gd name="T1" fmla="*/ 108 h 606"/>
                  <a:gd name="T2" fmla="*/ 108 w 606"/>
                  <a:gd name="T3" fmla="*/ 108 h 606"/>
                  <a:gd name="T4" fmla="*/ 108 w 606"/>
                  <a:gd name="T5" fmla="*/ 498 h 606"/>
                  <a:gd name="T6" fmla="*/ 498 w 606"/>
                  <a:gd name="T7" fmla="*/ 498 h 606"/>
                  <a:gd name="T8" fmla="*/ 498 w 606"/>
                  <a:gd name="T9" fmla="*/ 108 h 606"/>
                  <a:gd name="T10" fmla="*/ 464 w 606"/>
                  <a:gd name="T11" fmla="*/ 464 h 606"/>
                  <a:gd name="T12" fmla="*/ 142 w 606"/>
                  <a:gd name="T13" fmla="*/ 464 h 606"/>
                  <a:gd name="T14" fmla="*/ 142 w 606"/>
                  <a:gd name="T15" fmla="*/ 142 h 606"/>
                  <a:gd name="T16" fmla="*/ 464 w 606"/>
                  <a:gd name="T17" fmla="*/ 142 h 606"/>
                  <a:gd name="T18" fmla="*/ 464 w 606"/>
                  <a:gd name="T19" fmla="*/ 464 h 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6" h="606">
                    <a:moveTo>
                      <a:pt x="498" y="108"/>
                    </a:moveTo>
                    <a:cubicBezTo>
                      <a:pt x="391" y="0"/>
                      <a:pt x="215" y="0"/>
                      <a:pt x="108" y="108"/>
                    </a:cubicBezTo>
                    <a:cubicBezTo>
                      <a:pt x="0" y="215"/>
                      <a:pt x="0" y="391"/>
                      <a:pt x="108" y="498"/>
                    </a:cubicBezTo>
                    <a:cubicBezTo>
                      <a:pt x="215" y="606"/>
                      <a:pt x="391" y="606"/>
                      <a:pt x="498" y="498"/>
                    </a:cubicBezTo>
                    <a:cubicBezTo>
                      <a:pt x="606" y="391"/>
                      <a:pt x="606" y="215"/>
                      <a:pt x="498" y="108"/>
                    </a:cubicBezTo>
                    <a:close/>
                    <a:moveTo>
                      <a:pt x="464" y="464"/>
                    </a:moveTo>
                    <a:cubicBezTo>
                      <a:pt x="375" y="553"/>
                      <a:pt x="231" y="553"/>
                      <a:pt x="142" y="464"/>
                    </a:cubicBezTo>
                    <a:cubicBezTo>
                      <a:pt x="54" y="375"/>
                      <a:pt x="54" y="231"/>
                      <a:pt x="142" y="142"/>
                    </a:cubicBezTo>
                    <a:cubicBezTo>
                      <a:pt x="231" y="53"/>
                      <a:pt x="375" y="53"/>
                      <a:pt x="464" y="142"/>
                    </a:cubicBezTo>
                    <a:cubicBezTo>
                      <a:pt x="553" y="231"/>
                      <a:pt x="553" y="375"/>
                      <a:pt x="464" y="4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7" name="Freeform 69">
                <a:extLst>
                  <a:ext uri="{FF2B5EF4-FFF2-40B4-BE49-F238E27FC236}">
                    <a16:creationId xmlns:a16="http://schemas.microsoft.com/office/drawing/2014/main" id="{B8532BD2-ABF1-FE19-7084-BB7E96A4BA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9450" y="2238375"/>
                <a:ext cx="231775" cy="228600"/>
              </a:xfrm>
              <a:custGeom>
                <a:avLst/>
                <a:gdLst>
                  <a:gd name="T0" fmla="*/ 60 w 146"/>
                  <a:gd name="T1" fmla="*/ 106 h 144"/>
                  <a:gd name="T2" fmla="*/ 16 w 146"/>
                  <a:gd name="T3" fmla="*/ 67 h 144"/>
                  <a:gd name="T4" fmla="*/ 0 w 146"/>
                  <a:gd name="T5" fmla="*/ 88 h 144"/>
                  <a:gd name="T6" fmla="*/ 67 w 146"/>
                  <a:gd name="T7" fmla="*/ 144 h 144"/>
                  <a:gd name="T8" fmla="*/ 146 w 146"/>
                  <a:gd name="T9" fmla="*/ 14 h 144"/>
                  <a:gd name="T10" fmla="*/ 124 w 146"/>
                  <a:gd name="T11" fmla="*/ 0 h 144"/>
                  <a:gd name="T12" fmla="*/ 60 w 146"/>
                  <a:gd name="T13" fmla="*/ 106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" h="144">
                    <a:moveTo>
                      <a:pt x="60" y="106"/>
                    </a:moveTo>
                    <a:lnTo>
                      <a:pt x="16" y="67"/>
                    </a:lnTo>
                    <a:lnTo>
                      <a:pt x="0" y="88"/>
                    </a:lnTo>
                    <a:lnTo>
                      <a:pt x="67" y="144"/>
                    </a:lnTo>
                    <a:lnTo>
                      <a:pt x="146" y="14"/>
                    </a:lnTo>
                    <a:lnTo>
                      <a:pt x="124" y="0"/>
                    </a:lnTo>
                    <a:lnTo>
                      <a:pt x="60" y="1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8" name="Rectangle 70">
                <a:extLst>
                  <a:ext uri="{FF2B5EF4-FFF2-40B4-BE49-F238E27FC236}">
                    <a16:creationId xmlns:a16="http://schemas.microsoft.com/office/drawing/2014/main" id="{7C7C9D7E-C8C8-64AC-ACCF-ED2C2F966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4825" y="2054225"/>
                <a:ext cx="257175" cy="174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9" name="Rectangle 71">
                <a:extLst>
                  <a:ext uri="{FF2B5EF4-FFF2-40B4-BE49-F238E27FC236}">
                    <a16:creationId xmlns:a16="http://schemas.microsoft.com/office/drawing/2014/main" id="{DEA5F19C-D70A-1AA3-B460-D9893C4BD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4825" y="2114550"/>
                <a:ext cx="190500" cy="174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0" name="Freeform 72">
                <a:extLst>
                  <a:ext uri="{FF2B5EF4-FFF2-40B4-BE49-F238E27FC236}">
                    <a16:creationId xmlns:a16="http://schemas.microsoft.com/office/drawing/2014/main" id="{E387E8E3-3B00-DBF3-BA99-170F88BE98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4825" y="2230438"/>
                <a:ext cx="95250" cy="17463"/>
              </a:xfrm>
              <a:custGeom>
                <a:avLst/>
                <a:gdLst>
                  <a:gd name="T0" fmla="*/ 124 w 124"/>
                  <a:gd name="T1" fmla="*/ 0 h 23"/>
                  <a:gd name="T2" fmla="*/ 0 w 124"/>
                  <a:gd name="T3" fmla="*/ 0 h 23"/>
                  <a:gd name="T4" fmla="*/ 0 w 124"/>
                  <a:gd name="T5" fmla="*/ 23 h 23"/>
                  <a:gd name="T6" fmla="*/ 111 w 124"/>
                  <a:gd name="T7" fmla="*/ 23 h 23"/>
                  <a:gd name="T8" fmla="*/ 124 w 124"/>
                  <a:gd name="T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" h="23">
                    <a:moveTo>
                      <a:pt x="12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5" y="15"/>
                      <a:pt x="119" y="7"/>
                      <a:pt x="1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1" name="Rectangle 73">
                <a:extLst>
                  <a:ext uri="{FF2B5EF4-FFF2-40B4-BE49-F238E27FC236}">
                    <a16:creationId xmlns:a16="http://schemas.microsoft.com/office/drawing/2014/main" id="{67AA5DD3-C0CF-B1BE-CFE3-D103A570F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4825" y="2643188"/>
                <a:ext cx="190500" cy="174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2" name="Freeform 74">
                <a:extLst>
                  <a:ext uri="{FF2B5EF4-FFF2-40B4-BE49-F238E27FC236}">
                    <a16:creationId xmlns:a16="http://schemas.microsoft.com/office/drawing/2014/main" id="{15271309-E1CE-AA0F-34AE-3FB675108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4825" y="2290763"/>
                <a:ext cx="69850" cy="19050"/>
              </a:xfrm>
              <a:custGeom>
                <a:avLst/>
                <a:gdLst>
                  <a:gd name="T0" fmla="*/ 0 w 91"/>
                  <a:gd name="T1" fmla="*/ 0 h 24"/>
                  <a:gd name="T2" fmla="*/ 0 w 91"/>
                  <a:gd name="T3" fmla="*/ 24 h 24"/>
                  <a:gd name="T4" fmla="*/ 85 w 91"/>
                  <a:gd name="T5" fmla="*/ 24 h 24"/>
                  <a:gd name="T6" fmla="*/ 91 w 91"/>
                  <a:gd name="T7" fmla="*/ 0 h 24"/>
                  <a:gd name="T8" fmla="*/ 0 w 91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24">
                    <a:moveTo>
                      <a:pt x="0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85" y="24"/>
                      <a:pt x="85" y="24"/>
                      <a:pt x="85" y="24"/>
                    </a:cubicBezTo>
                    <a:cubicBezTo>
                      <a:pt x="87" y="16"/>
                      <a:pt x="89" y="8"/>
                      <a:pt x="9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3" name="Freeform 75">
                <a:extLst>
                  <a:ext uri="{FF2B5EF4-FFF2-40B4-BE49-F238E27FC236}">
                    <a16:creationId xmlns:a16="http://schemas.microsoft.com/office/drawing/2014/main" id="{C0C6AE3A-3E2B-0BB8-7180-EBBB7E8D3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4825" y="2582863"/>
                <a:ext cx="257175" cy="17463"/>
              </a:xfrm>
              <a:custGeom>
                <a:avLst/>
                <a:gdLst>
                  <a:gd name="T0" fmla="*/ 333 w 333"/>
                  <a:gd name="T1" fmla="*/ 1 h 23"/>
                  <a:gd name="T2" fmla="*/ 325 w 333"/>
                  <a:gd name="T3" fmla="*/ 0 h 23"/>
                  <a:gd name="T4" fmla="*/ 0 w 333"/>
                  <a:gd name="T5" fmla="*/ 0 h 23"/>
                  <a:gd name="T6" fmla="*/ 0 w 333"/>
                  <a:gd name="T7" fmla="*/ 23 h 23"/>
                  <a:gd name="T8" fmla="*/ 333 w 333"/>
                  <a:gd name="T9" fmla="*/ 23 h 23"/>
                  <a:gd name="T10" fmla="*/ 333 w 333"/>
                  <a:gd name="T11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3" h="23">
                    <a:moveTo>
                      <a:pt x="333" y="1"/>
                    </a:moveTo>
                    <a:cubicBezTo>
                      <a:pt x="330" y="1"/>
                      <a:pt x="328" y="0"/>
                      <a:pt x="32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333" y="23"/>
                      <a:pt x="333" y="23"/>
                      <a:pt x="333" y="23"/>
                    </a:cubicBezTo>
                    <a:lnTo>
                      <a:pt x="333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4" name="Freeform 76">
                <a:extLst>
                  <a:ext uri="{FF2B5EF4-FFF2-40B4-BE49-F238E27FC236}">
                    <a16:creationId xmlns:a16="http://schemas.microsoft.com/office/drawing/2014/main" id="{CD13F1D9-6003-98C5-F5ED-A61B5BD718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9250" y="2051050"/>
                <a:ext cx="93662" cy="93663"/>
              </a:xfrm>
              <a:custGeom>
                <a:avLst/>
                <a:gdLst>
                  <a:gd name="T0" fmla="*/ 121 w 121"/>
                  <a:gd name="T1" fmla="*/ 6 h 120"/>
                  <a:gd name="T2" fmla="*/ 115 w 121"/>
                  <a:gd name="T3" fmla="*/ 0 h 120"/>
                  <a:gd name="T4" fmla="*/ 6 w 121"/>
                  <a:gd name="T5" fmla="*/ 0 h 120"/>
                  <a:gd name="T6" fmla="*/ 0 w 121"/>
                  <a:gd name="T7" fmla="*/ 6 h 120"/>
                  <a:gd name="T8" fmla="*/ 0 w 121"/>
                  <a:gd name="T9" fmla="*/ 115 h 120"/>
                  <a:gd name="T10" fmla="*/ 6 w 121"/>
                  <a:gd name="T11" fmla="*/ 120 h 120"/>
                  <a:gd name="T12" fmla="*/ 115 w 121"/>
                  <a:gd name="T13" fmla="*/ 120 h 120"/>
                  <a:gd name="T14" fmla="*/ 121 w 121"/>
                  <a:gd name="T15" fmla="*/ 115 h 120"/>
                  <a:gd name="T16" fmla="*/ 121 w 121"/>
                  <a:gd name="T17" fmla="*/ 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1" h="120">
                    <a:moveTo>
                      <a:pt x="121" y="6"/>
                    </a:moveTo>
                    <a:cubicBezTo>
                      <a:pt x="121" y="2"/>
                      <a:pt x="118" y="0"/>
                      <a:pt x="11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8"/>
                      <a:pt x="3" y="120"/>
                      <a:pt x="6" y="120"/>
                    </a:cubicBezTo>
                    <a:cubicBezTo>
                      <a:pt x="115" y="120"/>
                      <a:pt x="115" y="120"/>
                      <a:pt x="115" y="120"/>
                    </a:cubicBezTo>
                    <a:cubicBezTo>
                      <a:pt x="118" y="120"/>
                      <a:pt x="121" y="118"/>
                      <a:pt x="121" y="115"/>
                    </a:cubicBezTo>
                    <a:lnTo>
                      <a:pt x="121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5" name="Freeform 77">
                <a:extLst>
                  <a:ext uri="{FF2B5EF4-FFF2-40B4-BE49-F238E27FC236}">
                    <a16:creationId xmlns:a16="http://schemas.microsoft.com/office/drawing/2014/main" id="{48AE1770-F342-A657-5108-6F975F498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9250" y="2227263"/>
                <a:ext cx="93662" cy="93663"/>
              </a:xfrm>
              <a:custGeom>
                <a:avLst/>
                <a:gdLst>
                  <a:gd name="T0" fmla="*/ 121 w 121"/>
                  <a:gd name="T1" fmla="*/ 6 h 121"/>
                  <a:gd name="T2" fmla="*/ 115 w 121"/>
                  <a:gd name="T3" fmla="*/ 0 h 121"/>
                  <a:gd name="T4" fmla="*/ 6 w 121"/>
                  <a:gd name="T5" fmla="*/ 0 h 121"/>
                  <a:gd name="T6" fmla="*/ 0 w 121"/>
                  <a:gd name="T7" fmla="*/ 6 h 121"/>
                  <a:gd name="T8" fmla="*/ 0 w 121"/>
                  <a:gd name="T9" fmla="*/ 115 h 121"/>
                  <a:gd name="T10" fmla="*/ 6 w 121"/>
                  <a:gd name="T11" fmla="*/ 121 h 121"/>
                  <a:gd name="T12" fmla="*/ 115 w 121"/>
                  <a:gd name="T13" fmla="*/ 121 h 121"/>
                  <a:gd name="T14" fmla="*/ 121 w 121"/>
                  <a:gd name="T15" fmla="*/ 115 h 121"/>
                  <a:gd name="T16" fmla="*/ 121 w 121"/>
                  <a:gd name="T17" fmla="*/ 6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1" h="121">
                    <a:moveTo>
                      <a:pt x="121" y="6"/>
                    </a:moveTo>
                    <a:cubicBezTo>
                      <a:pt x="121" y="3"/>
                      <a:pt x="118" y="0"/>
                      <a:pt x="11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8"/>
                      <a:pt x="3" y="121"/>
                      <a:pt x="6" y="121"/>
                    </a:cubicBezTo>
                    <a:cubicBezTo>
                      <a:pt x="115" y="121"/>
                      <a:pt x="115" y="121"/>
                      <a:pt x="115" y="121"/>
                    </a:cubicBezTo>
                    <a:cubicBezTo>
                      <a:pt x="118" y="121"/>
                      <a:pt x="121" y="118"/>
                      <a:pt x="121" y="115"/>
                    </a:cubicBezTo>
                    <a:lnTo>
                      <a:pt x="121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6" name="Freeform 78">
                <a:extLst>
                  <a:ext uri="{FF2B5EF4-FFF2-40B4-BE49-F238E27FC236}">
                    <a16:creationId xmlns:a16="http://schemas.microsoft.com/office/drawing/2014/main" id="{A7312857-77BC-EBDE-1159-A5E0E93D31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9250" y="2579688"/>
                <a:ext cx="93662" cy="93663"/>
              </a:xfrm>
              <a:custGeom>
                <a:avLst/>
                <a:gdLst>
                  <a:gd name="T0" fmla="*/ 115 w 121"/>
                  <a:gd name="T1" fmla="*/ 0 h 121"/>
                  <a:gd name="T2" fmla="*/ 6 w 121"/>
                  <a:gd name="T3" fmla="*/ 0 h 121"/>
                  <a:gd name="T4" fmla="*/ 0 w 121"/>
                  <a:gd name="T5" fmla="*/ 6 h 121"/>
                  <a:gd name="T6" fmla="*/ 0 w 121"/>
                  <a:gd name="T7" fmla="*/ 115 h 121"/>
                  <a:gd name="T8" fmla="*/ 6 w 121"/>
                  <a:gd name="T9" fmla="*/ 121 h 121"/>
                  <a:gd name="T10" fmla="*/ 115 w 121"/>
                  <a:gd name="T11" fmla="*/ 121 h 121"/>
                  <a:gd name="T12" fmla="*/ 121 w 121"/>
                  <a:gd name="T13" fmla="*/ 115 h 121"/>
                  <a:gd name="T14" fmla="*/ 121 w 121"/>
                  <a:gd name="T15" fmla="*/ 6 h 121"/>
                  <a:gd name="T16" fmla="*/ 115 w 121"/>
                  <a:gd name="T1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1" h="121">
                    <a:moveTo>
                      <a:pt x="115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8"/>
                      <a:pt x="3" y="121"/>
                      <a:pt x="6" y="121"/>
                    </a:cubicBezTo>
                    <a:cubicBezTo>
                      <a:pt x="115" y="121"/>
                      <a:pt x="115" y="121"/>
                      <a:pt x="115" y="121"/>
                    </a:cubicBezTo>
                    <a:cubicBezTo>
                      <a:pt x="118" y="121"/>
                      <a:pt x="121" y="118"/>
                      <a:pt x="121" y="115"/>
                    </a:cubicBezTo>
                    <a:cubicBezTo>
                      <a:pt x="121" y="6"/>
                      <a:pt x="121" y="6"/>
                      <a:pt x="121" y="6"/>
                    </a:cubicBezTo>
                    <a:cubicBezTo>
                      <a:pt x="121" y="3"/>
                      <a:pt x="118" y="0"/>
                      <a:pt x="1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7" name="Freeform 79">
                <a:extLst>
                  <a:ext uri="{FF2B5EF4-FFF2-40B4-BE49-F238E27FC236}">
                    <a16:creationId xmlns:a16="http://schemas.microsoft.com/office/drawing/2014/main" id="{48827A0C-66CD-4741-AF5D-F728611AD4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9250" y="2403475"/>
                <a:ext cx="93662" cy="92075"/>
              </a:xfrm>
              <a:custGeom>
                <a:avLst/>
                <a:gdLst>
                  <a:gd name="T0" fmla="*/ 121 w 121"/>
                  <a:gd name="T1" fmla="*/ 6 h 120"/>
                  <a:gd name="T2" fmla="*/ 115 w 121"/>
                  <a:gd name="T3" fmla="*/ 0 h 120"/>
                  <a:gd name="T4" fmla="*/ 6 w 121"/>
                  <a:gd name="T5" fmla="*/ 0 h 120"/>
                  <a:gd name="T6" fmla="*/ 0 w 121"/>
                  <a:gd name="T7" fmla="*/ 6 h 120"/>
                  <a:gd name="T8" fmla="*/ 0 w 121"/>
                  <a:gd name="T9" fmla="*/ 114 h 120"/>
                  <a:gd name="T10" fmla="*/ 6 w 121"/>
                  <a:gd name="T11" fmla="*/ 120 h 120"/>
                  <a:gd name="T12" fmla="*/ 115 w 121"/>
                  <a:gd name="T13" fmla="*/ 120 h 120"/>
                  <a:gd name="T14" fmla="*/ 121 w 121"/>
                  <a:gd name="T15" fmla="*/ 114 h 120"/>
                  <a:gd name="T16" fmla="*/ 121 w 121"/>
                  <a:gd name="T17" fmla="*/ 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1" h="120">
                    <a:moveTo>
                      <a:pt x="121" y="6"/>
                    </a:moveTo>
                    <a:cubicBezTo>
                      <a:pt x="121" y="2"/>
                      <a:pt x="118" y="0"/>
                      <a:pt x="11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0" y="118"/>
                      <a:pt x="3" y="120"/>
                      <a:pt x="6" y="120"/>
                    </a:cubicBezTo>
                    <a:cubicBezTo>
                      <a:pt x="115" y="120"/>
                      <a:pt x="115" y="120"/>
                      <a:pt x="115" y="120"/>
                    </a:cubicBezTo>
                    <a:cubicBezTo>
                      <a:pt x="118" y="120"/>
                      <a:pt x="121" y="118"/>
                      <a:pt x="121" y="114"/>
                    </a:cubicBezTo>
                    <a:lnTo>
                      <a:pt x="121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8" name="Freeform 80">
                <a:extLst>
                  <a:ext uri="{FF2B5EF4-FFF2-40B4-BE49-F238E27FC236}">
                    <a16:creationId xmlns:a16="http://schemas.microsoft.com/office/drawing/2014/main" id="{A29057E9-A6F6-ECAD-8462-D223C6DB4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48763" y="1920875"/>
                <a:ext cx="592137" cy="860425"/>
              </a:xfrm>
              <a:custGeom>
                <a:avLst/>
                <a:gdLst>
                  <a:gd name="T0" fmla="*/ 739 w 767"/>
                  <a:gd name="T1" fmla="*/ 1087 h 1115"/>
                  <a:gd name="T2" fmla="*/ 603 w 767"/>
                  <a:gd name="T3" fmla="*/ 1087 h 1115"/>
                  <a:gd name="T4" fmla="*/ 566 w 767"/>
                  <a:gd name="T5" fmla="*/ 1087 h 1115"/>
                  <a:gd name="T6" fmla="*/ 28 w 767"/>
                  <a:gd name="T7" fmla="*/ 1087 h 1115"/>
                  <a:gd name="T8" fmla="*/ 28 w 767"/>
                  <a:gd name="T9" fmla="*/ 28 h 1115"/>
                  <a:gd name="T10" fmla="*/ 148 w 767"/>
                  <a:gd name="T11" fmla="*/ 28 h 1115"/>
                  <a:gd name="T12" fmla="*/ 138 w 767"/>
                  <a:gd name="T13" fmla="*/ 0 h 1115"/>
                  <a:gd name="T14" fmla="*/ 14 w 767"/>
                  <a:gd name="T15" fmla="*/ 0 h 1115"/>
                  <a:gd name="T16" fmla="*/ 0 w 767"/>
                  <a:gd name="T17" fmla="*/ 14 h 1115"/>
                  <a:gd name="T18" fmla="*/ 0 w 767"/>
                  <a:gd name="T19" fmla="*/ 1101 h 1115"/>
                  <a:gd name="T20" fmla="*/ 14 w 767"/>
                  <a:gd name="T21" fmla="*/ 1115 h 1115"/>
                  <a:gd name="T22" fmla="*/ 556 w 767"/>
                  <a:gd name="T23" fmla="*/ 1115 h 1115"/>
                  <a:gd name="T24" fmla="*/ 613 w 767"/>
                  <a:gd name="T25" fmla="*/ 1115 h 1115"/>
                  <a:gd name="T26" fmla="*/ 753 w 767"/>
                  <a:gd name="T27" fmla="*/ 1115 h 1115"/>
                  <a:gd name="T28" fmla="*/ 767 w 767"/>
                  <a:gd name="T29" fmla="*/ 1101 h 1115"/>
                  <a:gd name="T30" fmla="*/ 767 w 767"/>
                  <a:gd name="T31" fmla="*/ 857 h 1115"/>
                  <a:gd name="T32" fmla="*/ 739 w 767"/>
                  <a:gd name="T33" fmla="*/ 862 h 1115"/>
                  <a:gd name="T34" fmla="*/ 739 w 767"/>
                  <a:gd name="T35" fmla="*/ 1087 h 1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67" h="1115">
                    <a:moveTo>
                      <a:pt x="739" y="1087"/>
                    </a:moveTo>
                    <a:cubicBezTo>
                      <a:pt x="603" y="1087"/>
                      <a:pt x="603" y="1087"/>
                      <a:pt x="603" y="1087"/>
                    </a:cubicBezTo>
                    <a:cubicBezTo>
                      <a:pt x="566" y="1087"/>
                      <a:pt x="566" y="1087"/>
                      <a:pt x="566" y="1087"/>
                    </a:cubicBezTo>
                    <a:cubicBezTo>
                      <a:pt x="28" y="1087"/>
                      <a:pt x="28" y="1087"/>
                      <a:pt x="28" y="1087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148" y="28"/>
                      <a:pt x="148" y="28"/>
                      <a:pt x="148" y="28"/>
                    </a:cubicBezTo>
                    <a:cubicBezTo>
                      <a:pt x="144" y="20"/>
                      <a:pt x="140" y="10"/>
                      <a:pt x="138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6" y="0"/>
                      <a:pt x="0" y="7"/>
                      <a:pt x="0" y="14"/>
                    </a:cubicBezTo>
                    <a:cubicBezTo>
                      <a:pt x="0" y="1101"/>
                      <a:pt x="0" y="1101"/>
                      <a:pt x="0" y="1101"/>
                    </a:cubicBezTo>
                    <a:cubicBezTo>
                      <a:pt x="0" y="1109"/>
                      <a:pt x="6" y="1115"/>
                      <a:pt x="14" y="1115"/>
                    </a:cubicBezTo>
                    <a:cubicBezTo>
                      <a:pt x="556" y="1115"/>
                      <a:pt x="556" y="1115"/>
                      <a:pt x="556" y="1115"/>
                    </a:cubicBezTo>
                    <a:cubicBezTo>
                      <a:pt x="613" y="1115"/>
                      <a:pt x="613" y="1115"/>
                      <a:pt x="613" y="1115"/>
                    </a:cubicBezTo>
                    <a:cubicBezTo>
                      <a:pt x="753" y="1115"/>
                      <a:pt x="753" y="1115"/>
                      <a:pt x="753" y="1115"/>
                    </a:cubicBezTo>
                    <a:cubicBezTo>
                      <a:pt x="761" y="1115"/>
                      <a:pt x="767" y="1109"/>
                      <a:pt x="767" y="1101"/>
                    </a:cubicBezTo>
                    <a:cubicBezTo>
                      <a:pt x="767" y="857"/>
                      <a:pt x="767" y="857"/>
                      <a:pt x="767" y="857"/>
                    </a:cubicBezTo>
                    <a:cubicBezTo>
                      <a:pt x="758" y="859"/>
                      <a:pt x="749" y="860"/>
                      <a:pt x="739" y="862"/>
                    </a:cubicBezTo>
                    <a:lnTo>
                      <a:pt x="739" y="10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9" name="Freeform 81">
                <a:extLst>
                  <a:ext uri="{FF2B5EF4-FFF2-40B4-BE49-F238E27FC236}">
                    <a16:creationId xmlns:a16="http://schemas.microsoft.com/office/drawing/2014/main" id="{6B132944-86E4-01C8-1F64-D668AF9F8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82113" y="1882775"/>
                <a:ext cx="328612" cy="100013"/>
              </a:xfrm>
              <a:custGeom>
                <a:avLst/>
                <a:gdLst>
                  <a:gd name="T0" fmla="*/ 96 w 426"/>
                  <a:gd name="T1" fmla="*/ 129 h 129"/>
                  <a:gd name="T2" fmla="*/ 331 w 426"/>
                  <a:gd name="T3" fmla="*/ 129 h 129"/>
                  <a:gd name="T4" fmla="*/ 426 w 426"/>
                  <a:gd name="T5" fmla="*/ 33 h 129"/>
                  <a:gd name="T6" fmla="*/ 426 w 426"/>
                  <a:gd name="T7" fmla="*/ 15 h 129"/>
                  <a:gd name="T8" fmla="*/ 412 w 426"/>
                  <a:gd name="T9" fmla="*/ 0 h 129"/>
                  <a:gd name="T10" fmla="*/ 15 w 426"/>
                  <a:gd name="T11" fmla="*/ 0 h 129"/>
                  <a:gd name="T12" fmla="*/ 0 w 426"/>
                  <a:gd name="T13" fmla="*/ 15 h 129"/>
                  <a:gd name="T14" fmla="*/ 0 w 426"/>
                  <a:gd name="T15" fmla="*/ 33 h 129"/>
                  <a:gd name="T16" fmla="*/ 96 w 426"/>
                  <a:gd name="T17" fmla="*/ 129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6" h="129">
                    <a:moveTo>
                      <a:pt x="96" y="129"/>
                    </a:moveTo>
                    <a:cubicBezTo>
                      <a:pt x="331" y="129"/>
                      <a:pt x="331" y="129"/>
                      <a:pt x="331" y="129"/>
                    </a:cubicBezTo>
                    <a:cubicBezTo>
                      <a:pt x="383" y="129"/>
                      <a:pt x="426" y="86"/>
                      <a:pt x="426" y="33"/>
                    </a:cubicBezTo>
                    <a:cubicBezTo>
                      <a:pt x="426" y="15"/>
                      <a:pt x="426" y="15"/>
                      <a:pt x="426" y="15"/>
                    </a:cubicBezTo>
                    <a:cubicBezTo>
                      <a:pt x="426" y="7"/>
                      <a:pt x="420" y="0"/>
                      <a:pt x="412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7"/>
                      <a:pt x="0" y="1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86"/>
                      <a:pt x="43" y="129"/>
                      <a:pt x="96" y="1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0" name="Freeform 82">
                <a:extLst>
                  <a:ext uri="{FF2B5EF4-FFF2-40B4-BE49-F238E27FC236}">
                    <a16:creationId xmlns:a16="http://schemas.microsoft.com/office/drawing/2014/main" id="{C16A185B-6D7C-98A7-122D-A05D899A3B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4825" y="2466975"/>
                <a:ext cx="103187" cy="17463"/>
              </a:xfrm>
              <a:custGeom>
                <a:avLst/>
                <a:gdLst>
                  <a:gd name="T0" fmla="*/ 0 w 134"/>
                  <a:gd name="T1" fmla="*/ 0 h 24"/>
                  <a:gd name="T2" fmla="*/ 0 w 134"/>
                  <a:gd name="T3" fmla="*/ 24 h 24"/>
                  <a:gd name="T4" fmla="*/ 134 w 134"/>
                  <a:gd name="T5" fmla="*/ 24 h 24"/>
                  <a:gd name="T6" fmla="*/ 119 w 134"/>
                  <a:gd name="T7" fmla="*/ 0 h 24"/>
                  <a:gd name="T8" fmla="*/ 0 w 13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4" h="24">
                    <a:moveTo>
                      <a:pt x="0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134" y="24"/>
                      <a:pt x="134" y="24"/>
                      <a:pt x="134" y="24"/>
                    </a:cubicBezTo>
                    <a:cubicBezTo>
                      <a:pt x="129" y="16"/>
                      <a:pt x="124" y="8"/>
                      <a:pt x="11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1" name="Freeform 83">
                <a:extLst>
                  <a:ext uri="{FF2B5EF4-FFF2-40B4-BE49-F238E27FC236}">
                    <a16:creationId xmlns:a16="http://schemas.microsoft.com/office/drawing/2014/main" id="{B375731C-D3DA-1A79-1B79-DD77400EF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4825" y="2406650"/>
                <a:ext cx="73025" cy="17463"/>
              </a:xfrm>
              <a:custGeom>
                <a:avLst/>
                <a:gdLst>
                  <a:gd name="T0" fmla="*/ 0 w 95"/>
                  <a:gd name="T1" fmla="*/ 0 h 24"/>
                  <a:gd name="T2" fmla="*/ 0 w 95"/>
                  <a:gd name="T3" fmla="*/ 24 h 24"/>
                  <a:gd name="T4" fmla="*/ 95 w 95"/>
                  <a:gd name="T5" fmla="*/ 24 h 24"/>
                  <a:gd name="T6" fmla="*/ 89 w 95"/>
                  <a:gd name="T7" fmla="*/ 0 h 24"/>
                  <a:gd name="T8" fmla="*/ 0 w 9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24">
                    <a:moveTo>
                      <a:pt x="0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95" y="24"/>
                      <a:pt x="95" y="24"/>
                      <a:pt x="95" y="24"/>
                    </a:cubicBezTo>
                    <a:cubicBezTo>
                      <a:pt x="93" y="16"/>
                      <a:pt x="91" y="8"/>
                      <a:pt x="8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2" name="Freeform 84">
                <a:extLst>
                  <a:ext uri="{FF2B5EF4-FFF2-40B4-BE49-F238E27FC236}">
                    <a16:creationId xmlns:a16="http://schemas.microsoft.com/office/drawing/2014/main" id="{EFA7C5AE-4A06-FFE3-E0D6-20E366C9D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28188" y="1920875"/>
                <a:ext cx="112712" cy="200025"/>
              </a:xfrm>
              <a:custGeom>
                <a:avLst/>
                <a:gdLst>
                  <a:gd name="T0" fmla="*/ 119 w 147"/>
                  <a:gd name="T1" fmla="*/ 254 h 259"/>
                  <a:gd name="T2" fmla="*/ 147 w 147"/>
                  <a:gd name="T3" fmla="*/ 259 h 259"/>
                  <a:gd name="T4" fmla="*/ 147 w 147"/>
                  <a:gd name="T5" fmla="*/ 14 h 259"/>
                  <a:gd name="T6" fmla="*/ 133 w 147"/>
                  <a:gd name="T7" fmla="*/ 0 h 259"/>
                  <a:gd name="T8" fmla="*/ 10 w 147"/>
                  <a:gd name="T9" fmla="*/ 0 h 259"/>
                  <a:gd name="T10" fmla="*/ 0 w 147"/>
                  <a:gd name="T11" fmla="*/ 28 h 259"/>
                  <a:gd name="T12" fmla="*/ 119 w 147"/>
                  <a:gd name="T13" fmla="*/ 28 h 259"/>
                  <a:gd name="T14" fmla="*/ 119 w 147"/>
                  <a:gd name="T15" fmla="*/ 254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7" h="259">
                    <a:moveTo>
                      <a:pt x="119" y="254"/>
                    </a:moveTo>
                    <a:cubicBezTo>
                      <a:pt x="129" y="255"/>
                      <a:pt x="138" y="257"/>
                      <a:pt x="147" y="259"/>
                    </a:cubicBezTo>
                    <a:cubicBezTo>
                      <a:pt x="147" y="14"/>
                      <a:pt x="147" y="14"/>
                      <a:pt x="147" y="14"/>
                    </a:cubicBezTo>
                    <a:cubicBezTo>
                      <a:pt x="147" y="7"/>
                      <a:pt x="141" y="0"/>
                      <a:pt x="133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8" y="10"/>
                      <a:pt x="5" y="20"/>
                      <a:pt x="0" y="28"/>
                    </a:cubicBezTo>
                    <a:cubicBezTo>
                      <a:pt x="119" y="28"/>
                      <a:pt x="119" y="28"/>
                      <a:pt x="119" y="28"/>
                    </a:cubicBezTo>
                    <a:lnTo>
                      <a:pt x="119" y="2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6A98A0C-1551-F25F-D783-6BD101C03EB6}"/>
              </a:ext>
            </a:extLst>
          </p:cNvPr>
          <p:cNvGrpSpPr/>
          <p:nvPr/>
        </p:nvGrpSpPr>
        <p:grpSpPr>
          <a:xfrm>
            <a:off x="8129234" y="2515343"/>
            <a:ext cx="3328684" cy="1534303"/>
            <a:chOff x="1334537" y="1956974"/>
            <a:chExt cx="3932555" cy="1940078"/>
          </a:xfrm>
        </p:grpSpPr>
        <p:sp>
          <p:nvSpPr>
            <p:cNvPr id="4" name="Freeform 28">
              <a:extLst>
                <a:ext uri="{FF2B5EF4-FFF2-40B4-BE49-F238E27FC236}">
                  <a16:creationId xmlns:a16="http://schemas.microsoft.com/office/drawing/2014/main" id="{F5802F1E-E59F-5F2F-F4A3-EA69D8150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380" y="2116410"/>
              <a:ext cx="1506510" cy="1780642"/>
            </a:xfrm>
            <a:custGeom>
              <a:avLst/>
              <a:gdLst>
                <a:gd name="T0" fmla="*/ 701 w 783"/>
                <a:gd name="T1" fmla="*/ 549 h 924"/>
                <a:gd name="T2" fmla="*/ 680 w 783"/>
                <a:gd name="T3" fmla="*/ 540 h 924"/>
                <a:gd name="T4" fmla="*/ 645 w 783"/>
                <a:gd name="T5" fmla="*/ 491 h 924"/>
                <a:gd name="T6" fmla="*/ 618 w 783"/>
                <a:gd name="T7" fmla="*/ 465 h 924"/>
                <a:gd name="T8" fmla="*/ 565 w 783"/>
                <a:gd name="T9" fmla="*/ 471 h 924"/>
                <a:gd name="T10" fmla="*/ 519 w 783"/>
                <a:gd name="T11" fmla="*/ 471 h 924"/>
                <a:gd name="T12" fmla="*/ 487 w 783"/>
                <a:gd name="T13" fmla="*/ 428 h 924"/>
                <a:gd name="T14" fmla="*/ 448 w 783"/>
                <a:gd name="T15" fmla="*/ 409 h 924"/>
                <a:gd name="T16" fmla="*/ 415 w 783"/>
                <a:gd name="T17" fmla="*/ 355 h 924"/>
                <a:gd name="T18" fmla="*/ 469 w 783"/>
                <a:gd name="T19" fmla="*/ 332 h 924"/>
                <a:gd name="T20" fmla="*/ 509 w 783"/>
                <a:gd name="T21" fmla="*/ 328 h 924"/>
                <a:gd name="T22" fmla="*/ 542 w 783"/>
                <a:gd name="T23" fmla="*/ 278 h 924"/>
                <a:gd name="T24" fmla="*/ 573 w 783"/>
                <a:gd name="T25" fmla="*/ 239 h 924"/>
                <a:gd name="T26" fmla="*/ 624 w 783"/>
                <a:gd name="T27" fmla="*/ 220 h 924"/>
                <a:gd name="T28" fmla="*/ 578 w 783"/>
                <a:gd name="T29" fmla="*/ 200 h 924"/>
                <a:gd name="T30" fmla="*/ 640 w 783"/>
                <a:gd name="T31" fmla="*/ 189 h 924"/>
                <a:gd name="T32" fmla="*/ 675 w 783"/>
                <a:gd name="T33" fmla="*/ 207 h 924"/>
                <a:gd name="T34" fmla="*/ 647 w 783"/>
                <a:gd name="T35" fmla="*/ 161 h 924"/>
                <a:gd name="T36" fmla="*/ 577 w 783"/>
                <a:gd name="T37" fmla="*/ 128 h 924"/>
                <a:gd name="T38" fmla="*/ 533 w 783"/>
                <a:gd name="T39" fmla="*/ 152 h 924"/>
                <a:gd name="T40" fmla="*/ 507 w 783"/>
                <a:gd name="T41" fmla="*/ 169 h 924"/>
                <a:gd name="T42" fmla="*/ 440 w 783"/>
                <a:gd name="T43" fmla="*/ 134 h 924"/>
                <a:gd name="T44" fmla="*/ 481 w 783"/>
                <a:gd name="T45" fmla="*/ 97 h 924"/>
                <a:gd name="T46" fmla="*/ 485 w 783"/>
                <a:gd name="T47" fmla="*/ 83 h 924"/>
                <a:gd name="T48" fmla="*/ 524 w 783"/>
                <a:gd name="T49" fmla="*/ 53 h 924"/>
                <a:gd name="T50" fmla="*/ 552 w 783"/>
                <a:gd name="T51" fmla="*/ 75 h 924"/>
                <a:gd name="T52" fmla="*/ 575 w 783"/>
                <a:gd name="T53" fmla="*/ 103 h 924"/>
                <a:gd name="T54" fmla="*/ 594 w 783"/>
                <a:gd name="T55" fmla="*/ 88 h 924"/>
                <a:gd name="T56" fmla="*/ 613 w 783"/>
                <a:gd name="T57" fmla="*/ 72 h 924"/>
                <a:gd name="T58" fmla="*/ 489 w 783"/>
                <a:gd name="T59" fmla="*/ 32 h 924"/>
                <a:gd name="T60" fmla="*/ 478 w 783"/>
                <a:gd name="T61" fmla="*/ 66 h 924"/>
                <a:gd name="T62" fmla="*/ 433 w 783"/>
                <a:gd name="T63" fmla="*/ 55 h 924"/>
                <a:gd name="T64" fmla="*/ 410 w 783"/>
                <a:gd name="T65" fmla="*/ 70 h 924"/>
                <a:gd name="T66" fmla="*/ 375 w 783"/>
                <a:gd name="T67" fmla="*/ 31 h 924"/>
                <a:gd name="T68" fmla="*/ 339 w 783"/>
                <a:gd name="T69" fmla="*/ 13 h 924"/>
                <a:gd name="T70" fmla="*/ 314 w 783"/>
                <a:gd name="T71" fmla="*/ 19 h 924"/>
                <a:gd name="T72" fmla="*/ 317 w 783"/>
                <a:gd name="T73" fmla="*/ 31 h 924"/>
                <a:gd name="T74" fmla="*/ 303 w 783"/>
                <a:gd name="T75" fmla="*/ 59 h 924"/>
                <a:gd name="T76" fmla="*/ 220 w 783"/>
                <a:gd name="T77" fmla="*/ 52 h 924"/>
                <a:gd name="T78" fmla="*/ 106 w 783"/>
                <a:gd name="T79" fmla="*/ 45 h 924"/>
                <a:gd name="T80" fmla="*/ 22 w 783"/>
                <a:gd name="T81" fmla="*/ 56 h 924"/>
                <a:gd name="T82" fmla="*/ 32 w 783"/>
                <a:gd name="T83" fmla="*/ 94 h 924"/>
                <a:gd name="T84" fmla="*/ 45 w 783"/>
                <a:gd name="T85" fmla="*/ 129 h 924"/>
                <a:gd name="T86" fmla="*/ 45 w 783"/>
                <a:gd name="T87" fmla="*/ 156 h 924"/>
                <a:gd name="T88" fmla="*/ 92 w 783"/>
                <a:gd name="T89" fmla="*/ 123 h 924"/>
                <a:gd name="T90" fmla="*/ 194 w 783"/>
                <a:gd name="T91" fmla="*/ 149 h 924"/>
                <a:gd name="T92" fmla="*/ 257 w 783"/>
                <a:gd name="T93" fmla="*/ 224 h 924"/>
                <a:gd name="T94" fmla="*/ 338 w 783"/>
                <a:gd name="T95" fmla="*/ 367 h 924"/>
                <a:gd name="T96" fmla="*/ 354 w 783"/>
                <a:gd name="T97" fmla="*/ 372 h 924"/>
                <a:gd name="T98" fmla="*/ 477 w 783"/>
                <a:gd name="T99" fmla="*/ 462 h 924"/>
                <a:gd name="T100" fmla="*/ 520 w 783"/>
                <a:gd name="T101" fmla="*/ 590 h 924"/>
                <a:gd name="T102" fmla="*/ 552 w 783"/>
                <a:gd name="T103" fmla="*/ 822 h 924"/>
                <a:gd name="T104" fmla="*/ 567 w 783"/>
                <a:gd name="T105" fmla="*/ 920 h 924"/>
                <a:gd name="T106" fmla="*/ 594 w 783"/>
                <a:gd name="T107" fmla="*/ 878 h 924"/>
                <a:gd name="T108" fmla="*/ 613 w 783"/>
                <a:gd name="T109" fmla="*/ 832 h 924"/>
                <a:gd name="T110" fmla="*/ 649 w 783"/>
                <a:gd name="T111" fmla="*/ 801 h 924"/>
                <a:gd name="T112" fmla="*/ 682 w 783"/>
                <a:gd name="T113" fmla="*/ 762 h 924"/>
                <a:gd name="T114" fmla="*/ 702 w 783"/>
                <a:gd name="T115" fmla="*/ 716 h 924"/>
                <a:gd name="T116" fmla="*/ 755 w 783"/>
                <a:gd name="T117" fmla="*/ 665 h 924"/>
                <a:gd name="T118" fmla="*/ 776 w 783"/>
                <a:gd name="T119" fmla="*/ 607 h 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83" h="924">
                  <a:moveTo>
                    <a:pt x="782" y="587"/>
                  </a:moveTo>
                  <a:cubicBezTo>
                    <a:pt x="782" y="585"/>
                    <a:pt x="781" y="582"/>
                    <a:pt x="779" y="580"/>
                  </a:cubicBezTo>
                  <a:cubicBezTo>
                    <a:pt x="781" y="580"/>
                    <a:pt x="781" y="580"/>
                    <a:pt x="781" y="580"/>
                  </a:cubicBezTo>
                  <a:cubicBezTo>
                    <a:pt x="779" y="576"/>
                    <a:pt x="776" y="573"/>
                    <a:pt x="774" y="572"/>
                  </a:cubicBezTo>
                  <a:cubicBezTo>
                    <a:pt x="771" y="571"/>
                    <a:pt x="767" y="570"/>
                    <a:pt x="764" y="568"/>
                  </a:cubicBezTo>
                  <a:cubicBezTo>
                    <a:pt x="762" y="568"/>
                    <a:pt x="762" y="568"/>
                    <a:pt x="762" y="568"/>
                  </a:cubicBezTo>
                  <a:cubicBezTo>
                    <a:pt x="760" y="568"/>
                    <a:pt x="759" y="567"/>
                    <a:pt x="759" y="566"/>
                  </a:cubicBezTo>
                  <a:cubicBezTo>
                    <a:pt x="758" y="564"/>
                    <a:pt x="756" y="562"/>
                    <a:pt x="754" y="561"/>
                  </a:cubicBezTo>
                  <a:cubicBezTo>
                    <a:pt x="755" y="561"/>
                    <a:pt x="755" y="561"/>
                    <a:pt x="755" y="561"/>
                  </a:cubicBezTo>
                  <a:cubicBezTo>
                    <a:pt x="752" y="558"/>
                    <a:pt x="747" y="556"/>
                    <a:pt x="745" y="557"/>
                  </a:cubicBezTo>
                  <a:cubicBezTo>
                    <a:pt x="742" y="558"/>
                    <a:pt x="737" y="559"/>
                    <a:pt x="733" y="556"/>
                  </a:cubicBezTo>
                  <a:cubicBezTo>
                    <a:pt x="730" y="554"/>
                    <a:pt x="726" y="551"/>
                    <a:pt x="722" y="549"/>
                  </a:cubicBezTo>
                  <a:cubicBezTo>
                    <a:pt x="721" y="549"/>
                    <a:pt x="721" y="549"/>
                    <a:pt x="721" y="549"/>
                  </a:cubicBezTo>
                  <a:cubicBezTo>
                    <a:pt x="720" y="549"/>
                    <a:pt x="720" y="548"/>
                    <a:pt x="719" y="548"/>
                  </a:cubicBezTo>
                  <a:cubicBezTo>
                    <a:pt x="717" y="546"/>
                    <a:pt x="710" y="544"/>
                    <a:pt x="708" y="544"/>
                  </a:cubicBezTo>
                  <a:cubicBezTo>
                    <a:pt x="705" y="544"/>
                    <a:pt x="705" y="541"/>
                    <a:pt x="701" y="549"/>
                  </a:cubicBezTo>
                  <a:cubicBezTo>
                    <a:pt x="698" y="553"/>
                    <a:pt x="698" y="555"/>
                    <a:pt x="698" y="556"/>
                  </a:cubicBezTo>
                  <a:cubicBezTo>
                    <a:pt x="697" y="556"/>
                    <a:pt x="696" y="556"/>
                    <a:pt x="694" y="556"/>
                  </a:cubicBezTo>
                  <a:cubicBezTo>
                    <a:pt x="690" y="556"/>
                    <a:pt x="690" y="555"/>
                    <a:pt x="691" y="554"/>
                  </a:cubicBezTo>
                  <a:cubicBezTo>
                    <a:pt x="692" y="554"/>
                    <a:pt x="692" y="554"/>
                    <a:pt x="693" y="553"/>
                  </a:cubicBezTo>
                  <a:cubicBezTo>
                    <a:pt x="694" y="552"/>
                    <a:pt x="696" y="551"/>
                    <a:pt x="698" y="549"/>
                  </a:cubicBezTo>
                  <a:cubicBezTo>
                    <a:pt x="697" y="549"/>
                    <a:pt x="697" y="549"/>
                    <a:pt x="697" y="549"/>
                  </a:cubicBezTo>
                  <a:cubicBezTo>
                    <a:pt x="698" y="549"/>
                    <a:pt x="698" y="548"/>
                    <a:pt x="698" y="548"/>
                  </a:cubicBezTo>
                  <a:cubicBezTo>
                    <a:pt x="700" y="545"/>
                    <a:pt x="700" y="543"/>
                    <a:pt x="700" y="541"/>
                  </a:cubicBezTo>
                  <a:cubicBezTo>
                    <a:pt x="701" y="541"/>
                    <a:pt x="701" y="541"/>
                    <a:pt x="701" y="541"/>
                  </a:cubicBezTo>
                  <a:cubicBezTo>
                    <a:pt x="700" y="538"/>
                    <a:pt x="697" y="537"/>
                    <a:pt x="694" y="538"/>
                  </a:cubicBezTo>
                  <a:cubicBezTo>
                    <a:pt x="693" y="538"/>
                    <a:pt x="692" y="539"/>
                    <a:pt x="692" y="539"/>
                  </a:cubicBezTo>
                  <a:cubicBezTo>
                    <a:pt x="688" y="541"/>
                    <a:pt x="690" y="544"/>
                    <a:pt x="683" y="546"/>
                  </a:cubicBezTo>
                  <a:cubicBezTo>
                    <a:pt x="677" y="547"/>
                    <a:pt x="675" y="543"/>
                    <a:pt x="678" y="541"/>
                  </a:cubicBezTo>
                  <a:cubicBezTo>
                    <a:pt x="678" y="541"/>
                    <a:pt x="678" y="541"/>
                    <a:pt x="678" y="541"/>
                  </a:cubicBezTo>
                  <a:cubicBezTo>
                    <a:pt x="679" y="541"/>
                    <a:pt x="679" y="541"/>
                    <a:pt x="679" y="541"/>
                  </a:cubicBezTo>
                  <a:cubicBezTo>
                    <a:pt x="679" y="541"/>
                    <a:pt x="680" y="540"/>
                    <a:pt x="680" y="540"/>
                  </a:cubicBezTo>
                  <a:cubicBezTo>
                    <a:pt x="683" y="540"/>
                    <a:pt x="687" y="538"/>
                    <a:pt x="690" y="536"/>
                  </a:cubicBezTo>
                  <a:cubicBezTo>
                    <a:pt x="693" y="534"/>
                    <a:pt x="695" y="532"/>
                    <a:pt x="695" y="531"/>
                  </a:cubicBezTo>
                  <a:cubicBezTo>
                    <a:pt x="695" y="531"/>
                    <a:pt x="695" y="530"/>
                    <a:pt x="695" y="530"/>
                  </a:cubicBezTo>
                  <a:cubicBezTo>
                    <a:pt x="694" y="530"/>
                    <a:pt x="694" y="530"/>
                    <a:pt x="694" y="530"/>
                  </a:cubicBezTo>
                  <a:cubicBezTo>
                    <a:pt x="694" y="527"/>
                    <a:pt x="692" y="523"/>
                    <a:pt x="689" y="523"/>
                  </a:cubicBezTo>
                  <a:cubicBezTo>
                    <a:pt x="688" y="523"/>
                    <a:pt x="688" y="522"/>
                    <a:pt x="687" y="522"/>
                  </a:cubicBezTo>
                  <a:cubicBezTo>
                    <a:pt x="689" y="522"/>
                    <a:pt x="689" y="522"/>
                    <a:pt x="689" y="522"/>
                  </a:cubicBezTo>
                  <a:cubicBezTo>
                    <a:pt x="686" y="521"/>
                    <a:pt x="686" y="516"/>
                    <a:pt x="682" y="510"/>
                  </a:cubicBezTo>
                  <a:cubicBezTo>
                    <a:pt x="681" y="510"/>
                    <a:pt x="681" y="510"/>
                    <a:pt x="681" y="510"/>
                  </a:cubicBezTo>
                  <a:cubicBezTo>
                    <a:pt x="681" y="510"/>
                    <a:pt x="680" y="510"/>
                    <a:pt x="680" y="509"/>
                  </a:cubicBezTo>
                  <a:cubicBezTo>
                    <a:pt x="678" y="507"/>
                    <a:pt x="676" y="505"/>
                    <a:pt x="674" y="502"/>
                  </a:cubicBezTo>
                  <a:cubicBezTo>
                    <a:pt x="676" y="502"/>
                    <a:pt x="676" y="502"/>
                    <a:pt x="676" y="502"/>
                  </a:cubicBezTo>
                  <a:cubicBezTo>
                    <a:pt x="671" y="497"/>
                    <a:pt x="665" y="493"/>
                    <a:pt x="661" y="493"/>
                  </a:cubicBezTo>
                  <a:cubicBezTo>
                    <a:pt x="655" y="495"/>
                    <a:pt x="651" y="500"/>
                    <a:pt x="648" y="494"/>
                  </a:cubicBezTo>
                  <a:cubicBezTo>
                    <a:pt x="648" y="493"/>
                    <a:pt x="647" y="492"/>
                    <a:pt x="647" y="491"/>
                  </a:cubicBezTo>
                  <a:cubicBezTo>
                    <a:pt x="645" y="491"/>
                    <a:pt x="645" y="491"/>
                    <a:pt x="645" y="491"/>
                  </a:cubicBezTo>
                  <a:cubicBezTo>
                    <a:pt x="643" y="487"/>
                    <a:pt x="640" y="486"/>
                    <a:pt x="639" y="483"/>
                  </a:cubicBezTo>
                  <a:cubicBezTo>
                    <a:pt x="639" y="483"/>
                    <a:pt x="639" y="483"/>
                    <a:pt x="639" y="483"/>
                  </a:cubicBezTo>
                  <a:cubicBezTo>
                    <a:pt x="640" y="483"/>
                    <a:pt x="640" y="483"/>
                    <a:pt x="640" y="483"/>
                  </a:cubicBezTo>
                  <a:cubicBezTo>
                    <a:pt x="640" y="483"/>
                    <a:pt x="640" y="483"/>
                    <a:pt x="640" y="483"/>
                  </a:cubicBezTo>
                  <a:cubicBezTo>
                    <a:pt x="638" y="479"/>
                    <a:pt x="633" y="483"/>
                    <a:pt x="631" y="481"/>
                  </a:cubicBezTo>
                  <a:cubicBezTo>
                    <a:pt x="630" y="479"/>
                    <a:pt x="630" y="479"/>
                    <a:pt x="630" y="479"/>
                  </a:cubicBezTo>
                  <a:cubicBezTo>
                    <a:pt x="630" y="479"/>
                    <a:pt x="623" y="481"/>
                    <a:pt x="627" y="476"/>
                  </a:cubicBezTo>
                  <a:cubicBezTo>
                    <a:pt x="628" y="474"/>
                    <a:pt x="628" y="473"/>
                    <a:pt x="629" y="471"/>
                  </a:cubicBezTo>
                  <a:cubicBezTo>
                    <a:pt x="628" y="471"/>
                    <a:pt x="628" y="471"/>
                    <a:pt x="628" y="471"/>
                  </a:cubicBezTo>
                  <a:cubicBezTo>
                    <a:pt x="629" y="469"/>
                    <a:pt x="630" y="466"/>
                    <a:pt x="630" y="464"/>
                  </a:cubicBezTo>
                  <a:cubicBezTo>
                    <a:pt x="631" y="464"/>
                    <a:pt x="631" y="464"/>
                    <a:pt x="631" y="464"/>
                  </a:cubicBezTo>
                  <a:cubicBezTo>
                    <a:pt x="631" y="462"/>
                    <a:pt x="631" y="461"/>
                    <a:pt x="630" y="461"/>
                  </a:cubicBezTo>
                  <a:cubicBezTo>
                    <a:pt x="630" y="461"/>
                    <a:pt x="630" y="461"/>
                    <a:pt x="630" y="462"/>
                  </a:cubicBezTo>
                  <a:cubicBezTo>
                    <a:pt x="630" y="462"/>
                    <a:pt x="630" y="462"/>
                    <a:pt x="629" y="462"/>
                  </a:cubicBezTo>
                  <a:cubicBezTo>
                    <a:pt x="628" y="462"/>
                    <a:pt x="625" y="470"/>
                    <a:pt x="623" y="470"/>
                  </a:cubicBezTo>
                  <a:cubicBezTo>
                    <a:pt x="621" y="469"/>
                    <a:pt x="623" y="468"/>
                    <a:pt x="618" y="465"/>
                  </a:cubicBezTo>
                  <a:cubicBezTo>
                    <a:pt x="617" y="464"/>
                    <a:pt x="617" y="464"/>
                    <a:pt x="616" y="464"/>
                  </a:cubicBezTo>
                  <a:cubicBezTo>
                    <a:pt x="618" y="464"/>
                    <a:pt x="618" y="464"/>
                    <a:pt x="618" y="464"/>
                  </a:cubicBezTo>
                  <a:cubicBezTo>
                    <a:pt x="615" y="462"/>
                    <a:pt x="610" y="462"/>
                    <a:pt x="608" y="464"/>
                  </a:cubicBezTo>
                  <a:cubicBezTo>
                    <a:pt x="608" y="464"/>
                    <a:pt x="608" y="464"/>
                    <a:pt x="608" y="464"/>
                  </a:cubicBezTo>
                  <a:cubicBezTo>
                    <a:pt x="606" y="465"/>
                    <a:pt x="605" y="466"/>
                    <a:pt x="605" y="467"/>
                  </a:cubicBezTo>
                  <a:cubicBezTo>
                    <a:pt x="605" y="469"/>
                    <a:pt x="603" y="471"/>
                    <a:pt x="603" y="471"/>
                  </a:cubicBezTo>
                  <a:cubicBezTo>
                    <a:pt x="602" y="471"/>
                    <a:pt x="602" y="471"/>
                    <a:pt x="602" y="471"/>
                  </a:cubicBezTo>
                  <a:cubicBezTo>
                    <a:pt x="601" y="471"/>
                    <a:pt x="600" y="469"/>
                    <a:pt x="599" y="467"/>
                  </a:cubicBezTo>
                  <a:cubicBezTo>
                    <a:pt x="598" y="463"/>
                    <a:pt x="591" y="463"/>
                    <a:pt x="587" y="466"/>
                  </a:cubicBezTo>
                  <a:cubicBezTo>
                    <a:pt x="586" y="468"/>
                    <a:pt x="584" y="466"/>
                    <a:pt x="583" y="464"/>
                  </a:cubicBezTo>
                  <a:cubicBezTo>
                    <a:pt x="584" y="464"/>
                    <a:pt x="584" y="464"/>
                    <a:pt x="584" y="464"/>
                  </a:cubicBezTo>
                  <a:cubicBezTo>
                    <a:pt x="583" y="461"/>
                    <a:pt x="582" y="457"/>
                    <a:pt x="580" y="457"/>
                  </a:cubicBezTo>
                  <a:cubicBezTo>
                    <a:pt x="579" y="457"/>
                    <a:pt x="577" y="458"/>
                    <a:pt x="576" y="459"/>
                  </a:cubicBezTo>
                  <a:cubicBezTo>
                    <a:pt x="573" y="460"/>
                    <a:pt x="571" y="462"/>
                    <a:pt x="569" y="466"/>
                  </a:cubicBezTo>
                  <a:cubicBezTo>
                    <a:pt x="567" y="470"/>
                    <a:pt x="568" y="476"/>
                    <a:pt x="567" y="477"/>
                  </a:cubicBezTo>
                  <a:cubicBezTo>
                    <a:pt x="566" y="477"/>
                    <a:pt x="565" y="474"/>
                    <a:pt x="565" y="471"/>
                  </a:cubicBezTo>
                  <a:cubicBezTo>
                    <a:pt x="564" y="471"/>
                    <a:pt x="564" y="471"/>
                    <a:pt x="564" y="471"/>
                  </a:cubicBezTo>
                  <a:cubicBezTo>
                    <a:pt x="564" y="469"/>
                    <a:pt x="564" y="466"/>
                    <a:pt x="564" y="464"/>
                  </a:cubicBezTo>
                  <a:cubicBezTo>
                    <a:pt x="564" y="464"/>
                    <a:pt x="564" y="464"/>
                    <a:pt x="564" y="464"/>
                  </a:cubicBezTo>
                  <a:cubicBezTo>
                    <a:pt x="565" y="464"/>
                    <a:pt x="565" y="464"/>
                    <a:pt x="565" y="464"/>
                  </a:cubicBezTo>
                  <a:cubicBezTo>
                    <a:pt x="565" y="464"/>
                    <a:pt x="565" y="463"/>
                    <a:pt x="565" y="463"/>
                  </a:cubicBezTo>
                  <a:cubicBezTo>
                    <a:pt x="565" y="460"/>
                    <a:pt x="571" y="454"/>
                    <a:pt x="567" y="453"/>
                  </a:cubicBezTo>
                  <a:cubicBezTo>
                    <a:pt x="565" y="452"/>
                    <a:pt x="563" y="453"/>
                    <a:pt x="561" y="455"/>
                  </a:cubicBezTo>
                  <a:cubicBezTo>
                    <a:pt x="559" y="456"/>
                    <a:pt x="557" y="458"/>
                    <a:pt x="555" y="459"/>
                  </a:cubicBezTo>
                  <a:cubicBezTo>
                    <a:pt x="555" y="459"/>
                    <a:pt x="555" y="459"/>
                    <a:pt x="554" y="459"/>
                  </a:cubicBezTo>
                  <a:cubicBezTo>
                    <a:pt x="554" y="459"/>
                    <a:pt x="553" y="460"/>
                    <a:pt x="551" y="461"/>
                  </a:cubicBezTo>
                  <a:cubicBezTo>
                    <a:pt x="549" y="462"/>
                    <a:pt x="545" y="466"/>
                    <a:pt x="543" y="469"/>
                  </a:cubicBezTo>
                  <a:cubicBezTo>
                    <a:pt x="540" y="474"/>
                    <a:pt x="539" y="476"/>
                    <a:pt x="536" y="478"/>
                  </a:cubicBezTo>
                  <a:cubicBezTo>
                    <a:pt x="533" y="480"/>
                    <a:pt x="529" y="478"/>
                    <a:pt x="530" y="476"/>
                  </a:cubicBezTo>
                  <a:cubicBezTo>
                    <a:pt x="531" y="475"/>
                    <a:pt x="528" y="473"/>
                    <a:pt x="525" y="471"/>
                  </a:cubicBezTo>
                  <a:cubicBezTo>
                    <a:pt x="523" y="471"/>
                    <a:pt x="523" y="471"/>
                    <a:pt x="523" y="471"/>
                  </a:cubicBezTo>
                  <a:cubicBezTo>
                    <a:pt x="522" y="471"/>
                    <a:pt x="520" y="470"/>
                    <a:pt x="519" y="471"/>
                  </a:cubicBezTo>
                  <a:cubicBezTo>
                    <a:pt x="519" y="472"/>
                    <a:pt x="518" y="472"/>
                    <a:pt x="518" y="472"/>
                  </a:cubicBezTo>
                  <a:cubicBezTo>
                    <a:pt x="516" y="474"/>
                    <a:pt x="513" y="475"/>
                    <a:pt x="510" y="477"/>
                  </a:cubicBezTo>
                  <a:cubicBezTo>
                    <a:pt x="505" y="479"/>
                    <a:pt x="501" y="474"/>
                    <a:pt x="500" y="472"/>
                  </a:cubicBezTo>
                  <a:cubicBezTo>
                    <a:pt x="500" y="472"/>
                    <a:pt x="500" y="472"/>
                    <a:pt x="500" y="471"/>
                  </a:cubicBezTo>
                  <a:cubicBezTo>
                    <a:pt x="499" y="471"/>
                    <a:pt x="499" y="471"/>
                    <a:pt x="499" y="471"/>
                  </a:cubicBezTo>
                  <a:cubicBezTo>
                    <a:pt x="498" y="470"/>
                    <a:pt x="497" y="469"/>
                    <a:pt x="496" y="464"/>
                  </a:cubicBezTo>
                  <a:cubicBezTo>
                    <a:pt x="497" y="464"/>
                    <a:pt x="497" y="464"/>
                    <a:pt x="497" y="464"/>
                  </a:cubicBezTo>
                  <a:cubicBezTo>
                    <a:pt x="497" y="463"/>
                    <a:pt x="497" y="462"/>
                    <a:pt x="497" y="461"/>
                  </a:cubicBezTo>
                  <a:cubicBezTo>
                    <a:pt x="496" y="458"/>
                    <a:pt x="497" y="455"/>
                    <a:pt x="497" y="452"/>
                  </a:cubicBezTo>
                  <a:cubicBezTo>
                    <a:pt x="496" y="452"/>
                    <a:pt x="496" y="452"/>
                    <a:pt x="496" y="452"/>
                  </a:cubicBezTo>
                  <a:cubicBezTo>
                    <a:pt x="496" y="449"/>
                    <a:pt x="497" y="447"/>
                    <a:pt x="497" y="444"/>
                  </a:cubicBezTo>
                  <a:cubicBezTo>
                    <a:pt x="498" y="444"/>
                    <a:pt x="498" y="444"/>
                    <a:pt x="498" y="444"/>
                  </a:cubicBezTo>
                  <a:cubicBezTo>
                    <a:pt x="498" y="443"/>
                    <a:pt x="499" y="442"/>
                    <a:pt x="499" y="440"/>
                  </a:cubicBezTo>
                  <a:cubicBezTo>
                    <a:pt x="500" y="438"/>
                    <a:pt x="498" y="435"/>
                    <a:pt x="496" y="433"/>
                  </a:cubicBezTo>
                  <a:cubicBezTo>
                    <a:pt x="495" y="433"/>
                    <a:pt x="495" y="433"/>
                    <a:pt x="495" y="433"/>
                  </a:cubicBezTo>
                  <a:cubicBezTo>
                    <a:pt x="492" y="430"/>
                    <a:pt x="489" y="427"/>
                    <a:pt x="487" y="428"/>
                  </a:cubicBezTo>
                  <a:cubicBezTo>
                    <a:pt x="484" y="428"/>
                    <a:pt x="480" y="432"/>
                    <a:pt x="477" y="432"/>
                  </a:cubicBezTo>
                  <a:cubicBezTo>
                    <a:pt x="473" y="431"/>
                    <a:pt x="475" y="430"/>
                    <a:pt x="469" y="430"/>
                  </a:cubicBezTo>
                  <a:cubicBezTo>
                    <a:pt x="465" y="430"/>
                    <a:pt x="468" y="429"/>
                    <a:pt x="469" y="425"/>
                  </a:cubicBezTo>
                  <a:cubicBezTo>
                    <a:pt x="470" y="425"/>
                    <a:pt x="470" y="425"/>
                    <a:pt x="470" y="425"/>
                  </a:cubicBezTo>
                  <a:cubicBezTo>
                    <a:pt x="470" y="424"/>
                    <a:pt x="470" y="424"/>
                    <a:pt x="470" y="423"/>
                  </a:cubicBezTo>
                  <a:cubicBezTo>
                    <a:pt x="471" y="420"/>
                    <a:pt x="470" y="417"/>
                    <a:pt x="470" y="413"/>
                  </a:cubicBezTo>
                  <a:cubicBezTo>
                    <a:pt x="470" y="413"/>
                    <a:pt x="470" y="413"/>
                    <a:pt x="470" y="413"/>
                  </a:cubicBezTo>
                  <a:cubicBezTo>
                    <a:pt x="470" y="411"/>
                    <a:pt x="471" y="408"/>
                    <a:pt x="473" y="406"/>
                  </a:cubicBezTo>
                  <a:cubicBezTo>
                    <a:pt x="473" y="406"/>
                    <a:pt x="473" y="406"/>
                    <a:pt x="474" y="406"/>
                  </a:cubicBezTo>
                  <a:cubicBezTo>
                    <a:pt x="474" y="406"/>
                    <a:pt x="474" y="406"/>
                    <a:pt x="474" y="406"/>
                  </a:cubicBezTo>
                  <a:cubicBezTo>
                    <a:pt x="477" y="403"/>
                    <a:pt x="478" y="398"/>
                    <a:pt x="477" y="394"/>
                  </a:cubicBezTo>
                  <a:cubicBezTo>
                    <a:pt x="476" y="394"/>
                    <a:pt x="476" y="394"/>
                    <a:pt x="476" y="394"/>
                  </a:cubicBezTo>
                  <a:cubicBezTo>
                    <a:pt x="475" y="392"/>
                    <a:pt x="474" y="390"/>
                    <a:pt x="473" y="390"/>
                  </a:cubicBezTo>
                  <a:cubicBezTo>
                    <a:pt x="469" y="389"/>
                    <a:pt x="463" y="392"/>
                    <a:pt x="458" y="391"/>
                  </a:cubicBezTo>
                  <a:cubicBezTo>
                    <a:pt x="454" y="391"/>
                    <a:pt x="451" y="395"/>
                    <a:pt x="452" y="401"/>
                  </a:cubicBezTo>
                  <a:cubicBezTo>
                    <a:pt x="454" y="406"/>
                    <a:pt x="450" y="409"/>
                    <a:pt x="448" y="409"/>
                  </a:cubicBezTo>
                  <a:cubicBezTo>
                    <a:pt x="447" y="408"/>
                    <a:pt x="445" y="405"/>
                    <a:pt x="439" y="410"/>
                  </a:cubicBezTo>
                  <a:cubicBezTo>
                    <a:pt x="434" y="415"/>
                    <a:pt x="432" y="413"/>
                    <a:pt x="426" y="408"/>
                  </a:cubicBezTo>
                  <a:cubicBezTo>
                    <a:pt x="425" y="407"/>
                    <a:pt x="425" y="406"/>
                    <a:pt x="424" y="406"/>
                  </a:cubicBezTo>
                  <a:cubicBezTo>
                    <a:pt x="426" y="406"/>
                    <a:pt x="426" y="406"/>
                    <a:pt x="426" y="406"/>
                  </a:cubicBezTo>
                  <a:cubicBezTo>
                    <a:pt x="422" y="402"/>
                    <a:pt x="418" y="399"/>
                    <a:pt x="416" y="394"/>
                  </a:cubicBezTo>
                  <a:cubicBezTo>
                    <a:pt x="415" y="394"/>
                    <a:pt x="415" y="394"/>
                    <a:pt x="415" y="394"/>
                  </a:cubicBezTo>
                  <a:cubicBezTo>
                    <a:pt x="414" y="392"/>
                    <a:pt x="414" y="391"/>
                    <a:pt x="414" y="389"/>
                  </a:cubicBezTo>
                  <a:cubicBezTo>
                    <a:pt x="414" y="388"/>
                    <a:pt x="414" y="387"/>
                    <a:pt x="413" y="386"/>
                  </a:cubicBezTo>
                  <a:cubicBezTo>
                    <a:pt x="414" y="386"/>
                    <a:pt x="414" y="386"/>
                    <a:pt x="414" y="386"/>
                  </a:cubicBezTo>
                  <a:cubicBezTo>
                    <a:pt x="414" y="382"/>
                    <a:pt x="414" y="378"/>
                    <a:pt x="414" y="375"/>
                  </a:cubicBezTo>
                  <a:cubicBezTo>
                    <a:pt x="413" y="375"/>
                    <a:pt x="413" y="375"/>
                    <a:pt x="413" y="375"/>
                  </a:cubicBezTo>
                  <a:cubicBezTo>
                    <a:pt x="413" y="372"/>
                    <a:pt x="413" y="369"/>
                    <a:pt x="414" y="368"/>
                  </a:cubicBezTo>
                  <a:cubicBezTo>
                    <a:pt x="414" y="367"/>
                    <a:pt x="414" y="367"/>
                    <a:pt x="415" y="367"/>
                  </a:cubicBezTo>
                  <a:cubicBezTo>
                    <a:pt x="415" y="367"/>
                    <a:pt x="415" y="367"/>
                    <a:pt x="415" y="367"/>
                  </a:cubicBezTo>
                  <a:cubicBezTo>
                    <a:pt x="417" y="363"/>
                    <a:pt x="417" y="358"/>
                    <a:pt x="416" y="355"/>
                  </a:cubicBezTo>
                  <a:cubicBezTo>
                    <a:pt x="415" y="355"/>
                    <a:pt x="415" y="355"/>
                    <a:pt x="415" y="355"/>
                  </a:cubicBezTo>
                  <a:cubicBezTo>
                    <a:pt x="414" y="354"/>
                    <a:pt x="414" y="354"/>
                    <a:pt x="413" y="354"/>
                  </a:cubicBezTo>
                  <a:cubicBezTo>
                    <a:pt x="411" y="353"/>
                    <a:pt x="414" y="350"/>
                    <a:pt x="417" y="347"/>
                  </a:cubicBezTo>
                  <a:cubicBezTo>
                    <a:pt x="417" y="347"/>
                    <a:pt x="417" y="347"/>
                    <a:pt x="417" y="347"/>
                  </a:cubicBezTo>
                  <a:cubicBezTo>
                    <a:pt x="417" y="347"/>
                    <a:pt x="418" y="347"/>
                    <a:pt x="419" y="346"/>
                  </a:cubicBezTo>
                  <a:cubicBezTo>
                    <a:pt x="419" y="346"/>
                    <a:pt x="420" y="345"/>
                    <a:pt x="420" y="345"/>
                  </a:cubicBezTo>
                  <a:cubicBezTo>
                    <a:pt x="421" y="345"/>
                    <a:pt x="422" y="344"/>
                    <a:pt x="423" y="344"/>
                  </a:cubicBezTo>
                  <a:cubicBezTo>
                    <a:pt x="427" y="342"/>
                    <a:pt x="430" y="338"/>
                    <a:pt x="431" y="336"/>
                  </a:cubicBezTo>
                  <a:cubicBezTo>
                    <a:pt x="431" y="336"/>
                    <a:pt x="431" y="336"/>
                    <a:pt x="431" y="336"/>
                  </a:cubicBezTo>
                  <a:cubicBezTo>
                    <a:pt x="431" y="336"/>
                    <a:pt x="431" y="336"/>
                    <a:pt x="431" y="336"/>
                  </a:cubicBezTo>
                  <a:cubicBezTo>
                    <a:pt x="432" y="334"/>
                    <a:pt x="437" y="335"/>
                    <a:pt x="442" y="335"/>
                  </a:cubicBezTo>
                  <a:cubicBezTo>
                    <a:pt x="447" y="335"/>
                    <a:pt x="448" y="335"/>
                    <a:pt x="454" y="338"/>
                  </a:cubicBezTo>
                  <a:cubicBezTo>
                    <a:pt x="456" y="340"/>
                    <a:pt x="458" y="340"/>
                    <a:pt x="459" y="339"/>
                  </a:cubicBezTo>
                  <a:cubicBezTo>
                    <a:pt x="460" y="338"/>
                    <a:pt x="460" y="337"/>
                    <a:pt x="461" y="336"/>
                  </a:cubicBezTo>
                  <a:cubicBezTo>
                    <a:pt x="460" y="336"/>
                    <a:pt x="460" y="336"/>
                    <a:pt x="460" y="336"/>
                  </a:cubicBezTo>
                  <a:cubicBezTo>
                    <a:pt x="460" y="335"/>
                    <a:pt x="460" y="335"/>
                    <a:pt x="460" y="335"/>
                  </a:cubicBezTo>
                  <a:cubicBezTo>
                    <a:pt x="460" y="333"/>
                    <a:pt x="463" y="332"/>
                    <a:pt x="469" y="332"/>
                  </a:cubicBezTo>
                  <a:cubicBezTo>
                    <a:pt x="475" y="333"/>
                    <a:pt x="482" y="328"/>
                    <a:pt x="484" y="329"/>
                  </a:cubicBezTo>
                  <a:cubicBezTo>
                    <a:pt x="485" y="331"/>
                    <a:pt x="488" y="338"/>
                    <a:pt x="491" y="336"/>
                  </a:cubicBezTo>
                  <a:cubicBezTo>
                    <a:pt x="494" y="334"/>
                    <a:pt x="495" y="329"/>
                    <a:pt x="496" y="337"/>
                  </a:cubicBezTo>
                  <a:cubicBezTo>
                    <a:pt x="497" y="344"/>
                    <a:pt x="500" y="354"/>
                    <a:pt x="504" y="356"/>
                  </a:cubicBezTo>
                  <a:cubicBezTo>
                    <a:pt x="509" y="358"/>
                    <a:pt x="506" y="365"/>
                    <a:pt x="511" y="365"/>
                  </a:cubicBezTo>
                  <a:cubicBezTo>
                    <a:pt x="511" y="365"/>
                    <a:pt x="512" y="365"/>
                    <a:pt x="513" y="365"/>
                  </a:cubicBezTo>
                  <a:cubicBezTo>
                    <a:pt x="515" y="364"/>
                    <a:pt x="517" y="359"/>
                    <a:pt x="517" y="355"/>
                  </a:cubicBezTo>
                  <a:cubicBezTo>
                    <a:pt x="516" y="355"/>
                    <a:pt x="516" y="355"/>
                    <a:pt x="516" y="355"/>
                  </a:cubicBezTo>
                  <a:cubicBezTo>
                    <a:pt x="516" y="353"/>
                    <a:pt x="516" y="351"/>
                    <a:pt x="516" y="350"/>
                  </a:cubicBezTo>
                  <a:cubicBezTo>
                    <a:pt x="515" y="349"/>
                    <a:pt x="515" y="348"/>
                    <a:pt x="515" y="347"/>
                  </a:cubicBezTo>
                  <a:cubicBezTo>
                    <a:pt x="516" y="347"/>
                    <a:pt x="516" y="347"/>
                    <a:pt x="516" y="347"/>
                  </a:cubicBezTo>
                  <a:cubicBezTo>
                    <a:pt x="515" y="344"/>
                    <a:pt x="514" y="340"/>
                    <a:pt x="512" y="336"/>
                  </a:cubicBezTo>
                  <a:cubicBezTo>
                    <a:pt x="511" y="336"/>
                    <a:pt x="511" y="336"/>
                    <a:pt x="511" y="336"/>
                  </a:cubicBezTo>
                  <a:cubicBezTo>
                    <a:pt x="510" y="334"/>
                    <a:pt x="509" y="332"/>
                    <a:pt x="509" y="331"/>
                  </a:cubicBezTo>
                  <a:cubicBezTo>
                    <a:pt x="508" y="330"/>
                    <a:pt x="508" y="329"/>
                    <a:pt x="508" y="328"/>
                  </a:cubicBezTo>
                  <a:cubicBezTo>
                    <a:pt x="509" y="328"/>
                    <a:pt x="509" y="328"/>
                    <a:pt x="509" y="328"/>
                  </a:cubicBezTo>
                  <a:cubicBezTo>
                    <a:pt x="509" y="325"/>
                    <a:pt x="511" y="321"/>
                    <a:pt x="514" y="319"/>
                  </a:cubicBezTo>
                  <a:cubicBezTo>
                    <a:pt x="515" y="318"/>
                    <a:pt x="515" y="318"/>
                    <a:pt x="515" y="318"/>
                  </a:cubicBezTo>
                  <a:cubicBezTo>
                    <a:pt x="516" y="318"/>
                    <a:pt x="516" y="318"/>
                    <a:pt x="516" y="318"/>
                  </a:cubicBezTo>
                  <a:cubicBezTo>
                    <a:pt x="516" y="318"/>
                    <a:pt x="516" y="317"/>
                    <a:pt x="516" y="317"/>
                  </a:cubicBezTo>
                  <a:cubicBezTo>
                    <a:pt x="517" y="317"/>
                    <a:pt x="517" y="317"/>
                    <a:pt x="518" y="317"/>
                  </a:cubicBezTo>
                  <a:cubicBezTo>
                    <a:pt x="518" y="317"/>
                    <a:pt x="518" y="317"/>
                    <a:pt x="518" y="317"/>
                  </a:cubicBezTo>
                  <a:cubicBezTo>
                    <a:pt x="520" y="315"/>
                    <a:pt x="522" y="312"/>
                    <a:pt x="525" y="309"/>
                  </a:cubicBezTo>
                  <a:cubicBezTo>
                    <a:pt x="525" y="309"/>
                    <a:pt x="525" y="309"/>
                    <a:pt x="525" y="309"/>
                  </a:cubicBezTo>
                  <a:cubicBezTo>
                    <a:pt x="528" y="305"/>
                    <a:pt x="531" y="301"/>
                    <a:pt x="532" y="300"/>
                  </a:cubicBezTo>
                  <a:cubicBezTo>
                    <a:pt x="533" y="299"/>
                    <a:pt x="533" y="299"/>
                    <a:pt x="534" y="299"/>
                  </a:cubicBezTo>
                  <a:cubicBezTo>
                    <a:pt x="538" y="296"/>
                    <a:pt x="546" y="295"/>
                    <a:pt x="543" y="291"/>
                  </a:cubicBezTo>
                  <a:cubicBezTo>
                    <a:pt x="543" y="290"/>
                    <a:pt x="543" y="290"/>
                    <a:pt x="542" y="289"/>
                  </a:cubicBezTo>
                  <a:cubicBezTo>
                    <a:pt x="544" y="289"/>
                    <a:pt x="544" y="289"/>
                    <a:pt x="544" y="289"/>
                  </a:cubicBezTo>
                  <a:cubicBezTo>
                    <a:pt x="541" y="285"/>
                    <a:pt x="539" y="281"/>
                    <a:pt x="539" y="278"/>
                  </a:cubicBezTo>
                  <a:cubicBezTo>
                    <a:pt x="538" y="278"/>
                    <a:pt x="538" y="278"/>
                    <a:pt x="538" y="278"/>
                  </a:cubicBezTo>
                  <a:cubicBezTo>
                    <a:pt x="538" y="274"/>
                    <a:pt x="540" y="275"/>
                    <a:pt x="542" y="278"/>
                  </a:cubicBezTo>
                  <a:cubicBezTo>
                    <a:pt x="543" y="280"/>
                    <a:pt x="549" y="274"/>
                    <a:pt x="548" y="271"/>
                  </a:cubicBezTo>
                  <a:cubicBezTo>
                    <a:pt x="548" y="271"/>
                    <a:pt x="548" y="270"/>
                    <a:pt x="547" y="270"/>
                  </a:cubicBezTo>
                  <a:cubicBezTo>
                    <a:pt x="549" y="270"/>
                    <a:pt x="549" y="270"/>
                    <a:pt x="549" y="270"/>
                  </a:cubicBezTo>
                  <a:cubicBezTo>
                    <a:pt x="548" y="268"/>
                    <a:pt x="548" y="266"/>
                    <a:pt x="549" y="265"/>
                  </a:cubicBezTo>
                  <a:cubicBezTo>
                    <a:pt x="549" y="265"/>
                    <a:pt x="550" y="265"/>
                    <a:pt x="550" y="265"/>
                  </a:cubicBezTo>
                  <a:cubicBezTo>
                    <a:pt x="552" y="265"/>
                    <a:pt x="553" y="265"/>
                    <a:pt x="553" y="264"/>
                  </a:cubicBezTo>
                  <a:cubicBezTo>
                    <a:pt x="555" y="263"/>
                    <a:pt x="556" y="261"/>
                    <a:pt x="554" y="259"/>
                  </a:cubicBezTo>
                  <a:cubicBezTo>
                    <a:pt x="554" y="259"/>
                    <a:pt x="554" y="259"/>
                    <a:pt x="554" y="258"/>
                  </a:cubicBezTo>
                  <a:cubicBezTo>
                    <a:pt x="553" y="258"/>
                    <a:pt x="553" y="258"/>
                    <a:pt x="553" y="258"/>
                  </a:cubicBezTo>
                  <a:cubicBezTo>
                    <a:pt x="554" y="256"/>
                    <a:pt x="557" y="254"/>
                    <a:pt x="560" y="255"/>
                  </a:cubicBezTo>
                  <a:cubicBezTo>
                    <a:pt x="564" y="257"/>
                    <a:pt x="575" y="258"/>
                    <a:pt x="577" y="255"/>
                  </a:cubicBezTo>
                  <a:cubicBezTo>
                    <a:pt x="578" y="254"/>
                    <a:pt x="576" y="253"/>
                    <a:pt x="575" y="251"/>
                  </a:cubicBezTo>
                  <a:cubicBezTo>
                    <a:pt x="576" y="251"/>
                    <a:pt x="576" y="251"/>
                    <a:pt x="576" y="251"/>
                  </a:cubicBezTo>
                  <a:cubicBezTo>
                    <a:pt x="575" y="248"/>
                    <a:pt x="572" y="245"/>
                    <a:pt x="572" y="243"/>
                  </a:cubicBezTo>
                  <a:cubicBezTo>
                    <a:pt x="572" y="241"/>
                    <a:pt x="573" y="240"/>
                    <a:pt x="573" y="239"/>
                  </a:cubicBezTo>
                  <a:cubicBezTo>
                    <a:pt x="573" y="239"/>
                    <a:pt x="573" y="239"/>
                    <a:pt x="573" y="239"/>
                  </a:cubicBezTo>
                  <a:cubicBezTo>
                    <a:pt x="575" y="236"/>
                    <a:pt x="578" y="234"/>
                    <a:pt x="581" y="234"/>
                  </a:cubicBezTo>
                  <a:cubicBezTo>
                    <a:pt x="584" y="233"/>
                    <a:pt x="589" y="234"/>
                    <a:pt x="589" y="232"/>
                  </a:cubicBezTo>
                  <a:cubicBezTo>
                    <a:pt x="589" y="232"/>
                    <a:pt x="589" y="232"/>
                    <a:pt x="590" y="231"/>
                  </a:cubicBezTo>
                  <a:cubicBezTo>
                    <a:pt x="590" y="231"/>
                    <a:pt x="590" y="231"/>
                    <a:pt x="590" y="231"/>
                  </a:cubicBezTo>
                  <a:cubicBezTo>
                    <a:pt x="590" y="230"/>
                    <a:pt x="591" y="229"/>
                    <a:pt x="593" y="228"/>
                  </a:cubicBezTo>
                  <a:cubicBezTo>
                    <a:pt x="594" y="228"/>
                    <a:pt x="595" y="228"/>
                    <a:pt x="595" y="230"/>
                  </a:cubicBezTo>
                  <a:cubicBezTo>
                    <a:pt x="596" y="234"/>
                    <a:pt x="595" y="241"/>
                    <a:pt x="599" y="241"/>
                  </a:cubicBezTo>
                  <a:cubicBezTo>
                    <a:pt x="603" y="241"/>
                    <a:pt x="608" y="236"/>
                    <a:pt x="610" y="235"/>
                  </a:cubicBezTo>
                  <a:cubicBezTo>
                    <a:pt x="611" y="234"/>
                    <a:pt x="621" y="232"/>
                    <a:pt x="623" y="231"/>
                  </a:cubicBezTo>
                  <a:cubicBezTo>
                    <a:pt x="624" y="231"/>
                    <a:pt x="631" y="230"/>
                    <a:pt x="634" y="228"/>
                  </a:cubicBezTo>
                  <a:cubicBezTo>
                    <a:pt x="635" y="227"/>
                    <a:pt x="636" y="226"/>
                    <a:pt x="636" y="225"/>
                  </a:cubicBezTo>
                  <a:cubicBezTo>
                    <a:pt x="635" y="223"/>
                    <a:pt x="635" y="221"/>
                    <a:pt x="634" y="220"/>
                  </a:cubicBezTo>
                  <a:cubicBezTo>
                    <a:pt x="633" y="220"/>
                    <a:pt x="633" y="220"/>
                    <a:pt x="633" y="220"/>
                  </a:cubicBezTo>
                  <a:cubicBezTo>
                    <a:pt x="632" y="218"/>
                    <a:pt x="631" y="216"/>
                    <a:pt x="630" y="216"/>
                  </a:cubicBezTo>
                  <a:cubicBezTo>
                    <a:pt x="629" y="214"/>
                    <a:pt x="627" y="216"/>
                    <a:pt x="625" y="219"/>
                  </a:cubicBezTo>
                  <a:cubicBezTo>
                    <a:pt x="625" y="220"/>
                    <a:pt x="625" y="220"/>
                    <a:pt x="624" y="220"/>
                  </a:cubicBezTo>
                  <a:cubicBezTo>
                    <a:pt x="623" y="221"/>
                    <a:pt x="621" y="221"/>
                    <a:pt x="620" y="220"/>
                  </a:cubicBezTo>
                  <a:cubicBezTo>
                    <a:pt x="619" y="220"/>
                    <a:pt x="619" y="220"/>
                    <a:pt x="619" y="220"/>
                  </a:cubicBezTo>
                  <a:cubicBezTo>
                    <a:pt x="618" y="217"/>
                    <a:pt x="620" y="210"/>
                    <a:pt x="616" y="213"/>
                  </a:cubicBezTo>
                  <a:cubicBezTo>
                    <a:pt x="613" y="215"/>
                    <a:pt x="612" y="217"/>
                    <a:pt x="610" y="216"/>
                  </a:cubicBezTo>
                  <a:cubicBezTo>
                    <a:pt x="609" y="215"/>
                    <a:pt x="607" y="213"/>
                    <a:pt x="607" y="212"/>
                  </a:cubicBezTo>
                  <a:cubicBezTo>
                    <a:pt x="608" y="212"/>
                    <a:pt x="608" y="212"/>
                    <a:pt x="608" y="212"/>
                  </a:cubicBezTo>
                  <a:cubicBezTo>
                    <a:pt x="607" y="211"/>
                    <a:pt x="607" y="210"/>
                    <a:pt x="607" y="210"/>
                  </a:cubicBezTo>
                  <a:cubicBezTo>
                    <a:pt x="607" y="210"/>
                    <a:pt x="612" y="207"/>
                    <a:pt x="609" y="202"/>
                  </a:cubicBezTo>
                  <a:cubicBezTo>
                    <a:pt x="608" y="201"/>
                    <a:pt x="608" y="201"/>
                    <a:pt x="607" y="200"/>
                  </a:cubicBezTo>
                  <a:cubicBezTo>
                    <a:pt x="605" y="200"/>
                    <a:pt x="605" y="200"/>
                    <a:pt x="605" y="200"/>
                  </a:cubicBezTo>
                  <a:cubicBezTo>
                    <a:pt x="603" y="198"/>
                    <a:pt x="600" y="199"/>
                    <a:pt x="596" y="200"/>
                  </a:cubicBezTo>
                  <a:cubicBezTo>
                    <a:pt x="596" y="200"/>
                    <a:pt x="596" y="200"/>
                    <a:pt x="596" y="200"/>
                  </a:cubicBezTo>
                  <a:cubicBezTo>
                    <a:pt x="596" y="200"/>
                    <a:pt x="595" y="201"/>
                    <a:pt x="595" y="201"/>
                  </a:cubicBezTo>
                  <a:cubicBezTo>
                    <a:pt x="590" y="204"/>
                    <a:pt x="591" y="203"/>
                    <a:pt x="585" y="205"/>
                  </a:cubicBezTo>
                  <a:cubicBezTo>
                    <a:pt x="579" y="207"/>
                    <a:pt x="576" y="208"/>
                    <a:pt x="576" y="208"/>
                  </a:cubicBezTo>
                  <a:cubicBezTo>
                    <a:pt x="576" y="208"/>
                    <a:pt x="577" y="204"/>
                    <a:pt x="578" y="200"/>
                  </a:cubicBezTo>
                  <a:cubicBezTo>
                    <a:pt x="578" y="200"/>
                    <a:pt x="578" y="200"/>
                    <a:pt x="578" y="200"/>
                  </a:cubicBezTo>
                  <a:cubicBezTo>
                    <a:pt x="578" y="199"/>
                    <a:pt x="579" y="197"/>
                    <a:pt x="580" y="196"/>
                  </a:cubicBezTo>
                  <a:cubicBezTo>
                    <a:pt x="583" y="193"/>
                    <a:pt x="593" y="194"/>
                    <a:pt x="596" y="191"/>
                  </a:cubicBezTo>
                  <a:cubicBezTo>
                    <a:pt x="597" y="191"/>
                    <a:pt x="598" y="191"/>
                    <a:pt x="598" y="190"/>
                  </a:cubicBezTo>
                  <a:cubicBezTo>
                    <a:pt x="598" y="190"/>
                    <a:pt x="598" y="190"/>
                    <a:pt x="599" y="190"/>
                  </a:cubicBezTo>
                  <a:cubicBezTo>
                    <a:pt x="602" y="189"/>
                    <a:pt x="608" y="193"/>
                    <a:pt x="608" y="193"/>
                  </a:cubicBezTo>
                  <a:cubicBezTo>
                    <a:pt x="608" y="193"/>
                    <a:pt x="608" y="192"/>
                    <a:pt x="609" y="192"/>
                  </a:cubicBezTo>
                  <a:cubicBezTo>
                    <a:pt x="609" y="192"/>
                    <a:pt x="609" y="192"/>
                    <a:pt x="609" y="192"/>
                  </a:cubicBezTo>
                  <a:cubicBezTo>
                    <a:pt x="609" y="192"/>
                    <a:pt x="610" y="191"/>
                    <a:pt x="611" y="190"/>
                  </a:cubicBezTo>
                  <a:cubicBezTo>
                    <a:pt x="612" y="190"/>
                    <a:pt x="612" y="190"/>
                    <a:pt x="612" y="191"/>
                  </a:cubicBezTo>
                  <a:cubicBezTo>
                    <a:pt x="612" y="194"/>
                    <a:pt x="611" y="201"/>
                    <a:pt x="614" y="201"/>
                  </a:cubicBezTo>
                  <a:cubicBezTo>
                    <a:pt x="617" y="201"/>
                    <a:pt x="625" y="197"/>
                    <a:pt x="622" y="196"/>
                  </a:cubicBezTo>
                  <a:cubicBezTo>
                    <a:pt x="620" y="195"/>
                    <a:pt x="621" y="194"/>
                    <a:pt x="623" y="192"/>
                  </a:cubicBezTo>
                  <a:cubicBezTo>
                    <a:pt x="623" y="192"/>
                    <a:pt x="623" y="192"/>
                    <a:pt x="623" y="192"/>
                  </a:cubicBezTo>
                  <a:cubicBezTo>
                    <a:pt x="624" y="192"/>
                    <a:pt x="626" y="190"/>
                    <a:pt x="628" y="189"/>
                  </a:cubicBezTo>
                  <a:cubicBezTo>
                    <a:pt x="632" y="187"/>
                    <a:pt x="638" y="190"/>
                    <a:pt x="640" y="189"/>
                  </a:cubicBezTo>
                  <a:cubicBezTo>
                    <a:pt x="640" y="188"/>
                    <a:pt x="640" y="188"/>
                    <a:pt x="641" y="188"/>
                  </a:cubicBezTo>
                  <a:cubicBezTo>
                    <a:pt x="641" y="188"/>
                    <a:pt x="641" y="188"/>
                    <a:pt x="641" y="188"/>
                  </a:cubicBezTo>
                  <a:cubicBezTo>
                    <a:pt x="642" y="187"/>
                    <a:pt x="643" y="184"/>
                    <a:pt x="645" y="182"/>
                  </a:cubicBezTo>
                  <a:cubicBezTo>
                    <a:pt x="646" y="182"/>
                    <a:pt x="646" y="182"/>
                    <a:pt x="647" y="182"/>
                  </a:cubicBezTo>
                  <a:cubicBezTo>
                    <a:pt x="650" y="182"/>
                    <a:pt x="652" y="187"/>
                    <a:pt x="647" y="191"/>
                  </a:cubicBezTo>
                  <a:cubicBezTo>
                    <a:pt x="642" y="194"/>
                    <a:pt x="641" y="203"/>
                    <a:pt x="639" y="206"/>
                  </a:cubicBezTo>
                  <a:cubicBezTo>
                    <a:pt x="636" y="208"/>
                    <a:pt x="638" y="211"/>
                    <a:pt x="642" y="210"/>
                  </a:cubicBezTo>
                  <a:cubicBezTo>
                    <a:pt x="646" y="210"/>
                    <a:pt x="649" y="211"/>
                    <a:pt x="653" y="210"/>
                  </a:cubicBezTo>
                  <a:cubicBezTo>
                    <a:pt x="656" y="209"/>
                    <a:pt x="658" y="211"/>
                    <a:pt x="659" y="213"/>
                  </a:cubicBezTo>
                  <a:cubicBezTo>
                    <a:pt x="660" y="214"/>
                    <a:pt x="661" y="213"/>
                    <a:pt x="662" y="212"/>
                  </a:cubicBezTo>
                  <a:cubicBezTo>
                    <a:pt x="662" y="212"/>
                    <a:pt x="662" y="212"/>
                    <a:pt x="662" y="212"/>
                  </a:cubicBezTo>
                  <a:cubicBezTo>
                    <a:pt x="663" y="212"/>
                    <a:pt x="663" y="211"/>
                    <a:pt x="664" y="211"/>
                  </a:cubicBezTo>
                  <a:cubicBezTo>
                    <a:pt x="665" y="210"/>
                    <a:pt x="670" y="210"/>
                    <a:pt x="672" y="212"/>
                  </a:cubicBezTo>
                  <a:cubicBezTo>
                    <a:pt x="673" y="213"/>
                    <a:pt x="674" y="213"/>
                    <a:pt x="674" y="212"/>
                  </a:cubicBezTo>
                  <a:cubicBezTo>
                    <a:pt x="675" y="212"/>
                    <a:pt x="675" y="212"/>
                    <a:pt x="675" y="212"/>
                  </a:cubicBezTo>
                  <a:cubicBezTo>
                    <a:pt x="675" y="211"/>
                    <a:pt x="676" y="208"/>
                    <a:pt x="675" y="207"/>
                  </a:cubicBezTo>
                  <a:cubicBezTo>
                    <a:pt x="674" y="205"/>
                    <a:pt x="672" y="203"/>
                    <a:pt x="671" y="200"/>
                  </a:cubicBezTo>
                  <a:cubicBezTo>
                    <a:pt x="670" y="200"/>
                    <a:pt x="670" y="200"/>
                    <a:pt x="670" y="200"/>
                  </a:cubicBezTo>
                  <a:cubicBezTo>
                    <a:pt x="670" y="199"/>
                    <a:pt x="669" y="199"/>
                    <a:pt x="669" y="198"/>
                  </a:cubicBezTo>
                  <a:cubicBezTo>
                    <a:pt x="667" y="194"/>
                    <a:pt x="665" y="193"/>
                    <a:pt x="661" y="194"/>
                  </a:cubicBezTo>
                  <a:cubicBezTo>
                    <a:pt x="658" y="195"/>
                    <a:pt x="657" y="194"/>
                    <a:pt x="655" y="192"/>
                  </a:cubicBezTo>
                  <a:cubicBezTo>
                    <a:pt x="657" y="192"/>
                    <a:pt x="657" y="192"/>
                    <a:pt x="657" y="192"/>
                  </a:cubicBezTo>
                  <a:cubicBezTo>
                    <a:pt x="656" y="192"/>
                    <a:pt x="656" y="191"/>
                    <a:pt x="655" y="191"/>
                  </a:cubicBezTo>
                  <a:cubicBezTo>
                    <a:pt x="652" y="189"/>
                    <a:pt x="650" y="193"/>
                    <a:pt x="652" y="189"/>
                  </a:cubicBezTo>
                  <a:cubicBezTo>
                    <a:pt x="654" y="185"/>
                    <a:pt x="655" y="184"/>
                    <a:pt x="656" y="181"/>
                  </a:cubicBezTo>
                  <a:cubicBezTo>
                    <a:pt x="656" y="181"/>
                    <a:pt x="656" y="181"/>
                    <a:pt x="656" y="181"/>
                  </a:cubicBezTo>
                  <a:cubicBezTo>
                    <a:pt x="657" y="179"/>
                    <a:pt x="659" y="176"/>
                    <a:pt x="660" y="173"/>
                  </a:cubicBezTo>
                  <a:cubicBezTo>
                    <a:pt x="661" y="173"/>
                    <a:pt x="661" y="173"/>
                    <a:pt x="661" y="173"/>
                  </a:cubicBezTo>
                  <a:cubicBezTo>
                    <a:pt x="661" y="171"/>
                    <a:pt x="661" y="169"/>
                    <a:pt x="658" y="169"/>
                  </a:cubicBezTo>
                  <a:cubicBezTo>
                    <a:pt x="652" y="167"/>
                    <a:pt x="650" y="166"/>
                    <a:pt x="649" y="162"/>
                  </a:cubicBezTo>
                  <a:cubicBezTo>
                    <a:pt x="649" y="162"/>
                    <a:pt x="649" y="162"/>
                    <a:pt x="649" y="161"/>
                  </a:cubicBezTo>
                  <a:cubicBezTo>
                    <a:pt x="647" y="161"/>
                    <a:pt x="647" y="161"/>
                    <a:pt x="647" y="161"/>
                  </a:cubicBezTo>
                  <a:cubicBezTo>
                    <a:pt x="646" y="159"/>
                    <a:pt x="642" y="155"/>
                    <a:pt x="640" y="154"/>
                  </a:cubicBezTo>
                  <a:cubicBezTo>
                    <a:pt x="641" y="154"/>
                    <a:pt x="641" y="154"/>
                    <a:pt x="641" y="154"/>
                  </a:cubicBezTo>
                  <a:cubicBezTo>
                    <a:pt x="640" y="153"/>
                    <a:pt x="639" y="152"/>
                    <a:pt x="638" y="152"/>
                  </a:cubicBezTo>
                  <a:cubicBezTo>
                    <a:pt x="636" y="152"/>
                    <a:pt x="627" y="154"/>
                    <a:pt x="626" y="151"/>
                  </a:cubicBezTo>
                  <a:cubicBezTo>
                    <a:pt x="626" y="149"/>
                    <a:pt x="625" y="146"/>
                    <a:pt x="624" y="142"/>
                  </a:cubicBezTo>
                  <a:cubicBezTo>
                    <a:pt x="623" y="142"/>
                    <a:pt x="623" y="142"/>
                    <a:pt x="623" y="142"/>
                  </a:cubicBezTo>
                  <a:cubicBezTo>
                    <a:pt x="622" y="140"/>
                    <a:pt x="621" y="138"/>
                    <a:pt x="620" y="137"/>
                  </a:cubicBezTo>
                  <a:cubicBezTo>
                    <a:pt x="619" y="137"/>
                    <a:pt x="619" y="136"/>
                    <a:pt x="618" y="134"/>
                  </a:cubicBezTo>
                  <a:cubicBezTo>
                    <a:pt x="619" y="134"/>
                    <a:pt x="619" y="134"/>
                    <a:pt x="619" y="134"/>
                  </a:cubicBezTo>
                  <a:cubicBezTo>
                    <a:pt x="616" y="131"/>
                    <a:pt x="613" y="126"/>
                    <a:pt x="610" y="123"/>
                  </a:cubicBezTo>
                  <a:cubicBezTo>
                    <a:pt x="609" y="123"/>
                    <a:pt x="609" y="123"/>
                    <a:pt x="609" y="123"/>
                  </a:cubicBezTo>
                  <a:cubicBezTo>
                    <a:pt x="608" y="122"/>
                    <a:pt x="607" y="121"/>
                    <a:pt x="607" y="120"/>
                  </a:cubicBezTo>
                  <a:cubicBezTo>
                    <a:pt x="605" y="119"/>
                    <a:pt x="603" y="120"/>
                    <a:pt x="599" y="127"/>
                  </a:cubicBezTo>
                  <a:cubicBezTo>
                    <a:pt x="597" y="129"/>
                    <a:pt x="595" y="131"/>
                    <a:pt x="594" y="132"/>
                  </a:cubicBezTo>
                  <a:cubicBezTo>
                    <a:pt x="592" y="134"/>
                    <a:pt x="590" y="134"/>
                    <a:pt x="588" y="133"/>
                  </a:cubicBezTo>
                  <a:cubicBezTo>
                    <a:pt x="584" y="131"/>
                    <a:pt x="580" y="133"/>
                    <a:pt x="577" y="128"/>
                  </a:cubicBezTo>
                  <a:cubicBezTo>
                    <a:pt x="575" y="126"/>
                    <a:pt x="577" y="124"/>
                    <a:pt x="579" y="123"/>
                  </a:cubicBezTo>
                  <a:cubicBezTo>
                    <a:pt x="579" y="123"/>
                    <a:pt x="579" y="123"/>
                    <a:pt x="579" y="123"/>
                  </a:cubicBezTo>
                  <a:cubicBezTo>
                    <a:pt x="580" y="122"/>
                    <a:pt x="582" y="120"/>
                    <a:pt x="581" y="119"/>
                  </a:cubicBezTo>
                  <a:cubicBezTo>
                    <a:pt x="580" y="117"/>
                    <a:pt x="575" y="116"/>
                    <a:pt x="570" y="115"/>
                  </a:cubicBezTo>
                  <a:cubicBezTo>
                    <a:pt x="575" y="115"/>
                    <a:pt x="575" y="115"/>
                    <a:pt x="575" y="115"/>
                  </a:cubicBezTo>
                  <a:cubicBezTo>
                    <a:pt x="572" y="114"/>
                    <a:pt x="570" y="114"/>
                    <a:pt x="568" y="114"/>
                  </a:cubicBezTo>
                  <a:cubicBezTo>
                    <a:pt x="563" y="113"/>
                    <a:pt x="559" y="107"/>
                    <a:pt x="552" y="106"/>
                  </a:cubicBezTo>
                  <a:cubicBezTo>
                    <a:pt x="544" y="106"/>
                    <a:pt x="535" y="107"/>
                    <a:pt x="533" y="107"/>
                  </a:cubicBezTo>
                  <a:cubicBezTo>
                    <a:pt x="532" y="107"/>
                    <a:pt x="532" y="108"/>
                    <a:pt x="532" y="108"/>
                  </a:cubicBezTo>
                  <a:cubicBezTo>
                    <a:pt x="530" y="109"/>
                    <a:pt x="529" y="113"/>
                    <a:pt x="529" y="119"/>
                  </a:cubicBezTo>
                  <a:cubicBezTo>
                    <a:pt x="528" y="124"/>
                    <a:pt x="530" y="126"/>
                    <a:pt x="529" y="127"/>
                  </a:cubicBezTo>
                  <a:cubicBezTo>
                    <a:pt x="529" y="127"/>
                    <a:pt x="529" y="127"/>
                    <a:pt x="528" y="127"/>
                  </a:cubicBezTo>
                  <a:cubicBezTo>
                    <a:pt x="526" y="128"/>
                    <a:pt x="525" y="128"/>
                    <a:pt x="524" y="129"/>
                  </a:cubicBezTo>
                  <a:cubicBezTo>
                    <a:pt x="523" y="130"/>
                    <a:pt x="523" y="131"/>
                    <a:pt x="526" y="132"/>
                  </a:cubicBezTo>
                  <a:cubicBezTo>
                    <a:pt x="530" y="134"/>
                    <a:pt x="536" y="144"/>
                    <a:pt x="536" y="144"/>
                  </a:cubicBezTo>
                  <a:cubicBezTo>
                    <a:pt x="536" y="144"/>
                    <a:pt x="536" y="149"/>
                    <a:pt x="533" y="152"/>
                  </a:cubicBezTo>
                  <a:cubicBezTo>
                    <a:pt x="529" y="155"/>
                    <a:pt x="526" y="158"/>
                    <a:pt x="524" y="154"/>
                  </a:cubicBezTo>
                  <a:cubicBezTo>
                    <a:pt x="523" y="154"/>
                    <a:pt x="523" y="154"/>
                    <a:pt x="523" y="154"/>
                  </a:cubicBezTo>
                  <a:cubicBezTo>
                    <a:pt x="524" y="154"/>
                    <a:pt x="524" y="154"/>
                    <a:pt x="524" y="154"/>
                  </a:cubicBezTo>
                  <a:cubicBezTo>
                    <a:pt x="523" y="151"/>
                    <a:pt x="520" y="151"/>
                    <a:pt x="519" y="152"/>
                  </a:cubicBezTo>
                  <a:cubicBezTo>
                    <a:pt x="518" y="153"/>
                    <a:pt x="517" y="154"/>
                    <a:pt x="518" y="155"/>
                  </a:cubicBezTo>
                  <a:cubicBezTo>
                    <a:pt x="519" y="159"/>
                    <a:pt x="522" y="160"/>
                    <a:pt x="522" y="164"/>
                  </a:cubicBezTo>
                  <a:cubicBezTo>
                    <a:pt x="522" y="167"/>
                    <a:pt x="527" y="176"/>
                    <a:pt x="524" y="179"/>
                  </a:cubicBezTo>
                  <a:cubicBezTo>
                    <a:pt x="521" y="182"/>
                    <a:pt x="517" y="180"/>
                    <a:pt x="515" y="180"/>
                  </a:cubicBezTo>
                  <a:cubicBezTo>
                    <a:pt x="512" y="181"/>
                    <a:pt x="510" y="176"/>
                    <a:pt x="512" y="174"/>
                  </a:cubicBezTo>
                  <a:cubicBezTo>
                    <a:pt x="512" y="174"/>
                    <a:pt x="512" y="174"/>
                    <a:pt x="512" y="173"/>
                  </a:cubicBezTo>
                  <a:cubicBezTo>
                    <a:pt x="513" y="173"/>
                    <a:pt x="513" y="173"/>
                    <a:pt x="513" y="173"/>
                  </a:cubicBezTo>
                  <a:cubicBezTo>
                    <a:pt x="514" y="171"/>
                    <a:pt x="512" y="164"/>
                    <a:pt x="512" y="164"/>
                  </a:cubicBezTo>
                  <a:cubicBezTo>
                    <a:pt x="512" y="164"/>
                    <a:pt x="512" y="164"/>
                    <a:pt x="511" y="165"/>
                  </a:cubicBezTo>
                  <a:cubicBezTo>
                    <a:pt x="511" y="165"/>
                    <a:pt x="511" y="164"/>
                    <a:pt x="511" y="164"/>
                  </a:cubicBezTo>
                  <a:cubicBezTo>
                    <a:pt x="511" y="164"/>
                    <a:pt x="509" y="168"/>
                    <a:pt x="507" y="170"/>
                  </a:cubicBezTo>
                  <a:cubicBezTo>
                    <a:pt x="507" y="170"/>
                    <a:pt x="507" y="170"/>
                    <a:pt x="507" y="169"/>
                  </a:cubicBezTo>
                  <a:cubicBezTo>
                    <a:pt x="507" y="165"/>
                    <a:pt x="506" y="163"/>
                    <a:pt x="505" y="161"/>
                  </a:cubicBezTo>
                  <a:cubicBezTo>
                    <a:pt x="504" y="161"/>
                    <a:pt x="504" y="161"/>
                    <a:pt x="504" y="161"/>
                  </a:cubicBezTo>
                  <a:cubicBezTo>
                    <a:pt x="503" y="161"/>
                    <a:pt x="503" y="160"/>
                    <a:pt x="503" y="159"/>
                  </a:cubicBezTo>
                  <a:cubicBezTo>
                    <a:pt x="503" y="157"/>
                    <a:pt x="502" y="155"/>
                    <a:pt x="501" y="154"/>
                  </a:cubicBezTo>
                  <a:cubicBezTo>
                    <a:pt x="503" y="154"/>
                    <a:pt x="503" y="154"/>
                    <a:pt x="503" y="154"/>
                  </a:cubicBezTo>
                  <a:cubicBezTo>
                    <a:pt x="501" y="151"/>
                    <a:pt x="498" y="149"/>
                    <a:pt x="495" y="150"/>
                  </a:cubicBezTo>
                  <a:cubicBezTo>
                    <a:pt x="491" y="151"/>
                    <a:pt x="487" y="152"/>
                    <a:pt x="478" y="150"/>
                  </a:cubicBezTo>
                  <a:cubicBezTo>
                    <a:pt x="470" y="149"/>
                    <a:pt x="466" y="147"/>
                    <a:pt x="459" y="143"/>
                  </a:cubicBezTo>
                  <a:cubicBezTo>
                    <a:pt x="459" y="143"/>
                    <a:pt x="458" y="142"/>
                    <a:pt x="457" y="142"/>
                  </a:cubicBezTo>
                  <a:cubicBezTo>
                    <a:pt x="454" y="142"/>
                    <a:pt x="454" y="142"/>
                    <a:pt x="454" y="142"/>
                  </a:cubicBezTo>
                  <a:cubicBezTo>
                    <a:pt x="452" y="142"/>
                    <a:pt x="451" y="142"/>
                    <a:pt x="449" y="142"/>
                  </a:cubicBezTo>
                  <a:cubicBezTo>
                    <a:pt x="449" y="142"/>
                    <a:pt x="449" y="142"/>
                    <a:pt x="449" y="142"/>
                  </a:cubicBezTo>
                  <a:cubicBezTo>
                    <a:pt x="448" y="142"/>
                    <a:pt x="447" y="143"/>
                    <a:pt x="446" y="143"/>
                  </a:cubicBezTo>
                  <a:cubicBezTo>
                    <a:pt x="446" y="143"/>
                    <a:pt x="445" y="143"/>
                    <a:pt x="445" y="142"/>
                  </a:cubicBezTo>
                  <a:cubicBezTo>
                    <a:pt x="444" y="142"/>
                    <a:pt x="444" y="142"/>
                    <a:pt x="444" y="142"/>
                  </a:cubicBezTo>
                  <a:cubicBezTo>
                    <a:pt x="443" y="140"/>
                    <a:pt x="442" y="136"/>
                    <a:pt x="440" y="134"/>
                  </a:cubicBezTo>
                  <a:cubicBezTo>
                    <a:pt x="442" y="134"/>
                    <a:pt x="442" y="134"/>
                    <a:pt x="442" y="134"/>
                  </a:cubicBezTo>
                  <a:cubicBezTo>
                    <a:pt x="441" y="134"/>
                    <a:pt x="441" y="133"/>
                    <a:pt x="440" y="133"/>
                  </a:cubicBezTo>
                  <a:cubicBezTo>
                    <a:pt x="436" y="132"/>
                    <a:pt x="438" y="131"/>
                    <a:pt x="437" y="123"/>
                  </a:cubicBezTo>
                  <a:cubicBezTo>
                    <a:pt x="437" y="123"/>
                    <a:pt x="437" y="123"/>
                    <a:pt x="437" y="123"/>
                  </a:cubicBezTo>
                  <a:cubicBezTo>
                    <a:pt x="436" y="123"/>
                    <a:pt x="436" y="123"/>
                    <a:pt x="436" y="123"/>
                  </a:cubicBezTo>
                  <a:cubicBezTo>
                    <a:pt x="436" y="118"/>
                    <a:pt x="434" y="118"/>
                    <a:pt x="437" y="115"/>
                  </a:cubicBezTo>
                  <a:cubicBezTo>
                    <a:pt x="437" y="115"/>
                    <a:pt x="437" y="115"/>
                    <a:pt x="437" y="115"/>
                  </a:cubicBezTo>
                  <a:cubicBezTo>
                    <a:pt x="439" y="114"/>
                    <a:pt x="441" y="112"/>
                    <a:pt x="444" y="109"/>
                  </a:cubicBezTo>
                  <a:cubicBezTo>
                    <a:pt x="448" y="107"/>
                    <a:pt x="450" y="105"/>
                    <a:pt x="451" y="103"/>
                  </a:cubicBezTo>
                  <a:cubicBezTo>
                    <a:pt x="451" y="103"/>
                    <a:pt x="451" y="103"/>
                    <a:pt x="451" y="103"/>
                  </a:cubicBezTo>
                  <a:cubicBezTo>
                    <a:pt x="454" y="100"/>
                    <a:pt x="456" y="98"/>
                    <a:pt x="461" y="97"/>
                  </a:cubicBezTo>
                  <a:cubicBezTo>
                    <a:pt x="470" y="96"/>
                    <a:pt x="473" y="102"/>
                    <a:pt x="473" y="99"/>
                  </a:cubicBezTo>
                  <a:cubicBezTo>
                    <a:pt x="473" y="99"/>
                    <a:pt x="473" y="97"/>
                    <a:pt x="473" y="96"/>
                  </a:cubicBezTo>
                  <a:cubicBezTo>
                    <a:pt x="474" y="96"/>
                    <a:pt x="474" y="96"/>
                    <a:pt x="474" y="96"/>
                  </a:cubicBezTo>
                  <a:cubicBezTo>
                    <a:pt x="475" y="93"/>
                    <a:pt x="475" y="89"/>
                    <a:pt x="476" y="87"/>
                  </a:cubicBezTo>
                  <a:cubicBezTo>
                    <a:pt x="476" y="92"/>
                    <a:pt x="486" y="93"/>
                    <a:pt x="481" y="97"/>
                  </a:cubicBezTo>
                  <a:cubicBezTo>
                    <a:pt x="477" y="101"/>
                    <a:pt x="479" y="102"/>
                    <a:pt x="483" y="102"/>
                  </a:cubicBezTo>
                  <a:cubicBezTo>
                    <a:pt x="486" y="102"/>
                    <a:pt x="493" y="97"/>
                    <a:pt x="493" y="97"/>
                  </a:cubicBezTo>
                  <a:cubicBezTo>
                    <a:pt x="493" y="97"/>
                    <a:pt x="501" y="93"/>
                    <a:pt x="503" y="97"/>
                  </a:cubicBezTo>
                  <a:cubicBezTo>
                    <a:pt x="505" y="100"/>
                    <a:pt x="505" y="104"/>
                    <a:pt x="508" y="104"/>
                  </a:cubicBezTo>
                  <a:cubicBezTo>
                    <a:pt x="512" y="104"/>
                    <a:pt x="518" y="100"/>
                    <a:pt x="513" y="96"/>
                  </a:cubicBezTo>
                  <a:cubicBezTo>
                    <a:pt x="515" y="96"/>
                    <a:pt x="515" y="96"/>
                    <a:pt x="515" y="96"/>
                  </a:cubicBezTo>
                  <a:cubicBezTo>
                    <a:pt x="514" y="95"/>
                    <a:pt x="514" y="95"/>
                    <a:pt x="514" y="95"/>
                  </a:cubicBezTo>
                  <a:cubicBezTo>
                    <a:pt x="507" y="90"/>
                    <a:pt x="503" y="91"/>
                    <a:pt x="499" y="86"/>
                  </a:cubicBezTo>
                  <a:cubicBezTo>
                    <a:pt x="498" y="85"/>
                    <a:pt x="498" y="84"/>
                    <a:pt x="497" y="84"/>
                  </a:cubicBezTo>
                  <a:cubicBezTo>
                    <a:pt x="495" y="84"/>
                    <a:pt x="495" y="84"/>
                    <a:pt x="495" y="84"/>
                  </a:cubicBezTo>
                  <a:cubicBezTo>
                    <a:pt x="495" y="84"/>
                    <a:pt x="494" y="84"/>
                    <a:pt x="494" y="84"/>
                  </a:cubicBezTo>
                  <a:cubicBezTo>
                    <a:pt x="493" y="84"/>
                    <a:pt x="493" y="84"/>
                    <a:pt x="493" y="84"/>
                  </a:cubicBezTo>
                  <a:cubicBezTo>
                    <a:pt x="493" y="84"/>
                    <a:pt x="492" y="84"/>
                    <a:pt x="492" y="85"/>
                  </a:cubicBezTo>
                  <a:cubicBezTo>
                    <a:pt x="489" y="85"/>
                    <a:pt x="488" y="85"/>
                    <a:pt x="487" y="84"/>
                  </a:cubicBezTo>
                  <a:cubicBezTo>
                    <a:pt x="486" y="84"/>
                    <a:pt x="486" y="84"/>
                    <a:pt x="486" y="84"/>
                  </a:cubicBezTo>
                  <a:cubicBezTo>
                    <a:pt x="486" y="84"/>
                    <a:pt x="485" y="83"/>
                    <a:pt x="485" y="83"/>
                  </a:cubicBezTo>
                  <a:cubicBezTo>
                    <a:pt x="483" y="83"/>
                    <a:pt x="481" y="85"/>
                    <a:pt x="480" y="82"/>
                  </a:cubicBezTo>
                  <a:cubicBezTo>
                    <a:pt x="479" y="80"/>
                    <a:pt x="480" y="79"/>
                    <a:pt x="485" y="79"/>
                  </a:cubicBezTo>
                  <a:cubicBezTo>
                    <a:pt x="490" y="79"/>
                    <a:pt x="496" y="81"/>
                    <a:pt x="496" y="81"/>
                  </a:cubicBezTo>
                  <a:cubicBezTo>
                    <a:pt x="496" y="81"/>
                    <a:pt x="502" y="79"/>
                    <a:pt x="504" y="78"/>
                  </a:cubicBezTo>
                  <a:cubicBezTo>
                    <a:pt x="505" y="78"/>
                    <a:pt x="508" y="77"/>
                    <a:pt x="510" y="75"/>
                  </a:cubicBezTo>
                  <a:cubicBezTo>
                    <a:pt x="512" y="74"/>
                    <a:pt x="513" y="73"/>
                    <a:pt x="513" y="70"/>
                  </a:cubicBezTo>
                  <a:cubicBezTo>
                    <a:pt x="512" y="67"/>
                    <a:pt x="509" y="66"/>
                    <a:pt x="507" y="65"/>
                  </a:cubicBezTo>
                  <a:cubicBezTo>
                    <a:pt x="504" y="65"/>
                    <a:pt x="504" y="65"/>
                    <a:pt x="504" y="65"/>
                  </a:cubicBezTo>
                  <a:cubicBezTo>
                    <a:pt x="504" y="64"/>
                    <a:pt x="504" y="64"/>
                    <a:pt x="504" y="64"/>
                  </a:cubicBezTo>
                  <a:cubicBezTo>
                    <a:pt x="502" y="62"/>
                    <a:pt x="507" y="60"/>
                    <a:pt x="509" y="59"/>
                  </a:cubicBezTo>
                  <a:cubicBezTo>
                    <a:pt x="512" y="58"/>
                    <a:pt x="519" y="59"/>
                    <a:pt x="519" y="59"/>
                  </a:cubicBezTo>
                  <a:cubicBezTo>
                    <a:pt x="519" y="59"/>
                    <a:pt x="523" y="59"/>
                    <a:pt x="523" y="57"/>
                  </a:cubicBezTo>
                  <a:cubicBezTo>
                    <a:pt x="523" y="57"/>
                    <a:pt x="523" y="57"/>
                    <a:pt x="523" y="57"/>
                  </a:cubicBezTo>
                  <a:cubicBezTo>
                    <a:pt x="524" y="57"/>
                    <a:pt x="524" y="57"/>
                    <a:pt x="524" y="57"/>
                  </a:cubicBezTo>
                  <a:cubicBezTo>
                    <a:pt x="524" y="57"/>
                    <a:pt x="524" y="57"/>
                    <a:pt x="524" y="56"/>
                  </a:cubicBezTo>
                  <a:cubicBezTo>
                    <a:pt x="524" y="55"/>
                    <a:pt x="524" y="54"/>
                    <a:pt x="524" y="53"/>
                  </a:cubicBezTo>
                  <a:cubicBezTo>
                    <a:pt x="524" y="53"/>
                    <a:pt x="525" y="53"/>
                    <a:pt x="525" y="53"/>
                  </a:cubicBezTo>
                  <a:cubicBezTo>
                    <a:pt x="528" y="55"/>
                    <a:pt x="525" y="60"/>
                    <a:pt x="530" y="59"/>
                  </a:cubicBezTo>
                  <a:cubicBezTo>
                    <a:pt x="534" y="58"/>
                    <a:pt x="535" y="59"/>
                    <a:pt x="538" y="61"/>
                  </a:cubicBezTo>
                  <a:cubicBezTo>
                    <a:pt x="540" y="63"/>
                    <a:pt x="537" y="69"/>
                    <a:pt x="535" y="71"/>
                  </a:cubicBezTo>
                  <a:cubicBezTo>
                    <a:pt x="534" y="71"/>
                    <a:pt x="534" y="71"/>
                    <a:pt x="533" y="72"/>
                  </a:cubicBezTo>
                  <a:cubicBezTo>
                    <a:pt x="531" y="73"/>
                    <a:pt x="529" y="75"/>
                    <a:pt x="534" y="75"/>
                  </a:cubicBezTo>
                  <a:cubicBezTo>
                    <a:pt x="539" y="76"/>
                    <a:pt x="543" y="76"/>
                    <a:pt x="543" y="76"/>
                  </a:cubicBezTo>
                  <a:cubicBezTo>
                    <a:pt x="543" y="76"/>
                    <a:pt x="543" y="76"/>
                    <a:pt x="543" y="75"/>
                  </a:cubicBezTo>
                  <a:cubicBezTo>
                    <a:pt x="544" y="75"/>
                    <a:pt x="544" y="75"/>
                    <a:pt x="544" y="75"/>
                  </a:cubicBezTo>
                  <a:cubicBezTo>
                    <a:pt x="544" y="75"/>
                    <a:pt x="547" y="71"/>
                    <a:pt x="549" y="68"/>
                  </a:cubicBezTo>
                  <a:cubicBezTo>
                    <a:pt x="549" y="67"/>
                    <a:pt x="549" y="67"/>
                    <a:pt x="550" y="66"/>
                  </a:cubicBezTo>
                  <a:cubicBezTo>
                    <a:pt x="551" y="66"/>
                    <a:pt x="553" y="67"/>
                    <a:pt x="554" y="68"/>
                  </a:cubicBezTo>
                  <a:cubicBezTo>
                    <a:pt x="556" y="69"/>
                    <a:pt x="561" y="70"/>
                    <a:pt x="559" y="72"/>
                  </a:cubicBezTo>
                  <a:cubicBezTo>
                    <a:pt x="559" y="72"/>
                    <a:pt x="558" y="73"/>
                    <a:pt x="557" y="73"/>
                  </a:cubicBezTo>
                  <a:cubicBezTo>
                    <a:pt x="555" y="74"/>
                    <a:pt x="553" y="74"/>
                    <a:pt x="552" y="75"/>
                  </a:cubicBezTo>
                  <a:cubicBezTo>
                    <a:pt x="552" y="75"/>
                    <a:pt x="552" y="75"/>
                    <a:pt x="552" y="75"/>
                  </a:cubicBezTo>
                  <a:cubicBezTo>
                    <a:pt x="552" y="75"/>
                    <a:pt x="552" y="75"/>
                    <a:pt x="552" y="75"/>
                  </a:cubicBezTo>
                  <a:cubicBezTo>
                    <a:pt x="549" y="77"/>
                    <a:pt x="548" y="79"/>
                    <a:pt x="546" y="82"/>
                  </a:cubicBezTo>
                  <a:cubicBezTo>
                    <a:pt x="546" y="83"/>
                    <a:pt x="545" y="84"/>
                    <a:pt x="545" y="84"/>
                  </a:cubicBezTo>
                  <a:cubicBezTo>
                    <a:pt x="544" y="85"/>
                    <a:pt x="542" y="85"/>
                    <a:pt x="539" y="84"/>
                  </a:cubicBezTo>
                  <a:cubicBezTo>
                    <a:pt x="535" y="84"/>
                    <a:pt x="535" y="84"/>
                    <a:pt x="535" y="84"/>
                  </a:cubicBezTo>
                  <a:cubicBezTo>
                    <a:pt x="533" y="84"/>
                    <a:pt x="531" y="84"/>
                    <a:pt x="530" y="84"/>
                  </a:cubicBezTo>
                  <a:cubicBezTo>
                    <a:pt x="529" y="84"/>
                    <a:pt x="529" y="84"/>
                    <a:pt x="529" y="84"/>
                  </a:cubicBezTo>
                  <a:cubicBezTo>
                    <a:pt x="529" y="84"/>
                    <a:pt x="529" y="84"/>
                    <a:pt x="529" y="84"/>
                  </a:cubicBezTo>
                  <a:cubicBezTo>
                    <a:pt x="528" y="85"/>
                    <a:pt x="527" y="85"/>
                    <a:pt x="527" y="86"/>
                  </a:cubicBezTo>
                  <a:cubicBezTo>
                    <a:pt x="525" y="89"/>
                    <a:pt x="526" y="99"/>
                    <a:pt x="529" y="97"/>
                  </a:cubicBezTo>
                  <a:cubicBezTo>
                    <a:pt x="531" y="96"/>
                    <a:pt x="534" y="96"/>
                    <a:pt x="537" y="95"/>
                  </a:cubicBezTo>
                  <a:cubicBezTo>
                    <a:pt x="539" y="94"/>
                    <a:pt x="551" y="96"/>
                    <a:pt x="554" y="96"/>
                  </a:cubicBezTo>
                  <a:cubicBezTo>
                    <a:pt x="557" y="95"/>
                    <a:pt x="562" y="102"/>
                    <a:pt x="564" y="100"/>
                  </a:cubicBezTo>
                  <a:cubicBezTo>
                    <a:pt x="565" y="99"/>
                    <a:pt x="568" y="103"/>
                    <a:pt x="571" y="105"/>
                  </a:cubicBezTo>
                  <a:cubicBezTo>
                    <a:pt x="572" y="106"/>
                    <a:pt x="573" y="106"/>
                    <a:pt x="573" y="105"/>
                  </a:cubicBezTo>
                  <a:cubicBezTo>
                    <a:pt x="574" y="105"/>
                    <a:pt x="574" y="104"/>
                    <a:pt x="575" y="103"/>
                  </a:cubicBezTo>
                  <a:cubicBezTo>
                    <a:pt x="575" y="103"/>
                    <a:pt x="575" y="103"/>
                    <a:pt x="575" y="103"/>
                  </a:cubicBezTo>
                  <a:cubicBezTo>
                    <a:pt x="575" y="103"/>
                    <a:pt x="577" y="103"/>
                    <a:pt x="579" y="105"/>
                  </a:cubicBezTo>
                  <a:cubicBezTo>
                    <a:pt x="584" y="109"/>
                    <a:pt x="581" y="109"/>
                    <a:pt x="584" y="109"/>
                  </a:cubicBezTo>
                  <a:cubicBezTo>
                    <a:pt x="587" y="109"/>
                    <a:pt x="594" y="110"/>
                    <a:pt x="594" y="110"/>
                  </a:cubicBezTo>
                  <a:cubicBezTo>
                    <a:pt x="594" y="110"/>
                    <a:pt x="594" y="110"/>
                    <a:pt x="594" y="109"/>
                  </a:cubicBezTo>
                  <a:cubicBezTo>
                    <a:pt x="594" y="109"/>
                    <a:pt x="595" y="109"/>
                    <a:pt x="595" y="109"/>
                  </a:cubicBezTo>
                  <a:cubicBezTo>
                    <a:pt x="595" y="109"/>
                    <a:pt x="595" y="107"/>
                    <a:pt x="596" y="105"/>
                  </a:cubicBezTo>
                  <a:cubicBezTo>
                    <a:pt x="597" y="105"/>
                    <a:pt x="598" y="105"/>
                    <a:pt x="599" y="105"/>
                  </a:cubicBezTo>
                  <a:cubicBezTo>
                    <a:pt x="604" y="106"/>
                    <a:pt x="608" y="112"/>
                    <a:pt x="608" y="109"/>
                  </a:cubicBezTo>
                  <a:cubicBezTo>
                    <a:pt x="609" y="109"/>
                    <a:pt x="609" y="109"/>
                    <a:pt x="609" y="107"/>
                  </a:cubicBezTo>
                  <a:cubicBezTo>
                    <a:pt x="609" y="106"/>
                    <a:pt x="609" y="105"/>
                    <a:pt x="609" y="103"/>
                  </a:cubicBezTo>
                  <a:cubicBezTo>
                    <a:pt x="608" y="103"/>
                    <a:pt x="608" y="103"/>
                    <a:pt x="608" y="103"/>
                  </a:cubicBezTo>
                  <a:cubicBezTo>
                    <a:pt x="608" y="101"/>
                    <a:pt x="607" y="99"/>
                    <a:pt x="605" y="96"/>
                  </a:cubicBezTo>
                  <a:cubicBezTo>
                    <a:pt x="604" y="96"/>
                    <a:pt x="604" y="96"/>
                    <a:pt x="604" y="96"/>
                  </a:cubicBezTo>
                  <a:cubicBezTo>
                    <a:pt x="605" y="96"/>
                    <a:pt x="605" y="96"/>
                    <a:pt x="605" y="96"/>
                  </a:cubicBezTo>
                  <a:cubicBezTo>
                    <a:pt x="601" y="92"/>
                    <a:pt x="595" y="90"/>
                    <a:pt x="594" y="88"/>
                  </a:cubicBezTo>
                  <a:cubicBezTo>
                    <a:pt x="593" y="87"/>
                    <a:pt x="593" y="85"/>
                    <a:pt x="593" y="84"/>
                  </a:cubicBezTo>
                  <a:cubicBezTo>
                    <a:pt x="592" y="84"/>
                    <a:pt x="592" y="84"/>
                    <a:pt x="592" y="84"/>
                  </a:cubicBezTo>
                  <a:cubicBezTo>
                    <a:pt x="592" y="84"/>
                    <a:pt x="592" y="84"/>
                    <a:pt x="593" y="83"/>
                  </a:cubicBezTo>
                  <a:cubicBezTo>
                    <a:pt x="594" y="82"/>
                    <a:pt x="601" y="84"/>
                    <a:pt x="605" y="87"/>
                  </a:cubicBezTo>
                  <a:cubicBezTo>
                    <a:pt x="609" y="90"/>
                    <a:pt x="613" y="93"/>
                    <a:pt x="616" y="90"/>
                  </a:cubicBezTo>
                  <a:cubicBezTo>
                    <a:pt x="616" y="90"/>
                    <a:pt x="616" y="90"/>
                    <a:pt x="616" y="90"/>
                  </a:cubicBezTo>
                  <a:cubicBezTo>
                    <a:pt x="616" y="90"/>
                    <a:pt x="616" y="90"/>
                    <a:pt x="616" y="90"/>
                  </a:cubicBezTo>
                  <a:cubicBezTo>
                    <a:pt x="617" y="89"/>
                    <a:pt x="618" y="89"/>
                    <a:pt x="618" y="89"/>
                  </a:cubicBezTo>
                  <a:cubicBezTo>
                    <a:pt x="620" y="88"/>
                    <a:pt x="621" y="87"/>
                    <a:pt x="622" y="86"/>
                  </a:cubicBezTo>
                  <a:cubicBezTo>
                    <a:pt x="623" y="86"/>
                    <a:pt x="624" y="85"/>
                    <a:pt x="624" y="85"/>
                  </a:cubicBezTo>
                  <a:cubicBezTo>
                    <a:pt x="625" y="84"/>
                    <a:pt x="625" y="84"/>
                    <a:pt x="625" y="84"/>
                  </a:cubicBezTo>
                  <a:cubicBezTo>
                    <a:pt x="624" y="84"/>
                    <a:pt x="624" y="84"/>
                    <a:pt x="624" y="84"/>
                  </a:cubicBezTo>
                  <a:cubicBezTo>
                    <a:pt x="626" y="82"/>
                    <a:pt x="628" y="78"/>
                    <a:pt x="628" y="78"/>
                  </a:cubicBezTo>
                  <a:cubicBezTo>
                    <a:pt x="628" y="78"/>
                    <a:pt x="624" y="77"/>
                    <a:pt x="619" y="76"/>
                  </a:cubicBezTo>
                  <a:cubicBezTo>
                    <a:pt x="623" y="76"/>
                    <a:pt x="623" y="76"/>
                    <a:pt x="623" y="76"/>
                  </a:cubicBezTo>
                  <a:cubicBezTo>
                    <a:pt x="619" y="75"/>
                    <a:pt x="614" y="74"/>
                    <a:pt x="613" y="72"/>
                  </a:cubicBezTo>
                  <a:cubicBezTo>
                    <a:pt x="611" y="69"/>
                    <a:pt x="604" y="65"/>
                    <a:pt x="602" y="65"/>
                  </a:cubicBezTo>
                  <a:cubicBezTo>
                    <a:pt x="600" y="65"/>
                    <a:pt x="595" y="69"/>
                    <a:pt x="593" y="65"/>
                  </a:cubicBezTo>
                  <a:cubicBezTo>
                    <a:pt x="591" y="65"/>
                    <a:pt x="591" y="65"/>
                    <a:pt x="591" y="65"/>
                  </a:cubicBezTo>
                  <a:cubicBezTo>
                    <a:pt x="591" y="64"/>
                    <a:pt x="591" y="64"/>
                    <a:pt x="591" y="64"/>
                  </a:cubicBezTo>
                  <a:cubicBezTo>
                    <a:pt x="590" y="62"/>
                    <a:pt x="590" y="59"/>
                    <a:pt x="589" y="57"/>
                  </a:cubicBezTo>
                  <a:cubicBezTo>
                    <a:pt x="591" y="57"/>
                    <a:pt x="591" y="57"/>
                    <a:pt x="591" y="57"/>
                  </a:cubicBezTo>
                  <a:cubicBezTo>
                    <a:pt x="590" y="53"/>
                    <a:pt x="589" y="50"/>
                    <a:pt x="588" y="50"/>
                  </a:cubicBezTo>
                  <a:cubicBezTo>
                    <a:pt x="587" y="49"/>
                    <a:pt x="573" y="47"/>
                    <a:pt x="566" y="45"/>
                  </a:cubicBezTo>
                  <a:cubicBezTo>
                    <a:pt x="563" y="45"/>
                    <a:pt x="563" y="45"/>
                    <a:pt x="563" y="45"/>
                  </a:cubicBezTo>
                  <a:cubicBezTo>
                    <a:pt x="562" y="45"/>
                    <a:pt x="562" y="45"/>
                    <a:pt x="561" y="45"/>
                  </a:cubicBezTo>
                  <a:cubicBezTo>
                    <a:pt x="559" y="43"/>
                    <a:pt x="550" y="40"/>
                    <a:pt x="545" y="37"/>
                  </a:cubicBezTo>
                  <a:cubicBezTo>
                    <a:pt x="547" y="37"/>
                    <a:pt x="547" y="37"/>
                    <a:pt x="547" y="37"/>
                  </a:cubicBezTo>
                  <a:cubicBezTo>
                    <a:pt x="545" y="37"/>
                    <a:pt x="544" y="36"/>
                    <a:pt x="543" y="35"/>
                  </a:cubicBezTo>
                  <a:cubicBezTo>
                    <a:pt x="538" y="32"/>
                    <a:pt x="532" y="28"/>
                    <a:pt x="528" y="28"/>
                  </a:cubicBezTo>
                  <a:cubicBezTo>
                    <a:pt x="524" y="28"/>
                    <a:pt x="508" y="31"/>
                    <a:pt x="505" y="30"/>
                  </a:cubicBezTo>
                  <a:cubicBezTo>
                    <a:pt x="502" y="29"/>
                    <a:pt x="493" y="31"/>
                    <a:pt x="489" y="32"/>
                  </a:cubicBezTo>
                  <a:cubicBezTo>
                    <a:pt x="489" y="32"/>
                    <a:pt x="489" y="32"/>
                    <a:pt x="488" y="32"/>
                  </a:cubicBezTo>
                  <a:cubicBezTo>
                    <a:pt x="488" y="32"/>
                    <a:pt x="488" y="32"/>
                    <a:pt x="488" y="32"/>
                  </a:cubicBezTo>
                  <a:cubicBezTo>
                    <a:pt x="485" y="33"/>
                    <a:pt x="493" y="41"/>
                    <a:pt x="485" y="42"/>
                  </a:cubicBezTo>
                  <a:cubicBezTo>
                    <a:pt x="478" y="44"/>
                    <a:pt x="479" y="45"/>
                    <a:pt x="480" y="37"/>
                  </a:cubicBezTo>
                  <a:cubicBezTo>
                    <a:pt x="481" y="37"/>
                    <a:pt x="481" y="37"/>
                    <a:pt x="481" y="37"/>
                  </a:cubicBezTo>
                  <a:cubicBezTo>
                    <a:pt x="481" y="37"/>
                    <a:pt x="481" y="36"/>
                    <a:pt x="481" y="36"/>
                  </a:cubicBezTo>
                  <a:cubicBezTo>
                    <a:pt x="483" y="27"/>
                    <a:pt x="476" y="25"/>
                    <a:pt x="470" y="28"/>
                  </a:cubicBezTo>
                  <a:cubicBezTo>
                    <a:pt x="466" y="30"/>
                    <a:pt x="461" y="32"/>
                    <a:pt x="458" y="34"/>
                  </a:cubicBezTo>
                  <a:cubicBezTo>
                    <a:pt x="455" y="35"/>
                    <a:pt x="453" y="37"/>
                    <a:pt x="454" y="39"/>
                  </a:cubicBezTo>
                  <a:cubicBezTo>
                    <a:pt x="457" y="43"/>
                    <a:pt x="454" y="46"/>
                    <a:pt x="459" y="50"/>
                  </a:cubicBezTo>
                  <a:cubicBezTo>
                    <a:pt x="464" y="54"/>
                    <a:pt x="466" y="55"/>
                    <a:pt x="472" y="55"/>
                  </a:cubicBezTo>
                  <a:cubicBezTo>
                    <a:pt x="479" y="54"/>
                    <a:pt x="485" y="56"/>
                    <a:pt x="485" y="56"/>
                  </a:cubicBezTo>
                  <a:cubicBezTo>
                    <a:pt x="485" y="56"/>
                    <a:pt x="485" y="63"/>
                    <a:pt x="483" y="64"/>
                  </a:cubicBezTo>
                  <a:cubicBezTo>
                    <a:pt x="482" y="64"/>
                    <a:pt x="482" y="64"/>
                    <a:pt x="481" y="65"/>
                  </a:cubicBezTo>
                  <a:cubicBezTo>
                    <a:pt x="480" y="65"/>
                    <a:pt x="480" y="65"/>
                    <a:pt x="480" y="65"/>
                  </a:cubicBezTo>
                  <a:cubicBezTo>
                    <a:pt x="479" y="65"/>
                    <a:pt x="478" y="65"/>
                    <a:pt x="478" y="66"/>
                  </a:cubicBezTo>
                  <a:cubicBezTo>
                    <a:pt x="477" y="67"/>
                    <a:pt x="476" y="67"/>
                    <a:pt x="475" y="69"/>
                  </a:cubicBezTo>
                  <a:cubicBezTo>
                    <a:pt x="475" y="70"/>
                    <a:pt x="474" y="71"/>
                    <a:pt x="473" y="72"/>
                  </a:cubicBezTo>
                  <a:cubicBezTo>
                    <a:pt x="472" y="72"/>
                    <a:pt x="470" y="73"/>
                    <a:pt x="470" y="72"/>
                  </a:cubicBezTo>
                  <a:cubicBezTo>
                    <a:pt x="470" y="70"/>
                    <a:pt x="471" y="67"/>
                    <a:pt x="471" y="65"/>
                  </a:cubicBezTo>
                  <a:cubicBezTo>
                    <a:pt x="470" y="65"/>
                    <a:pt x="470" y="65"/>
                    <a:pt x="470" y="65"/>
                  </a:cubicBezTo>
                  <a:cubicBezTo>
                    <a:pt x="470" y="64"/>
                    <a:pt x="469" y="62"/>
                    <a:pt x="468" y="62"/>
                  </a:cubicBezTo>
                  <a:cubicBezTo>
                    <a:pt x="465" y="59"/>
                    <a:pt x="464" y="58"/>
                    <a:pt x="460" y="61"/>
                  </a:cubicBezTo>
                  <a:cubicBezTo>
                    <a:pt x="456" y="64"/>
                    <a:pt x="455" y="65"/>
                    <a:pt x="454" y="60"/>
                  </a:cubicBezTo>
                  <a:cubicBezTo>
                    <a:pt x="453" y="59"/>
                    <a:pt x="452" y="58"/>
                    <a:pt x="451" y="57"/>
                  </a:cubicBezTo>
                  <a:cubicBezTo>
                    <a:pt x="453" y="57"/>
                    <a:pt x="453" y="57"/>
                    <a:pt x="453" y="57"/>
                  </a:cubicBezTo>
                  <a:cubicBezTo>
                    <a:pt x="450" y="54"/>
                    <a:pt x="446" y="51"/>
                    <a:pt x="446" y="51"/>
                  </a:cubicBezTo>
                  <a:cubicBezTo>
                    <a:pt x="446" y="51"/>
                    <a:pt x="444" y="48"/>
                    <a:pt x="442" y="45"/>
                  </a:cubicBezTo>
                  <a:cubicBezTo>
                    <a:pt x="441" y="45"/>
                    <a:pt x="441" y="45"/>
                    <a:pt x="441" y="45"/>
                  </a:cubicBezTo>
                  <a:cubicBezTo>
                    <a:pt x="440" y="44"/>
                    <a:pt x="439" y="44"/>
                    <a:pt x="439" y="43"/>
                  </a:cubicBezTo>
                  <a:cubicBezTo>
                    <a:pt x="436" y="40"/>
                    <a:pt x="430" y="41"/>
                    <a:pt x="430" y="43"/>
                  </a:cubicBezTo>
                  <a:cubicBezTo>
                    <a:pt x="429" y="46"/>
                    <a:pt x="431" y="49"/>
                    <a:pt x="433" y="55"/>
                  </a:cubicBezTo>
                  <a:cubicBezTo>
                    <a:pt x="434" y="59"/>
                    <a:pt x="435" y="64"/>
                    <a:pt x="433" y="66"/>
                  </a:cubicBezTo>
                  <a:cubicBezTo>
                    <a:pt x="433" y="66"/>
                    <a:pt x="433" y="67"/>
                    <a:pt x="433" y="67"/>
                  </a:cubicBezTo>
                  <a:cubicBezTo>
                    <a:pt x="432" y="67"/>
                    <a:pt x="432" y="67"/>
                    <a:pt x="431" y="68"/>
                  </a:cubicBezTo>
                  <a:cubicBezTo>
                    <a:pt x="429" y="68"/>
                    <a:pt x="429" y="71"/>
                    <a:pt x="427" y="72"/>
                  </a:cubicBezTo>
                  <a:cubicBezTo>
                    <a:pt x="427" y="72"/>
                    <a:pt x="427" y="72"/>
                    <a:pt x="427" y="72"/>
                  </a:cubicBezTo>
                  <a:cubicBezTo>
                    <a:pt x="423" y="73"/>
                    <a:pt x="422" y="70"/>
                    <a:pt x="422" y="66"/>
                  </a:cubicBezTo>
                  <a:cubicBezTo>
                    <a:pt x="422" y="65"/>
                    <a:pt x="422" y="65"/>
                    <a:pt x="422" y="65"/>
                  </a:cubicBezTo>
                  <a:cubicBezTo>
                    <a:pt x="421" y="65"/>
                    <a:pt x="421" y="65"/>
                    <a:pt x="421" y="65"/>
                  </a:cubicBezTo>
                  <a:cubicBezTo>
                    <a:pt x="420" y="61"/>
                    <a:pt x="420" y="59"/>
                    <a:pt x="420" y="57"/>
                  </a:cubicBezTo>
                  <a:cubicBezTo>
                    <a:pt x="421" y="57"/>
                    <a:pt x="421" y="57"/>
                    <a:pt x="421" y="57"/>
                  </a:cubicBezTo>
                  <a:cubicBezTo>
                    <a:pt x="421" y="56"/>
                    <a:pt x="421" y="56"/>
                    <a:pt x="421" y="55"/>
                  </a:cubicBezTo>
                  <a:cubicBezTo>
                    <a:pt x="422" y="53"/>
                    <a:pt x="417" y="56"/>
                    <a:pt x="412" y="55"/>
                  </a:cubicBezTo>
                  <a:cubicBezTo>
                    <a:pt x="410" y="55"/>
                    <a:pt x="408" y="55"/>
                    <a:pt x="407" y="56"/>
                  </a:cubicBezTo>
                  <a:cubicBezTo>
                    <a:pt x="405" y="57"/>
                    <a:pt x="404" y="59"/>
                    <a:pt x="407" y="60"/>
                  </a:cubicBezTo>
                  <a:cubicBezTo>
                    <a:pt x="412" y="61"/>
                    <a:pt x="413" y="67"/>
                    <a:pt x="410" y="70"/>
                  </a:cubicBezTo>
                  <a:cubicBezTo>
                    <a:pt x="410" y="70"/>
                    <a:pt x="410" y="70"/>
                    <a:pt x="410" y="70"/>
                  </a:cubicBezTo>
                  <a:cubicBezTo>
                    <a:pt x="405" y="72"/>
                    <a:pt x="388" y="70"/>
                    <a:pt x="383" y="70"/>
                  </a:cubicBezTo>
                  <a:cubicBezTo>
                    <a:pt x="377" y="70"/>
                    <a:pt x="369" y="72"/>
                    <a:pt x="368" y="68"/>
                  </a:cubicBezTo>
                  <a:cubicBezTo>
                    <a:pt x="367" y="67"/>
                    <a:pt x="368" y="66"/>
                    <a:pt x="369" y="65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71" y="64"/>
                    <a:pt x="373" y="63"/>
                    <a:pt x="375" y="63"/>
                  </a:cubicBezTo>
                  <a:cubicBezTo>
                    <a:pt x="378" y="63"/>
                    <a:pt x="389" y="63"/>
                    <a:pt x="393" y="57"/>
                  </a:cubicBezTo>
                  <a:cubicBezTo>
                    <a:pt x="393" y="57"/>
                    <a:pt x="393" y="57"/>
                    <a:pt x="393" y="57"/>
                  </a:cubicBezTo>
                  <a:cubicBezTo>
                    <a:pt x="393" y="57"/>
                    <a:pt x="393" y="57"/>
                    <a:pt x="393" y="57"/>
                  </a:cubicBezTo>
                  <a:cubicBezTo>
                    <a:pt x="393" y="57"/>
                    <a:pt x="394" y="57"/>
                    <a:pt x="394" y="56"/>
                  </a:cubicBezTo>
                  <a:cubicBezTo>
                    <a:pt x="398" y="50"/>
                    <a:pt x="389" y="49"/>
                    <a:pt x="385" y="49"/>
                  </a:cubicBezTo>
                  <a:cubicBezTo>
                    <a:pt x="382" y="49"/>
                    <a:pt x="380" y="48"/>
                    <a:pt x="377" y="45"/>
                  </a:cubicBezTo>
                  <a:cubicBezTo>
                    <a:pt x="375" y="45"/>
                    <a:pt x="375" y="45"/>
                    <a:pt x="375" y="45"/>
                  </a:cubicBezTo>
                  <a:cubicBezTo>
                    <a:pt x="374" y="44"/>
                    <a:pt x="373" y="43"/>
                    <a:pt x="372" y="42"/>
                  </a:cubicBezTo>
                  <a:cubicBezTo>
                    <a:pt x="371" y="41"/>
                    <a:pt x="371" y="39"/>
                    <a:pt x="371" y="37"/>
                  </a:cubicBezTo>
                  <a:cubicBezTo>
                    <a:pt x="372" y="37"/>
                    <a:pt x="372" y="37"/>
                    <a:pt x="372" y="37"/>
                  </a:cubicBezTo>
                  <a:cubicBezTo>
                    <a:pt x="373" y="34"/>
                    <a:pt x="376" y="32"/>
                    <a:pt x="375" y="31"/>
                  </a:cubicBezTo>
                  <a:cubicBezTo>
                    <a:pt x="374" y="28"/>
                    <a:pt x="369" y="30"/>
                    <a:pt x="365" y="30"/>
                  </a:cubicBezTo>
                  <a:cubicBezTo>
                    <a:pt x="363" y="30"/>
                    <a:pt x="359" y="29"/>
                    <a:pt x="357" y="28"/>
                  </a:cubicBezTo>
                  <a:cubicBezTo>
                    <a:pt x="359" y="28"/>
                    <a:pt x="361" y="28"/>
                    <a:pt x="361" y="28"/>
                  </a:cubicBezTo>
                  <a:cubicBezTo>
                    <a:pt x="362" y="27"/>
                    <a:pt x="362" y="27"/>
                    <a:pt x="362" y="27"/>
                  </a:cubicBezTo>
                  <a:cubicBezTo>
                    <a:pt x="362" y="26"/>
                    <a:pt x="363" y="26"/>
                    <a:pt x="363" y="26"/>
                  </a:cubicBezTo>
                  <a:cubicBezTo>
                    <a:pt x="362" y="26"/>
                    <a:pt x="362" y="26"/>
                    <a:pt x="362" y="26"/>
                  </a:cubicBezTo>
                  <a:cubicBezTo>
                    <a:pt x="364" y="25"/>
                    <a:pt x="365" y="24"/>
                    <a:pt x="366" y="22"/>
                  </a:cubicBezTo>
                  <a:cubicBezTo>
                    <a:pt x="366" y="21"/>
                    <a:pt x="366" y="20"/>
                    <a:pt x="366" y="18"/>
                  </a:cubicBezTo>
                  <a:cubicBezTo>
                    <a:pt x="367" y="18"/>
                    <a:pt x="367" y="18"/>
                    <a:pt x="367" y="18"/>
                  </a:cubicBezTo>
                  <a:cubicBezTo>
                    <a:pt x="368" y="15"/>
                    <a:pt x="368" y="12"/>
                    <a:pt x="368" y="12"/>
                  </a:cubicBezTo>
                  <a:cubicBezTo>
                    <a:pt x="368" y="12"/>
                    <a:pt x="366" y="8"/>
                    <a:pt x="363" y="10"/>
                  </a:cubicBezTo>
                  <a:cubicBezTo>
                    <a:pt x="360" y="12"/>
                    <a:pt x="359" y="13"/>
                    <a:pt x="356" y="12"/>
                  </a:cubicBezTo>
                  <a:cubicBezTo>
                    <a:pt x="354" y="11"/>
                    <a:pt x="353" y="8"/>
                    <a:pt x="351" y="6"/>
                  </a:cubicBezTo>
                  <a:cubicBezTo>
                    <a:pt x="346" y="6"/>
                    <a:pt x="346" y="6"/>
                    <a:pt x="346" y="6"/>
                  </a:cubicBezTo>
                  <a:cubicBezTo>
                    <a:pt x="345" y="7"/>
                    <a:pt x="345" y="7"/>
                    <a:pt x="344" y="8"/>
                  </a:cubicBezTo>
                  <a:cubicBezTo>
                    <a:pt x="341" y="9"/>
                    <a:pt x="340" y="12"/>
                    <a:pt x="339" y="13"/>
                  </a:cubicBezTo>
                  <a:cubicBezTo>
                    <a:pt x="338" y="13"/>
                    <a:pt x="338" y="13"/>
                    <a:pt x="338" y="13"/>
                  </a:cubicBezTo>
                  <a:cubicBezTo>
                    <a:pt x="336" y="14"/>
                    <a:pt x="334" y="15"/>
                    <a:pt x="333" y="14"/>
                  </a:cubicBezTo>
                  <a:cubicBezTo>
                    <a:pt x="332" y="14"/>
                    <a:pt x="324" y="8"/>
                    <a:pt x="324" y="8"/>
                  </a:cubicBezTo>
                  <a:cubicBezTo>
                    <a:pt x="324" y="8"/>
                    <a:pt x="314" y="8"/>
                    <a:pt x="309" y="6"/>
                  </a:cubicBezTo>
                  <a:cubicBezTo>
                    <a:pt x="307" y="6"/>
                    <a:pt x="307" y="6"/>
                    <a:pt x="307" y="6"/>
                  </a:cubicBezTo>
                  <a:cubicBezTo>
                    <a:pt x="307" y="6"/>
                    <a:pt x="307" y="6"/>
                    <a:pt x="307" y="6"/>
                  </a:cubicBezTo>
                  <a:cubicBezTo>
                    <a:pt x="306" y="4"/>
                    <a:pt x="303" y="0"/>
                    <a:pt x="296" y="0"/>
                  </a:cubicBezTo>
                  <a:cubicBezTo>
                    <a:pt x="289" y="1"/>
                    <a:pt x="276" y="6"/>
                    <a:pt x="274" y="6"/>
                  </a:cubicBezTo>
                  <a:cubicBezTo>
                    <a:pt x="273" y="6"/>
                    <a:pt x="275" y="9"/>
                    <a:pt x="275" y="10"/>
                  </a:cubicBezTo>
                  <a:cubicBezTo>
                    <a:pt x="273" y="10"/>
                    <a:pt x="270" y="10"/>
                    <a:pt x="269" y="12"/>
                  </a:cubicBezTo>
                  <a:cubicBezTo>
                    <a:pt x="268" y="12"/>
                    <a:pt x="267" y="13"/>
                    <a:pt x="267" y="14"/>
                  </a:cubicBezTo>
                  <a:cubicBezTo>
                    <a:pt x="266" y="16"/>
                    <a:pt x="270" y="16"/>
                    <a:pt x="274" y="16"/>
                  </a:cubicBezTo>
                  <a:cubicBezTo>
                    <a:pt x="278" y="16"/>
                    <a:pt x="285" y="16"/>
                    <a:pt x="287" y="15"/>
                  </a:cubicBezTo>
                  <a:cubicBezTo>
                    <a:pt x="289" y="14"/>
                    <a:pt x="299" y="11"/>
                    <a:pt x="299" y="15"/>
                  </a:cubicBezTo>
                  <a:cubicBezTo>
                    <a:pt x="299" y="18"/>
                    <a:pt x="303" y="24"/>
                    <a:pt x="305" y="23"/>
                  </a:cubicBezTo>
                  <a:cubicBezTo>
                    <a:pt x="308" y="22"/>
                    <a:pt x="312" y="17"/>
                    <a:pt x="314" y="19"/>
                  </a:cubicBezTo>
                  <a:cubicBezTo>
                    <a:pt x="317" y="21"/>
                    <a:pt x="317" y="26"/>
                    <a:pt x="319" y="27"/>
                  </a:cubicBezTo>
                  <a:cubicBezTo>
                    <a:pt x="322" y="28"/>
                    <a:pt x="328" y="28"/>
                    <a:pt x="331" y="27"/>
                  </a:cubicBezTo>
                  <a:cubicBezTo>
                    <a:pt x="334" y="26"/>
                    <a:pt x="342" y="26"/>
                    <a:pt x="346" y="27"/>
                  </a:cubicBezTo>
                  <a:cubicBezTo>
                    <a:pt x="348" y="27"/>
                    <a:pt x="352" y="28"/>
                    <a:pt x="356" y="28"/>
                  </a:cubicBezTo>
                  <a:cubicBezTo>
                    <a:pt x="355" y="28"/>
                    <a:pt x="354" y="29"/>
                    <a:pt x="354" y="29"/>
                  </a:cubicBezTo>
                  <a:cubicBezTo>
                    <a:pt x="353" y="29"/>
                    <a:pt x="353" y="30"/>
                    <a:pt x="353" y="31"/>
                  </a:cubicBezTo>
                  <a:cubicBezTo>
                    <a:pt x="353" y="35"/>
                    <a:pt x="356" y="43"/>
                    <a:pt x="356" y="46"/>
                  </a:cubicBezTo>
                  <a:cubicBezTo>
                    <a:pt x="356" y="46"/>
                    <a:pt x="356" y="46"/>
                    <a:pt x="356" y="46"/>
                  </a:cubicBezTo>
                  <a:cubicBezTo>
                    <a:pt x="355" y="46"/>
                    <a:pt x="355" y="45"/>
                    <a:pt x="355" y="45"/>
                  </a:cubicBezTo>
                  <a:cubicBezTo>
                    <a:pt x="353" y="45"/>
                    <a:pt x="353" y="45"/>
                    <a:pt x="353" y="45"/>
                  </a:cubicBezTo>
                  <a:cubicBezTo>
                    <a:pt x="352" y="43"/>
                    <a:pt x="351" y="40"/>
                    <a:pt x="350" y="37"/>
                  </a:cubicBezTo>
                  <a:cubicBezTo>
                    <a:pt x="351" y="37"/>
                    <a:pt x="351" y="37"/>
                    <a:pt x="351" y="37"/>
                  </a:cubicBezTo>
                  <a:cubicBezTo>
                    <a:pt x="351" y="37"/>
                    <a:pt x="351" y="36"/>
                    <a:pt x="350" y="35"/>
                  </a:cubicBezTo>
                  <a:cubicBezTo>
                    <a:pt x="348" y="32"/>
                    <a:pt x="344" y="32"/>
                    <a:pt x="339" y="33"/>
                  </a:cubicBezTo>
                  <a:cubicBezTo>
                    <a:pt x="334" y="33"/>
                    <a:pt x="325" y="35"/>
                    <a:pt x="323" y="35"/>
                  </a:cubicBezTo>
                  <a:cubicBezTo>
                    <a:pt x="320" y="34"/>
                    <a:pt x="322" y="34"/>
                    <a:pt x="317" y="31"/>
                  </a:cubicBezTo>
                  <a:cubicBezTo>
                    <a:pt x="311" y="28"/>
                    <a:pt x="309" y="29"/>
                    <a:pt x="305" y="26"/>
                  </a:cubicBezTo>
                  <a:cubicBezTo>
                    <a:pt x="303" y="26"/>
                    <a:pt x="303" y="26"/>
                    <a:pt x="303" y="26"/>
                  </a:cubicBezTo>
                  <a:cubicBezTo>
                    <a:pt x="300" y="23"/>
                    <a:pt x="303" y="22"/>
                    <a:pt x="296" y="22"/>
                  </a:cubicBezTo>
                  <a:cubicBezTo>
                    <a:pt x="289" y="21"/>
                    <a:pt x="290" y="26"/>
                    <a:pt x="283" y="25"/>
                  </a:cubicBezTo>
                  <a:cubicBezTo>
                    <a:pt x="276" y="23"/>
                    <a:pt x="274" y="25"/>
                    <a:pt x="267" y="25"/>
                  </a:cubicBezTo>
                  <a:cubicBezTo>
                    <a:pt x="260" y="24"/>
                    <a:pt x="257" y="23"/>
                    <a:pt x="256" y="28"/>
                  </a:cubicBezTo>
                  <a:cubicBezTo>
                    <a:pt x="255" y="32"/>
                    <a:pt x="253" y="39"/>
                    <a:pt x="250" y="39"/>
                  </a:cubicBezTo>
                  <a:cubicBezTo>
                    <a:pt x="247" y="39"/>
                    <a:pt x="243" y="43"/>
                    <a:pt x="253" y="43"/>
                  </a:cubicBezTo>
                  <a:cubicBezTo>
                    <a:pt x="262" y="44"/>
                    <a:pt x="257" y="49"/>
                    <a:pt x="265" y="49"/>
                  </a:cubicBezTo>
                  <a:cubicBezTo>
                    <a:pt x="272" y="48"/>
                    <a:pt x="278" y="48"/>
                    <a:pt x="281" y="45"/>
                  </a:cubicBezTo>
                  <a:cubicBezTo>
                    <a:pt x="282" y="45"/>
                    <a:pt x="282" y="45"/>
                    <a:pt x="282" y="45"/>
                  </a:cubicBezTo>
                  <a:cubicBezTo>
                    <a:pt x="282" y="45"/>
                    <a:pt x="282" y="45"/>
                    <a:pt x="282" y="45"/>
                  </a:cubicBezTo>
                  <a:cubicBezTo>
                    <a:pt x="282" y="45"/>
                    <a:pt x="283" y="44"/>
                    <a:pt x="283" y="43"/>
                  </a:cubicBezTo>
                  <a:cubicBezTo>
                    <a:pt x="285" y="39"/>
                    <a:pt x="286" y="39"/>
                    <a:pt x="287" y="41"/>
                  </a:cubicBezTo>
                  <a:cubicBezTo>
                    <a:pt x="288" y="42"/>
                    <a:pt x="296" y="53"/>
                    <a:pt x="296" y="53"/>
                  </a:cubicBezTo>
                  <a:cubicBezTo>
                    <a:pt x="296" y="53"/>
                    <a:pt x="301" y="58"/>
                    <a:pt x="303" y="59"/>
                  </a:cubicBezTo>
                  <a:cubicBezTo>
                    <a:pt x="305" y="60"/>
                    <a:pt x="301" y="65"/>
                    <a:pt x="297" y="62"/>
                  </a:cubicBezTo>
                  <a:cubicBezTo>
                    <a:pt x="293" y="59"/>
                    <a:pt x="285" y="60"/>
                    <a:pt x="283" y="57"/>
                  </a:cubicBezTo>
                  <a:cubicBezTo>
                    <a:pt x="282" y="57"/>
                    <a:pt x="282" y="57"/>
                    <a:pt x="282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84" y="57"/>
                    <a:pt x="284" y="57"/>
                    <a:pt x="283" y="56"/>
                  </a:cubicBezTo>
                  <a:cubicBezTo>
                    <a:pt x="280" y="53"/>
                    <a:pt x="272" y="52"/>
                    <a:pt x="269" y="53"/>
                  </a:cubicBezTo>
                  <a:cubicBezTo>
                    <a:pt x="265" y="53"/>
                    <a:pt x="254" y="52"/>
                    <a:pt x="252" y="52"/>
                  </a:cubicBezTo>
                  <a:cubicBezTo>
                    <a:pt x="252" y="52"/>
                    <a:pt x="250" y="53"/>
                    <a:pt x="249" y="54"/>
                  </a:cubicBezTo>
                  <a:cubicBezTo>
                    <a:pt x="247" y="55"/>
                    <a:pt x="243" y="59"/>
                    <a:pt x="243" y="59"/>
                  </a:cubicBezTo>
                  <a:cubicBezTo>
                    <a:pt x="243" y="59"/>
                    <a:pt x="242" y="58"/>
                    <a:pt x="242" y="57"/>
                  </a:cubicBezTo>
                  <a:cubicBezTo>
                    <a:pt x="243" y="57"/>
                    <a:pt x="243" y="57"/>
                    <a:pt x="243" y="57"/>
                  </a:cubicBezTo>
                  <a:cubicBezTo>
                    <a:pt x="242" y="55"/>
                    <a:pt x="241" y="53"/>
                    <a:pt x="240" y="51"/>
                  </a:cubicBezTo>
                  <a:cubicBezTo>
                    <a:pt x="239" y="50"/>
                    <a:pt x="238" y="50"/>
                    <a:pt x="237" y="51"/>
                  </a:cubicBezTo>
                  <a:cubicBezTo>
                    <a:pt x="236" y="52"/>
                    <a:pt x="235" y="53"/>
                    <a:pt x="234" y="54"/>
                  </a:cubicBezTo>
                  <a:cubicBezTo>
                    <a:pt x="234" y="54"/>
                    <a:pt x="234" y="54"/>
                    <a:pt x="234" y="54"/>
                  </a:cubicBezTo>
                  <a:cubicBezTo>
                    <a:pt x="232" y="55"/>
                    <a:pt x="226" y="49"/>
                    <a:pt x="220" y="52"/>
                  </a:cubicBezTo>
                  <a:cubicBezTo>
                    <a:pt x="218" y="52"/>
                    <a:pt x="217" y="53"/>
                    <a:pt x="216" y="54"/>
                  </a:cubicBezTo>
                  <a:cubicBezTo>
                    <a:pt x="215" y="54"/>
                    <a:pt x="215" y="55"/>
                    <a:pt x="214" y="55"/>
                  </a:cubicBezTo>
                  <a:cubicBezTo>
                    <a:pt x="213" y="56"/>
                    <a:pt x="211" y="56"/>
                    <a:pt x="207" y="56"/>
                  </a:cubicBezTo>
                  <a:cubicBezTo>
                    <a:pt x="199" y="55"/>
                    <a:pt x="197" y="53"/>
                    <a:pt x="194" y="54"/>
                  </a:cubicBezTo>
                  <a:cubicBezTo>
                    <a:pt x="191" y="55"/>
                    <a:pt x="191" y="55"/>
                    <a:pt x="191" y="55"/>
                  </a:cubicBezTo>
                  <a:cubicBezTo>
                    <a:pt x="191" y="55"/>
                    <a:pt x="191" y="55"/>
                    <a:pt x="191" y="55"/>
                  </a:cubicBezTo>
                  <a:cubicBezTo>
                    <a:pt x="190" y="55"/>
                    <a:pt x="190" y="55"/>
                    <a:pt x="190" y="55"/>
                  </a:cubicBezTo>
                  <a:cubicBezTo>
                    <a:pt x="190" y="55"/>
                    <a:pt x="191" y="58"/>
                    <a:pt x="187" y="60"/>
                  </a:cubicBezTo>
                  <a:cubicBezTo>
                    <a:pt x="184" y="62"/>
                    <a:pt x="181" y="65"/>
                    <a:pt x="179" y="62"/>
                  </a:cubicBezTo>
                  <a:cubicBezTo>
                    <a:pt x="176" y="58"/>
                    <a:pt x="175" y="58"/>
                    <a:pt x="173" y="58"/>
                  </a:cubicBezTo>
                  <a:cubicBezTo>
                    <a:pt x="173" y="57"/>
                    <a:pt x="172" y="57"/>
                    <a:pt x="172" y="57"/>
                  </a:cubicBezTo>
                  <a:cubicBezTo>
                    <a:pt x="174" y="57"/>
                    <a:pt x="174" y="57"/>
                    <a:pt x="174" y="57"/>
                  </a:cubicBezTo>
                  <a:cubicBezTo>
                    <a:pt x="172" y="56"/>
                    <a:pt x="169" y="53"/>
                    <a:pt x="163" y="55"/>
                  </a:cubicBezTo>
                  <a:cubicBezTo>
                    <a:pt x="157" y="57"/>
                    <a:pt x="150" y="47"/>
                    <a:pt x="148" y="47"/>
                  </a:cubicBezTo>
                  <a:cubicBezTo>
                    <a:pt x="146" y="47"/>
                    <a:pt x="125" y="52"/>
                    <a:pt x="121" y="51"/>
                  </a:cubicBezTo>
                  <a:cubicBezTo>
                    <a:pt x="118" y="50"/>
                    <a:pt x="111" y="47"/>
                    <a:pt x="106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4" y="46"/>
                    <a:pt x="89" y="47"/>
                    <a:pt x="89" y="47"/>
                  </a:cubicBezTo>
                  <a:cubicBezTo>
                    <a:pt x="89" y="47"/>
                    <a:pt x="86" y="46"/>
                    <a:pt x="83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5" y="46"/>
                    <a:pt x="73" y="46"/>
                    <a:pt x="71" y="45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7" y="42"/>
                    <a:pt x="62" y="41"/>
                    <a:pt x="62" y="41"/>
                  </a:cubicBezTo>
                  <a:cubicBezTo>
                    <a:pt x="62" y="41"/>
                    <a:pt x="61" y="45"/>
                    <a:pt x="58" y="47"/>
                  </a:cubicBezTo>
                  <a:cubicBezTo>
                    <a:pt x="58" y="47"/>
                    <a:pt x="58" y="47"/>
                    <a:pt x="58" y="48"/>
                  </a:cubicBezTo>
                  <a:cubicBezTo>
                    <a:pt x="54" y="49"/>
                    <a:pt x="47" y="51"/>
                    <a:pt x="45" y="50"/>
                  </a:cubicBezTo>
                  <a:cubicBezTo>
                    <a:pt x="44" y="49"/>
                    <a:pt x="31" y="55"/>
                    <a:pt x="31" y="55"/>
                  </a:cubicBezTo>
                  <a:cubicBezTo>
                    <a:pt x="31" y="55"/>
                    <a:pt x="24" y="56"/>
                    <a:pt x="22" y="56"/>
                  </a:cubicBezTo>
                  <a:cubicBezTo>
                    <a:pt x="21" y="56"/>
                    <a:pt x="19" y="56"/>
                    <a:pt x="18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5" y="58"/>
                    <a:pt x="10" y="61"/>
                    <a:pt x="11" y="63"/>
                  </a:cubicBezTo>
                  <a:cubicBezTo>
                    <a:pt x="12" y="65"/>
                    <a:pt x="11" y="70"/>
                    <a:pt x="19" y="70"/>
                  </a:cubicBezTo>
                  <a:cubicBezTo>
                    <a:pt x="27" y="70"/>
                    <a:pt x="28" y="73"/>
                    <a:pt x="31" y="74"/>
                  </a:cubicBezTo>
                  <a:cubicBezTo>
                    <a:pt x="33" y="75"/>
                    <a:pt x="34" y="74"/>
                    <a:pt x="38" y="78"/>
                  </a:cubicBezTo>
                  <a:cubicBezTo>
                    <a:pt x="41" y="81"/>
                    <a:pt x="41" y="84"/>
                    <a:pt x="39" y="84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37" y="84"/>
                    <a:pt x="37" y="84"/>
                    <a:pt x="37" y="84"/>
                  </a:cubicBezTo>
                  <a:cubicBezTo>
                    <a:pt x="32" y="83"/>
                    <a:pt x="28" y="82"/>
                    <a:pt x="25" y="79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9" y="80"/>
                    <a:pt x="0" y="84"/>
                    <a:pt x="0" y="84"/>
                  </a:cubicBezTo>
                  <a:cubicBezTo>
                    <a:pt x="0" y="84"/>
                    <a:pt x="3" y="89"/>
                    <a:pt x="7" y="93"/>
                  </a:cubicBezTo>
                  <a:cubicBezTo>
                    <a:pt x="12" y="96"/>
                    <a:pt x="23" y="96"/>
                    <a:pt x="23" y="96"/>
                  </a:cubicBezTo>
                  <a:cubicBezTo>
                    <a:pt x="23" y="96"/>
                    <a:pt x="29" y="97"/>
                    <a:pt x="32" y="94"/>
                  </a:cubicBezTo>
                  <a:cubicBezTo>
                    <a:pt x="33" y="94"/>
                    <a:pt x="34" y="94"/>
                    <a:pt x="34" y="93"/>
                  </a:cubicBezTo>
                  <a:cubicBezTo>
                    <a:pt x="34" y="93"/>
                    <a:pt x="34" y="93"/>
                    <a:pt x="35" y="93"/>
                  </a:cubicBezTo>
                  <a:cubicBezTo>
                    <a:pt x="37" y="91"/>
                    <a:pt x="40" y="92"/>
                    <a:pt x="41" y="92"/>
                  </a:cubicBezTo>
                  <a:cubicBezTo>
                    <a:pt x="43" y="93"/>
                    <a:pt x="40" y="100"/>
                    <a:pt x="34" y="100"/>
                  </a:cubicBezTo>
                  <a:cubicBezTo>
                    <a:pt x="29" y="99"/>
                    <a:pt x="23" y="100"/>
                    <a:pt x="18" y="105"/>
                  </a:cubicBezTo>
                  <a:cubicBezTo>
                    <a:pt x="14" y="109"/>
                    <a:pt x="10" y="109"/>
                    <a:pt x="12" y="114"/>
                  </a:cubicBezTo>
                  <a:cubicBezTo>
                    <a:pt x="14" y="119"/>
                    <a:pt x="21" y="125"/>
                    <a:pt x="22" y="127"/>
                  </a:cubicBezTo>
                  <a:cubicBezTo>
                    <a:pt x="22" y="129"/>
                    <a:pt x="26" y="128"/>
                    <a:pt x="28" y="126"/>
                  </a:cubicBezTo>
                  <a:cubicBezTo>
                    <a:pt x="30" y="125"/>
                    <a:pt x="31" y="124"/>
                    <a:pt x="32" y="123"/>
                  </a:cubicBezTo>
                  <a:cubicBezTo>
                    <a:pt x="32" y="123"/>
                    <a:pt x="32" y="123"/>
                    <a:pt x="32" y="123"/>
                  </a:cubicBezTo>
                  <a:cubicBezTo>
                    <a:pt x="32" y="120"/>
                    <a:pt x="37" y="120"/>
                    <a:pt x="36" y="126"/>
                  </a:cubicBezTo>
                  <a:cubicBezTo>
                    <a:pt x="34" y="133"/>
                    <a:pt x="41" y="134"/>
                    <a:pt x="41" y="134"/>
                  </a:cubicBezTo>
                  <a:cubicBezTo>
                    <a:pt x="41" y="134"/>
                    <a:pt x="41" y="134"/>
                    <a:pt x="41" y="133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2" y="133"/>
                    <a:pt x="43" y="130"/>
                    <a:pt x="45" y="129"/>
                  </a:cubicBezTo>
                  <a:cubicBezTo>
                    <a:pt x="45" y="129"/>
                    <a:pt x="45" y="129"/>
                    <a:pt x="45" y="129"/>
                  </a:cubicBezTo>
                  <a:cubicBezTo>
                    <a:pt x="47" y="130"/>
                    <a:pt x="52" y="136"/>
                    <a:pt x="52" y="136"/>
                  </a:cubicBezTo>
                  <a:cubicBezTo>
                    <a:pt x="52" y="136"/>
                    <a:pt x="53" y="135"/>
                    <a:pt x="54" y="134"/>
                  </a:cubicBezTo>
                  <a:cubicBezTo>
                    <a:pt x="54" y="134"/>
                    <a:pt x="54" y="134"/>
                    <a:pt x="54" y="134"/>
                  </a:cubicBezTo>
                  <a:cubicBezTo>
                    <a:pt x="54" y="134"/>
                    <a:pt x="54" y="134"/>
                    <a:pt x="54" y="134"/>
                  </a:cubicBezTo>
                  <a:cubicBezTo>
                    <a:pt x="56" y="133"/>
                    <a:pt x="59" y="132"/>
                    <a:pt x="60" y="134"/>
                  </a:cubicBezTo>
                  <a:cubicBezTo>
                    <a:pt x="62" y="137"/>
                    <a:pt x="57" y="140"/>
                    <a:pt x="54" y="142"/>
                  </a:cubicBezTo>
                  <a:cubicBezTo>
                    <a:pt x="54" y="142"/>
                    <a:pt x="54" y="142"/>
                    <a:pt x="54" y="142"/>
                  </a:cubicBezTo>
                  <a:cubicBezTo>
                    <a:pt x="50" y="144"/>
                    <a:pt x="41" y="148"/>
                    <a:pt x="39" y="150"/>
                  </a:cubicBezTo>
                  <a:cubicBezTo>
                    <a:pt x="39" y="150"/>
                    <a:pt x="38" y="150"/>
                    <a:pt x="38" y="150"/>
                  </a:cubicBezTo>
                  <a:cubicBezTo>
                    <a:pt x="38" y="150"/>
                    <a:pt x="38" y="150"/>
                    <a:pt x="38" y="150"/>
                  </a:cubicBezTo>
                  <a:cubicBezTo>
                    <a:pt x="38" y="150"/>
                    <a:pt x="38" y="151"/>
                    <a:pt x="38" y="151"/>
                  </a:cubicBezTo>
                  <a:cubicBezTo>
                    <a:pt x="36" y="152"/>
                    <a:pt x="34" y="153"/>
                    <a:pt x="32" y="154"/>
                  </a:cubicBezTo>
                  <a:cubicBezTo>
                    <a:pt x="32" y="154"/>
                    <a:pt x="32" y="154"/>
                    <a:pt x="32" y="154"/>
                  </a:cubicBezTo>
                  <a:cubicBezTo>
                    <a:pt x="29" y="156"/>
                    <a:pt x="25" y="157"/>
                    <a:pt x="24" y="157"/>
                  </a:cubicBezTo>
                  <a:cubicBezTo>
                    <a:pt x="21" y="157"/>
                    <a:pt x="20" y="164"/>
                    <a:pt x="25" y="164"/>
                  </a:cubicBezTo>
                  <a:cubicBezTo>
                    <a:pt x="29" y="163"/>
                    <a:pt x="41" y="158"/>
                    <a:pt x="45" y="156"/>
                  </a:cubicBezTo>
                  <a:cubicBezTo>
                    <a:pt x="48" y="154"/>
                    <a:pt x="50" y="162"/>
                    <a:pt x="59" y="157"/>
                  </a:cubicBezTo>
                  <a:cubicBezTo>
                    <a:pt x="60" y="156"/>
                    <a:pt x="62" y="155"/>
                    <a:pt x="63" y="154"/>
                  </a:cubicBezTo>
                  <a:cubicBezTo>
                    <a:pt x="63" y="154"/>
                    <a:pt x="63" y="154"/>
                    <a:pt x="63" y="154"/>
                  </a:cubicBezTo>
                  <a:cubicBezTo>
                    <a:pt x="68" y="150"/>
                    <a:pt x="70" y="146"/>
                    <a:pt x="72" y="144"/>
                  </a:cubicBezTo>
                  <a:cubicBezTo>
                    <a:pt x="72" y="144"/>
                    <a:pt x="73" y="144"/>
                    <a:pt x="73" y="144"/>
                  </a:cubicBezTo>
                  <a:cubicBezTo>
                    <a:pt x="75" y="144"/>
                    <a:pt x="76" y="149"/>
                    <a:pt x="80" y="150"/>
                  </a:cubicBezTo>
                  <a:cubicBezTo>
                    <a:pt x="82" y="150"/>
                    <a:pt x="83" y="150"/>
                    <a:pt x="85" y="148"/>
                  </a:cubicBezTo>
                  <a:cubicBezTo>
                    <a:pt x="87" y="147"/>
                    <a:pt x="89" y="145"/>
                    <a:pt x="91" y="144"/>
                  </a:cubicBezTo>
                  <a:cubicBezTo>
                    <a:pt x="91" y="144"/>
                    <a:pt x="92" y="143"/>
                    <a:pt x="92" y="142"/>
                  </a:cubicBezTo>
                  <a:cubicBezTo>
                    <a:pt x="91" y="142"/>
                    <a:pt x="91" y="142"/>
                    <a:pt x="91" y="142"/>
                  </a:cubicBezTo>
                  <a:cubicBezTo>
                    <a:pt x="93" y="139"/>
                    <a:pt x="93" y="136"/>
                    <a:pt x="92" y="136"/>
                  </a:cubicBezTo>
                  <a:cubicBezTo>
                    <a:pt x="89" y="137"/>
                    <a:pt x="83" y="136"/>
                    <a:pt x="83" y="136"/>
                  </a:cubicBezTo>
                  <a:cubicBezTo>
                    <a:pt x="83" y="136"/>
                    <a:pt x="84" y="135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7" y="133"/>
                    <a:pt x="91" y="130"/>
                    <a:pt x="91" y="128"/>
                  </a:cubicBezTo>
                  <a:cubicBezTo>
                    <a:pt x="91" y="127"/>
                    <a:pt x="91" y="125"/>
                    <a:pt x="92" y="123"/>
                  </a:cubicBezTo>
                  <a:cubicBezTo>
                    <a:pt x="91" y="123"/>
                    <a:pt x="91" y="123"/>
                    <a:pt x="91" y="123"/>
                  </a:cubicBezTo>
                  <a:cubicBezTo>
                    <a:pt x="92" y="121"/>
                    <a:pt x="93" y="120"/>
                    <a:pt x="95" y="119"/>
                  </a:cubicBezTo>
                  <a:cubicBezTo>
                    <a:pt x="99" y="117"/>
                    <a:pt x="99" y="119"/>
                    <a:pt x="96" y="126"/>
                  </a:cubicBezTo>
                  <a:cubicBezTo>
                    <a:pt x="94" y="132"/>
                    <a:pt x="100" y="130"/>
                    <a:pt x="103" y="128"/>
                  </a:cubicBezTo>
                  <a:cubicBezTo>
                    <a:pt x="104" y="127"/>
                    <a:pt x="104" y="127"/>
                    <a:pt x="105" y="127"/>
                  </a:cubicBezTo>
                  <a:cubicBezTo>
                    <a:pt x="108" y="125"/>
                    <a:pt x="111" y="132"/>
                    <a:pt x="116" y="128"/>
                  </a:cubicBezTo>
                  <a:cubicBezTo>
                    <a:pt x="116" y="128"/>
                    <a:pt x="116" y="128"/>
                    <a:pt x="116" y="128"/>
                  </a:cubicBezTo>
                  <a:cubicBezTo>
                    <a:pt x="117" y="127"/>
                    <a:pt x="117" y="127"/>
                    <a:pt x="117" y="127"/>
                  </a:cubicBezTo>
                  <a:cubicBezTo>
                    <a:pt x="119" y="126"/>
                    <a:pt x="120" y="124"/>
                    <a:pt x="120" y="123"/>
                  </a:cubicBezTo>
                  <a:cubicBezTo>
                    <a:pt x="120" y="123"/>
                    <a:pt x="120" y="123"/>
                    <a:pt x="120" y="123"/>
                  </a:cubicBezTo>
                  <a:cubicBezTo>
                    <a:pt x="121" y="119"/>
                    <a:pt x="121" y="116"/>
                    <a:pt x="123" y="116"/>
                  </a:cubicBezTo>
                  <a:cubicBezTo>
                    <a:pt x="126" y="116"/>
                    <a:pt x="131" y="122"/>
                    <a:pt x="134" y="120"/>
                  </a:cubicBezTo>
                  <a:cubicBezTo>
                    <a:pt x="137" y="117"/>
                    <a:pt x="145" y="125"/>
                    <a:pt x="150" y="125"/>
                  </a:cubicBezTo>
                  <a:cubicBezTo>
                    <a:pt x="155" y="125"/>
                    <a:pt x="172" y="130"/>
                    <a:pt x="175" y="130"/>
                  </a:cubicBezTo>
                  <a:cubicBezTo>
                    <a:pt x="178" y="130"/>
                    <a:pt x="187" y="134"/>
                    <a:pt x="187" y="142"/>
                  </a:cubicBezTo>
                  <a:cubicBezTo>
                    <a:pt x="188" y="150"/>
                    <a:pt x="191" y="149"/>
                    <a:pt x="194" y="149"/>
                  </a:cubicBezTo>
                  <a:cubicBezTo>
                    <a:pt x="197" y="149"/>
                    <a:pt x="203" y="152"/>
                    <a:pt x="203" y="155"/>
                  </a:cubicBezTo>
                  <a:cubicBezTo>
                    <a:pt x="203" y="158"/>
                    <a:pt x="201" y="170"/>
                    <a:pt x="206" y="173"/>
                  </a:cubicBezTo>
                  <a:cubicBezTo>
                    <a:pt x="211" y="176"/>
                    <a:pt x="216" y="180"/>
                    <a:pt x="218" y="179"/>
                  </a:cubicBezTo>
                  <a:cubicBezTo>
                    <a:pt x="219" y="179"/>
                    <a:pt x="219" y="176"/>
                    <a:pt x="218" y="173"/>
                  </a:cubicBezTo>
                  <a:cubicBezTo>
                    <a:pt x="219" y="173"/>
                    <a:pt x="219" y="173"/>
                    <a:pt x="219" y="173"/>
                  </a:cubicBezTo>
                  <a:cubicBezTo>
                    <a:pt x="219" y="170"/>
                    <a:pt x="218" y="167"/>
                    <a:pt x="216" y="167"/>
                  </a:cubicBezTo>
                  <a:cubicBezTo>
                    <a:pt x="215" y="166"/>
                    <a:pt x="215" y="164"/>
                    <a:pt x="215" y="161"/>
                  </a:cubicBezTo>
                  <a:cubicBezTo>
                    <a:pt x="214" y="161"/>
                    <a:pt x="214" y="161"/>
                    <a:pt x="214" y="161"/>
                  </a:cubicBezTo>
                  <a:cubicBezTo>
                    <a:pt x="214" y="161"/>
                    <a:pt x="214" y="160"/>
                    <a:pt x="213" y="160"/>
                  </a:cubicBezTo>
                  <a:cubicBezTo>
                    <a:pt x="212" y="157"/>
                    <a:pt x="216" y="157"/>
                    <a:pt x="218" y="162"/>
                  </a:cubicBezTo>
                  <a:cubicBezTo>
                    <a:pt x="219" y="166"/>
                    <a:pt x="223" y="173"/>
                    <a:pt x="226" y="173"/>
                  </a:cubicBezTo>
                  <a:cubicBezTo>
                    <a:pt x="228" y="173"/>
                    <a:pt x="234" y="180"/>
                    <a:pt x="232" y="184"/>
                  </a:cubicBezTo>
                  <a:cubicBezTo>
                    <a:pt x="231" y="189"/>
                    <a:pt x="233" y="197"/>
                    <a:pt x="237" y="197"/>
                  </a:cubicBezTo>
                  <a:cubicBezTo>
                    <a:pt x="242" y="197"/>
                    <a:pt x="248" y="203"/>
                    <a:pt x="250" y="203"/>
                  </a:cubicBezTo>
                  <a:cubicBezTo>
                    <a:pt x="252" y="204"/>
                    <a:pt x="253" y="209"/>
                    <a:pt x="253" y="211"/>
                  </a:cubicBezTo>
                  <a:cubicBezTo>
                    <a:pt x="253" y="212"/>
                    <a:pt x="257" y="220"/>
                    <a:pt x="257" y="224"/>
                  </a:cubicBezTo>
                  <a:cubicBezTo>
                    <a:pt x="257" y="228"/>
                    <a:pt x="256" y="245"/>
                    <a:pt x="255" y="251"/>
                  </a:cubicBezTo>
                  <a:cubicBezTo>
                    <a:pt x="255" y="258"/>
                    <a:pt x="259" y="269"/>
                    <a:pt x="264" y="275"/>
                  </a:cubicBezTo>
                  <a:cubicBezTo>
                    <a:pt x="269" y="281"/>
                    <a:pt x="268" y="294"/>
                    <a:pt x="271" y="296"/>
                  </a:cubicBezTo>
                  <a:cubicBezTo>
                    <a:pt x="274" y="299"/>
                    <a:pt x="282" y="303"/>
                    <a:pt x="286" y="302"/>
                  </a:cubicBezTo>
                  <a:cubicBezTo>
                    <a:pt x="290" y="302"/>
                    <a:pt x="293" y="306"/>
                    <a:pt x="297" y="314"/>
                  </a:cubicBezTo>
                  <a:cubicBezTo>
                    <a:pt x="301" y="322"/>
                    <a:pt x="305" y="336"/>
                    <a:pt x="308" y="337"/>
                  </a:cubicBezTo>
                  <a:cubicBezTo>
                    <a:pt x="311" y="338"/>
                    <a:pt x="316" y="342"/>
                    <a:pt x="314" y="345"/>
                  </a:cubicBezTo>
                  <a:cubicBezTo>
                    <a:pt x="311" y="348"/>
                    <a:pt x="307" y="355"/>
                    <a:pt x="312" y="355"/>
                  </a:cubicBezTo>
                  <a:cubicBezTo>
                    <a:pt x="316" y="355"/>
                    <a:pt x="318" y="352"/>
                    <a:pt x="321" y="357"/>
                  </a:cubicBezTo>
                  <a:cubicBezTo>
                    <a:pt x="325" y="362"/>
                    <a:pt x="329" y="365"/>
                    <a:pt x="329" y="369"/>
                  </a:cubicBezTo>
                  <a:cubicBezTo>
                    <a:pt x="328" y="372"/>
                    <a:pt x="333" y="374"/>
                    <a:pt x="335" y="374"/>
                  </a:cubicBezTo>
                  <a:cubicBezTo>
                    <a:pt x="337" y="375"/>
                    <a:pt x="341" y="384"/>
                    <a:pt x="345" y="381"/>
                  </a:cubicBezTo>
                  <a:cubicBezTo>
                    <a:pt x="346" y="381"/>
                    <a:pt x="346" y="380"/>
                    <a:pt x="347" y="380"/>
                  </a:cubicBezTo>
                  <a:cubicBezTo>
                    <a:pt x="348" y="378"/>
                    <a:pt x="348" y="377"/>
                    <a:pt x="347" y="375"/>
                  </a:cubicBezTo>
                  <a:cubicBezTo>
                    <a:pt x="346" y="375"/>
                    <a:pt x="346" y="375"/>
                    <a:pt x="346" y="375"/>
                  </a:cubicBezTo>
                  <a:cubicBezTo>
                    <a:pt x="344" y="372"/>
                    <a:pt x="340" y="369"/>
                    <a:pt x="338" y="367"/>
                  </a:cubicBezTo>
                  <a:cubicBezTo>
                    <a:pt x="339" y="367"/>
                    <a:pt x="339" y="367"/>
                    <a:pt x="339" y="367"/>
                  </a:cubicBezTo>
                  <a:cubicBezTo>
                    <a:pt x="339" y="366"/>
                    <a:pt x="338" y="366"/>
                    <a:pt x="338" y="365"/>
                  </a:cubicBezTo>
                  <a:cubicBezTo>
                    <a:pt x="336" y="363"/>
                    <a:pt x="336" y="360"/>
                    <a:pt x="335" y="355"/>
                  </a:cubicBezTo>
                  <a:cubicBezTo>
                    <a:pt x="334" y="355"/>
                    <a:pt x="334" y="355"/>
                    <a:pt x="334" y="355"/>
                  </a:cubicBezTo>
                  <a:cubicBezTo>
                    <a:pt x="333" y="354"/>
                    <a:pt x="332" y="352"/>
                    <a:pt x="330" y="350"/>
                  </a:cubicBezTo>
                  <a:cubicBezTo>
                    <a:pt x="329" y="349"/>
                    <a:pt x="328" y="348"/>
                    <a:pt x="327" y="347"/>
                  </a:cubicBezTo>
                  <a:cubicBezTo>
                    <a:pt x="329" y="347"/>
                    <a:pt x="329" y="347"/>
                    <a:pt x="329" y="347"/>
                  </a:cubicBezTo>
                  <a:cubicBezTo>
                    <a:pt x="325" y="343"/>
                    <a:pt x="324" y="339"/>
                    <a:pt x="322" y="336"/>
                  </a:cubicBezTo>
                  <a:cubicBezTo>
                    <a:pt x="320" y="336"/>
                    <a:pt x="320" y="336"/>
                    <a:pt x="320" y="336"/>
                  </a:cubicBezTo>
                  <a:cubicBezTo>
                    <a:pt x="320" y="335"/>
                    <a:pt x="319" y="335"/>
                    <a:pt x="319" y="334"/>
                  </a:cubicBezTo>
                  <a:cubicBezTo>
                    <a:pt x="317" y="332"/>
                    <a:pt x="315" y="330"/>
                    <a:pt x="313" y="328"/>
                  </a:cubicBezTo>
                  <a:cubicBezTo>
                    <a:pt x="315" y="328"/>
                    <a:pt x="315" y="328"/>
                    <a:pt x="315" y="328"/>
                  </a:cubicBezTo>
                  <a:cubicBezTo>
                    <a:pt x="313" y="326"/>
                    <a:pt x="313" y="323"/>
                    <a:pt x="316" y="321"/>
                  </a:cubicBezTo>
                  <a:cubicBezTo>
                    <a:pt x="320" y="318"/>
                    <a:pt x="320" y="326"/>
                    <a:pt x="322" y="331"/>
                  </a:cubicBezTo>
                  <a:cubicBezTo>
                    <a:pt x="324" y="336"/>
                    <a:pt x="335" y="347"/>
                    <a:pt x="339" y="351"/>
                  </a:cubicBezTo>
                  <a:cubicBezTo>
                    <a:pt x="344" y="356"/>
                    <a:pt x="352" y="372"/>
                    <a:pt x="354" y="372"/>
                  </a:cubicBezTo>
                  <a:cubicBezTo>
                    <a:pt x="357" y="372"/>
                    <a:pt x="364" y="382"/>
                    <a:pt x="364" y="382"/>
                  </a:cubicBezTo>
                  <a:cubicBezTo>
                    <a:pt x="364" y="382"/>
                    <a:pt x="368" y="389"/>
                    <a:pt x="366" y="392"/>
                  </a:cubicBezTo>
                  <a:cubicBezTo>
                    <a:pt x="365" y="394"/>
                    <a:pt x="368" y="403"/>
                    <a:pt x="371" y="405"/>
                  </a:cubicBezTo>
                  <a:cubicBezTo>
                    <a:pt x="375" y="408"/>
                    <a:pt x="390" y="408"/>
                    <a:pt x="391" y="416"/>
                  </a:cubicBezTo>
                  <a:cubicBezTo>
                    <a:pt x="391" y="419"/>
                    <a:pt x="394" y="430"/>
                    <a:pt x="399" y="430"/>
                  </a:cubicBezTo>
                  <a:cubicBezTo>
                    <a:pt x="405" y="430"/>
                    <a:pt x="412" y="427"/>
                    <a:pt x="413" y="429"/>
                  </a:cubicBezTo>
                  <a:cubicBezTo>
                    <a:pt x="415" y="430"/>
                    <a:pt x="419" y="437"/>
                    <a:pt x="422" y="434"/>
                  </a:cubicBezTo>
                  <a:cubicBezTo>
                    <a:pt x="422" y="434"/>
                    <a:pt x="423" y="433"/>
                    <a:pt x="423" y="433"/>
                  </a:cubicBezTo>
                  <a:cubicBezTo>
                    <a:pt x="423" y="433"/>
                    <a:pt x="423" y="433"/>
                    <a:pt x="423" y="433"/>
                  </a:cubicBezTo>
                  <a:cubicBezTo>
                    <a:pt x="423" y="433"/>
                    <a:pt x="423" y="433"/>
                    <a:pt x="423" y="433"/>
                  </a:cubicBezTo>
                  <a:cubicBezTo>
                    <a:pt x="425" y="429"/>
                    <a:pt x="426" y="428"/>
                    <a:pt x="430" y="428"/>
                  </a:cubicBezTo>
                  <a:cubicBezTo>
                    <a:pt x="435" y="428"/>
                    <a:pt x="437" y="432"/>
                    <a:pt x="439" y="435"/>
                  </a:cubicBezTo>
                  <a:cubicBezTo>
                    <a:pt x="442" y="438"/>
                    <a:pt x="449" y="445"/>
                    <a:pt x="452" y="445"/>
                  </a:cubicBezTo>
                  <a:cubicBezTo>
                    <a:pt x="455" y="444"/>
                    <a:pt x="460" y="449"/>
                    <a:pt x="462" y="448"/>
                  </a:cubicBezTo>
                  <a:cubicBezTo>
                    <a:pt x="465" y="446"/>
                    <a:pt x="469" y="449"/>
                    <a:pt x="471" y="450"/>
                  </a:cubicBezTo>
                  <a:cubicBezTo>
                    <a:pt x="473" y="451"/>
                    <a:pt x="477" y="455"/>
                    <a:pt x="477" y="462"/>
                  </a:cubicBezTo>
                  <a:cubicBezTo>
                    <a:pt x="476" y="469"/>
                    <a:pt x="483" y="471"/>
                    <a:pt x="486" y="473"/>
                  </a:cubicBezTo>
                  <a:cubicBezTo>
                    <a:pt x="489" y="475"/>
                    <a:pt x="493" y="479"/>
                    <a:pt x="496" y="482"/>
                  </a:cubicBezTo>
                  <a:cubicBezTo>
                    <a:pt x="498" y="485"/>
                    <a:pt x="504" y="485"/>
                    <a:pt x="505" y="487"/>
                  </a:cubicBezTo>
                  <a:cubicBezTo>
                    <a:pt x="507" y="489"/>
                    <a:pt x="508" y="492"/>
                    <a:pt x="512" y="489"/>
                  </a:cubicBezTo>
                  <a:cubicBezTo>
                    <a:pt x="515" y="487"/>
                    <a:pt x="516" y="485"/>
                    <a:pt x="516" y="483"/>
                  </a:cubicBezTo>
                  <a:cubicBezTo>
                    <a:pt x="517" y="483"/>
                    <a:pt x="517" y="483"/>
                    <a:pt x="517" y="483"/>
                  </a:cubicBezTo>
                  <a:cubicBezTo>
                    <a:pt x="517" y="482"/>
                    <a:pt x="517" y="481"/>
                    <a:pt x="517" y="481"/>
                  </a:cubicBezTo>
                  <a:cubicBezTo>
                    <a:pt x="518" y="481"/>
                    <a:pt x="521" y="480"/>
                    <a:pt x="523" y="482"/>
                  </a:cubicBezTo>
                  <a:cubicBezTo>
                    <a:pt x="526" y="485"/>
                    <a:pt x="527" y="492"/>
                    <a:pt x="529" y="493"/>
                  </a:cubicBezTo>
                  <a:cubicBezTo>
                    <a:pt x="530" y="495"/>
                    <a:pt x="533" y="503"/>
                    <a:pt x="531" y="510"/>
                  </a:cubicBezTo>
                  <a:cubicBezTo>
                    <a:pt x="529" y="516"/>
                    <a:pt x="530" y="523"/>
                    <a:pt x="528" y="523"/>
                  </a:cubicBezTo>
                  <a:cubicBezTo>
                    <a:pt x="526" y="523"/>
                    <a:pt x="520" y="529"/>
                    <a:pt x="517" y="531"/>
                  </a:cubicBezTo>
                  <a:cubicBezTo>
                    <a:pt x="514" y="532"/>
                    <a:pt x="509" y="542"/>
                    <a:pt x="510" y="545"/>
                  </a:cubicBezTo>
                  <a:cubicBezTo>
                    <a:pt x="510" y="548"/>
                    <a:pt x="512" y="557"/>
                    <a:pt x="511" y="561"/>
                  </a:cubicBezTo>
                  <a:cubicBezTo>
                    <a:pt x="510" y="565"/>
                    <a:pt x="506" y="570"/>
                    <a:pt x="508" y="576"/>
                  </a:cubicBezTo>
                  <a:cubicBezTo>
                    <a:pt x="509" y="583"/>
                    <a:pt x="520" y="584"/>
                    <a:pt x="520" y="590"/>
                  </a:cubicBezTo>
                  <a:cubicBezTo>
                    <a:pt x="521" y="596"/>
                    <a:pt x="528" y="609"/>
                    <a:pt x="529" y="615"/>
                  </a:cubicBezTo>
                  <a:cubicBezTo>
                    <a:pt x="530" y="621"/>
                    <a:pt x="535" y="628"/>
                    <a:pt x="535" y="636"/>
                  </a:cubicBezTo>
                  <a:cubicBezTo>
                    <a:pt x="535" y="644"/>
                    <a:pt x="550" y="649"/>
                    <a:pt x="553" y="650"/>
                  </a:cubicBezTo>
                  <a:cubicBezTo>
                    <a:pt x="555" y="650"/>
                    <a:pt x="560" y="655"/>
                    <a:pt x="563" y="657"/>
                  </a:cubicBezTo>
                  <a:cubicBezTo>
                    <a:pt x="567" y="659"/>
                    <a:pt x="570" y="662"/>
                    <a:pt x="572" y="667"/>
                  </a:cubicBezTo>
                  <a:cubicBezTo>
                    <a:pt x="575" y="672"/>
                    <a:pt x="574" y="679"/>
                    <a:pt x="574" y="681"/>
                  </a:cubicBezTo>
                  <a:cubicBezTo>
                    <a:pt x="574" y="682"/>
                    <a:pt x="573" y="701"/>
                    <a:pt x="571" y="711"/>
                  </a:cubicBezTo>
                  <a:cubicBezTo>
                    <a:pt x="570" y="722"/>
                    <a:pt x="575" y="732"/>
                    <a:pt x="572" y="735"/>
                  </a:cubicBezTo>
                  <a:cubicBezTo>
                    <a:pt x="569" y="738"/>
                    <a:pt x="563" y="739"/>
                    <a:pt x="566" y="742"/>
                  </a:cubicBezTo>
                  <a:cubicBezTo>
                    <a:pt x="569" y="746"/>
                    <a:pt x="563" y="748"/>
                    <a:pt x="563" y="750"/>
                  </a:cubicBezTo>
                  <a:cubicBezTo>
                    <a:pt x="563" y="752"/>
                    <a:pt x="567" y="761"/>
                    <a:pt x="565" y="765"/>
                  </a:cubicBezTo>
                  <a:cubicBezTo>
                    <a:pt x="563" y="769"/>
                    <a:pt x="561" y="775"/>
                    <a:pt x="560" y="779"/>
                  </a:cubicBezTo>
                  <a:cubicBezTo>
                    <a:pt x="558" y="782"/>
                    <a:pt x="555" y="786"/>
                    <a:pt x="556" y="791"/>
                  </a:cubicBezTo>
                  <a:cubicBezTo>
                    <a:pt x="557" y="796"/>
                    <a:pt x="552" y="795"/>
                    <a:pt x="552" y="800"/>
                  </a:cubicBezTo>
                  <a:cubicBezTo>
                    <a:pt x="552" y="805"/>
                    <a:pt x="556" y="803"/>
                    <a:pt x="555" y="809"/>
                  </a:cubicBezTo>
                  <a:cubicBezTo>
                    <a:pt x="554" y="816"/>
                    <a:pt x="552" y="818"/>
                    <a:pt x="552" y="822"/>
                  </a:cubicBezTo>
                  <a:cubicBezTo>
                    <a:pt x="552" y="827"/>
                    <a:pt x="554" y="833"/>
                    <a:pt x="554" y="835"/>
                  </a:cubicBezTo>
                  <a:cubicBezTo>
                    <a:pt x="554" y="837"/>
                    <a:pt x="552" y="843"/>
                    <a:pt x="548" y="847"/>
                  </a:cubicBezTo>
                  <a:cubicBezTo>
                    <a:pt x="545" y="852"/>
                    <a:pt x="542" y="855"/>
                    <a:pt x="543" y="858"/>
                  </a:cubicBezTo>
                  <a:cubicBezTo>
                    <a:pt x="543" y="861"/>
                    <a:pt x="547" y="864"/>
                    <a:pt x="546" y="866"/>
                  </a:cubicBezTo>
                  <a:cubicBezTo>
                    <a:pt x="546" y="868"/>
                    <a:pt x="541" y="874"/>
                    <a:pt x="542" y="878"/>
                  </a:cubicBezTo>
                  <a:cubicBezTo>
                    <a:pt x="542" y="882"/>
                    <a:pt x="547" y="880"/>
                    <a:pt x="548" y="883"/>
                  </a:cubicBezTo>
                  <a:cubicBezTo>
                    <a:pt x="549" y="886"/>
                    <a:pt x="542" y="889"/>
                    <a:pt x="545" y="891"/>
                  </a:cubicBezTo>
                  <a:cubicBezTo>
                    <a:pt x="548" y="894"/>
                    <a:pt x="552" y="894"/>
                    <a:pt x="551" y="901"/>
                  </a:cubicBezTo>
                  <a:cubicBezTo>
                    <a:pt x="550" y="908"/>
                    <a:pt x="556" y="910"/>
                    <a:pt x="558" y="911"/>
                  </a:cubicBezTo>
                  <a:cubicBezTo>
                    <a:pt x="559" y="913"/>
                    <a:pt x="562" y="917"/>
                    <a:pt x="565" y="917"/>
                  </a:cubicBezTo>
                  <a:cubicBezTo>
                    <a:pt x="567" y="917"/>
                    <a:pt x="569" y="916"/>
                    <a:pt x="570" y="909"/>
                  </a:cubicBezTo>
                  <a:cubicBezTo>
                    <a:pt x="571" y="909"/>
                    <a:pt x="571" y="909"/>
                    <a:pt x="571" y="909"/>
                  </a:cubicBezTo>
                  <a:cubicBezTo>
                    <a:pt x="571" y="909"/>
                    <a:pt x="571" y="909"/>
                    <a:pt x="571" y="909"/>
                  </a:cubicBezTo>
                  <a:cubicBezTo>
                    <a:pt x="571" y="907"/>
                    <a:pt x="572" y="907"/>
                    <a:pt x="572" y="906"/>
                  </a:cubicBezTo>
                  <a:cubicBezTo>
                    <a:pt x="574" y="906"/>
                    <a:pt x="577" y="909"/>
                    <a:pt x="573" y="913"/>
                  </a:cubicBezTo>
                  <a:cubicBezTo>
                    <a:pt x="568" y="917"/>
                    <a:pt x="566" y="920"/>
                    <a:pt x="567" y="920"/>
                  </a:cubicBezTo>
                  <a:cubicBezTo>
                    <a:pt x="569" y="920"/>
                    <a:pt x="576" y="924"/>
                    <a:pt x="580" y="924"/>
                  </a:cubicBezTo>
                  <a:cubicBezTo>
                    <a:pt x="584" y="924"/>
                    <a:pt x="592" y="922"/>
                    <a:pt x="594" y="921"/>
                  </a:cubicBezTo>
                  <a:cubicBezTo>
                    <a:pt x="595" y="921"/>
                    <a:pt x="606" y="919"/>
                    <a:pt x="607" y="917"/>
                  </a:cubicBezTo>
                  <a:cubicBezTo>
                    <a:pt x="607" y="917"/>
                    <a:pt x="607" y="917"/>
                    <a:pt x="608" y="917"/>
                  </a:cubicBezTo>
                  <a:cubicBezTo>
                    <a:pt x="607" y="917"/>
                    <a:pt x="607" y="917"/>
                    <a:pt x="607" y="917"/>
                  </a:cubicBezTo>
                  <a:cubicBezTo>
                    <a:pt x="607" y="916"/>
                    <a:pt x="598" y="916"/>
                    <a:pt x="594" y="914"/>
                  </a:cubicBezTo>
                  <a:cubicBezTo>
                    <a:pt x="592" y="914"/>
                    <a:pt x="590" y="912"/>
                    <a:pt x="587" y="909"/>
                  </a:cubicBezTo>
                  <a:cubicBezTo>
                    <a:pt x="589" y="909"/>
                    <a:pt x="589" y="909"/>
                    <a:pt x="589" y="909"/>
                  </a:cubicBezTo>
                  <a:cubicBezTo>
                    <a:pt x="586" y="906"/>
                    <a:pt x="582" y="902"/>
                    <a:pt x="582" y="900"/>
                  </a:cubicBezTo>
                  <a:cubicBezTo>
                    <a:pt x="582" y="899"/>
                    <a:pt x="581" y="898"/>
                    <a:pt x="581" y="898"/>
                  </a:cubicBezTo>
                  <a:cubicBezTo>
                    <a:pt x="580" y="898"/>
                    <a:pt x="580" y="898"/>
                    <a:pt x="580" y="898"/>
                  </a:cubicBezTo>
                  <a:cubicBezTo>
                    <a:pt x="580" y="895"/>
                    <a:pt x="580" y="892"/>
                    <a:pt x="581" y="890"/>
                  </a:cubicBezTo>
                  <a:cubicBezTo>
                    <a:pt x="582" y="890"/>
                    <a:pt x="582" y="890"/>
                    <a:pt x="582" y="890"/>
                  </a:cubicBezTo>
                  <a:cubicBezTo>
                    <a:pt x="582" y="889"/>
                    <a:pt x="583" y="888"/>
                    <a:pt x="584" y="887"/>
                  </a:cubicBezTo>
                  <a:cubicBezTo>
                    <a:pt x="586" y="885"/>
                    <a:pt x="591" y="881"/>
                    <a:pt x="594" y="878"/>
                  </a:cubicBezTo>
                  <a:cubicBezTo>
                    <a:pt x="594" y="878"/>
                    <a:pt x="594" y="878"/>
                    <a:pt x="594" y="878"/>
                  </a:cubicBezTo>
                  <a:cubicBezTo>
                    <a:pt x="595" y="877"/>
                    <a:pt x="597" y="876"/>
                    <a:pt x="597" y="875"/>
                  </a:cubicBezTo>
                  <a:cubicBezTo>
                    <a:pt x="598" y="874"/>
                    <a:pt x="599" y="873"/>
                    <a:pt x="600" y="871"/>
                  </a:cubicBezTo>
                  <a:cubicBezTo>
                    <a:pt x="600" y="871"/>
                    <a:pt x="600" y="871"/>
                    <a:pt x="600" y="871"/>
                  </a:cubicBezTo>
                  <a:cubicBezTo>
                    <a:pt x="602" y="868"/>
                    <a:pt x="603" y="864"/>
                    <a:pt x="602" y="863"/>
                  </a:cubicBezTo>
                  <a:cubicBezTo>
                    <a:pt x="600" y="862"/>
                    <a:pt x="593" y="863"/>
                    <a:pt x="592" y="862"/>
                  </a:cubicBezTo>
                  <a:cubicBezTo>
                    <a:pt x="591" y="861"/>
                    <a:pt x="591" y="860"/>
                    <a:pt x="591" y="859"/>
                  </a:cubicBezTo>
                  <a:cubicBezTo>
                    <a:pt x="590" y="859"/>
                    <a:pt x="590" y="859"/>
                    <a:pt x="590" y="859"/>
                  </a:cubicBezTo>
                  <a:cubicBezTo>
                    <a:pt x="591" y="858"/>
                    <a:pt x="592" y="856"/>
                    <a:pt x="595" y="854"/>
                  </a:cubicBezTo>
                  <a:cubicBezTo>
                    <a:pt x="596" y="853"/>
                    <a:pt x="597" y="852"/>
                    <a:pt x="597" y="851"/>
                  </a:cubicBezTo>
                  <a:cubicBezTo>
                    <a:pt x="598" y="851"/>
                    <a:pt x="598" y="851"/>
                    <a:pt x="598" y="851"/>
                  </a:cubicBezTo>
                  <a:cubicBezTo>
                    <a:pt x="601" y="847"/>
                    <a:pt x="603" y="843"/>
                    <a:pt x="605" y="842"/>
                  </a:cubicBezTo>
                  <a:cubicBezTo>
                    <a:pt x="606" y="841"/>
                    <a:pt x="606" y="840"/>
                    <a:pt x="607" y="840"/>
                  </a:cubicBezTo>
                  <a:cubicBezTo>
                    <a:pt x="607" y="840"/>
                    <a:pt x="607" y="840"/>
                    <a:pt x="607" y="840"/>
                  </a:cubicBezTo>
                  <a:cubicBezTo>
                    <a:pt x="609" y="838"/>
                    <a:pt x="611" y="835"/>
                    <a:pt x="612" y="833"/>
                  </a:cubicBezTo>
                  <a:cubicBezTo>
                    <a:pt x="612" y="832"/>
                    <a:pt x="612" y="832"/>
                    <a:pt x="612" y="832"/>
                  </a:cubicBezTo>
                  <a:cubicBezTo>
                    <a:pt x="613" y="832"/>
                    <a:pt x="613" y="832"/>
                    <a:pt x="613" y="832"/>
                  </a:cubicBezTo>
                  <a:cubicBezTo>
                    <a:pt x="614" y="828"/>
                    <a:pt x="611" y="830"/>
                    <a:pt x="608" y="830"/>
                  </a:cubicBezTo>
                  <a:cubicBezTo>
                    <a:pt x="605" y="830"/>
                    <a:pt x="604" y="824"/>
                    <a:pt x="604" y="821"/>
                  </a:cubicBezTo>
                  <a:cubicBezTo>
                    <a:pt x="604" y="821"/>
                    <a:pt x="604" y="821"/>
                    <a:pt x="604" y="821"/>
                  </a:cubicBezTo>
                  <a:cubicBezTo>
                    <a:pt x="606" y="820"/>
                    <a:pt x="611" y="823"/>
                    <a:pt x="616" y="824"/>
                  </a:cubicBezTo>
                  <a:cubicBezTo>
                    <a:pt x="617" y="824"/>
                    <a:pt x="618" y="824"/>
                    <a:pt x="619" y="823"/>
                  </a:cubicBezTo>
                  <a:cubicBezTo>
                    <a:pt x="620" y="823"/>
                    <a:pt x="620" y="822"/>
                    <a:pt x="620" y="820"/>
                  </a:cubicBezTo>
                  <a:cubicBezTo>
                    <a:pt x="619" y="820"/>
                    <a:pt x="619" y="820"/>
                    <a:pt x="619" y="820"/>
                  </a:cubicBezTo>
                  <a:cubicBezTo>
                    <a:pt x="618" y="819"/>
                    <a:pt x="618" y="818"/>
                    <a:pt x="618" y="818"/>
                  </a:cubicBezTo>
                  <a:cubicBezTo>
                    <a:pt x="618" y="816"/>
                    <a:pt x="618" y="814"/>
                    <a:pt x="618" y="813"/>
                  </a:cubicBezTo>
                  <a:cubicBezTo>
                    <a:pt x="619" y="813"/>
                    <a:pt x="619" y="813"/>
                    <a:pt x="619" y="813"/>
                  </a:cubicBezTo>
                  <a:cubicBezTo>
                    <a:pt x="619" y="811"/>
                    <a:pt x="620" y="810"/>
                    <a:pt x="621" y="810"/>
                  </a:cubicBezTo>
                  <a:cubicBezTo>
                    <a:pt x="621" y="810"/>
                    <a:pt x="621" y="810"/>
                    <a:pt x="622" y="810"/>
                  </a:cubicBezTo>
                  <a:cubicBezTo>
                    <a:pt x="625" y="812"/>
                    <a:pt x="640" y="809"/>
                    <a:pt x="642" y="809"/>
                  </a:cubicBezTo>
                  <a:cubicBezTo>
                    <a:pt x="643" y="809"/>
                    <a:pt x="643" y="808"/>
                    <a:pt x="643" y="808"/>
                  </a:cubicBezTo>
                  <a:cubicBezTo>
                    <a:pt x="643" y="808"/>
                    <a:pt x="643" y="808"/>
                    <a:pt x="643" y="808"/>
                  </a:cubicBezTo>
                  <a:cubicBezTo>
                    <a:pt x="644" y="808"/>
                    <a:pt x="647" y="804"/>
                    <a:pt x="649" y="801"/>
                  </a:cubicBezTo>
                  <a:cubicBezTo>
                    <a:pt x="648" y="801"/>
                    <a:pt x="648" y="801"/>
                    <a:pt x="648" y="801"/>
                  </a:cubicBezTo>
                  <a:cubicBezTo>
                    <a:pt x="650" y="798"/>
                    <a:pt x="651" y="796"/>
                    <a:pt x="652" y="795"/>
                  </a:cubicBezTo>
                  <a:cubicBezTo>
                    <a:pt x="652" y="794"/>
                    <a:pt x="652" y="794"/>
                    <a:pt x="653" y="793"/>
                  </a:cubicBezTo>
                  <a:cubicBezTo>
                    <a:pt x="653" y="793"/>
                    <a:pt x="653" y="793"/>
                    <a:pt x="653" y="793"/>
                  </a:cubicBezTo>
                  <a:cubicBezTo>
                    <a:pt x="655" y="790"/>
                    <a:pt x="655" y="788"/>
                    <a:pt x="653" y="786"/>
                  </a:cubicBezTo>
                  <a:cubicBezTo>
                    <a:pt x="652" y="786"/>
                    <a:pt x="649" y="784"/>
                    <a:pt x="647" y="782"/>
                  </a:cubicBezTo>
                  <a:cubicBezTo>
                    <a:pt x="646" y="782"/>
                    <a:pt x="646" y="782"/>
                    <a:pt x="646" y="782"/>
                  </a:cubicBezTo>
                  <a:cubicBezTo>
                    <a:pt x="644" y="779"/>
                    <a:pt x="642" y="777"/>
                    <a:pt x="641" y="777"/>
                  </a:cubicBezTo>
                  <a:cubicBezTo>
                    <a:pt x="641" y="776"/>
                    <a:pt x="641" y="775"/>
                    <a:pt x="641" y="774"/>
                  </a:cubicBezTo>
                  <a:cubicBezTo>
                    <a:pt x="642" y="774"/>
                    <a:pt x="642" y="774"/>
                    <a:pt x="642" y="774"/>
                  </a:cubicBezTo>
                  <a:cubicBezTo>
                    <a:pt x="643" y="771"/>
                    <a:pt x="644" y="765"/>
                    <a:pt x="645" y="763"/>
                  </a:cubicBezTo>
                  <a:cubicBezTo>
                    <a:pt x="646" y="766"/>
                    <a:pt x="646" y="779"/>
                    <a:pt x="652" y="781"/>
                  </a:cubicBezTo>
                  <a:cubicBezTo>
                    <a:pt x="659" y="783"/>
                    <a:pt x="663" y="785"/>
                    <a:pt x="669" y="778"/>
                  </a:cubicBezTo>
                  <a:cubicBezTo>
                    <a:pt x="670" y="776"/>
                    <a:pt x="672" y="775"/>
                    <a:pt x="673" y="774"/>
                  </a:cubicBezTo>
                  <a:cubicBezTo>
                    <a:pt x="673" y="774"/>
                    <a:pt x="673" y="774"/>
                    <a:pt x="673" y="774"/>
                  </a:cubicBezTo>
                  <a:cubicBezTo>
                    <a:pt x="677" y="769"/>
                    <a:pt x="681" y="766"/>
                    <a:pt x="682" y="762"/>
                  </a:cubicBezTo>
                  <a:cubicBezTo>
                    <a:pt x="681" y="762"/>
                    <a:pt x="681" y="762"/>
                    <a:pt x="681" y="762"/>
                  </a:cubicBezTo>
                  <a:cubicBezTo>
                    <a:pt x="681" y="762"/>
                    <a:pt x="681" y="761"/>
                    <a:pt x="681" y="761"/>
                  </a:cubicBezTo>
                  <a:cubicBezTo>
                    <a:pt x="681" y="759"/>
                    <a:pt x="682" y="756"/>
                    <a:pt x="683" y="754"/>
                  </a:cubicBezTo>
                  <a:cubicBezTo>
                    <a:pt x="683" y="754"/>
                    <a:pt x="683" y="754"/>
                    <a:pt x="683" y="754"/>
                  </a:cubicBezTo>
                  <a:cubicBezTo>
                    <a:pt x="684" y="752"/>
                    <a:pt x="685" y="751"/>
                    <a:pt x="686" y="750"/>
                  </a:cubicBezTo>
                  <a:cubicBezTo>
                    <a:pt x="687" y="749"/>
                    <a:pt x="688" y="749"/>
                    <a:pt x="689" y="748"/>
                  </a:cubicBezTo>
                  <a:cubicBezTo>
                    <a:pt x="691" y="747"/>
                    <a:pt x="692" y="746"/>
                    <a:pt x="693" y="743"/>
                  </a:cubicBezTo>
                  <a:cubicBezTo>
                    <a:pt x="693" y="743"/>
                    <a:pt x="693" y="743"/>
                    <a:pt x="693" y="743"/>
                  </a:cubicBezTo>
                  <a:cubicBezTo>
                    <a:pt x="693" y="742"/>
                    <a:pt x="693" y="742"/>
                    <a:pt x="693" y="742"/>
                  </a:cubicBezTo>
                  <a:cubicBezTo>
                    <a:pt x="696" y="735"/>
                    <a:pt x="698" y="739"/>
                    <a:pt x="701" y="735"/>
                  </a:cubicBezTo>
                  <a:cubicBezTo>
                    <a:pt x="701" y="735"/>
                    <a:pt x="701" y="735"/>
                    <a:pt x="701" y="735"/>
                  </a:cubicBezTo>
                  <a:cubicBezTo>
                    <a:pt x="702" y="734"/>
                    <a:pt x="702" y="734"/>
                    <a:pt x="702" y="733"/>
                  </a:cubicBezTo>
                  <a:cubicBezTo>
                    <a:pt x="704" y="730"/>
                    <a:pt x="703" y="727"/>
                    <a:pt x="702" y="723"/>
                  </a:cubicBezTo>
                  <a:cubicBezTo>
                    <a:pt x="701" y="723"/>
                    <a:pt x="701" y="723"/>
                    <a:pt x="701" y="723"/>
                  </a:cubicBezTo>
                  <a:cubicBezTo>
                    <a:pt x="700" y="721"/>
                    <a:pt x="700" y="718"/>
                    <a:pt x="701" y="716"/>
                  </a:cubicBezTo>
                  <a:cubicBezTo>
                    <a:pt x="702" y="716"/>
                    <a:pt x="702" y="716"/>
                    <a:pt x="702" y="716"/>
                  </a:cubicBezTo>
                  <a:cubicBezTo>
                    <a:pt x="702" y="715"/>
                    <a:pt x="703" y="714"/>
                    <a:pt x="703" y="714"/>
                  </a:cubicBezTo>
                  <a:cubicBezTo>
                    <a:pt x="705" y="712"/>
                    <a:pt x="707" y="711"/>
                    <a:pt x="709" y="710"/>
                  </a:cubicBezTo>
                  <a:cubicBezTo>
                    <a:pt x="709" y="709"/>
                    <a:pt x="710" y="709"/>
                    <a:pt x="710" y="709"/>
                  </a:cubicBezTo>
                  <a:cubicBezTo>
                    <a:pt x="710" y="709"/>
                    <a:pt x="710" y="709"/>
                    <a:pt x="710" y="709"/>
                  </a:cubicBezTo>
                  <a:cubicBezTo>
                    <a:pt x="715" y="706"/>
                    <a:pt x="719" y="704"/>
                    <a:pt x="719" y="704"/>
                  </a:cubicBezTo>
                  <a:cubicBezTo>
                    <a:pt x="719" y="704"/>
                    <a:pt x="722" y="702"/>
                    <a:pt x="728" y="700"/>
                  </a:cubicBezTo>
                  <a:cubicBezTo>
                    <a:pt x="734" y="698"/>
                    <a:pt x="740" y="699"/>
                    <a:pt x="742" y="696"/>
                  </a:cubicBezTo>
                  <a:cubicBezTo>
                    <a:pt x="742" y="696"/>
                    <a:pt x="742" y="696"/>
                    <a:pt x="742" y="696"/>
                  </a:cubicBezTo>
                  <a:cubicBezTo>
                    <a:pt x="743" y="696"/>
                    <a:pt x="743" y="696"/>
                    <a:pt x="743" y="695"/>
                  </a:cubicBezTo>
                  <a:cubicBezTo>
                    <a:pt x="745" y="693"/>
                    <a:pt x="746" y="688"/>
                    <a:pt x="748" y="685"/>
                  </a:cubicBezTo>
                  <a:cubicBezTo>
                    <a:pt x="747" y="685"/>
                    <a:pt x="747" y="685"/>
                    <a:pt x="747" y="685"/>
                  </a:cubicBezTo>
                  <a:cubicBezTo>
                    <a:pt x="748" y="683"/>
                    <a:pt x="748" y="682"/>
                    <a:pt x="749" y="681"/>
                  </a:cubicBezTo>
                  <a:cubicBezTo>
                    <a:pt x="750" y="680"/>
                    <a:pt x="751" y="678"/>
                    <a:pt x="752" y="677"/>
                  </a:cubicBezTo>
                  <a:cubicBezTo>
                    <a:pt x="752" y="677"/>
                    <a:pt x="752" y="677"/>
                    <a:pt x="752" y="677"/>
                  </a:cubicBezTo>
                  <a:cubicBezTo>
                    <a:pt x="755" y="673"/>
                    <a:pt x="756" y="669"/>
                    <a:pt x="755" y="667"/>
                  </a:cubicBezTo>
                  <a:cubicBezTo>
                    <a:pt x="755" y="666"/>
                    <a:pt x="755" y="666"/>
                    <a:pt x="755" y="665"/>
                  </a:cubicBezTo>
                  <a:cubicBezTo>
                    <a:pt x="754" y="665"/>
                    <a:pt x="754" y="665"/>
                    <a:pt x="754" y="665"/>
                  </a:cubicBezTo>
                  <a:cubicBezTo>
                    <a:pt x="754" y="663"/>
                    <a:pt x="755" y="660"/>
                    <a:pt x="756" y="658"/>
                  </a:cubicBezTo>
                  <a:cubicBezTo>
                    <a:pt x="756" y="658"/>
                    <a:pt x="756" y="658"/>
                    <a:pt x="756" y="658"/>
                  </a:cubicBezTo>
                  <a:cubicBezTo>
                    <a:pt x="758" y="653"/>
                    <a:pt x="759" y="649"/>
                    <a:pt x="759" y="647"/>
                  </a:cubicBezTo>
                  <a:cubicBezTo>
                    <a:pt x="759" y="647"/>
                    <a:pt x="758" y="646"/>
                    <a:pt x="758" y="646"/>
                  </a:cubicBezTo>
                  <a:cubicBezTo>
                    <a:pt x="757" y="646"/>
                    <a:pt x="757" y="646"/>
                    <a:pt x="757" y="646"/>
                  </a:cubicBezTo>
                  <a:cubicBezTo>
                    <a:pt x="757" y="644"/>
                    <a:pt x="756" y="641"/>
                    <a:pt x="756" y="638"/>
                  </a:cubicBezTo>
                  <a:cubicBezTo>
                    <a:pt x="757" y="638"/>
                    <a:pt x="757" y="638"/>
                    <a:pt x="757" y="638"/>
                  </a:cubicBezTo>
                  <a:cubicBezTo>
                    <a:pt x="757" y="635"/>
                    <a:pt x="758" y="632"/>
                    <a:pt x="761" y="628"/>
                  </a:cubicBezTo>
                  <a:cubicBezTo>
                    <a:pt x="762" y="628"/>
                    <a:pt x="762" y="627"/>
                    <a:pt x="763" y="627"/>
                  </a:cubicBezTo>
                  <a:cubicBezTo>
                    <a:pt x="763" y="627"/>
                    <a:pt x="763" y="627"/>
                    <a:pt x="763" y="627"/>
                  </a:cubicBezTo>
                  <a:cubicBezTo>
                    <a:pt x="765" y="624"/>
                    <a:pt x="767" y="621"/>
                    <a:pt x="769" y="619"/>
                  </a:cubicBezTo>
                  <a:cubicBezTo>
                    <a:pt x="770" y="619"/>
                    <a:pt x="770" y="619"/>
                    <a:pt x="770" y="619"/>
                  </a:cubicBezTo>
                  <a:cubicBezTo>
                    <a:pt x="774" y="614"/>
                    <a:pt x="777" y="610"/>
                    <a:pt x="777" y="608"/>
                  </a:cubicBezTo>
                  <a:cubicBezTo>
                    <a:pt x="777" y="608"/>
                    <a:pt x="777" y="607"/>
                    <a:pt x="777" y="607"/>
                  </a:cubicBezTo>
                  <a:cubicBezTo>
                    <a:pt x="776" y="607"/>
                    <a:pt x="776" y="607"/>
                    <a:pt x="776" y="607"/>
                  </a:cubicBezTo>
                  <a:cubicBezTo>
                    <a:pt x="777" y="605"/>
                    <a:pt x="778" y="602"/>
                    <a:pt x="779" y="599"/>
                  </a:cubicBezTo>
                  <a:cubicBezTo>
                    <a:pt x="780" y="599"/>
                    <a:pt x="780" y="599"/>
                    <a:pt x="780" y="599"/>
                  </a:cubicBezTo>
                  <a:cubicBezTo>
                    <a:pt x="781" y="595"/>
                    <a:pt x="783" y="591"/>
                    <a:pt x="783" y="588"/>
                  </a:cubicBezTo>
                  <a:cubicBezTo>
                    <a:pt x="782" y="588"/>
                    <a:pt x="782" y="588"/>
                    <a:pt x="782" y="588"/>
                  </a:cubicBezTo>
                  <a:cubicBezTo>
                    <a:pt x="782" y="588"/>
                    <a:pt x="782" y="587"/>
                    <a:pt x="782" y="587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5" name="Freeform 46">
              <a:extLst>
                <a:ext uri="{FF2B5EF4-FFF2-40B4-BE49-F238E27FC236}">
                  <a16:creationId xmlns:a16="http://schemas.microsoft.com/office/drawing/2014/main" id="{8F0E6039-CA23-3B8E-73E5-6D4F9716F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4984" y="2109089"/>
              <a:ext cx="2232108" cy="1514644"/>
            </a:xfrm>
            <a:custGeom>
              <a:avLst/>
              <a:gdLst>
                <a:gd name="T0" fmla="*/ 1158 w 1160"/>
                <a:gd name="T1" fmla="*/ 80 h 786"/>
                <a:gd name="T2" fmla="*/ 1056 w 1160"/>
                <a:gd name="T3" fmla="*/ 59 h 786"/>
                <a:gd name="T4" fmla="*/ 937 w 1160"/>
                <a:gd name="T5" fmla="*/ 30 h 786"/>
                <a:gd name="T6" fmla="*/ 918 w 1160"/>
                <a:gd name="T7" fmla="*/ 45 h 786"/>
                <a:gd name="T8" fmla="*/ 822 w 1160"/>
                <a:gd name="T9" fmla="*/ 36 h 786"/>
                <a:gd name="T10" fmla="*/ 727 w 1160"/>
                <a:gd name="T11" fmla="*/ 11 h 786"/>
                <a:gd name="T12" fmla="*/ 621 w 1160"/>
                <a:gd name="T13" fmla="*/ 22 h 786"/>
                <a:gd name="T14" fmla="*/ 572 w 1160"/>
                <a:gd name="T15" fmla="*/ 40 h 786"/>
                <a:gd name="T16" fmla="*/ 563 w 1160"/>
                <a:gd name="T17" fmla="*/ 63 h 786"/>
                <a:gd name="T18" fmla="*/ 533 w 1160"/>
                <a:gd name="T19" fmla="*/ 66 h 786"/>
                <a:gd name="T20" fmla="*/ 507 w 1160"/>
                <a:gd name="T21" fmla="*/ 69 h 786"/>
                <a:gd name="T22" fmla="*/ 425 w 1160"/>
                <a:gd name="T23" fmla="*/ 69 h 786"/>
                <a:gd name="T24" fmla="*/ 362 w 1160"/>
                <a:gd name="T25" fmla="*/ 67 h 786"/>
                <a:gd name="T26" fmla="*/ 309 w 1160"/>
                <a:gd name="T27" fmla="*/ 86 h 786"/>
                <a:gd name="T28" fmla="*/ 227 w 1160"/>
                <a:gd name="T29" fmla="*/ 49 h 786"/>
                <a:gd name="T30" fmla="*/ 169 w 1160"/>
                <a:gd name="T31" fmla="*/ 136 h 786"/>
                <a:gd name="T32" fmla="*/ 211 w 1160"/>
                <a:gd name="T33" fmla="*/ 110 h 786"/>
                <a:gd name="T34" fmla="*/ 258 w 1160"/>
                <a:gd name="T35" fmla="*/ 133 h 786"/>
                <a:gd name="T36" fmla="*/ 171 w 1160"/>
                <a:gd name="T37" fmla="*/ 165 h 786"/>
                <a:gd name="T38" fmla="*/ 117 w 1160"/>
                <a:gd name="T39" fmla="*/ 187 h 786"/>
                <a:gd name="T40" fmla="*/ 49 w 1160"/>
                <a:gd name="T41" fmla="*/ 279 h 786"/>
                <a:gd name="T42" fmla="*/ 110 w 1160"/>
                <a:gd name="T43" fmla="*/ 262 h 786"/>
                <a:gd name="T44" fmla="*/ 199 w 1160"/>
                <a:gd name="T45" fmla="*/ 276 h 786"/>
                <a:gd name="T46" fmla="*/ 201 w 1160"/>
                <a:gd name="T47" fmla="*/ 254 h 786"/>
                <a:gd name="T48" fmla="*/ 248 w 1160"/>
                <a:gd name="T49" fmla="*/ 282 h 786"/>
                <a:gd name="T50" fmla="*/ 307 w 1160"/>
                <a:gd name="T51" fmla="*/ 292 h 786"/>
                <a:gd name="T52" fmla="*/ 273 w 1160"/>
                <a:gd name="T53" fmla="*/ 323 h 786"/>
                <a:gd name="T54" fmla="*/ 166 w 1160"/>
                <a:gd name="T55" fmla="*/ 303 h 786"/>
                <a:gd name="T56" fmla="*/ 44 w 1160"/>
                <a:gd name="T57" fmla="*/ 343 h 786"/>
                <a:gd name="T58" fmla="*/ 63 w 1160"/>
                <a:gd name="T59" fmla="*/ 514 h 786"/>
                <a:gd name="T60" fmla="*/ 183 w 1160"/>
                <a:gd name="T61" fmla="*/ 626 h 786"/>
                <a:gd name="T62" fmla="*/ 281 w 1160"/>
                <a:gd name="T63" fmla="*/ 758 h 786"/>
                <a:gd name="T64" fmla="*/ 314 w 1160"/>
                <a:gd name="T65" fmla="*/ 708 h 786"/>
                <a:gd name="T66" fmla="*/ 343 w 1160"/>
                <a:gd name="T67" fmla="*/ 642 h 786"/>
                <a:gd name="T68" fmla="*/ 332 w 1160"/>
                <a:gd name="T69" fmla="*/ 584 h 786"/>
                <a:gd name="T70" fmla="*/ 377 w 1160"/>
                <a:gd name="T71" fmla="*/ 526 h 786"/>
                <a:gd name="T72" fmla="*/ 381 w 1160"/>
                <a:gd name="T73" fmla="*/ 467 h 786"/>
                <a:gd name="T74" fmla="*/ 336 w 1160"/>
                <a:gd name="T75" fmla="*/ 429 h 786"/>
                <a:gd name="T76" fmla="*/ 312 w 1160"/>
                <a:gd name="T77" fmla="*/ 371 h 786"/>
                <a:gd name="T78" fmla="*/ 420 w 1160"/>
                <a:gd name="T79" fmla="*/ 432 h 786"/>
                <a:gd name="T80" fmla="*/ 437 w 1160"/>
                <a:gd name="T81" fmla="*/ 371 h 786"/>
                <a:gd name="T82" fmla="*/ 395 w 1160"/>
                <a:gd name="T83" fmla="*/ 351 h 786"/>
                <a:gd name="T84" fmla="*/ 518 w 1160"/>
                <a:gd name="T85" fmla="*/ 400 h 786"/>
                <a:gd name="T86" fmla="*/ 575 w 1160"/>
                <a:gd name="T87" fmla="*/ 468 h 786"/>
                <a:gd name="T88" fmla="*/ 602 w 1160"/>
                <a:gd name="T89" fmla="*/ 410 h 786"/>
                <a:gd name="T90" fmla="*/ 660 w 1160"/>
                <a:gd name="T91" fmla="*/ 448 h 786"/>
                <a:gd name="T92" fmla="*/ 712 w 1160"/>
                <a:gd name="T93" fmla="*/ 472 h 786"/>
                <a:gd name="T94" fmla="*/ 745 w 1160"/>
                <a:gd name="T95" fmla="*/ 437 h 786"/>
                <a:gd name="T96" fmla="*/ 748 w 1160"/>
                <a:gd name="T97" fmla="*/ 421 h 786"/>
                <a:gd name="T98" fmla="*/ 798 w 1160"/>
                <a:gd name="T99" fmla="*/ 371 h 786"/>
                <a:gd name="T100" fmla="*/ 815 w 1160"/>
                <a:gd name="T101" fmla="*/ 313 h 786"/>
                <a:gd name="T102" fmla="*/ 805 w 1160"/>
                <a:gd name="T103" fmla="*/ 269 h 786"/>
                <a:gd name="T104" fmla="*/ 845 w 1160"/>
                <a:gd name="T105" fmla="*/ 306 h 786"/>
                <a:gd name="T106" fmla="*/ 863 w 1160"/>
                <a:gd name="T107" fmla="*/ 262 h 786"/>
                <a:gd name="T108" fmla="*/ 915 w 1160"/>
                <a:gd name="T109" fmla="*/ 224 h 786"/>
                <a:gd name="T110" fmla="*/ 946 w 1160"/>
                <a:gd name="T111" fmla="*/ 225 h 786"/>
                <a:gd name="T112" fmla="*/ 947 w 1160"/>
                <a:gd name="T113" fmla="*/ 177 h 786"/>
                <a:gd name="T114" fmla="*/ 926 w 1160"/>
                <a:gd name="T115" fmla="*/ 146 h 786"/>
                <a:gd name="T116" fmla="*/ 1032 w 1160"/>
                <a:gd name="T117" fmla="*/ 114 h 786"/>
                <a:gd name="T118" fmla="*/ 1030 w 1160"/>
                <a:gd name="T119" fmla="*/ 185 h 786"/>
                <a:gd name="T120" fmla="*/ 1078 w 1160"/>
                <a:gd name="T121" fmla="*/ 126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0" h="786">
                  <a:moveTo>
                    <a:pt x="1078" y="126"/>
                  </a:moveTo>
                  <a:cubicBezTo>
                    <a:pt x="1093" y="126"/>
                    <a:pt x="1088" y="127"/>
                    <a:pt x="1099" y="126"/>
                  </a:cubicBezTo>
                  <a:cubicBezTo>
                    <a:pt x="1111" y="126"/>
                    <a:pt x="1116" y="119"/>
                    <a:pt x="1127" y="115"/>
                  </a:cubicBezTo>
                  <a:cubicBezTo>
                    <a:pt x="1139" y="111"/>
                    <a:pt x="1148" y="109"/>
                    <a:pt x="1151" y="111"/>
                  </a:cubicBezTo>
                  <a:cubicBezTo>
                    <a:pt x="1153" y="112"/>
                    <a:pt x="1156" y="112"/>
                    <a:pt x="1157" y="111"/>
                  </a:cubicBezTo>
                  <a:cubicBezTo>
                    <a:pt x="1159" y="110"/>
                    <a:pt x="1159" y="109"/>
                    <a:pt x="1158" y="107"/>
                  </a:cubicBezTo>
                  <a:cubicBezTo>
                    <a:pt x="1157" y="107"/>
                    <a:pt x="1157" y="107"/>
                    <a:pt x="1157" y="107"/>
                  </a:cubicBezTo>
                  <a:cubicBezTo>
                    <a:pt x="1155" y="105"/>
                    <a:pt x="1151" y="102"/>
                    <a:pt x="1149" y="100"/>
                  </a:cubicBezTo>
                  <a:cubicBezTo>
                    <a:pt x="1151" y="100"/>
                    <a:pt x="1151" y="100"/>
                    <a:pt x="1151" y="100"/>
                  </a:cubicBezTo>
                  <a:cubicBezTo>
                    <a:pt x="1149" y="98"/>
                    <a:pt x="1149" y="97"/>
                    <a:pt x="1149" y="96"/>
                  </a:cubicBezTo>
                  <a:cubicBezTo>
                    <a:pt x="1152" y="95"/>
                    <a:pt x="1154" y="95"/>
                    <a:pt x="1156" y="93"/>
                  </a:cubicBezTo>
                  <a:cubicBezTo>
                    <a:pt x="1158" y="93"/>
                    <a:pt x="1159" y="91"/>
                    <a:pt x="1160" y="89"/>
                  </a:cubicBezTo>
                  <a:cubicBezTo>
                    <a:pt x="1160" y="89"/>
                    <a:pt x="1160" y="88"/>
                    <a:pt x="1160" y="88"/>
                  </a:cubicBezTo>
                  <a:cubicBezTo>
                    <a:pt x="1159" y="88"/>
                    <a:pt x="1159" y="88"/>
                    <a:pt x="1159" y="88"/>
                  </a:cubicBezTo>
                  <a:cubicBezTo>
                    <a:pt x="1159" y="86"/>
                    <a:pt x="1158" y="83"/>
                    <a:pt x="1157" y="80"/>
                  </a:cubicBezTo>
                  <a:cubicBezTo>
                    <a:pt x="1158" y="80"/>
                    <a:pt x="1158" y="80"/>
                    <a:pt x="1158" y="80"/>
                  </a:cubicBezTo>
                  <a:cubicBezTo>
                    <a:pt x="1157" y="77"/>
                    <a:pt x="1156" y="74"/>
                    <a:pt x="1158" y="72"/>
                  </a:cubicBezTo>
                  <a:cubicBezTo>
                    <a:pt x="1159" y="71"/>
                    <a:pt x="1159" y="70"/>
                    <a:pt x="1159" y="69"/>
                  </a:cubicBezTo>
                  <a:cubicBezTo>
                    <a:pt x="1158" y="69"/>
                    <a:pt x="1158" y="69"/>
                    <a:pt x="1158" y="69"/>
                  </a:cubicBezTo>
                  <a:cubicBezTo>
                    <a:pt x="1158" y="65"/>
                    <a:pt x="1154" y="62"/>
                    <a:pt x="1151" y="61"/>
                  </a:cubicBezTo>
                  <a:cubicBezTo>
                    <a:pt x="1153" y="61"/>
                    <a:pt x="1153" y="61"/>
                    <a:pt x="1153" y="61"/>
                  </a:cubicBezTo>
                  <a:cubicBezTo>
                    <a:pt x="1152" y="60"/>
                    <a:pt x="1151" y="60"/>
                    <a:pt x="1150" y="60"/>
                  </a:cubicBezTo>
                  <a:cubicBezTo>
                    <a:pt x="1145" y="59"/>
                    <a:pt x="1126" y="61"/>
                    <a:pt x="1122" y="59"/>
                  </a:cubicBezTo>
                  <a:cubicBezTo>
                    <a:pt x="1118" y="56"/>
                    <a:pt x="1111" y="53"/>
                    <a:pt x="1109" y="55"/>
                  </a:cubicBezTo>
                  <a:cubicBezTo>
                    <a:pt x="1109" y="55"/>
                    <a:pt x="1109" y="55"/>
                    <a:pt x="1109" y="55"/>
                  </a:cubicBezTo>
                  <a:cubicBezTo>
                    <a:pt x="1109" y="55"/>
                    <a:pt x="1109" y="56"/>
                    <a:pt x="1108" y="56"/>
                  </a:cubicBezTo>
                  <a:cubicBezTo>
                    <a:pt x="1106" y="57"/>
                    <a:pt x="1102" y="67"/>
                    <a:pt x="1102" y="67"/>
                  </a:cubicBezTo>
                  <a:cubicBezTo>
                    <a:pt x="1102" y="67"/>
                    <a:pt x="1098" y="68"/>
                    <a:pt x="1095" y="63"/>
                  </a:cubicBezTo>
                  <a:cubicBezTo>
                    <a:pt x="1095" y="62"/>
                    <a:pt x="1094" y="61"/>
                    <a:pt x="1093" y="61"/>
                  </a:cubicBezTo>
                  <a:cubicBezTo>
                    <a:pt x="1095" y="61"/>
                    <a:pt x="1095" y="61"/>
                    <a:pt x="1095" y="61"/>
                  </a:cubicBezTo>
                  <a:cubicBezTo>
                    <a:pt x="1090" y="57"/>
                    <a:pt x="1077" y="57"/>
                    <a:pt x="1072" y="57"/>
                  </a:cubicBezTo>
                  <a:cubicBezTo>
                    <a:pt x="1067" y="57"/>
                    <a:pt x="1062" y="59"/>
                    <a:pt x="1056" y="59"/>
                  </a:cubicBezTo>
                  <a:cubicBezTo>
                    <a:pt x="1051" y="60"/>
                    <a:pt x="1048" y="62"/>
                    <a:pt x="1044" y="57"/>
                  </a:cubicBezTo>
                  <a:cubicBezTo>
                    <a:pt x="1040" y="53"/>
                    <a:pt x="1034" y="52"/>
                    <a:pt x="1032" y="50"/>
                  </a:cubicBezTo>
                  <a:cubicBezTo>
                    <a:pt x="1032" y="50"/>
                    <a:pt x="1032" y="49"/>
                    <a:pt x="1031" y="49"/>
                  </a:cubicBezTo>
                  <a:cubicBezTo>
                    <a:pt x="1027" y="49"/>
                    <a:pt x="1027" y="49"/>
                    <a:pt x="1027" y="49"/>
                  </a:cubicBezTo>
                  <a:cubicBezTo>
                    <a:pt x="1024" y="49"/>
                    <a:pt x="1020" y="49"/>
                    <a:pt x="1016" y="49"/>
                  </a:cubicBezTo>
                  <a:cubicBezTo>
                    <a:pt x="1011" y="49"/>
                    <a:pt x="1011" y="49"/>
                    <a:pt x="1011" y="49"/>
                  </a:cubicBezTo>
                  <a:cubicBezTo>
                    <a:pt x="1002" y="50"/>
                    <a:pt x="994" y="50"/>
                    <a:pt x="994" y="50"/>
                  </a:cubicBezTo>
                  <a:cubicBezTo>
                    <a:pt x="994" y="50"/>
                    <a:pt x="993" y="50"/>
                    <a:pt x="992" y="49"/>
                  </a:cubicBezTo>
                  <a:cubicBezTo>
                    <a:pt x="990" y="49"/>
                    <a:pt x="990" y="49"/>
                    <a:pt x="990" y="49"/>
                  </a:cubicBezTo>
                  <a:cubicBezTo>
                    <a:pt x="988" y="48"/>
                    <a:pt x="986" y="47"/>
                    <a:pt x="983" y="45"/>
                  </a:cubicBezTo>
                  <a:cubicBezTo>
                    <a:pt x="981" y="44"/>
                    <a:pt x="979" y="43"/>
                    <a:pt x="977" y="41"/>
                  </a:cubicBezTo>
                  <a:cubicBezTo>
                    <a:pt x="979" y="41"/>
                    <a:pt x="979" y="41"/>
                    <a:pt x="979" y="41"/>
                  </a:cubicBezTo>
                  <a:cubicBezTo>
                    <a:pt x="975" y="39"/>
                    <a:pt x="972" y="37"/>
                    <a:pt x="970" y="37"/>
                  </a:cubicBezTo>
                  <a:cubicBezTo>
                    <a:pt x="968" y="37"/>
                    <a:pt x="953" y="40"/>
                    <a:pt x="949" y="37"/>
                  </a:cubicBezTo>
                  <a:cubicBezTo>
                    <a:pt x="946" y="35"/>
                    <a:pt x="942" y="33"/>
                    <a:pt x="940" y="33"/>
                  </a:cubicBezTo>
                  <a:cubicBezTo>
                    <a:pt x="938" y="33"/>
                    <a:pt x="937" y="31"/>
                    <a:pt x="937" y="30"/>
                  </a:cubicBezTo>
                  <a:cubicBezTo>
                    <a:pt x="936" y="30"/>
                    <a:pt x="936" y="30"/>
                    <a:pt x="936" y="30"/>
                  </a:cubicBezTo>
                  <a:cubicBezTo>
                    <a:pt x="936" y="29"/>
                    <a:pt x="936" y="29"/>
                    <a:pt x="937" y="29"/>
                  </a:cubicBezTo>
                  <a:cubicBezTo>
                    <a:pt x="940" y="29"/>
                    <a:pt x="954" y="24"/>
                    <a:pt x="954" y="24"/>
                  </a:cubicBezTo>
                  <a:cubicBezTo>
                    <a:pt x="954" y="24"/>
                    <a:pt x="954" y="23"/>
                    <a:pt x="953" y="22"/>
                  </a:cubicBezTo>
                  <a:cubicBezTo>
                    <a:pt x="954" y="22"/>
                    <a:pt x="954" y="22"/>
                    <a:pt x="954" y="22"/>
                  </a:cubicBezTo>
                  <a:cubicBezTo>
                    <a:pt x="953" y="20"/>
                    <a:pt x="950" y="17"/>
                    <a:pt x="946" y="17"/>
                  </a:cubicBezTo>
                  <a:cubicBezTo>
                    <a:pt x="941" y="17"/>
                    <a:pt x="932" y="14"/>
                    <a:pt x="930" y="14"/>
                  </a:cubicBezTo>
                  <a:cubicBezTo>
                    <a:pt x="929" y="14"/>
                    <a:pt x="929" y="14"/>
                    <a:pt x="929" y="15"/>
                  </a:cubicBezTo>
                  <a:cubicBezTo>
                    <a:pt x="928" y="15"/>
                    <a:pt x="928" y="15"/>
                    <a:pt x="927" y="16"/>
                  </a:cubicBezTo>
                  <a:cubicBezTo>
                    <a:pt x="927" y="16"/>
                    <a:pt x="926" y="16"/>
                    <a:pt x="924" y="16"/>
                  </a:cubicBezTo>
                  <a:cubicBezTo>
                    <a:pt x="919" y="15"/>
                    <a:pt x="913" y="18"/>
                    <a:pt x="912" y="15"/>
                  </a:cubicBezTo>
                  <a:cubicBezTo>
                    <a:pt x="911" y="12"/>
                    <a:pt x="909" y="12"/>
                    <a:pt x="908" y="14"/>
                  </a:cubicBezTo>
                  <a:cubicBezTo>
                    <a:pt x="905" y="15"/>
                    <a:pt x="903" y="22"/>
                    <a:pt x="908" y="23"/>
                  </a:cubicBezTo>
                  <a:cubicBezTo>
                    <a:pt x="916" y="26"/>
                    <a:pt x="923" y="23"/>
                    <a:pt x="925" y="27"/>
                  </a:cubicBezTo>
                  <a:cubicBezTo>
                    <a:pt x="927" y="30"/>
                    <a:pt x="925" y="32"/>
                    <a:pt x="925" y="35"/>
                  </a:cubicBezTo>
                  <a:cubicBezTo>
                    <a:pt x="925" y="37"/>
                    <a:pt x="921" y="43"/>
                    <a:pt x="918" y="45"/>
                  </a:cubicBezTo>
                  <a:cubicBezTo>
                    <a:pt x="916" y="46"/>
                    <a:pt x="913" y="43"/>
                    <a:pt x="908" y="46"/>
                  </a:cubicBezTo>
                  <a:cubicBezTo>
                    <a:pt x="903" y="49"/>
                    <a:pt x="890" y="46"/>
                    <a:pt x="889" y="48"/>
                  </a:cubicBezTo>
                  <a:cubicBezTo>
                    <a:pt x="887" y="50"/>
                    <a:pt x="884" y="43"/>
                    <a:pt x="882" y="45"/>
                  </a:cubicBezTo>
                  <a:cubicBezTo>
                    <a:pt x="880" y="45"/>
                    <a:pt x="877" y="49"/>
                    <a:pt x="874" y="51"/>
                  </a:cubicBezTo>
                  <a:cubicBezTo>
                    <a:pt x="872" y="52"/>
                    <a:pt x="871" y="52"/>
                    <a:pt x="870" y="52"/>
                  </a:cubicBezTo>
                  <a:cubicBezTo>
                    <a:pt x="869" y="52"/>
                    <a:pt x="867" y="51"/>
                    <a:pt x="865" y="49"/>
                  </a:cubicBezTo>
                  <a:cubicBezTo>
                    <a:pt x="864" y="49"/>
                    <a:pt x="864" y="49"/>
                    <a:pt x="864" y="49"/>
                  </a:cubicBezTo>
                  <a:cubicBezTo>
                    <a:pt x="862" y="48"/>
                    <a:pt x="861" y="46"/>
                    <a:pt x="861" y="43"/>
                  </a:cubicBezTo>
                  <a:cubicBezTo>
                    <a:pt x="861" y="43"/>
                    <a:pt x="861" y="42"/>
                    <a:pt x="861" y="41"/>
                  </a:cubicBezTo>
                  <a:cubicBezTo>
                    <a:pt x="862" y="41"/>
                    <a:pt x="862" y="41"/>
                    <a:pt x="862" y="41"/>
                  </a:cubicBezTo>
                  <a:cubicBezTo>
                    <a:pt x="862" y="37"/>
                    <a:pt x="861" y="32"/>
                    <a:pt x="859" y="31"/>
                  </a:cubicBezTo>
                  <a:cubicBezTo>
                    <a:pt x="859" y="30"/>
                    <a:pt x="856" y="30"/>
                    <a:pt x="853" y="30"/>
                  </a:cubicBezTo>
                  <a:cubicBezTo>
                    <a:pt x="843" y="30"/>
                    <a:pt x="843" y="30"/>
                    <a:pt x="843" y="30"/>
                  </a:cubicBezTo>
                  <a:cubicBezTo>
                    <a:pt x="839" y="30"/>
                    <a:pt x="828" y="32"/>
                    <a:pt x="825" y="34"/>
                  </a:cubicBezTo>
                  <a:cubicBezTo>
                    <a:pt x="824" y="34"/>
                    <a:pt x="824" y="34"/>
                    <a:pt x="824" y="35"/>
                  </a:cubicBezTo>
                  <a:cubicBezTo>
                    <a:pt x="823" y="35"/>
                    <a:pt x="823" y="35"/>
                    <a:pt x="822" y="36"/>
                  </a:cubicBezTo>
                  <a:cubicBezTo>
                    <a:pt x="820" y="37"/>
                    <a:pt x="816" y="38"/>
                    <a:pt x="814" y="38"/>
                  </a:cubicBezTo>
                  <a:cubicBezTo>
                    <a:pt x="810" y="38"/>
                    <a:pt x="807" y="34"/>
                    <a:pt x="800" y="33"/>
                  </a:cubicBezTo>
                  <a:cubicBezTo>
                    <a:pt x="792" y="32"/>
                    <a:pt x="776" y="31"/>
                    <a:pt x="774" y="32"/>
                  </a:cubicBezTo>
                  <a:cubicBezTo>
                    <a:pt x="772" y="32"/>
                    <a:pt x="769" y="31"/>
                    <a:pt x="768" y="30"/>
                  </a:cubicBezTo>
                  <a:cubicBezTo>
                    <a:pt x="766" y="30"/>
                    <a:pt x="766" y="30"/>
                    <a:pt x="766" y="30"/>
                  </a:cubicBezTo>
                  <a:cubicBezTo>
                    <a:pt x="766" y="29"/>
                    <a:pt x="766" y="29"/>
                    <a:pt x="767" y="29"/>
                  </a:cubicBezTo>
                  <a:cubicBezTo>
                    <a:pt x="768" y="27"/>
                    <a:pt x="771" y="25"/>
                    <a:pt x="772" y="22"/>
                  </a:cubicBezTo>
                  <a:cubicBezTo>
                    <a:pt x="773" y="22"/>
                    <a:pt x="773" y="22"/>
                    <a:pt x="773" y="22"/>
                  </a:cubicBezTo>
                  <a:cubicBezTo>
                    <a:pt x="775" y="19"/>
                    <a:pt x="776" y="16"/>
                    <a:pt x="773" y="15"/>
                  </a:cubicBezTo>
                  <a:cubicBezTo>
                    <a:pt x="769" y="11"/>
                    <a:pt x="759" y="11"/>
                    <a:pt x="755" y="10"/>
                  </a:cubicBezTo>
                  <a:cubicBezTo>
                    <a:pt x="750" y="10"/>
                    <a:pt x="750" y="10"/>
                    <a:pt x="750" y="10"/>
                  </a:cubicBezTo>
                  <a:cubicBezTo>
                    <a:pt x="746" y="10"/>
                    <a:pt x="743" y="10"/>
                    <a:pt x="738" y="10"/>
                  </a:cubicBezTo>
                  <a:cubicBezTo>
                    <a:pt x="738" y="10"/>
                    <a:pt x="738" y="10"/>
                    <a:pt x="737" y="10"/>
                  </a:cubicBezTo>
                  <a:cubicBezTo>
                    <a:pt x="736" y="10"/>
                    <a:pt x="736" y="10"/>
                    <a:pt x="736" y="10"/>
                  </a:cubicBezTo>
                  <a:cubicBezTo>
                    <a:pt x="731" y="12"/>
                    <a:pt x="730" y="15"/>
                    <a:pt x="727" y="12"/>
                  </a:cubicBezTo>
                  <a:cubicBezTo>
                    <a:pt x="727" y="11"/>
                    <a:pt x="727" y="11"/>
                    <a:pt x="727" y="11"/>
                  </a:cubicBezTo>
                  <a:cubicBezTo>
                    <a:pt x="728" y="11"/>
                    <a:pt x="730" y="12"/>
                    <a:pt x="723" y="9"/>
                  </a:cubicBezTo>
                  <a:cubicBezTo>
                    <a:pt x="713" y="3"/>
                    <a:pt x="707" y="9"/>
                    <a:pt x="705" y="6"/>
                  </a:cubicBezTo>
                  <a:cubicBezTo>
                    <a:pt x="704" y="5"/>
                    <a:pt x="704" y="5"/>
                    <a:pt x="704" y="4"/>
                  </a:cubicBezTo>
                  <a:cubicBezTo>
                    <a:pt x="703" y="6"/>
                    <a:pt x="701" y="8"/>
                    <a:pt x="697" y="10"/>
                  </a:cubicBezTo>
                  <a:cubicBezTo>
                    <a:pt x="697" y="10"/>
                    <a:pt x="697" y="10"/>
                    <a:pt x="697" y="10"/>
                  </a:cubicBezTo>
                  <a:cubicBezTo>
                    <a:pt x="697" y="10"/>
                    <a:pt x="697" y="10"/>
                    <a:pt x="697" y="10"/>
                  </a:cubicBezTo>
                  <a:cubicBezTo>
                    <a:pt x="690" y="14"/>
                    <a:pt x="686" y="15"/>
                    <a:pt x="684" y="16"/>
                  </a:cubicBezTo>
                  <a:cubicBezTo>
                    <a:pt x="682" y="16"/>
                    <a:pt x="668" y="14"/>
                    <a:pt x="668" y="12"/>
                  </a:cubicBezTo>
                  <a:cubicBezTo>
                    <a:pt x="668" y="11"/>
                    <a:pt x="668" y="11"/>
                    <a:pt x="668" y="10"/>
                  </a:cubicBezTo>
                  <a:cubicBezTo>
                    <a:pt x="667" y="10"/>
                    <a:pt x="667" y="10"/>
                    <a:pt x="667" y="10"/>
                  </a:cubicBezTo>
                  <a:cubicBezTo>
                    <a:pt x="666" y="0"/>
                    <a:pt x="661" y="11"/>
                    <a:pt x="656" y="14"/>
                  </a:cubicBezTo>
                  <a:cubicBezTo>
                    <a:pt x="656" y="14"/>
                    <a:pt x="656" y="15"/>
                    <a:pt x="656" y="15"/>
                  </a:cubicBezTo>
                  <a:cubicBezTo>
                    <a:pt x="651" y="17"/>
                    <a:pt x="648" y="20"/>
                    <a:pt x="643" y="19"/>
                  </a:cubicBezTo>
                  <a:cubicBezTo>
                    <a:pt x="638" y="18"/>
                    <a:pt x="630" y="18"/>
                    <a:pt x="625" y="20"/>
                  </a:cubicBezTo>
                  <a:cubicBezTo>
                    <a:pt x="623" y="21"/>
                    <a:pt x="622" y="22"/>
                    <a:pt x="620" y="22"/>
                  </a:cubicBezTo>
                  <a:cubicBezTo>
                    <a:pt x="621" y="22"/>
                    <a:pt x="621" y="22"/>
                    <a:pt x="621" y="22"/>
                  </a:cubicBezTo>
                  <a:cubicBezTo>
                    <a:pt x="618" y="24"/>
                    <a:pt x="614" y="24"/>
                    <a:pt x="610" y="27"/>
                  </a:cubicBezTo>
                  <a:cubicBezTo>
                    <a:pt x="609" y="28"/>
                    <a:pt x="608" y="29"/>
                    <a:pt x="607" y="30"/>
                  </a:cubicBezTo>
                  <a:cubicBezTo>
                    <a:pt x="606" y="30"/>
                    <a:pt x="606" y="30"/>
                    <a:pt x="606" y="30"/>
                  </a:cubicBezTo>
                  <a:cubicBezTo>
                    <a:pt x="602" y="32"/>
                    <a:pt x="597" y="33"/>
                    <a:pt x="597" y="33"/>
                  </a:cubicBezTo>
                  <a:cubicBezTo>
                    <a:pt x="597" y="33"/>
                    <a:pt x="588" y="33"/>
                    <a:pt x="584" y="33"/>
                  </a:cubicBezTo>
                  <a:cubicBezTo>
                    <a:pt x="581" y="33"/>
                    <a:pt x="578" y="33"/>
                    <a:pt x="577" y="34"/>
                  </a:cubicBezTo>
                  <a:cubicBezTo>
                    <a:pt x="575" y="34"/>
                    <a:pt x="575" y="35"/>
                    <a:pt x="577" y="37"/>
                  </a:cubicBezTo>
                  <a:cubicBezTo>
                    <a:pt x="581" y="42"/>
                    <a:pt x="592" y="46"/>
                    <a:pt x="594" y="48"/>
                  </a:cubicBezTo>
                  <a:cubicBezTo>
                    <a:pt x="595" y="50"/>
                    <a:pt x="597" y="57"/>
                    <a:pt x="595" y="59"/>
                  </a:cubicBezTo>
                  <a:cubicBezTo>
                    <a:pt x="593" y="60"/>
                    <a:pt x="589" y="59"/>
                    <a:pt x="589" y="55"/>
                  </a:cubicBezTo>
                  <a:cubicBezTo>
                    <a:pt x="589" y="52"/>
                    <a:pt x="588" y="50"/>
                    <a:pt x="587" y="49"/>
                  </a:cubicBezTo>
                  <a:cubicBezTo>
                    <a:pt x="586" y="49"/>
                    <a:pt x="586" y="49"/>
                    <a:pt x="586" y="49"/>
                  </a:cubicBezTo>
                  <a:cubicBezTo>
                    <a:pt x="585" y="48"/>
                    <a:pt x="583" y="48"/>
                    <a:pt x="581" y="47"/>
                  </a:cubicBezTo>
                  <a:cubicBezTo>
                    <a:pt x="575" y="45"/>
                    <a:pt x="575" y="46"/>
                    <a:pt x="571" y="41"/>
                  </a:cubicBezTo>
                  <a:cubicBezTo>
                    <a:pt x="573" y="41"/>
                    <a:pt x="573" y="41"/>
                    <a:pt x="573" y="41"/>
                  </a:cubicBezTo>
                  <a:cubicBezTo>
                    <a:pt x="572" y="41"/>
                    <a:pt x="572" y="41"/>
                    <a:pt x="572" y="40"/>
                  </a:cubicBezTo>
                  <a:cubicBezTo>
                    <a:pt x="567" y="36"/>
                    <a:pt x="563" y="36"/>
                    <a:pt x="560" y="38"/>
                  </a:cubicBezTo>
                  <a:cubicBezTo>
                    <a:pt x="559" y="38"/>
                    <a:pt x="558" y="39"/>
                    <a:pt x="558" y="40"/>
                  </a:cubicBezTo>
                  <a:cubicBezTo>
                    <a:pt x="556" y="43"/>
                    <a:pt x="556" y="48"/>
                    <a:pt x="555" y="50"/>
                  </a:cubicBezTo>
                  <a:cubicBezTo>
                    <a:pt x="555" y="50"/>
                    <a:pt x="555" y="50"/>
                    <a:pt x="555" y="50"/>
                  </a:cubicBezTo>
                  <a:cubicBezTo>
                    <a:pt x="552" y="51"/>
                    <a:pt x="549" y="53"/>
                    <a:pt x="548" y="49"/>
                  </a:cubicBezTo>
                  <a:cubicBezTo>
                    <a:pt x="547" y="49"/>
                    <a:pt x="547" y="49"/>
                    <a:pt x="547" y="49"/>
                  </a:cubicBezTo>
                  <a:cubicBezTo>
                    <a:pt x="547" y="49"/>
                    <a:pt x="547" y="49"/>
                    <a:pt x="547" y="49"/>
                  </a:cubicBezTo>
                  <a:cubicBezTo>
                    <a:pt x="547" y="47"/>
                    <a:pt x="546" y="44"/>
                    <a:pt x="546" y="41"/>
                  </a:cubicBezTo>
                  <a:cubicBezTo>
                    <a:pt x="547" y="41"/>
                    <a:pt x="547" y="41"/>
                    <a:pt x="547" y="41"/>
                  </a:cubicBezTo>
                  <a:cubicBezTo>
                    <a:pt x="547" y="38"/>
                    <a:pt x="546" y="36"/>
                    <a:pt x="545" y="37"/>
                  </a:cubicBezTo>
                  <a:cubicBezTo>
                    <a:pt x="544" y="38"/>
                    <a:pt x="543" y="38"/>
                    <a:pt x="543" y="39"/>
                  </a:cubicBezTo>
                  <a:cubicBezTo>
                    <a:pt x="539" y="45"/>
                    <a:pt x="538" y="45"/>
                    <a:pt x="538" y="48"/>
                  </a:cubicBezTo>
                  <a:cubicBezTo>
                    <a:pt x="538" y="51"/>
                    <a:pt x="541" y="54"/>
                    <a:pt x="540" y="59"/>
                  </a:cubicBezTo>
                  <a:cubicBezTo>
                    <a:pt x="539" y="64"/>
                    <a:pt x="539" y="68"/>
                    <a:pt x="540" y="68"/>
                  </a:cubicBezTo>
                  <a:cubicBezTo>
                    <a:pt x="542" y="68"/>
                    <a:pt x="545" y="63"/>
                    <a:pt x="550" y="62"/>
                  </a:cubicBezTo>
                  <a:cubicBezTo>
                    <a:pt x="554" y="60"/>
                    <a:pt x="562" y="57"/>
                    <a:pt x="563" y="63"/>
                  </a:cubicBezTo>
                  <a:cubicBezTo>
                    <a:pt x="563" y="67"/>
                    <a:pt x="567" y="69"/>
                    <a:pt x="565" y="71"/>
                  </a:cubicBezTo>
                  <a:cubicBezTo>
                    <a:pt x="564" y="71"/>
                    <a:pt x="564" y="71"/>
                    <a:pt x="564" y="72"/>
                  </a:cubicBezTo>
                  <a:cubicBezTo>
                    <a:pt x="559" y="74"/>
                    <a:pt x="554" y="73"/>
                    <a:pt x="553" y="69"/>
                  </a:cubicBezTo>
                  <a:cubicBezTo>
                    <a:pt x="553" y="69"/>
                    <a:pt x="552" y="69"/>
                    <a:pt x="552" y="69"/>
                  </a:cubicBezTo>
                  <a:cubicBezTo>
                    <a:pt x="551" y="69"/>
                    <a:pt x="551" y="69"/>
                    <a:pt x="551" y="69"/>
                  </a:cubicBezTo>
                  <a:cubicBezTo>
                    <a:pt x="550" y="66"/>
                    <a:pt x="547" y="67"/>
                    <a:pt x="544" y="69"/>
                  </a:cubicBezTo>
                  <a:cubicBezTo>
                    <a:pt x="540" y="72"/>
                    <a:pt x="533" y="83"/>
                    <a:pt x="533" y="83"/>
                  </a:cubicBezTo>
                  <a:cubicBezTo>
                    <a:pt x="533" y="83"/>
                    <a:pt x="524" y="87"/>
                    <a:pt x="521" y="88"/>
                  </a:cubicBezTo>
                  <a:cubicBezTo>
                    <a:pt x="520" y="88"/>
                    <a:pt x="520" y="88"/>
                    <a:pt x="520" y="88"/>
                  </a:cubicBezTo>
                  <a:cubicBezTo>
                    <a:pt x="520" y="88"/>
                    <a:pt x="519" y="88"/>
                    <a:pt x="519" y="88"/>
                  </a:cubicBezTo>
                  <a:cubicBezTo>
                    <a:pt x="518" y="87"/>
                    <a:pt x="521" y="83"/>
                    <a:pt x="524" y="80"/>
                  </a:cubicBezTo>
                  <a:cubicBezTo>
                    <a:pt x="524" y="80"/>
                    <a:pt x="524" y="80"/>
                    <a:pt x="524" y="80"/>
                  </a:cubicBezTo>
                  <a:cubicBezTo>
                    <a:pt x="526" y="79"/>
                    <a:pt x="527" y="78"/>
                    <a:pt x="528" y="77"/>
                  </a:cubicBezTo>
                  <a:cubicBezTo>
                    <a:pt x="531" y="75"/>
                    <a:pt x="533" y="71"/>
                    <a:pt x="534" y="69"/>
                  </a:cubicBezTo>
                  <a:cubicBezTo>
                    <a:pt x="533" y="69"/>
                    <a:pt x="533" y="69"/>
                    <a:pt x="533" y="69"/>
                  </a:cubicBezTo>
                  <a:cubicBezTo>
                    <a:pt x="533" y="68"/>
                    <a:pt x="533" y="67"/>
                    <a:pt x="533" y="66"/>
                  </a:cubicBezTo>
                  <a:cubicBezTo>
                    <a:pt x="532" y="66"/>
                    <a:pt x="532" y="63"/>
                    <a:pt x="531" y="61"/>
                  </a:cubicBezTo>
                  <a:cubicBezTo>
                    <a:pt x="532" y="61"/>
                    <a:pt x="532" y="61"/>
                    <a:pt x="532" y="61"/>
                  </a:cubicBezTo>
                  <a:cubicBezTo>
                    <a:pt x="531" y="57"/>
                    <a:pt x="531" y="52"/>
                    <a:pt x="531" y="50"/>
                  </a:cubicBezTo>
                  <a:cubicBezTo>
                    <a:pt x="531" y="50"/>
                    <a:pt x="531" y="49"/>
                    <a:pt x="532" y="49"/>
                  </a:cubicBezTo>
                  <a:cubicBezTo>
                    <a:pt x="531" y="49"/>
                    <a:pt x="531" y="49"/>
                    <a:pt x="531" y="49"/>
                  </a:cubicBezTo>
                  <a:cubicBezTo>
                    <a:pt x="532" y="47"/>
                    <a:pt x="534" y="44"/>
                    <a:pt x="532" y="41"/>
                  </a:cubicBezTo>
                  <a:cubicBezTo>
                    <a:pt x="534" y="41"/>
                    <a:pt x="534" y="41"/>
                    <a:pt x="534" y="41"/>
                  </a:cubicBezTo>
                  <a:cubicBezTo>
                    <a:pt x="533" y="41"/>
                    <a:pt x="533" y="40"/>
                    <a:pt x="532" y="40"/>
                  </a:cubicBezTo>
                  <a:cubicBezTo>
                    <a:pt x="527" y="37"/>
                    <a:pt x="523" y="33"/>
                    <a:pt x="519" y="32"/>
                  </a:cubicBezTo>
                  <a:cubicBezTo>
                    <a:pt x="518" y="31"/>
                    <a:pt x="517" y="32"/>
                    <a:pt x="516" y="32"/>
                  </a:cubicBezTo>
                  <a:cubicBezTo>
                    <a:pt x="512" y="34"/>
                    <a:pt x="509" y="40"/>
                    <a:pt x="506" y="42"/>
                  </a:cubicBezTo>
                  <a:cubicBezTo>
                    <a:pt x="503" y="44"/>
                    <a:pt x="504" y="47"/>
                    <a:pt x="499" y="47"/>
                  </a:cubicBezTo>
                  <a:cubicBezTo>
                    <a:pt x="495" y="48"/>
                    <a:pt x="492" y="55"/>
                    <a:pt x="499" y="59"/>
                  </a:cubicBezTo>
                  <a:cubicBezTo>
                    <a:pt x="506" y="63"/>
                    <a:pt x="509" y="66"/>
                    <a:pt x="507" y="69"/>
                  </a:cubicBezTo>
                  <a:cubicBezTo>
                    <a:pt x="507" y="69"/>
                    <a:pt x="507" y="69"/>
                    <a:pt x="507" y="69"/>
                  </a:cubicBezTo>
                  <a:cubicBezTo>
                    <a:pt x="507" y="69"/>
                    <a:pt x="507" y="69"/>
                    <a:pt x="507" y="69"/>
                  </a:cubicBezTo>
                  <a:cubicBezTo>
                    <a:pt x="506" y="69"/>
                    <a:pt x="505" y="69"/>
                    <a:pt x="504" y="69"/>
                  </a:cubicBezTo>
                  <a:cubicBezTo>
                    <a:pt x="500" y="69"/>
                    <a:pt x="500" y="69"/>
                    <a:pt x="500" y="69"/>
                  </a:cubicBezTo>
                  <a:cubicBezTo>
                    <a:pt x="498" y="68"/>
                    <a:pt x="497" y="67"/>
                    <a:pt x="497" y="67"/>
                  </a:cubicBezTo>
                  <a:cubicBezTo>
                    <a:pt x="497" y="67"/>
                    <a:pt x="490" y="64"/>
                    <a:pt x="486" y="64"/>
                  </a:cubicBezTo>
                  <a:cubicBezTo>
                    <a:pt x="483" y="64"/>
                    <a:pt x="479" y="62"/>
                    <a:pt x="475" y="61"/>
                  </a:cubicBezTo>
                  <a:cubicBezTo>
                    <a:pt x="478" y="61"/>
                    <a:pt x="478" y="61"/>
                    <a:pt x="478" y="61"/>
                  </a:cubicBezTo>
                  <a:cubicBezTo>
                    <a:pt x="477" y="60"/>
                    <a:pt x="475" y="60"/>
                    <a:pt x="474" y="60"/>
                  </a:cubicBezTo>
                  <a:cubicBezTo>
                    <a:pt x="471" y="59"/>
                    <a:pt x="464" y="59"/>
                    <a:pt x="461" y="61"/>
                  </a:cubicBezTo>
                  <a:cubicBezTo>
                    <a:pt x="462" y="61"/>
                    <a:pt x="462" y="61"/>
                    <a:pt x="462" y="61"/>
                  </a:cubicBezTo>
                  <a:cubicBezTo>
                    <a:pt x="461" y="61"/>
                    <a:pt x="460" y="62"/>
                    <a:pt x="459" y="62"/>
                  </a:cubicBezTo>
                  <a:cubicBezTo>
                    <a:pt x="458" y="64"/>
                    <a:pt x="456" y="67"/>
                    <a:pt x="453" y="69"/>
                  </a:cubicBezTo>
                  <a:cubicBezTo>
                    <a:pt x="453" y="69"/>
                    <a:pt x="453" y="69"/>
                    <a:pt x="453" y="69"/>
                  </a:cubicBezTo>
                  <a:cubicBezTo>
                    <a:pt x="452" y="69"/>
                    <a:pt x="450" y="69"/>
                    <a:pt x="449" y="69"/>
                  </a:cubicBezTo>
                  <a:cubicBezTo>
                    <a:pt x="447" y="69"/>
                    <a:pt x="447" y="69"/>
                    <a:pt x="447" y="69"/>
                  </a:cubicBezTo>
                  <a:cubicBezTo>
                    <a:pt x="444" y="66"/>
                    <a:pt x="444" y="65"/>
                    <a:pt x="439" y="67"/>
                  </a:cubicBezTo>
                  <a:cubicBezTo>
                    <a:pt x="433" y="69"/>
                    <a:pt x="428" y="65"/>
                    <a:pt x="425" y="69"/>
                  </a:cubicBezTo>
                  <a:cubicBezTo>
                    <a:pt x="424" y="69"/>
                    <a:pt x="424" y="70"/>
                    <a:pt x="424" y="71"/>
                  </a:cubicBezTo>
                  <a:cubicBezTo>
                    <a:pt x="423" y="71"/>
                    <a:pt x="421" y="70"/>
                    <a:pt x="418" y="69"/>
                  </a:cubicBezTo>
                  <a:cubicBezTo>
                    <a:pt x="415" y="69"/>
                    <a:pt x="415" y="69"/>
                    <a:pt x="415" y="69"/>
                  </a:cubicBezTo>
                  <a:cubicBezTo>
                    <a:pt x="415" y="69"/>
                    <a:pt x="415" y="69"/>
                    <a:pt x="415" y="69"/>
                  </a:cubicBezTo>
                  <a:cubicBezTo>
                    <a:pt x="408" y="66"/>
                    <a:pt x="407" y="68"/>
                    <a:pt x="404" y="70"/>
                  </a:cubicBezTo>
                  <a:cubicBezTo>
                    <a:pt x="403" y="71"/>
                    <a:pt x="402" y="72"/>
                    <a:pt x="400" y="72"/>
                  </a:cubicBezTo>
                  <a:cubicBezTo>
                    <a:pt x="391" y="74"/>
                    <a:pt x="386" y="71"/>
                    <a:pt x="383" y="73"/>
                  </a:cubicBezTo>
                  <a:cubicBezTo>
                    <a:pt x="383" y="74"/>
                    <a:pt x="382" y="74"/>
                    <a:pt x="382" y="74"/>
                  </a:cubicBezTo>
                  <a:cubicBezTo>
                    <a:pt x="379" y="78"/>
                    <a:pt x="376" y="84"/>
                    <a:pt x="374" y="80"/>
                  </a:cubicBezTo>
                  <a:cubicBezTo>
                    <a:pt x="374" y="80"/>
                    <a:pt x="374" y="80"/>
                    <a:pt x="374" y="80"/>
                  </a:cubicBezTo>
                  <a:cubicBezTo>
                    <a:pt x="376" y="80"/>
                    <a:pt x="376" y="80"/>
                    <a:pt x="376" y="80"/>
                  </a:cubicBezTo>
                  <a:cubicBezTo>
                    <a:pt x="375" y="80"/>
                    <a:pt x="375" y="80"/>
                    <a:pt x="375" y="80"/>
                  </a:cubicBezTo>
                  <a:cubicBezTo>
                    <a:pt x="374" y="77"/>
                    <a:pt x="378" y="72"/>
                    <a:pt x="378" y="69"/>
                  </a:cubicBezTo>
                  <a:cubicBezTo>
                    <a:pt x="377" y="69"/>
                    <a:pt x="377" y="69"/>
                    <a:pt x="377" y="69"/>
                  </a:cubicBezTo>
                  <a:cubicBezTo>
                    <a:pt x="377" y="68"/>
                    <a:pt x="377" y="67"/>
                    <a:pt x="377" y="67"/>
                  </a:cubicBezTo>
                  <a:cubicBezTo>
                    <a:pt x="374" y="64"/>
                    <a:pt x="364" y="66"/>
                    <a:pt x="362" y="67"/>
                  </a:cubicBezTo>
                  <a:cubicBezTo>
                    <a:pt x="361" y="69"/>
                    <a:pt x="362" y="76"/>
                    <a:pt x="363" y="78"/>
                  </a:cubicBezTo>
                  <a:cubicBezTo>
                    <a:pt x="364" y="80"/>
                    <a:pt x="365" y="87"/>
                    <a:pt x="363" y="88"/>
                  </a:cubicBezTo>
                  <a:cubicBezTo>
                    <a:pt x="362" y="88"/>
                    <a:pt x="362" y="88"/>
                    <a:pt x="362" y="88"/>
                  </a:cubicBezTo>
                  <a:cubicBezTo>
                    <a:pt x="362" y="88"/>
                    <a:pt x="362" y="88"/>
                    <a:pt x="362" y="88"/>
                  </a:cubicBezTo>
                  <a:cubicBezTo>
                    <a:pt x="359" y="86"/>
                    <a:pt x="360" y="80"/>
                    <a:pt x="357" y="81"/>
                  </a:cubicBezTo>
                  <a:cubicBezTo>
                    <a:pt x="354" y="82"/>
                    <a:pt x="350" y="83"/>
                    <a:pt x="349" y="84"/>
                  </a:cubicBezTo>
                  <a:cubicBezTo>
                    <a:pt x="347" y="86"/>
                    <a:pt x="341" y="86"/>
                    <a:pt x="340" y="88"/>
                  </a:cubicBezTo>
                  <a:cubicBezTo>
                    <a:pt x="339" y="90"/>
                    <a:pt x="340" y="95"/>
                    <a:pt x="339" y="97"/>
                  </a:cubicBezTo>
                  <a:cubicBezTo>
                    <a:pt x="336" y="97"/>
                    <a:pt x="334" y="100"/>
                    <a:pt x="329" y="96"/>
                  </a:cubicBezTo>
                  <a:cubicBezTo>
                    <a:pt x="325" y="93"/>
                    <a:pt x="324" y="93"/>
                    <a:pt x="323" y="94"/>
                  </a:cubicBezTo>
                  <a:cubicBezTo>
                    <a:pt x="322" y="94"/>
                    <a:pt x="322" y="95"/>
                    <a:pt x="321" y="96"/>
                  </a:cubicBezTo>
                  <a:cubicBezTo>
                    <a:pt x="321" y="96"/>
                    <a:pt x="321" y="96"/>
                    <a:pt x="320" y="96"/>
                  </a:cubicBezTo>
                  <a:cubicBezTo>
                    <a:pt x="318" y="98"/>
                    <a:pt x="313" y="100"/>
                    <a:pt x="313" y="96"/>
                  </a:cubicBezTo>
                  <a:cubicBezTo>
                    <a:pt x="313" y="92"/>
                    <a:pt x="313" y="90"/>
                    <a:pt x="312" y="88"/>
                  </a:cubicBezTo>
                  <a:cubicBezTo>
                    <a:pt x="311" y="88"/>
                    <a:pt x="311" y="88"/>
                    <a:pt x="311" y="88"/>
                  </a:cubicBezTo>
                  <a:cubicBezTo>
                    <a:pt x="310" y="87"/>
                    <a:pt x="310" y="86"/>
                    <a:pt x="309" y="86"/>
                  </a:cubicBezTo>
                  <a:cubicBezTo>
                    <a:pt x="304" y="82"/>
                    <a:pt x="308" y="82"/>
                    <a:pt x="314" y="84"/>
                  </a:cubicBezTo>
                  <a:cubicBezTo>
                    <a:pt x="320" y="87"/>
                    <a:pt x="327" y="88"/>
                    <a:pt x="338" y="84"/>
                  </a:cubicBezTo>
                  <a:cubicBezTo>
                    <a:pt x="344" y="82"/>
                    <a:pt x="348" y="80"/>
                    <a:pt x="350" y="79"/>
                  </a:cubicBezTo>
                  <a:cubicBezTo>
                    <a:pt x="352" y="77"/>
                    <a:pt x="352" y="76"/>
                    <a:pt x="350" y="75"/>
                  </a:cubicBezTo>
                  <a:cubicBezTo>
                    <a:pt x="347" y="74"/>
                    <a:pt x="345" y="71"/>
                    <a:pt x="343" y="69"/>
                  </a:cubicBezTo>
                  <a:cubicBezTo>
                    <a:pt x="341" y="69"/>
                    <a:pt x="341" y="69"/>
                    <a:pt x="341" y="69"/>
                  </a:cubicBezTo>
                  <a:cubicBezTo>
                    <a:pt x="339" y="67"/>
                    <a:pt x="337" y="65"/>
                    <a:pt x="334" y="65"/>
                  </a:cubicBezTo>
                  <a:cubicBezTo>
                    <a:pt x="327" y="63"/>
                    <a:pt x="317" y="69"/>
                    <a:pt x="306" y="64"/>
                  </a:cubicBezTo>
                  <a:cubicBezTo>
                    <a:pt x="303" y="63"/>
                    <a:pt x="301" y="62"/>
                    <a:pt x="299" y="61"/>
                  </a:cubicBezTo>
                  <a:cubicBezTo>
                    <a:pt x="301" y="61"/>
                    <a:pt x="301" y="61"/>
                    <a:pt x="301" y="61"/>
                  </a:cubicBezTo>
                  <a:cubicBezTo>
                    <a:pt x="295" y="58"/>
                    <a:pt x="292" y="57"/>
                    <a:pt x="289" y="56"/>
                  </a:cubicBezTo>
                  <a:cubicBezTo>
                    <a:pt x="287" y="55"/>
                    <a:pt x="281" y="52"/>
                    <a:pt x="273" y="49"/>
                  </a:cubicBezTo>
                  <a:cubicBezTo>
                    <a:pt x="271" y="49"/>
                    <a:pt x="271" y="49"/>
                    <a:pt x="271" y="49"/>
                  </a:cubicBezTo>
                  <a:cubicBezTo>
                    <a:pt x="261" y="46"/>
                    <a:pt x="250" y="42"/>
                    <a:pt x="244" y="43"/>
                  </a:cubicBezTo>
                  <a:cubicBezTo>
                    <a:pt x="240" y="44"/>
                    <a:pt x="234" y="46"/>
                    <a:pt x="228" y="49"/>
                  </a:cubicBezTo>
                  <a:cubicBezTo>
                    <a:pt x="227" y="49"/>
                    <a:pt x="227" y="49"/>
                    <a:pt x="227" y="49"/>
                  </a:cubicBezTo>
                  <a:cubicBezTo>
                    <a:pt x="219" y="53"/>
                    <a:pt x="211" y="57"/>
                    <a:pt x="205" y="61"/>
                  </a:cubicBezTo>
                  <a:cubicBezTo>
                    <a:pt x="205" y="61"/>
                    <a:pt x="205" y="61"/>
                    <a:pt x="205" y="61"/>
                  </a:cubicBezTo>
                  <a:cubicBezTo>
                    <a:pt x="199" y="64"/>
                    <a:pt x="195" y="66"/>
                    <a:pt x="195" y="67"/>
                  </a:cubicBezTo>
                  <a:cubicBezTo>
                    <a:pt x="193" y="69"/>
                    <a:pt x="190" y="76"/>
                    <a:pt x="183" y="82"/>
                  </a:cubicBezTo>
                  <a:cubicBezTo>
                    <a:pt x="181" y="84"/>
                    <a:pt x="178" y="86"/>
                    <a:pt x="174" y="88"/>
                  </a:cubicBezTo>
                  <a:cubicBezTo>
                    <a:pt x="174" y="88"/>
                    <a:pt x="174" y="88"/>
                    <a:pt x="174" y="88"/>
                  </a:cubicBezTo>
                  <a:cubicBezTo>
                    <a:pt x="169" y="91"/>
                    <a:pt x="163" y="94"/>
                    <a:pt x="157" y="95"/>
                  </a:cubicBezTo>
                  <a:cubicBezTo>
                    <a:pt x="156" y="95"/>
                    <a:pt x="154" y="96"/>
                    <a:pt x="153" y="97"/>
                  </a:cubicBezTo>
                  <a:cubicBezTo>
                    <a:pt x="144" y="102"/>
                    <a:pt x="135" y="115"/>
                    <a:pt x="135" y="117"/>
                  </a:cubicBezTo>
                  <a:cubicBezTo>
                    <a:pt x="135" y="120"/>
                    <a:pt x="139" y="129"/>
                    <a:pt x="138" y="130"/>
                  </a:cubicBezTo>
                  <a:cubicBezTo>
                    <a:pt x="137" y="132"/>
                    <a:pt x="140" y="141"/>
                    <a:pt x="146" y="143"/>
                  </a:cubicBezTo>
                  <a:cubicBezTo>
                    <a:pt x="151" y="146"/>
                    <a:pt x="161" y="145"/>
                    <a:pt x="161" y="141"/>
                  </a:cubicBezTo>
                  <a:cubicBezTo>
                    <a:pt x="161" y="141"/>
                    <a:pt x="162" y="139"/>
                    <a:pt x="162" y="138"/>
                  </a:cubicBezTo>
                  <a:cubicBezTo>
                    <a:pt x="163" y="138"/>
                    <a:pt x="163" y="138"/>
                    <a:pt x="163" y="138"/>
                  </a:cubicBezTo>
                  <a:cubicBezTo>
                    <a:pt x="164" y="137"/>
                    <a:pt x="165" y="135"/>
                    <a:pt x="167" y="134"/>
                  </a:cubicBezTo>
                  <a:cubicBezTo>
                    <a:pt x="168" y="133"/>
                    <a:pt x="169" y="134"/>
                    <a:pt x="169" y="136"/>
                  </a:cubicBezTo>
                  <a:cubicBezTo>
                    <a:pt x="170" y="141"/>
                    <a:pt x="175" y="149"/>
                    <a:pt x="174" y="153"/>
                  </a:cubicBezTo>
                  <a:cubicBezTo>
                    <a:pt x="173" y="156"/>
                    <a:pt x="174" y="160"/>
                    <a:pt x="177" y="159"/>
                  </a:cubicBezTo>
                  <a:cubicBezTo>
                    <a:pt x="181" y="158"/>
                    <a:pt x="199" y="154"/>
                    <a:pt x="199" y="154"/>
                  </a:cubicBezTo>
                  <a:cubicBezTo>
                    <a:pt x="199" y="154"/>
                    <a:pt x="200" y="153"/>
                    <a:pt x="201" y="153"/>
                  </a:cubicBezTo>
                  <a:cubicBezTo>
                    <a:pt x="202" y="152"/>
                    <a:pt x="206" y="150"/>
                    <a:pt x="205" y="146"/>
                  </a:cubicBezTo>
                  <a:cubicBezTo>
                    <a:pt x="204" y="146"/>
                    <a:pt x="204" y="146"/>
                    <a:pt x="204" y="146"/>
                  </a:cubicBezTo>
                  <a:cubicBezTo>
                    <a:pt x="204" y="144"/>
                    <a:pt x="205" y="141"/>
                    <a:pt x="207" y="138"/>
                  </a:cubicBezTo>
                  <a:cubicBezTo>
                    <a:pt x="208" y="138"/>
                    <a:pt x="208" y="138"/>
                    <a:pt x="208" y="138"/>
                  </a:cubicBezTo>
                  <a:cubicBezTo>
                    <a:pt x="210" y="136"/>
                    <a:pt x="212" y="134"/>
                    <a:pt x="213" y="133"/>
                  </a:cubicBezTo>
                  <a:cubicBezTo>
                    <a:pt x="214" y="132"/>
                    <a:pt x="216" y="129"/>
                    <a:pt x="216" y="127"/>
                  </a:cubicBezTo>
                  <a:cubicBezTo>
                    <a:pt x="216" y="127"/>
                    <a:pt x="216" y="127"/>
                    <a:pt x="216" y="127"/>
                  </a:cubicBezTo>
                  <a:cubicBezTo>
                    <a:pt x="216" y="125"/>
                    <a:pt x="215" y="123"/>
                    <a:pt x="213" y="122"/>
                  </a:cubicBezTo>
                  <a:cubicBezTo>
                    <a:pt x="210" y="121"/>
                    <a:pt x="207" y="120"/>
                    <a:pt x="206" y="119"/>
                  </a:cubicBezTo>
                  <a:cubicBezTo>
                    <a:pt x="207" y="119"/>
                    <a:pt x="207" y="119"/>
                    <a:pt x="207" y="119"/>
                  </a:cubicBezTo>
                  <a:cubicBezTo>
                    <a:pt x="205" y="118"/>
                    <a:pt x="205" y="116"/>
                    <a:pt x="209" y="111"/>
                  </a:cubicBezTo>
                  <a:cubicBezTo>
                    <a:pt x="210" y="111"/>
                    <a:pt x="210" y="110"/>
                    <a:pt x="211" y="110"/>
                  </a:cubicBezTo>
                  <a:cubicBezTo>
                    <a:pt x="217" y="107"/>
                    <a:pt x="221" y="111"/>
                    <a:pt x="229" y="101"/>
                  </a:cubicBezTo>
                  <a:cubicBezTo>
                    <a:pt x="229" y="101"/>
                    <a:pt x="230" y="100"/>
                    <a:pt x="230" y="100"/>
                  </a:cubicBezTo>
                  <a:cubicBezTo>
                    <a:pt x="231" y="100"/>
                    <a:pt x="231" y="100"/>
                    <a:pt x="231" y="100"/>
                  </a:cubicBezTo>
                  <a:cubicBezTo>
                    <a:pt x="235" y="93"/>
                    <a:pt x="232" y="90"/>
                    <a:pt x="233" y="88"/>
                  </a:cubicBezTo>
                  <a:cubicBezTo>
                    <a:pt x="233" y="88"/>
                    <a:pt x="233" y="88"/>
                    <a:pt x="233" y="88"/>
                  </a:cubicBezTo>
                  <a:cubicBezTo>
                    <a:pt x="233" y="88"/>
                    <a:pt x="234" y="87"/>
                    <a:pt x="236" y="87"/>
                  </a:cubicBezTo>
                  <a:cubicBezTo>
                    <a:pt x="246" y="87"/>
                    <a:pt x="255" y="86"/>
                    <a:pt x="253" y="90"/>
                  </a:cubicBezTo>
                  <a:cubicBezTo>
                    <a:pt x="252" y="92"/>
                    <a:pt x="247" y="96"/>
                    <a:pt x="242" y="99"/>
                  </a:cubicBezTo>
                  <a:cubicBezTo>
                    <a:pt x="242" y="99"/>
                    <a:pt x="242" y="99"/>
                    <a:pt x="242" y="100"/>
                  </a:cubicBezTo>
                  <a:cubicBezTo>
                    <a:pt x="239" y="101"/>
                    <a:pt x="236" y="103"/>
                    <a:pt x="234" y="104"/>
                  </a:cubicBezTo>
                  <a:cubicBezTo>
                    <a:pt x="227" y="108"/>
                    <a:pt x="228" y="114"/>
                    <a:pt x="231" y="118"/>
                  </a:cubicBezTo>
                  <a:cubicBezTo>
                    <a:pt x="233" y="121"/>
                    <a:pt x="234" y="130"/>
                    <a:pt x="239" y="129"/>
                  </a:cubicBezTo>
                  <a:cubicBezTo>
                    <a:pt x="243" y="127"/>
                    <a:pt x="249" y="123"/>
                    <a:pt x="253" y="124"/>
                  </a:cubicBezTo>
                  <a:cubicBezTo>
                    <a:pt x="258" y="124"/>
                    <a:pt x="268" y="123"/>
                    <a:pt x="270" y="123"/>
                  </a:cubicBezTo>
                  <a:cubicBezTo>
                    <a:pt x="271" y="123"/>
                    <a:pt x="277" y="130"/>
                    <a:pt x="275" y="132"/>
                  </a:cubicBezTo>
                  <a:cubicBezTo>
                    <a:pt x="271" y="133"/>
                    <a:pt x="266" y="133"/>
                    <a:pt x="258" y="133"/>
                  </a:cubicBezTo>
                  <a:cubicBezTo>
                    <a:pt x="250" y="134"/>
                    <a:pt x="241" y="134"/>
                    <a:pt x="240" y="135"/>
                  </a:cubicBezTo>
                  <a:cubicBezTo>
                    <a:pt x="240" y="136"/>
                    <a:pt x="239" y="136"/>
                    <a:pt x="239" y="136"/>
                  </a:cubicBezTo>
                  <a:cubicBezTo>
                    <a:pt x="239" y="138"/>
                    <a:pt x="250" y="142"/>
                    <a:pt x="247" y="145"/>
                  </a:cubicBezTo>
                  <a:cubicBezTo>
                    <a:pt x="243" y="148"/>
                    <a:pt x="239" y="144"/>
                    <a:pt x="234" y="144"/>
                  </a:cubicBezTo>
                  <a:cubicBezTo>
                    <a:pt x="229" y="143"/>
                    <a:pt x="226" y="151"/>
                    <a:pt x="224" y="156"/>
                  </a:cubicBezTo>
                  <a:cubicBezTo>
                    <a:pt x="223" y="159"/>
                    <a:pt x="225" y="164"/>
                    <a:pt x="223" y="166"/>
                  </a:cubicBezTo>
                  <a:cubicBezTo>
                    <a:pt x="223" y="166"/>
                    <a:pt x="222" y="166"/>
                    <a:pt x="220" y="165"/>
                  </a:cubicBezTo>
                  <a:cubicBezTo>
                    <a:pt x="217" y="165"/>
                    <a:pt x="217" y="165"/>
                    <a:pt x="217" y="165"/>
                  </a:cubicBezTo>
                  <a:cubicBezTo>
                    <a:pt x="211" y="163"/>
                    <a:pt x="206" y="163"/>
                    <a:pt x="204" y="164"/>
                  </a:cubicBezTo>
                  <a:cubicBezTo>
                    <a:pt x="202" y="166"/>
                    <a:pt x="199" y="163"/>
                    <a:pt x="194" y="165"/>
                  </a:cubicBezTo>
                  <a:cubicBezTo>
                    <a:pt x="193" y="165"/>
                    <a:pt x="193" y="165"/>
                    <a:pt x="192" y="165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189" y="166"/>
                    <a:pt x="188" y="166"/>
                    <a:pt x="183" y="166"/>
                  </a:cubicBezTo>
                  <a:cubicBezTo>
                    <a:pt x="176" y="166"/>
                    <a:pt x="176" y="166"/>
                    <a:pt x="176" y="166"/>
                  </a:cubicBezTo>
                  <a:cubicBezTo>
                    <a:pt x="172" y="167"/>
                    <a:pt x="172" y="167"/>
                    <a:pt x="172" y="167"/>
                  </a:cubicBezTo>
                  <a:cubicBezTo>
                    <a:pt x="172" y="167"/>
                    <a:pt x="172" y="166"/>
                    <a:pt x="171" y="165"/>
                  </a:cubicBezTo>
                  <a:cubicBezTo>
                    <a:pt x="170" y="165"/>
                    <a:pt x="170" y="165"/>
                    <a:pt x="170" y="165"/>
                  </a:cubicBezTo>
                  <a:cubicBezTo>
                    <a:pt x="169" y="164"/>
                    <a:pt x="167" y="162"/>
                    <a:pt x="167" y="160"/>
                  </a:cubicBezTo>
                  <a:cubicBezTo>
                    <a:pt x="167" y="159"/>
                    <a:pt x="167" y="158"/>
                    <a:pt x="167" y="158"/>
                  </a:cubicBezTo>
                  <a:cubicBezTo>
                    <a:pt x="168" y="158"/>
                    <a:pt x="168" y="158"/>
                    <a:pt x="168" y="158"/>
                  </a:cubicBezTo>
                  <a:cubicBezTo>
                    <a:pt x="168" y="153"/>
                    <a:pt x="170" y="149"/>
                    <a:pt x="167" y="148"/>
                  </a:cubicBezTo>
                  <a:cubicBezTo>
                    <a:pt x="165" y="147"/>
                    <a:pt x="159" y="148"/>
                    <a:pt x="156" y="150"/>
                  </a:cubicBezTo>
                  <a:cubicBezTo>
                    <a:pt x="155" y="151"/>
                    <a:pt x="154" y="152"/>
                    <a:pt x="154" y="153"/>
                  </a:cubicBezTo>
                  <a:cubicBezTo>
                    <a:pt x="152" y="156"/>
                    <a:pt x="151" y="163"/>
                    <a:pt x="153" y="166"/>
                  </a:cubicBezTo>
                  <a:cubicBezTo>
                    <a:pt x="154" y="168"/>
                    <a:pt x="157" y="171"/>
                    <a:pt x="157" y="172"/>
                  </a:cubicBezTo>
                  <a:cubicBezTo>
                    <a:pt x="157" y="172"/>
                    <a:pt x="157" y="172"/>
                    <a:pt x="156" y="172"/>
                  </a:cubicBezTo>
                  <a:cubicBezTo>
                    <a:pt x="151" y="170"/>
                    <a:pt x="145" y="170"/>
                    <a:pt x="140" y="173"/>
                  </a:cubicBezTo>
                  <a:cubicBezTo>
                    <a:pt x="140" y="173"/>
                    <a:pt x="139" y="173"/>
                    <a:pt x="139" y="174"/>
                  </a:cubicBezTo>
                  <a:cubicBezTo>
                    <a:pt x="135" y="177"/>
                    <a:pt x="128" y="185"/>
                    <a:pt x="128" y="185"/>
                  </a:cubicBezTo>
                  <a:cubicBezTo>
                    <a:pt x="125" y="185"/>
                    <a:pt x="125" y="185"/>
                    <a:pt x="125" y="185"/>
                  </a:cubicBezTo>
                  <a:cubicBezTo>
                    <a:pt x="122" y="185"/>
                    <a:pt x="119" y="186"/>
                    <a:pt x="117" y="187"/>
                  </a:cubicBezTo>
                  <a:cubicBezTo>
                    <a:pt x="117" y="187"/>
                    <a:pt x="117" y="187"/>
                    <a:pt x="117" y="187"/>
                  </a:cubicBezTo>
                  <a:cubicBezTo>
                    <a:pt x="117" y="187"/>
                    <a:pt x="117" y="188"/>
                    <a:pt x="117" y="188"/>
                  </a:cubicBezTo>
                  <a:cubicBezTo>
                    <a:pt x="116" y="188"/>
                    <a:pt x="115" y="189"/>
                    <a:pt x="115" y="190"/>
                  </a:cubicBezTo>
                  <a:cubicBezTo>
                    <a:pt x="115" y="193"/>
                    <a:pt x="115" y="198"/>
                    <a:pt x="111" y="198"/>
                  </a:cubicBezTo>
                  <a:cubicBezTo>
                    <a:pt x="106" y="199"/>
                    <a:pt x="100" y="201"/>
                    <a:pt x="94" y="202"/>
                  </a:cubicBezTo>
                  <a:cubicBezTo>
                    <a:pt x="92" y="202"/>
                    <a:pt x="90" y="203"/>
                    <a:pt x="89" y="204"/>
                  </a:cubicBezTo>
                  <a:cubicBezTo>
                    <a:pt x="89" y="204"/>
                    <a:pt x="89" y="204"/>
                    <a:pt x="89" y="204"/>
                  </a:cubicBezTo>
                  <a:cubicBezTo>
                    <a:pt x="88" y="205"/>
                    <a:pt x="86" y="206"/>
                    <a:pt x="83" y="206"/>
                  </a:cubicBezTo>
                  <a:cubicBezTo>
                    <a:pt x="80" y="206"/>
                    <a:pt x="78" y="207"/>
                    <a:pt x="78" y="208"/>
                  </a:cubicBezTo>
                  <a:cubicBezTo>
                    <a:pt x="75" y="209"/>
                    <a:pt x="76" y="211"/>
                    <a:pt x="81" y="212"/>
                  </a:cubicBezTo>
                  <a:cubicBezTo>
                    <a:pt x="87" y="213"/>
                    <a:pt x="97" y="218"/>
                    <a:pt x="97" y="223"/>
                  </a:cubicBezTo>
                  <a:cubicBezTo>
                    <a:pt x="98" y="228"/>
                    <a:pt x="97" y="234"/>
                    <a:pt x="94" y="240"/>
                  </a:cubicBezTo>
                  <a:cubicBezTo>
                    <a:pt x="93" y="243"/>
                    <a:pt x="82" y="241"/>
                    <a:pt x="77" y="241"/>
                  </a:cubicBezTo>
                  <a:cubicBezTo>
                    <a:pt x="71" y="241"/>
                    <a:pt x="59" y="238"/>
                    <a:pt x="54" y="241"/>
                  </a:cubicBezTo>
                  <a:cubicBezTo>
                    <a:pt x="49" y="243"/>
                    <a:pt x="50" y="255"/>
                    <a:pt x="51" y="260"/>
                  </a:cubicBezTo>
                  <a:cubicBezTo>
                    <a:pt x="53" y="265"/>
                    <a:pt x="51" y="268"/>
                    <a:pt x="49" y="270"/>
                  </a:cubicBezTo>
                  <a:cubicBezTo>
                    <a:pt x="47" y="272"/>
                    <a:pt x="46" y="277"/>
                    <a:pt x="49" y="279"/>
                  </a:cubicBezTo>
                  <a:cubicBezTo>
                    <a:pt x="51" y="282"/>
                    <a:pt x="53" y="287"/>
                    <a:pt x="55" y="288"/>
                  </a:cubicBezTo>
                  <a:cubicBezTo>
                    <a:pt x="57" y="288"/>
                    <a:pt x="64" y="286"/>
                    <a:pt x="66" y="289"/>
                  </a:cubicBezTo>
                  <a:cubicBezTo>
                    <a:pt x="69" y="292"/>
                    <a:pt x="71" y="299"/>
                    <a:pt x="73" y="297"/>
                  </a:cubicBezTo>
                  <a:cubicBezTo>
                    <a:pt x="73" y="296"/>
                    <a:pt x="74" y="295"/>
                    <a:pt x="74" y="293"/>
                  </a:cubicBezTo>
                  <a:cubicBezTo>
                    <a:pt x="75" y="293"/>
                    <a:pt x="75" y="293"/>
                    <a:pt x="75" y="293"/>
                  </a:cubicBezTo>
                  <a:cubicBezTo>
                    <a:pt x="76" y="292"/>
                    <a:pt x="77" y="290"/>
                    <a:pt x="77" y="289"/>
                  </a:cubicBezTo>
                  <a:cubicBezTo>
                    <a:pt x="78" y="289"/>
                    <a:pt x="78" y="289"/>
                    <a:pt x="79" y="289"/>
                  </a:cubicBezTo>
                  <a:cubicBezTo>
                    <a:pt x="81" y="291"/>
                    <a:pt x="87" y="289"/>
                    <a:pt x="91" y="288"/>
                  </a:cubicBezTo>
                  <a:cubicBezTo>
                    <a:pt x="93" y="288"/>
                    <a:pt x="94" y="288"/>
                    <a:pt x="95" y="287"/>
                  </a:cubicBezTo>
                  <a:cubicBezTo>
                    <a:pt x="96" y="286"/>
                    <a:pt x="98" y="284"/>
                    <a:pt x="100" y="282"/>
                  </a:cubicBezTo>
                  <a:cubicBezTo>
                    <a:pt x="100" y="282"/>
                    <a:pt x="100" y="282"/>
                    <a:pt x="100" y="282"/>
                  </a:cubicBezTo>
                  <a:cubicBezTo>
                    <a:pt x="101" y="281"/>
                    <a:pt x="102" y="280"/>
                    <a:pt x="103" y="279"/>
                  </a:cubicBezTo>
                  <a:cubicBezTo>
                    <a:pt x="107" y="276"/>
                    <a:pt x="106" y="276"/>
                    <a:pt x="104" y="274"/>
                  </a:cubicBezTo>
                  <a:cubicBezTo>
                    <a:pt x="106" y="274"/>
                    <a:pt x="106" y="274"/>
                    <a:pt x="106" y="274"/>
                  </a:cubicBezTo>
                  <a:cubicBezTo>
                    <a:pt x="105" y="273"/>
                    <a:pt x="105" y="273"/>
                    <a:pt x="104" y="272"/>
                  </a:cubicBezTo>
                  <a:cubicBezTo>
                    <a:pt x="103" y="269"/>
                    <a:pt x="107" y="266"/>
                    <a:pt x="110" y="262"/>
                  </a:cubicBezTo>
                  <a:cubicBezTo>
                    <a:pt x="110" y="262"/>
                    <a:pt x="110" y="262"/>
                    <a:pt x="110" y="262"/>
                  </a:cubicBezTo>
                  <a:cubicBezTo>
                    <a:pt x="110" y="262"/>
                    <a:pt x="111" y="261"/>
                    <a:pt x="111" y="261"/>
                  </a:cubicBezTo>
                  <a:cubicBezTo>
                    <a:pt x="115" y="257"/>
                    <a:pt x="121" y="260"/>
                    <a:pt x="123" y="255"/>
                  </a:cubicBezTo>
                  <a:cubicBezTo>
                    <a:pt x="123" y="255"/>
                    <a:pt x="123" y="255"/>
                    <a:pt x="123" y="255"/>
                  </a:cubicBezTo>
                  <a:cubicBezTo>
                    <a:pt x="124" y="255"/>
                    <a:pt x="124" y="255"/>
                    <a:pt x="124" y="255"/>
                  </a:cubicBezTo>
                  <a:cubicBezTo>
                    <a:pt x="125" y="251"/>
                    <a:pt x="125" y="245"/>
                    <a:pt x="128" y="243"/>
                  </a:cubicBezTo>
                  <a:cubicBezTo>
                    <a:pt x="128" y="243"/>
                    <a:pt x="128" y="243"/>
                    <a:pt x="129" y="243"/>
                  </a:cubicBezTo>
                  <a:cubicBezTo>
                    <a:pt x="133" y="244"/>
                    <a:pt x="138" y="247"/>
                    <a:pt x="142" y="247"/>
                  </a:cubicBezTo>
                  <a:cubicBezTo>
                    <a:pt x="143" y="247"/>
                    <a:pt x="146" y="245"/>
                    <a:pt x="148" y="243"/>
                  </a:cubicBezTo>
                  <a:cubicBezTo>
                    <a:pt x="149" y="243"/>
                    <a:pt x="149" y="243"/>
                    <a:pt x="149" y="243"/>
                  </a:cubicBezTo>
                  <a:cubicBezTo>
                    <a:pt x="149" y="243"/>
                    <a:pt x="149" y="243"/>
                    <a:pt x="149" y="243"/>
                  </a:cubicBezTo>
                  <a:cubicBezTo>
                    <a:pt x="151" y="241"/>
                    <a:pt x="154" y="239"/>
                    <a:pt x="155" y="239"/>
                  </a:cubicBezTo>
                  <a:cubicBezTo>
                    <a:pt x="157" y="238"/>
                    <a:pt x="164" y="238"/>
                    <a:pt x="165" y="244"/>
                  </a:cubicBezTo>
                  <a:cubicBezTo>
                    <a:pt x="166" y="249"/>
                    <a:pt x="174" y="255"/>
                    <a:pt x="176" y="257"/>
                  </a:cubicBezTo>
                  <a:cubicBezTo>
                    <a:pt x="178" y="258"/>
                    <a:pt x="191" y="262"/>
                    <a:pt x="193" y="264"/>
                  </a:cubicBezTo>
                  <a:cubicBezTo>
                    <a:pt x="195" y="266"/>
                    <a:pt x="198" y="271"/>
                    <a:pt x="199" y="276"/>
                  </a:cubicBezTo>
                  <a:cubicBezTo>
                    <a:pt x="200" y="280"/>
                    <a:pt x="205" y="285"/>
                    <a:pt x="206" y="283"/>
                  </a:cubicBezTo>
                  <a:cubicBezTo>
                    <a:pt x="207" y="283"/>
                    <a:pt x="207" y="283"/>
                    <a:pt x="208" y="282"/>
                  </a:cubicBezTo>
                  <a:cubicBezTo>
                    <a:pt x="207" y="282"/>
                    <a:pt x="207" y="282"/>
                    <a:pt x="207" y="282"/>
                  </a:cubicBezTo>
                  <a:cubicBezTo>
                    <a:pt x="207" y="280"/>
                    <a:pt x="206" y="277"/>
                    <a:pt x="205" y="274"/>
                  </a:cubicBezTo>
                  <a:cubicBezTo>
                    <a:pt x="206" y="274"/>
                    <a:pt x="206" y="274"/>
                    <a:pt x="206" y="274"/>
                  </a:cubicBezTo>
                  <a:cubicBezTo>
                    <a:pt x="206" y="270"/>
                    <a:pt x="205" y="267"/>
                    <a:pt x="205" y="265"/>
                  </a:cubicBezTo>
                  <a:cubicBezTo>
                    <a:pt x="205" y="265"/>
                    <a:pt x="205" y="265"/>
                    <a:pt x="205" y="265"/>
                  </a:cubicBezTo>
                  <a:cubicBezTo>
                    <a:pt x="209" y="266"/>
                    <a:pt x="213" y="264"/>
                    <a:pt x="213" y="264"/>
                  </a:cubicBezTo>
                  <a:cubicBezTo>
                    <a:pt x="213" y="264"/>
                    <a:pt x="213" y="264"/>
                    <a:pt x="213" y="264"/>
                  </a:cubicBezTo>
                  <a:cubicBezTo>
                    <a:pt x="213" y="264"/>
                    <a:pt x="214" y="264"/>
                    <a:pt x="214" y="264"/>
                  </a:cubicBezTo>
                  <a:cubicBezTo>
                    <a:pt x="214" y="264"/>
                    <a:pt x="213" y="263"/>
                    <a:pt x="212" y="262"/>
                  </a:cubicBezTo>
                  <a:cubicBezTo>
                    <a:pt x="210" y="262"/>
                    <a:pt x="210" y="262"/>
                    <a:pt x="210" y="262"/>
                  </a:cubicBezTo>
                  <a:cubicBezTo>
                    <a:pt x="207" y="260"/>
                    <a:pt x="202" y="256"/>
                    <a:pt x="200" y="255"/>
                  </a:cubicBezTo>
                  <a:cubicBezTo>
                    <a:pt x="200" y="255"/>
                    <a:pt x="200" y="255"/>
                    <a:pt x="200" y="255"/>
                  </a:cubicBezTo>
                  <a:cubicBezTo>
                    <a:pt x="201" y="255"/>
                    <a:pt x="201" y="255"/>
                    <a:pt x="201" y="255"/>
                  </a:cubicBezTo>
                  <a:cubicBezTo>
                    <a:pt x="201" y="254"/>
                    <a:pt x="201" y="254"/>
                    <a:pt x="201" y="254"/>
                  </a:cubicBezTo>
                  <a:cubicBezTo>
                    <a:pt x="197" y="252"/>
                    <a:pt x="191" y="249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6" y="243"/>
                    <a:pt x="186" y="243"/>
                    <a:pt x="186" y="243"/>
                  </a:cubicBezTo>
                  <a:cubicBezTo>
                    <a:pt x="184" y="239"/>
                    <a:pt x="181" y="238"/>
                    <a:pt x="179" y="235"/>
                  </a:cubicBezTo>
                  <a:cubicBezTo>
                    <a:pt x="180" y="235"/>
                    <a:pt x="180" y="235"/>
                    <a:pt x="180" y="235"/>
                  </a:cubicBezTo>
                  <a:cubicBezTo>
                    <a:pt x="179" y="234"/>
                    <a:pt x="178" y="232"/>
                    <a:pt x="178" y="230"/>
                  </a:cubicBezTo>
                  <a:cubicBezTo>
                    <a:pt x="178" y="229"/>
                    <a:pt x="178" y="228"/>
                    <a:pt x="179" y="228"/>
                  </a:cubicBezTo>
                  <a:cubicBezTo>
                    <a:pt x="181" y="227"/>
                    <a:pt x="186" y="230"/>
                    <a:pt x="188" y="233"/>
                  </a:cubicBezTo>
                  <a:cubicBezTo>
                    <a:pt x="192" y="238"/>
                    <a:pt x="202" y="244"/>
                    <a:pt x="206" y="248"/>
                  </a:cubicBezTo>
                  <a:cubicBezTo>
                    <a:pt x="209" y="252"/>
                    <a:pt x="215" y="254"/>
                    <a:pt x="216" y="259"/>
                  </a:cubicBezTo>
                  <a:cubicBezTo>
                    <a:pt x="218" y="265"/>
                    <a:pt x="222" y="271"/>
                    <a:pt x="224" y="273"/>
                  </a:cubicBezTo>
                  <a:cubicBezTo>
                    <a:pt x="225" y="275"/>
                    <a:pt x="226" y="294"/>
                    <a:pt x="228" y="297"/>
                  </a:cubicBezTo>
                  <a:cubicBezTo>
                    <a:pt x="228" y="299"/>
                    <a:pt x="232" y="296"/>
                    <a:pt x="235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8" y="291"/>
                    <a:pt x="240" y="289"/>
                    <a:pt x="241" y="288"/>
                  </a:cubicBezTo>
                  <a:cubicBezTo>
                    <a:pt x="243" y="286"/>
                    <a:pt x="247" y="285"/>
                    <a:pt x="248" y="282"/>
                  </a:cubicBezTo>
                  <a:cubicBezTo>
                    <a:pt x="248" y="282"/>
                    <a:pt x="248" y="282"/>
                    <a:pt x="248" y="282"/>
                  </a:cubicBezTo>
                  <a:cubicBezTo>
                    <a:pt x="248" y="281"/>
                    <a:pt x="248" y="281"/>
                    <a:pt x="248" y="280"/>
                  </a:cubicBezTo>
                  <a:cubicBezTo>
                    <a:pt x="248" y="278"/>
                    <a:pt x="247" y="276"/>
                    <a:pt x="245" y="274"/>
                  </a:cubicBezTo>
                  <a:cubicBezTo>
                    <a:pt x="247" y="274"/>
                    <a:pt x="247" y="274"/>
                    <a:pt x="247" y="274"/>
                  </a:cubicBezTo>
                  <a:cubicBezTo>
                    <a:pt x="245" y="272"/>
                    <a:pt x="242" y="270"/>
                    <a:pt x="241" y="269"/>
                  </a:cubicBezTo>
                  <a:cubicBezTo>
                    <a:pt x="240" y="269"/>
                    <a:pt x="241" y="268"/>
                    <a:pt x="242" y="268"/>
                  </a:cubicBezTo>
                  <a:cubicBezTo>
                    <a:pt x="243" y="267"/>
                    <a:pt x="245" y="266"/>
                    <a:pt x="247" y="265"/>
                  </a:cubicBezTo>
                  <a:cubicBezTo>
                    <a:pt x="247" y="264"/>
                    <a:pt x="248" y="264"/>
                    <a:pt x="248" y="264"/>
                  </a:cubicBezTo>
                  <a:cubicBezTo>
                    <a:pt x="249" y="263"/>
                    <a:pt x="249" y="263"/>
                    <a:pt x="250" y="262"/>
                  </a:cubicBezTo>
                  <a:cubicBezTo>
                    <a:pt x="250" y="262"/>
                    <a:pt x="250" y="262"/>
                    <a:pt x="250" y="262"/>
                  </a:cubicBezTo>
                  <a:cubicBezTo>
                    <a:pt x="252" y="260"/>
                    <a:pt x="255" y="259"/>
                    <a:pt x="256" y="261"/>
                  </a:cubicBezTo>
                  <a:cubicBezTo>
                    <a:pt x="258" y="265"/>
                    <a:pt x="257" y="279"/>
                    <a:pt x="258" y="281"/>
                  </a:cubicBezTo>
                  <a:cubicBezTo>
                    <a:pt x="259" y="284"/>
                    <a:pt x="269" y="287"/>
                    <a:pt x="271" y="290"/>
                  </a:cubicBezTo>
                  <a:cubicBezTo>
                    <a:pt x="273" y="293"/>
                    <a:pt x="282" y="294"/>
                    <a:pt x="283" y="292"/>
                  </a:cubicBezTo>
                  <a:cubicBezTo>
                    <a:pt x="285" y="291"/>
                    <a:pt x="293" y="294"/>
                    <a:pt x="295" y="294"/>
                  </a:cubicBezTo>
                  <a:cubicBezTo>
                    <a:pt x="297" y="295"/>
                    <a:pt x="303" y="293"/>
                    <a:pt x="307" y="292"/>
                  </a:cubicBezTo>
                  <a:cubicBezTo>
                    <a:pt x="311" y="291"/>
                    <a:pt x="315" y="287"/>
                    <a:pt x="314" y="295"/>
                  </a:cubicBezTo>
                  <a:cubicBezTo>
                    <a:pt x="314" y="302"/>
                    <a:pt x="312" y="314"/>
                    <a:pt x="307" y="320"/>
                  </a:cubicBezTo>
                  <a:cubicBezTo>
                    <a:pt x="304" y="324"/>
                    <a:pt x="304" y="327"/>
                    <a:pt x="302" y="328"/>
                  </a:cubicBezTo>
                  <a:cubicBezTo>
                    <a:pt x="302" y="328"/>
                    <a:pt x="301" y="328"/>
                    <a:pt x="300" y="328"/>
                  </a:cubicBezTo>
                  <a:cubicBezTo>
                    <a:pt x="298" y="328"/>
                    <a:pt x="296" y="328"/>
                    <a:pt x="294" y="329"/>
                  </a:cubicBezTo>
                  <a:cubicBezTo>
                    <a:pt x="292" y="326"/>
                    <a:pt x="290" y="324"/>
                    <a:pt x="287" y="325"/>
                  </a:cubicBezTo>
                  <a:cubicBezTo>
                    <a:pt x="283" y="326"/>
                    <a:pt x="278" y="326"/>
                    <a:pt x="274" y="329"/>
                  </a:cubicBezTo>
                  <a:cubicBezTo>
                    <a:pt x="271" y="330"/>
                    <a:pt x="270" y="332"/>
                    <a:pt x="268" y="334"/>
                  </a:cubicBezTo>
                  <a:cubicBezTo>
                    <a:pt x="266" y="337"/>
                    <a:pt x="264" y="339"/>
                    <a:pt x="263" y="340"/>
                  </a:cubicBezTo>
                  <a:cubicBezTo>
                    <a:pt x="263" y="340"/>
                    <a:pt x="263" y="340"/>
                    <a:pt x="263" y="340"/>
                  </a:cubicBezTo>
                  <a:cubicBezTo>
                    <a:pt x="262" y="340"/>
                    <a:pt x="262" y="340"/>
                    <a:pt x="262" y="340"/>
                  </a:cubicBezTo>
                  <a:cubicBezTo>
                    <a:pt x="260" y="340"/>
                    <a:pt x="260" y="340"/>
                    <a:pt x="260" y="340"/>
                  </a:cubicBezTo>
                  <a:cubicBezTo>
                    <a:pt x="260" y="340"/>
                    <a:pt x="260" y="340"/>
                    <a:pt x="260" y="339"/>
                  </a:cubicBezTo>
                  <a:cubicBezTo>
                    <a:pt x="259" y="338"/>
                    <a:pt x="263" y="335"/>
                    <a:pt x="266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70" y="329"/>
                    <a:pt x="274" y="325"/>
                    <a:pt x="273" y="323"/>
                  </a:cubicBezTo>
                  <a:cubicBezTo>
                    <a:pt x="271" y="321"/>
                    <a:pt x="259" y="322"/>
                    <a:pt x="253" y="322"/>
                  </a:cubicBezTo>
                  <a:cubicBezTo>
                    <a:pt x="251" y="322"/>
                    <a:pt x="249" y="321"/>
                    <a:pt x="247" y="320"/>
                  </a:cubicBezTo>
                  <a:cubicBezTo>
                    <a:pt x="245" y="320"/>
                    <a:pt x="245" y="320"/>
                    <a:pt x="245" y="320"/>
                  </a:cubicBezTo>
                  <a:cubicBezTo>
                    <a:pt x="241" y="319"/>
                    <a:pt x="238" y="317"/>
                    <a:pt x="235" y="316"/>
                  </a:cubicBezTo>
                  <a:cubicBezTo>
                    <a:pt x="230" y="315"/>
                    <a:pt x="228" y="327"/>
                    <a:pt x="223" y="333"/>
                  </a:cubicBezTo>
                  <a:cubicBezTo>
                    <a:pt x="219" y="337"/>
                    <a:pt x="215" y="334"/>
                    <a:pt x="211" y="332"/>
                  </a:cubicBezTo>
                  <a:cubicBezTo>
                    <a:pt x="213" y="332"/>
                    <a:pt x="213" y="332"/>
                    <a:pt x="213" y="332"/>
                  </a:cubicBezTo>
                  <a:cubicBezTo>
                    <a:pt x="211" y="331"/>
                    <a:pt x="208" y="329"/>
                    <a:pt x="207" y="329"/>
                  </a:cubicBezTo>
                  <a:cubicBezTo>
                    <a:pt x="202" y="329"/>
                    <a:pt x="194" y="322"/>
                    <a:pt x="194" y="322"/>
                  </a:cubicBezTo>
                  <a:cubicBezTo>
                    <a:pt x="194" y="322"/>
                    <a:pt x="193" y="321"/>
                    <a:pt x="191" y="320"/>
                  </a:cubicBezTo>
                  <a:cubicBezTo>
                    <a:pt x="189" y="320"/>
                    <a:pt x="189" y="320"/>
                    <a:pt x="189" y="320"/>
                  </a:cubicBezTo>
                  <a:cubicBezTo>
                    <a:pt x="186" y="319"/>
                    <a:pt x="183" y="318"/>
                    <a:pt x="181" y="318"/>
                  </a:cubicBezTo>
                  <a:cubicBezTo>
                    <a:pt x="179" y="318"/>
                    <a:pt x="175" y="315"/>
                    <a:pt x="172" y="313"/>
                  </a:cubicBezTo>
                  <a:cubicBezTo>
                    <a:pt x="174" y="313"/>
                    <a:pt x="174" y="313"/>
                    <a:pt x="174" y="313"/>
                  </a:cubicBezTo>
                  <a:cubicBezTo>
                    <a:pt x="172" y="311"/>
                    <a:pt x="170" y="310"/>
                    <a:pt x="169" y="310"/>
                  </a:cubicBezTo>
                  <a:cubicBezTo>
                    <a:pt x="168" y="310"/>
                    <a:pt x="163" y="305"/>
                    <a:pt x="166" y="303"/>
                  </a:cubicBezTo>
                  <a:cubicBezTo>
                    <a:pt x="170" y="301"/>
                    <a:pt x="177" y="305"/>
                    <a:pt x="174" y="293"/>
                  </a:cubicBezTo>
                  <a:cubicBezTo>
                    <a:pt x="175" y="293"/>
                    <a:pt x="175" y="293"/>
                    <a:pt x="175" y="293"/>
                  </a:cubicBezTo>
                  <a:cubicBezTo>
                    <a:pt x="175" y="293"/>
                    <a:pt x="175" y="293"/>
                    <a:pt x="174" y="292"/>
                  </a:cubicBezTo>
                  <a:cubicBezTo>
                    <a:pt x="170" y="279"/>
                    <a:pt x="157" y="282"/>
                    <a:pt x="153" y="284"/>
                  </a:cubicBezTo>
                  <a:cubicBezTo>
                    <a:pt x="150" y="285"/>
                    <a:pt x="125" y="285"/>
                    <a:pt x="123" y="285"/>
                  </a:cubicBezTo>
                  <a:cubicBezTo>
                    <a:pt x="121" y="285"/>
                    <a:pt x="107" y="291"/>
                    <a:pt x="102" y="293"/>
                  </a:cubicBezTo>
                  <a:cubicBezTo>
                    <a:pt x="102" y="293"/>
                    <a:pt x="102" y="293"/>
                    <a:pt x="101" y="293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3"/>
                    <a:pt x="101" y="293"/>
                    <a:pt x="101" y="294"/>
                  </a:cubicBezTo>
                  <a:cubicBezTo>
                    <a:pt x="97" y="296"/>
                    <a:pt x="89" y="299"/>
                    <a:pt x="87" y="300"/>
                  </a:cubicBezTo>
                  <a:cubicBezTo>
                    <a:pt x="85" y="301"/>
                    <a:pt x="75" y="298"/>
                    <a:pt x="70" y="301"/>
                  </a:cubicBezTo>
                  <a:cubicBezTo>
                    <a:pt x="65" y="304"/>
                    <a:pt x="61" y="308"/>
                    <a:pt x="59" y="310"/>
                  </a:cubicBezTo>
                  <a:cubicBezTo>
                    <a:pt x="58" y="310"/>
                    <a:pt x="58" y="310"/>
                    <a:pt x="58" y="310"/>
                  </a:cubicBezTo>
                  <a:cubicBezTo>
                    <a:pt x="58" y="310"/>
                    <a:pt x="57" y="310"/>
                    <a:pt x="56" y="311"/>
                  </a:cubicBezTo>
                  <a:cubicBezTo>
                    <a:pt x="55" y="312"/>
                    <a:pt x="51" y="316"/>
                    <a:pt x="48" y="323"/>
                  </a:cubicBezTo>
                  <a:cubicBezTo>
                    <a:pt x="45" y="332"/>
                    <a:pt x="48" y="339"/>
                    <a:pt x="44" y="343"/>
                  </a:cubicBezTo>
                  <a:cubicBezTo>
                    <a:pt x="40" y="345"/>
                    <a:pt x="32" y="348"/>
                    <a:pt x="27" y="351"/>
                  </a:cubicBezTo>
                  <a:cubicBezTo>
                    <a:pt x="25" y="352"/>
                    <a:pt x="23" y="354"/>
                    <a:pt x="22" y="355"/>
                  </a:cubicBezTo>
                  <a:cubicBezTo>
                    <a:pt x="18" y="360"/>
                    <a:pt x="15" y="378"/>
                    <a:pt x="10" y="386"/>
                  </a:cubicBezTo>
                  <a:cubicBezTo>
                    <a:pt x="5" y="393"/>
                    <a:pt x="10" y="400"/>
                    <a:pt x="11" y="405"/>
                  </a:cubicBezTo>
                  <a:cubicBezTo>
                    <a:pt x="12" y="410"/>
                    <a:pt x="15" y="419"/>
                    <a:pt x="10" y="427"/>
                  </a:cubicBezTo>
                  <a:cubicBezTo>
                    <a:pt x="5" y="434"/>
                    <a:pt x="5" y="438"/>
                    <a:pt x="4" y="439"/>
                  </a:cubicBezTo>
                  <a:cubicBezTo>
                    <a:pt x="3" y="439"/>
                    <a:pt x="3" y="439"/>
                    <a:pt x="3" y="439"/>
                  </a:cubicBezTo>
                  <a:cubicBezTo>
                    <a:pt x="3" y="439"/>
                    <a:pt x="3" y="439"/>
                    <a:pt x="3" y="440"/>
                  </a:cubicBezTo>
                  <a:cubicBezTo>
                    <a:pt x="3" y="440"/>
                    <a:pt x="3" y="440"/>
                    <a:pt x="2" y="440"/>
                  </a:cubicBezTo>
                  <a:cubicBezTo>
                    <a:pt x="0" y="440"/>
                    <a:pt x="5" y="443"/>
                    <a:pt x="6" y="449"/>
                  </a:cubicBezTo>
                  <a:cubicBezTo>
                    <a:pt x="7" y="454"/>
                    <a:pt x="1" y="460"/>
                    <a:pt x="11" y="466"/>
                  </a:cubicBezTo>
                  <a:cubicBezTo>
                    <a:pt x="20" y="471"/>
                    <a:pt x="29" y="471"/>
                    <a:pt x="31" y="478"/>
                  </a:cubicBezTo>
                  <a:cubicBezTo>
                    <a:pt x="34" y="485"/>
                    <a:pt x="42" y="501"/>
                    <a:pt x="42" y="501"/>
                  </a:cubicBezTo>
                  <a:cubicBezTo>
                    <a:pt x="42" y="501"/>
                    <a:pt x="51" y="511"/>
                    <a:pt x="56" y="515"/>
                  </a:cubicBezTo>
                  <a:cubicBezTo>
                    <a:pt x="58" y="517"/>
                    <a:pt x="60" y="518"/>
                    <a:pt x="61" y="516"/>
                  </a:cubicBezTo>
                  <a:cubicBezTo>
                    <a:pt x="62" y="516"/>
                    <a:pt x="62" y="515"/>
                    <a:pt x="63" y="514"/>
                  </a:cubicBezTo>
                  <a:cubicBezTo>
                    <a:pt x="62" y="514"/>
                    <a:pt x="62" y="514"/>
                    <a:pt x="62" y="514"/>
                  </a:cubicBezTo>
                  <a:cubicBezTo>
                    <a:pt x="62" y="514"/>
                    <a:pt x="62" y="513"/>
                    <a:pt x="63" y="513"/>
                  </a:cubicBezTo>
                  <a:cubicBezTo>
                    <a:pt x="64" y="508"/>
                    <a:pt x="70" y="508"/>
                    <a:pt x="77" y="508"/>
                  </a:cubicBezTo>
                  <a:cubicBezTo>
                    <a:pt x="83" y="508"/>
                    <a:pt x="88" y="510"/>
                    <a:pt x="95" y="508"/>
                  </a:cubicBezTo>
                  <a:cubicBezTo>
                    <a:pt x="97" y="508"/>
                    <a:pt x="99" y="507"/>
                    <a:pt x="101" y="506"/>
                  </a:cubicBezTo>
                  <a:cubicBezTo>
                    <a:pt x="105" y="503"/>
                    <a:pt x="108" y="498"/>
                    <a:pt x="110" y="496"/>
                  </a:cubicBezTo>
                  <a:cubicBezTo>
                    <a:pt x="113" y="495"/>
                    <a:pt x="123" y="493"/>
                    <a:pt x="129" y="498"/>
                  </a:cubicBezTo>
                  <a:cubicBezTo>
                    <a:pt x="136" y="503"/>
                    <a:pt x="135" y="509"/>
                    <a:pt x="138" y="513"/>
                  </a:cubicBezTo>
                  <a:cubicBezTo>
                    <a:pt x="142" y="517"/>
                    <a:pt x="148" y="515"/>
                    <a:pt x="152" y="511"/>
                  </a:cubicBezTo>
                  <a:cubicBezTo>
                    <a:pt x="157" y="507"/>
                    <a:pt x="155" y="508"/>
                    <a:pt x="160" y="512"/>
                  </a:cubicBezTo>
                  <a:cubicBezTo>
                    <a:pt x="165" y="516"/>
                    <a:pt x="168" y="519"/>
                    <a:pt x="163" y="524"/>
                  </a:cubicBezTo>
                  <a:cubicBezTo>
                    <a:pt x="158" y="530"/>
                    <a:pt x="161" y="538"/>
                    <a:pt x="158" y="546"/>
                  </a:cubicBezTo>
                  <a:cubicBezTo>
                    <a:pt x="155" y="554"/>
                    <a:pt x="161" y="554"/>
                    <a:pt x="166" y="558"/>
                  </a:cubicBezTo>
                  <a:cubicBezTo>
                    <a:pt x="172" y="561"/>
                    <a:pt x="176" y="584"/>
                    <a:pt x="179" y="588"/>
                  </a:cubicBezTo>
                  <a:cubicBezTo>
                    <a:pt x="182" y="592"/>
                    <a:pt x="178" y="604"/>
                    <a:pt x="182" y="611"/>
                  </a:cubicBezTo>
                  <a:cubicBezTo>
                    <a:pt x="185" y="618"/>
                    <a:pt x="187" y="623"/>
                    <a:pt x="183" y="626"/>
                  </a:cubicBezTo>
                  <a:cubicBezTo>
                    <a:pt x="179" y="630"/>
                    <a:pt x="174" y="637"/>
                    <a:pt x="173" y="648"/>
                  </a:cubicBezTo>
                  <a:cubicBezTo>
                    <a:pt x="173" y="660"/>
                    <a:pt x="175" y="668"/>
                    <a:pt x="177" y="672"/>
                  </a:cubicBezTo>
                  <a:cubicBezTo>
                    <a:pt x="179" y="676"/>
                    <a:pt x="184" y="688"/>
                    <a:pt x="187" y="692"/>
                  </a:cubicBezTo>
                  <a:cubicBezTo>
                    <a:pt x="189" y="696"/>
                    <a:pt x="198" y="703"/>
                    <a:pt x="198" y="710"/>
                  </a:cubicBezTo>
                  <a:cubicBezTo>
                    <a:pt x="199" y="716"/>
                    <a:pt x="192" y="726"/>
                    <a:pt x="194" y="730"/>
                  </a:cubicBezTo>
                  <a:cubicBezTo>
                    <a:pt x="197" y="733"/>
                    <a:pt x="198" y="739"/>
                    <a:pt x="203" y="743"/>
                  </a:cubicBezTo>
                  <a:cubicBezTo>
                    <a:pt x="207" y="748"/>
                    <a:pt x="209" y="758"/>
                    <a:pt x="209" y="758"/>
                  </a:cubicBezTo>
                  <a:cubicBezTo>
                    <a:pt x="209" y="758"/>
                    <a:pt x="210" y="762"/>
                    <a:pt x="211" y="769"/>
                  </a:cubicBezTo>
                  <a:cubicBezTo>
                    <a:pt x="211" y="775"/>
                    <a:pt x="212" y="779"/>
                    <a:pt x="217" y="782"/>
                  </a:cubicBezTo>
                  <a:cubicBezTo>
                    <a:pt x="222" y="785"/>
                    <a:pt x="225" y="786"/>
                    <a:pt x="228" y="783"/>
                  </a:cubicBezTo>
                  <a:cubicBezTo>
                    <a:pt x="230" y="780"/>
                    <a:pt x="241" y="774"/>
                    <a:pt x="247" y="775"/>
                  </a:cubicBezTo>
                  <a:cubicBezTo>
                    <a:pt x="253" y="775"/>
                    <a:pt x="261" y="776"/>
                    <a:pt x="268" y="772"/>
                  </a:cubicBezTo>
                  <a:cubicBezTo>
                    <a:pt x="269" y="772"/>
                    <a:pt x="269" y="771"/>
                    <a:pt x="270" y="770"/>
                  </a:cubicBezTo>
                  <a:cubicBezTo>
                    <a:pt x="272" y="769"/>
                    <a:pt x="273" y="768"/>
                    <a:pt x="275" y="766"/>
                  </a:cubicBezTo>
                  <a:cubicBezTo>
                    <a:pt x="274" y="766"/>
                    <a:pt x="274" y="766"/>
                    <a:pt x="274" y="766"/>
                  </a:cubicBezTo>
                  <a:cubicBezTo>
                    <a:pt x="276" y="764"/>
                    <a:pt x="278" y="761"/>
                    <a:pt x="281" y="758"/>
                  </a:cubicBezTo>
                  <a:cubicBezTo>
                    <a:pt x="281" y="758"/>
                    <a:pt x="281" y="758"/>
                    <a:pt x="281" y="758"/>
                  </a:cubicBezTo>
                  <a:cubicBezTo>
                    <a:pt x="285" y="754"/>
                    <a:pt x="288" y="749"/>
                    <a:pt x="290" y="747"/>
                  </a:cubicBezTo>
                  <a:cubicBezTo>
                    <a:pt x="290" y="747"/>
                    <a:pt x="290" y="747"/>
                    <a:pt x="290" y="747"/>
                  </a:cubicBezTo>
                  <a:cubicBezTo>
                    <a:pt x="289" y="747"/>
                    <a:pt x="289" y="747"/>
                    <a:pt x="289" y="747"/>
                  </a:cubicBezTo>
                  <a:cubicBezTo>
                    <a:pt x="291" y="745"/>
                    <a:pt x="294" y="742"/>
                    <a:pt x="296" y="739"/>
                  </a:cubicBezTo>
                  <a:cubicBezTo>
                    <a:pt x="297" y="739"/>
                    <a:pt x="297" y="739"/>
                    <a:pt x="297" y="739"/>
                  </a:cubicBezTo>
                  <a:cubicBezTo>
                    <a:pt x="299" y="736"/>
                    <a:pt x="301" y="733"/>
                    <a:pt x="300" y="730"/>
                  </a:cubicBezTo>
                  <a:cubicBezTo>
                    <a:pt x="300" y="730"/>
                    <a:pt x="300" y="728"/>
                    <a:pt x="299" y="727"/>
                  </a:cubicBezTo>
                  <a:cubicBezTo>
                    <a:pt x="298" y="727"/>
                    <a:pt x="298" y="727"/>
                    <a:pt x="298" y="727"/>
                  </a:cubicBezTo>
                  <a:cubicBezTo>
                    <a:pt x="297" y="725"/>
                    <a:pt x="295" y="722"/>
                    <a:pt x="295" y="720"/>
                  </a:cubicBezTo>
                  <a:cubicBezTo>
                    <a:pt x="296" y="720"/>
                    <a:pt x="296" y="720"/>
                    <a:pt x="296" y="720"/>
                  </a:cubicBezTo>
                  <a:cubicBezTo>
                    <a:pt x="296" y="718"/>
                    <a:pt x="296" y="717"/>
                    <a:pt x="297" y="716"/>
                  </a:cubicBezTo>
                  <a:cubicBezTo>
                    <a:pt x="301" y="714"/>
                    <a:pt x="309" y="713"/>
                    <a:pt x="313" y="711"/>
                  </a:cubicBezTo>
                  <a:cubicBezTo>
                    <a:pt x="314" y="710"/>
                    <a:pt x="315" y="709"/>
                    <a:pt x="315" y="708"/>
                  </a:cubicBezTo>
                  <a:cubicBezTo>
                    <a:pt x="315" y="708"/>
                    <a:pt x="315" y="708"/>
                    <a:pt x="315" y="708"/>
                  </a:cubicBezTo>
                  <a:cubicBezTo>
                    <a:pt x="314" y="708"/>
                    <a:pt x="314" y="708"/>
                    <a:pt x="314" y="708"/>
                  </a:cubicBezTo>
                  <a:cubicBezTo>
                    <a:pt x="314" y="706"/>
                    <a:pt x="314" y="703"/>
                    <a:pt x="313" y="700"/>
                  </a:cubicBezTo>
                  <a:cubicBezTo>
                    <a:pt x="314" y="700"/>
                    <a:pt x="314" y="700"/>
                    <a:pt x="314" y="700"/>
                  </a:cubicBezTo>
                  <a:cubicBezTo>
                    <a:pt x="313" y="696"/>
                    <a:pt x="312" y="691"/>
                    <a:pt x="311" y="689"/>
                  </a:cubicBezTo>
                  <a:cubicBezTo>
                    <a:pt x="310" y="689"/>
                    <a:pt x="310" y="689"/>
                    <a:pt x="310" y="689"/>
                  </a:cubicBezTo>
                  <a:cubicBezTo>
                    <a:pt x="310" y="688"/>
                    <a:pt x="310" y="688"/>
                    <a:pt x="310" y="688"/>
                  </a:cubicBezTo>
                  <a:cubicBezTo>
                    <a:pt x="309" y="686"/>
                    <a:pt x="310" y="684"/>
                    <a:pt x="311" y="681"/>
                  </a:cubicBezTo>
                  <a:cubicBezTo>
                    <a:pt x="312" y="681"/>
                    <a:pt x="312" y="681"/>
                    <a:pt x="312" y="681"/>
                  </a:cubicBezTo>
                  <a:cubicBezTo>
                    <a:pt x="313" y="678"/>
                    <a:pt x="315" y="676"/>
                    <a:pt x="317" y="673"/>
                  </a:cubicBezTo>
                  <a:cubicBezTo>
                    <a:pt x="318" y="672"/>
                    <a:pt x="319" y="670"/>
                    <a:pt x="320" y="669"/>
                  </a:cubicBezTo>
                  <a:cubicBezTo>
                    <a:pt x="320" y="669"/>
                    <a:pt x="320" y="669"/>
                    <a:pt x="320" y="669"/>
                  </a:cubicBezTo>
                  <a:cubicBezTo>
                    <a:pt x="323" y="666"/>
                    <a:pt x="326" y="664"/>
                    <a:pt x="329" y="661"/>
                  </a:cubicBezTo>
                  <a:cubicBezTo>
                    <a:pt x="329" y="661"/>
                    <a:pt x="329" y="661"/>
                    <a:pt x="329" y="661"/>
                  </a:cubicBezTo>
                  <a:cubicBezTo>
                    <a:pt x="330" y="660"/>
                    <a:pt x="332" y="659"/>
                    <a:pt x="332" y="658"/>
                  </a:cubicBezTo>
                  <a:cubicBezTo>
                    <a:pt x="334" y="657"/>
                    <a:pt x="337" y="654"/>
                    <a:pt x="340" y="650"/>
                  </a:cubicBezTo>
                  <a:cubicBezTo>
                    <a:pt x="339" y="650"/>
                    <a:pt x="339" y="650"/>
                    <a:pt x="339" y="650"/>
                  </a:cubicBezTo>
                  <a:cubicBezTo>
                    <a:pt x="341" y="647"/>
                    <a:pt x="342" y="645"/>
                    <a:pt x="343" y="642"/>
                  </a:cubicBezTo>
                  <a:cubicBezTo>
                    <a:pt x="344" y="642"/>
                    <a:pt x="344" y="642"/>
                    <a:pt x="344" y="642"/>
                  </a:cubicBezTo>
                  <a:cubicBezTo>
                    <a:pt x="344" y="642"/>
                    <a:pt x="344" y="641"/>
                    <a:pt x="344" y="641"/>
                  </a:cubicBezTo>
                  <a:cubicBezTo>
                    <a:pt x="344" y="637"/>
                    <a:pt x="344" y="634"/>
                    <a:pt x="344" y="630"/>
                  </a:cubicBezTo>
                  <a:cubicBezTo>
                    <a:pt x="343" y="630"/>
                    <a:pt x="343" y="630"/>
                    <a:pt x="343" y="630"/>
                  </a:cubicBezTo>
                  <a:cubicBezTo>
                    <a:pt x="342" y="628"/>
                    <a:pt x="342" y="625"/>
                    <a:pt x="342" y="623"/>
                  </a:cubicBezTo>
                  <a:cubicBezTo>
                    <a:pt x="343" y="623"/>
                    <a:pt x="343" y="623"/>
                    <a:pt x="343" y="623"/>
                  </a:cubicBezTo>
                  <a:cubicBezTo>
                    <a:pt x="343" y="621"/>
                    <a:pt x="343" y="620"/>
                    <a:pt x="344" y="619"/>
                  </a:cubicBezTo>
                  <a:cubicBezTo>
                    <a:pt x="345" y="617"/>
                    <a:pt x="345" y="614"/>
                    <a:pt x="343" y="611"/>
                  </a:cubicBezTo>
                  <a:cubicBezTo>
                    <a:pt x="342" y="611"/>
                    <a:pt x="342" y="611"/>
                    <a:pt x="342" y="611"/>
                  </a:cubicBezTo>
                  <a:cubicBezTo>
                    <a:pt x="341" y="610"/>
                    <a:pt x="340" y="609"/>
                    <a:pt x="339" y="608"/>
                  </a:cubicBezTo>
                  <a:cubicBezTo>
                    <a:pt x="338" y="607"/>
                    <a:pt x="337" y="605"/>
                    <a:pt x="336" y="603"/>
                  </a:cubicBezTo>
                  <a:cubicBezTo>
                    <a:pt x="338" y="603"/>
                    <a:pt x="338" y="603"/>
                    <a:pt x="338" y="603"/>
                  </a:cubicBezTo>
                  <a:cubicBezTo>
                    <a:pt x="336" y="600"/>
                    <a:pt x="335" y="595"/>
                    <a:pt x="334" y="592"/>
                  </a:cubicBezTo>
                  <a:cubicBezTo>
                    <a:pt x="333" y="592"/>
                    <a:pt x="333" y="592"/>
                    <a:pt x="333" y="592"/>
                  </a:cubicBezTo>
                  <a:cubicBezTo>
                    <a:pt x="333" y="591"/>
                    <a:pt x="333" y="590"/>
                    <a:pt x="333" y="590"/>
                  </a:cubicBezTo>
                  <a:cubicBezTo>
                    <a:pt x="332" y="589"/>
                    <a:pt x="332" y="587"/>
                    <a:pt x="332" y="584"/>
                  </a:cubicBezTo>
                  <a:cubicBezTo>
                    <a:pt x="333" y="584"/>
                    <a:pt x="333" y="584"/>
                    <a:pt x="333" y="584"/>
                  </a:cubicBezTo>
                  <a:cubicBezTo>
                    <a:pt x="334" y="580"/>
                    <a:pt x="334" y="575"/>
                    <a:pt x="336" y="572"/>
                  </a:cubicBezTo>
                  <a:cubicBezTo>
                    <a:pt x="335" y="572"/>
                    <a:pt x="335" y="572"/>
                    <a:pt x="335" y="572"/>
                  </a:cubicBezTo>
                  <a:cubicBezTo>
                    <a:pt x="336" y="572"/>
                    <a:pt x="336" y="571"/>
                    <a:pt x="336" y="571"/>
                  </a:cubicBezTo>
                  <a:cubicBezTo>
                    <a:pt x="338" y="570"/>
                    <a:pt x="340" y="568"/>
                    <a:pt x="342" y="565"/>
                  </a:cubicBezTo>
                  <a:cubicBezTo>
                    <a:pt x="342" y="565"/>
                    <a:pt x="342" y="565"/>
                    <a:pt x="342" y="565"/>
                  </a:cubicBezTo>
                  <a:cubicBezTo>
                    <a:pt x="345" y="561"/>
                    <a:pt x="348" y="556"/>
                    <a:pt x="350" y="553"/>
                  </a:cubicBezTo>
                  <a:cubicBezTo>
                    <a:pt x="350" y="553"/>
                    <a:pt x="350" y="553"/>
                    <a:pt x="350" y="553"/>
                  </a:cubicBezTo>
                  <a:cubicBezTo>
                    <a:pt x="350" y="553"/>
                    <a:pt x="350" y="553"/>
                    <a:pt x="350" y="553"/>
                  </a:cubicBezTo>
                  <a:cubicBezTo>
                    <a:pt x="351" y="551"/>
                    <a:pt x="353" y="548"/>
                    <a:pt x="355" y="545"/>
                  </a:cubicBezTo>
                  <a:cubicBezTo>
                    <a:pt x="356" y="545"/>
                    <a:pt x="356" y="545"/>
                    <a:pt x="356" y="545"/>
                  </a:cubicBezTo>
                  <a:cubicBezTo>
                    <a:pt x="359" y="541"/>
                    <a:pt x="362" y="537"/>
                    <a:pt x="365" y="534"/>
                  </a:cubicBezTo>
                  <a:cubicBezTo>
                    <a:pt x="365" y="534"/>
                    <a:pt x="365" y="534"/>
                    <a:pt x="365" y="534"/>
                  </a:cubicBezTo>
                  <a:cubicBezTo>
                    <a:pt x="367" y="531"/>
                    <a:pt x="369" y="530"/>
                    <a:pt x="371" y="530"/>
                  </a:cubicBezTo>
                  <a:cubicBezTo>
                    <a:pt x="373" y="529"/>
                    <a:pt x="375" y="528"/>
                    <a:pt x="377" y="526"/>
                  </a:cubicBezTo>
                  <a:cubicBezTo>
                    <a:pt x="377" y="526"/>
                    <a:pt x="377" y="526"/>
                    <a:pt x="377" y="526"/>
                  </a:cubicBezTo>
                  <a:cubicBezTo>
                    <a:pt x="381" y="523"/>
                    <a:pt x="385" y="518"/>
                    <a:pt x="386" y="514"/>
                  </a:cubicBezTo>
                  <a:cubicBezTo>
                    <a:pt x="385" y="514"/>
                    <a:pt x="385" y="514"/>
                    <a:pt x="385" y="514"/>
                  </a:cubicBezTo>
                  <a:cubicBezTo>
                    <a:pt x="385" y="514"/>
                    <a:pt x="385" y="514"/>
                    <a:pt x="385" y="514"/>
                  </a:cubicBezTo>
                  <a:cubicBezTo>
                    <a:pt x="385" y="512"/>
                    <a:pt x="387" y="510"/>
                    <a:pt x="388" y="506"/>
                  </a:cubicBezTo>
                  <a:cubicBezTo>
                    <a:pt x="389" y="506"/>
                    <a:pt x="389" y="506"/>
                    <a:pt x="389" y="506"/>
                  </a:cubicBezTo>
                  <a:cubicBezTo>
                    <a:pt x="391" y="503"/>
                    <a:pt x="393" y="499"/>
                    <a:pt x="396" y="495"/>
                  </a:cubicBezTo>
                  <a:cubicBezTo>
                    <a:pt x="395" y="495"/>
                    <a:pt x="395" y="495"/>
                    <a:pt x="395" y="495"/>
                  </a:cubicBezTo>
                  <a:cubicBezTo>
                    <a:pt x="397" y="492"/>
                    <a:pt x="399" y="489"/>
                    <a:pt x="400" y="487"/>
                  </a:cubicBezTo>
                  <a:cubicBezTo>
                    <a:pt x="400" y="487"/>
                    <a:pt x="400" y="487"/>
                    <a:pt x="400" y="487"/>
                  </a:cubicBezTo>
                  <a:cubicBezTo>
                    <a:pt x="401" y="486"/>
                    <a:pt x="401" y="484"/>
                    <a:pt x="402" y="484"/>
                  </a:cubicBezTo>
                  <a:cubicBezTo>
                    <a:pt x="402" y="482"/>
                    <a:pt x="403" y="479"/>
                    <a:pt x="404" y="475"/>
                  </a:cubicBezTo>
                  <a:cubicBezTo>
                    <a:pt x="403" y="475"/>
                    <a:pt x="403" y="475"/>
                    <a:pt x="403" y="475"/>
                  </a:cubicBezTo>
                  <a:cubicBezTo>
                    <a:pt x="404" y="473"/>
                    <a:pt x="404" y="470"/>
                    <a:pt x="405" y="468"/>
                  </a:cubicBezTo>
                  <a:cubicBezTo>
                    <a:pt x="406" y="468"/>
                    <a:pt x="406" y="468"/>
                    <a:pt x="406" y="468"/>
                  </a:cubicBezTo>
                  <a:cubicBezTo>
                    <a:pt x="406" y="465"/>
                    <a:pt x="406" y="462"/>
                    <a:pt x="406" y="461"/>
                  </a:cubicBezTo>
                  <a:cubicBezTo>
                    <a:pt x="403" y="457"/>
                    <a:pt x="384" y="466"/>
                    <a:pt x="381" y="467"/>
                  </a:cubicBezTo>
                  <a:cubicBezTo>
                    <a:pt x="381" y="467"/>
                    <a:pt x="381" y="468"/>
                    <a:pt x="380" y="468"/>
                  </a:cubicBezTo>
                  <a:cubicBezTo>
                    <a:pt x="381" y="468"/>
                    <a:pt x="381" y="468"/>
                    <a:pt x="381" y="468"/>
                  </a:cubicBezTo>
                  <a:cubicBezTo>
                    <a:pt x="381" y="468"/>
                    <a:pt x="380" y="468"/>
                    <a:pt x="380" y="468"/>
                  </a:cubicBezTo>
                  <a:cubicBezTo>
                    <a:pt x="378" y="469"/>
                    <a:pt x="371" y="474"/>
                    <a:pt x="363" y="473"/>
                  </a:cubicBezTo>
                  <a:cubicBezTo>
                    <a:pt x="358" y="473"/>
                    <a:pt x="358" y="470"/>
                    <a:pt x="358" y="468"/>
                  </a:cubicBezTo>
                  <a:cubicBezTo>
                    <a:pt x="358" y="468"/>
                    <a:pt x="358" y="468"/>
                    <a:pt x="358" y="468"/>
                  </a:cubicBezTo>
                  <a:cubicBezTo>
                    <a:pt x="358" y="465"/>
                    <a:pt x="359" y="463"/>
                    <a:pt x="359" y="461"/>
                  </a:cubicBezTo>
                  <a:cubicBezTo>
                    <a:pt x="359" y="460"/>
                    <a:pt x="358" y="458"/>
                    <a:pt x="357" y="456"/>
                  </a:cubicBezTo>
                  <a:cubicBezTo>
                    <a:pt x="356" y="456"/>
                    <a:pt x="356" y="456"/>
                    <a:pt x="356" y="456"/>
                  </a:cubicBezTo>
                  <a:cubicBezTo>
                    <a:pt x="354" y="454"/>
                    <a:pt x="352" y="451"/>
                    <a:pt x="351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0" y="446"/>
                    <a:pt x="349" y="444"/>
                    <a:pt x="348" y="443"/>
                  </a:cubicBezTo>
                  <a:cubicBezTo>
                    <a:pt x="347" y="443"/>
                    <a:pt x="344" y="440"/>
                    <a:pt x="342" y="437"/>
                  </a:cubicBezTo>
                  <a:cubicBezTo>
                    <a:pt x="340" y="437"/>
                    <a:pt x="340" y="437"/>
                    <a:pt x="340" y="437"/>
                  </a:cubicBezTo>
                  <a:cubicBezTo>
                    <a:pt x="339" y="434"/>
                    <a:pt x="337" y="432"/>
                    <a:pt x="336" y="429"/>
                  </a:cubicBezTo>
                  <a:cubicBezTo>
                    <a:pt x="336" y="429"/>
                    <a:pt x="336" y="429"/>
                    <a:pt x="336" y="429"/>
                  </a:cubicBezTo>
                  <a:cubicBezTo>
                    <a:pt x="338" y="429"/>
                    <a:pt x="338" y="429"/>
                    <a:pt x="338" y="429"/>
                  </a:cubicBezTo>
                  <a:cubicBezTo>
                    <a:pt x="338" y="429"/>
                    <a:pt x="337" y="429"/>
                    <a:pt x="337" y="429"/>
                  </a:cubicBezTo>
                  <a:cubicBezTo>
                    <a:pt x="336" y="424"/>
                    <a:pt x="331" y="421"/>
                    <a:pt x="327" y="417"/>
                  </a:cubicBezTo>
                  <a:cubicBezTo>
                    <a:pt x="325" y="417"/>
                    <a:pt x="325" y="417"/>
                    <a:pt x="325" y="417"/>
                  </a:cubicBezTo>
                  <a:cubicBezTo>
                    <a:pt x="323" y="416"/>
                    <a:pt x="321" y="414"/>
                    <a:pt x="320" y="412"/>
                  </a:cubicBezTo>
                  <a:cubicBezTo>
                    <a:pt x="319" y="412"/>
                    <a:pt x="319" y="411"/>
                    <a:pt x="318" y="410"/>
                  </a:cubicBezTo>
                  <a:cubicBezTo>
                    <a:pt x="320" y="410"/>
                    <a:pt x="320" y="410"/>
                    <a:pt x="320" y="410"/>
                  </a:cubicBezTo>
                  <a:cubicBezTo>
                    <a:pt x="319" y="407"/>
                    <a:pt x="319" y="403"/>
                    <a:pt x="319" y="398"/>
                  </a:cubicBezTo>
                  <a:cubicBezTo>
                    <a:pt x="318" y="398"/>
                    <a:pt x="318" y="398"/>
                    <a:pt x="318" y="398"/>
                  </a:cubicBezTo>
                  <a:cubicBezTo>
                    <a:pt x="318" y="395"/>
                    <a:pt x="318" y="393"/>
                    <a:pt x="318" y="390"/>
                  </a:cubicBezTo>
                  <a:cubicBezTo>
                    <a:pt x="319" y="390"/>
                    <a:pt x="319" y="390"/>
                    <a:pt x="319" y="390"/>
                  </a:cubicBezTo>
                  <a:cubicBezTo>
                    <a:pt x="319" y="387"/>
                    <a:pt x="318" y="384"/>
                    <a:pt x="317" y="382"/>
                  </a:cubicBezTo>
                  <a:cubicBezTo>
                    <a:pt x="317" y="381"/>
                    <a:pt x="316" y="380"/>
                    <a:pt x="316" y="379"/>
                  </a:cubicBezTo>
                  <a:cubicBezTo>
                    <a:pt x="315" y="379"/>
                    <a:pt x="315" y="379"/>
                    <a:pt x="315" y="379"/>
                  </a:cubicBezTo>
                  <a:cubicBezTo>
                    <a:pt x="313" y="376"/>
                    <a:pt x="312" y="374"/>
                    <a:pt x="311" y="371"/>
                  </a:cubicBezTo>
                  <a:cubicBezTo>
                    <a:pt x="312" y="371"/>
                    <a:pt x="312" y="371"/>
                    <a:pt x="312" y="371"/>
                  </a:cubicBezTo>
                  <a:cubicBezTo>
                    <a:pt x="311" y="367"/>
                    <a:pt x="309" y="363"/>
                    <a:pt x="308" y="359"/>
                  </a:cubicBezTo>
                  <a:cubicBezTo>
                    <a:pt x="307" y="359"/>
                    <a:pt x="307" y="359"/>
                    <a:pt x="307" y="359"/>
                  </a:cubicBezTo>
                  <a:cubicBezTo>
                    <a:pt x="306" y="358"/>
                    <a:pt x="306" y="357"/>
                    <a:pt x="305" y="356"/>
                  </a:cubicBezTo>
                  <a:cubicBezTo>
                    <a:pt x="304" y="354"/>
                    <a:pt x="304" y="353"/>
                    <a:pt x="303" y="351"/>
                  </a:cubicBezTo>
                  <a:cubicBezTo>
                    <a:pt x="304" y="351"/>
                    <a:pt x="304" y="351"/>
                    <a:pt x="304" y="351"/>
                  </a:cubicBezTo>
                  <a:cubicBezTo>
                    <a:pt x="304" y="351"/>
                    <a:pt x="304" y="351"/>
                    <a:pt x="304" y="350"/>
                  </a:cubicBezTo>
                  <a:cubicBezTo>
                    <a:pt x="308" y="349"/>
                    <a:pt x="314" y="347"/>
                    <a:pt x="315" y="350"/>
                  </a:cubicBezTo>
                  <a:cubicBezTo>
                    <a:pt x="316" y="354"/>
                    <a:pt x="321" y="363"/>
                    <a:pt x="322" y="369"/>
                  </a:cubicBezTo>
                  <a:cubicBezTo>
                    <a:pt x="323" y="376"/>
                    <a:pt x="329" y="373"/>
                    <a:pt x="329" y="379"/>
                  </a:cubicBezTo>
                  <a:cubicBezTo>
                    <a:pt x="330" y="385"/>
                    <a:pt x="334" y="399"/>
                    <a:pt x="336" y="401"/>
                  </a:cubicBezTo>
                  <a:cubicBezTo>
                    <a:pt x="338" y="403"/>
                    <a:pt x="347" y="412"/>
                    <a:pt x="349" y="416"/>
                  </a:cubicBezTo>
                  <a:cubicBezTo>
                    <a:pt x="350" y="419"/>
                    <a:pt x="352" y="424"/>
                    <a:pt x="354" y="433"/>
                  </a:cubicBezTo>
                  <a:cubicBezTo>
                    <a:pt x="355" y="442"/>
                    <a:pt x="357" y="453"/>
                    <a:pt x="361" y="455"/>
                  </a:cubicBezTo>
                  <a:cubicBezTo>
                    <a:pt x="365" y="457"/>
                    <a:pt x="378" y="452"/>
                    <a:pt x="381" y="450"/>
                  </a:cubicBezTo>
                  <a:cubicBezTo>
                    <a:pt x="383" y="449"/>
                    <a:pt x="400" y="439"/>
                    <a:pt x="406" y="439"/>
                  </a:cubicBezTo>
                  <a:cubicBezTo>
                    <a:pt x="412" y="438"/>
                    <a:pt x="413" y="433"/>
                    <a:pt x="420" y="432"/>
                  </a:cubicBezTo>
                  <a:cubicBezTo>
                    <a:pt x="423" y="431"/>
                    <a:pt x="426" y="429"/>
                    <a:pt x="428" y="427"/>
                  </a:cubicBezTo>
                  <a:cubicBezTo>
                    <a:pt x="432" y="425"/>
                    <a:pt x="436" y="421"/>
                    <a:pt x="439" y="418"/>
                  </a:cubicBezTo>
                  <a:cubicBezTo>
                    <a:pt x="439" y="418"/>
                    <a:pt x="439" y="418"/>
                    <a:pt x="439" y="417"/>
                  </a:cubicBezTo>
                  <a:cubicBezTo>
                    <a:pt x="439" y="417"/>
                    <a:pt x="439" y="417"/>
                    <a:pt x="439" y="417"/>
                  </a:cubicBezTo>
                  <a:cubicBezTo>
                    <a:pt x="441" y="415"/>
                    <a:pt x="443" y="413"/>
                    <a:pt x="445" y="410"/>
                  </a:cubicBezTo>
                  <a:cubicBezTo>
                    <a:pt x="445" y="410"/>
                    <a:pt x="445" y="410"/>
                    <a:pt x="445" y="410"/>
                  </a:cubicBezTo>
                  <a:cubicBezTo>
                    <a:pt x="448" y="405"/>
                    <a:pt x="450" y="401"/>
                    <a:pt x="451" y="398"/>
                  </a:cubicBezTo>
                  <a:cubicBezTo>
                    <a:pt x="451" y="398"/>
                    <a:pt x="451" y="398"/>
                    <a:pt x="451" y="398"/>
                  </a:cubicBezTo>
                  <a:cubicBezTo>
                    <a:pt x="452" y="395"/>
                    <a:pt x="455" y="393"/>
                    <a:pt x="456" y="390"/>
                  </a:cubicBezTo>
                  <a:cubicBezTo>
                    <a:pt x="456" y="390"/>
                    <a:pt x="456" y="390"/>
                    <a:pt x="456" y="390"/>
                  </a:cubicBezTo>
                  <a:cubicBezTo>
                    <a:pt x="457" y="389"/>
                    <a:pt x="457" y="387"/>
                    <a:pt x="456" y="386"/>
                  </a:cubicBezTo>
                  <a:cubicBezTo>
                    <a:pt x="455" y="384"/>
                    <a:pt x="452" y="381"/>
                    <a:pt x="449" y="379"/>
                  </a:cubicBezTo>
                  <a:cubicBezTo>
                    <a:pt x="447" y="379"/>
                    <a:pt x="447" y="379"/>
                    <a:pt x="447" y="379"/>
                  </a:cubicBezTo>
                  <a:cubicBezTo>
                    <a:pt x="444" y="376"/>
                    <a:pt x="440" y="374"/>
                    <a:pt x="438" y="374"/>
                  </a:cubicBezTo>
                  <a:cubicBezTo>
                    <a:pt x="437" y="374"/>
                    <a:pt x="436" y="372"/>
                    <a:pt x="435" y="371"/>
                  </a:cubicBezTo>
                  <a:cubicBezTo>
                    <a:pt x="437" y="371"/>
                    <a:pt x="437" y="371"/>
                    <a:pt x="437" y="371"/>
                  </a:cubicBezTo>
                  <a:cubicBezTo>
                    <a:pt x="435" y="368"/>
                    <a:pt x="435" y="365"/>
                    <a:pt x="433" y="365"/>
                  </a:cubicBezTo>
                  <a:cubicBezTo>
                    <a:pt x="433" y="365"/>
                    <a:pt x="432" y="365"/>
                    <a:pt x="432" y="366"/>
                  </a:cubicBezTo>
                  <a:cubicBezTo>
                    <a:pt x="430" y="366"/>
                    <a:pt x="430" y="370"/>
                    <a:pt x="425" y="373"/>
                  </a:cubicBezTo>
                  <a:cubicBezTo>
                    <a:pt x="423" y="374"/>
                    <a:pt x="420" y="377"/>
                    <a:pt x="417" y="379"/>
                  </a:cubicBezTo>
                  <a:cubicBezTo>
                    <a:pt x="416" y="380"/>
                    <a:pt x="414" y="380"/>
                    <a:pt x="413" y="380"/>
                  </a:cubicBezTo>
                  <a:cubicBezTo>
                    <a:pt x="412" y="380"/>
                    <a:pt x="412" y="379"/>
                    <a:pt x="412" y="379"/>
                  </a:cubicBezTo>
                  <a:cubicBezTo>
                    <a:pt x="411" y="379"/>
                    <a:pt x="411" y="379"/>
                    <a:pt x="411" y="379"/>
                  </a:cubicBezTo>
                  <a:cubicBezTo>
                    <a:pt x="410" y="377"/>
                    <a:pt x="411" y="375"/>
                    <a:pt x="408" y="371"/>
                  </a:cubicBezTo>
                  <a:cubicBezTo>
                    <a:pt x="407" y="371"/>
                    <a:pt x="407" y="371"/>
                    <a:pt x="407" y="371"/>
                  </a:cubicBezTo>
                  <a:cubicBezTo>
                    <a:pt x="409" y="371"/>
                    <a:pt x="409" y="371"/>
                    <a:pt x="409" y="371"/>
                  </a:cubicBezTo>
                  <a:cubicBezTo>
                    <a:pt x="409" y="371"/>
                    <a:pt x="409" y="371"/>
                    <a:pt x="408" y="370"/>
                  </a:cubicBezTo>
                  <a:cubicBezTo>
                    <a:pt x="403" y="365"/>
                    <a:pt x="401" y="364"/>
                    <a:pt x="401" y="360"/>
                  </a:cubicBezTo>
                  <a:cubicBezTo>
                    <a:pt x="401" y="360"/>
                    <a:pt x="401" y="359"/>
                    <a:pt x="401" y="359"/>
                  </a:cubicBezTo>
                  <a:cubicBezTo>
                    <a:pt x="400" y="359"/>
                    <a:pt x="400" y="359"/>
                    <a:pt x="400" y="359"/>
                  </a:cubicBezTo>
                  <a:cubicBezTo>
                    <a:pt x="399" y="357"/>
                    <a:pt x="396" y="354"/>
                    <a:pt x="394" y="351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392" y="348"/>
                    <a:pt x="390" y="345"/>
                    <a:pt x="389" y="342"/>
                  </a:cubicBezTo>
                  <a:cubicBezTo>
                    <a:pt x="389" y="341"/>
                    <a:pt x="389" y="341"/>
                    <a:pt x="389" y="340"/>
                  </a:cubicBezTo>
                  <a:cubicBezTo>
                    <a:pt x="388" y="340"/>
                    <a:pt x="388" y="340"/>
                    <a:pt x="388" y="340"/>
                  </a:cubicBezTo>
                  <a:cubicBezTo>
                    <a:pt x="390" y="335"/>
                    <a:pt x="396" y="330"/>
                    <a:pt x="398" y="334"/>
                  </a:cubicBezTo>
                  <a:cubicBezTo>
                    <a:pt x="401" y="339"/>
                    <a:pt x="403" y="348"/>
                    <a:pt x="409" y="351"/>
                  </a:cubicBezTo>
                  <a:cubicBezTo>
                    <a:pt x="416" y="355"/>
                    <a:pt x="421" y="360"/>
                    <a:pt x="424" y="362"/>
                  </a:cubicBezTo>
                  <a:cubicBezTo>
                    <a:pt x="427" y="363"/>
                    <a:pt x="435" y="355"/>
                    <a:pt x="437" y="356"/>
                  </a:cubicBezTo>
                  <a:cubicBezTo>
                    <a:pt x="440" y="358"/>
                    <a:pt x="445" y="368"/>
                    <a:pt x="449" y="370"/>
                  </a:cubicBezTo>
                  <a:cubicBezTo>
                    <a:pt x="454" y="372"/>
                    <a:pt x="469" y="372"/>
                    <a:pt x="471" y="372"/>
                  </a:cubicBezTo>
                  <a:cubicBezTo>
                    <a:pt x="473" y="372"/>
                    <a:pt x="482" y="373"/>
                    <a:pt x="485" y="370"/>
                  </a:cubicBezTo>
                  <a:cubicBezTo>
                    <a:pt x="486" y="370"/>
                    <a:pt x="487" y="369"/>
                    <a:pt x="487" y="369"/>
                  </a:cubicBezTo>
                  <a:cubicBezTo>
                    <a:pt x="488" y="367"/>
                    <a:pt x="488" y="367"/>
                    <a:pt x="489" y="366"/>
                  </a:cubicBezTo>
                  <a:cubicBezTo>
                    <a:pt x="490" y="366"/>
                    <a:pt x="491" y="366"/>
                    <a:pt x="492" y="366"/>
                  </a:cubicBezTo>
                  <a:cubicBezTo>
                    <a:pt x="495" y="366"/>
                    <a:pt x="499" y="376"/>
                    <a:pt x="502" y="378"/>
                  </a:cubicBezTo>
                  <a:cubicBezTo>
                    <a:pt x="506" y="379"/>
                    <a:pt x="512" y="378"/>
                    <a:pt x="512" y="386"/>
                  </a:cubicBezTo>
                  <a:cubicBezTo>
                    <a:pt x="511" y="393"/>
                    <a:pt x="515" y="400"/>
                    <a:pt x="518" y="400"/>
                  </a:cubicBezTo>
                  <a:cubicBezTo>
                    <a:pt x="519" y="401"/>
                    <a:pt x="521" y="400"/>
                    <a:pt x="522" y="399"/>
                  </a:cubicBezTo>
                  <a:cubicBezTo>
                    <a:pt x="523" y="399"/>
                    <a:pt x="523" y="398"/>
                    <a:pt x="524" y="398"/>
                  </a:cubicBezTo>
                  <a:cubicBezTo>
                    <a:pt x="523" y="398"/>
                    <a:pt x="523" y="398"/>
                    <a:pt x="523" y="398"/>
                  </a:cubicBezTo>
                  <a:cubicBezTo>
                    <a:pt x="527" y="395"/>
                    <a:pt x="530" y="392"/>
                    <a:pt x="530" y="392"/>
                  </a:cubicBezTo>
                  <a:cubicBezTo>
                    <a:pt x="530" y="392"/>
                    <a:pt x="530" y="406"/>
                    <a:pt x="529" y="412"/>
                  </a:cubicBezTo>
                  <a:cubicBezTo>
                    <a:pt x="529" y="417"/>
                    <a:pt x="535" y="436"/>
                    <a:pt x="535" y="436"/>
                  </a:cubicBezTo>
                  <a:cubicBezTo>
                    <a:pt x="535" y="436"/>
                    <a:pt x="542" y="454"/>
                    <a:pt x="544" y="459"/>
                  </a:cubicBezTo>
                  <a:cubicBezTo>
                    <a:pt x="546" y="463"/>
                    <a:pt x="555" y="475"/>
                    <a:pt x="555" y="480"/>
                  </a:cubicBezTo>
                  <a:cubicBezTo>
                    <a:pt x="555" y="486"/>
                    <a:pt x="556" y="494"/>
                    <a:pt x="559" y="494"/>
                  </a:cubicBezTo>
                  <a:cubicBezTo>
                    <a:pt x="560" y="494"/>
                    <a:pt x="562" y="491"/>
                    <a:pt x="564" y="487"/>
                  </a:cubicBezTo>
                  <a:cubicBezTo>
                    <a:pt x="564" y="487"/>
                    <a:pt x="564" y="487"/>
                    <a:pt x="564" y="487"/>
                  </a:cubicBezTo>
                  <a:cubicBezTo>
                    <a:pt x="566" y="484"/>
                    <a:pt x="567" y="481"/>
                    <a:pt x="569" y="478"/>
                  </a:cubicBezTo>
                  <a:cubicBezTo>
                    <a:pt x="570" y="477"/>
                    <a:pt x="570" y="476"/>
                    <a:pt x="571" y="475"/>
                  </a:cubicBezTo>
                  <a:cubicBezTo>
                    <a:pt x="570" y="475"/>
                    <a:pt x="570" y="475"/>
                    <a:pt x="570" y="475"/>
                  </a:cubicBezTo>
                  <a:cubicBezTo>
                    <a:pt x="572" y="473"/>
                    <a:pt x="573" y="470"/>
                    <a:pt x="574" y="468"/>
                  </a:cubicBezTo>
                  <a:cubicBezTo>
                    <a:pt x="575" y="468"/>
                    <a:pt x="575" y="468"/>
                    <a:pt x="575" y="468"/>
                  </a:cubicBezTo>
                  <a:cubicBezTo>
                    <a:pt x="576" y="466"/>
                    <a:pt x="577" y="463"/>
                    <a:pt x="578" y="461"/>
                  </a:cubicBezTo>
                  <a:cubicBezTo>
                    <a:pt x="578" y="460"/>
                    <a:pt x="578" y="458"/>
                    <a:pt x="578" y="456"/>
                  </a:cubicBezTo>
                  <a:cubicBezTo>
                    <a:pt x="577" y="456"/>
                    <a:pt x="577" y="456"/>
                    <a:pt x="577" y="456"/>
                  </a:cubicBezTo>
                  <a:cubicBezTo>
                    <a:pt x="577" y="454"/>
                    <a:pt x="577" y="451"/>
                    <a:pt x="577" y="448"/>
                  </a:cubicBezTo>
                  <a:cubicBezTo>
                    <a:pt x="578" y="448"/>
                    <a:pt x="578" y="448"/>
                    <a:pt x="578" y="448"/>
                  </a:cubicBezTo>
                  <a:cubicBezTo>
                    <a:pt x="577" y="444"/>
                    <a:pt x="577" y="439"/>
                    <a:pt x="577" y="437"/>
                  </a:cubicBezTo>
                  <a:cubicBezTo>
                    <a:pt x="577" y="437"/>
                    <a:pt x="577" y="437"/>
                    <a:pt x="577" y="437"/>
                  </a:cubicBezTo>
                  <a:cubicBezTo>
                    <a:pt x="576" y="437"/>
                    <a:pt x="576" y="437"/>
                    <a:pt x="576" y="437"/>
                  </a:cubicBezTo>
                  <a:cubicBezTo>
                    <a:pt x="576" y="434"/>
                    <a:pt x="578" y="431"/>
                    <a:pt x="582" y="429"/>
                  </a:cubicBezTo>
                  <a:cubicBezTo>
                    <a:pt x="582" y="429"/>
                    <a:pt x="582" y="429"/>
                    <a:pt x="582" y="429"/>
                  </a:cubicBezTo>
                  <a:cubicBezTo>
                    <a:pt x="582" y="429"/>
                    <a:pt x="583" y="428"/>
                    <a:pt x="583" y="428"/>
                  </a:cubicBezTo>
                  <a:cubicBezTo>
                    <a:pt x="584" y="428"/>
                    <a:pt x="585" y="427"/>
                    <a:pt x="586" y="427"/>
                  </a:cubicBezTo>
                  <a:cubicBezTo>
                    <a:pt x="586" y="426"/>
                    <a:pt x="587" y="426"/>
                    <a:pt x="588" y="425"/>
                  </a:cubicBezTo>
                  <a:cubicBezTo>
                    <a:pt x="591" y="423"/>
                    <a:pt x="593" y="420"/>
                    <a:pt x="596" y="417"/>
                  </a:cubicBezTo>
                  <a:cubicBezTo>
                    <a:pt x="595" y="417"/>
                    <a:pt x="595" y="417"/>
                    <a:pt x="595" y="417"/>
                  </a:cubicBezTo>
                  <a:cubicBezTo>
                    <a:pt x="598" y="415"/>
                    <a:pt x="600" y="412"/>
                    <a:pt x="602" y="410"/>
                  </a:cubicBezTo>
                  <a:cubicBezTo>
                    <a:pt x="602" y="410"/>
                    <a:pt x="602" y="410"/>
                    <a:pt x="602" y="410"/>
                  </a:cubicBezTo>
                  <a:cubicBezTo>
                    <a:pt x="603" y="409"/>
                    <a:pt x="604" y="408"/>
                    <a:pt x="604" y="407"/>
                  </a:cubicBezTo>
                  <a:cubicBezTo>
                    <a:pt x="607" y="405"/>
                    <a:pt x="609" y="401"/>
                    <a:pt x="611" y="398"/>
                  </a:cubicBezTo>
                  <a:cubicBezTo>
                    <a:pt x="611" y="398"/>
                    <a:pt x="611" y="398"/>
                    <a:pt x="611" y="398"/>
                  </a:cubicBezTo>
                  <a:cubicBezTo>
                    <a:pt x="613" y="396"/>
                    <a:pt x="616" y="394"/>
                    <a:pt x="621" y="394"/>
                  </a:cubicBezTo>
                  <a:cubicBezTo>
                    <a:pt x="633" y="394"/>
                    <a:pt x="632" y="394"/>
                    <a:pt x="635" y="390"/>
                  </a:cubicBezTo>
                  <a:cubicBezTo>
                    <a:pt x="635" y="390"/>
                    <a:pt x="635" y="390"/>
                    <a:pt x="635" y="390"/>
                  </a:cubicBezTo>
                  <a:cubicBezTo>
                    <a:pt x="635" y="390"/>
                    <a:pt x="635" y="390"/>
                    <a:pt x="635" y="390"/>
                  </a:cubicBezTo>
                  <a:cubicBezTo>
                    <a:pt x="635" y="390"/>
                    <a:pt x="636" y="390"/>
                    <a:pt x="636" y="390"/>
                  </a:cubicBezTo>
                  <a:cubicBezTo>
                    <a:pt x="637" y="389"/>
                    <a:pt x="637" y="388"/>
                    <a:pt x="638" y="387"/>
                  </a:cubicBezTo>
                  <a:cubicBezTo>
                    <a:pt x="640" y="386"/>
                    <a:pt x="641" y="387"/>
                    <a:pt x="642" y="391"/>
                  </a:cubicBezTo>
                  <a:cubicBezTo>
                    <a:pt x="644" y="397"/>
                    <a:pt x="652" y="407"/>
                    <a:pt x="654" y="409"/>
                  </a:cubicBezTo>
                  <a:cubicBezTo>
                    <a:pt x="655" y="412"/>
                    <a:pt x="658" y="418"/>
                    <a:pt x="658" y="425"/>
                  </a:cubicBezTo>
                  <a:cubicBezTo>
                    <a:pt x="657" y="432"/>
                    <a:pt x="655" y="451"/>
                    <a:pt x="657" y="451"/>
                  </a:cubicBezTo>
                  <a:cubicBezTo>
                    <a:pt x="658" y="451"/>
                    <a:pt x="659" y="450"/>
                    <a:pt x="660" y="448"/>
                  </a:cubicBezTo>
                  <a:cubicBezTo>
                    <a:pt x="660" y="448"/>
                    <a:pt x="660" y="448"/>
                    <a:pt x="660" y="448"/>
                  </a:cubicBezTo>
                  <a:cubicBezTo>
                    <a:pt x="662" y="446"/>
                    <a:pt x="664" y="441"/>
                    <a:pt x="666" y="437"/>
                  </a:cubicBezTo>
                  <a:cubicBezTo>
                    <a:pt x="665" y="437"/>
                    <a:pt x="665" y="437"/>
                    <a:pt x="665" y="437"/>
                  </a:cubicBezTo>
                  <a:cubicBezTo>
                    <a:pt x="667" y="433"/>
                    <a:pt x="668" y="430"/>
                    <a:pt x="668" y="430"/>
                  </a:cubicBezTo>
                  <a:cubicBezTo>
                    <a:pt x="668" y="430"/>
                    <a:pt x="669" y="430"/>
                    <a:pt x="670" y="429"/>
                  </a:cubicBezTo>
                  <a:cubicBezTo>
                    <a:pt x="670" y="429"/>
                    <a:pt x="670" y="429"/>
                    <a:pt x="670" y="429"/>
                  </a:cubicBezTo>
                  <a:cubicBezTo>
                    <a:pt x="670" y="429"/>
                    <a:pt x="670" y="429"/>
                    <a:pt x="671" y="429"/>
                  </a:cubicBezTo>
                  <a:cubicBezTo>
                    <a:pt x="674" y="427"/>
                    <a:pt x="679" y="425"/>
                    <a:pt x="678" y="431"/>
                  </a:cubicBezTo>
                  <a:cubicBezTo>
                    <a:pt x="678" y="440"/>
                    <a:pt x="679" y="450"/>
                    <a:pt x="679" y="456"/>
                  </a:cubicBezTo>
                  <a:cubicBezTo>
                    <a:pt x="679" y="462"/>
                    <a:pt x="688" y="476"/>
                    <a:pt x="688" y="473"/>
                  </a:cubicBezTo>
                  <a:cubicBezTo>
                    <a:pt x="688" y="472"/>
                    <a:pt x="689" y="470"/>
                    <a:pt x="689" y="468"/>
                  </a:cubicBezTo>
                  <a:cubicBezTo>
                    <a:pt x="690" y="468"/>
                    <a:pt x="690" y="468"/>
                    <a:pt x="690" y="468"/>
                  </a:cubicBezTo>
                  <a:cubicBezTo>
                    <a:pt x="691" y="464"/>
                    <a:pt x="692" y="460"/>
                    <a:pt x="693" y="456"/>
                  </a:cubicBezTo>
                  <a:cubicBezTo>
                    <a:pt x="692" y="456"/>
                    <a:pt x="692" y="456"/>
                    <a:pt x="692" y="456"/>
                  </a:cubicBezTo>
                  <a:cubicBezTo>
                    <a:pt x="692" y="455"/>
                    <a:pt x="692" y="455"/>
                    <a:pt x="692" y="454"/>
                  </a:cubicBezTo>
                  <a:cubicBezTo>
                    <a:pt x="692" y="449"/>
                    <a:pt x="695" y="451"/>
                    <a:pt x="701" y="456"/>
                  </a:cubicBezTo>
                  <a:cubicBezTo>
                    <a:pt x="708" y="461"/>
                    <a:pt x="712" y="472"/>
                    <a:pt x="712" y="472"/>
                  </a:cubicBezTo>
                  <a:cubicBezTo>
                    <a:pt x="712" y="472"/>
                    <a:pt x="718" y="492"/>
                    <a:pt x="719" y="495"/>
                  </a:cubicBezTo>
                  <a:cubicBezTo>
                    <a:pt x="720" y="496"/>
                    <a:pt x="722" y="492"/>
                    <a:pt x="725" y="487"/>
                  </a:cubicBezTo>
                  <a:cubicBezTo>
                    <a:pt x="725" y="487"/>
                    <a:pt x="725" y="487"/>
                    <a:pt x="725" y="487"/>
                  </a:cubicBezTo>
                  <a:cubicBezTo>
                    <a:pt x="727" y="483"/>
                    <a:pt x="729" y="478"/>
                    <a:pt x="730" y="477"/>
                  </a:cubicBezTo>
                  <a:cubicBezTo>
                    <a:pt x="730" y="476"/>
                    <a:pt x="730" y="476"/>
                    <a:pt x="731" y="475"/>
                  </a:cubicBezTo>
                  <a:cubicBezTo>
                    <a:pt x="730" y="475"/>
                    <a:pt x="730" y="475"/>
                    <a:pt x="730" y="475"/>
                  </a:cubicBezTo>
                  <a:cubicBezTo>
                    <a:pt x="731" y="473"/>
                    <a:pt x="732" y="472"/>
                    <a:pt x="736" y="471"/>
                  </a:cubicBezTo>
                  <a:cubicBezTo>
                    <a:pt x="738" y="470"/>
                    <a:pt x="741" y="470"/>
                    <a:pt x="744" y="468"/>
                  </a:cubicBezTo>
                  <a:cubicBezTo>
                    <a:pt x="744" y="468"/>
                    <a:pt x="744" y="468"/>
                    <a:pt x="744" y="468"/>
                  </a:cubicBezTo>
                  <a:cubicBezTo>
                    <a:pt x="745" y="467"/>
                    <a:pt x="746" y="465"/>
                    <a:pt x="747" y="463"/>
                  </a:cubicBezTo>
                  <a:cubicBezTo>
                    <a:pt x="747" y="461"/>
                    <a:pt x="748" y="458"/>
                    <a:pt x="749" y="456"/>
                  </a:cubicBezTo>
                  <a:cubicBezTo>
                    <a:pt x="748" y="456"/>
                    <a:pt x="748" y="456"/>
                    <a:pt x="748" y="456"/>
                  </a:cubicBezTo>
                  <a:cubicBezTo>
                    <a:pt x="749" y="454"/>
                    <a:pt x="749" y="451"/>
                    <a:pt x="749" y="448"/>
                  </a:cubicBezTo>
                  <a:cubicBezTo>
                    <a:pt x="750" y="448"/>
                    <a:pt x="750" y="448"/>
                    <a:pt x="750" y="448"/>
                  </a:cubicBezTo>
                  <a:cubicBezTo>
                    <a:pt x="750" y="446"/>
                    <a:pt x="749" y="443"/>
                    <a:pt x="747" y="440"/>
                  </a:cubicBezTo>
                  <a:cubicBezTo>
                    <a:pt x="746" y="439"/>
                    <a:pt x="746" y="438"/>
                    <a:pt x="745" y="437"/>
                  </a:cubicBezTo>
                  <a:cubicBezTo>
                    <a:pt x="744" y="437"/>
                    <a:pt x="744" y="437"/>
                    <a:pt x="744" y="437"/>
                  </a:cubicBezTo>
                  <a:cubicBezTo>
                    <a:pt x="742" y="434"/>
                    <a:pt x="740" y="431"/>
                    <a:pt x="739" y="429"/>
                  </a:cubicBezTo>
                  <a:cubicBezTo>
                    <a:pt x="740" y="429"/>
                    <a:pt x="740" y="429"/>
                    <a:pt x="740" y="429"/>
                  </a:cubicBezTo>
                  <a:cubicBezTo>
                    <a:pt x="738" y="426"/>
                    <a:pt x="736" y="423"/>
                    <a:pt x="734" y="421"/>
                  </a:cubicBezTo>
                  <a:cubicBezTo>
                    <a:pt x="733" y="420"/>
                    <a:pt x="732" y="419"/>
                    <a:pt x="731" y="417"/>
                  </a:cubicBezTo>
                  <a:cubicBezTo>
                    <a:pt x="729" y="417"/>
                    <a:pt x="729" y="417"/>
                    <a:pt x="729" y="417"/>
                  </a:cubicBezTo>
                  <a:cubicBezTo>
                    <a:pt x="728" y="415"/>
                    <a:pt x="727" y="412"/>
                    <a:pt x="726" y="410"/>
                  </a:cubicBezTo>
                  <a:cubicBezTo>
                    <a:pt x="727" y="410"/>
                    <a:pt x="727" y="410"/>
                    <a:pt x="727" y="410"/>
                  </a:cubicBezTo>
                  <a:cubicBezTo>
                    <a:pt x="726" y="408"/>
                    <a:pt x="726" y="406"/>
                    <a:pt x="726" y="406"/>
                  </a:cubicBezTo>
                  <a:cubicBezTo>
                    <a:pt x="726" y="406"/>
                    <a:pt x="730" y="402"/>
                    <a:pt x="733" y="398"/>
                  </a:cubicBezTo>
                  <a:cubicBezTo>
                    <a:pt x="733" y="398"/>
                    <a:pt x="733" y="398"/>
                    <a:pt x="733" y="398"/>
                  </a:cubicBezTo>
                  <a:cubicBezTo>
                    <a:pt x="735" y="396"/>
                    <a:pt x="736" y="394"/>
                    <a:pt x="737" y="393"/>
                  </a:cubicBezTo>
                  <a:cubicBezTo>
                    <a:pt x="740" y="390"/>
                    <a:pt x="745" y="392"/>
                    <a:pt x="745" y="396"/>
                  </a:cubicBezTo>
                  <a:cubicBezTo>
                    <a:pt x="746" y="400"/>
                    <a:pt x="741" y="404"/>
                    <a:pt x="740" y="413"/>
                  </a:cubicBezTo>
                  <a:cubicBezTo>
                    <a:pt x="739" y="422"/>
                    <a:pt x="746" y="424"/>
                    <a:pt x="748" y="422"/>
                  </a:cubicBezTo>
                  <a:cubicBezTo>
                    <a:pt x="748" y="421"/>
                    <a:pt x="748" y="421"/>
                    <a:pt x="748" y="421"/>
                  </a:cubicBezTo>
                  <a:cubicBezTo>
                    <a:pt x="749" y="420"/>
                    <a:pt x="750" y="419"/>
                    <a:pt x="751" y="417"/>
                  </a:cubicBezTo>
                  <a:cubicBezTo>
                    <a:pt x="750" y="417"/>
                    <a:pt x="750" y="417"/>
                    <a:pt x="750" y="417"/>
                  </a:cubicBezTo>
                  <a:cubicBezTo>
                    <a:pt x="752" y="414"/>
                    <a:pt x="755" y="411"/>
                    <a:pt x="755" y="410"/>
                  </a:cubicBezTo>
                  <a:cubicBezTo>
                    <a:pt x="755" y="410"/>
                    <a:pt x="754" y="410"/>
                    <a:pt x="754" y="410"/>
                  </a:cubicBezTo>
                  <a:cubicBezTo>
                    <a:pt x="755" y="410"/>
                    <a:pt x="755" y="410"/>
                    <a:pt x="755" y="410"/>
                  </a:cubicBezTo>
                  <a:cubicBezTo>
                    <a:pt x="755" y="409"/>
                    <a:pt x="755" y="409"/>
                    <a:pt x="755" y="409"/>
                  </a:cubicBezTo>
                  <a:cubicBezTo>
                    <a:pt x="755" y="407"/>
                    <a:pt x="752" y="408"/>
                    <a:pt x="751" y="402"/>
                  </a:cubicBezTo>
                  <a:cubicBezTo>
                    <a:pt x="751" y="400"/>
                    <a:pt x="752" y="399"/>
                    <a:pt x="752" y="398"/>
                  </a:cubicBezTo>
                  <a:cubicBezTo>
                    <a:pt x="751" y="398"/>
                    <a:pt x="751" y="398"/>
                    <a:pt x="751" y="398"/>
                  </a:cubicBezTo>
                  <a:cubicBezTo>
                    <a:pt x="753" y="394"/>
                    <a:pt x="758" y="391"/>
                    <a:pt x="759" y="393"/>
                  </a:cubicBezTo>
                  <a:cubicBezTo>
                    <a:pt x="762" y="395"/>
                    <a:pt x="778" y="390"/>
                    <a:pt x="785" y="386"/>
                  </a:cubicBezTo>
                  <a:cubicBezTo>
                    <a:pt x="785" y="386"/>
                    <a:pt x="786" y="386"/>
                    <a:pt x="786" y="385"/>
                  </a:cubicBezTo>
                  <a:cubicBezTo>
                    <a:pt x="786" y="385"/>
                    <a:pt x="786" y="385"/>
                    <a:pt x="786" y="385"/>
                  </a:cubicBezTo>
                  <a:cubicBezTo>
                    <a:pt x="789" y="383"/>
                    <a:pt x="791" y="381"/>
                    <a:pt x="793" y="379"/>
                  </a:cubicBezTo>
                  <a:cubicBezTo>
                    <a:pt x="793" y="379"/>
                    <a:pt x="793" y="379"/>
                    <a:pt x="793" y="379"/>
                  </a:cubicBezTo>
                  <a:cubicBezTo>
                    <a:pt x="795" y="376"/>
                    <a:pt x="797" y="373"/>
                    <a:pt x="798" y="371"/>
                  </a:cubicBezTo>
                  <a:cubicBezTo>
                    <a:pt x="799" y="371"/>
                    <a:pt x="799" y="371"/>
                    <a:pt x="799" y="371"/>
                  </a:cubicBezTo>
                  <a:cubicBezTo>
                    <a:pt x="800" y="369"/>
                    <a:pt x="801" y="367"/>
                    <a:pt x="803" y="366"/>
                  </a:cubicBezTo>
                  <a:cubicBezTo>
                    <a:pt x="804" y="365"/>
                    <a:pt x="807" y="362"/>
                    <a:pt x="810" y="359"/>
                  </a:cubicBezTo>
                  <a:cubicBezTo>
                    <a:pt x="810" y="359"/>
                    <a:pt x="810" y="359"/>
                    <a:pt x="810" y="359"/>
                  </a:cubicBezTo>
                  <a:cubicBezTo>
                    <a:pt x="812" y="357"/>
                    <a:pt x="815" y="354"/>
                    <a:pt x="817" y="351"/>
                  </a:cubicBezTo>
                  <a:cubicBezTo>
                    <a:pt x="817" y="351"/>
                    <a:pt x="817" y="351"/>
                    <a:pt x="817" y="351"/>
                  </a:cubicBezTo>
                  <a:cubicBezTo>
                    <a:pt x="820" y="348"/>
                    <a:pt x="822" y="345"/>
                    <a:pt x="822" y="342"/>
                  </a:cubicBezTo>
                  <a:cubicBezTo>
                    <a:pt x="821" y="342"/>
                    <a:pt x="821" y="341"/>
                    <a:pt x="821" y="340"/>
                  </a:cubicBezTo>
                  <a:cubicBezTo>
                    <a:pt x="820" y="340"/>
                    <a:pt x="820" y="340"/>
                    <a:pt x="820" y="340"/>
                  </a:cubicBezTo>
                  <a:cubicBezTo>
                    <a:pt x="820" y="337"/>
                    <a:pt x="820" y="335"/>
                    <a:pt x="820" y="332"/>
                  </a:cubicBezTo>
                  <a:cubicBezTo>
                    <a:pt x="821" y="332"/>
                    <a:pt x="821" y="332"/>
                    <a:pt x="821" y="332"/>
                  </a:cubicBezTo>
                  <a:cubicBezTo>
                    <a:pt x="821" y="328"/>
                    <a:pt x="820" y="324"/>
                    <a:pt x="819" y="320"/>
                  </a:cubicBezTo>
                  <a:cubicBezTo>
                    <a:pt x="818" y="320"/>
                    <a:pt x="818" y="320"/>
                    <a:pt x="818" y="320"/>
                  </a:cubicBezTo>
                  <a:cubicBezTo>
                    <a:pt x="817" y="320"/>
                    <a:pt x="817" y="320"/>
                    <a:pt x="817" y="319"/>
                  </a:cubicBezTo>
                  <a:cubicBezTo>
                    <a:pt x="816" y="317"/>
                    <a:pt x="815" y="315"/>
                    <a:pt x="813" y="313"/>
                  </a:cubicBezTo>
                  <a:cubicBezTo>
                    <a:pt x="815" y="313"/>
                    <a:pt x="815" y="313"/>
                    <a:pt x="815" y="313"/>
                  </a:cubicBezTo>
                  <a:cubicBezTo>
                    <a:pt x="812" y="308"/>
                    <a:pt x="809" y="304"/>
                    <a:pt x="807" y="302"/>
                  </a:cubicBezTo>
                  <a:cubicBezTo>
                    <a:pt x="807" y="302"/>
                    <a:pt x="807" y="301"/>
                    <a:pt x="807" y="301"/>
                  </a:cubicBezTo>
                  <a:cubicBezTo>
                    <a:pt x="806" y="301"/>
                    <a:pt x="806" y="301"/>
                    <a:pt x="806" y="301"/>
                  </a:cubicBezTo>
                  <a:cubicBezTo>
                    <a:pt x="807" y="299"/>
                    <a:pt x="815" y="298"/>
                    <a:pt x="819" y="293"/>
                  </a:cubicBezTo>
                  <a:cubicBezTo>
                    <a:pt x="819" y="293"/>
                    <a:pt x="819" y="293"/>
                    <a:pt x="819" y="293"/>
                  </a:cubicBezTo>
                  <a:cubicBezTo>
                    <a:pt x="820" y="293"/>
                    <a:pt x="820" y="293"/>
                    <a:pt x="821" y="292"/>
                  </a:cubicBezTo>
                  <a:cubicBezTo>
                    <a:pt x="826" y="287"/>
                    <a:pt x="821" y="282"/>
                    <a:pt x="818" y="283"/>
                  </a:cubicBezTo>
                  <a:cubicBezTo>
                    <a:pt x="816" y="284"/>
                    <a:pt x="809" y="285"/>
                    <a:pt x="807" y="285"/>
                  </a:cubicBezTo>
                  <a:cubicBezTo>
                    <a:pt x="805" y="284"/>
                    <a:pt x="804" y="283"/>
                    <a:pt x="803" y="282"/>
                  </a:cubicBezTo>
                  <a:cubicBezTo>
                    <a:pt x="801" y="282"/>
                    <a:pt x="801" y="282"/>
                    <a:pt x="801" y="282"/>
                  </a:cubicBezTo>
                  <a:cubicBezTo>
                    <a:pt x="800" y="281"/>
                    <a:pt x="799" y="280"/>
                    <a:pt x="798" y="278"/>
                  </a:cubicBezTo>
                  <a:cubicBezTo>
                    <a:pt x="796" y="277"/>
                    <a:pt x="796" y="275"/>
                    <a:pt x="796" y="274"/>
                  </a:cubicBezTo>
                  <a:cubicBezTo>
                    <a:pt x="797" y="274"/>
                    <a:pt x="797" y="274"/>
                    <a:pt x="797" y="274"/>
                  </a:cubicBezTo>
                  <a:cubicBezTo>
                    <a:pt x="798" y="273"/>
                    <a:pt x="798" y="271"/>
                    <a:pt x="800" y="270"/>
                  </a:cubicBezTo>
                  <a:cubicBezTo>
                    <a:pt x="800" y="270"/>
                    <a:pt x="801" y="270"/>
                    <a:pt x="801" y="270"/>
                  </a:cubicBezTo>
                  <a:cubicBezTo>
                    <a:pt x="802" y="270"/>
                    <a:pt x="803" y="270"/>
                    <a:pt x="805" y="269"/>
                  </a:cubicBezTo>
                  <a:cubicBezTo>
                    <a:pt x="807" y="267"/>
                    <a:pt x="810" y="265"/>
                    <a:pt x="812" y="262"/>
                  </a:cubicBezTo>
                  <a:cubicBezTo>
                    <a:pt x="812" y="262"/>
                    <a:pt x="812" y="262"/>
                    <a:pt x="812" y="262"/>
                  </a:cubicBezTo>
                  <a:cubicBezTo>
                    <a:pt x="812" y="262"/>
                    <a:pt x="813" y="262"/>
                    <a:pt x="813" y="261"/>
                  </a:cubicBezTo>
                  <a:cubicBezTo>
                    <a:pt x="816" y="258"/>
                    <a:pt x="821" y="256"/>
                    <a:pt x="819" y="259"/>
                  </a:cubicBezTo>
                  <a:cubicBezTo>
                    <a:pt x="818" y="262"/>
                    <a:pt x="814" y="272"/>
                    <a:pt x="818" y="273"/>
                  </a:cubicBezTo>
                  <a:cubicBezTo>
                    <a:pt x="820" y="273"/>
                    <a:pt x="822" y="272"/>
                    <a:pt x="825" y="270"/>
                  </a:cubicBezTo>
                  <a:cubicBezTo>
                    <a:pt x="827" y="269"/>
                    <a:pt x="829" y="267"/>
                    <a:pt x="831" y="266"/>
                  </a:cubicBezTo>
                  <a:cubicBezTo>
                    <a:pt x="832" y="265"/>
                    <a:pt x="833" y="265"/>
                    <a:pt x="833" y="265"/>
                  </a:cubicBezTo>
                  <a:cubicBezTo>
                    <a:pt x="835" y="265"/>
                    <a:pt x="837" y="273"/>
                    <a:pt x="836" y="276"/>
                  </a:cubicBezTo>
                  <a:cubicBezTo>
                    <a:pt x="834" y="280"/>
                    <a:pt x="834" y="286"/>
                    <a:pt x="836" y="285"/>
                  </a:cubicBezTo>
                  <a:cubicBezTo>
                    <a:pt x="836" y="285"/>
                    <a:pt x="837" y="285"/>
                    <a:pt x="837" y="284"/>
                  </a:cubicBezTo>
                  <a:cubicBezTo>
                    <a:pt x="838" y="284"/>
                    <a:pt x="840" y="283"/>
                    <a:pt x="841" y="282"/>
                  </a:cubicBezTo>
                  <a:cubicBezTo>
                    <a:pt x="841" y="282"/>
                    <a:pt x="841" y="282"/>
                    <a:pt x="841" y="282"/>
                  </a:cubicBezTo>
                  <a:cubicBezTo>
                    <a:pt x="842" y="281"/>
                    <a:pt x="843" y="280"/>
                    <a:pt x="843" y="281"/>
                  </a:cubicBezTo>
                  <a:cubicBezTo>
                    <a:pt x="844" y="283"/>
                    <a:pt x="849" y="286"/>
                    <a:pt x="846" y="293"/>
                  </a:cubicBezTo>
                  <a:cubicBezTo>
                    <a:pt x="844" y="299"/>
                    <a:pt x="839" y="302"/>
                    <a:pt x="845" y="306"/>
                  </a:cubicBezTo>
                  <a:cubicBezTo>
                    <a:pt x="849" y="309"/>
                    <a:pt x="851" y="308"/>
                    <a:pt x="854" y="306"/>
                  </a:cubicBezTo>
                  <a:cubicBezTo>
                    <a:pt x="855" y="305"/>
                    <a:pt x="857" y="304"/>
                    <a:pt x="858" y="303"/>
                  </a:cubicBezTo>
                  <a:cubicBezTo>
                    <a:pt x="859" y="303"/>
                    <a:pt x="860" y="302"/>
                    <a:pt x="860" y="301"/>
                  </a:cubicBezTo>
                  <a:cubicBezTo>
                    <a:pt x="860" y="301"/>
                    <a:pt x="860" y="301"/>
                    <a:pt x="860" y="301"/>
                  </a:cubicBezTo>
                  <a:cubicBezTo>
                    <a:pt x="861" y="299"/>
                    <a:pt x="862" y="296"/>
                    <a:pt x="863" y="293"/>
                  </a:cubicBezTo>
                  <a:cubicBezTo>
                    <a:pt x="863" y="293"/>
                    <a:pt x="863" y="293"/>
                    <a:pt x="863" y="293"/>
                  </a:cubicBezTo>
                  <a:cubicBezTo>
                    <a:pt x="864" y="289"/>
                    <a:pt x="865" y="285"/>
                    <a:pt x="863" y="283"/>
                  </a:cubicBezTo>
                  <a:cubicBezTo>
                    <a:pt x="863" y="283"/>
                    <a:pt x="863" y="282"/>
                    <a:pt x="863" y="282"/>
                  </a:cubicBezTo>
                  <a:cubicBezTo>
                    <a:pt x="861" y="282"/>
                    <a:pt x="861" y="282"/>
                    <a:pt x="861" y="282"/>
                  </a:cubicBezTo>
                  <a:cubicBezTo>
                    <a:pt x="860" y="279"/>
                    <a:pt x="858" y="277"/>
                    <a:pt x="856" y="274"/>
                  </a:cubicBezTo>
                  <a:cubicBezTo>
                    <a:pt x="858" y="274"/>
                    <a:pt x="858" y="274"/>
                    <a:pt x="858" y="274"/>
                  </a:cubicBezTo>
                  <a:cubicBezTo>
                    <a:pt x="856" y="271"/>
                    <a:pt x="855" y="269"/>
                    <a:pt x="855" y="268"/>
                  </a:cubicBezTo>
                  <a:cubicBezTo>
                    <a:pt x="855" y="267"/>
                    <a:pt x="855" y="267"/>
                    <a:pt x="856" y="266"/>
                  </a:cubicBezTo>
                  <a:cubicBezTo>
                    <a:pt x="858" y="265"/>
                    <a:pt x="861" y="265"/>
                    <a:pt x="862" y="263"/>
                  </a:cubicBezTo>
                  <a:cubicBezTo>
                    <a:pt x="863" y="263"/>
                    <a:pt x="863" y="263"/>
                    <a:pt x="864" y="262"/>
                  </a:cubicBezTo>
                  <a:cubicBezTo>
                    <a:pt x="863" y="262"/>
                    <a:pt x="863" y="262"/>
                    <a:pt x="863" y="262"/>
                  </a:cubicBezTo>
                  <a:cubicBezTo>
                    <a:pt x="864" y="262"/>
                    <a:pt x="864" y="261"/>
                    <a:pt x="864" y="261"/>
                  </a:cubicBezTo>
                  <a:cubicBezTo>
                    <a:pt x="864" y="258"/>
                    <a:pt x="865" y="256"/>
                    <a:pt x="866" y="255"/>
                  </a:cubicBezTo>
                  <a:cubicBezTo>
                    <a:pt x="867" y="255"/>
                    <a:pt x="867" y="255"/>
                    <a:pt x="867" y="255"/>
                  </a:cubicBezTo>
                  <a:cubicBezTo>
                    <a:pt x="868" y="253"/>
                    <a:pt x="870" y="251"/>
                    <a:pt x="872" y="250"/>
                  </a:cubicBezTo>
                  <a:cubicBezTo>
                    <a:pt x="872" y="250"/>
                    <a:pt x="872" y="250"/>
                    <a:pt x="872" y="250"/>
                  </a:cubicBezTo>
                  <a:cubicBezTo>
                    <a:pt x="872" y="250"/>
                    <a:pt x="872" y="250"/>
                    <a:pt x="872" y="250"/>
                  </a:cubicBezTo>
                  <a:cubicBezTo>
                    <a:pt x="874" y="248"/>
                    <a:pt x="877" y="245"/>
                    <a:pt x="879" y="243"/>
                  </a:cubicBezTo>
                  <a:cubicBezTo>
                    <a:pt x="880" y="243"/>
                    <a:pt x="880" y="243"/>
                    <a:pt x="880" y="244"/>
                  </a:cubicBezTo>
                  <a:cubicBezTo>
                    <a:pt x="882" y="246"/>
                    <a:pt x="889" y="248"/>
                    <a:pt x="893" y="246"/>
                  </a:cubicBezTo>
                  <a:cubicBezTo>
                    <a:pt x="893" y="246"/>
                    <a:pt x="894" y="245"/>
                    <a:pt x="894" y="245"/>
                  </a:cubicBezTo>
                  <a:cubicBezTo>
                    <a:pt x="894" y="244"/>
                    <a:pt x="895" y="244"/>
                    <a:pt x="896" y="243"/>
                  </a:cubicBezTo>
                  <a:cubicBezTo>
                    <a:pt x="895" y="243"/>
                    <a:pt x="895" y="243"/>
                    <a:pt x="895" y="243"/>
                  </a:cubicBezTo>
                  <a:cubicBezTo>
                    <a:pt x="897" y="241"/>
                    <a:pt x="900" y="238"/>
                    <a:pt x="903" y="235"/>
                  </a:cubicBezTo>
                  <a:cubicBezTo>
                    <a:pt x="903" y="235"/>
                    <a:pt x="903" y="235"/>
                    <a:pt x="903" y="235"/>
                  </a:cubicBezTo>
                  <a:cubicBezTo>
                    <a:pt x="907" y="231"/>
                    <a:pt x="911" y="227"/>
                    <a:pt x="915" y="224"/>
                  </a:cubicBezTo>
                  <a:cubicBezTo>
                    <a:pt x="915" y="224"/>
                    <a:pt x="915" y="224"/>
                    <a:pt x="915" y="224"/>
                  </a:cubicBezTo>
                  <a:cubicBezTo>
                    <a:pt x="915" y="223"/>
                    <a:pt x="916" y="222"/>
                    <a:pt x="917" y="222"/>
                  </a:cubicBezTo>
                  <a:cubicBezTo>
                    <a:pt x="919" y="220"/>
                    <a:pt x="921" y="218"/>
                    <a:pt x="922" y="216"/>
                  </a:cubicBezTo>
                  <a:cubicBezTo>
                    <a:pt x="923" y="216"/>
                    <a:pt x="923" y="216"/>
                    <a:pt x="923" y="216"/>
                  </a:cubicBezTo>
                  <a:cubicBezTo>
                    <a:pt x="925" y="212"/>
                    <a:pt x="927" y="208"/>
                    <a:pt x="929" y="204"/>
                  </a:cubicBezTo>
                  <a:cubicBezTo>
                    <a:pt x="928" y="204"/>
                    <a:pt x="928" y="204"/>
                    <a:pt x="928" y="204"/>
                  </a:cubicBezTo>
                  <a:cubicBezTo>
                    <a:pt x="928" y="202"/>
                    <a:pt x="929" y="200"/>
                    <a:pt x="929" y="198"/>
                  </a:cubicBezTo>
                  <a:cubicBezTo>
                    <a:pt x="930" y="198"/>
                    <a:pt x="930" y="197"/>
                    <a:pt x="930" y="196"/>
                  </a:cubicBezTo>
                  <a:cubicBezTo>
                    <a:pt x="931" y="196"/>
                    <a:pt x="931" y="196"/>
                    <a:pt x="931" y="196"/>
                  </a:cubicBezTo>
                  <a:cubicBezTo>
                    <a:pt x="932" y="192"/>
                    <a:pt x="933" y="188"/>
                    <a:pt x="934" y="185"/>
                  </a:cubicBezTo>
                  <a:cubicBezTo>
                    <a:pt x="933" y="185"/>
                    <a:pt x="933" y="185"/>
                    <a:pt x="933" y="185"/>
                  </a:cubicBezTo>
                  <a:cubicBezTo>
                    <a:pt x="934" y="183"/>
                    <a:pt x="934" y="181"/>
                    <a:pt x="933" y="178"/>
                  </a:cubicBezTo>
                  <a:cubicBezTo>
                    <a:pt x="936" y="187"/>
                    <a:pt x="937" y="193"/>
                    <a:pt x="936" y="199"/>
                  </a:cubicBezTo>
                  <a:cubicBezTo>
                    <a:pt x="936" y="205"/>
                    <a:pt x="936" y="219"/>
                    <a:pt x="937" y="221"/>
                  </a:cubicBezTo>
                  <a:cubicBezTo>
                    <a:pt x="938" y="222"/>
                    <a:pt x="942" y="227"/>
                    <a:pt x="945" y="225"/>
                  </a:cubicBezTo>
                  <a:cubicBezTo>
                    <a:pt x="945" y="225"/>
                    <a:pt x="945" y="225"/>
                    <a:pt x="945" y="225"/>
                  </a:cubicBezTo>
                  <a:cubicBezTo>
                    <a:pt x="945" y="225"/>
                    <a:pt x="946" y="225"/>
                    <a:pt x="946" y="225"/>
                  </a:cubicBezTo>
                  <a:cubicBezTo>
                    <a:pt x="946" y="225"/>
                    <a:pt x="946" y="224"/>
                    <a:pt x="947" y="224"/>
                  </a:cubicBezTo>
                  <a:cubicBezTo>
                    <a:pt x="946" y="224"/>
                    <a:pt x="946" y="224"/>
                    <a:pt x="946" y="224"/>
                  </a:cubicBezTo>
                  <a:cubicBezTo>
                    <a:pt x="946" y="222"/>
                    <a:pt x="945" y="219"/>
                    <a:pt x="945" y="216"/>
                  </a:cubicBezTo>
                  <a:cubicBezTo>
                    <a:pt x="946" y="216"/>
                    <a:pt x="946" y="216"/>
                    <a:pt x="946" y="216"/>
                  </a:cubicBezTo>
                  <a:cubicBezTo>
                    <a:pt x="945" y="213"/>
                    <a:pt x="945" y="211"/>
                    <a:pt x="945" y="210"/>
                  </a:cubicBezTo>
                  <a:cubicBezTo>
                    <a:pt x="945" y="208"/>
                    <a:pt x="947" y="206"/>
                    <a:pt x="948" y="204"/>
                  </a:cubicBezTo>
                  <a:cubicBezTo>
                    <a:pt x="948" y="204"/>
                    <a:pt x="948" y="204"/>
                    <a:pt x="948" y="204"/>
                  </a:cubicBezTo>
                  <a:cubicBezTo>
                    <a:pt x="949" y="204"/>
                    <a:pt x="949" y="204"/>
                    <a:pt x="949" y="204"/>
                  </a:cubicBezTo>
                  <a:cubicBezTo>
                    <a:pt x="950" y="203"/>
                    <a:pt x="950" y="200"/>
                    <a:pt x="950" y="196"/>
                  </a:cubicBezTo>
                  <a:cubicBezTo>
                    <a:pt x="951" y="196"/>
                    <a:pt x="951" y="196"/>
                    <a:pt x="951" y="196"/>
                  </a:cubicBezTo>
                  <a:cubicBezTo>
                    <a:pt x="950" y="194"/>
                    <a:pt x="949" y="190"/>
                    <a:pt x="948" y="188"/>
                  </a:cubicBezTo>
                  <a:cubicBezTo>
                    <a:pt x="947" y="187"/>
                    <a:pt x="946" y="186"/>
                    <a:pt x="945" y="185"/>
                  </a:cubicBezTo>
                  <a:cubicBezTo>
                    <a:pt x="944" y="185"/>
                    <a:pt x="944" y="185"/>
                    <a:pt x="944" y="185"/>
                  </a:cubicBezTo>
                  <a:cubicBezTo>
                    <a:pt x="942" y="183"/>
                    <a:pt x="942" y="182"/>
                    <a:pt x="943" y="182"/>
                  </a:cubicBezTo>
                  <a:cubicBezTo>
                    <a:pt x="944" y="182"/>
                    <a:pt x="946" y="179"/>
                    <a:pt x="946" y="177"/>
                  </a:cubicBezTo>
                  <a:cubicBezTo>
                    <a:pt x="947" y="177"/>
                    <a:pt x="947" y="177"/>
                    <a:pt x="947" y="177"/>
                  </a:cubicBezTo>
                  <a:cubicBezTo>
                    <a:pt x="947" y="176"/>
                    <a:pt x="947" y="175"/>
                    <a:pt x="947" y="175"/>
                  </a:cubicBezTo>
                  <a:cubicBezTo>
                    <a:pt x="945" y="174"/>
                    <a:pt x="946" y="170"/>
                    <a:pt x="943" y="171"/>
                  </a:cubicBezTo>
                  <a:cubicBezTo>
                    <a:pt x="941" y="171"/>
                    <a:pt x="937" y="171"/>
                    <a:pt x="935" y="173"/>
                  </a:cubicBezTo>
                  <a:cubicBezTo>
                    <a:pt x="934" y="173"/>
                    <a:pt x="934" y="173"/>
                    <a:pt x="933" y="174"/>
                  </a:cubicBezTo>
                  <a:cubicBezTo>
                    <a:pt x="932" y="170"/>
                    <a:pt x="929" y="167"/>
                    <a:pt x="925" y="167"/>
                  </a:cubicBezTo>
                  <a:cubicBezTo>
                    <a:pt x="921" y="168"/>
                    <a:pt x="918" y="171"/>
                    <a:pt x="914" y="171"/>
                  </a:cubicBezTo>
                  <a:cubicBezTo>
                    <a:pt x="911" y="171"/>
                    <a:pt x="912" y="168"/>
                    <a:pt x="912" y="165"/>
                  </a:cubicBezTo>
                  <a:cubicBezTo>
                    <a:pt x="911" y="165"/>
                    <a:pt x="911" y="165"/>
                    <a:pt x="911" y="165"/>
                  </a:cubicBezTo>
                  <a:cubicBezTo>
                    <a:pt x="911" y="164"/>
                    <a:pt x="911" y="163"/>
                    <a:pt x="910" y="163"/>
                  </a:cubicBezTo>
                  <a:cubicBezTo>
                    <a:pt x="909" y="163"/>
                    <a:pt x="907" y="165"/>
                    <a:pt x="905" y="167"/>
                  </a:cubicBezTo>
                  <a:cubicBezTo>
                    <a:pt x="904" y="167"/>
                    <a:pt x="903" y="168"/>
                    <a:pt x="902" y="166"/>
                  </a:cubicBezTo>
                  <a:cubicBezTo>
                    <a:pt x="902" y="166"/>
                    <a:pt x="902" y="166"/>
                    <a:pt x="902" y="165"/>
                  </a:cubicBezTo>
                  <a:cubicBezTo>
                    <a:pt x="901" y="165"/>
                    <a:pt x="901" y="165"/>
                    <a:pt x="901" y="165"/>
                  </a:cubicBezTo>
                  <a:cubicBezTo>
                    <a:pt x="901" y="162"/>
                    <a:pt x="909" y="157"/>
                    <a:pt x="916" y="154"/>
                  </a:cubicBezTo>
                  <a:cubicBezTo>
                    <a:pt x="916" y="154"/>
                    <a:pt x="917" y="153"/>
                    <a:pt x="919" y="153"/>
                  </a:cubicBezTo>
                  <a:cubicBezTo>
                    <a:pt x="921" y="151"/>
                    <a:pt x="924" y="149"/>
                    <a:pt x="926" y="146"/>
                  </a:cubicBezTo>
                  <a:cubicBezTo>
                    <a:pt x="926" y="146"/>
                    <a:pt x="926" y="146"/>
                    <a:pt x="926" y="146"/>
                  </a:cubicBezTo>
                  <a:cubicBezTo>
                    <a:pt x="929" y="143"/>
                    <a:pt x="931" y="141"/>
                    <a:pt x="934" y="138"/>
                  </a:cubicBezTo>
                  <a:cubicBezTo>
                    <a:pt x="934" y="138"/>
                    <a:pt x="934" y="138"/>
                    <a:pt x="934" y="138"/>
                  </a:cubicBezTo>
                  <a:cubicBezTo>
                    <a:pt x="936" y="137"/>
                    <a:pt x="937" y="135"/>
                    <a:pt x="939" y="134"/>
                  </a:cubicBezTo>
                  <a:cubicBezTo>
                    <a:pt x="939" y="134"/>
                    <a:pt x="940" y="134"/>
                    <a:pt x="940" y="134"/>
                  </a:cubicBezTo>
                  <a:cubicBezTo>
                    <a:pt x="945" y="133"/>
                    <a:pt x="958" y="135"/>
                    <a:pt x="969" y="134"/>
                  </a:cubicBezTo>
                  <a:cubicBezTo>
                    <a:pt x="980" y="134"/>
                    <a:pt x="983" y="129"/>
                    <a:pt x="987" y="131"/>
                  </a:cubicBezTo>
                  <a:cubicBezTo>
                    <a:pt x="990" y="134"/>
                    <a:pt x="998" y="138"/>
                    <a:pt x="1002" y="137"/>
                  </a:cubicBezTo>
                  <a:cubicBezTo>
                    <a:pt x="1004" y="137"/>
                    <a:pt x="1005" y="137"/>
                    <a:pt x="1006" y="136"/>
                  </a:cubicBezTo>
                  <a:cubicBezTo>
                    <a:pt x="1007" y="136"/>
                    <a:pt x="1008" y="134"/>
                    <a:pt x="1012" y="131"/>
                  </a:cubicBezTo>
                  <a:cubicBezTo>
                    <a:pt x="1014" y="129"/>
                    <a:pt x="1016" y="128"/>
                    <a:pt x="1018" y="127"/>
                  </a:cubicBezTo>
                  <a:cubicBezTo>
                    <a:pt x="1018" y="127"/>
                    <a:pt x="1018" y="127"/>
                    <a:pt x="1018" y="127"/>
                  </a:cubicBezTo>
                  <a:cubicBezTo>
                    <a:pt x="1022" y="124"/>
                    <a:pt x="1025" y="122"/>
                    <a:pt x="1027" y="119"/>
                  </a:cubicBezTo>
                  <a:cubicBezTo>
                    <a:pt x="1028" y="119"/>
                    <a:pt x="1028" y="119"/>
                    <a:pt x="1028" y="119"/>
                  </a:cubicBezTo>
                  <a:cubicBezTo>
                    <a:pt x="1028" y="118"/>
                    <a:pt x="1029" y="118"/>
                    <a:pt x="1029" y="117"/>
                  </a:cubicBezTo>
                  <a:cubicBezTo>
                    <a:pt x="1030" y="116"/>
                    <a:pt x="1031" y="115"/>
                    <a:pt x="1032" y="114"/>
                  </a:cubicBezTo>
                  <a:cubicBezTo>
                    <a:pt x="1037" y="112"/>
                    <a:pt x="1041" y="111"/>
                    <a:pt x="1042" y="114"/>
                  </a:cubicBezTo>
                  <a:cubicBezTo>
                    <a:pt x="1042" y="119"/>
                    <a:pt x="1041" y="124"/>
                    <a:pt x="1045" y="124"/>
                  </a:cubicBezTo>
                  <a:cubicBezTo>
                    <a:pt x="1049" y="124"/>
                    <a:pt x="1055" y="119"/>
                    <a:pt x="1060" y="117"/>
                  </a:cubicBezTo>
                  <a:cubicBezTo>
                    <a:pt x="1063" y="115"/>
                    <a:pt x="1065" y="114"/>
                    <a:pt x="1067" y="113"/>
                  </a:cubicBezTo>
                  <a:cubicBezTo>
                    <a:pt x="1067" y="112"/>
                    <a:pt x="1068" y="112"/>
                    <a:pt x="1068" y="112"/>
                  </a:cubicBezTo>
                  <a:cubicBezTo>
                    <a:pt x="1066" y="114"/>
                    <a:pt x="1049" y="127"/>
                    <a:pt x="1044" y="131"/>
                  </a:cubicBezTo>
                  <a:cubicBezTo>
                    <a:pt x="1040" y="133"/>
                    <a:pt x="1034" y="135"/>
                    <a:pt x="1029" y="138"/>
                  </a:cubicBezTo>
                  <a:cubicBezTo>
                    <a:pt x="1029" y="138"/>
                    <a:pt x="1029" y="138"/>
                    <a:pt x="1029" y="138"/>
                  </a:cubicBezTo>
                  <a:cubicBezTo>
                    <a:pt x="1026" y="140"/>
                    <a:pt x="1023" y="142"/>
                    <a:pt x="1021" y="144"/>
                  </a:cubicBezTo>
                  <a:cubicBezTo>
                    <a:pt x="1016" y="151"/>
                    <a:pt x="1013" y="154"/>
                    <a:pt x="1014" y="161"/>
                  </a:cubicBezTo>
                  <a:cubicBezTo>
                    <a:pt x="1014" y="169"/>
                    <a:pt x="1023" y="179"/>
                    <a:pt x="1019" y="186"/>
                  </a:cubicBezTo>
                  <a:cubicBezTo>
                    <a:pt x="1015" y="193"/>
                    <a:pt x="1013" y="203"/>
                    <a:pt x="1013" y="203"/>
                  </a:cubicBezTo>
                  <a:cubicBezTo>
                    <a:pt x="1013" y="203"/>
                    <a:pt x="1015" y="200"/>
                    <a:pt x="1018" y="196"/>
                  </a:cubicBezTo>
                  <a:cubicBezTo>
                    <a:pt x="1019" y="196"/>
                    <a:pt x="1019" y="196"/>
                    <a:pt x="1019" y="196"/>
                  </a:cubicBezTo>
                  <a:cubicBezTo>
                    <a:pt x="1021" y="193"/>
                    <a:pt x="1025" y="189"/>
                    <a:pt x="1029" y="186"/>
                  </a:cubicBezTo>
                  <a:cubicBezTo>
                    <a:pt x="1029" y="186"/>
                    <a:pt x="1030" y="185"/>
                    <a:pt x="1030" y="185"/>
                  </a:cubicBezTo>
                  <a:cubicBezTo>
                    <a:pt x="1030" y="185"/>
                    <a:pt x="1030" y="185"/>
                    <a:pt x="1030" y="185"/>
                  </a:cubicBezTo>
                  <a:cubicBezTo>
                    <a:pt x="1033" y="182"/>
                    <a:pt x="1035" y="180"/>
                    <a:pt x="1037" y="177"/>
                  </a:cubicBezTo>
                  <a:cubicBezTo>
                    <a:pt x="1038" y="177"/>
                    <a:pt x="1038" y="177"/>
                    <a:pt x="1038" y="177"/>
                  </a:cubicBezTo>
                  <a:cubicBezTo>
                    <a:pt x="1041" y="173"/>
                    <a:pt x="1044" y="169"/>
                    <a:pt x="1045" y="167"/>
                  </a:cubicBezTo>
                  <a:cubicBezTo>
                    <a:pt x="1046" y="167"/>
                    <a:pt x="1046" y="167"/>
                    <a:pt x="1046" y="166"/>
                  </a:cubicBezTo>
                  <a:cubicBezTo>
                    <a:pt x="1050" y="164"/>
                    <a:pt x="1056" y="163"/>
                    <a:pt x="1056" y="160"/>
                  </a:cubicBezTo>
                  <a:cubicBezTo>
                    <a:pt x="1056" y="159"/>
                    <a:pt x="1056" y="158"/>
                    <a:pt x="1056" y="158"/>
                  </a:cubicBezTo>
                  <a:cubicBezTo>
                    <a:pt x="1057" y="158"/>
                    <a:pt x="1057" y="158"/>
                    <a:pt x="1057" y="158"/>
                  </a:cubicBezTo>
                  <a:cubicBezTo>
                    <a:pt x="1058" y="154"/>
                    <a:pt x="1059" y="150"/>
                    <a:pt x="1061" y="146"/>
                  </a:cubicBezTo>
                  <a:cubicBezTo>
                    <a:pt x="1060" y="146"/>
                    <a:pt x="1060" y="146"/>
                    <a:pt x="1060" y="146"/>
                  </a:cubicBezTo>
                  <a:cubicBezTo>
                    <a:pt x="1060" y="146"/>
                    <a:pt x="1060" y="146"/>
                    <a:pt x="1060" y="146"/>
                  </a:cubicBezTo>
                  <a:cubicBezTo>
                    <a:pt x="1061" y="142"/>
                    <a:pt x="1059" y="142"/>
                    <a:pt x="1059" y="138"/>
                  </a:cubicBezTo>
                  <a:cubicBezTo>
                    <a:pt x="1060" y="138"/>
                    <a:pt x="1060" y="138"/>
                    <a:pt x="1060" y="138"/>
                  </a:cubicBezTo>
                  <a:cubicBezTo>
                    <a:pt x="1060" y="138"/>
                    <a:pt x="1061" y="137"/>
                    <a:pt x="1061" y="136"/>
                  </a:cubicBezTo>
                  <a:cubicBezTo>
                    <a:pt x="1063" y="132"/>
                    <a:pt x="1064" y="129"/>
                    <a:pt x="1067" y="127"/>
                  </a:cubicBezTo>
                  <a:cubicBezTo>
                    <a:pt x="1069" y="126"/>
                    <a:pt x="1072" y="126"/>
                    <a:pt x="1078" y="126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C7E19800-B19F-3FEC-1159-8BC1068C2E91}"/>
                </a:ext>
              </a:extLst>
            </p:cNvPr>
            <p:cNvSpPr txBox="1">
              <a:spLocks/>
            </p:cNvSpPr>
            <p:nvPr/>
          </p:nvSpPr>
          <p:spPr>
            <a:xfrm>
              <a:off x="1334537" y="2040969"/>
              <a:ext cx="772478" cy="783357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ct val="0"/>
                </a:spcBef>
                <a:buNone/>
                <a:defRPr/>
              </a:pPr>
              <a:endParaRPr lang="en-US" sz="1000">
                <a:solidFill>
                  <a:schemeClr val="bg1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Freeform 81">
              <a:extLst>
                <a:ext uri="{FF2B5EF4-FFF2-40B4-BE49-F238E27FC236}">
                  <a16:creationId xmlns:a16="http://schemas.microsoft.com/office/drawing/2014/main" id="{4E29A356-388F-53F6-EDD6-28C52A987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1067" y="1956974"/>
              <a:ext cx="625544" cy="400217"/>
            </a:xfrm>
            <a:custGeom>
              <a:avLst/>
              <a:gdLst>
                <a:gd name="T0" fmla="*/ 270 w 325"/>
                <a:gd name="T1" fmla="*/ 122 h 208"/>
                <a:gd name="T2" fmla="*/ 271 w 325"/>
                <a:gd name="T3" fmla="*/ 110 h 208"/>
                <a:gd name="T4" fmla="*/ 291 w 325"/>
                <a:gd name="T5" fmla="*/ 111 h 208"/>
                <a:gd name="T6" fmla="*/ 290 w 325"/>
                <a:gd name="T7" fmla="*/ 101 h 208"/>
                <a:gd name="T8" fmla="*/ 297 w 325"/>
                <a:gd name="T9" fmla="*/ 89 h 208"/>
                <a:gd name="T10" fmla="*/ 289 w 325"/>
                <a:gd name="T11" fmla="*/ 84 h 208"/>
                <a:gd name="T12" fmla="*/ 294 w 325"/>
                <a:gd name="T13" fmla="*/ 71 h 208"/>
                <a:gd name="T14" fmla="*/ 301 w 325"/>
                <a:gd name="T15" fmla="*/ 62 h 208"/>
                <a:gd name="T16" fmla="*/ 315 w 325"/>
                <a:gd name="T17" fmla="*/ 51 h 208"/>
                <a:gd name="T18" fmla="*/ 323 w 325"/>
                <a:gd name="T19" fmla="*/ 37 h 208"/>
                <a:gd name="T20" fmla="*/ 284 w 325"/>
                <a:gd name="T21" fmla="*/ 49 h 208"/>
                <a:gd name="T22" fmla="*/ 273 w 325"/>
                <a:gd name="T23" fmla="*/ 31 h 208"/>
                <a:gd name="T24" fmla="*/ 268 w 325"/>
                <a:gd name="T25" fmla="*/ 24 h 208"/>
                <a:gd name="T26" fmla="*/ 266 w 325"/>
                <a:gd name="T27" fmla="*/ 12 h 208"/>
                <a:gd name="T28" fmla="*/ 244 w 325"/>
                <a:gd name="T29" fmla="*/ 10 h 208"/>
                <a:gd name="T30" fmla="*/ 232 w 325"/>
                <a:gd name="T31" fmla="*/ 14 h 208"/>
                <a:gd name="T32" fmla="*/ 207 w 325"/>
                <a:gd name="T33" fmla="*/ 16 h 208"/>
                <a:gd name="T34" fmla="*/ 220 w 325"/>
                <a:gd name="T35" fmla="*/ 4 h 208"/>
                <a:gd name="T36" fmla="*/ 185 w 325"/>
                <a:gd name="T37" fmla="*/ 3 h 208"/>
                <a:gd name="T38" fmla="*/ 156 w 325"/>
                <a:gd name="T39" fmla="*/ 9 h 208"/>
                <a:gd name="T40" fmla="*/ 142 w 325"/>
                <a:gd name="T41" fmla="*/ 14 h 208"/>
                <a:gd name="T42" fmla="*/ 131 w 325"/>
                <a:gd name="T43" fmla="*/ 28 h 208"/>
                <a:gd name="T44" fmla="*/ 124 w 325"/>
                <a:gd name="T45" fmla="*/ 19 h 208"/>
                <a:gd name="T46" fmla="*/ 119 w 325"/>
                <a:gd name="T47" fmla="*/ 36 h 208"/>
                <a:gd name="T48" fmla="*/ 84 w 325"/>
                <a:gd name="T49" fmla="*/ 36 h 208"/>
                <a:gd name="T50" fmla="*/ 60 w 325"/>
                <a:gd name="T51" fmla="*/ 51 h 208"/>
                <a:gd name="T52" fmla="*/ 51 w 325"/>
                <a:gd name="T53" fmla="*/ 51 h 208"/>
                <a:gd name="T54" fmla="*/ 35 w 325"/>
                <a:gd name="T55" fmla="*/ 68 h 208"/>
                <a:gd name="T56" fmla="*/ 15 w 325"/>
                <a:gd name="T57" fmla="*/ 81 h 208"/>
                <a:gd name="T58" fmla="*/ 3 w 325"/>
                <a:gd name="T59" fmla="*/ 86 h 208"/>
                <a:gd name="T60" fmla="*/ 30 w 325"/>
                <a:gd name="T61" fmla="*/ 98 h 208"/>
                <a:gd name="T62" fmla="*/ 34 w 325"/>
                <a:gd name="T63" fmla="*/ 89 h 208"/>
                <a:gd name="T64" fmla="*/ 54 w 325"/>
                <a:gd name="T65" fmla="*/ 95 h 208"/>
                <a:gd name="T66" fmla="*/ 95 w 325"/>
                <a:gd name="T67" fmla="*/ 134 h 208"/>
                <a:gd name="T68" fmla="*/ 101 w 325"/>
                <a:gd name="T69" fmla="*/ 128 h 208"/>
                <a:gd name="T70" fmla="*/ 120 w 325"/>
                <a:gd name="T71" fmla="*/ 139 h 208"/>
                <a:gd name="T72" fmla="*/ 113 w 325"/>
                <a:gd name="T73" fmla="*/ 140 h 208"/>
                <a:gd name="T74" fmla="*/ 109 w 325"/>
                <a:gd name="T75" fmla="*/ 130 h 208"/>
                <a:gd name="T76" fmla="*/ 102 w 325"/>
                <a:gd name="T77" fmla="*/ 147 h 208"/>
                <a:gd name="T78" fmla="*/ 109 w 325"/>
                <a:gd name="T79" fmla="*/ 171 h 208"/>
                <a:gd name="T80" fmla="*/ 117 w 325"/>
                <a:gd name="T81" fmla="*/ 177 h 208"/>
                <a:gd name="T82" fmla="*/ 137 w 325"/>
                <a:gd name="T83" fmla="*/ 202 h 208"/>
                <a:gd name="T84" fmla="*/ 159 w 325"/>
                <a:gd name="T85" fmla="*/ 206 h 208"/>
                <a:gd name="T86" fmla="*/ 162 w 325"/>
                <a:gd name="T87" fmla="*/ 204 h 208"/>
                <a:gd name="T88" fmla="*/ 166 w 325"/>
                <a:gd name="T89" fmla="*/ 191 h 208"/>
                <a:gd name="T90" fmla="*/ 175 w 325"/>
                <a:gd name="T91" fmla="*/ 182 h 208"/>
                <a:gd name="T92" fmla="*/ 176 w 325"/>
                <a:gd name="T93" fmla="*/ 173 h 208"/>
                <a:gd name="T94" fmla="*/ 187 w 325"/>
                <a:gd name="T95" fmla="*/ 168 h 208"/>
                <a:gd name="T96" fmla="*/ 211 w 325"/>
                <a:gd name="T97" fmla="*/ 159 h 208"/>
                <a:gd name="T98" fmla="*/ 217 w 325"/>
                <a:gd name="T99" fmla="*/ 152 h 208"/>
                <a:gd name="T100" fmla="*/ 263 w 325"/>
                <a:gd name="T101" fmla="*/ 143 h 208"/>
                <a:gd name="T102" fmla="*/ 254 w 325"/>
                <a:gd name="T103" fmla="*/ 134 h 208"/>
                <a:gd name="T104" fmla="*/ 249 w 325"/>
                <a:gd name="T105" fmla="*/ 123 h 208"/>
                <a:gd name="T106" fmla="*/ 272 w 325"/>
                <a:gd name="T107" fmla="*/ 13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5" h="208">
                  <a:moveTo>
                    <a:pt x="274" y="128"/>
                  </a:moveTo>
                  <a:cubicBezTo>
                    <a:pt x="272" y="128"/>
                    <a:pt x="272" y="128"/>
                    <a:pt x="272" y="128"/>
                  </a:cubicBezTo>
                  <a:cubicBezTo>
                    <a:pt x="271" y="126"/>
                    <a:pt x="271" y="124"/>
                    <a:pt x="270" y="122"/>
                  </a:cubicBezTo>
                  <a:cubicBezTo>
                    <a:pt x="270" y="121"/>
                    <a:pt x="270" y="121"/>
                    <a:pt x="269" y="120"/>
                  </a:cubicBezTo>
                  <a:cubicBezTo>
                    <a:pt x="271" y="120"/>
                    <a:pt x="271" y="120"/>
                    <a:pt x="271" y="120"/>
                  </a:cubicBezTo>
                  <a:cubicBezTo>
                    <a:pt x="269" y="118"/>
                    <a:pt x="268" y="112"/>
                    <a:pt x="271" y="110"/>
                  </a:cubicBezTo>
                  <a:cubicBezTo>
                    <a:pt x="271" y="110"/>
                    <a:pt x="272" y="110"/>
                    <a:pt x="272" y="110"/>
                  </a:cubicBezTo>
                  <a:cubicBezTo>
                    <a:pt x="278" y="109"/>
                    <a:pt x="288" y="116"/>
                    <a:pt x="290" y="113"/>
                  </a:cubicBezTo>
                  <a:cubicBezTo>
                    <a:pt x="291" y="113"/>
                    <a:pt x="291" y="112"/>
                    <a:pt x="291" y="111"/>
                  </a:cubicBezTo>
                  <a:cubicBezTo>
                    <a:pt x="291" y="110"/>
                    <a:pt x="291" y="110"/>
                    <a:pt x="291" y="109"/>
                  </a:cubicBezTo>
                  <a:cubicBezTo>
                    <a:pt x="290" y="109"/>
                    <a:pt x="290" y="109"/>
                    <a:pt x="290" y="109"/>
                  </a:cubicBezTo>
                  <a:cubicBezTo>
                    <a:pt x="290" y="106"/>
                    <a:pt x="290" y="104"/>
                    <a:pt x="290" y="101"/>
                  </a:cubicBezTo>
                  <a:cubicBezTo>
                    <a:pt x="291" y="101"/>
                    <a:pt x="291" y="101"/>
                    <a:pt x="291" y="101"/>
                  </a:cubicBezTo>
                  <a:cubicBezTo>
                    <a:pt x="292" y="98"/>
                    <a:pt x="292" y="96"/>
                    <a:pt x="293" y="95"/>
                  </a:cubicBezTo>
                  <a:cubicBezTo>
                    <a:pt x="294" y="92"/>
                    <a:pt x="296" y="91"/>
                    <a:pt x="297" y="89"/>
                  </a:cubicBezTo>
                  <a:cubicBezTo>
                    <a:pt x="296" y="89"/>
                    <a:pt x="296" y="89"/>
                    <a:pt x="296" y="89"/>
                  </a:cubicBezTo>
                  <a:cubicBezTo>
                    <a:pt x="296" y="89"/>
                    <a:pt x="296" y="88"/>
                    <a:pt x="296" y="88"/>
                  </a:cubicBezTo>
                  <a:cubicBezTo>
                    <a:pt x="294" y="87"/>
                    <a:pt x="291" y="90"/>
                    <a:pt x="289" y="84"/>
                  </a:cubicBezTo>
                  <a:cubicBezTo>
                    <a:pt x="288" y="83"/>
                    <a:pt x="288" y="82"/>
                    <a:pt x="288" y="82"/>
                  </a:cubicBezTo>
                  <a:cubicBezTo>
                    <a:pt x="289" y="82"/>
                    <a:pt x="289" y="82"/>
                    <a:pt x="289" y="82"/>
                  </a:cubicBezTo>
                  <a:cubicBezTo>
                    <a:pt x="288" y="77"/>
                    <a:pt x="292" y="73"/>
                    <a:pt x="294" y="71"/>
                  </a:cubicBezTo>
                  <a:cubicBezTo>
                    <a:pt x="294" y="71"/>
                    <a:pt x="294" y="70"/>
                    <a:pt x="294" y="70"/>
                  </a:cubicBezTo>
                  <a:cubicBezTo>
                    <a:pt x="294" y="70"/>
                    <a:pt x="294" y="70"/>
                    <a:pt x="294" y="70"/>
                  </a:cubicBezTo>
                  <a:cubicBezTo>
                    <a:pt x="296" y="68"/>
                    <a:pt x="298" y="66"/>
                    <a:pt x="301" y="62"/>
                  </a:cubicBezTo>
                  <a:cubicBezTo>
                    <a:pt x="302" y="62"/>
                    <a:pt x="302" y="62"/>
                    <a:pt x="302" y="62"/>
                  </a:cubicBezTo>
                  <a:cubicBezTo>
                    <a:pt x="305" y="59"/>
                    <a:pt x="309" y="55"/>
                    <a:pt x="312" y="53"/>
                  </a:cubicBezTo>
                  <a:cubicBezTo>
                    <a:pt x="313" y="52"/>
                    <a:pt x="314" y="52"/>
                    <a:pt x="315" y="51"/>
                  </a:cubicBezTo>
                  <a:cubicBezTo>
                    <a:pt x="319" y="50"/>
                    <a:pt x="322" y="46"/>
                    <a:pt x="324" y="43"/>
                  </a:cubicBezTo>
                  <a:cubicBezTo>
                    <a:pt x="324" y="43"/>
                    <a:pt x="324" y="43"/>
                    <a:pt x="324" y="43"/>
                  </a:cubicBezTo>
                  <a:cubicBezTo>
                    <a:pt x="325" y="41"/>
                    <a:pt x="325" y="38"/>
                    <a:pt x="323" y="37"/>
                  </a:cubicBezTo>
                  <a:cubicBezTo>
                    <a:pt x="319" y="36"/>
                    <a:pt x="310" y="33"/>
                    <a:pt x="304" y="37"/>
                  </a:cubicBezTo>
                  <a:cubicBezTo>
                    <a:pt x="303" y="37"/>
                    <a:pt x="302" y="38"/>
                    <a:pt x="301" y="39"/>
                  </a:cubicBezTo>
                  <a:cubicBezTo>
                    <a:pt x="295" y="45"/>
                    <a:pt x="291" y="51"/>
                    <a:pt x="284" y="49"/>
                  </a:cubicBezTo>
                  <a:cubicBezTo>
                    <a:pt x="281" y="48"/>
                    <a:pt x="279" y="46"/>
                    <a:pt x="277" y="43"/>
                  </a:cubicBezTo>
                  <a:cubicBezTo>
                    <a:pt x="279" y="43"/>
                    <a:pt x="279" y="43"/>
                    <a:pt x="279" y="43"/>
                  </a:cubicBezTo>
                  <a:cubicBezTo>
                    <a:pt x="276" y="39"/>
                    <a:pt x="275" y="35"/>
                    <a:pt x="273" y="31"/>
                  </a:cubicBezTo>
                  <a:cubicBezTo>
                    <a:pt x="271" y="31"/>
                    <a:pt x="271" y="31"/>
                    <a:pt x="271" y="31"/>
                  </a:cubicBezTo>
                  <a:cubicBezTo>
                    <a:pt x="271" y="31"/>
                    <a:pt x="271" y="31"/>
                    <a:pt x="271" y="31"/>
                  </a:cubicBezTo>
                  <a:cubicBezTo>
                    <a:pt x="270" y="29"/>
                    <a:pt x="269" y="26"/>
                    <a:pt x="268" y="24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68" y="19"/>
                    <a:pt x="268" y="15"/>
                    <a:pt x="267" y="12"/>
                  </a:cubicBezTo>
                  <a:cubicBezTo>
                    <a:pt x="266" y="12"/>
                    <a:pt x="266" y="12"/>
                    <a:pt x="266" y="12"/>
                  </a:cubicBezTo>
                  <a:cubicBezTo>
                    <a:pt x="265" y="10"/>
                    <a:pt x="264" y="9"/>
                    <a:pt x="263" y="9"/>
                  </a:cubicBezTo>
                  <a:cubicBezTo>
                    <a:pt x="256" y="11"/>
                    <a:pt x="256" y="11"/>
                    <a:pt x="256" y="11"/>
                  </a:cubicBezTo>
                  <a:cubicBezTo>
                    <a:pt x="256" y="11"/>
                    <a:pt x="249" y="9"/>
                    <a:pt x="244" y="10"/>
                  </a:cubicBezTo>
                  <a:cubicBezTo>
                    <a:pt x="242" y="11"/>
                    <a:pt x="241" y="11"/>
                    <a:pt x="239" y="12"/>
                  </a:cubicBezTo>
                  <a:cubicBezTo>
                    <a:pt x="239" y="12"/>
                    <a:pt x="239" y="12"/>
                    <a:pt x="239" y="12"/>
                  </a:cubicBezTo>
                  <a:cubicBezTo>
                    <a:pt x="236" y="14"/>
                    <a:pt x="234" y="15"/>
                    <a:pt x="232" y="14"/>
                  </a:cubicBezTo>
                  <a:cubicBezTo>
                    <a:pt x="225" y="13"/>
                    <a:pt x="219" y="17"/>
                    <a:pt x="217" y="17"/>
                  </a:cubicBezTo>
                  <a:cubicBezTo>
                    <a:pt x="206" y="20"/>
                    <a:pt x="197" y="18"/>
                    <a:pt x="192" y="17"/>
                  </a:cubicBezTo>
                  <a:cubicBezTo>
                    <a:pt x="196" y="17"/>
                    <a:pt x="202" y="17"/>
                    <a:pt x="207" y="16"/>
                  </a:cubicBezTo>
                  <a:cubicBezTo>
                    <a:pt x="214" y="15"/>
                    <a:pt x="226" y="12"/>
                    <a:pt x="232" y="11"/>
                  </a:cubicBezTo>
                  <a:cubicBezTo>
                    <a:pt x="238" y="10"/>
                    <a:pt x="233" y="7"/>
                    <a:pt x="231" y="7"/>
                  </a:cubicBezTo>
                  <a:cubicBezTo>
                    <a:pt x="228" y="6"/>
                    <a:pt x="224" y="5"/>
                    <a:pt x="220" y="4"/>
                  </a:cubicBezTo>
                  <a:cubicBezTo>
                    <a:pt x="223" y="4"/>
                    <a:pt x="223" y="4"/>
                    <a:pt x="223" y="4"/>
                  </a:cubicBezTo>
                  <a:cubicBezTo>
                    <a:pt x="217" y="3"/>
                    <a:pt x="210" y="1"/>
                    <a:pt x="204" y="1"/>
                  </a:cubicBezTo>
                  <a:cubicBezTo>
                    <a:pt x="197" y="0"/>
                    <a:pt x="192" y="3"/>
                    <a:pt x="185" y="3"/>
                  </a:cubicBezTo>
                  <a:cubicBezTo>
                    <a:pt x="179" y="3"/>
                    <a:pt x="172" y="3"/>
                    <a:pt x="166" y="4"/>
                  </a:cubicBezTo>
                  <a:cubicBezTo>
                    <a:pt x="169" y="4"/>
                    <a:pt x="169" y="4"/>
                    <a:pt x="169" y="4"/>
                  </a:cubicBezTo>
                  <a:cubicBezTo>
                    <a:pt x="164" y="5"/>
                    <a:pt x="160" y="6"/>
                    <a:pt x="156" y="9"/>
                  </a:cubicBezTo>
                  <a:cubicBezTo>
                    <a:pt x="154" y="10"/>
                    <a:pt x="152" y="11"/>
                    <a:pt x="149" y="12"/>
                  </a:cubicBezTo>
                  <a:cubicBezTo>
                    <a:pt x="149" y="12"/>
                    <a:pt x="149" y="12"/>
                    <a:pt x="149" y="12"/>
                  </a:cubicBezTo>
                  <a:cubicBezTo>
                    <a:pt x="145" y="13"/>
                    <a:pt x="142" y="13"/>
                    <a:pt x="142" y="14"/>
                  </a:cubicBezTo>
                  <a:cubicBezTo>
                    <a:pt x="142" y="14"/>
                    <a:pt x="142" y="14"/>
                    <a:pt x="142" y="14"/>
                  </a:cubicBezTo>
                  <a:cubicBezTo>
                    <a:pt x="141" y="14"/>
                    <a:pt x="141" y="14"/>
                    <a:pt x="141" y="14"/>
                  </a:cubicBezTo>
                  <a:cubicBezTo>
                    <a:pt x="137" y="19"/>
                    <a:pt x="134" y="31"/>
                    <a:pt x="131" y="28"/>
                  </a:cubicBezTo>
                  <a:cubicBezTo>
                    <a:pt x="130" y="27"/>
                    <a:pt x="129" y="25"/>
                    <a:pt x="128" y="24"/>
                  </a:cubicBezTo>
                  <a:cubicBezTo>
                    <a:pt x="129" y="24"/>
                    <a:pt x="129" y="24"/>
                    <a:pt x="129" y="24"/>
                  </a:cubicBezTo>
                  <a:cubicBezTo>
                    <a:pt x="128" y="20"/>
                    <a:pt x="127" y="17"/>
                    <a:pt x="124" y="19"/>
                  </a:cubicBezTo>
                  <a:cubicBezTo>
                    <a:pt x="123" y="19"/>
                    <a:pt x="123" y="20"/>
                    <a:pt x="123" y="2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18" y="23"/>
                    <a:pt x="122" y="31"/>
                    <a:pt x="119" y="36"/>
                  </a:cubicBezTo>
                  <a:cubicBezTo>
                    <a:pt x="118" y="37"/>
                    <a:pt x="118" y="38"/>
                    <a:pt x="117" y="38"/>
                  </a:cubicBezTo>
                  <a:cubicBezTo>
                    <a:pt x="113" y="41"/>
                    <a:pt x="105" y="40"/>
                    <a:pt x="103" y="39"/>
                  </a:cubicBezTo>
                  <a:cubicBezTo>
                    <a:pt x="100" y="37"/>
                    <a:pt x="97" y="35"/>
                    <a:pt x="84" y="36"/>
                  </a:cubicBezTo>
                  <a:cubicBezTo>
                    <a:pt x="77" y="36"/>
                    <a:pt x="68" y="38"/>
                    <a:pt x="64" y="41"/>
                  </a:cubicBezTo>
                  <a:cubicBezTo>
                    <a:pt x="61" y="43"/>
                    <a:pt x="60" y="45"/>
                    <a:pt x="61" y="47"/>
                  </a:cubicBezTo>
                  <a:cubicBezTo>
                    <a:pt x="62" y="48"/>
                    <a:pt x="61" y="50"/>
                    <a:pt x="60" y="51"/>
                  </a:cubicBezTo>
                  <a:cubicBezTo>
                    <a:pt x="58" y="52"/>
                    <a:pt x="55" y="52"/>
                    <a:pt x="54" y="51"/>
                  </a:cubicBezTo>
                  <a:cubicBezTo>
                    <a:pt x="54" y="51"/>
                    <a:pt x="54" y="51"/>
                    <a:pt x="53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0" y="51"/>
                    <a:pt x="48" y="52"/>
                    <a:pt x="47" y="53"/>
                  </a:cubicBezTo>
                  <a:cubicBezTo>
                    <a:pt x="44" y="54"/>
                    <a:pt x="42" y="57"/>
                    <a:pt x="42" y="59"/>
                  </a:cubicBezTo>
                  <a:cubicBezTo>
                    <a:pt x="43" y="64"/>
                    <a:pt x="41" y="69"/>
                    <a:pt x="35" y="68"/>
                  </a:cubicBezTo>
                  <a:cubicBezTo>
                    <a:pt x="30" y="67"/>
                    <a:pt x="27" y="71"/>
                    <a:pt x="26" y="75"/>
                  </a:cubicBezTo>
                  <a:cubicBezTo>
                    <a:pt x="26" y="76"/>
                    <a:pt x="25" y="77"/>
                    <a:pt x="24" y="77"/>
                  </a:cubicBezTo>
                  <a:cubicBezTo>
                    <a:pt x="21" y="79"/>
                    <a:pt x="15" y="81"/>
                    <a:pt x="15" y="81"/>
                  </a:cubicBezTo>
                  <a:cubicBezTo>
                    <a:pt x="14" y="81"/>
                    <a:pt x="8" y="81"/>
                    <a:pt x="5" y="82"/>
                  </a:cubicBezTo>
                  <a:cubicBezTo>
                    <a:pt x="7" y="82"/>
                    <a:pt x="7" y="82"/>
                    <a:pt x="7" y="82"/>
                  </a:cubicBezTo>
                  <a:cubicBezTo>
                    <a:pt x="3" y="82"/>
                    <a:pt x="0" y="83"/>
                    <a:pt x="3" y="86"/>
                  </a:cubicBezTo>
                  <a:cubicBezTo>
                    <a:pt x="7" y="89"/>
                    <a:pt x="9" y="87"/>
                    <a:pt x="14" y="88"/>
                  </a:cubicBezTo>
                  <a:cubicBezTo>
                    <a:pt x="18" y="89"/>
                    <a:pt x="22" y="98"/>
                    <a:pt x="24" y="99"/>
                  </a:cubicBezTo>
                  <a:cubicBezTo>
                    <a:pt x="26" y="100"/>
                    <a:pt x="29" y="99"/>
                    <a:pt x="30" y="98"/>
                  </a:cubicBezTo>
                  <a:cubicBezTo>
                    <a:pt x="31" y="98"/>
                    <a:pt x="32" y="97"/>
                    <a:pt x="32" y="96"/>
                  </a:cubicBezTo>
                  <a:cubicBezTo>
                    <a:pt x="33" y="95"/>
                    <a:pt x="34" y="92"/>
                    <a:pt x="35" y="89"/>
                  </a:cubicBezTo>
                  <a:cubicBezTo>
                    <a:pt x="34" y="89"/>
                    <a:pt x="34" y="89"/>
                    <a:pt x="34" y="89"/>
                  </a:cubicBezTo>
                  <a:cubicBezTo>
                    <a:pt x="35" y="88"/>
                    <a:pt x="35" y="86"/>
                    <a:pt x="35" y="86"/>
                  </a:cubicBezTo>
                  <a:cubicBezTo>
                    <a:pt x="35" y="86"/>
                    <a:pt x="35" y="94"/>
                    <a:pt x="39" y="96"/>
                  </a:cubicBezTo>
                  <a:cubicBezTo>
                    <a:pt x="42" y="97"/>
                    <a:pt x="51" y="94"/>
                    <a:pt x="54" y="95"/>
                  </a:cubicBezTo>
                  <a:cubicBezTo>
                    <a:pt x="56" y="95"/>
                    <a:pt x="71" y="97"/>
                    <a:pt x="74" y="100"/>
                  </a:cubicBezTo>
                  <a:cubicBezTo>
                    <a:pt x="78" y="102"/>
                    <a:pt x="88" y="104"/>
                    <a:pt x="91" y="109"/>
                  </a:cubicBezTo>
                  <a:cubicBezTo>
                    <a:pt x="94" y="114"/>
                    <a:pt x="94" y="132"/>
                    <a:pt x="95" y="134"/>
                  </a:cubicBezTo>
                  <a:cubicBezTo>
                    <a:pt x="96" y="134"/>
                    <a:pt x="96" y="134"/>
                    <a:pt x="97" y="133"/>
                  </a:cubicBezTo>
                  <a:cubicBezTo>
                    <a:pt x="99" y="133"/>
                    <a:pt x="100" y="130"/>
                    <a:pt x="102" y="128"/>
                  </a:cubicBezTo>
                  <a:cubicBezTo>
                    <a:pt x="101" y="128"/>
                    <a:pt x="101" y="128"/>
                    <a:pt x="101" y="128"/>
                  </a:cubicBezTo>
                  <a:cubicBezTo>
                    <a:pt x="102" y="127"/>
                    <a:pt x="103" y="126"/>
                    <a:pt x="103" y="125"/>
                  </a:cubicBezTo>
                  <a:cubicBezTo>
                    <a:pt x="104" y="123"/>
                    <a:pt x="111" y="125"/>
                    <a:pt x="113" y="127"/>
                  </a:cubicBezTo>
                  <a:cubicBezTo>
                    <a:pt x="115" y="130"/>
                    <a:pt x="120" y="137"/>
                    <a:pt x="120" y="139"/>
                  </a:cubicBezTo>
                  <a:cubicBezTo>
                    <a:pt x="119" y="142"/>
                    <a:pt x="118" y="146"/>
                    <a:pt x="117" y="145"/>
                  </a:cubicBezTo>
                  <a:cubicBezTo>
                    <a:pt x="115" y="143"/>
                    <a:pt x="112" y="144"/>
                    <a:pt x="113" y="141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14" y="140"/>
                    <a:pt x="114" y="140"/>
                    <a:pt x="114" y="140"/>
                  </a:cubicBezTo>
                  <a:cubicBezTo>
                    <a:pt x="115" y="137"/>
                    <a:pt x="116" y="130"/>
                    <a:pt x="113" y="130"/>
                  </a:cubicBezTo>
                  <a:cubicBezTo>
                    <a:pt x="109" y="130"/>
                    <a:pt x="109" y="130"/>
                    <a:pt x="109" y="130"/>
                  </a:cubicBezTo>
                  <a:cubicBezTo>
                    <a:pt x="109" y="130"/>
                    <a:pt x="106" y="129"/>
                    <a:pt x="104" y="131"/>
                  </a:cubicBezTo>
                  <a:cubicBezTo>
                    <a:pt x="102" y="132"/>
                    <a:pt x="101" y="133"/>
                    <a:pt x="100" y="135"/>
                  </a:cubicBezTo>
                  <a:cubicBezTo>
                    <a:pt x="97" y="141"/>
                    <a:pt x="100" y="147"/>
                    <a:pt x="102" y="147"/>
                  </a:cubicBezTo>
                  <a:cubicBezTo>
                    <a:pt x="104" y="147"/>
                    <a:pt x="109" y="147"/>
                    <a:pt x="109" y="148"/>
                  </a:cubicBezTo>
                  <a:cubicBezTo>
                    <a:pt x="109" y="150"/>
                    <a:pt x="104" y="155"/>
                    <a:pt x="104" y="157"/>
                  </a:cubicBezTo>
                  <a:cubicBezTo>
                    <a:pt x="104" y="160"/>
                    <a:pt x="108" y="170"/>
                    <a:pt x="109" y="171"/>
                  </a:cubicBezTo>
                  <a:cubicBezTo>
                    <a:pt x="111" y="173"/>
                    <a:pt x="117" y="175"/>
                    <a:pt x="119" y="176"/>
                  </a:cubicBezTo>
                  <a:cubicBezTo>
                    <a:pt x="119" y="176"/>
                    <a:pt x="119" y="176"/>
                    <a:pt x="119" y="176"/>
                  </a:cubicBezTo>
                  <a:cubicBezTo>
                    <a:pt x="118" y="176"/>
                    <a:pt x="118" y="176"/>
                    <a:pt x="117" y="177"/>
                  </a:cubicBezTo>
                  <a:cubicBezTo>
                    <a:pt x="116" y="177"/>
                    <a:pt x="115" y="178"/>
                    <a:pt x="116" y="179"/>
                  </a:cubicBezTo>
                  <a:cubicBezTo>
                    <a:pt x="117" y="182"/>
                    <a:pt x="120" y="189"/>
                    <a:pt x="123" y="190"/>
                  </a:cubicBezTo>
                  <a:cubicBezTo>
                    <a:pt x="127" y="192"/>
                    <a:pt x="136" y="199"/>
                    <a:pt x="137" y="202"/>
                  </a:cubicBezTo>
                  <a:cubicBezTo>
                    <a:pt x="138" y="205"/>
                    <a:pt x="146" y="200"/>
                    <a:pt x="147" y="199"/>
                  </a:cubicBezTo>
                  <a:cubicBezTo>
                    <a:pt x="149" y="199"/>
                    <a:pt x="148" y="208"/>
                    <a:pt x="153" y="208"/>
                  </a:cubicBezTo>
                  <a:cubicBezTo>
                    <a:pt x="156" y="208"/>
                    <a:pt x="157" y="208"/>
                    <a:pt x="159" y="206"/>
                  </a:cubicBezTo>
                  <a:cubicBezTo>
                    <a:pt x="159" y="206"/>
                    <a:pt x="160" y="206"/>
                    <a:pt x="160" y="206"/>
                  </a:cubicBezTo>
                  <a:cubicBezTo>
                    <a:pt x="160" y="206"/>
                    <a:pt x="160" y="206"/>
                    <a:pt x="160" y="206"/>
                  </a:cubicBezTo>
                  <a:cubicBezTo>
                    <a:pt x="160" y="205"/>
                    <a:pt x="161" y="204"/>
                    <a:pt x="162" y="204"/>
                  </a:cubicBezTo>
                  <a:cubicBezTo>
                    <a:pt x="164" y="202"/>
                    <a:pt x="164" y="200"/>
                    <a:pt x="165" y="198"/>
                  </a:cubicBezTo>
                  <a:cubicBezTo>
                    <a:pt x="166" y="198"/>
                    <a:pt x="166" y="198"/>
                    <a:pt x="166" y="198"/>
                  </a:cubicBezTo>
                  <a:cubicBezTo>
                    <a:pt x="166" y="196"/>
                    <a:pt x="166" y="193"/>
                    <a:pt x="166" y="191"/>
                  </a:cubicBezTo>
                  <a:cubicBezTo>
                    <a:pt x="166" y="189"/>
                    <a:pt x="166" y="187"/>
                    <a:pt x="167" y="187"/>
                  </a:cubicBezTo>
                  <a:cubicBezTo>
                    <a:pt x="167" y="186"/>
                    <a:pt x="168" y="186"/>
                    <a:pt x="169" y="187"/>
                  </a:cubicBezTo>
                  <a:cubicBezTo>
                    <a:pt x="173" y="188"/>
                    <a:pt x="175" y="186"/>
                    <a:pt x="175" y="182"/>
                  </a:cubicBezTo>
                  <a:cubicBezTo>
                    <a:pt x="175" y="181"/>
                    <a:pt x="174" y="180"/>
                    <a:pt x="174" y="179"/>
                  </a:cubicBezTo>
                  <a:cubicBezTo>
                    <a:pt x="175" y="179"/>
                    <a:pt x="175" y="179"/>
                    <a:pt x="175" y="179"/>
                  </a:cubicBezTo>
                  <a:cubicBezTo>
                    <a:pt x="175" y="176"/>
                    <a:pt x="174" y="174"/>
                    <a:pt x="176" y="173"/>
                  </a:cubicBezTo>
                  <a:cubicBezTo>
                    <a:pt x="176" y="173"/>
                    <a:pt x="177" y="172"/>
                    <a:pt x="177" y="172"/>
                  </a:cubicBezTo>
                  <a:cubicBezTo>
                    <a:pt x="181" y="172"/>
                    <a:pt x="183" y="170"/>
                    <a:pt x="185" y="169"/>
                  </a:cubicBezTo>
                  <a:cubicBezTo>
                    <a:pt x="186" y="168"/>
                    <a:pt x="186" y="168"/>
                    <a:pt x="187" y="168"/>
                  </a:cubicBezTo>
                  <a:cubicBezTo>
                    <a:pt x="188" y="167"/>
                    <a:pt x="190" y="166"/>
                    <a:pt x="191" y="166"/>
                  </a:cubicBezTo>
                  <a:cubicBezTo>
                    <a:pt x="195" y="166"/>
                    <a:pt x="206" y="168"/>
                    <a:pt x="207" y="166"/>
                  </a:cubicBezTo>
                  <a:cubicBezTo>
                    <a:pt x="208" y="165"/>
                    <a:pt x="209" y="162"/>
                    <a:pt x="211" y="159"/>
                  </a:cubicBezTo>
                  <a:cubicBezTo>
                    <a:pt x="211" y="159"/>
                    <a:pt x="211" y="159"/>
                    <a:pt x="211" y="159"/>
                  </a:cubicBezTo>
                  <a:cubicBezTo>
                    <a:pt x="213" y="157"/>
                    <a:pt x="215" y="154"/>
                    <a:pt x="216" y="152"/>
                  </a:cubicBezTo>
                  <a:cubicBezTo>
                    <a:pt x="216" y="152"/>
                    <a:pt x="217" y="152"/>
                    <a:pt x="217" y="152"/>
                  </a:cubicBezTo>
                  <a:cubicBezTo>
                    <a:pt x="220" y="152"/>
                    <a:pt x="229" y="153"/>
                    <a:pt x="237" y="152"/>
                  </a:cubicBezTo>
                  <a:cubicBezTo>
                    <a:pt x="245" y="150"/>
                    <a:pt x="253" y="144"/>
                    <a:pt x="256" y="145"/>
                  </a:cubicBezTo>
                  <a:cubicBezTo>
                    <a:pt x="259" y="145"/>
                    <a:pt x="265" y="145"/>
                    <a:pt x="263" y="143"/>
                  </a:cubicBezTo>
                  <a:cubicBezTo>
                    <a:pt x="263" y="142"/>
                    <a:pt x="262" y="141"/>
                    <a:pt x="261" y="140"/>
                  </a:cubicBezTo>
                  <a:cubicBezTo>
                    <a:pt x="262" y="140"/>
                    <a:pt x="262" y="140"/>
                    <a:pt x="262" y="140"/>
                  </a:cubicBezTo>
                  <a:cubicBezTo>
                    <a:pt x="260" y="137"/>
                    <a:pt x="258" y="134"/>
                    <a:pt x="254" y="134"/>
                  </a:cubicBezTo>
                  <a:cubicBezTo>
                    <a:pt x="252" y="134"/>
                    <a:pt x="251" y="131"/>
                    <a:pt x="250" y="128"/>
                  </a:cubicBezTo>
                  <a:cubicBezTo>
                    <a:pt x="249" y="128"/>
                    <a:pt x="249" y="128"/>
                    <a:pt x="249" y="128"/>
                  </a:cubicBezTo>
                  <a:cubicBezTo>
                    <a:pt x="249" y="126"/>
                    <a:pt x="249" y="123"/>
                    <a:pt x="249" y="123"/>
                  </a:cubicBezTo>
                  <a:cubicBezTo>
                    <a:pt x="251" y="123"/>
                    <a:pt x="262" y="128"/>
                    <a:pt x="261" y="132"/>
                  </a:cubicBezTo>
                  <a:cubicBezTo>
                    <a:pt x="261" y="135"/>
                    <a:pt x="263" y="141"/>
                    <a:pt x="269" y="139"/>
                  </a:cubicBezTo>
                  <a:cubicBezTo>
                    <a:pt x="270" y="139"/>
                    <a:pt x="271" y="138"/>
                    <a:pt x="272" y="138"/>
                  </a:cubicBezTo>
                  <a:cubicBezTo>
                    <a:pt x="276" y="136"/>
                    <a:pt x="275" y="131"/>
                    <a:pt x="274" y="129"/>
                  </a:cubicBezTo>
                  <a:cubicBezTo>
                    <a:pt x="274" y="129"/>
                    <a:pt x="274" y="129"/>
                    <a:pt x="274" y="12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22" name="Freeform 66">
              <a:extLst>
                <a:ext uri="{FF2B5EF4-FFF2-40B4-BE49-F238E27FC236}">
                  <a16:creationId xmlns:a16="http://schemas.microsoft.com/office/drawing/2014/main" id="{290426DF-E894-1654-9BCB-381B4E687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567" y="3294286"/>
              <a:ext cx="484816" cy="388829"/>
            </a:xfrm>
            <a:custGeom>
              <a:avLst/>
              <a:gdLst>
                <a:gd name="T0" fmla="*/ 248 w 252"/>
                <a:gd name="T1" fmla="*/ 124 h 202"/>
                <a:gd name="T2" fmla="*/ 238 w 252"/>
                <a:gd name="T3" fmla="*/ 105 h 202"/>
                <a:gd name="T4" fmla="*/ 234 w 252"/>
                <a:gd name="T5" fmla="*/ 93 h 202"/>
                <a:gd name="T6" fmla="*/ 231 w 252"/>
                <a:gd name="T7" fmla="*/ 85 h 202"/>
                <a:gd name="T8" fmla="*/ 227 w 252"/>
                <a:gd name="T9" fmla="*/ 72 h 202"/>
                <a:gd name="T10" fmla="*/ 207 w 252"/>
                <a:gd name="T11" fmla="*/ 62 h 202"/>
                <a:gd name="T12" fmla="*/ 201 w 252"/>
                <a:gd name="T13" fmla="*/ 47 h 202"/>
                <a:gd name="T14" fmla="*/ 198 w 252"/>
                <a:gd name="T15" fmla="*/ 35 h 202"/>
                <a:gd name="T16" fmla="*/ 193 w 252"/>
                <a:gd name="T17" fmla="*/ 27 h 202"/>
                <a:gd name="T18" fmla="*/ 183 w 252"/>
                <a:gd name="T19" fmla="*/ 16 h 202"/>
                <a:gd name="T20" fmla="*/ 178 w 252"/>
                <a:gd name="T21" fmla="*/ 0 h 202"/>
                <a:gd name="T22" fmla="*/ 175 w 252"/>
                <a:gd name="T23" fmla="*/ 24 h 202"/>
                <a:gd name="T24" fmla="*/ 164 w 252"/>
                <a:gd name="T25" fmla="*/ 47 h 202"/>
                <a:gd name="T26" fmla="*/ 145 w 252"/>
                <a:gd name="T27" fmla="*/ 35 h 202"/>
                <a:gd name="T28" fmla="*/ 143 w 252"/>
                <a:gd name="T29" fmla="*/ 27 h 202"/>
                <a:gd name="T30" fmla="*/ 146 w 252"/>
                <a:gd name="T31" fmla="*/ 13 h 202"/>
                <a:gd name="T32" fmla="*/ 125 w 252"/>
                <a:gd name="T33" fmla="*/ 8 h 202"/>
                <a:gd name="T34" fmla="*/ 118 w 252"/>
                <a:gd name="T35" fmla="*/ 17 h 202"/>
                <a:gd name="T36" fmla="*/ 111 w 252"/>
                <a:gd name="T37" fmla="*/ 9 h 202"/>
                <a:gd name="T38" fmla="*/ 93 w 252"/>
                <a:gd name="T39" fmla="*/ 27 h 202"/>
                <a:gd name="T40" fmla="*/ 84 w 252"/>
                <a:gd name="T41" fmla="*/ 23 h 202"/>
                <a:gd name="T42" fmla="*/ 57 w 252"/>
                <a:gd name="T43" fmla="*/ 37 h 202"/>
                <a:gd name="T44" fmla="*/ 56 w 252"/>
                <a:gd name="T45" fmla="*/ 62 h 202"/>
                <a:gd name="T46" fmla="*/ 43 w 252"/>
                <a:gd name="T47" fmla="*/ 66 h 202"/>
                <a:gd name="T48" fmla="*/ 30 w 252"/>
                <a:gd name="T49" fmla="*/ 67 h 202"/>
                <a:gd name="T50" fmla="*/ 12 w 252"/>
                <a:gd name="T51" fmla="*/ 109 h 202"/>
                <a:gd name="T52" fmla="*/ 25 w 252"/>
                <a:gd name="T53" fmla="*/ 148 h 202"/>
                <a:gd name="T54" fmla="*/ 38 w 252"/>
                <a:gd name="T55" fmla="*/ 174 h 202"/>
                <a:gd name="T56" fmla="*/ 44 w 252"/>
                <a:gd name="T57" fmla="*/ 171 h 202"/>
                <a:gd name="T58" fmla="*/ 71 w 252"/>
                <a:gd name="T59" fmla="*/ 171 h 202"/>
                <a:gd name="T60" fmla="*/ 71 w 252"/>
                <a:gd name="T61" fmla="*/ 171 h 202"/>
                <a:gd name="T62" fmla="*/ 77 w 252"/>
                <a:gd name="T63" fmla="*/ 151 h 202"/>
                <a:gd name="T64" fmla="*/ 90 w 252"/>
                <a:gd name="T65" fmla="*/ 151 h 202"/>
                <a:gd name="T66" fmla="*/ 132 w 252"/>
                <a:gd name="T67" fmla="*/ 155 h 202"/>
                <a:gd name="T68" fmla="*/ 143 w 252"/>
                <a:gd name="T69" fmla="*/ 163 h 202"/>
                <a:gd name="T70" fmla="*/ 152 w 252"/>
                <a:gd name="T71" fmla="*/ 168 h 202"/>
                <a:gd name="T72" fmla="*/ 165 w 252"/>
                <a:gd name="T73" fmla="*/ 181 h 202"/>
                <a:gd name="T74" fmla="*/ 185 w 252"/>
                <a:gd name="T75" fmla="*/ 201 h 202"/>
                <a:gd name="T76" fmla="*/ 199 w 252"/>
                <a:gd name="T77" fmla="*/ 199 h 202"/>
                <a:gd name="T78" fmla="*/ 214 w 252"/>
                <a:gd name="T79" fmla="*/ 192 h 202"/>
                <a:gd name="T80" fmla="*/ 225 w 252"/>
                <a:gd name="T81" fmla="*/ 182 h 202"/>
                <a:gd name="T82" fmla="*/ 230 w 252"/>
                <a:gd name="T83" fmla="*/ 167 h 202"/>
                <a:gd name="T84" fmla="*/ 245 w 252"/>
                <a:gd name="T85" fmla="*/ 151 h 202"/>
                <a:gd name="T86" fmla="*/ 251 w 252"/>
                <a:gd name="T87" fmla="*/ 143 h 202"/>
                <a:gd name="T88" fmla="*/ 249 w 252"/>
                <a:gd name="T89" fmla="*/ 13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2" h="202">
                  <a:moveTo>
                    <a:pt x="249" y="132"/>
                  </a:moveTo>
                  <a:cubicBezTo>
                    <a:pt x="248" y="129"/>
                    <a:pt x="248" y="127"/>
                    <a:pt x="247" y="124"/>
                  </a:cubicBezTo>
                  <a:cubicBezTo>
                    <a:pt x="248" y="124"/>
                    <a:pt x="248" y="124"/>
                    <a:pt x="248" y="124"/>
                  </a:cubicBezTo>
                  <a:cubicBezTo>
                    <a:pt x="246" y="120"/>
                    <a:pt x="245" y="116"/>
                    <a:pt x="243" y="112"/>
                  </a:cubicBezTo>
                  <a:cubicBezTo>
                    <a:pt x="242" y="112"/>
                    <a:pt x="242" y="112"/>
                    <a:pt x="242" y="112"/>
                  </a:cubicBezTo>
                  <a:cubicBezTo>
                    <a:pt x="241" y="110"/>
                    <a:pt x="239" y="107"/>
                    <a:pt x="238" y="105"/>
                  </a:cubicBezTo>
                  <a:cubicBezTo>
                    <a:pt x="240" y="105"/>
                    <a:pt x="240" y="105"/>
                    <a:pt x="240" y="105"/>
                  </a:cubicBezTo>
                  <a:cubicBezTo>
                    <a:pt x="238" y="102"/>
                    <a:pt x="237" y="99"/>
                    <a:pt x="236" y="97"/>
                  </a:cubicBezTo>
                  <a:cubicBezTo>
                    <a:pt x="235" y="95"/>
                    <a:pt x="234" y="94"/>
                    <a:pt x="234" y="93"/>
                  </a:cubicBezTo>
                  <a:cubicBezTo>
                    <a:pt x="232" y="93"/>
                    <a:pt x="232" y="93"/>
                    <a:pt x="232" y="93"/>
                  </a:cubicBezTo>
                  <a:cubicBezTo>
                    <a:pt x="231" y="90"/>
                    <a:pt x="230" y="88"/>
                    <a:pt x="230" y="85"/>
                  </a:cubicBezTo>
                  <a:cubicBezTo>
                    <a:pt x="231" y="85"/>
                    <a:pt x="231" y="85"/>
                    <a:pt x="231" y="85"/>
                  </a:cubicBezTo>
                  <a:cubicBezTo>
                    <a:pt x="229" y="81"/>
                    <a:pt x="228" y="77"/>
                    <a:pt x="228" y="74"/>
                  </a:cubicBezTo>
                  <a:cubicBezTo>
                    <a:pt x="227" y="74"/>
                    <a:pt x="227" y="74"/>
                    <a:pt x="227" y="74"/>
                  </a:cubicBezTo>
                  <a:cubicBezTo>
                    <a:pt x="227" y="73"/>
                    <a:pt x="227" y="72"/>
                    <a:pt x="227" y="72"/>
                  </a:cubicBezTo>
                  <a:cubicBezTo>
                    <a:pt x="228" y="68"/>
                    <a:pt x="221" y="67"/>
                    <a:pt x="215" y="66"/>
                  </a:cubicBezTo>
                  <a:cubicBezTo>
                    <a:pt x="219" y="66"/>
                    <a:pt x="219" y="66"/>
                    <a:pt x="219" y="66"/>
                  </a:cubicBezTo>
                  <a:cubicBezTo>
                    <a:pt x="214" y="65"/>
                    <a:pt x="209" y="64"/>
                    <a:pt x="207" y="62"/>
                  </a:cubicBezTo>
                  <a:cubicBezTo>
                    <a:pt x="205" y="60"/>
                    <a:pt x="204" y="58"/>
                    <a:pt x="203" y="54"/>
                  </a:cubicBezTo>
                  <a:cubicBezTo>
                    <a:pt x="202" y="54"/>
                    <a:pt x="202" y="54"/>
                    <a:pt x="202" y="54"/>
                  </a:cubicBezTo>
                  <a:cubicBezTo>
                    <a:pt x="202" y="52"/>
                    <a:pt x="201" y="49"/>
                    <a:pt x="201" y="47"/>
                  </a:cubicBezTo>
                  <a:cubicBezTo>
                    <a:pt x="202" y="47"/>
                    <a:pt x="202" y="47"/>
                    <a:pt x="202" y="47"/>
                  </a:cubicBezTo>
                  <a:cubicBezTo>
                    <a:pt x="201" y="44"/>
                    <a:pt x="201" y="41"/>
                    <a:pt x="200" y="39"/>
                  </a:cubicBezTo>
                  <a:cubicBezTo>
                    <a:pt x="199" y="37"/>
                    <a:pt x="199" y="36"/>
                    <a:pt x="198" y="35"/>
                  </a:cubicBezTo>
                  <a:cubicBezTo>
                    <a:pt x="197" y="35"/>
                    <a:pt x="197" y="35"/>
                    <a:pt x="197" y="35"/>
                  </a:cubicBezTo>
                  <a:cubicBezTo>
                    <a:pt x="195" y="32"/>
                    <a:pt x="193" y="30"/>
                    <a:pt x="191" y="27"/>
                  </a:cubicBezTo>
                  <a:cubicBezTo>
                    <a:pt x="193" y="27"/>
                    <a:pt x="193" y="27"/>
                    <a:pt x="193" y="27"/>
                  </a:cubicBezTo>
                  <a:cubicBezTo>
                    <a:pt x="191" y="25"/>
                    <a:pt x="189" y="23"/>
                    <a:pt x="187" y="20"/>
                  </a:cubicBezTo>
                  <a:cubicBezTo>
                    <a:pt x="186" y="19"/>
                    <a:pt x="185" y="17"/>
                    <a:pt x="185" y="16"/>
                  </a:cubicBezTo>
                  <a:cubicBezTo>
                    <a:pt x="183" y="16"/>
                    <a:pt x="183" y="16"/>
                    <a:pt x="183" y="16"/>
                  </a:cubicBezTo>
                  <a:cubicBezTo>
                    <a:pt x="182" y="13"/>
                    <a:pt x="181" y="10"/>
                    <a:pt x="180" y="8"/>
                  </a:cubicBezTo>
                  <a:cubicBezTo>
                    <a:pt x="182" y="8"/>
                    <a:pt x="182" y="8"/>
                    <a:pt x="182" y="8"/>
                  </a:cubicBezTo>
                  <a:cubicBezTo>
                    <a:pt x="180" y="3"/>
                    <a:pt x="179" y="0"/>
                    <a:pt x="178" y="0"/>
                  </a:cubicBezTo>
                  <a:cubicBezTo>
                    <a:pt x="178" y="0"/>
                    <a:pt x="178" y="1"/>
                    <a:pt x="178" y="1"/>
                  </a:cubicBezTo>
                  <a:cubicBezTo>
                    <a:pt x="178" y="1"/>
                    <a:pt x="178" y="1"/>
                    <a:pt x="177" y="1"/>
                  </a:cubicBezTo>
                  <a:cubicBezTo>
                    <a:pt x="176" y="2"/>
                    <a:pt x="171" y="19"/>
                    <a:pt x="175" y="24"/>
                  </a:cubicBezTo>
                  <a:cubicBezTo>
                    <a:pt x="178" y="30"/>
                    <a:pt x="173" y="40"/>
                    <a:pt x="171" y="47"/>
                  </a:cubicBezTo>
                  <a:cubicBezTo>
                    <a:pt x="169" y="52"/>
                    <a:pt x="166" y="50"/>
                    <a:pt x="162" y="47"/>
                  </a:cubicBezTo>
                  <a:cubicBezTo>
                    <a:pt x="164" y="47"/>
                    <a:pt x="164" y="47"/>
                    <a:pt x="164" y="47"/>
                  </a:cubicBezTo>
                  <a:cubicBezTo>
                    <a:pt x="162" y="45"/>
                    <a:pt x="160" y="43"/>
                    <a:pt x="158" y="42"/>
                  </a:cubicBezTo>
                  <a:cubicBezTo>
                    <a:pt x="155" y="39"/>
                    <a:pt x="150" y="37"/>
                    <a:pt x="146" y="35"/>
                  </a:cubicBezTo>
                  <a:cubicBezTo>
                    <a:pt x="145" y="35"/>
                    <a:pt x="145" y="35"/>
                    <a:pt x="145" y="35"/>
                  </a:cubicBezTo>
                  <a:cubicBezTo>
                    <a:pt x="144" y="34"/>
                    <a:pt x="143" y="33"/>
                    <a:pt x="142" y="33"/>
                  </a:cubicBezTo>
                  <a:cubicBezTo>
                    <a:pt x="141" y="31"/>
                    <a:pt x="141" y="29"/>
                    <a:pt x="142" y="27"/>
                  </a:cubicBezTo>
                  <a:cubicBezTo>
                    <a:pt x="143" y="27"/>
                    <a:pt x="143" y="27"/>
                    <a:pt x="143" y="27"/>
                  </a:cubicBezTo>
                  <a:cubicBezTo>
                    <a:pt x="144" y="23"/>
                    <a:pt x="146" y="19"/>
                    <a:pt x="147" y="16"/>
                  </a:cubicBezTo>
                  <a:cubicBezTo>
                    <a:pt x="146" y="16"/>
                    <a:pt x="146" y="16"/>
                    <a:pt x="146" y="16"/>
                  </a:cubicBezTo>
                  <a:cubicBezTo>
                    <a:pt x="146" y="15"/>
                    <a:pt x="146" y="14"/>
                    <a:pt x="146" y="13"/>
                  </a:cubicBezTo>
                  <a:cubicBezTo>
                    <a:pt x="143" y="9"/>
                    <a:pt x="130" y="13"/>
                    <a:pt x="128" y="13"/>
                  </a:cubicBezTo>
                  <a:cubicBezTo>
                    <a:pt x="127" y="13"/>
                    <a:pt x="125" y="9"/>
                    <a:pt x="123" y="8"/>
                  </a:cubicBezTo>
                  <a:cubicBezTo>
                    <a:pt x="125" y="8"/>
                    <a:pt x="125" y="8"/>
                    <a:pt x="125" y="8"/>
                  </a:cubicBezTo>
                  <a:cubicBezTo>
                    <a:pt x="124" y="7"/>
                    <a:pt x="123" y="6"/>
                    <a:pt x="122" y="6"/>
                  </a:cubicBezTo>
                  <a:cubicBezTo>
                    <a:pt x="121" y="6"/>
                    <a:pt x="121" y="6"/>
                    <a:pt x="121" y="7"/>
                  </a:cubicBezTo>
                  <a:cubicBezTo>
                    <a:pt x="119" y="7"/>
                    <a:pt x="118" y="13"/>
                    <a:pt x="118" y="17"/>
                  </a:cubicBezTo>
                  <a:cubicBezTo>
                    <a:pt x="118" y="16"/>
                    <a:pt x="118" y="16"/>
                    <a:pt x="117" y="16"/>
                  </a:cubicBezTo>
                  <a:cubicBezTo>
                    <a:pt x="116" y="16"/>
                    <a:pt x="116" y="16"/>
                    <a:pt x="116" y="16"/>
                  </a:cubicBezTo>
                  <a:cubicBezTo>
                    <a:pt x="115" y="14"/>
                    <a:pt x="113" y="12"/>
                    <a:pt x="111" y="9"/>
                  </a:cubicBezTo>
                  <a:cubicBezTo>
                    <a:pt x="106" y="4"/>
                    <a:pt x="111" y="13"/>
                    <a:pt x="107" y="18"/>
                  </a:cubicBezTo>
                  <a:cubicBezTo>
                    <a:pt x="102" y="23"/>
                    <a:pt x="104" y="22"/>
                    <a:pt x="102" y="27"/>
                  </a:cubicBezTo>
                  <a:cubicBezTo>
                    <a:pt x="100" y="32"/>
                    <a:pt x="97" y="31"/>
                    <a:pt x="93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6"/>
                    <a:pt x="93" y="25"/>
                    <a:pt x="92" y="24"/>
                  </a:cubicBezTo>
                  <a:cubicBezTo>
                    <a:pt x="89" y="20"/>
                    <a:pt x="87" y="21"/>
                    <a:pt x="84" y="23"/>
                  </a:cubicBezTo>
                  <a:cubicBezTo>
                    <a:pt x="83" y="23"/>
                    <a:pt x="82" y="24"/>
                    <a:pt x="81" y="25"/>
                  </a:cubicBezTo>
                  <a:cubicBezTo>
                    <a:pt x="78" y="27"/>
                    <a:pt x="76" y="36"/>
                    <a:pt x="74" y="39"/>
                  </a:cubicBezTo>
                  <a:cubicBezTo>
                    <a:pt x="71" y="40"/>
                    <a:pt x="59" y="35"/>
                    <a:pt x="57" y="37"/>
                  </a:cubicBezTo>
                  <a:cubicBezTo>
                    <a:pt x="57" y="37"/>
                    <a:pt x="57" y="37"/>
                    <a:pt x="57" y="37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3" y="41"/>
                    <a:pt x="56" y="60"/>
                    <a:pt x="56" y="62"/>
                  </a:cubicBezTo>
                  <a:cubicBezTo>
                    <a:pt x="56" y="62"/>
                    <a:pt x="56" y="62"/>
                    <a:pt x="56" y="62"/>
                  </a:cubicBezTo>
                  <a:cubicBezTo>
                    <a:pt x="53" y="63"/>
                    <a:pt x="46" y="63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2" y="66"/>
                    <a:pt x="42" y="66"/>
                  </a:cubicBezTo>
                  <a:cubicBezTo>
                    <a:pt x="39" y="69"/>
                    <a:pt x="33" y="67"/>
                    <a:pt x="30" y="67"/>
                  </a:cubicBezTo>
                  <a:cubicBezTo>
                    <a:pt x="26" y="67"/>
                    <a:pt x="14" y="78"/>
                    <a:pt x="10" y="81"/>
                  </a:cubicBezTo>
                  <a:cubicBezTo>
                    <a:pt x="6" y="84"/>
                    <a:pt x="0" y="95"/>
                    <a:pt x="2" y="98"/>
                  </a:cubicBezTo>
                  <a:cubicBezTo>
                    <a:pt x="4" y="101"/>
                    <a:pt x="14" y="108"/>
                    <a:pt x="12" y="109"/>
                  </a:cubicBezTo>
                  <a:cubicBezTo>
                    <a:pt x="9" y="110"/>
                    <a:pt x="8" y="118"/>
                    <a:pt x="14" y="125"/>
                  </a:cubicBezTo>
                  <a:cubicBezTo>
                    <a:pt x="20" y="133"/>
                    <a:pt x="18" y="134"/>
                    <a:pt x="18" y="138"/>
                  </a:cubicBezTo>
                  <a:cubicBezTo>
                    <a:pt x="19" y="141"/>
                    <a:pt x="21" y="142"/>
                    <a:pt x="25" y="148"/>
                  </a:cubicBezTo>
                  <a:cubicBezTo>
                    <a:pt x="29" y="154"/>
                    <a:pt x="18" y="159"/>
                    <a:pt x="17" y="162"/>
                  </a:cubicBezTo>
                  <a:cubicBezTo>
                    <a:pt x="15" y="166"/>
                    <a:pt x="20" y="171"/>
                    <a:pt x="23" y="174"/>
                  </a:cubicBezTo>
                  <a:cubicBezTo>
                    <a:pt x="26" y="177"/>
                    <a:pt x="34" y="175"/>
                    <a:pt x="38" y="174"/>
                  </a:cubicBezTo>
                  <a:cubicBezTo>
                    <a:pt x="40" y="173"/>
                    <a:pt x="42" y="172"/>
                    <a:pt x="44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6" y="169"/>
                    <a:pt x="49" y="167"/>
                    <a:pt x="51" y="167"/>
                  </a:cubicBezTo>
                  <a:cubicBezTo>
                    <a:pt x="54" y="166"/>
                    <a:pt x="71" y="172"/>
                    <a:pt x="71" y="172"/>
                  </a:cubicBezTo>
                  <a:cubicBezTo>
                    <a:pt x="71" y="172"/>
                    <a:pt x="71" y="171"/>
                    <a:pt x="71" y="171"/>
                  </a:cubicBezTo>
                  <a:cubicBezTo>
                    <a:pt x="71" y="171"/>
                    <a:pt x="72" y="171"/>
                    <a:pt x="72" y="171"/>
                  </a:cubicBezTo>
                  <a:cubicBezTo>
                    <a:pt x="72" y="171"/>
                    <a:pt x="72" y="171"/>
                    <a:pt x="72" y="171"/>
                  </a:cubicBezTo>
                  <a:cubicBezTo>
                    <a:pt x="71" y="171"/>
                    <a:pt x="71" y="171"/>
                    <a:pt x="71" y="171"/>
                  </a:cubicBezTo>
                  <a:cubicBezTo>
                    <a:pt x="71" y="169"/>
                    <a:pt x="71" y="166"/>
                    <a:pt x="72" y="163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4" y="158"/>
                    <a:pt x="75" y="154"/>
                    <a:pt x="77" y="151"/>
                  </a:cubicBezTo>
                  <a:cubicBezTo>
                    <a:pt x="77" y="151"/>
                    <a:pt x="77" y="151"/>
                    <a:pt x="77" y="151"/>
                  </a:cubicBezTo>
                  <a:cubicBezTo>
                    <a:pt x="77" y="151"/>
                    <a:pt x="77" y="151"/>
                    <a:pt x="77" y="151"/>
                  </a:cubicBezTo>
                  <a:cubicBezTo>
                    <a:pt x="81" y="148"/>
                    <a:pt x="90" y="151"/>
                    <a:pt x="90" y="151"/>
                  </a:cubicBezTo>
                  <a:cubicBezTo>
                    <a:pt x="90" y="151"/>
                    <a:pt x="95" y="148"/>
                    <a:pt x="107" y="145"/>
                  </a:cubicBezTo>
                  <a:cubicBezTo>
                    <a:pt x="119" y="142"/>
                    <a:pt x="114" y="148"/>
                    <a:pt x="118" y="150"/>
                  </a:cubicBezTo>
                  <a:cubicBezTo>
                    <a:pt x="123" y="151"/>
                    <a:pt x="129" y="152"/>
                    <a:pt x="132" y="155"/>
                  </a:cubicBezTo>
                  <a:cubicBezTo>
                    <a:pt x="136" y="158"/>
                    <a:pt x="132" y="165"/>
                    <a:pt x="132" y="168"/>
                  </a:cubicBezTo>
                  <a:cubicBezTo>
                    <a:pt x="131" y="171"/>
                    <a:pt x="140" y="170"/>
                    <a:pt x="141" y="167"/>
                  </a:cubicBezTo>
                  <a:cubicBezTo>
                    <a:pt x="141" y="166"/>
                    <a:pt x="142" y="164"/>
                    <a:pt x="143" y="163"/>
                  </a:cubicBezTo>
                  <a:cubicBezTo>
                    <a:pt x="143" y="163"/>
                    <a:pt x="143" y="163"/>
                    <a:pt x="143" y="163"/>
                  </a:cubicBezTo>
                  <a:cubicBezTo>
                    <a:pt x="145" y="161"/>
                    <a:pt x="146" y="159"/>
                    <a:pt x="149" y="158"/>
                  </a:cubicBezTo>
                  <a:cubicBezTo>
                    <a:pt x="153" y="155"/>
                    <a:pt x="150" y="163"/>
                    <a:pt x="152" y="168"/>
                  </a:cubicBezTo>
                  <a:cubicBezTo>
                    <a:pt x="154" y="174"/>
                    <a:pt x="157" y="161"/>
                    <a:pt x="157" y="167"/>
                  </a:cubicBezTo>
                  <a:cubicBezTo>
                    <a:pt x="157" y="169"/>
                    <a:pt x="158" y="171"/>
                    <a:pt x="159" y="172"/>
                  </a:cubicBezTo>
                  <a:cubicBezTo>
                    <a:pt x="159" y="174"/>
                    <a:pt x="165" y="175"/>
                    <a:pt x="165" y="181"/>
                  </a:cubicBezTo>
                  <a:cubicBezTo>
                    <a:pt x="165" y="187"/>
                    <a:pt x="165" y="190"/>
                    <a:pt x="167" y="191"/>
                  </a:cubicBezTo>
                  <a:cubicBezTo>
                    <a:pt x="168" y="192"/>
                    <a:pt x="176" y="191"/>
                    <a:pt x="180" y="198"/>
                  </a:cubicBezTo>
                  <a:cubicBezTo>
                    <a:pt x="182" y="202"/>
                    <a:pt x="183" y="202"/>
                    <a:pt x="185" y="201"/>
                  </a:cubicBezTo>
                  <a:cubicBezTo>
                    <a:pt x="186" y="200"/>
                    <a:pt x="188" y="197"/>
                    <a:pt x="189" y="195"/>
                  </a:cubicBezTo>
                  <a:cubicBezTo>
                    <a:pt x="189" y="195"/>
                    <a:pt x="189" y="195"/>
                    <a:pt x="189" y="195"/>
                  </a:cubicBezTo>
                  <a:cubicBezTo>
                    <a:pt x="192" y="194"/>
                    <a:pt x="197" y="197"/>
                    <a:pt x="199" y="199"/>
                  </a:cubicBezTo>
                  <a:cubicBezTo>
                    <a:pt x="200" y="200"/>
                    <a:pt x="201" y="200"/>
                    <a:pt x="203" y="198"/>
                  </a:cubicBezTo>
                  <a:cubicBezTo>
                    <a:pt x="204" y="198"/>
                    <a:pt x="206" y="197"/>
                    <a:pt x="207" y="196"/>
                  </a:cubicBezTo>
                  <a:cubicBezTo>
                    <a:pt x="209" y="194"/>
                    <a:pt x="211" y="193"/>
                    <a:pt x="214" y="192"/>
                  </a:cubicBezTo>
                  <a:cubicBezTo>
                    <a:pt x="221" y="190"/>
                    <a:pt x="220" y="191"/>
                    <a:pt x="222" y="187"/>
                  </a:cubicBezTo>
                  <a:cubicBezTo>
                    <a:pt x="223" y="186"/>
                    <a:pt x="223" y="184"/>
                    <a:pt x="224" y="182"/>
                  </a:cubicBezTo>
                  <a:cubicBezTo>
                    <a:pt x="225" y="182"/>
                    <a:pt x="225" y="182"/>
                    <a:pt x="225" y="182"/>
                  </a:cubicBezTo>
                  <a:cubicBezTo>
                    <a:pt x="226" y="179"/>
                    <a:pt x="227" y="175"/>
                    <a:pt x="229" y="171"/>
                  </a:cubicBezTo>
                  <a:cubicBezTo>
                    <a:pt x="228" y="171"/>
                    <a:pt x="228" y="171"/>
                    <a:pt x="228" y="171"/>
                  </a:cubicBezTo>
                  <a:cubicBezTo>
                    <a:pt x="229" y="169"/>
                    <a:pt x="229" y="168"/>
                    <a:pt x="230" y="167"/>
                  </a:cubicBezTo>
                  <a:cubicBezTo>
                    <a:pt x="231" y="166"/>
                    <a:pt x="232" y="164"/>
                    <a:pt x="234" y="163"/>
                  </a:cubicBezTo>
                  <a:cubicBezTo>
                    <a:pt x="234" y="163"/>
                    <a:pt x="234" y="163"/>
                    <a:pt x="234" y="163"/>
                  </a:cubicBezTo>
                  <a:cubicBezTo>
                    <a:pt x="237" y="159"/>
                    <a:pt x="242" y="155"/>
                    <a:pt x="245" y="151"/>
                  </a:cubicBezTo>
                  <a:cubicBezTo>
                    <a:pt x="245" y="151"/>
                    <a:pt x="245" y="151"/>
                    <a:pt x="245" y="151"/>
                  </a:cubicBezTo>
                  <a:cubicBezTo>
                    <a:pt x="247" y="149"/>
                    <a:pt x="249" y="146"/>
                    <a:pt x="250" y="143"/>
                  </a:cubicBezTo>
                  <a:cubicBezTo>
                    <a:pt x="251" y="143"/>
                    <a:pt x="251" y="143"/>
                    <a:pt x="251" y="143"/>
                  </a:cubicBezTo>
                  <a:cubicBezTo>
                    <a:pt x="251" y="142"/>
                    <a:pt x="252" y="141"/>
                    <a:pt x="252" y="139"/>
                  </a:cubicBezTo>
                  <a:cubicBezTo>
                    <a:pt x="252" y="137"/>
                    <a:pt x="251" y="135"/>
                    <a:pt x="250" y="132"/>
                  </a:cubicBezTo>
                  <a:lnTo>
                    <a:pt x="249" y="13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23" name="Freeform 88">
              <a:extLst>
                <a:ext uri="{FF2B5EF4-FFF2-40B4-BE49-F238E27FC236}">
                  <a16:creationId xmlns:a16="http://schemas.microsoft.com/office/drawing/2014/main" id="{9E17DFE8-0A47-47BB-7DE4-6908E3C4D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1385" y="3022594"/>
              <a:ext cx="77278" cy="122831"/>
            </a:xfrm>
            <a:custGeom>
              <a:avLst/>
              <a:gdLst>
                <a:gd name="T0" fmla="*/ 16 w 40"/>
                <a:gd name="T1" fmla="*/ 13 h 64"/>
                <a:gd name="T2" fmla="*/ 7 w 40"/>
                <a:gd name="T3" fmla="*/ 1 h 64"/>
                <a:gd name="T4" fmla="*/ 6 w 40"/>
                <a:gd name="T5" fmla="*/ 1 h 64"/>
                <a:gd name="T6" fmla="*/ 4 w 40"/>
                <a:gd name="T7" fmla="*/ 0 h 64"/>
                <a:gd name="T8" fmla="*/ 2 w 40"/>
                <a:gd name="T9" fmla="*/ 12 h 64"/>
                <a:gd name="T10" fmla="*/ 10 w 40"/>
                <a:gd name="T11" fmla="*/ 24 h 64"/>
                <a:gd name="T12" fmla="*/ 20 w 40"/>
                <a:gd name="T13" fmla="*/ 49 h 64"/>
                <a:gd name="T14" fmla="*/ 33 w 40"/>
                <a:gd name="T15" fmla="*/ 62 h 64"/>
                <a:gd name="T16" fmla="*/ 38 w 40"/>
                <a:gd name="T17" fmla="*/ 62 h 64"/>
                <a:gd name="T18" fmla="*/ 40 w 40"/>
                <a:gd name="T19" fmla="*/ 60 h 64"/>
                <a:gd name="T20" fmla="*/ 39 w 40"/>
                <a:gd name="T21" fmla="*/ 60 h 64"/>
                <a:gd name="T22" fmla="*/ 39 w 40"/>
                <a:gd name="T23" fmla="*/ 57 h 64"/>
                <a:gd name="T24" fmla="*/ 35 w 40"/>
                <a:gd name="T25" fmla="*/ 52 h 64"/>
                <a:gd name="T26" fmla="*/ 37 w 40"/>
                <a:gd name="T27" fmla="*/ 52 h 64"/>
                <a:gd name="T28" fmla="*/ 33 w 40"/>
                <a:gd name="T29" fmla="*/ 44 h 64"/>
                <a:gd name="T30" fmla="*/ 32 w 40"/>
                <a:gd name="T31" fmla="*/ 40 h 64"/>
                <a:gd name="T32" fmla="*/ 31 w 40"/>
                <a:gd name="T33" fmla="*/ 40 h 64"/>
                <a:gd name="T34" fmla="*/ 28 w 40"/>
                <a:gd name="T35" fmla="*/ 32 h 64"/>
                <a:gd name="T36" fmla="*/ 29 w 40"/>
                <a:gd name="T37" fmla="*/ 32 h 64"/>
                <a:gd name="T38" fmla="*/ 26 w 40"/>
                <a:gd name="T39" fmla="*/ 26 h 64"/>
                <a:gd name="T40" fmla="*/ 23 w 40"/>
                <a:gd name="T41" fmla="*/ 21 h 64"/>
                <a:gd name="T42" fmla="*/ 21 w 40"/>
                <a:gd name="T43" fmla="*/ 21 h 64"/>
                <a:gd name="T44" fmla="*/ 15 w 40"/>
                <a:gd name="T45" fmla="*/ 13 h 64"/>
                <a:gd name="T46" fmla="*/ 15 w 40"/>
                <a:gd name="T47" fmla="*/ 13 h 64"/>
                <a:gd name="T48" fmla="*/ 17 w 40"/>
                <a:gd name="T49" fmla="*/ 13 h 64"/>
                <a:gd name="T50" fmla="*/ 16 w 40"/>
                <a:gd name="T51" fmla="*/ 1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0" h="64">
                  <a:moveTo>
                    <a:pt x="16" y="13"/>
                  </a:moveTo>
                  <a:cubicBezTo>
                    <a:pt x="15" y="10"/>
                    <a:pt x="10" y="4"/>
                    <a:pt x="7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0" y="0"/>
                    <a:pt x="0" y="9"/>
                    <a:pt x="2" y="12"/>
                  </a:cubicBezTo>
                  <a:cubicBezTo>
                    <a:pt x="4" y="15"/>
                    <a:pt x="8" y="13"/>
                    <a:pt x="10" y="24"/>
                  </a:cubicBezTo>
                  <a:cubicBezTo>
                    <a:pt x="13" y="34"/>
                    <a:pt x="18" y="45"/>
                    <a:pt x="20" y="49"/>
                  </a:cubicBezTo>
                  <a:cubicBezTo>
                    <a:pt x="22" y="53"/>
                    <a:pt x="30" y="59"/>
                    <a:pt x="33" y="62"/>
                  </a:cubicBezTo>
                  <a:cubicBezTo>
                    <a:pt x="35" y="64"/>
                    <a:pt x="37" y="63"/>
                    <a:pt x="38" y="62"/>
                  </a:cubicBezTo>
                  <a:cubicBezTo>
                    <a:pt x="39" y="62"/>
                    <a:pt x="40" y="61"/>
                    <a:pt x="40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9" y="58"/>
                    <a:pt x="39" y="57"/>
                  </a:cubicBezTo>
                  <a:cubicBezTo>
                    <a:pt x="38" y="56"/>
                    <a:pt x="37" y="54"/>
                    <a:pt x="35" y="52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35" y="49"/>
                    <a:pt x="33" y="46"/>
                    <a:pt x="33" y="44"/>
                  </a:cubicBezTo>
                  <a:cubicBezTo>
                    <a:pt x="33" y="43"/>
                    <a:pt x="33" y="42"/>
                    <a:pt x="32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38"/>
                    <a:pt x="30" y="35"/>
                    <a:pt x="28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8" y="30"/>
                    <a:pt x="27" y="28"/>
                    <a:pt x="26" y="26"/>
                  </a:cubicBezTo>
                  <a:cubicBezTo>
                    <a:pt x="25" y="24"/>
                    <a:pt x="24" y="22"/>
                    <a:pt x="23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19" y="18"/>
                    <a:pt x="17" y="16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1" name="Freeform 88">
              <a:extLst>
                <a:ext uri="{FF2B5EF4-FFF2-40B4-BE49-F238E27FC236}">
                  <a16:creationId xmlns:a16="http://schemas.microsoft.com/office/drawing/2014/main" id="{4DF50923-4501-0A4C-D991-A106E459D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785" y="3174994"/>
              <a:ext cx="77278" cy="122831"/>
            </a:xfrm>
            <a:custGeom>
              <a:avLst/>
              <a:gdLst>
                <a:gd name="T0" fmla="*/ 16 w 40"/>
                <a:gd name="T1" fmla="*/ 13 h 64"/>
                <a:gd name="T2" fmla="*/ 7 w 40"/>
                <a:gd name="T3" fmla="*/ 1 h 64"/>
                <a:gd name="T4" fmla="*/ 6 w 40"/>
                <a:gd name="T5" fmla="*/ 1 h 64"/>
                <a:gd name="T6" fmla="*/ 4 w 40"/>
                <a:gd name="T7" fmla="*/ 0 h 64"/>
                <a:gd name="T8" fmla="*/ 2 w 40"/>
                <a:gd name="T9" fmla="*/ 12 h 64"/>
                <a:gd name="T10" fmla="*/ 10 w 40"/>
                <a:gd name="T11" fmla="*/ 24 h 64"/>
                <a:gd name="T12" fmla="*/ 20 w 40"/>
                <a:gd name="T13" fmla="*/ 49 h 64"/>
                <a:gd name="T14" fmla="*/ 33 w 40"/>
                <a:gd name="T15" fmla="*/ 62 h 64"/>
                <a:gd name="T16" fmla="*/ 38 w 40"/>
                <a:gd name="T17" fmla="*/ 62 h 64"/>
                <a:gd name="T18" fmla="*/ 40 w 40"/>
                <a:gd name="T19" fmla="*/ 60 h 64"/>
                <a:gd name="T20" fmla="*/ 39 w 40"/>
                <a:gd name="T21" fmla="*/ 60 h 64"/>
                <a:gd name="T22" fmla="*/ 39 w 40"/>
                <a:gd name="T23" fmla="*/ 57 h 64"/>
                <a:gd name="T24" fmla="*/ 35 w 40"/>
                <a:gd name="T25" fmla="*/ 52 h 64"/>
                <a:gd name="T26" fmla="*/ 37 w 40"/>
                <a:gd name="T27" fmla="*/ 52 h 64"/>
                <a:gd name="T28" fmla="*/ 33 w 40"/>
                <a:gd name="T29" fmla="*/ 44 h 64"/>
                <a:gd name="T30" fmla="*/ 32 w 40"/>
                <a:gd name="T31" fmla="*/ 40 h 64"/>
                <a:gd name="T32" fmla="*/ 31 w 40"/>
                <a:gd name="T33" fmla="*/ 40 h 64"/>
                <a:gd name="T34" fmla="*/ 28 w 40"/>
                <a:gd name="T35" fmla="*/ 32 h 64"/>
                <a:gd name="T36" fmla="*/ 29 w 40"/>
                <a:gd name="T37" fmla="*/ 32 h 64"/>
                <a:gd name="T38" fmla="*/ 26 w 40"/>
                <a:gd name="T39" fmla="*/ 26 h 64"/>
                <a:gd name="T40" fmla="*/ 23 w 40"/>
                <a:gd name="T41" fmla="*/ 21 h 64"/>
                <a:gd name="T42" fmla="*/ 21 w 40"/>
                <a:gd name="T43" fmla="*/ 21 h 64"/>
                <a:gd name="T44" fmla="*/ 15 w 40"/>
                <a:gd name="T45" fmla="*/ 13 h 64"/>
                <a:gd name="T46" fmla="*/ 15 w 40"/>
                <a:gd name="T47" fmla="*/ 13 h 64"/>
                <a:gd name="T48" fmla="*/ 17 w 40"/>
                <a:gd name="T49" fmla="*/ 13 h 64"/>
                <a:gd name="T50" fmla="*/ 16 w 40"/>
                <a:gd name="T51" fmla="*/ 1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0" h="64">
                  <a:moveTo>
                    <a:pt x="16" y="13"/>
                  </a:moveTo>
                  <a:cubicBezTo>
                    <a:pt x="15" y="10"/>
                    <a:pt x="10" y="4"/>
                    <a:pt x="7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0" y="0"/>
                    <a:pt x="0" y="9"/>
                    <a:pt x="2" y="12"/>
                  </a:cubicBezTo>
                  <a:cubicBezTo>
                    <a:pt x="4" y="15"/>
                    <a:pt x="8" y="13"/>
                    <a:pt x="10" y="24"/>
                  </a:cubicBezTo>
                  <a:cubicBezTo>
                    <a:pt x="13" y="34"/>
                    <a:pt x="18" y="45"/>
                    <a:pt x="20" y="49"/>
                  </a:cubicBezTo>
                  <a:cubicBezTo>
                    <a:pt x="22" y="53"/>
                    <a:pt x="30" y="59"/>
                    <a:pt x="33" y="62"/>
                  </a:cubicBezTo>
                  <a:cubicBezTo>
                    <a:pt x="35" y="64"/>
                    <a:pt x="37" y="63"/>
                    <a:pt x="38" y="62"/>
                  </a:cubicBezTo>
                  <a:cubicBezTo>
                    <a:pt x="39" y="62"/>
                    <a:pt x="40" y="61"/>
                    <a:pt x="40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9" y="58"/>
                    <a:pt x="39" y="57"/>
                  </a:cubicBezTo>
                  <a:cubicBezTo>
                    <a:pt x="38" y="56"/>
                    <a:pt x="37" y="54"/>
                    <a:pt x="35" y="52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35" y="49"/>
                    <a:pt x="33" y="46"/>
                    <a:pt x="33" y="44"/>
                  </a:cubicBezTo>
                  <a:cubicBezTo>
                    <a:pt x="33" y="43"/>
                    <a:pt x="33" y="42"/>
                    <a:pt x="32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38"/>
                    <a:pt x="30" y="35"/>
                    <a:pt x="28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8" y="30"/>
                    <a:pt x="27" y="28"/>
                    <a:pt x="26" y="26"/>
                  </a:cubicBezTo>
                  <a:cubicBezTo>
                    <a:pt x="25" y="24"/>
                    <a:pt x="24" y="22"/>
                    <a:pt x="23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19" y="18"/>
                    <a:pt x="17" y="16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2" name="Freeform 69">
              <a:extLst>
                <a:ext uri="{FF2B5EF4-FFF2-40B4-BE49-F238E27FC236}">
                  <a16:creationId xmlns:a16="http://schemas.microsoft.com/office/drawing/2014/main" id="{D44437EC-C9C1-69A3-11E7-C5B206E0F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5051" y="2552419"/>
              <a:ext cx="80532" cy="47993"/>
            </a:xfrm>
            <a:custGeom>
              <a:avLst/>
              <a:gdLst>
                <a:gd name="T0" fmla="*/ 18 w 42"/>
                <a:gd name="T1" fmla="*/ 1 h 25"/>
                <a:gd name="T2" fmla="*/ 16 w 42"/>
                <a:gd name="T3" fmla="*/ 2 h 25"/>
                <a:gd name="T4" fmla="*/ 12 w 42"/>
                <a:gd name="T5" fmla="*/ 10 h 25"/>
                <a:gd name="T6" fmla="*/ 7 w 42"/>
                <a:gd name="T7" fmla="*/ 13 h 25"/>
                <a:gd name="T8" fmla="*/ 7 w 42"/>
                <a:gd name="T9" fmla="*/ 13 h 25"/>
                <a:gd name="T10" fmla="*/ 5 w 42"/>
                <a:gd name="T11" fmla="*/ 14 h 25"/>
                <a:gd name="T12" fmla="*/ 3 w 42"/>
                <a:gd name="T13" fmla="*/ 20 h 25"/>
                <a:gd name="T14" fmla="*/ 18 w 42"/>
                <a:gd name="T15" fmla="*/ 21 h 25"/>
                <a:gd name="T16" fmla="*/ 32 w 42"/>
                <a:gd name="T17" fmla="*/ 18 h 25"/>
                <a:gd name="T18" fmla="*/ 40 w 42"/>
                <a:gd name="T19" fmla="*/ 16 h 25"/>
                <a:gd name="T20" fmla="*/ 42 w 42"/>
                <a:gd name="T21" fmla="*/ 13 h 25"/>
                <a:gd name="T22" fmla="*/ 41 w 42"/>
                <a:gd name="T23" fmla="*/ 13 h 25"/>
                <a:gd name="T24" fmla="*/ 41 w 42"/>
                <a:gd name="T25" fmla="*/ 12 h 25"/>
                <a:gd name="T26" fmla="*/ 26 w 42"/>
                <a:gd name="T27" fmla="*/ 7 h 25"/>
                <a:gd name="T28" fmla="*/ 24 w 42"/>
                <a:gd name="T29" fmla="*/ 5 h 25"/>
                <a:gd name="T30" fmla="*/ 26 w 42"/>
                <a:gd name="T31" fmla="*/ 5 h 25"/>
                <a:gd name="T32" fmla="*/ 18 w 42"/>
                <a:gd name="T33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25">
                  <a:moveTo>
                    <a:pt x="18" y="1"/>
                  </a:moveTo>
                  <a:cubicBezTo>
                    <a:pt x="17" y="1"/>
                    <a:pt x="17" y="1"/>
                    <a:pt x="16" y="2"/>
                  </a:cubicBezTo>
                  <a:cubicBezTo>
                    <a:pt x="13" y="3"/>
                    <a:pt x="12" y="8"/>
                    <a:pt x="12" y="10"/>
                  </a:cubicBezTo>
                  <a:cubicBezTo>
                    <a:pt x="12" y="11"/>
                    <a:pt x="10" y="12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4"/>
                    <a:pt x="5" y="14"/>
                  </a:cubicBezTo>
                  <a:cubicBezTo>
                    <a:pt x="2" y="16"/>
                    <a:pt x="0" y="18"/>
                    <a:pt x="3" y="20"/>
                  </a:cubicBezTo>
                  <a:cubicBezTo>
                    <a:pt x="7" y="25"/>
                    <a:pt x="11" y="21"/>
                    <a:pt x="18" y="21"/>
                  </a:cubicBezTo>
                  <a:cubicBezTo>
                    <a:pt x="25" y="20"/>
                    <a:pt x="32" y="18"/>
                    <a:pt x="32" y="18"/>
                  </a:cubicBezTo>
                  <a:cubicBezTo>
                    <a:pt x="32" y="18"/>
                    <a:pt x="38" y="18"/>
                    <a:pt x="40" y="16"/>
                  </a:cubicBezTo>
                  <a:cubicBezTo>
                    <a:pt x="41" y="15"/>
                    <a:pt x="42" y="14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2"/>
                  </a:cubicBezTo>
                  <a:cubicBezTo>
                    <a:pt x="39" y="7"/>
                    <a:pt x="28" y="6"/>
                    <a:pt x="26" y="7"/>
                  </a:cubicBezTo>
                  <a:cubicBezTo>
                    <a:pt x="26" y="7"/>
                    <a:pt x="25" y="6"/>
                    <a:pt x="24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4" y="4"/>
                    <a:pt x="21" y="0"/>
                    <a:pt x="18" y="1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3" name="Freeform 48">
              <a:extLst>
                <a:ext uri="{FF2B5EF4-FFF2-40B4-BE49-F238E27FC236}">
                  <a16:creationId xmlns:a16="http://schemas.microsoft.com/office/drawing/2014/main" id="{DB39D65B-2C2C-6AEB-D2DE-C203023C3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828" y="2122104"/>
              <a:ext cx="202549" cy="100868"/>
            </a:xfrm>
            <a:custGeom>
              <a:avLst/>
              <a:gdLst>
                <a:gd name="T0" fmla="*/ 3 w 105"/>
                <a:gd name="T1" fmla="*/ 42 h 52"/>
                <a:gd name="T2" fmla="*/ 18 w 105"/>
                <a:gd name="T3" fmla="*/ 47 h 52"/>
                <a:gd name="T4" fmla="*/ 34 w 105"/>
                <a:gd name="T5" fmla="*/ 49 h 52"/>
                <a:gd name="T6" fmla="*/ 36 w 105"/>
                <a:gd name="T7" fmla="*/ 47 h 52"/>
                <a:gd name="T8" fmla="*/ 37 w 105"/>
                <a:gd name="T9" fmla="*/ 42 h 52"/>
                <a:gd name="T10" fmla="*/ 36 w 105"/>
                <a:gd name="T11" fmla="*/ 42 h 52"/>
                <a:gd name="T12" fmla="*/ 33 w 105"/>
                <a:gd name="T13" fmla="*/ 38 h 52"/>
                <a:gd name="T14" fmla="*/ 31 w 105"/>
                <a:gd name="T15" fmla="*/ 34 h 52"/>
                <a:gd name="T16" fmla="*/ 32 w 105"/>
                <a:gd name="T17" fmla="*/ 34 h 52"/>
                <a:gd name="T18" fmla="*/ 36 w 105"/>
                <a:gd name="T19" fmla="*/ 28 h 52"/>
                <a:gd name="T20" fmla="*/ 43 w 105"/>
                <a:gd name="T21" fmla="*/ 23 h 52"/>
                <a:gd name="T22" fmla="*/ 56 w 105"/>
                <a:gd name="T23" fmla="*/ 18 h 52"/>
                <a:gd name="T24" fmla="*/ 87 w 105"/>
                <a:gd name="T25" fmla="*/ 18 h 52"/>
                <a:gd name="T26" fmla="*/ 95 w 105"/>
                <a:gd name="T27" fmla="*/ 15 h 52"/>
                <a:gd name="T28" fmla="*/ 95 w 105"/>
                <a:gd name="T29" fmla="*/ 15 h 52"/>
                <a:gd name="T30" fmla="*/ 105 w 105"/>
                <a:gd name="T31" fmla="*/ 5 h 52"/>
                <a:gd name="T32" fmla="*/ 105 w 105"/>
                <a:gd name="T33" fmla="*/ 3 h 52"/>
                <a:gd name="T34" fmla="*/ 104 w 105"/>
                <a:gd name="T35" fmla="*/ 3 h 52"/>
                <a:gd name="T36" fmla="*/ 93 w 105"/>
                <a:gd name="T37" fmla="*/ 3 h 52"/>
                <a:gd name="T38" fmla="*/ 92 w 105"/>
                <a:gd name="T39" fmla="*/ 4 h 52"/>
                <a:gd name="T40" fmla="*/ 74 w 105"/>
                <a:gd name="T41" fmla="*/ 5 h 52"/>
                <a:gd name="T42" fmla="*/ 42 w 105"/>
                <a:gd name="T43" fmla="*/ 10 h 52"/>
                <a:gd name="T44" fmla="*/ 38 w 105"/>
                <a:gd name="T45" fmla="*/ 11 h 52"/>
                <a:gd name="T46" fmla="*/ 27 w 105"/>
                <a:gd name="T47" fmla="*/ 21 h 52"/>
                <a:gd name="T48" fmla="*/ 23 w 105"/>
                <a:gd name="T49" fmla="*/ 23 h 52"/>
                <a:gd name="T50" fmla="*/ 23 w 105"/>
                <a:gd name="T51" fmla="*/ 23 h 52"/>
                <a:gd name="T52" fmla="*/ 8 w 105"/>
                <a:gd name="T53" fmla="*/ 31 h 52"/>
                <a:gd name="T54" fmla="*/ 7 w 105"/>
                <a:gd name="T55" fmla="*/ 31 h 52"/>
                <a:gd name="T56" fmla="*/ 7 w 105"/>
                <a:gd name="T57" fmla="*/ 32 h 52"/>
                <a:gd name="T58" fmla="*/ 3 w 105"/>
                <a:gd name="T59" fmla="*/ 4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5" h="52">
                  <a:moveTo>
                    <a:pt x="3" y="42"/>
                  </a:moveTo>
                  <a:cubicBezTo>
                    <a:pt x="6" y="43"/>
                    <a:pt x="13" y="43"/>
                    <a:pt x="18" y="47"/>
                  </a:cubicBezTo>
                  <a:cubicBezTo>
                    <a:pt x="23" y="50"/>
                    <a:pt x="30" y="52"/>
                    <a:pt x="34" y="49"/>
                  </a:cubicBezTo>
                  <a:cubicBezTo>
                    <a:pt x="34" y="48"/>
                    <a:pt x="35" y="48"/>
                    <a:pt x="36" y="47"/>
                  </a:cubicBezTo>
                  <a:cubicBezTo>
                    <a:pt x="37" y="46"/>
                    <a:pt x="37" y="44"/>
                    <a:pt x="37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6" y="40"/>
                    <a:pt x="34" y="38"/>
                    <a:pt x="33" y="38"/>
                  </a:cubicBezTo>
                  <a:cubicBezTo>
                    <a:pt x="32" y="37"/>
                    <a:pt x="31" y="36"/>
                    <a:pt x="31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1" y="33"/>
                    <a:pt x="32" y="30"/>
                    <a:pt x="36" y="28"/>
                  </a:cubicBezTo>
                  <a:cubicBezTo>
                    <a:pt x="38" y="26"/>
                    <a:pt x="40" y="25"/>
                    <a:pt x="43" y="23"/>
                  </a:cubicBezTo>
                  <a:cubicBezTo>
                    <a:pt x="47" y="21"/>
                    <a:pt x="52" y="18"/>
                    <a:pt x="56" y="18"/>
                  </a:cubicBezTo>
                  <a:cubicBezTo>
                    <a:pt x="64" y="16"/>
                    <a:pt x="81" y="16"/>
                    <a:pt x="87" y="18"/>
                  </a:cubicBezTo>
                  <a:cubicBezTo>
                    <a:pt x="89" y="18"/>
                    <a:pt x="92" y="17"/>
                    <a:pt x="95" y="15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99" y="12"/>
                    <a:pt x="103" y="8"/>
                    <a:pt x="105" y="5"/>
                  </a:cubicBezTo>
                  <a:cubicBezTo>
                    <a:pt x="105" y="5"/>
                    <a:pt x="105" y="4"/>
                    <a:pt x="105" y="3"/>
                  </a:cubicBezTo>
                  <a:cubicBezTo>
                    <a:pt x="104" y="3"/>
                    <a:pt x="104" y="3"/>
                    <a:pt x="104" y="3"/>
                  </a:cubicBezTo>
                  <a:cubicBezTo>
                    <a:pt x="102" y="1"/>
                    <a:pt x="95" y="0"/>
                    <a:pt x="93" y="3"/>
                  </a:cubicBezTo>
                  <a:cubicBezTo>
                    <a:pt x="93" y="4"/>
                    <a:pt x="93" y="4"/>
                    <a:pt x="92" y="4"/>
                  </a:cubicBezTo>
                  <a:cubicBezTo>
                    <a:pt x="88" y="7"/>
                    <a:pt x="76" y="6"/>
                    <a:pt x="74" y="5"/>
                  </a:cubicBezTo>
                  <a:cubicBezTo>
                    <a:pt x="71" y="4"/>
                    <a:pt x="47" y="10"/>
                    <a:pt x="42" y="10"/>
                  </a:cubicBezTo>
                  <a:cubicBezTo>
                    <a:pt x="40" y="10"/>
                    <a:pt x="39" y="10"/>
                    <a:pt x="38" y="11"/>
                  </a:cubicBezTo>
                  <a:cubicBezTo>
                    <a:pt x="35" y="13"/>
                    <a:pt x="33" y="18"/>
                    <a:pt x="27" y="21"/>
                  </a:cubicBezTo>
                  <a:cubicBezTo>
                    <a:pt x="26" y="22"/>
                    <a:pt x="25" y="22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7" y="26"/>
                    <a:pt x="11" y="30"/>
                    <a:pt x="8" y="31"/>
                  </a:cubicBezTo>
                  <a:cubicBezTo>
                    <a:pt x="8" y="31"/>
                    <a:pt x="8" y="31"/>
                    <a:pt x="7" y="31"/>
                  </a:cubicBezTo>
                  <a:cubicBezTo>
                    <a:pt x="7" y="31"/>
                    <a:pt x="7" y="32"/>
                    <a:pt x="7" y="32"/>
                  </a:cubicBezTo>
                  <a:cubicBezTo>
                    <a:pt x="4" y="33"/>
                    <a:pt x="0" y="40"/>
                    <a:pt x="3" y="42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4" name="Freeform 68">
              <a:extLst>
                <a:ext uri="{FF2B5EF4-FFF2-40B4-BE49-F238E27FC236}">
                  <a16:creationId xmlns:a16="http://schemas.microsoft.com/office/drawing/2014/main" id="{76C752CA-A94F-A662-3E6B-78FFC3111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3370" y="3153559"/>
              <a:ext cx="226953" cy="150488"/>
            </a:xfrm>
            <a:custGeom>
              <a:avLst/>
              <a:gdLst>
                <a:gd name="T0" fmla="*/ 91 w 118"/>
                <a:gd name="T1" fmla="*/ 35 h 78"/>
                <a:gd name="T2" fmla="*/ 88 w 118"/>
                <a:gd name="T3" fmla="*/ 30 h 78"/>
                <a:gd name="T4" fmla="*/ 86 w 118"/>
                <a:gd name="T5" fmla="*/ 30 h 78"/>
                <a:gd name="T6" fmla="*/ 78 w 118"/>
                <a:gd name="T7" fmla="*/ 23 h 78"/>
                <a:gd name="T8" fmla="*/ 80 w 118"/>
                <a:gd name="T9" fmla="*/ 23 h 78"/>
                <a:gd name="T10" fmla="*/ 78 w 118"/>
                <a:gd name="T11" fmla="*/ 22 h 78"/>
                <a:gd name="T12" fmla="*/ 60 w 118"/>
                <a:gd name="T13" fmla="*/ 12 h 78"/>
                <a:gd name="T14" fmla="*/ 58 w 118"/>
                <a:gd name="T15" fmla="*/ 11 h 78"/>
                <a:gd name="T16" fmla="*/ 55 w 118"/>
                <a:gd name="T17" fmla="*/ 11 h 78"/>
                <a:gd name="T18" fmla="*/ 33 w 118"/>
                <a:gd name="T19" fmla="*/ 11 h 78"/>
                <a:gd name="T20" fmla="*/ 33 w 118"/>
                <a:gd name="T21" fmla="*/ 11 h 78"/>
                <a:gd name="T22" fmla="*/ 33 w 118"/>
                <a:gd name="T23" fmla="*/ 11 h 78"/>
                <a:gd name="T24" fmla="*/ 31 w 118"/>
                <a:gd name="T25" fmla="*/ 11 h 78"/>
                <a:gd name="T26" fmla="*/ 27 w 118"/>
                <a:gd name="T27" fmla="*/ 9 h 78"/>
                <a:gd name="T28" fmla="*/ 15 w 118"/>
                <a:gd name="T29" fmla="*/ 5 h 78"/>
                <a:gd name="T30" fmla="*/ 15 w 118"/>
                <a:gd name="T31" fmla="*/ 3 h 78"/>
                <a:gd name="T32" fmla="*/ 16 w 118"/>
                <a:gd name="T33" fmla="*/ 3 h 78"/>
                <a:gd name="T34" fmla="*/ 9 w 118"/>
                <a:gd name="T35" fmla="*/ 2 h 78"/>
                <a:gd name="T36" fmla="*/ 6 w 118"/>
                <a:gd name="T37" fmla="*/ 5 h 78"/>
                <a:gd name="T38" fmla="*/ 9 w 118"/>
                <a:gd name="T39" fmla="*/ 11 h 78"/>
                <a:gd name="T40" fmla="*/ 16 w 118"/>
                <a:gd name="T41" fmla="*/ 18 h 78"/>
                <a:gd name="T42" fmla="*/ 13 w 118"/>
                <a:gd name="T43" fmla="*/ 29 h 78"/>
                <a:gd name="T44" fmla="*/ 26 w 118"/>
                <a:gd name="T45" fmla="*/ 29 h 78"/>
                <a:gd name="T46" fmla="*/ 34 w 118"/>
                <a:gd name="T47" fmla="*/ 33 h 78"/>
                <a:gd name="T48" fmla="*/ 48 w 118"/>
                <a:gd name="T49" fmla="*/ 42 h 78"/>
                <a:gd name="T50" fmla="*/ 53 w 118"/>
                <a:gd name="T51" fmla="*/ 51 h 78"/>
                <a:gd name="T52" fmla="*/ 53 w 118"/>
                <a:gd name="T53" fmla="*/ 51 h 78"/>
                <a:gd name="T54" fmla="*/ 49 w 118"/>
                <a:gd name="T55" fmla="*/ 52 h 78"/>
                <a:gd name="T56" fmla="*/ 47 w 118"/>
                <a:gd name="T57" fmla="*/ 58 h 78"/>
                <a:gd name="T58" fmla="*/ 59 w 118"/>
                <a:gd name="T59" fmla="*/ 58 h 78"/>
                <a:gd name="T60" fmla="*/ 69 w 118"/>
                <a:gd name="T61" fmla="*/ 70 h 78"/>
                <a:gd name="T62" fmla="*/ 72 w 118"/>
                <a:gd name="T63" fmla="*/ 69 h 78"/>
                <a:gd name="T64" fmla="*/ 72 w 118"/>
                <a:gd name="T65" fmla="*/ 69 h 78"/>
                <a:gd name="T66" fmla="*/ 72 w 118"/>
                <a:gd name="T67" fmla="*/ 69 h 78"/>
                <a:gd name="T68" fmla="*/ 77 w 118"/>
                <a:gd name="T69" fmla="*/ 61 h 78"/>
                <a:gd name="T70" fmla="*/ 78 w 118"/>
                <a:gd name="T71" fmla="*/ 61 h 78"/>
                <a:gd name="T72" fmla="*/ 81 w 118"/>
                <a:gd name="T73" fmla="*/ 56 h 78"/>
                <a:gd name="T74" fmla="*/ 82 w 118"/>
                <a:gd name="T75" fmla="*/ 55 h 78"/>
                <a:gd name="T76" fmla="*/ 93 w 118"/>
                <a:gd name="T77" fmla="*/ 57 h 78"/>
                <a:gd name="T78" fmla="*/ 103 w 118"/>
                <a:gd name="T79" fmla="*/ 71 h 78"/>
                <a:gd name="T80" fmla="*/ 116 w 118"/>
                <a:gd name="T81" fmla="*/ 76 h 78"/>
                <a:gd name="T82" fmla="*/ 118 w 118"/>
                <a:gd name="T83" fmla="*/ 75 h 78"/>
                <a:gd name="T84" fmla="*/ 117 w 118"/>
                <a:gd name="T85" fmla="*/ 69 h 78"/>
                <a:gd name="T86" fmla="*/ 116 w 118"/>
                <a:gd name="T87" fmla="*/ 69 h 78"/>
                <a:gd name="T88" fmla="*/ 112 w 118"/>
                <a:gd name="T89" fmla="*/ 61 h 78"/>
                <a:gd name="T90" fmla="*/ 113 w 118"/>
                <a:gd name="T91" fmla="*/ 61 h 78"/>
                <a:gd name="T92" fmla="*/ 111 w 118"/>
                <a:gd name="T93" fmla="*/ 59 h 78"/>
                <a:gd name="T94" fmla="*/ 102 w 118"/>
                <a:gd name="T95" fmla="*/ 50 h 78"/>
                <a:gd name="T96" fmla="*/ 101 w 118"/>
                <a:gd name="T97" fmla="*/ 50 h 78"/>
                <a:gd name="T98" fmla="*/ 99 w 118"/>
                <a:gd name="T99" fmla="*/ 43 h 78"/>
                <a:gd name="T100" fmla="*/ 99 w 118"/>
                <a:gd name="T101" fmla="*/ 42 h 78"/>
                <a:gd name="T102" fmla="*/ 100 w 118"/>
                <a:gd name="T103" fmla="*/ 42 h 78"/>
                <a:gd name="T104" fmla="*/ 91 w 118"/>
                <a:gd name="T105" fmla="*/ 3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8" h="78">
                  <a:moveTo>
                    <a:pt x="91" y="35"/>
                  </a:moveTo>
                  <a:cubicBezTo>
                    <a:pt x="90" y="34"/>
                    <a:pt x="89" y="32"/>
                    <a:pt x="88" y="30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84" y="27"/>
                    <a:pt x="82" y="24"/>
                    <a:pt x="78" y="23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79" y="22"/>
                    <a:pt x="78" y="22"/>
                  </a:cubicBezTo>
                  <a:cubicBezTo>
                    <a:pt x="70" y="20"/>
                    <a:pt x="68" y="17"/>
                    <a:pt x="60" y="12"/>
                  </a:cubicBezTo>
                  <a:cubicBezTo>
                    <a:pt x="60" y="12"/>
                    <a:pt x="59" y="11"/>
                    <a:pt x="58" y="11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46" y="8"/>
                    <a:pt x="34" y="9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0" y="10"/>
                    <a:pt x="29" y="10"/>
                    <a:pt x="27" y="9"/>
                  </a:cubicBezTo>
                  <a:cubicBezTo>
                    <a:pt x="21" y="6"/>
                    <a:pt x="17" y="9"/>
                    <a:pt x="15" y="5"/>
                  </a:cubicBezTo>
                  <a:cubicBezTo>
                    <a:pt x="15" y="4"/>
                    <a:pt x="15" y="4"/>
                    <a:pt x="15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5" y="1"/>
                    <a:pt x="12" y="0"/>
                    <a:pt x="9" y="2"/>
                  </a:cubicBezTo>
                  <a:cubicBezTo>
                    <a:pt x="8" y="2"/>
                    <a:pt x="7" y="3"/>
                    <a:pt x="6" y="5"/>
                  </a:cubicBezTo>
                  <a:cubicBezTo>
                    <a:pt x="2" y="9"/>
                    <a:pt x="0" y="9"/>
                    <a:pt x="9" y="11"/>
                  </a:cubicBezTo>
                  <a:cubicBezTo>
                    <a:pt x="17" y="13"/>
                    <a:pt x="20" y="13"/>
                    <a:pt x="16" y="18"/>
                  </a:cubicBezTo>
                  <a:cubicBezTo>
                    <a:pt x="13" y="22"/>
                    <a:pt x="10" y="28"/>
                    <a:pt x="13" y="29"/>
                  </a:cubicBezTo>
                  <a:cubicBezTo>
                    <a:pt x="16" y="29"/>
                    <a:pt x="25" y="26"/>
                    <a:pt x="26" y="29"/>
                  </a:cubicBezTo>
                  <a:cubicBezTo>
                    <a:pt x="27" y="31"/>
                    <a:pt x="24" y="32"/>
                    <a:pt x="34" y="33"/>
                  </a:cubicBezTo>
                  <a:cubicBezTo>
                    <a:pt x="44" y="35"/>
                    <a:pt x="46" y="39"/>
                    <a:pt x="48" y="42"/>
                  </a:cubicBezTo>
                  <a:cubicBezTo>
                    <a:pt x="50" y="44"/>
                    <a:pt x="54" y="49"/>
                    <a:pt x="53" y="51"/>
                  </a:cubicBezTo>
                  <a:cubicBezTo>
                    <a:pt x="53" y="51"/>
                    <a:pt x="53" y="51"/>
                    <a:pt x="53" y="51"/>
                  </a:cubicBezTo>
                  <a:cubicBezTo>
                    <a:pt x="52" y="51"/>
                    <a:pt x="50" y="52"/>
                    <a:pt x="49" y="52"/>
                  </a:cubicBezTo>
                  <a:cubicBezTo>
                    <a:pt x="46" y="54"/>
                    <a:pt x="44" y="58"/>
                    <a:pt x="47" y="58"/>
                  </a:cubicBezTo>
                  <a:cubicBezTo>
                    <a:pt x="50" y="59"/>
                    <a:pt x="58" y="56"/>
                    <a:pt x="59" y="58"/>
                  </a:cubicBezTo>
                  <a:cubicBezTo>
                    <a:pt x="60" y="60"/>
                    <a:pt x="64" y="71"/>
                    <a:pt x="69" y="70"/>
                  </a:cubicBezTo>
                  <a:cubicBezTo>
                    <a:pt x="70" y="70"/>
                    <a:pt x="71" y="70"/>
                    <a:pt x="72" y="69"/>
                  </a:cubicBezTo>
                  <a:cubicBezTo>
                    <a:pt x="72" y="69"/>
                    <a:pt x="72" y="69"/>
                    <a:pt x="72" y="69"/>
                  </a:cubicBezTo>
                  <a:cubicBezTo>
                    <a:pt x="72" y="69"/>
                    <a:pt x="72" y="69"/>
                    <a:pt x="72" y="69"/>
                  </a:cubicBezTo>
                  <a:cubicBezTo>
                    <a:pt x="74" y="67"/>
                    <a:pt x="76" y="64"/>
                    <a:pt x="77" y="61"/>
                  </a:cubicBezTo>
                  <a:cubicBezTo>
                    <a:pt x="78" y="61"/>
                    <a:pt x="78" y="61"/>
                    <a:pt x="78" y="61"/>
                  </a:cubicBezTo>
                  <a:cubicBezTo>
                    <a:pt x="79" y="59"/>
                    <a:pt x="80" y="57"/>
                    <a:pt x="81" y="56"/>
                  </a:cubicBezTo>
                  <a:cubicBezTo>
                    <a:pt x="81" y="55"/>
                    <a:pt x="81" y="55"/>
                    <a:pt x="82" y="55"/>
                  </a:cubicBezTo>
                  <a:cubicBezTo>
                    <a:pt x="85" y="53"/>
                    <a:pt x="92" y="52"/>
                    <a:pt x="93" y="57"/>
                  </a:cubicBezTo>
                  <a:cubicBezTo>
                    <a:pt x="94" y="62"/>
                    <a:pt x="97" y="67"/>
                    <a:pt x="103" y="71"/>
                  </a:cubicBezTo>
                  <a:cubicBezTo>
                    <a:pt x="109" y="74"/>
                    <a:pt x="115" y="78"/>
                    <a:pt x="116" y="76"/>
                  </a:cubicBezTo>
                  <a:cubicBezTo>
                    <a:pt x="117" y="75"/>
                    <a:pt x="117" y="75"/>
                    <a:pt x="118" y="75"/>
                  </a:cubicBezTo>
                  <a:cubicBezTo>
                    <a:pt x="118" y="73"/>
                    <a:pt x="117" y="71"/>
                    <a:pt x="117" y="69"/>
                  </a:cubicBezTo>
                  <a:cubicBezTo>
                    <a:pt x="116" y="69"/>
                    <a:pt x="116" y="69"/>
                    <a:pt x="116" y="69"/>
                  </a:cubicBezTo>
                  <a:cubicBezTo>
                    <a:pt x="115" y="66"/>
                    <a:pt x="113" y="63"/>
                    <a:pt x="112" y="61"/>
                  </a:cubicBezTo>
                  <a:cubicBezTo>
                    <a:pt x="113" y="61"/>
                    <a:pt x="113" y="61"/>
                    <a:pt x="113" y="61"/>
                  </a:cubicBezTo>
                  <a:cubicBezTo>
                    <a:pt x="113" y="60"/>
                    <a:pt x="112" y="59"/>
                    <a:pt x="111" y="59"/>
                  </a:cubicBezTo>
                  <a:cubicBezTo>
                    <a:pt x="108" y="58"/>
                    <a:pt x="105" y="54"/>
                    <a:pt x="102" y="50"/>
                  </a:cubicBezTo>
                  <a:cubicBezTo>
                    <a:pt x="101" y="50"/>
                    <a:pt x="101" y="50"/>
                    <a:pt x="101" y="50"/>
                  </a:cubicBezTo>
                  <a:cubicBezTo>
                    <a:pt x="100" y="47"/>
                    <a:pt x="99" y="45"/>
                    <a:pt x="99" y="43"/>
                  </a:cubicBezTo>
                  <a:cubicBezTo>
                    <a:pt x="99" y="43"/>
                    <a:pt x="99" y="42"/>
                    <a:pt x="99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99" y="39"/>
                    <a:pt x="94" y="37"/>
                    <a:pt x="91" y="35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5" name="Freeform 54">
              <a:extLst>
                <a:ext uri="{FF2B5EF4-FFF2-40B4-BE49-F238E27FC236}">
                  <a16:creationId xmlns:a16="http://schemas.microsoft.com/office/drawing/2014/main" id="{2E917F88-701D-80E8-A779-37B0658A9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589" y="3063266"/>
              <a:ext cx="115510" cy="146421"/>
            </a:xfrm>
            <a:custGeom>
              <a:avLst/>
              <a:gdLst>
                <a:gd name="T0" fmla="*/ 38 w 60"/>
                <a:gd name="T1" fmla="*/ 14 h 76"/>
                <a:gd name="T2" fmla="*/ 26 w 60"/>
                <a:gd name="T3" fmla="*/ 25 h 76"/>
                <a:gd name="T4" fmla="*/ 25 w 60"/>
                <a:gd name="T5" fmla="*/ 25 h 76"/>
                <a:gd name="T6" fmla="*/ 19 w 60"/>
                <a:gd name="T7" fmla="*/ 28 h 76"/>
                <a:gd name="T8" fmla="*/ 17 w 60"/>
                <a:gd name="T9" fmla="*/ 29 h 76"/>
                <a:gd name="T10" fmla="*/ 12 w 60"/>
                <a:gd name="T11" fmla="*/ 37 h 76"/>
                <a:gd name="T12" fmla="*/ 2 w 60"/>
                <a:gd name="T13" fmla="*/ 34 h 76"/>
                <a:gd name="T14" fmla="*/ 5 w 60"/>
                <a:gd name="T15" fmla="*/ 57 h 76"/>
                <a:gd name="T16" fmla="*/ 20 w 60"/>
                <a:gd name="T17" fmla="*/ 72 h 76"/>
                <a:gd name="T18" fmla="*/ 31 w 60"/>
                <a:gd name="T19" fmla="*/ 73 h 76"/>
                <a:gd name="T20" fmla="*/ 45 w 60"/>
                <a:gd name="T21" fmla="*/ 70 h 76"/>
                <a:gd name="T22" fmla="*/ 45 w 60"/>
                <a:gd name="T23" fmla="*/ 70 h 76"/>
                <a:gd name="T24" fmla="*/ 46 w 60"/>
                <a:gd name="T25" fmla="*/ 70 h 76"/>
                <a:gd name="T26" fmla="*/ 46 w 60"/>
                <a:gd name="T27" fmla="*/ 58 h 76"/>
                <a:gd name="T28" fmla="*/ 46 w 60"/>
                <a:gd name="T29" fmla="*/ 58 h 76"/>
                <a:gd name="T30" fmla="*/ 49 w 60"/>
                <a:gd name="T31" fmla="*/ 52 h 76"/>
                <a:gd name="T32" fmla="*/ 50 w 60"/>
                <a:gd name="T33" fmla="*/ 50 h 76"/>
                <a:gd name="T34" fmla="*/ 51 w 60"/>
                <a:gd name="T35" fmla="*/ 50 h 76"/>
                <a:gd name="T36" fmla="*/ 58 w 60"/>
                <a:gd name="T37" fmla="*/ 39 h 76"/>
                <a:gd name="T38" fmla="*/ 57 w 60"/>
                <a:gd name="T39" fmla="*/ 39 h 76"/>
                <a:gd name="T40" fmla="*/ 56 w 60"/>
                <a:gd name="T41" fmla="*/ 36 h 76"/>
                <a:gd name="T42" fmla="*/ 54 w 60"/>
                <a:gd name="T43" fmla="*/ 31 h 76"/>
                <a:gd name="T44" fmla="*/ 55 w 60"/>
                <a:gd name="T45" fmla="*/ 31 h 76"/>
                <a:gd name="T46" fmla="*/ 53 w 60"/>
                <a:gd name="T47" fmla="*/ 19 h 76"/>
                <a:gd name="T48" fmla="*/ 53 w 60"/>
                <a:gd name="T49" fmla="*/ 19 h 76"/>
                <a:gd name="T50" fmla="*/ 53 w 60"/>
                <a:gd name="T51" fmla="*/ 19 h 76"/>
                <a:gd name="T52" fmla="*/ 60 w 60"/>
                <a:gd name="T53" fmla="*/ 12 h 76"/>
                <a:gd name="T54" fmla="*/ 53 w 60"/>
                <a:gd name="T55" fmla="*/ 11 h 76"/>
                <a:gd name="T56" fmla="*/ 54 w 60"/>
                <a:gd name="T57" fmla="*/ 11 h 76"/>
                <a:gd name="T58" fmla="*/ 51 w 60"/>
                <a:gd name="T59" fmla="*/ 1 h 76"/>
                <a:gd name="T60" fmla="*/ 51 w 60"/>
                <a:gd name="T61" fmla="*/ 0 h 76"/>
                <a:gd name="T62" fmla="*/ 50 w 60"/>
                <a:gd name="T63" fmla="*/ 0 h 76"/>
                <a:gd name="T64" fmla="*/ 48 w 60"/>
                <a:gd name="T65" fmla="*/ 0 h 76"/>
                <a:gd name="T66" fmla="*/ 48 w 60"/>
                <a:gd name="T67" fmla="*/ 0 h 76"/>
                <a:gd name="T68" fmla="*/ 47 w 60"/>
                <a:gd name="T69" fmla="*/ 0 h 76"/>
                <a:gd name="T70" fmla="*/ 42 w 60"/>
                <a:gd name="T71" fmla="*/ 6 h 76"/>
                <a:gd name="T72" fmla="*/ 38 w 60"/>
                <a:gd name="T73" fmla="*/ 1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" h="76">
                  <a:moveTo>
                    <a:pt x="38" y="14"/>
                  </a:moveTo>
                  <a:cubicBezTo>
                    <a:pt x="28" y="14"/>
                    <a:pt x="28" y="23"/>
                    <a:pt x="26" y="25"/>
                  </a:cubicBezTo>
                  <a:cubicBezTo>
                    <a:pt x="26" y="25"/>
                    <a:pt x="25" y="25"/>
                    <a:pt x="25" y="25"/>
                  </a:cubicBezTo>
                  <a:cubicBezTo>
                    <a:pt x="23" y="26"/>
                    <a:pt x="22" y="27"/>
                    <a:pt x="19" y="28"/>
                  </a:cubicBezTo>
                  <a:cubicBezTo>
                    <a:pt x="18" y="28"/>
                    <a:pt x="17" y="28"/>
                    <a:pt x="17" y="29"/>
                  </a:cubicBezTo>
                  <a:cubicBezTo>
                    <a:pt x="14" y="31"/>
                    <a:pt x="13" y="34"/>
                    <a:pt x="12" y="37"/>
                  </a:cubicBezTo>
                  <a:cubicBezTo>
                    <a:pt x="11" y="40"/>
                    <a:pt x="4" y="32"/>
                    <a:pt x="2" y="34"/>
                  </a:cubicBezTo>
                  <a:cubicBezTo>
                    <a:pt x="0" y="36"/>
                    <a:pt x="2" y="48"/>
                    <a:pt x="5" y="57"/>
                  </a:cubicBezTo>
                  <a:cubicBezTo>
                    <a:pt x="9" y="66"/>
                    <a:pt x="17" y="72"/>
                    <a:pt x="20" y="72"/>
                  </a:cubicBezTo>
                  <a:cubicBezTo>
                    <a:pt x="22" y="72"/>
                    <a:pt x="27" y="72"/>
                    <a:pt x="31" y="73"/>
                  </a:cubicBezTo>
                  <a:cubicBezTo>
                    <a:pt x="34" y="75"/>
                    <a:pt x="46" y="76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6" y="70"/>
                    <a:pt x="46" y="70"/>
                    <a:pt x="46" y="70"/>
                  </a:cubicBezTo>
                  <a:cubicBezTo>
                    <a:pt x="46" y="66"/>
                    <a:pt x="45" y="62"/>
                    <a:pt x="46" y="58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46" y="56"/>
                    <a:pt x="47" y="53"/>
                    <a:pt x="49" y="52"/>
                  </a:cubicBezTo>
                  <a:cubicBezTo>
                    <a:pt x="49" y="51"/>
                    <a:pt x="50" y="51"/>
                    <a:pt x="50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4" y="46"/>
                    <a:pt x="58" y="44"/>
                    <a:pt x="58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8"/>
                    <a:pt x="57" y="37"/>
                    <a:pt x="56" y="36"/>
                  </a:cubicBezTo>
                  <a:cubicBezTo>
                    <a:pt x="56" y="34"/>
                    <a:pt x="55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3" y="26"/>
                    <a:pt x="50" y="22"/>
                    <a:pt x="53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6" y="16"/>
                    <a:pt x="60" y="15"/>
                    <a:pt x="60" y="12"/>
                  </a:cubicBezTo>
                  <a:cubicBezTo>
                    <a:pt x="60" y="10"/>
                    <a:pt x="56" y="15"/>
                    <a:pt x="53" y="11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53" y="10"/>
                    <a:pt x="52" y="7"/>
                    <a:pt x="51" y="1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9" y="0"/>
                    <a:pt x="49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5" y="1"/>
                    <a:pt x="42" y="4"/>
                    <a:pt x="42" y="6"/>
                  </a:cubicBezTo>
                  <a:cubicBezTo>
                    <a:pt x="41" y="11"/>
                    <a:pt x="47" y="14"/>
                    <a:pt x="38" y="1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6" name="Freeform 85">
              <a:extLst>
                <a:ext uri="{FF2B5EF4-FFF2-40B4-BE49-F238E27FC236}">
                  <a16:creationId xmlns:a16="http://schemas.microsoft.com/office/drawing/2014/main" id="{2BF8F5BA-9903-4B28-DC55-5741DAB37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5420" y="3136477"/>
              <a:ext cx="63449" cy="21150"/>
            </a:xfrm>
            <a:custGeom>
              <a:avLst/>
              <a:gdLst>
                <a:gd name="T0" fmla="*/ 33 w 33"/>
                <a:gd name="T1" fmla="*/ 1 h 11"/>
                <a:gd name="T2" fmla="*/ 32 w 33"/>
                <a:gd name="T3" fmla="*/ 1 h 11"/>
                <a:gd name="T4" fmla="*/ 32 w 33"/>
                <a:gd name="T5" fmla="*/ 0 h 11"/>
                <a:gd name="T6" fmla="*/ 28 w 33"/>
                <a:gd name="T7" fmla="*/ 1 h 11"/>
                <a:gd name="T8" fmla="*/ 26 w 33"/>
                <a:gd name="T9" fmla="*/ 1 h 11"/>
                <a:gd name="T10" fmla="*/ 15 w 33"/>
                <a:gd name="T11" fmla="*/ 3 h 11"/>
                <a:gd name="T12" fmla="*/ 5 w 33"/>
                <a:gd name="T13" fmla="*/ 2 h 11"/>
                <a:gd name="T14" fmla="*/ 4 w 33"/>
                <a:gd name="T15" fmla="*/ 3 h 11"/>
                <a:gd name="T16" fmla="*/ 4 w 33"/>
                <a:gd name="T17" fmla="*/ 2 h 11"/>
                <a:gd name="T18" fmla="*/ 8 w 33"/>
                <a:gd name="T19" fmla="*/ 10 h 11"/>
                <a:gd name="T20" fmla="*/ 28 w 33"/>
                <a:gd name="T21" fmla="*/ 8 h 11"/>
                <a:gd name="T22" fmla="*/ 29 w 33"/>
                <a:gd name="T23" fmla="*/ 7 h 11"/>
                <a:gd name="T24" fmla="*/ 33 w 33"/>
                <a:gd name="T2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11">
                  <a:moveTo>
                    <a:pt x="33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0"/>
                    <a:pt x="30" y="0"/>
                    <a:pt x="28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1" y="2"/>
                    <a:pt x="16" y="3"/>
                    <a:pt x="15" y="3"/>
                  </a:cubicBezTo>
                  <a:cubicBezTo>
                    <a:pt x="14" y="4"/>
                    <a:pt x="5" y="2"/>
                    <a:pt x="5" y="2"/>
                  </a:cubicBezTo>
                  <a:cubicBezTo>
                    <a:pt x="4" y="2"/>
                    <a:pt x="4" y="2"/>
                    <a:pt x="4" y="3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0" y="7"/>
                    <a:pt x="3" y="11"/>
                    <a:pt x="8" y="10"/>
                  </a:cubicBezTo>
                  <a:cubicBezTo>
                    <a:pt x="14" y="10"/>
                    <a:pt x="25" y="8"/>
                    <a:pt x="28" y="8"/>
                  </a:cubicBezTo>
                  <a:cubicBezTo>
                    <a:pt x="28" y="8"/>
                    <a:pt x="28" y="7"/>
                    <a:pt x="29" y="7"/>
                  </a:cubicBezTo>
                  <a:cubicBezTo>
                    <a:pt x="31" y="6"/>
                    <a:pt x="33" y="3"/>
                    <a:pt x="33" y="1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7" name="Freeform 86">
              <a:extLst>
                <a:ext uri="{FF2B5EF4-FFF2-40B4-BE49-F238E27FC236}">
                  <a16:creationId xmlns:a16="http://schemas.microsoft.com/office/drawing/2014/main" id="{B673991C-84ED-B869-F375-A5A619B6E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719" y="3255240"/>
              <a:ext cx="39046" cy="43113"/>
            </a:xfrm>
            <a:custGeom>
              <a:avLst/>
              <a:gdLst>
                <a:gd name="T0" fmla="*/ 10 w 20"/>
                <a:gd name="T1" fmla="*/ 3 h 22"/>
                <a:gd name="T2" fmla="*/ 9 w 20"/>
                <a:gd name="T3" fmla="*/ 5 h 22"/>
                <a:gd name="T4" fmla="*/ 1 w 20"/>
                <a:gd name="T5" fmla="*/ 18 h 22"/>
                <a:gd name="T6" fmla="*/ 7 w 20"/>
                <a:gd name="T7" fmla="*/ 18 h 22"/>
                <a:gd name="T8" fmla="*/ 10 w 20"/>
                <a:gd name="T9" fmla="*/ 16 h 22"/>
                <a:gd name="T10" fmla="*/ 10 w 20"/>
                <a:gd name="T11" fmla="*/ 16 h 22"/>
                <a:gd name="T12" fmla="*/ 12 w 20"/>
                <a:gd name="T13" fmla="*/ 14 h 22"/>
                <a:gd name="T14" fmla="*/ 19 w 20"/>
                <a:gd name="T15" fmla="*/ 9 h 22"/>
                <a:gd name="T16" fmla="*/ 19 w 20"/>
                <a:gd name="T17" fmla="*/ 8 h 22"/>
                <a:gd name="T18" fmla="*/ 20 w 20"/>
                <a:gd name="T19" fmla="*/ 8 h 22"/>
                <a:gd name="T20" fmla="*/ 10 w 20"/>
                <a:gd name="T21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10" y="3"/>
                  </a:moveTo>
                  <a:cubicBezTo>
                    <a:pt x="10" y="3"/>
                    <a:pt x="9" y="4"/>
                    <a:pt x="9" y="5"/>
                  </a:cubicBezTo>
                  <a:cubicBezTo>
                    <a:pt x="6" y="9"/>
                    <a:pt x="0" y="14"/>
                    <a:pt x="1" y="18"/>
                  </a:cubicBezTo>
                  <a:cubicBezTo>
                    <a:pt x="1" y="22"/>
                    <a:pt x="4" y="20"/>
                    <a:pt x="7" y="18"/>
                  </a:cubicBezTo>
                  <a:cubicBezTo>
                    <a:pt x="8" y="18"/>
                    <a:pt x="9" y="17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2" y="14"/>
                    <a:pt x="12" y="14"/>
                  </a:cubicBezTo>
                  <a:cubicBezTo>
                    <a:pt x="12" y="14"/>
                    <a:pt x="19" y="13"/>
                    <a:pt x="19" y="9"/>
                  </a:cubicBezTo>
                  <a:cubicBezTo>
                    <a:pt x="19" y="9"/>
                    <a:pt x="19" y="9"/>
                    <a:pt x="19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5"/>
                    <a:pt x="14" y="0"/>
                    <a:pt x="10" y="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B88F2B7E-B7F7-239C-9A90-5DC82CBD8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820" y="3288877"/>
              <a:ext cx="63449" cy="21150"/>
            </a:xfrm>
            <a:custGeom>
              <a:avLst/>
              <a:gdLst>
                <a:gd name="T0" fmla="*/ 33 w 33"/>
                <a:gd name="T1" fmla="*/ 1 h 11"/>
                <a:gd name="T2" fmla="*/ 32 w 33"/>
                <a:gd name="T3" fmla="*/ 1 h 11"/>
                <a:gd name="T4" fmla="*/ 32 w 33"/>
                <a:gd name="T5" fmla="*/ 0 h 11"/>
                <a:gd name="T6" fmla="*/ 28 w 33"/>
                <a:gd name="T7" fmla="*/ 1 h 11"/>
                <a:gd name="T8" fmla="*/ 26 w 33"/>
                <a:gd name="T9" fmla="*/ 1 h 11"/>
                <a:gd name="T10" fmla="*/ 15 w 33"/>
                <a:gd name="T11" fmla="*/ 3 h 11"/>
                <a:gd name="T12" fmla="*/ 5 w 33"/>
                <a:gd name="T13" fmla="*/ 2 h 11"/>
                <a:gd name="T14" fmla="*/ 4 w 33"/>
                <a:gd name="T15" fmla="*/ 3 h 11"/>
                <a:gd name="T16" fmla="*/ 4 w 33"/>
                <a:gd name="T17" fmla="*/ 2 h 11"/>
                <a:gd name="T18" fmla="*/ 8 w 33"/>
                <a:gd name="T19" fmla="*/ 10 h 11"/>
                <a:gd name="T20" fmla="*/ 28 w 33"/>
                <a:gd name="T21" fmla="*/ 8 h 11"/>
                <a:gd name="T22" fmla="*/ 29 w 33"/>
                <a:gd name="T23" fmla="*/ 7 h 11"/>
                <a:gd name="T24" fmla="*/ 33 w 33"/>
                <a:gd name="T2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11">
                  <a:moveTo>
                    <a:pt x="33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0"/>
                    <a:pt x="30" y="0"/>
                    <a:pt x="28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1" y="2"/>
                    <a:pt x="16" y="3"/>
                    <a:pt x="15" y="3"/>
                  </a:cubicBezTo>
                  <a:cubicBezTo>
                    <a:pt x="14" y="4"/>
                    <a:pt x="5" y="2"/>
                    <a:pt x="5" y="2"/>
                  </a:cubicBezTo>
                  <a:cubicBezTo>
                    <a:pt x="4" y="2"/>
                    <a:pt x="4" y="2"/>
                    <a:pt x="4" y="3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0" y="7"/>
                    <a:pt x="3" y="11"/>
                    <a:pt x="8" y="10"/>
                  </a:cubicBezTo>
                  <a:cubicBezTo>
                    <a:pt x="14" y="10"/>
                    <a:pt x="25" y="8"/>
                    <a:pt x="28" y="8"/>
                  </a:cubicBezTo>
                  <a:cubicBezTo>
                    <a:pt x="28" y="8"/>
                    <a:pt x="28" y="7"/>
                    <a:pt x="29" y="7"/>
                  </a:cubicBezTo>
                  <a:cubicBezTo>
                    <a:pt x="31" y="6"/>
                    <a:pt x="33" y="3"/>
                    <a:pt x="33" y="1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23B0FA12-F65A-2E44-8408-0F900C73C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119" y="3407640"/>
              <a:ext cx="39046" cy="43113"/>
            </a:xfrm>
            <a:custGeom>
              <a:avLst/>
              <a:gdLst>
                <a:gd name="T0" fmla="*/ 10 w 20"/>
                <a:gd name="T1" fmla="*/ 3 h 22"/>
                <a:gd name="T2" fmla="*/ 9 w 20"/>
                <a:gd name="T3" fmla="*/ 5 h 22"/>
                <a:gd name="T4" fmla="*/ 1 w 20"/>
                <a:gd name="T5" fmla="*/ 18 h 22"/>
                <a:gd name="T6" fmla="*/ 7 w 20"/>
                <a:gd name="T7" fmla="*/ 18 h 22"/>
                <a:gd name="T8" fmla="*/ 10 w 20"/>
                <a:gd name="T9" fmla="*/ 16 h 22"/>
                <a:gd name="T10" fmla="*/ 10 w 20"/>
                <a:gd name="T11" fmla="*/ 16 h 22"/>
                <a:gd name="T12" fmla="*/ 12 w 20"/>
                <a:gd name="T13" fmla="*/ 14 h 22"/>
                <a:gd name="T14" fmla="*/ 19 w 20"/>
                <a:gd name="T15" fmla="*/ 9 h 22"/>
                <a:gd name="T16" fmla="*/ 19 w 20"/>
                <a:gd name="T17" fmla="*/ 8 h 22"/>
                <a:gd name="T18" fmla="*/ 20 w 20"/>
                <a:gd name="T19" fmla="*/ 8 h 22"/>
                <a:gd name="T20" fmla="*/ 10 w 20"/>
                <a:gd name="T21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10" y="3"/>
                  </a:moveTo>
                  <a:cubicBezTo>
                    <a:pt x="10" y="3"/>
                    <a:pt x="9" y="4"/>
                    <a:pt x="9" y="5"/>
                  </a:cubicBezTo>
                  <a:cubicBezTo>
                    <a:pt x="6" y="9"/>
                    <a:pt x="0" y="14"/>
                    <a:pt x="1" y="18"/>
                  </a:cubicBezTo>
                  <a:cubicBezTo>
                    <a:pt x="1" y="22"/>
                    <a:pt x="4" y="20"/>
                    <a:pt x="7" y="18"/>
                  </a:cubicBezTo>
                  <a:cubicBezTo>
                    <a:pt x="8" y="18"/>
                    <a:pt x="9" y="17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2" y="14"/>
                    <a:pt x="12" y="14"/>
                  </a:cubicBezTo>
                  <a:cubicBezTo>
                    <a:pt x="12" y="14"/>
                    <a:pt x="19" y="13"/>
                    <a:pt x="19" y="9"/>
                  </a:cubicBezTo>
                  <a:cubicBezTo>
                    <a:pt x="19" y="9"/>
                    <a:pt x="19" y="9"/>
                    <a:pt x="19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5"/>
                    <a:pt x="14" y="0"/>
                    <a:pt x="10" y="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40" name="Freeform 84">
              <a:extLst>
                <a:ext uri="{FF2B5EF4-FFF2-40B4-BE49-F238E27FC236}">
                  <a16:creationId xmlns:a16="http://schemas.microsoft.com/office/drawing/2014/main" id="{6EA0F184-DFD2-D594-F8BA-4DA8FE030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1536" y="3315436"/>
              <a:ext cx="84599" cy="183026"/>
            </a:xfrm>
            <a:custGeom>
              <a:avLst/>
              <a:gdLst>
                <a:gd name="T0" fmla="*/ 41 w 44"/>
                <a:gd name="T1" fmla="*/ 5 h 95"/>
                <a:gd name="T2" fmla="*/ 40 w 44"/>
                <a:gd name="T3" fmla="*/ 5 h 95"/>
                <a:gd name="T4" fmla="*/ 38 w 44"/>
                <a:gd name="T5" fmla="*/ 2 h 95"/>
                <a:gd name="T6" fmla="*/ 26 w 44"/>
                <a:gd name="T7" fmla="*/ 16 h 95"/>
                <a:gd name="T8" fmla="*/ 16 w 44"/>
                <a:gd name="T9" fmla="*/ 26 h 95"/>
                <a:gd name="T10" fmla="*/ 14 w 44"/>
                <a:gd name="T11" fmla="*/ 27 h 95"/>
                <a:gd name="T12" fmla="*/ 9 w 44"/>
                <a:gd name="T13" fmla="*/ 29 h 95"/>
                <a:gd name="T14" fmla="*/ 4 w 44"/>
                <a:gd name="T15" fmla="*/ 40 h 95"/>
                <a:gd name="T16" fmla="*/ 3 w 44"/>
                <a:gd name="T17" fmla="*/ 62 h 95"/>
                <a:gd name="T18" fmla="*/ 5 w 44"/>
                <a:gd name="T19" fmla="*/ 85 h 95"/>
                <a:gd name="T20" fmla="*/ 14 w 44"/>
                <a:gd name="T21" fmla="*/ 95 h 95"/>
                <a:gd name="T22" fmla="*/ 22 w 44"/>
                <a:gd name="T23" fmla="*/ 93 h 95"/>
                <a:gd name="T24" fmla="*/ 27 w 44"/>
                <a:gd name="T25" fmla="*/ 84 h 95"/>
                <a:gd name="T26" fmla="*/ 28 w 44"/>
                <a:gd name="T27" fmla="*/ 82 h 95"/>
                <a:gd name="T28" fmla="*/ 27 w 44"/>
                <a:gd name="T29" fmla="*/ 82 h 95"/>
                <a:gd name="T30" fmla="*/ 29 w 44"/>
                <a:gd name="T31" fmla="*/ 74 h 95"/>
                <a:gd name="T32" fmla="*/ 30 w 44"/>
                <a:gd name="T33" fmla="*/ 74 h 95"/>
                <a:gd name="T34" fmla="*/ 33 w 44"/>
                <a:gd name="T35" fmla="*/ 63 h 95"/>
                <a:gd name="T36" fmla="*/ 33 w 44"/>
                <a:gd name="T37" fmla="*/ 63 h 95"/>
                <a:gd name="T38" fmla="*/ 35 w 44"/>
                <a:gd name="T39" fmla="*/ 55 h 95"/>
                <a:gd name="T40" fmla="*/ 36 w 44"/>
                <a:gd name="T41" fmla="*/ 55 h 95"/>
                <a:gd name="T42" fmla="*/ 39 w 44"/>
                <a:gd name="T43" fmla="*/ 43 h 95"/>
                <a:gd name="T44" fmla="*/ 38 w 44"/>
                <a:gd name="T45" fmla="*/ 43 h 95"/>
                <a:gd name="T46" fmla="*/ 40 w 44"/>
                <a:gd name="T47" fmla="*/ 39 h 95"/>
                <a:gd name="T48" fmla="*/ 41 w 44"/>
                <a:gd name="T49" fmla="*/ 36 h 95"/>
                <a:gd name="T50" fmla="*/ 42 w 44"/>
                <a:gd name="T51" fmla="*/ 36 h 95"/>
                <a:gd name="T52" fmla="*/ 44 w 44"/>
                <a:gd name="T53" fmla="*/ 24 h 95"/>
                <a:gd name="T54" fmla="*/ 43 w 44"/>
                <a:gd name="T55" fmla="*/ 24 h 95"/>
                <a:gd name="T56" fmla="*/ 44 w 44"/>
                <a:gd name="T57" fmla="*/ 18 h 95"/>
                <a:gd name="T58" fmla="*/ 43 w 44"/>
                <a:gd name="T59" fmla="*/ 16 h 95"/>
                <a:gd name="T60" fmla="*/ 44 w 44"/>
                <a:gd name="T61" fmla="*/ 16 h 95"/>
                <a:gd name="T62" fmla="*/ 41 w 44"/>
                <a:gd name="T63" fmla="*/ 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" h="95">
                  <a:moveTo>
                    <a:pt x="41" y="5"/>
                  </a:moveTo>
                  <a:cubicBezTo>
                    <a:pt x="40" y="5"/>
                    <a:pt x="40" y="5"/>
                    <a:pt x="40" y="5"/>
                  </a:cubicBezTo>
                  <a:cubicBezTo>
                    <a:pt x="39" y="3"/>
                    <a:pt x="39" y="3"/>
                    <a:pt x="38" y="2"/>
                  </a:cubicBezTo>
                  <a:cubicBezTo>
                    <a:pt x="31" y="0"/>
                    <a:pt x="31" y="10"/>
                    <a:pt x="26" y="16"/>
                  </a:cubicBezTo>
                  <a:cubicBezTo>
                    <a:pt x="22" y="21"/>
                    <a:pt x="19" y="25"/>
                    <a:pt x="16" y="26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3" y="27"/>
                    <a:pt x="11" y="27"/>
                    <a:pt x="9" y="29"/>
                  </a:cubicBezTo>
                  <a:cubicBezTo>
                    <a:pt x="5" y="31"/>
                    <a:pt x="2" y="35"/>
                    <a:pt x="4" y="40"/>
                  </a:cubicBezTo>
                  <a:cubicBezTo>
                    <a:pt x="7" y="49"/>
                    <a:pt x="7" y="58"/>
                    <a:pt x="3" y="62"/>
                  </a:cubicBezTo>
                  <a:cubicBezTo>
                    <a:pt x="0" y="66"/>
                    <a:pt x="6" y="78"/>
                    <a:pt x="5" y="85"/>
                  </a:cubicBezTo>
                  <a:cubicBezTo>
                    <a:pt x="4" y="91"/>
                    <a:pt x="7" y="95"/>
                    <a:pt x="14" y="95"/>
                  </a:cubicBezTo>
                  <a:cubicBezTo>
                    <a:pt x="17" y="95"/>
                    <a:pt x="20" y="94"/>
                    <a:pt x="22" y="93"/>
                  </a:cubicBezTo>
                  <a:cubicBezTo>
                    <a:pt x="24" y="91"/>
                    <a:pt x="25" y="88"/>
                    <a:pt x="27" y="84"/>
                  </a:cubicBezTo>
                  <a:cubicBezTo>
                    <a:pt x="27" y="83"/>
                    <a:pt x="28" y="83"/>
                    <a:pt x="28" y="82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8" y="79"/>
                    <a:pt x="29" y="77"/>
                    <a:pt x="29" y="74"/>
                  </a:cubicBezTo>
                  <a:cubicBezTo>
                    <a:pt x="30" y="74"/>
                    <a:pt x="30" y="74"/>
                    <a:pt x="30" y="74"/>
                  </a:cubicBezTo>
                  <a:cubicBezTo>
                    <a:pt x="31" y="70"/>
                    <a:pt x="32" y="66"/>
                    <a:pt x="33" y="63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4" y="61"/>
                    <a:pt x="35" y="58"/>
                    <a:pt x="35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7" y="51"/>
                    <a:pt x="38" y="47"/>
                    <a:pt x="39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9" y="42"/>
                    <a:pt x="39" y="40"/>
                    <a:pt x="40" y="39"/>
                  </a:cubicBezTo>
                  <a:cubicBezTo>
                    <a:pt x="40" y="38"/>
                    <a:pt x="40" y="37"/>
                    <a:pt x="41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3" y="32"/>
                    <a:pt x="44" y="28"/>
                    <a:pt x="44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4" y="22"/>
                    <a:pt x="44" y="20"/>
                    <a:pt x="44" y="18"/>
                  </a:cubicBezTo>
                  <a:cubicBezTo>
                    <a:pt x="44" y="17"/>
                    <a:pt x="43" y="17"/>
                    <a:pt x="43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2"/>
                    <a:pt x="43" y="7"/>
                    <a:pt x="41" y="5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41" name="Freeform 49">
              <a:extLst>
                <a:ext uri="{FF2B5EF4-FFF2-40B4-BE49-F238E27FC236}">
                  <a16:creationId xmlns:a16="http://schemas.microsoft.com/office/drawing/2014/main" id="{2E5F224F-987D-120F-A1B2-A07564EC1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3609" y="2594719"/>
              <a:ext cx="146421" cy="142353"/>
            </a:xfrm>
            <a:custGeom>
              <a:avLst/>
              <a:gdLst>
                <a:gd name="T0" fmla="*/ 53 w 76"/>
                <a:gd name="T1" fmla="*/ 35 h 74"/>
                <a:gd name="T2" fmla="*/ 53 w 76"/>
                <a:gd name="T3" fmla="*/ 35 h 74"/>
                <a:gd name="T4" fmla="*/ 41 w 76"/>
                <a:gd name="T5" fmla="*/ 40 h 74"/>
                <a:gd name="T6" fmla="*/ 36 w 76"/>
                <a:gd name="T7" fmla="*/ 44 h 74"/>
                <a:gd name="T8" fmla="*/ 17 w 76"/>
                <a:gd name="T9" fmla="*/ 44 h 74"/>
                <a:gd name="T10" fmla="*/ 8 w 76"/>
                <a:gd name="T11" fmla="*/ 53 h 74"/>
                <a:gd name="T12" fmla="*/ 2 w 76"/>
                <a:gd name="T13" fmla="*/ 55 h 74"/>
                <a:gd name="T14" fmla="*/ 0 w 76"/>
                <a:gd name="T15" fmla="*/ 60 h 74"/>
                <a:gd name="T16" fmla="*/ 8 w 76"/>
                <a:gd name="T17" fmla="*/ 74 h 74"/>
                <a:gd name="T18" fmla="*/ 12 w 76"/>
                <a:gd name="T19" fmla="*/ 72 h 74"/>
                <a:gd name="T20" fmla="*/ 16 w 76"/>
                <a:gd name="T21" fmla="*/ 68 h 74"/>
                <a:gd name="T22" fmla="*/ 15 w 76"/>
                <a:gd name="T23" fmla="*/ 68 h 74"/>
                <a:gd name="T24" fmla="*/ 15 w 76"/>
                <a:gd name="T25" fmla="*/ 65 h 74"/>
                <a:gd name="T26" fmla="*/ 26 w 76"/>
                <a:gd name="T27" fmla="*/ 64 h 74"/>
                <a:gd name="T28" fmla="*/ 30 w 76"/>
                <a:gd name="T29" fmla="*/ 61 h 74"/>
                <a:gd name="T30" fmla="*/ 31 w 76"/>
                <a:gd name="T31" fmla="*/ 61 h 74"/>
                <a:gd name="T32" fmla="*/ 33 w 76"/>
                <a:gd name="T33" fmla="*/ 56 h 74"/>
                <a:gd name="T34" fmla="*/ 37 w 76"/>
                <a:gd name="T35" fmla="*/ 59 h 74"/>
                <a:gd name="T36" fmla="*/ 43 w 76"/>
                <a:gd name="T37" fmla="*/ 58 h 74"/>
                <a:gd name="T38" fmla="*/ 46 w 76"/>
                <a:gd name="T39" fmla="*/ 54 h 74"/>
                <a:gd name="T40" fmla="*/ 46 w 76"/>
                <a:gd name="T41" fmla="*/ 53 h 74"/>
                <a:gd name="T42" fmla="*/ 58 w 76"/>
                <a:gd name="T43" fmla="*/ 48 h 74"/>
                <a:gd name="T44" fmla="*/ 68 w 76"/>
                <a:gd name="T45" fmla="*/ 41 h 74"/>
                <a:gd name="T46" fmla="*/ 68 w 76"/>
                <a:gd name="T47" fmla="*/ 41 h 74"/>
                <a:gd name="T48" fmla="*/ 69 w 76"/>
                <a:gd name="T49" fmla="*/ 40 h 74"/>
                <a:gd name="T50" fmla="*/ 70 w 76"/>
                <a:gd name="T51" fmla="*/ 30 h 74"/>
                <a:gd name="T52" fmla="*/ 69 w 76"/>
                <a:gd name="T53" fmla="*/ 30 h 74"/>
                <a:gd name="T54" fmla="*/ 70 w 76"/>
                <a:gd name="T55" fmla="*/ 24 h 74"/>
                <a:gd name="T56" fmla="*/ 74 w 76"/>
                <a:gd name="T57" fmla="*/ 22 h 74"/>
                <a:gd name="T58" fmla="*/ 74 w 76"/>
                <a:gd name="T59" fmla="*/ 22 h 74"/>
                <a:gd name="T60" fmla="*/ 73 w 76"/>
                <a:gd name="T61" fmla="*/ 14 h 74"/>
                <a:gd name="T62" fmla="*/ 72 w 76"/>
                <a:gd name="T63" fmla="*/ 10 h 74"/>
                <a:gd name="T64" fmla="*/ 71 w 76"/>
                <a:gd name="T65" fmla="*/ 10 h 74"/>
                <a:gd name="T66" fmla="*/ 68 w 76"/>
                <a:gd name="T67" fmla="*/ 3 h 74"/>
                <a:gd name="T68" fmla="*/ 69 w 76"/>
                <a:gd name="T69" fmla="*/ 3 h 74"/>
                <a:gd name="T70" fmla="*/ 64 w 76"/>
                <a:gd name="T71" fmla="*/ 2 h 74"/>
                <a:gd name="T72" fmla="*/ 64 w 76"/>
                <a:gd name="T73" fmla="*/ 2 h 74"/>
                <a:gd name="T74" fmla="*/ 63 w 76"/>
                <a:gd name="T75" fmla="*/ 2 h 74"/>
                <a:gd name="T76" fmla="*/ 59 w 76"/>
                <a:gd name="T77" fmla="*/ 22 h 74"/>
                <a:gd name="T78" fmla="*/ 53 w 76"/>
                <a:gd name="T79" fmla="*/ 3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6" h="74">
                  <a:moveTo>
                    <a:pt x="53" y="35"/>
                  </a:moveTo>
                  <a:cubicBezTo>
                    <a:pt x="53" y="35"/>
                    <a:pt x="53" y="35"/>
                    <a:pt x="53" y="35"/>
                  </a:cubicBezTo>
                  <a:cubicBezTo>
                    <a:pt x="51" y="35"/>
                    <a:pt x="45" y="38"/>
                    <a:pt x="41" y="40"/>
                  </a:cubicBezTo>
                  <a:cubicBezTo>
                    <a:pt x="39" y="42"/>
                    <a:pt x="37" y="43"/>
                    <a:pt x="36" y="44"/>
                  </a:cubicBezTo>
                  <a:cubicBezTo>
                    <a:pt x="33" y="47"/>
                    <a:pt x="19" y="41"/>
                    <a:pt x="17" y="44"/>
                  </a:cubicBezTo>
                  <a:cubicBezTo>
                    <a:pt x="15" y="47"/>
                    <a:pt x="11" y="50"/>
                    <a:pt x="8" y="53"/>
                  </a:cubicBezTo>
                  <a:cubicBezTo>
                    <a:pt x="7" y="54"/>
                    <a:pt x="4" y="54"/>
                    <a:pt x="2" y="55"/>
                  </a:cubicBezTo>
                  <a:cubicBezTo>
                    <a:pt x="1" y="56"/>
                    <a:pt x="0" y="57"/>
                    <a:pt x="0" y="60"/>
                  </a:cubicBezTo>
                  <a:cubicBezTo>
                    <a:pt x="2" y="67"/>
                    <a:pt x="5" y="74"/>
                    <a:pt x="8" y="74"/>
                  </a:cubicBezTo>
                  <a:cubicBezTo>
                    <a:pt x="10" y="74"/>
                    <a:pt x="11" y="73"/>
                    <a:pt x="12" y="72"/>
                  </a:cubicBezTo>
                  <a:cubicBezTo>
                    <a:pt x="14" y="72"/>
                    <a:pt x="15" y="70"/>
                    <a:pt x="16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5" y="67"/>
                    <a:pt x="15" y="66"/>
                    <a:pt x="15" y="65"/>
                  </a:cubicBezTo>
                  <a:cubicBezTo>
                    <a:pt x="15" y="59"/>
                    <a:pt x="22" y="65"/>
                    <a:pt x="26" y="64"/>
                  </a:cubicBezTo>
                  <a:cubicBezTo>
                    <a:pt x="28" y="64"/>
                    <a:pt x="29" y="63"/>
                    <a:pt x="30" y="61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2" y="59"/>
                    <a:pt x="32" y="58"/>
                    <a:pt x="33" y="56"/>
                  </a:cubicBezTo>
                  <a:cubicBezTo>
                    <a:pt x="33" y="57"/>
                    <a:pt x="34" y="58"/>
                    <a:pt x="37" y="59"/>
                  </a:cubicBezTo>
                  <a:cubicBezTo>
                    <a:pt x="39" y="60"/>
                    <a:pt x="41" y="59"/>
                    <a:pt x="43" y="58"/>
                  </a:cubicBezTo>
                  <a:cubicBezTo>
                    <a:pt x="45" y="57"/>
                    <a:pt x="46" y="55"/>
                    <a:pt x="46" y="54"/>
                  </a:cubicBezTo>
                  <a:cubicBezTo>
                    <a:pt x="46" y="54"/>
                    <a:pt x="46" y="53"/>
                    <a:pt x="46" y="53"/>
                  </a:cubicBezTo>
                  <a:cubicBezTo>
                    <a:pt x="49" y="51"/>
                    <a:pt x="56" y="49"/>
                    <a:pt x="58" y="48"/>
                  </a:cubicBezTo>
                  <a:cubicBezTo>
                    <a:pt x="59" y="46"/>
                    <a:pt x="66" y="44"/>
                    <a:pt x="68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9" y="41"/>
                    <a:pt x="69" y="41"/>
                    <a:pt x="69" y="40"/>
                  </a:cubicBezTo>
                  <a:cubicBezTo>
                    <a:pt x="69" y="39"/>
                    <a:pt x="69" y="34"/>
                    <a:pt x="70" y="30"/>
                  </a:cubicBezTo>
                  <a:cubicBezTo>
                    <a:pt x="69" y="30"/>
                    <a:pt x="69" y="30"/>
                    <a:pt x="69" y="30"/>
                  </a:cubicBezTo>
                  <a:cubicBezTo>
                    <a:pt x="69" y="27"/>
                    <a:pt x="69" y="24"/>
                    <a:pt x="70" y="24"/>
                  </a:cubicBezTo>
                  <a:cubicBezTo>
                    <a:pt x="72" y="23"/>
                    <a:pt x="73" y="23"/>
                    <a:pt x="74" y="22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5" y="21"/>
                    <a:pt x="76" y="19"/>
                    <a:pt x="73" y="14"/>
                  </a:cubicBezTo>
                  <a:cubicBezTo>
                    <a:pt x="73" y="13"/>
                    <a:pt x="72" y="12"/>
                    <a:pt x="72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69" y="7"/>
                    <a:pt x="69" y="4"/>
                    <a:pt x="68" y="3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1"/>
                    <a:pt x="67" y="0"/>
                    <a:pt x="64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2"/>
                    <a:pt x="64" y="2"/>
                    <a:pt x="63" y="2"/>
                  </a:cubicBezTo>
                  <a:cubicBezTo>
                    <a:pt x="60" y="5"/>
                    <a:pt x="62" y="15"/>
                    <a:pt x="59" y="22"/>
                  </a:cubicBezTo>
                  <a:cubicBezTo>
                    <a:pt x="57" y="28"/>
                    <a:pt x="55" y="33"/>
                    <a:pt x="53" y="35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id="{FC3E9500-372B-F225-05FF-3FA55609E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159" y="2985988"/>
              <a:ext cx="32538" cy="25217"/>
            </a:xfrm>
            <a:custGeom>
              <a:avLst/>
              <a:gdLst>
                <a:gd name="T0" fmla="*/ 12 w 17"/>
                <a:gd name="T1" fmla="*/ 1 h 13"/>
                <a:gd name="T2" fmla="*/ 10 w 17"/>
                <a:gd name="T3" fmla="*/ 1 h 13"/>
                <a:gd name="T4" fmla="*/ 9 w 17"/>
                <a:gd name="T5" fmla="*/ 1 h 13"/>
                <a:gd name="T6" fmla="*/ 9 w 17"/>
                <a:gd name="T7" fmla="*/ 12 h 13"/>
                <a:gd name="T8" fmla="*/ 13 w 17"/>
                <a:gd name="T9" fmla="*/ 11 h 13"/>
                <a:gd name="T10" fmla="*/ 12 w 17"/>
                <a:gd name="T11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3">
                  <a:moveTo>
                    <a:pt x="12" y="1"/>
                  </a:move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9" y="1"/>
                    <a:pt x="9" y="1"/>
                  </a:cubicBezTo>
                  <a:cubicBezTo>
                    <a:pt x="7" y="0"/>
                    <a:pt x="0" y="13"/>
                    <a:pt x="9" y="12"/>
                  </a:cubicBezTo>
                  <a:cubicBezTo>
                    <a:pt x="11" y="12"/>
                    <a:pt x="12" y="12"/>
                    <a:pt x="13" y="11"/>
                  </a:cubicBezTo>
                  <a:cubicBezTo>
                    <a:pt x="17" y="9"/>
                    <a:pt x="16" y="4"/>
                    <a:pt x="12" y="1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43" name="Freeform 79">
              <a:extLst>
                <a:ext uri="{FF2B5EF4-FFF2-40B4-BE49-F238E27FC236}">
                  <a16:creationId xmlns:a16="http://schemas.microsoft.com/office/drawing/2014/main" id="{19A567AF-AD01-0589-9557-2187E576C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316" y="3028287"/>
              <a:ext cx="63449" cy="47993"/>
            </a:xfrm>
            <a:custGeom>
              <a:avLst/>
              <a:gdLst>
                <a:gd name="T0" fmla="*/ 33 w 33"/>
                <a:gd name="T1" fmla="*/ 10 h 25"/>
                <a:gd name="T2" fmla="*/ 25 w 33"/>
                <a:gd name="T3" fmla="*/ 0 h 25"/>
                <a:gd name="T4" fmla="*/ 24 w 33"/>
                <a:gd name="T5" fmla="*/ 1 h 25"/>
                <a:gd name="T6" fmla="*/ 24 w 33"/>
                <a:gd name="T7" fmla="*/ 0 h 25"/>
                <a:gd name="T8" fmla="*/ 19 w 33"/>
                <a:gd name="T9" fmla="*/ 7 h 25"/>
                <a:gd name="T10" fmla="*/ 14 w 33"/>
                <a:gd name="T11" fmla="*/ 6 h 25"/>
                <a:gd name="T12" fmla="*/ 6 w 33"/>
                <a:gd name="T13" fmla="*/ 7 h 25"/>
                <a:gd name="T14" fmla="*/ 1 w 33"/>
                <a:gd name="T15" fmla="*/ 14 h 25"/>
                <a:gd name="T16" fmla="*/ 16 w 33"/>
                <a:gd name="T17" fmla="*/ 19 h 25"/>
                <a:gd name="T18" fmla="*/ 24 w 33"/>
                <a:gd name="T19" fmla="*/ 24 h 25"/>
                <a:gd name="T20" fmla="*/ 26 w 33"/>
                <a:gd name="T21" fmla="*/ 23 h 25"/>
                <a:gd name="T22" fmla="*/ 31 w 33"/>
                <a:gd name="T23" fmla="*/ 18 h 25"/>
                <a:gd name="T24" fmla="*/ 30 w 33"/>
                <a:gd name="T25" fmla="*/ 18 h 25"/>
                <a:gd name="T26" fmla="*/ 32 w 33"/>
                <a:gd name="T27" fmla="*/ 10 h 25"/>
                <a:gd name="T28" fmla="*/ 32 w 33"/>
                <a:gd name="T29" fmla="*/ 10 h 25"/>
                <a:gd name="T30" fmla="*/ 33 w 33"/>
                <a:gd name="T31" fmla="*/ 10 h 25"/>
                <a:gd name="T32" fmla="*/ 33 w 33"/>
                <a:gd name="T33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" h="25">
                  <a:moveTo>
                    <a:pt x="33" y="10"/>
                  </a:moveTo>
                  <a:cubicBezTo>
                    <a:pt x="31" y="6"/>
                    <a:pt x="25" y="0"/>
                    <a:pt x="25" y="0"/>
                  </a:cubicBezTo>
                  <a:cubicBezTo>
                    <a:pt x="25" y="0"/>
                    <a:pt x="25" y="0"/>
                    <a:pt x="24" y="1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1" y="4"/>
                    <a:pt x="20" y="6"/>
                    <a:pt x="19" y="7"/>
                  </a:cubicBezTo>
                  <a:cubicBezTo>
                    <a:pt x="17" y="8"/>
                    <a:pt x="16" y="7"/>
                    <a:pt x="14" y="6"/>
                  </a:cubicBezTo>
                  <a:cubicBezTo>
                    <a:pt x="11" y="5"/>
                    <a:pt x="9" y="5"/>
                    <a:pt x="6" y="7"/>
                  </a:cubicBezTo>
                  <a:cubicBezTo>
                    <a:pt x="3" y="9"/>
                    <a:pt x="0" y="13"/>
                    <a:pt x="1" y="14"/>
                  </a:cubicBezTo>
                  <a:cubicBezTo>
                    <a:pt x="3" y="17"/>
                    <a:pt x="14" y="14"/>
                    <a:pt x="16" y="19"/>
                  </a:cubicBezTo>
                  <a:cubicBezTo>
                    <a:pt x="19" y="24"/>
                    <a:pt x="19" y="25"/>
                    <a:pt x="24" y="24"/>
                  </a:cubicBezTo>
                  <a:cubicBezTo>
                    <a:pt x="24" y="24"/>
                    <a:pt x="25" y="23"/>
                    <a:pt x="26" y="23"/>
                  </a:cubicBezTo>
                  <a:cubicBezTo>
                    <a:pt x="28" y="22"/>
                    <a:pt x="30" y="20"/>
                    <a:pt x="31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3" y="12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55" name="Freeform 85">
              <a:extLst>
                <a:ext uri="{FF2B5EF4-FFF2-40B4-BE49-F238E27FC236}">
                  <a16:creationId xmlns:a16="http://schemas.microsoft.com/office/drawing/2014/main" id="{BFE0DCED-E9F1-2EB2-0628-3D6748C02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0220" y="3441277"/>
              <a:ext cx="63449" cy="21150"/>
            </a:xfrm>
            <a:custGeom>
              <a:avLst/>
              <a:gdLst>
                <a:gd name="T0" fmla="*/ 33 w 33"/>
                <a:gd name="T1" fmla="*/ 1 h 11"/>
                <a:gd name="T2" fmla="*/ 32 w 33"/>
                <a:gd name="T3" fmla="*/ 1 h 11"/>
                <a:gd name="T4" fmla="*/ 32 w 33"/>
                <a:gd name="T5" fmla="*/ 0 h 11"/>
                <a:gd name="T6" fmla="*/ 28 w 33"/>
                <a:gd name="T7" fmla="*/ 1 h 11"/>
                <a:gd name="T8" fmla="*/ 26 w 33"/>
                <a:gd name="T9" fmla="*/ 1 h 11"/>
                <a:gd name="T10" fmla="*/ 15 w 33"/>
                <a:gd name="T11" fmla="*/ 3 h 11"/>
                <a:gd name="T12" fmla="*/ 5 w 33"/>
                <a:gd name="T13" fmla="*/ 2 h 11"/>
                <a:gd name="T14" fmla="*/ 4 w 33"/>
                <a:gd name="T15" fmla="*/ 3 h 11"/>
                <a:gd name="T16" fmla="*/ 4 w 33"/>
                <a:gd name="T17" fmla="*/ 2 h 11"/>
                <a:gd name="T18" fmla="*/ 8 w 33"/>
                <a:gd name="T19" fmla="*/ 10 h 11"/>
                <a:gd name="T20" fmla="*/ 28 w 33"/>
                <a:gd name="T21" fmla="*/ 8 h 11"/>
                <a:gd name="T22" fmla="*/ 29 w 33"/>
                <a:gd name="T23" fmla="*/ 7 h 11"/>
                <a:gd name="T24" fmla="*/ 33 w 33"/>
                <a:gd name="T2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11">
                  <a:moveTo>
                    <a:pt x="33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0"/>
                    <a:pt x="30" y="0"/>
                    <a:pt x="28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1" y="2"/>
                    <a:pt x="16" y="3"/>
                    <a:pt x="15" y="3"/>
                  </a:cubicBezTo>
                  <a:cubicBezTo>
                    <a:pt x="14" y="4"/>
                    <a:pt x="5" y="2"/>
                    <a:pt x="5" y="2"/>
                  </a:cubicBezTo>
                  <a:cubicBezTo>
                    <a:pt x="4" y="2"/>
                    <a:pt x="4" y="2"/>
                    <a:pt x="4" y="3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0" y="7"/>
                    <a:pt x="3" y="11"/>
                    <a:pt x="8" y="10"/>
                  </a:cubicBezTo>
                  <a:cubicBezTo>
                    <a:pt x="14" y="10"/>
                    <a:pt x="25" y="8"/>
                    <a:pt x="28" y="8"/>
                  </a:cubicBezTo>
                  <a:cubicBezTo>
                    <a:pt x="28" y="8"/>
                    <a:pt x="28" y="7"/>
                    <a:pt x="29" y="7"/>
                  </a:cubicBezTo>
                  <a:cubicBezTo>
                    <a:pt x="31" y="6"/>
                    <a:pt x="33" y="3"/>
                    <a:pt x="33" y="1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56" name="Freeform 89">
              <a:extLst>
                <a:ext uri="{FF2B5EF4-FFF2-40B4-BE49-F238E27FC236}">
                  <a16:creationId xmlns:a16="http://schemas.microsoft.com/office/drawing/2014/main" id="{43476F81-695B-FE8F-22CD-BA0E679E5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793" y="2820044"/>
              <a:ext cx="26844" cy="40673"/>
            </a:xfrm>
            <a:custGeom>
              <a:avLst/>
              <a:gdLst>
                <a:gd name="T0" fmla="*/ 12 w 14"/>
                <a:gd name="T1" fmla="*/ 0 h 21"/>
                <a:gd name="T2" fmla="*/ 10 w 14"/>
                <a:gd name="T3" fmla="*/ 1 h 21"/>
                <a:gd name="T4" fmla="*/ 5 w 14"/>
                <a:gd name="T5" fmla="*/ 20 h 21"/>
                <a:gd name="T6" fmla="*/ 7 w 14"/>
                <a:gd name="T7" fmla="*/ 19 h 21"/>
                <a:gd name="T8" fmla="*/ 14 w 14"/>
                <a:gd name="T9" fmla="*/ 10 h 21"/>
                <a:gd name="T10" fmla="*/ 13 w 14"/>
                <a:gd name="T11" fmla="*/ 10 h 21"/>
                <a:gd name="T12" fmla="*/ 13 w 14"/>
                <a:gd name="T13" fmla="*/ 2 h 21"/>
                <a:gd name="T14" fmla="*/ 14 w 14"/>
                <a:gd name="T15" fmla="*/ 2 h 21"/>
                <a:gd name="T16" fmla="*/ 12 w 14"/>
                <a:gd name="T1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21">
                  <a:moveTo>
                    <a:pt x="12" y="0"/>
                  </a:moveTo>
                  <a:cubicBezTo>
                    <a:pt x="11" y="0"/>
                    <a:pt x="11" y="1"/>
                    <a:pt x="10" y="1"/>
                  </a:cubicBezTo>
                  <a:cubicBezTo>
                    <a:pt x="3" y="4"/>
                    <a:pt x="0" y="21"/>
                    <a:pt x="5" y="20"/>
                  </a:cubicBezTo>
                  <a:cubicBezTo>
                    <a:pt x="6" y="20"/>
                    <a:pt x="7" y="20"/>
                    <a:pt x="7" y="19"/>
                  </a:cubicBezTo>
                  <a:cubicBezTo>
                    <a:pt x="10" y="18"/>
                    <a:pt x="12" y="14"/>
                    <a:pt x="14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4" y="6"/>
                    <a:pt x="14" y="3"/>
                    <a:pt x="13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1"/>
                    <a:pt x="13" y="0"/>
                    <a:pt x="12" y="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57" name="Freeform 33">
              <a:extLst>
                <a:ext uri="{FF2B5EF4-FFF2-40B4-BE49-F238E27FC236}">
                  <a16:creationId xmlns:a16="http://schemas.microsoft.com/office/drawing/2014/main" id="{70DEA8E7-C88E-B555-99EA-55E51FD3C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639" y="2266899"/>
              <a:ext cx="115510" cy="52061"/>
            </a:xfrm>
            <a:custGeom>
              <a:avLst/>
              <a:gdLst>
                <a:gd name="T0" fmla="*/ 52 w 60"/>
                <a:gd name="T1" fmla="*/ 16 h 27"/>
                <a:gd name="T2" fmla="*/ 53 w 60"/>
                <a:gd name="T3" fmla="*/ 16 h 27"/>
                <a:gd name="T4" fmla="*/ 57 w 60"/>
                <a:gd name="T5" fmla="*/ 7 h 27"/>
                <a:gd name="T6" fmla="*/ 56 w 60"/>
                <a:gd name="T7" fmla="*/ 6 h 27"/>
                <a:gd name="T8" fmla="*/ 55 w 60"/>
                <a:gd name="T9" fmla="*/ 6 h 27"/>
                <a:gd name="T10" fmla="*/ 44 w 60"/>
                <a:gd name="T11" fmla="*/ 2 h 27"/>
                <a:gd name="T12" fmla="*/ 32 w 60"/>
                <a:gd name="T13" fmla="*/ 5 h 27"/>
                <a:gd name="T14" fmla="*/ 24 w 60"/>
                <a:gd name="T15" fmla="*/ 6 h 27"/>
                <a:gd name="T16" fmla="*/ 20 w 60"/>
                <a:gd name="T17" fmla="*/ 6 h 27"/>
                <a:gd name="T18" fmla="*/ 18 w 60"/>
                <a:gd name="T19" fmla="*/ 5 h 27"/>
                <a:gd name="T20" fmla="*/ 4 w 60"/>
                <a:gd name="T21" fmla="*/ 2 h 27"/>
                <a:gd name="T22" fmla="*/ 2 w 60"/>
                <a:gd name="T23" fmla="*/ 10 h 27"/>
                <a:gd name="T24" fmla="*/ 9 w 60"/>
                <a:gd name="T25" fmla="*/ 19 h 27"/>
                <a:gd name="T26" fmla="*/ 21 w 60"/>
                <a:gd name="T27" fmla="*/ 21 h 27"/>
                <a:gd name="T28" fmla="*/ 30 w 60"/>
                <a:gd name="T29" fmla="*/ 25 h 27"/>
                <a:gd name="T30" fmla="*/ 41 w 60"/>
                <a:gd name="T31" fmla="*/ 19 h 27"/>
                <a:gd name="T32" fmla="*/ 52 w 60"/>
                <a:gd name="T33" fmla="*/ 17 h 27"/>
                <a:gd name="T34" fmla="*/ 52 w 60"/>
                <a:gd name="T35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0" h="27">
                  <a:moveTo>
                    <a:pt x="52" y="16"/>
                  </a:moveTo>
                  <a:cubicBezTo>
                    <a:pt x="52" y="16"/>
                    <a:pt x="53" y="16"/>
                    <a:pt x="53" y="16"/>
                  </a:cubicBezTo>
                  <a:cubicBezTo>
                    <a:pt x="53" y="16"/>
                    <a:pt x="60" y="9"/>
                    <a:pt x="57" y="7"/>
                  </a:cubicBezTo>
                  <a:cubicBezTo>
                    <a:pt x="57" y="6"/>
                    <a:pt x="57" y="6"/>
                    <a:pt x="56" y="6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51" y="4"/>
                    <a:pt x="47" y="3"/>
                    <a:pt x="44" y="2"/>
                  </a:cubicBezTo>
                  <a:cubicBezTo>
                    <a:pt x="41" y="2"/>
                    <a:pt x="38" y="5"/>
                    <a:pt x="32" y="5"/>
                  </a:cubicBezTo>
                  <a:cubicBezTo>
                    <a:pt x="29" y="5"/>
                    <a:pt x="26" y="6"/>
                    <a:pt x="24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6"/>
                    <a:pt x="19" y="5"/>
                    <a:pt x="18" y="5"/>
                  </a:cubicBezTo>
                  <a:cubicBezTo>
                    <a:pt x="16" y="2"/>
                    <a:pt x="5" y="0"/>
                    <a:pt x="4" y="2"/>
                  </a:cubicBezTo>
                  <a:cubicBezTo>
                    <a:pt x="2" y="5"/>
                    <a:pt x="0" y="5"/>
                    <a:pt x="2" y="10"/>
                  </a:cubicBezTo>
                  <a:cubicBezTo>
                    <a:pt x="5" y="16"/>
                    <a:pt x="7" y="19"/>
                    <a:pt x="9" y="19"/>
                  </a:cubicBezTo>
                  <a:cubicBezTo>
                    <a:pt x="12" y="18"/>
                    <a:pt x="20" y="18"/>
                    <a:pt x="21" y="21"/>
                  </a:cubicBezTo>
                  <a:cubicBezTo>
                    <a:pt x="21" y="24"/>
                    <a:pt x="24" y="27"/>
                    <a:pt x="30" y="25"/>
                  </a:cubicBezTo>
                  <a:cubicBezTo>
                    <a:pt x="35" y="23"/>
                    <a:pt x="40" y="22"/>
                    <a:pt x="41" y="19"/>
                  </a:cubicBezTo>
                  <a:cubicBezTo>
                    <a:pt x="43" y="17"/>
                    <a:pt x="52" y="17"/>
                    <a:pt x="52" y="17"/>
                  </a:cubicBezTo>
                  <a:cubicBezTo>
                    <a:pt x="52" y="17"/>
                    <a:pt x="52" y="17"/>
                    <a:pt x="52" y="16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1F565AC3-BFBE-F338-D817-10629536A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956" y="2413320"/>
              <a:ext cx="53688" cy="61822"/>
            </a:xfrm>
            <a:custGeom>
              <a:avLst/>
              <a:gdLst>
                <a:gd name="T0" fmla="*/ 3 w 28"/>
                <a:gd name="T1" fmla="*/ 22 h 32"/>
                <a:gd name="T2" fmla="*/ 7 w 28"/>
                <a:gd name="T3" fmla="*/ 31 h 32"/>
                <a:gd name="T4" fmla="*/ 19 w 28"/>
                <a:gd name="T5" fmla="*/ 26 h 32"/>
                <a:gd name="T6" fmla="*/ 27 w 28"/>
                <a:gd name="T7" fmla="*/ 19 h 32"/>
                <a:gd name="T8" fmla="*/ 27 w 28"/>
                <a:gd name="T9" fmla="*/ 19 h 32"/>
                <a:gd name="T10" fmla="*/ 28 w 28"/>
                <a:gd name="T11" fmla="*/ 15 h 32"/>
                <a:gd name="T12" fmla="*/ 28 w 28"/>
                <a:gd name="T13" fmla="*/ 8 h 32"/>
                <a:gd name="T14" fmla="*/ 27 w 28"/>
                <a:gd name="T15" fmla="*/ 8 h 32"/>
                <a:gd name="T16" fmla="*/ 25 w 28"/>
                <a:gd name="T17" fmla="*/ 3 h 32"/>
                <a:gd name="T18" fmla="*/ 16 w 28"/>
                <a:gd name="T19" fmla="*/ 1 h 32"/>
                <a:gd name="T20" fmla="*/ 8 w 28"/>
                <a:gd name="T21" fmla="*/ 8 h 32"/>
                <a:gd name="T22" fmla="*/ 6 w 28"/>
                <a:gd name="T23" fmla="*/ 8 h 32"/>
                <a:gd name="T24" fmla="*/ 5 w 28"/>
                <a:gd name="T25" fmla="*/ 8 h 32"/>
                <a:gd name="T26" fmla="*/ 3 w 28"/>
                <a:gd name="T27" fmla="*/ 13 h 32"/>
                <a:gd name="T28" fmla="*/ 3 w 28"/>
                <a:gd name="T2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32">
                  <a:moveTo>
                    <a:pt x="3" y="22"/>
                  </a:moveTo>
                  <a:cubicBezTo>
                    <a:pt x="0" y="23"/>
                    <a:pt x="3" y="30"/>
                    <a:pt x="7" y="31"/>
                  </a:cubicBezTo>
                  <a:cubicBezTo>
                    <a:pt x="11" y="32"/>
                    <a:pt x="16" y="28"/>
                    <a:pt x="19" y="26"/>
                  </a:cubicBezTo>
                  <a:cubicBezTo>
                    <a:pt x="22" y="25"/>
                    <a:pt x="25" y="23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8" y="18"/>
                    <a:pt x="28" y="17"/>
                    <a:pt x="28" y="15"/>
                  </a:cubicBezTo>
                  <a:cubicBezTo>
                    <a:pt x="28" y="12"/>
                    <a:pt x="28" y="10"/>
                    <a:pt x="28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6"/>
                    <a:pt x="25" y="4"/>
                    <a:pt x="25" y="3"/>
                  </a:cubicBezTo>
                  <a:cubicBezTo>
                    <a:pt x="23" y="1"/>
                    <a:pt x="19" y="0"/>
                    <a:pt x="16" y="1"/>
                  </a:cubicBezTo>
                  <a:cubicBezTo>
                    <a:pt x="12" y="2"/>
                    <a:pt x="11" y="7"/>
                    <a:pt x="8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3" y="9"/>
                    <a:pt x="2" y="10"/>
                    <a:pt x="3" y="13"/>
                  </a:cubicBezTo>
                  <a:cubicBezTo>
                    <a:pt x="4" y="17"/>
                    <a:pt x="6" y="20"/>
                    <a:pt x="3" y="22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45301B1E-FE50-1DCD-279D-18EB79C3C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121" y="2366953"/>
              <a:ext cx="108189" cy="119577"/>
            </a:xfrm>
            <a:custGeom>
              <a:avLst/>
              <a:gdLst>
                <a:gd name="T0" fmla="*/ 14 w 56"/>
                <a:gd name="T1" fmla="*/ 30 h 62"/>
                <a:gd name="T2" fmla="*/ 25 w 56"/>
                <a:gd name="T3" fmla="*/ 37 h 62"/>
                <a:gd name="T4" fmla="*/ 9 w 56"/>
                <a:gd name="T5" fmla="*/ 54 h 62"/>
                <a:gd name="T6" fmla="*/ 21 w 56"/>
                <a:gd name="T7" fmla="*/ 56 h 62"/>
                <a:gd name="T8" fmla="*/ 21 w 56"/>
                <a:gd name="T9" fmla="*/ 61 h 62"/>
                <a:gd name="T10" fmla="*/ 23 w 56"/>
                <a:gd name="T11" fmla="*/ 61 h 62"/>
                <a:gd name="T12" fmla="*/ 27 w 56"/>
                <a:gd name="T13" fmla="*/ 58 h 62"/>
                <a:gd name="T14" fmla="*/ 29 w 56"/>
                <a:gd name="T15" fmla="*/ 57 h 62"/>
                <a:gd name="T16" fmla="*/ 45 w 56"/>
                <a:gd name="T17" fmla="*/ 60 h 62"/>
                <a:gd name="T18" fmla="*/ 49 w 56"/>
                <a:gd name="T19" fmla="*/ 59 h 62"/>
                <a:gd name="T20" fmla="*/ 56 w 56"/>
                <a:gd name="T21" fmla="*/ 51 h 62"/>
                <a:gd name="T22" fmla="*/ 55 w 56"/>
                <a:gd name="T23" fmla="*/ 51 h 62"/>
                <a:gd name="T24" fmla="*/ 55 w 56"/>
                <a:gd name="T25" fmla="*/ 50 h 62"/>
                <a:gd name="T26" fmla="*/ 52 w 56"/>
                <a:gd name="T27" fmla="*/ 43 h 62"/>
                <a:gd name="T28" fmla="*/ 53 w 56"/>
                <a:gd name="T29" fmla="*/ 43 h 62"/>
                <a:gd name="T30" fmla="*/ 46 w 56"/>
                <a:gd name="T31" fmla="*/ 36 h 62"/>
                <a:gd name="T32" fmla="*/ 41 w 56"/>
                <a:gd name="T33" fmla="*/ 31 h 62"/>
                <a:gd name="T34" fmla="*/ 40 w 56"/>
                <a:gd name="T35" fmla="*/ 31 h 62"/>
                <a:gd name="T36" fmla="*/ 34 w 56"/>
                <a:gd name="T37" fmla="*/ 24 h 62"/>
                <a:gd name="T38" fmla="*/ 36 w 56"/>
                <a:gd name="T39" fmla="*/ 24 h 62"/>
                <a:gd name="T40" fmla="*/ 33 w 56"/>
                <a:gd name="T41" fmla="*/ 21 h 62"/>
                <a:gd name="T42" fmla="*/ 39 w 56"/>
                <a:gd name="T43" fmla="*/ 12 h 62"/>
                <a:gd name="T44" fmla="*/ 39 w 56"/>
                <a:gd name="T45" fmla="*/ 12 h 62"/>
                <a:gd name="T46" fmla="*/ 40 w 56"/>
                <a:gd name="T47" fmla="*/ 7 h 62"/>
                <a:gd name="T48" fmla="*/ 28 w 56"/>
                <a:gd name="T49" fmla="*/ 4 h 62"/>
                <a:gd name="T50" fmla="*/ 36 w 56"/>
                <a:gd name="T51" fmla="*/ 4 h 62"/>
                <a:gd name="T52" fmla="*/ 23 w 56"/>
                <a:gd name="T53" fmla="*/ 2 h 62"/>
                <a:gd name="T54" fmla="*/ 17 w 56"/>
                <a:gd name="T55" fmla="*/ 2 h 62"/>
                <a:gd name="T56" fmla="*/ 12 w 56"/>
                <a:gd name="T57" fmla="*/ 7 h 62"/>
                <a:gd name="T58" fmla="*/ 4 w 56"/>
                <a:gd name="T59" fmla="*/ 7 h 62"/>
                <a:gd name="T60" fmla="*/ 3 w 56"/>
                <a:gd name="T61" fmla="*/ 18 h 62"/>
                <a:gd name="T62" fmla="*/ 14 w 56"/>
                <a:gd name="T63" fmla="*/ 3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62">
                  <a:moveTo>
                    <a:pt x="14" y="30"/>
                  </a:moveTo>
                  <a:cubicBezTo>
                    <a:pt x="19" y="32"/>
                    <a:pt x="29" y="34"/>
                    <a:pt x="25" y="37"/>
                  </a:cubicBezTo>
                  <a:cubicBezTo>
                    <a:pt x="21" y="39"/>
                    <a:pt x="9" y="51"/>
                    <a:pt x="9" y="54"/>
                  </a:cubicBezTo>
                  <a:cubicBezTo>
                    <a:pt x="7" y="58"/>
                    <a:pt x="21" y="56"/>
                    <a:pt x="21" y="56"/>
                  </a:cubicBezTo>
                  <a:cubicBezTo>
                    <a:pt x="21" y="56"/>
                    <a:pt x="19" y="60"/>
                    <a:pt x="21" y="61"/>
                  </a:cubicBezTo>
                  <a:cubicBezTo>
                    <a:pt x="22" y="62"/>
                    <a:pt x="23" y="61"/>
                    <a:pt x="23" y="61"/>
                  </a:cubicBezTo>
                  <a:cubicBezTo>
                    <a:pt x="24" y="60"/>
                    <a:pt x="25" y="59"/>
                    <a:pt x="27" y="58"/>
                  </a:cubicBezTo>
                  <a:cubicBezTo>
                    <a:pt x="27" y="58"/>
                    <a:pt x="28" y="57"/>
                    <a:pt x="29" y="57"/>
                  </a:cubicBezTo>
                  <a:cubicBezTo>
                    <a:pt x="33" y="57"/>
                    <a:pt x="41" y="60"/>
                    <a:pt x="45" y="60"/>
                  </a:cubicBezTo>
                  <a:cubicBezTo>
                    <a:pt x="46" y="60"/>
                    <a:pt x="48" y="60"/>
                    <a:pt x="49" y="59"/>
                  </a:cubicBezTo>
                  <a:cubicBezTo>
                    <a:pt x="52" y="57"/>
                    <a:pt x="55" y="54"/>
                    <a:pt x="56" y="51"/>
                  </a:cubicBezTo>
                  <a:cubicBezTo>
                    <a:pt x="55" y="51"/>
                    <a:pt x="55" y="51"/>
                    <a:pt x="55" y="51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5" y="48"/>
                    <a:pt x="53" y="45"/>
                    <a:pt x="52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1" y="40"/>
                    <a:pt x="48" y="38"/>
                    <a:pt x="46" y="36"/>
                  </a:cubicBezTo>
                  <a:cubicBezTo>
                    <a:pt x="44" y="35"/>
                    <a:pt x="43" y="34"/>
                    <a:pt x="41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8" y="29"/>
                    <a:pt x="36" y="26"/>
                    <a:pt x="34" y="2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5" y="22"/>
                    <a:pt x="34" y="21"/>
                    <a:pt x="33" y="21"/>
                  </a:cubicBezTo>
                  <a:cubicBezTo>
                    <a:pt x="31" y="19"/>
                    <a:pt x="37" y="16"/>
                    <a:pt x="39" y="12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40" y="10"/>
                    <a:pt x="41" y="9"/>
                    <a:pt x="40" y="7"/>
                  </a:cubicBezTo>
                  <a:cubicBezTo>
                    <a:pt x="38" y="5"/>
                    <a:pt x="33" y="5"/>
                    <a:pt x="28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1" y="4"/>
                    <a:pt x="26" y="4"/>
                    <a:pt x="23" y="2"/>
                  </a:cubicBezTo>
                  <a:cubicBezTo>
                    <a:pt x="21" y="0"/>
                    <a:pt x="19" y="1"/>
                    <a:pt x="17" y="2"/>
                  </a:cubicBezTo>
                  <a:cubicBezTo>
                    <a:pt x="15" y="3"/>
                    <a:pt x="13" y="5"/>
                    <a:pt x="12" y="7"/>
                  </a:cubicBezTo>
                  <a:cubicBezTo>
                    <a:pt x="10" y="10"/>
                    <a:pt x="7" y="6"/>
                    <a:pt x="4" y="7"/>
                  </a:cubicBezTo>
                  <a:cubicBezTo>
                    <a:pt x="0" y="9"/>
                    <a:pt x="1" y="15"/>
                    <a:pt x="3" y="18"/>
                  </a:cubicBezTo>
                  <a:cubicBezTo>
                    <a:pt x="5" y="21"/>
                    <a:pt x="9" y="27"/>
                    <a:pt x="14" y="3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9F9C8987-F355-A04F-7E2E-A87B67FE2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258" y="2527203"/>
              <a:ext cx="87039" cy="74837"/>
            </a:xfrm>
            <a:custGeom>
              <a:avLst/>
              <a:gdLst>
                <a:gd name="T0" fmla="*/ 1 w 45"/>
                <a:gd name="T1" fmla="*/ 26 h 39"/>
                <a:gd name="T2" fmla="*/ 0 w 45"/>
                <a:gd name="T3" fmla="*/ 26 h 39"/>
                <a:gd name="T4" fmla="*/ 0 w 45"/>
                <a:gd name="T5" fmla="*/ 24 h 39"/>
                <a:gd name="T6" fmla="*/ 0 w 45"/>
                <a:gd name="T7" fmla="*/ 18 h 39"/>
                <a:gd name="T8" fmla="*/ 1 w 45"/>
                <a:gd name="T9" fmla="*/ 18 h 39"/>
                <a:gd name="T10" fmla="*/ 1 w 45"/>
                <a:gd name="T11" fmla="*/ 7 h 39"/>
                <a:gd name="T12" fmla="*/ 1 w 45"/>
                <a:gd name="T13" fmla="*/ 7 h 39"/>
                <a:gd name="T14" fmla="*/ 1 w 45"/>
                <a:gd name="T15" fmla="*/ 7 h 39"/>
                <a:gd name="T16" fmla="*/ 12 w 45"/>
                <a:gd name="T17" fmla="*/ 0 h 39"/>
                <a:gd name="T18" fmla="*/ 26 w 45"/>
                <a:gd name="T19" fmla="*/ 3 h 39"/>
                <a:gd name="T20" fmla="*/ 38 w 45"/>
                <a:gd name="T21" fmla="*/ 3 h 39"/>
                <a:gd name="T22" fmla="*/ 45 w 45"/>
                <a:gd name="T23" fmla="*/ 14 h 39"/>
                <a:gd name="T24" fmla="*/ 39 w 45"/>
                <a:gd name="T25" fmla="*/ 7 h 39"/>
                <a:gd name="T26" fmla="*/ 39 w 45"/>
                <a:gd name="T27" fmla="*/ 7 h 39"/>
                <a:gd name="T28" fmla="*/ 38 w 45"/>
                <a:gd name="T29" fmla="*/ 7 h 39"/>
                <a:gd name="T30" fmla="*/ 38 w 45"/>
                <a:gd name="T31" fmla="*/ 8 h 39"/>
                <a:gd name="T32" fmla="*/ 38 w 45"/>
                <a:gd name="T33" fmla="*/ 8 h 39"/>
                <a:gd name="T34" fmla="*/ 36 w 45"/>
                <a:gd name="T35" fmla="*/ 19 h 39"/>
                <a:gd name="T36" fmla="*/ 32 w 45"/>
                <a:gd name="T37" fmla="*/ 26 h 39"/>
                <a:gd name="T38" fmla="*/ 31 w 45"/>
                <a:gd name="T39" fmla="*/ 26 h 39"/>
                <a:gd name="T40" fmla="*/ 31 w 45"/>
                <a:gd name="T41" fmla="*/ 26 h 39"/>
                <a:gd name="T42" fmla="*/ 31 w 45"/>
                <a:gd name="T43" fmla="*/ 26 h 39"/>
                <a:gd name="T44" fmla="*/ 29 w 45"/>
                <a:gd name="T45" fmla="*/ 26 h 39"/>
                <a:gd name="T46" fmla="*/ 27 w 45"/>
                <a:gd name="T47" fmla="*/ 18 h 39"/>
                <a:gd name="T48" fmla="*/ 28 w 45"/>
                <a:gd name="T49" fmla="*/ 18 h 39"/>
                <a:gd name="T50" fmla="*/ 28 w 45"/>
                <a:gd name="T51" fmla="*/ 15 h 39"/>
                <a:gd name="T52" fmla="*/ 24 w 45"/>
                <a:gd name="T53" fmla="*/ 7 h 39"/>
                <a:gd name="T54" fmla="*/ 17 w 45"/>
                <a:gd name="T55" fmla="*/ 7 h 39"/>
                <a:gd name="T56" fmla="*/ 16 w 45"/>
                <a:gd name="T57" fmla="*/ 7 h 39"/>
                <a:gd name="T58" fmla="*/ 9 w 45"/>
                <a:gd name="T59" fmla="*/ 14 h 39"/>
                <a:gd name="T60" fmla="*/ 7 w 45"/>
                <a:gd name="T61" fmla="*/ 28 h 39"/>
                <a:gd name="T62" fmla="*/ 6 w 45"/>
                <a:gd name="T63" fmla="*/ 37 h 39"/>
                <a:gd name="T64" fmla="*/ 5 w 45"/>
                <a:gd name="T65" fmla="*/ 38 h 39"/>
                <a:gd name="T66" fmla="*/ 5 w 45"/>
                <a:gd name="T67" fmla="*/ 38 h 39"/>
                <a:gd name="T68" fmla="*/ 3 w 45"/>
                <a:gd name="T69" fmla="*/ 38 h 39"/>
                <a:gd name="T70" fmla="*/ 1 w 45"/>
                <a:gd name="T71" fmla="*/ 38 h 39"/>
                <a:gd name="T72" fmla="*/ 3 w 45"/>
                <a:gd name="T73" fmla="*/ 38 h 39"/>
                <a:gd name="T74" fmla="*/ 1 w 45"/>
                <a:gd name="T75" fmla="*/ 2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9">
                  <a:moveTo>
                    <a:pt x="1" y="26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5"/>
                    <a:pt x="0" y="25"/>
                    <a:pt x="0" y="24"/>
                  </a:cubicBezTo>
                  <a:cubicBezTo>
                    <a:pt x="0" y="23"/>
                    <a:pt x="0" y="21"/>
                    <a:pt x="0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4"/>
                    <a:pt x="0" y="10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3" y="2"/>
                    <a:pt x="9" y="1"/>
                    <a:pt x="12" y="0"/>
                  </a:cubicBezTo>
                  <a:cubicBezTo>
                    <a:pt x="16" y="0"/>
                    <a:pt x="25" y="3"/>
                    <a:pt x="26" y="3"/>
                  </a:cubicBezTo>
                  <a:cubicBezTo>
                    <a:pt x="28" y="2"/>
                    <a:pt x="35" y="2"/>
                    <a:pt x="38" y="3"/>
                  </a:cubicBezTo>
                  <a:cubicBezTo>
                    <a:pt x="41" y="3"/>
                    <a:pt x="45" y="11"/>
                    <a:pt x="45" y="14"/>
                  </a:cubicBezTo>
                  <a:cubicBezTo>
                    <a:pt x="42" y="14"/>
                    <a:pt x="39" y="11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7"/>
                    <a:pt x="38" y="7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4"/>
                    <a:pt x="34" y="15"/>
                    <a:pt x="36" y="19"/>
                  </a:cubicBezTo>
                  <a:cubicBezTo>
                    <a:pt x="38" y="22"/>
                    <a:pt x="35" y="25"/>
                    <a:pt x="32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8" y="25"/>
                    <a:pt x="27" y="22"/>
                    <a:pt x="27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7"/>
                    <a:pt x="28" y="16"/>
                    <a:pt x="28" y="15"/>
                  </a:cubicBezTo>
                  <a:cubicBezTo>
                    <a:pt x="29" y="12"/>
                    <a:pt x="27" y="8"/>
                    <a:pt x="24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6" y="7"/>
                  </a:cubicBezTo>
                  <a:cubicBezTo>
                    <a:pt x="12" y="9"/>
                    <a:pt x="10" y="13"/>
                    <a:pt x="9" y="14"/>
                  </a:cubicBezTo>
                  <a:cubicBezTo>
                    <a:pt x="7" y="16"/>
                    <a:pt x="7" y="26"/>
                    <a:pt x="7" y="28"/>
                  </a:cubicBezTo>
                  <a:cubicBezTo>
                    <a:pt x="8" y="30"/>
                    <a:pt x="8" y="35"/>
                    <a:pt x="6" y="37"/>
                  </a:cubicBezTo>
                  <a:cubicBezTo>
                    <a:pt x="6" y="37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4" y="39"/>
                    <a:pt x="3" y="38"/>
                  </a:cubicBezTo>
                  <a:cubicBezTo>
                    <a:pt x="2" y="38"/>
                    <a:pt x="2" y="38"/>
                    <a:pt x="1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0" y="37"/>
                    <a:pt x="0" y="30"/>
                    <a:pt x="1" y="26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  <p:sp>
          <p:nvSpPr>
            <p:cNvPr id="61" name="Freeform 83">
              <a:extLst>
                <a:ext uri="{FF2B5EF4-FFF2-40B4-BE49-F238E27FC236}">
                  <a16:creationId xmlns:a16="http://schemas.microsoft.com/office/drawing/2014/main" id="{14975775-C4EB-4E4F-3A4E-8CF677BE5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679" y="2885935"/>
              <a:ext cx="65890" cy="38232"/>
            </a:xfrm>
            <a:custGeom>
              <a:avLst/>
              <a:gdLst>
                <a:gd name="T0" fmla="*/ 24 w 34"/>
                <a:gd name="T1" fmla="*/ 2 h 20"/>
                <a:gd name="T2" fmla="*/ 13 w 34"/>
                <a:gd name="T3" fmla="*/ 2 h 20"/>
                <a:gd name="T4" fmla="*/ 11 w 34"/>
                <a:gd name="T5" fmla="*/ 3 h 20"/>
                <a:gd name="T6" fmla="*/ 0 w 34"/>
                <a:gd name="T7" fmla="*/ 12 h 20"/>
                <a:gd name="T8" fmla="*/ 9 w 34"/>
                <a:gd name="T9" fmla="*/ 13 h 20"/>
                <a:gd name="T10" fmla="*/ 18 w 34"/>
                <a:gd name="T11" fmla="*/ 17 h 20"/>
                <a:gd name="T12" fmla="*/ 28 w 34"/>
                <a:gd name="T13" fmla="*/ 15 h 20"/>
                <a:gd name="T14" fmla="*/ 33 w 34"/>
                <a:gd name="T15" fmla="*/ 17 h 20"/>
                <a:gd name="T16" fmla="*/ 34 w 34"/>
                <a:gd name="T17" fmla="*/ 14 h 20"/>
                <a:gd name="T18" fmla="*/ 33 w 34"/>
                <a:gd name="T19" fmla="*/ 14 h 20"/>
                <a:gd name="T20" fmla="*/ 31 w 34"/>
                <a:gd name="T21" fmla="*/ 7 h 20"/>
                <a:gd name="T22" fmla="*/ 32 w 34"/>
                <a:gd name="T23" fmla="*/ 7 h 20"/>
                <a:gd name="T24" fmla="*/ 24 w 34"/>
                <a:gd name="T25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20">
                  <a:moveTo>
                    <a:pt x="24" y="2"/>
                  </a:moveTo>
                  <a:cubicBezTo>
                    <a:pt x="20" y="0"/>
                    <a:pt x="16" y="2"/>
                    <a:pt x="13" y="2"/>
                  </a:cubicBezTo>
                  <a:cubicBezTo>
                    <a:pt x="12" y="2"/>
                    <a:pt x="11" y="3"/>
                    <a:pt x="11" y="3"/>
                  </a:cubicBezTo>
                  <a:cubicBezTo>
                    <a:pt x="7" y="5"/>
                    <a:pt x="0" y="12"/>
                    <a:pt x="0" y="12"/>
                  </a:cubicBezTo>
                  <a:cubicBezTo>
                    <a:pt x="0" y="12"/>
                    <a:pt x="6" y="13"/>
                    <a:pt x="9" y="13"/>
                  </a:cubicBezTo>
                  <a:cubicBezTo>
                    <a:pt x="13" y="13"/>
                    <a:pt x="15" y="16"/>
                    <a:pt x="18" y="17"/>
                  </a:cubicBezTo>
                  <a:cubicBezTo>
                    <a:pt x="21" y="19"/>
                    <a:pt x="26" y="15"/>
                    <a:pt x="28" y="15"/>
                  </a:cubicBezTo>
                  <a:cubicBezTo>
                    <a:pt x="30" y="15"/>
                    <a:pt x="32" y="20"/>
                    <a:pt x="33" y="17"/>
                  </a:cubicBezTo>
                  <a:cubicBezTo>
                    <a:pt x="33" y="18"/>
                    <a:pt x="34" y="17"/>
                    <a:pt x="34" y="14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3" y="11"/>
                    <a:pt x="32" y="9"/>
                    <a:pt x="31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0" y="4"/>
                    <a:pt x="27" y="2"/>
                    <a:pt x="24" y="2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>
                <a:latin typeface="Lato" panose="020F0502020204030203" pitchFamily="34" charset="0"/>
              </a:endParaRP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DDC316AE-84BE-9321-CDD4-E9FB391F3D68}"/>
              </a:ext>
            </a:extLst>
          </p:cNvPr>
          <p:cNvSpPr/>
          <p:nvPr/>
        </p:nvSpPr>
        <p:spPr>
          <a:xfrm>
            <a:off x="7837517" y="5888659"/>
            <a:ext cx="3931920" cy="425232"/>
          </a:xfrm>
          <a:prstGeom prst="rect">
            <a:avLst/>
          </a:prstGeom>
          <a:solidFill>
            <a:srgbClr val="0F87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100" b="1">
                <a:solidFill>
                  <a:srgbClr val="FFFFFF"/>
                </a:solidFill>
              </a:rPr>
              <a:t>In-house Panel</a:t>
            </a:r>
            <a:r>
              <a:rPr lang="en-US" sz="1100">
                <a:solidFill>
                  <a:srgbClr val="FFFFFF"/>
                </a:solidFill>
              </a:rPr>
              <a:t> Procurement Team for vendor selection,  administrative support and coordination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CC66439-EF59-A477-6D9F-874364542EE8}"/>
              </a:ext>
            </a:extLst>
          </p:cNvPr>
          <p:cNvSpPr/>
          <p:nvPr/>
        </p:nvSpPr>
        <p:spPr>
          <a:xfrm>
            <a:off x="7837956" y="5004279"/>
            <a:ext cx="3931920" cy="384048"/>
          </a:xfrm>
          <a:prstGeom prst="rect">
            <a:avLst/>
          </a:prstGeom>
          <a:solidFill>
            <a:srgbClr val="0F87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100">
                <a:solidFill>
                  <a:srgbClr val="FFFFFF"/>
                </a:solidFill>
                <a:ea typeface="Roboto Light"/>
              </a:rPr>
              <a:t>Offering</a:t>
            </a:r>
            <a:r>
              <a:rPr lang="en-US" sz="1100" b="1">
                <a:solidFill>
                  <a:srgbClr val="FFFFFF"/>
                </a:solidFill>
                <a:ea typeface="Roboto Light"/>
              </a:rPr>
              <a:t> local language </a:t>
            </a:r>
            <a:r>
              <a:rPr lang="en-US" sz="1100">
                <a:solidFill>
                  <a:srgbClr val="FFFFFF"/>
                </a:solidFill>
                <a:ea typeface="Roboto Light"/>
              </a:rPr>
              <a:t>support for interviews/ moderation, questionnaire/ discussion guide  translations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94F18EF-24D6-2C61-FFE6-3CF03D17A77B}"/>
              </a:ext>
            </a:extLst>
          </p:cNvPr>
          <p:cNvSpPr/>
          <p:nvPr/>
        </p:nvSpPr>
        <p:spPr>
          <a:xfrm>
            <a:off x="7837079" y="5446468"/>
            <a:ext cx="3931920" cy="384048"/>
          </a:xfrm>
          <a:prstGeom prst="rect">
            <a:avLst/>
          </a:prstGeom>
          <a:solidFill>
            <a:srgbClr val="0F87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100">
                <a:solidFill>
                  <a:srgbClr val="FFFFFF"/>
                </a:solidFill>
                <a:ea typeface="Roboto Light"/>
              </a:rPr>
              <a:t>Strong </a:t>
            </a:r>
            <a:r>
              <a:rPr lang="en-US" sz="1100" b="1">
                <a:solidFill>
                  <a:srgbClr val="FFFFFF"/>
                </a:solidFill>
                <a:ea typeface="Roboto Light"/>
              </a:rPr>
              <a:t>data expertise </a:t>
            </a:r>
            <a:r>
              <a:rPr lang="en-US" sz="1100">
                <a:solidFill>
                  <a:srgbClr val="FFFFFF"/>
                </a:solidFill>
                <a:ea typeface="Roboto Light"/>
              </a:rPr>
              <a:t>to provide </a:t>
            </a:r>
            <a:r>
              <a:rPr lang="en-US" sz="1100" b="1">
                <a:solidFill>
                  <a:srgbClr val="FFFFFF"/>
                </a:solidFill>
                <a:ea typeface="Roboto Light"/>
              </a:rPr>
              <a:t>multi-mode sampling</a:t>
            </a:r>
            <a:r>
              <a:rPr lang="en-US" sz="1100">
                <a:solidFill>
                  <a:srgbClr val="FFFFFF"/>
                </a:solidFill>
                <a:ea typeface="Roboto Light"/>
              </a:rPr>
              <a:t>, </a:t>
            </a:r>
            <a:r>
              <a:rPr lang="en-US" sz="1100" b="1">
                <a:solidFill>
                  <a:srgbClr val="FFFFFF"/>
                </a:solidFill>
                <a:ea typeface="Roboto Light"/>
              </a:rPr>
              <a:t>de-duplication</a:t>
            </a:r>
            <a:r>
              <a:rPr lang="en-US" sz="1100">
                <a:solidFill>
                  <a:srgbClr val="FFFFFF"/>
                </a:solidFill>
                <a:ea typeface="Roboto Light"/>
              </a:rPr>
              <a:t>, and </a:t>
            </a:r>
            <a:r>
              <a:rPr lang="en-US" sz="1100" b="1">
                <a:solidFill>
                  <a:srgbClr val="FFFFFF"/>
                </a:solidFill>
                <a:ea typeface="Roboto Light"/>
              </a:rPr>
              <a:t>data checks to ensure data quality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3934269-B2A1-4E6A-7059-4C65B539D07B}"/>
              </a:ext>
            </a:extLst>
          </p:cNvPr>
          <p:cNvSpPr/>
          <p:nvPr/>
        </p:nvSpPr>
        <p:spPr>
          <a:xfrm>
            <a:off x="7836641" y="4562090"/>
            <a:ext cx="3931920" cy="384048"/>
          </a:xfrm>
          <a:prstGeom prst="rect">
            <a:avLst/>
          </a:prstGeom>
          <a:solidFill>
            <a:srgbClr val="0F87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100">
                <a:solidFill>
                  <a:srgbClr val="FFFFFF"/>
                </a:solidFill>
                <a:ea typeface="Roboto Light"/>
              </a:rPr>
              <a:t>Pool of</a:t>
            </a:r>
            <a:r>
              <a:rPr lang="en-US" sz="1100" b="1">
                <a:solidFill>
                  <a:srgbClr val="FFFFFF"/>
                </a:solidFill>
                <a:ea typeface="Roboto Light"/>
              </a:rPr>
              <a:t> hard-to-reach</a:t>
            </a:r>
            <a:r>
              <a:rPr lang="en-US" sz="1100">
                <a:solidFill>
                  <a:srgbClr val="FFFFFF"/>
                </a:solidFill>
                <a:ea typeface="Roboto Light"/>
              </a:rPr>
              <a:t>, high-quality, online &amp; offline, </a:t>
            </a:r>
            <a:r>
              <a:rPr lang="en-US" sz="1100" b="1">
                <a:solidFill>
                  <a:srgbClr val="FFFFFF"/>
                </a:solidFill>
                <a:ea typeface="Roboto Light"/>
              </a:rPr>
              <a:t>B2B, B2C, ITDM</a:t>
            </a:r>
            <a:r>
              <a:rPr lang="en-US" sz="1100">
                <a:solidFill>
                  <a:srgbClr val="FFFFFF"/>
                </a:solidFill>
                <a:ea typeface="Roboto Light"/>
              </a:rPr>
              <a:t>, and healthcare census samples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DBEF4E0-57CC-1B96-4826-D73776BAE5E1}"/>
              </a:ext>
            </a:extLst>
          </p:cNvPr>
          <p:cNvSpPr/>
          <p:nvPr/>
        </p:nvSpPr>
        <p:spPr>
          <a:xfrm>
            <a:off x="7836203" y="4119901"/>
            <a:ext cx="3931920" cy="384048"/>
          </a:xfrm>
          <a:prstGeom prst="rect">
            <a:avLst/>
          </a:prstGeom>
          <a:solidFill>
            <a:srgbClr val="0F87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spcAft>
                <a:spcPts val="600"/>
              </a:spcAft>
              <a:buClr>
                <a:srgbClr val="FAA635"/>
              </a:buClr>
            </a:pPr>
            <a:r>
              <a:rPr lang="en-US" sz="1100">
                <a:solidFill>
                  <a:srgbClr val="FFFFFF"/>
                </a:solidFill>
              </a:rPr>
              <a:t>Access to over </a:t>
            </a:r>
            <a:r>
              <a:rPr lang="en-US" sz="1100" b="1">
                <a:solidFill>
                  <a:srgbClr val="FFFFFF"/>
                </a:solidFill>
              </a:rPr>
              <a:t>70 million panelists </a:t>
            </a:r>
            <a:r>
              <a:rPr lang="en-US" sz="1100">
                <a:solidFill>
                  <a:srgbClr val="FFFFFF"/>
                </a:solidFill>
              </a:rPr>
              <a:t>across </a:t>
            </a:r>
            <a:r>
              <a:rPr lang="en-US" sz="1100" b="1">
                <a:solidFill>
                  <a:srgbClr val="FFFFFF"/>
                </a:solidFill>
              </a:rPr>
              <a:t>80+ countries </a:t>
            </a:r>
            <a:r>
              <a:rPr lang="en-US" sz="1100">
                <a:solidFill>
                  <a:srgbClr val="FFFFFF"/>
                </a:solidFill>
              </a:rPr>
              <a:t>from our </a:t>
            </a:r>
            <a:r>
              <a:rPr lang="en-US" sz="1100" b="1">
                <a:solidFill>
                  <a:srgbClr val="FFFFFF"/>
                </a:solidFill>
              </a:rPr>
              <a:t>150 certified global sample partners 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E100201-36F8-07B5-DA6D-B654D343E86C}"/>
              </a:ext>
            </a:extLst>
          </p:cNvPr>
          <p:cNvSpPr txBox="1"/>
          <p:nvPr/>
        </p:nvSpPr>
        <p:spPr>
          <a:xfrm>
            <a:off x="8051773" y="2196688"/>
            <a:ext cx="3474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accent2"/>
                </a:solidFill>
              </a:rPr>
              <a:t>PANEL - GLOBAL OUTREACH</a:t>
            </a:r>
          </a:p>
        </p:txBody>
      </p:sp>
      <p:grpSp>
        <p:nvGrpSpPr>
          <p:cNvPr id="8" name="Groupe 1">
            <a:extLst>
              <a:ext uri="{FF2B5EF4-FFF2-40B4-BE49-F238E27FC236}">
                <a16:creationId xmlns:a16="http://schemas.microsoft.com/office/drawing/2014/main" id="{8736BDE3-8F52-4200-B645-F9A2B7023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65887099-F3FE-9940-3F98-D35140330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1DE49615-1AEE-1B9F-DB6E-ADD049363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173591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1379200" cy="716711"/>
          </a:xfrm>
        </p:spPr>
        <p:txBody>
          <a:bodyPr/>
          <a:lstStyle/>
          <a:p>
            <a:r>
              <a:rPr lang="en-IN"/>
              <a:t>WE BRING A PROVEN TRACK RECORD HELPING CLIENTS WORLDWIDE in the mobility sector (3/3)</a:t>
            </a:r>
            <a:endParaRPr lang="en-GB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EFB051D-3F5E-47A6-7A4F-890335F015A8}"/>
              </a:ext>
            </a:extLst>
          </p:cNvPr>
          <p:cNvGrpSpPr/>
          <p:nvPr/>
        </p:nvGrpSpPr>
        <p:grpSpPr>
          <a:xfrm rot="16200000">
            <a:off x="5414276" y="3614680"/>
            <a:ext cx="1550773" cy="846013"/>
            <a:chOff x="2105236" y="5500814"/>
            <a:chExt cx="429700" cy="4297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C955B79-3792-7E1C-1177-42B3E8DEFFB1}"/>
                </a:ext>
              </a:extLst>
            </p:cNvPr>
            <p:cNvSpPr/>
            <p:nvPr/>
          </p:nvSpPr>
          <p:spPr>
            <a:xfrm>
              <a:off x="2105236" y="5500814"/>
              <a:ext cx="429700" cy="429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err="1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B7ABB6F1-4008-9123-960C-87624E0D6A38}"/>
                </a:ext>
              </a:extLst>
            </p:cNvPr>
            <p:cNvSpPr/>
            <p:nvPr/>
          </p:nvSpPr>
          <p:spPr>
            <a:xfrm rot="10800000">
              <a:off x="2192206" y="5642699"/>
              <a:ext cx="255759" cy="145930"/>
            </a:xfrm>
            <a:prstGeom prst="triangle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en-US">
                <a:solidFill>
                  <a:srgbClr val="FFFFFF"/>
                </a:solidFill>
                <a:latin typeface="Ubuntu"/>
                <a:cs typeface="Calibri" pitchFamily="34" charset="0"/>
              </a:endParaRPr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961B6238-878C-5A84-3A76-37117EAE02F7}"/>
              </a:ext>
            </a:extLst>
          </p:cNvPr>
          <p:cNvSpPr txBox="1"/>
          <p:nvPr/>
        </p:nvSpPr>
        <p:spPr>
          <a:xfrm>
            <a:off x="2172000" y="1333057"/>
            <a:ext cx="7848000" cy="458584"/>
          </a:xfrm>
          <a:prstGeom prst="rect">
            <a:avLst/>
          </a:prstGeom>
          <a:noFill/>
        </p:spPr>
        <p:txBody>
          <a:bodyPr vert="horz" wrap="square" lIns="0" tIns="7316" rIns="0" bIns="0" rtlCol="0" anchor="ctr">
            <a:noAutofit/>
          </a:bodyPr>
          <a:lstStyle/>
          <a:p>
            <a:pPr marL="7701" marR="3081" lvl="0" indent="0" algn="ctr" defTabSz="554492" rtl="0" eaLnBrk="1" fontAlgn="auto" latinLnBrk="0" hangingPunct="1">
              <a:lnSpc>
                <a:spcPct val="101000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pc="-9">
                <a:solidFill>
                  <a:schemeClr val="bg1"/>
                </a:solidFill>
              </a:rPr>
              <a:t>MAXI</a:t>
            </a:r>
            <a:endParaRPr kumimoji="0" lang="en-GB" i="0" u="none" strike="noStrike" kern="1200" cap="none" spc="-9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AAB9A-52C5-962E-787D-1980193E53A9}"/>
              </a:ext>
            </a:extLst>
          </p:cNvPr>
          <p:cNvSpPr txBox="1"/>
          <p:nvPr/>
        </p:nvSpPr>
        <p:spPr>
          <a:xfrm>
            <a:off x="399386" y="1972944"/>
            <a:ext cx="4953370" cy="6491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CONTEXT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06DF4-DE41-13E1-210D-1AB4E81D2CA2}"/>
              </a:ext>
            </a:extLst>
          </p:cNvPr>
          <p:cNvSpPr txBox="1"/>
          <p:nvPr/>
        </p:nvSpPr>
        <p:spPr>
          <a:xfrm>
            <a:off x="404812" y="4235869"/>
            <a:ext cx="4953600" cy="6491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SOLUTION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A80B0B-1F57-1EFD-82C4-5894BD032839}"/>
              </a:ext>
            </a:extLst>
          </p:cNvPr>
          <p:cNvSpPr txBox="1"/>
          <p:nvPr/>
        </p:nvSpPr>
        <p:spPr>
          <a:xfrm>
            <a:off x="6830413" y="1972944"/>
            <a:ext cx="4953600" cy="6491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N" sz="1600" b="1">
                <a:solidFill>
                  <a:schemeClr val="bg1"/>
                </a:solidFill>
              </a:rPr>
              <a:t>IMPACT</a:t>
            </a:r>
            <a:endParaRPr lang="en-IN" sz="1600">
              <a:solidFill>
                <a:schemeClr val="bg1"/>
              </a:solidFill>
            </a:endParaRPr>
          </a:p>
        </p:txBody>
      </p:sp>
      <p:sp>
        <p:nvSpPr>
          <p:cNvPr id="14" name="Rectangle 42">
            <a:extLst>
              <a:ext uri="{FF2B5EF4-FFF2-40B4-BE49-F238E27FC236}">
                <a16:creationId xmlns:a16="http://schemas.microsoft.com/office/drawing/2014/main" id="{2403B5C6-3168-0B03-2CFC-C3F575FF4B98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399387" y="2659686"/>
            <a:ext cx="4953370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Lorem ipsum dolor sit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amet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consetetur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sadipscing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elitr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, sed diam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nonumy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eirmod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tempor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invidunt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ut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labore et dolore magna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aliquyam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erat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, sed diam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voluptua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. </a:t>
            </a:r>
          </a:p>
        </p:txBody>
      </p:sp>
      <p:sp>
        <p:nvSpPr>
          <p:cNvPr id="15" name="Rectangle 42">
            <a:extLst>
              <a:ext uri="{FF2B5EF4-FFF2-40B4-BE49-F238E27FC236}">
                <a16:creationId xmlns:a16="http://schemas.microsoft.com/office/drawing/2014/main" id="{6E1F498E-F642-43FD-0E34-6D1BD877F45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399386" y="4966343"/>
            <a:ext cx="4953370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Lorem ipsum dolor sit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amet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consetetur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sadipscing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elitr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, sed diam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nonumy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eirmod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tempor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invidunt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ut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labore et dolore magna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aliquyam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erat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, sed diam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voluptua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. </a:t>
            </a:r>
          </a:p>
        </p:txBody>
      </p:sp>
      <p:sp>
        <p:nvSpPr>
          <p:cNvPr id="17" name="Rectangle 42">
            <a:extLst>
              <a:ext uri="{FF2B5EF4-FFF2-40B4-BE49-F238E27FC236}">
                <a16:creationId xmlns:a16="http://schemas.microsoft.com/office/drawing/2014/main" id="{D742AFE6-0626-CE6E-1C85-E35B328DDB5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6830642" y="2605235"/>
            <a:ext cx="4953371" cy="1385841"/>
          </a:xfrm>
          <a:prstGeom prst="rect">
            <a:avLst/>
          </a:prstGeom>
          <a:noFill/>
          <a:ln/>
        </p:spPr>
        <p:txBody>
          <a:bodyPr vert="horz" wrap="square" lIns="144000" tIns="108000" rIns="144000" bIns="108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Lorem ipsum dolor sit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amet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consetetur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sadipscing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elitr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, sed diam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nonumy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eirmod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tempor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invidunt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ut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labore et dolore magna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aliquyam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erat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, sed diam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voluptua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+mn-ea"/>
                <a:cs typeface="Calibri" pitchFamily="34" charset="0"/>
              </a:rPr>
              <a:t>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382EF9-C079-5398-B174-57BAA09EE73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9498136" y="694550"/>
            <a:ext cx="2207567" cy="476672"/>
          </a:xfrm>
          <a:prstGeom prst="rect">
            <a:avLst/>
          </a:prstGeom>
          <a:solidFill>
            <a:schemeClr val="accent5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Update with Maxi credential</a:t>
            </a:r>
          </a:p>
        </p:txBody>
      </p:sp>
    </p:spTree>
    <p:extLst>
      <p:ext uri="{BB962C8B-B14F-4D97-AF65-F5344CB8AC3E}">
        <p14:creationId xmlns:p14="http://schemas.microsoft.com/office/powerpoint/2010/main" val="29419646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Our understanding</a:t>
            </a:r>
            <a:endParaRPr lang="en-GB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3B9DAC1-441F-5BC8-18B7-B5D61169F528}"/>
              </a:ext>
            </a:extLst>
          </p:cNvPr>
          <p:cNvSpPr/>
          <p:nvPr/>
        </p:nvSpPr>
        <p:spPr>
          <a:xfrm>
            <a:off x="621383" y="1263316"/>
            <a:ext cx="5370345" cy="468830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N" sz="1400" b="1">
                <a:solidFill>
                  <a:schemeClr val="accent2"/>
                </a:solidFill>
              </a:rPr>
              <a:t>BlaBlaCar had entered Indra in 2015 and launched it’s </a:t>
            </a:r>
            <a:r>
              <a:rPr lang="en-IN" sz="1400" b="1" err="1">
                <a:solidFill>
                  <a:schemeClr val="accent2"/>
                </a:solidFill>
              </a:rPr>
              <a:t>poolcar</a:t>
            </a:r>
            <a:r>
              <a:rPr lang="en-IN" sz="1400" b="1">
                <a:solidFill>
                  <a:schemeClr val="accent2"/>
                </a:solidFill>
              </a:rPr>
              <a:t> platform</a:t>
            </a:r>
          </a:p>
          <a:p>
            <a:pPr marL="285750" indent="-285750">
              <a:spcAft>
                <a:spcPts val="18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N" sz="1400" b="1">
                <a:solidFill>
                  <a:schemeClr val="accent2"/>
                </a:solidFill>
              </a:rPr>
              <a:t>BlaBlaCar now plans to expand business in India</a:t>
            </a:r>
          </a:p>
          <a:p>
            <a:pPr marL="285750" indent="-285750">
              <a:spcAft>
                <a:spcPts val="18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N" sz="1400">
                <a:solidFill>
                  <a:schemeClr val="bg1"/>
                </a:solidFill>
              </a:rPr>
              <a:t>BlaBlaCar wants to </a:t>
            </a:r>
            <a:r>
              <a:rPr lang="en-IN" sz="1400" b="1">
                <a:solidFill>
                  <a:schemeClr val="accent2"/>
                </a:solidFill>
              </a:rPr>
              <a:t>explore alternative landscape (personal car/ bus/ train/ plane)</a:t>
            </a:r>
            <a:r>
              <a:rPr lang="en-IN" sz="1400">
                <a:solidFill>
                  <a:schemeClr val="bg1"/>
                </a:solidFill>
              </a:rPr>
              <a:t> in India</a:t>
            </a:r>
          </a:p>
          <a:p>
            <a:pPr marL="285750" indent="-285750">
              <a:spcAft>
                <a:spcPts val="18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N" sz="1400" b="1">
                <a:solidFill>
                  <a:schemeClr val="accent2"/>
                </a:solidFill>
              </a:rPr>
              <a:t>Explore Business opportunity in bus industry</a:t>
            </a:r>
            <a:r>
              <a:rPr lang="en-IN" sz="1400">
                <a:solidFill>
                  <a:schemeClr val="bg1"/>
                </a:solidFill>
              </a:rPr>
              <a:t> for intercity commute</a:t>
            </a:r>
          </a:p>
          <a:p>
            <a:pPr marL="285750" indent="-285750">
              <a:spcAft>
                <a:spcPts val="18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N" sz="1400" b="1">
                <a:solidFill>
                  <a:schemeClr val="accent2"/>
                </a:solidFill>
              </a:rPr>
              <a:t>Design offerings for customers and partners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FC7C0A-C3D8-57FC-DB37-ED5B889767A3}"/>
              </a:ext>
            </a:extLst>
          </p:cNvPr>
          <p:cNvSpPr txBox="1"/>
          <p:nvPr/>
        </p:nvSpPr>
        <p:spPr>
          <a:xfrm>
            <a:off x="841045" y="1076817"/>
            <a:ext cx="3618720" cy="369332"/>
          </a:xfrm>
          <a:prstGeom prst="rect">
            <a:avLst/>
          </a:prstGeom>
          <a:solidFill>
            <a:srgbClr val="272936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b="1" i="1">
                <a:solidFill>
                  <a:schemeClr val="bg1"/>
                </a:solidFill>
              </a:rPr>
              <a:t>Background &amp; Objective</a:t>
            </a:r>
            <a:r>
              <a:rPr lang="en-IN" b="1" i="1" baseline="3000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17" name="Graphic 16" descr="Bullseye with solid fill">
            <a:extLst>
              <a:ext uri="{FF2B5EF4-FFF2-40B4-BE49-F238E27FC236}">
                <a16:creationId xmlns:a16="http://schemas.microsoft.com/office/drawing/2014/main" id="{57E4771F-7D15-70A9-F754-051E12415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728" y="1036715"/>
            <a:ext cx="469232" cy="4692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B5F9736-9BBD-C186-E65A-AE4794491928}"/>
              </a:ext>
            </a:extLst>
          </p:cNvPr>
          <p:cNvSpPr txBox="1"/>
          <p:nvPr/>
        </p:nvSpPr>
        <p:spPr>
          <a:xfrm>
            <a:off x="621383" y="6039853"/>
            <a:ext cx="10731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>
                <a:solidFill>
                  <a:schemeClr val="bg1"/>
                </a:solidFill>
              </a:rPr>
              <a:t>Source:</a:t>
            </a:r>
          </a:p>
          <a:p>
            <a:r>
              <a:rPr lang="en-IN" sz="800">
                <a:solidFill>
                  <a:schemeClr val="bg1"/>
                </a:solidFill>
              </a:rPr>
              <a:t>1. </a:t>
            </a:r>
            <a:r>
              <a:rPr lang="en-IN" sz="800">
                <a:solidFill>
                  <a:schemeClr val="bg1"/>
                </a:solidFill>
                <a:hlinkClick r:id="rId5"/>
              </a:rPr>
              <a:t>https://yourstory.com/2023/04/blablacar-expands-india-new-delhi-office</a:t>
            </a:r>
            <a:r>
              <a:rPr lang="en-IN" sz="800">
                <a:solidFill>
                  <a:schemeClr val="bg1"/>
                </a:solidFill>
              </a:rPr>
              <a:t>; 2. https://auto.economictimes.indiatimes.com/news/blablacar-looking-to-expand-business-in-india-plans-to-set-up-first-office-in-ncr/99442783#:~:text=BlaBlaCar%20allows%20the%20drivers%20to,It's%20carpooling%20and%20Intercity%20carpooling.%22&amp;text=The%20company%2C%20which%20launched%20its,an%20office%20in%20the%20country.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C134C13-D5D5-A194-5F2B-7E7C654902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6126" y="1756615"/>
            <a:ext cx="3320415" cy="1317239"/>
          </a:xfrm>
          <a:prstGeom prst="roundRect">
            <a:avLst>
              <a:gd name="adj" fmla="val 8446"/>
            </a:avLst>
          </a:prstGeom>
          <a:ln w="38100">
            <a:solidFill>
              <a:schemeClr val="accent2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68EE9F3-7450-0B3B-8388-3319C35CD8DC}"/>
              </a:ext>
            </a:extLst>
          </p:cNvPr>
          <p:cNvSpPr txBox="1"/>
          <p:nvPr/>
        </p:nvSpPr>
        <p:spPr>
          <a:xfrm>
            <a:off x="7636126" y="3260561"/>
            <a:ext cx="3320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i="1">
                <a:solidFill>
                  <a:schemeClr val="bg1"/>
                </a:solidFill>
              </a:rPr>
              <a:t>BlaBlaCar planning to expand operations in India</a:t>
            </a:r>
            <a:r>
              <a:rPr lang="en-IN" sz="1400" i="1" baseline="30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1DA9B2-453D-4B86-2D97-44ED3AE04AFB}"/>
              </a:ext>
            </a:extLst>
          </p:cNvPr>
          <p:cNvSpPr txBox="1"/>
          <p:nvPr/>
        </p:nvSpPr>
        <p:spPr>
          <a:xfrm>
            <a:off x="7636125" y="5261298"/>
            <a:ext cx="3320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i="1">
                <a:solidFill>
                  <a:schemeClr val="bg1"/>
                </a:solidFill>
              </a:rPr>
              <a:t>BlaBlaCar acquires 4 Mn users rapidly in India</a:t>
            </a:r>
            <a:r>
              <a:rPr lang="en-IN" sz="1400" i="1" baseline="30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F8BAA23-4768-3732-3F3A-B59969C4E764}"/>
              </a:ext>
            </a:extLst>
          </p:cNvPr>
          <p:cNvSpPr/>
          <p:nvPr/>
        </p:nvSpPr>
        <p:spPr>
          <a:xfrm>
            <a:off x="6976940" y="1263317"/>
            <a:ext cx="4585223" cy="4688306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accent1"/>
            </a:solidFill>
            <a:headEnd/>
            <a:tailEnd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0488" tIns="44450" rIns="90488" bIns="4445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8A2AD6-015F-AF1A-B94B-C9AEA81B96E8}"/>
              </a:ext>
            </a:extLst>
          </p:cNvPr>
          <p:cNvSpPr txBox="1"/>
          <p:nvPr/>
        </p:nvSpPr>
        <p:spPr>
          <a:xfrm>
            <a:off x="7162107" y="1089733"/>
            <a:ext cx="1596089" cy="307777"/>
          </a:xfrm>
          <a:prstGeom prst="rect">
            <a:avLst/>
          </a:prstGeom>
          <a:solidFill>
            <a:srgbClr val="F2F2F2"/>
          </a:solidFill>
          <a:ln w="19050">
            <a:noFill/>
          </a:ln>
        </p:spPr>
        <p:txBody>
          <a:bodyPr wrap="square" lIns="7200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/>
              <a:t>News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E8DDD2-E1DF-441D-6787-2D698FB120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6125" y="3896075"/>
            <a:ext cx="3320415" cy="1317238"/>
          </a:xfrm>
          <a:prstGeom prst="roundRect">
            <a:avLst>
              <a:gd name="adj" fmla="val 8446"/>
            </a:avLst>
          </a:prstGeom>
          <a:ln w="381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5435458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/>
              <a:t>Factors driving transition from ownership to usership in </a:t>
            </a:r>
            <a:r>
              <a:rPr lang="en-IN" sz="2400" err="1"/>
              <a:t>india</a:t>
            </a:r>
            <a:endParaRPr lang="en-GB" sz="2400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B5F9736-9BBD-C186-E65A-AE4794491928}"/>
              </a:ext>
            </a:extLst>
          </p:cNvPr>
          <p:cNvSpPr txBox="1"/>
          <p:nvPr/>
        </p:nvSpPr>
        <p:spPr>
          <a:xfrm>
            <a:off x="621383" y="6039853"/>
            <a:ext cx="11360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>
                <a:solidFill>
                  <a:schemeClr val="bg1"/>
                </a:solidFill>
              </a:rPr>
              <a:t>Source:</a:t>
            </a:r>
          </a:p>
          <a:p>
            <a:r>
              <a:rPr lang="en-IN" sz="800">
                <a:solidFill>
                  <a:schemeClr val="bg1"/>
                </a:solidFill>
              </a:rPr>
              <a:t>1.Report from NITI Aayog “MOVE GLOBAL MOBILITY SUMMIT, Sep. 7 &amp; 8, 2018 “. “Moving Forward Together – Enabling Shared Mobility in India”;2. </a:t>
            </a:r>
            <a:r>
              <a:rPr lang="en-IN" sz="800">
                <a:solidFill>
                  <a:schemeClr val="bg1"/>
                </a:solidFill>
                <a:hlinkClick r:id="rId3"/>
              </a:rPr>
              <a:t>https://www.statista.com/statistics/467163/forecast-of-smartphone-users-in-india/</a:t>
            </a:r>
            <a:r>
              <a:rPr lang="en-IN" sz="800">
                <a:solidFill>
                  <a:schemeClr val="bg1"/>
                </a:solidFill>
              </a:rPr>
              <a:t>; 3. </a:t>
            </a:r>
            <a:r>
              <a:rPr lang="en-IN" sz="800">
                <a:solidFill>
                  <a:schemeClr val="bg1"/>
                </a:solidFill>
                <a:hlinkClick r:id="rId4"/>
              </a:rPr>
              <a:t>https://www.statista.com/statistics/255146/number-of-internet-users-in-india/</a:t>
            </a:r>
            <a:r>
              <a:rPr lang="en-IN" sz="800">
                <a:solidFill>
                  <a:schemeClr val="bg1"/>
                </a:solidFill>
              </a:rPr>
              <a:t>; 3. </a:t>
            </a:r>
            <a:r>
              <a:rPr lang="en-IN" sz="800">
                <a:solidFill>
                  <a:schemeClr val="bg1"/>
                </a:solidFill>
                <a:hlinkClick r:id="rId4"/>
              </a:rPr>
              <a:t>https://www.statista.com/statistics/255146/number-of-internet-users-in-india/</a:t>
            </a:r>
            <a:r>
              <a:rPr lang="en-IN" sz="800">
                <a:solidFill>
                  <a:schemeClr val="bg1"/>
                </a:solidFill>
              </a:rPr>
              <a:t>; 4. </a:t>
            </a:r>
            <a:r>
              <a:rPr lang="en-IN" sz="800">
                <a:solidFill>
                  <a:schemeClr val="bg1"/>
                </a:solidFill>
                <a:hlinkClick r:id="rId5"/>
              </a:rPr>
              <a:t>https://www.globaldata.com/data-insights/macroeconomic/urbanization-rate-in-india-2096096/#:~:text=2022%20Source%3A%20GlobalData-,Urbanization%20Rate%20in%20India,the%20indicator%20increased%20by%2019.6%25</a:t>
            </a:r>
            <a:r>
              <a:rPr lang="en-IN" sz="800">
                <a:solidFill>
                  <a:schemeClr val="bg1"/>
                </a:solidFill>
              </a:rPr>
              <a:t>.; 5. </a:t>
            </a:r>
            <a:r>
              <a:rPr lang="en-IN" sz="800">
                <a:solidFill>
                  <a:schemeClr val="bg1"/>
                </a:solidFill>
                <a:hlinkClick r:id="rId6"/>
              </a:rPr>
              <a:t>https://www.statista.com/outlook/co/macroeconomic-indicators/disposable-income/india#household-disposable-income</a:t>
            </a:r>
            <a:r>
              <a:rPr lang="en-IN" sz="800">
                <a:solidFill>
                  <a:schemeClr val="bg1"/>
                </a:solidFill>
              </a:rPr>
              <a:t>;  6. </a:t>
            </a:r>
            <a:r>
              <a:rPr lang="en-IN" sz="800">
                <a:solidFill>
                  <a:schemeClr val="bg1"/>
                </a:solidFill>
                <a:hlinkClick r:id="rId7"/>
              </a:rPr>
              <a:t>https://pib.gov.in/PressReleasePage.aspx?PRID=1888480</a:t>
            </a:r>
            <a:r>
              <a:rPr lang="en-IN" sz="800">
                <a:solidFill>
                  <a:schemeClr val="bg1"/>
                </a:solidFill>
              </a:rPr>
              <a:t>; * </a:t>
            </a:r>
            <a:r>
              <a:rPr lang="en-IN" sz="800">
                <a:solidFill>
                  <a:schemeClr val="bg1"/>
                </a:solidFill>
                <a:hlinkClick r:id="rId8"/>
              </a:rPr>
              <a:t>https://www.financialexpress.com/business/roadways-highway-construction-target-raised-to-13800-km-for-fy23-3180341/</a:t>
            </a:r>
            <a:r>
              <a:rPr lang="en-IN" sz="800">
                <a:solidFill>
                  <a:schemeClr val="bg1"/>
                </a:solidFill>
              </a:rPr>
              <a:t>; 7. </a:t>
            </a:r>
            <a:r>
              <a:rPr lang="en-IN" sz="800">
                <a:solidFill>
                  <a:schemeClr val="bg1"/>
                </a:solidFill>
                <a:hlinkClick r:id="rId9"/>
              </a:rPr>
              <a:t>https://www.frost.com/news/press-releases/indias-increasing-demand-for-transportation-services-expedites-shared-mobility-market-growth/</a:t>
            </a:r>
            <a:r>
              <a:rPr lang="en-IN" sz="800">
                <a:solidFill>
                  <a:schemeClr val="bg1"/>
                </a:solidFill>
              </a:rPr>
              <a:t>;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5A6B4E-1558-8E0B-46EF-BEF010E48C9A}"/>
              </a:ext>
            </a:extLst>
          </p:cNvPr>
          <p:cNvSpPr txBox="1"/>
          <p:nvPr/>
        </p:nvSpPr>
        <p:spPr>
          <a:xfrm>
            <a:off x="621381" y="962531"/>
            <a:ext cx="107312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i="1">
                <a:solidFill>
                  <a:schemeClr val="accent2"/>
                </a:solidFill>
              </a:rPr>
              <a:t>India is expected to be a leader in shared mobility with shared miles expected to reach 35% of all the miles travelled by 2030 and 50% by 2040</a:t>
            </a:r>
            <a:r>
              <a:rPr lang="en-IN" sz="1200" b="1" i="1" baseline="3000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FC3F1-BFF6-27A0-CF82-50C70E5A8D6F}"/>
              </a:ext>
            </a:extLst>
          </p:cNvPr>
          <p:cNvSpPr txBox="1"/>
          <p:nvPr/>
        </p:nvSpPr>
        <p:spPr>
          <a:xfrm>
            <a:off x="1578609" y="1883012"/>
            <a:ext cx="49665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>
                <a:solidFill>
                  <a:schemeClr val="accent2"/>
                </a:solidFill>
              </a:rPr>
              <a:t>Low per capita vehicle ownership</a:t>
            </a:r>
            <a:r>
              <a:rPr lang="en-IN" sz="1100">
                <a:solidFill>
                  <a:schemeClr val="bg1"/>
                </a:solidFill>
              </a:rPr>
              <a:t> and a high share of public transit (~3% of population possess personal vehicles)</a:t>
            </a:r>
            <a:r>
              <a:rPr lang="en-IN" sz="1100" baseline="30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50FEAA-823A-A48A-35BA-80D2AD41A603}"/>
              </a:ext>
            </a:extLst>
          </p:cNvPr>
          <p:cNvSpPr/>
          <p:nvPr/>
        </p:nvSpPr>
        <p:spPr>
          <a:xfrm>
            <a:off x="621381" y="1792697"/>
            <a:ext cx="6063284" cy="424715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7A206-4B67-A5FE-864B-A4AEB8D13D57}"/>
              </a:ext>
            </a:extLst>
          </p:cNvPr>
          <p:cNvSpPr txBox="1"/>
          <p:nvPr/>
        </p:nvSpPr>
        <p:spPr>
          <a:xfrm>
            <a:off x="621381" y="1444737"/>
            <a:ext cx="6062400" cy="322659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lIns="7200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Verdana" panose="020B0604030504040204" pitchFamily="34" charset="0"/>
              </a:rPr>
              <a:t>Factors driving ride sharing in India</a:t>
            </a:r>
            <a:r>
              <a:rPr kumimoji="0" lang="en-US" sz="1400" b="1" i="0" u="none" strike="noStrike" kern="1200" cap="none" spc="0" normalizeH="0" baseline="30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Verdana" panose="020B0604030504040204" pitchFamily="34" charset="0"/>
              </a:rPr>
              <a:t>1</a:t>
            </a:r>
          </a:p>
        </p:txBody>
      </p:sp>
      <p:pic>
        <p:nvPicPr>
          <p:cNvPr id="8" name="Graphic 7" descr="Car with solid fill">
            <a:extLst>
              <a:ext uri="{FF2B5EF4-FFF2-40B4-BE49-F238E27FC236}">
                <a16:creationId xmlns:a16="http://schemas.microsoft.com/office/drawing/2014/main" id="{AD5075C3-609E-4E45-9BFD-571A93CBA0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3432" y="1862128"/>
            <a:ext cx="567771" cy="5677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681A7D-E97F-DB80-107B-0B17C1306A85}"/>
              </a:ext>
            </a:extLst>
          </p:cNvPr>
          <p:cNvSpPr txBox="1"/>
          <p:nvPr/>
        </p:nvSpPr>
        <p:spPr>
          <a:xfrm>
            <a:off x="1578609" y="2458363"/>
            <a:ext cx="49665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>
                <a:solidFill>
                  <a:schemeClr val="accent2"/>
                </a:solidFill>
              </a:rPr>
              <a:t>Supportive framework for shared mobility -</a:t>
            </a:r>
            <a:r>
              <a:rPr lang="en-IN" sz="1100">
                <a:solidFill>
                  <a:schemeClr val="bg1"/>
                </a:solidFill>
              </a:rPr>
              <a:t>supportive policies for shared mobility and digitization to regulate the shared mobility ecosystem</a:t>
            </a:r>
          </a:p>
        </p:txBody>
      </p:sp>
      <p:pic>
        <p:nvPicPr>
          <p:cNvPr id="16" name="Graphic 15" descr="Bus with solid fill">
            <a:extLst>
              <a:ext uri="{FF2B5EF4-FFF2-40B4-BE49-F238E27FC236}">
                <a16:creationId xmlns:a16="http://schemas.microsoft.com/office/drawing/2014/main" id="{FA9B7E85-4169-3E53-8487-BF19AF18FAD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9240" y="2444731"/>
            <a:ext cx="516155" cy="51615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2645568-AFB3-DD3E-7559-6FA65DBBBD0D}"/>
              </a:ext>
            </a:extLst>
          </p:cNvPr>
          <p:cNvSpPr txBox="1"/>
          <p:nvPr/>
        </p:nvSpPr>
        <p:spPr>
          <a:xfrm>
            <a:off x="1578609" y="3098060"/>
            <a:ext cx="496657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>
                <a:solidFill>
                  <a:schemeClr val="accent2"/>
                </a:solidFill>
              </a:rPr>
              <a:t>Young population and growing entrepreneurial culture - </a:t>
            </a:r>
            <a:r>
              <a:rPr lang="en-IN" sz="1100">
                <a:solidFill>
                  <a:schemeClr val="bg1"/>
                </a:solidFill>
              </a:rPr>
              <a:t>More than 50% of the population in India is below the age of 25 and more than 65% is below the age of 35.</a:t>
            </a:r>
          </a:p>
        </p:txBody>
      </p:sp>
      <p:pic>
        <p:nvPicPr>
          <p:cNvPr id="22" name="Graphic 21" descr="Group of men with solid fill">
            <a:extLst>
              <a:ext uri="{FF2B5EF4-FFF2-40B4-BE49-F238E27FC236}">
                <a16:creationId xmlns:a16="http://schemas.microsoft.com/office/drawing/2014/main" id="{5C3D5E01-0406-93A8-6843-E7DEB73E090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4030" y="3198756"/>
            <a:ext cx="426575" cy="42657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F5AE549-63E3-5FE8-6E90-87A623A97DCC}"/>
              </a:ext>
            </a:extLst>
          </p:cNvPr>
          <p:cNvSpPr txBox="1"/>
          <p:nvPr/>
        </p:nvSpPr>
        <p:spPr>
          <a:xfrm>
            <a:off x="1578609" y="3846045"/>
            <a:ext cx="49665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>
                <a:solidFill>
                  <a:schemeClr val="accent2"/>
                </a:solidFill>
              </a:rPr>
              <a:t>Growing smartphone penetration and internet connectivity </a:t>
            </a:r>
            <a:r>
              <a:rPr lang="en-IN" sz="1100">
                <a:solidFill>
                  <a:schemeClr val="bg1"/>
                </a:solidFill>
              </a:rPr>
              <a:t>- Smartphone penetration in India is expected to grow to 1 billion in 2023</a:t>
            </a:r>
            <a:r>
              <a:rPr lang="en-IN" sz="1100" baseline="30000">
                <a:solidFill>
                  <a:schemeClr val="bg1"/>
                </a:solidFill>
              </a:rPr>
              <a:t>2</a:t>
            </a:r>
            <a:r>
              <a:rPr lang="en-IN" sz="1100">
                <a:solidFill>
                  <a:schemeClr val="bg1"/>
                </a:solidFill>
              </a:rPr>
              <a:t> active users while the number of internet users is expected to reach 1.2 billion by 2023</a:t>
            </a:r>
            <a:r>
              <a:rPr lang="en-IN" sz="1100" baseline="3000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26" name="Graphic 25" descr="Smart Phone with solid fill">
            <a:extLst>
              <a:ext uri="{FF2B5EF4-FFF2-40B4-BE49-F238E27FC236}">
                <a16:creationId xmlns:a16="http://schemas.microsoft.com/office/drawing/2014/main" id="{28810CD7-6CEE-BF92-F935-55B328D58FE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3432" y="3990602"/>
            <a:ext cx="567771" cy="56777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A56E91A-E971-5863-6477-4C8BB1B33BFD}"/>
              </a:ext>
            </a:extLst>
          </p:cNvPr>
          <p:cNvSpPr txBox="1"/>
          <p:nvPr/>
        </p:nvSpPr>
        <p:spPr>
          <a:xfrm>
            <a:off x="6963527" y="1440094"/>
            <a:ext cx="4525289" cy="548521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lIns="7200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Verdana" panose="020B0604030504040204" pitchFamily="34" charset="0"/>
              </a:rPr>
              <a:t>Indian national highways has been increasing @ ~15% over FY15-23</a:t>
            </a:r>
            <a:r>
              <a:rPr kumimoji="0" lang="en-IN" sz="1400" b="1" i="0" u="none" strike="noStrike" kern="1200" cap="none" spc="0" normalizeH="0" baseline="30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Verdana" panose="020B0604030504040204" pitchFamily="34" charset="0"/>
              </a:rPr>
              <a:t>6</a:t>
            </a:r>
            <a:endParaRPr kumimoji="0" lang="en-US" sz="1400" b="1" i="0" u="none" strike="noStrike" kern="1200" cap="none" spc="0" normalizeH="0" baseline="3000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ea typeface="Verdana" panose="020B0604030504040204" pitchFamily="34" charset="0"/>
            </a:endParaRP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863D8912-4CEB-236E-0410-15B8F82F9B3F}"/>
              </a:ext>
            </a:extLst>
          </p:cNvPr>
          <p:cNvGraphicFramePr/>
          <p:nvPr/>
        </p:nvGraphicFramePr>
        <p:xfrm>
          <a:off x="6963527" y="2106835"/>
          <a:ext cx="4517390" cy="3183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A1237F0-A263-89CA-0B04-FC50F7C2E0A0}"/>
              </a:ext>
            </a:extLst>
          </p:cNvPr>
          <p:cNvCxnSpPr>
            <a:cxnSpLocks/>
          </p:cNvCxnSpPr>
          <p:nvPr/>
        </p:nvCxnSpPr>
        <p:spPr>
          <a:xfrm flipV="1">
            <a:off x="7384293" y="2550216"/>
            <a:ext cx="3648667" cy="63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4AF79E80-D0DE-23E3-E48C-13F352A63E29}"/>
              </a:ext>
            </a:extLst>
          </p:cNvPr>
          <p:cNvSpPr/>
          <p:nvPr/>
        </p:nvSpPr>
        <p:spPr>
          <a:xfrm rot="21060146">
            <a:off x="8803470" y="2724376"/>
            <a:ext cx="810310" cy="28772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chemeClr val="accent1"/>
                </a:solidFill>
              </a:rPr>
              <a:t>15.4%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3BB666-3357-0663-BA75-EE8DBB138169}"/>
              </a:ext>
            </a:extLst>
          </p:cNvPr>
          <p:cNvSpPr txBox="1"/>
          <p:nvPr/>
        </p:nvSpPr>
        <p:spPr>
          <a:xfrm rot="20950061">
            <a:off x="8457149" y="2459511"/>
            <a:ext cx="1251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>
                <a:solidFill>
                  <a:schemeClr val="bg1"/>
                </a:solidFill>
              </a:rPr>
              <a:t>CAGR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FCDCFC-6E86-4697-9631-752B79256740}"/>
              </a:ext>
            </a:extLst>
          </p:cNvPr>
          <p:cNvSpPr txBox="1"/>
          <p:nvPr/>
        </p:nvSpPr>
        <p:spPr>
          <a:xfrm>
            <a:off x="1578609" y="4790732"/>
            <a:ext cx="49752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>
                <a:solidFill>
                  <a:schemeClr val="accent2"/>
                </a:solidFill>
              </a:rPr>
              <a:t>Development of Roads and Infrastructure will promote shared mobility</a:t>
            </a:r>
            <a:r>
              <a:rPr lang="en-IN" sz="1100">
                <a:solidFill>
                  <a:schemeClr val="bg1"/>
                </a:solidFill>
              </a:rPr>
              <a:t> in different formats (</a:t>
            </a:r>
            <a:r>
              <a:rPr lang="en-IN" sz="1100" err="1">
                <a:solidFill>
                  <a:schemeClr val="bg1"/>
                </a:solidFill>
              </a:rPr>
              <a:t>Poolcar</a:t>
            </a:r>
            <a:r>
              <a:rPr lang="en-IN" sz="1100">
                <a:solidFill>
                  <a:schemeClr val="bg1"/>
                </a:solidFill>
              </a:rPr>
              <a:t> / Bus etc.) for intercity travel </a:t>
            </a:r>
          </a:p>
        </p:txBody>
      </p:sp>
      <p:pic>
        <p:nvPicPr>
          <p:cNvPr id="10" name="Graphic 9" descr="Road with solid fill">
            <a:extLst>
              <a:ext uri="{FF2B5EF4-FFF2-40B4-BE49-F238E27FC236}">
                <a16:creationId xmlns:a16="http://schemas.microsoft.com/office/drawing/2014/main" id="{32F3A9AA-69D0-CE04-5F35-94249AC77BA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92701" y="4799398"/>
            <a:ext cx="469233" cy="4692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FEB00A-E2A9-1DF9-B68A-6D0902C14046}"/>
              </a:ext>
            </a:extLst>
          </p:cNvPr>
          <p:cNvSpPr txBox="1"/>
          <p:nvPr/>
        </p:nvSpPr>
        <p:spPr>
          <a:xfrm>
            <a:off x="1578647" y="5414206"/>
            <a:ext cx="51039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>
                <a:solidFill>
                  <a:schemeClr val="accent2"/>
                </a:solidFill>
              </a:rPr>
              <a:t>Growing urbanization</a:t>
            </a:r>
            <a:r>
              <a:rPr lang="en-IN" sz="1100">
                <a:solidFill>
                  <a:schemeClr val="bg1"/>
                </a:solidFill>
              </a:rPr>
              <a:t>(growth rate of 19.6%)</a:t>
            </a:r>
            <a:r>
              <a:rPr lang="en-IN" sz="1100" baseline="30000">
                <a:solidFill>
                  <a:schemeClr val="bg1"/>
                </a:solidFill>
              </a:rPr>
              <a:t>4</a:t>
            </a:r>
            <a:r>
              <a:rPr lang="en-IN" sz="1100" b="1">
                <a:solidFill>
                  <a:schemeClr val="accent2"/>
                </a:solidFill>
              </a:rPr>
              <a:t> and rising disposable income </a:t>
            </a:r>
            <a:r>
              <a:rPr lang="en-IN" sz="1100">
                <a:solidFill>
                  <a:schemeClr val="bg1"/>
                </a:solidFill>
              </a:rPr>
              <a:t>(CAGR FY18 to FY23 8.2%)</a:t>
            </a:r>
            <a:r>
              <a:rPr lang="en-IN" sz="1100" baseline="30000">
                <a:solidFill>
                  <a:schemeClr val="bg1"/>
                </a:solidFill>
              </a:rPr>
              <a:t>5</a:t>
            </a:r>
            <a:r>
              <a:rPr lang="en-IN" sz="1100">
                <a:solidFill>
                  <a:schemeClr val="bg1"/>
                </a:solidFill>
              </a:rPr>
              <a:t> signal growth opportunities in the Indian shared mobility market</a:t>
            </a:r>
            <a:r>
              <a:rPr lang="en-IN" sz="1100" baseline="3000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14" name="Graphic 13" descr="City with solid fill">
            <a:extLst>
              <a:ext uri="{FF2B5EF4-FFF2-40B4-BE49-F238E27FC236}">
                <a16:creationId xmlns:a16="http://schemas.microsoft.com/office/drawing/2014/main" id="{CFEAD7E6-4B2D-7940-955E-343DF4AD049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198" y="5411245"/>
            <a:ext cx="516155" cy="51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440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F40A85-DBE0-CD8B-C8EB-0F95331E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/>
              <a:t>Factors driving transition from ownership to usership in </a:t>
            </a:r>
            <a:r>
              <a:rPr lang="en-IN" sz="2400" err="1"/>
              <a:t>india</a:t>
            </a:r>
            <a:endParaRPr lang="en-GB" sz="2400"/>
          </a:p>
        </p:txBody>
      </p:sp>
      <p:grpSp>
        <p:nvGrpSpPr>
          <p:cNvPr id="48" name="Groupe 1">
            <a:extLst>
              <a:ext uri="{FF2B5EF4-FFF2-40B4-BE49-F238E27FC236}">
                <a16:creationId xmlns:a16="http://schemas.microsoft.com/office/drawing/2014/main" id="{08A5BA6B-1C6B-F67B-DAB8-FE9E152BB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AAA37ADB-B408-DB41-8F7E-8DAA35D1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0808BB8-3E0D-A727-CE0C-D9C7692B0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B5F9736-9BBD-C186-E65A-AE4794491928}"/>
              </a:ext>
            </a:extLst>
          </p:cNvPr>
          <p:cNvSpPr txBox="1"/>
          <p:nvPr/>
        </p:nvSpPr>
        <p:spPr>
          <a:xfrm>
            <a:off x="621383" y="6039853"/>
            <a:ext cx="10731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>
                <a:solidFill>
                  <a:schemeClr val="bg1"/>
                </a:solidFill>
              </a:rPr>
              <a:t>Source:</a:t>
            </a:r>
          </a:p>
          <a:p>
            <a:r>
              <a:rPr lang="en-IN" sz="800">
                <a:solidFill>
                  <a:schemeClr val="bg1"/>
                </a:solidFill>
              </a:rPr>
              <a:t>1.Report from NITI Aayog “MOVE GLOBAL MOBILITY SUMMIT, Sep. 7 &amp; 8, 2018 “. “Moving Forward Together – Enabling Shared Mobility in India”;2. </a:t>
            </a:r>
            <a:r>
              <a:rPr lang="en-IN" sz="800">
                <a:solidFill>
                  <a:schemeClr val="bg1"/>
                </a:solidFill>
                <a:hlinkClick r:id="rId2"/>
              </a:rPr>
              <a:t>https://www.statista.com/statistics/467163/forecast-of-smartphone-users-in-india/</a:t>
            </a:r>
            <a:r>
              <a:rPr lang="en-IN" sz="800">
                <a:solidFill>
                  <a:schemeClr val="bg1"/>
                </a:solidFill>
              </a:rPr>
              <a:t>; 3. </a:t>
            </a:r>
            <a:r>
              <a:rPr lang="en-IN" sz="800">
                <a:solidFill>
                  <a:schemeClr val="bg1"/>
                </a:solidFill>
                <a:hlinkClick r:id="rId3"/>
              </a:rPr>
              <a:t>https://www.statista.com/statistics/255146/number-of-internet-users-in-india/</a:t>
            </a:r>
            <a:r>
              <a:rPr lang="en-IN" sz="800">
                <a:solidFill>
                  <a:schemeClr val="bg1"/>
                </a:solidFill>
              </a:rPr>
              <a:t>;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5A6B4E-1558-8E0B-46EF-BEF010E48C9A}"/>
              </a:ext>
            </a:extLst>
          </p:cNvPr>
          <p:cNvSpPr txBox="1"/>
          <p:nvPr/>
        </p:nvSpPr>
        <p:spPr>
          <a:xfrm>
            <a:off x="621381" y="962531"/>
            <a:ext cx="107312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i="1">
                <a:solidFill>
                  <a:schemeClr val="accent2"/>
                </a:solidFill>
              </a:rPr>
              <a:t>India is expected to be a leader in shared mobility with shared miles expected to reach 35% of all the miles travelled by 2030 and 50% by 2040</a:t>
            </a:r>
            <a:r>
              <a:rPr lang="en-IN" sz="1200" b="1" i="1" baseline="30000">
                <a:solidFill>
                  <a:schemeClr val="accent2"/>
                </a:solidFill>
              </a:rPr>
              <a:t>1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4CE37A8-EBA4-FFC6-C659-04F41987A62A}"/>
              </a:ext>
            </a:extLst>
          </p:cNvPr>
          <p:cNvGrpSpPr/>
          <p:nvPr/>
        </p:nvGrpSpPr>
        <p:grpSpPr>
          <a:xfrm>
            <a:off x="621381" y="1444737"/>
            <a:ext cx="5475600" cy="3788986"/>
            <a:chOff x="621381" y="1444737"/>
            <a:chExt cx="5475600" cy="378898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8BFC3F1-BFF6-27A0-CF82-50C70E5A8D6F}"/>
                </a:ext>
              </a:extLst>
            </p:cNvPr>
            <p:cNvSpPr txBox="1"/>
            <p:nvPr/>
          </p:nvSpPr>
          <p:spPr>
            <a:xfrm>
              <a:off x="1773311" y="1967236"/>
              <a:ext cx="43146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>
                  <a:solidFill>
                    <a:schemeClr val="accent2"/>
                  </a:solidFill>
                </a:rPr>
                <a:t>Low per capita vehicle ownership</a:t>
              </a:r>
              <a:r>
                <a:rPr lang="en-IN" sz="1200">
                  <a:solidFill>
                    <a:schemeClr val="bg1"/>
                  </a:solidFill>
                </a:rPr>
                <a:t> and a high share of public transit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950FEAA-823A-A48A-35BA-80D2AD41A603}"/>
                </a:ext>
              </a:extLst>
            </p:cNvPr>
            <p:cNvSpPr/>
            <p:nvPr/>
          </p:nvSpPr>
          <p:spPr>
            <a:xfrm>
              <a:off x="621381" y="1792697"/>
              <a:ext cx="5474618" cy="3441026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err="1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217A206-4B67-A5FE-864B-A4AEB8D13D57}"/>
                </a:ext>
              </a:extLst>
            </p:cNvPr>
            <p:cNvSpPr txBox="1"/>
            <p:nvPr/>
          </p:nvSpPr>
          <p:spPr>
            <a:xfrm>
              <a:off x="621381" y="1444737"/>
              <a:ext cx="5475600" cy="322659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accent1"/>
              </a:solidFill>
            </a:ln>
          </p:spPr>
          <p:txBody>
            <a:bodyPr wrap="square" lIns="7200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Verdana" panose="020B0604030504040204" pitchFamily="34" charset="0"/>
                </a:rPr>
                <a:t>Factors driving ride sharing in India</a:t>
              </a:r>
              <a:r>
                <a:rPr kumimoji="0" lang="en-US" sz="1400" b="1" i="0" u="none" strike="noStrike" kern="1200" cap="none" spc="0" normalizeH="0" baseline="3000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Verdana" panose="020B0604030504040204" pitchFamily="34" charset="0"/>
                </a:rPr>
                <a:t>1</a:t>
              </a:r>
            </a:p>
          </p:txBody>
        </p:sp>
        <p:pic>
          <p:nvPicPr>
            <p:cNvPr id="8" name="Graphic 7" descr="Car with solid fill">
              <a:extLst>
                <a:ext uri="{FF2B5EF4-FFF2-40B4-BE49-F238E27FC236}">
                  <a16:creationId xmlns:a16="http://schemas.microsoft.com/office/drawing/2014/main" id="{AD5075C3-609E-4E45-9BFD-571A93CBA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656" y="1946352"/>
              <a:ext cx="567771" cy="56777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681A7D-E97F-DB80-107B-0B17C1306A85}"/>
                </a:ext>
              </a:extLst>
            </p:cNvPr>
            <p:cNvSpPr txBox="1"/>
            <p:nvPr/>
          </p:nvSpPr>
          <p:spPr>
            <a:xfrm>
              <a:off x="1773311" y="2588062"/>
              <a:ext cx="43146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>
                  <a:solidFill>
                    <a:schemeClr val="accent2"/>
                  </a:solidFill>
                </a:rPr>
                <a:t>Supportive framework for shared mobility -</a:t>
              </a:r>
              <a:r>
                <a:rPr lang="en-IN" sz="1200">
                  <a:solidFill>
                    <a:schemeClr val="bg1"/>
                  </a:solidFill>
                </a:rPr>
                <a:t>supportive policies for shared mobility and digitization to regulate the shared mobility ecosystem</a:t>
              </a:r>
            </a:p>
          </p:txBody>
        </p:sp>
        <p:pic>
          <p:nvPicPr>
            <p:cNvPr id="16" name="Graphic 15" descr="Bus with solid fill">
              <a:extLst>
                <a:ext uri="{FF2B5EF4-FFF2-40B4-BE49-F238E27FC236}">
                  <a16:creationId xmlns:a16="http://schemas.microsoft.com/office/drawing/2014/main" id="{FA9B7E85-4169-3E53-8487-BF19AF18F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53464" y="2673339"/>
              <a:ext cx="516155" cy="51615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645568-AFB3-DD3E-7559-6FA65DBBBD0D}"/>
                </a:ext>
              </a:extLst>
            </p:cNvPr>
            <p:cNvSpPr txBox="1"/>
            <p:nvPr/>
          </p:nvSpPr>
          <p:spPr>
            <a:xfrm>
              <a:off x="1781328" y="3393554"/>
              <a:ext cx="43146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>
                  <a:solidFill>
                    <a:schemeClr val="accent2"/>
                  </a:solidFill>
                </a:rPr>
                <a:t>Young population and growing entrepreneurial culture - </a:t>
              </a:r>
              <a:r>
                <a:rPr lang="en-IN" sz="1200">
                  <a:solidFill>
                    <a:schemeClr val="bg1"/>
                  </a:solidFill>
                </a:rPr>
                <a:t>More than 50% of the population in India is below the age of 25 and more than 65% is below the age of 35.</a:t>
              </a:r>
            </a:p>
          </p:txBody>
        </p:sp>
        <p:pic>
          <p:nvPicPr>
            <p:cNvPr id="22" name="Graphic 21" descr="Group of men with solid fill">
              <a:extLst>
                <a:ext uri="{FF2B5EF4-FFF2-40B4-BE49-F238E27FC236}">
                  <a16:creationId xmlns:a16="http://schemas.microsoft.com/office/drawing/2014/main" id="{5C3D5E01-0406-93A8-6843-E7DEB73E0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8254" y="3523618"/>
              <a:ext cx="426575" cy="42657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F5AE549-63E3-5FE8-6E90-87A623A97DCC}"/>
                </a:ext>
              </a:extLst>
            </p:cNvPr>
            <p:cNvSpPr txBox="1"/>
            <p:nvPr/>
          </p:nvSpPr>
          <p:spPr>
            <a:xfrm>
              <a:off x="1781328" y="4199046"/>
              <a:ext cx="431467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>
                  <a:solidFill>
                    <a:schemeClr val="accent2"/>
                  </a:solidFill>
                </a:rPr>
                <a:t>Growing smartphone penetration and internet connectivity </a:t>
              </a:r>
              <a:r>
                <a:rPr lang="en-IN" sz="1200">
                  <a:solidFill>
                    <a:schemeClr val="bg1"/>
                  </a:solidFill>
                </a:rPr>
                <a:t>- Smartphone penetration in India is expected to grow to 1 billion in 2023</a:t>
              </a:r>
              <a:r>
                <a:rPr lang="en-IN" sz="1200" baseline="30000">
                  <a:solidFill>
                    <a:schemeClr val="bg1"/>
                  </a:solidFill>
                </a:rPr>
                <a:t>2</a:t>
              </a:r>
              <a:r>
                <a:rPr lang="en-IN" sz="1200">
                  <a:solidFill>
                    <a:schemeClr val="bg1"/>
                  </a:solidFill>
                </a:rPr>
                <a:t> active users while the number of internet users is expected to reach 1.2 billion by 2023</a:t>
              </a:r>
              <a:r>
                <a:rPr lang="en-IN" sz="1200" baseline="30000">
                  <a:solidFill>
                    <a:schemeClr val="bg1"/>
                  </a:solidFill>
                </a:rPr>
                <a:t>3</a:t>
              </a:r>
            </a:p>
          </p:txBody>
        </p:sp>
        <p:pic>
          <p:nvPicPr>
            <p:cNvPr id="26" name="Graphic 25" descr="Smart Phone with solid fill">
              <a:extLst>
                <a:ext uri="{FF2B5EF4-FFF2-40B4-BE49-F238E27FC236}">
                  <a16:creationId xmlns:a16="http://schemas.microsoft.com/office/drawing/2014/main" id="{28810CD7-6CEE-BF92-F935-55B328D58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7656" y="4327504"/>
              <a:ext cx="567771" cy="567771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A56E91A-E971-5863-6477-4C8BB1B33BFD}"/>
              </a:ext>
            </a:extLst>
          </p:cNvPr>
          <p:cNvSpPr txBox="1"/>
          <p:nvPr/>
        </p:nvSpPr>
        <p:spPr>
          <a:xfrm>
            <a:off x="6746954" y="1331806"/>
            <a:ext cx="4525289" cy="548521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lIns="7200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Verdana" panose="020B0604030504040204" pitchFamily="34" charset="0"/>
              </a:rPr>
              <a:t>Indian national highways has been increasing @ ~7.5% over FY11-20</a:t>
            </a:r>
            <a:endParaRPr kumimoji="0" lang="en-US" sz="1400" b="1" i="0" u="none" strike="noStrike" kern="1200" cap="none" spc="0" normalizeH="0" baseline="3000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ea typeface="Verdana" panose="020B0604030504040204" pitchFamily="34" charset="0"/>
            </a:endParaRP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863D8912-4CEB-236E-0410-15B8F82F9B3F}"/>
              </a:ext>
            </a:extLst>
          </p:cNvPr>
          <p:cNvGraphicFramePr/>
          <p:nvPr/>
        </p:nvGraphicFramePr>
        <p:xfrm>
          <a:off x="6746954" y="1950424"/>
          <a:ext cx="4517390" cy="2377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4B44E2B-3E86-6C01-D1FD-0A81E9B32013}"/>
              </a:ext>
            </a:extLst>
          </p:cNvPr>
          <p:cNvCxnSpPr/>
          <p:nvPr/>
        </p:nvCxnSpPr>
        <p:spPr>
          <a:xfrm flipV="1">
            <a:off x="7230979" y="2588062"/>
            <a:ext cx="1708484" cy="299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1942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E4P_STYLE_ID" val="c7af6dba-f870-40c6-a7fb-5991d73382c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EFORECOLOR" val="13408256"/>
  <p:tag name="LINEFORESCHEMECOLOR" val="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EFORECOLOR" val="13408256"/>
  <p:tag name="LINEFORESCHEMECOLOR" val="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EFORECOLOR" val="13408256"/>
  <p:tag name="LINEFORESCHEMECOLOR" val="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EFORECOLOR" val="13408256"/>
  <p:tag name="LINEFORESCHEMECOLOR" val="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EFORECOLOR" val="13408256"/>
  <p:tag name="LINEFORESCHEMECOLOR" val="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EFORECOLOR" val="13408256"/>
  <p:tag name="LINEFORESCHEMECOLOR" val="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EFORECOLOR" val="13408256"/>
  <p:tag name="LINEFORESCHEMECOLOR" val="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COMMENT" val="CommentRed"/>
</p:tagLst>
</file>

<file path=ppt/theme/theme1.xml><?xml version="1.0" encoding="utf-8"?>
<a:theme xmlns:a="http://schemas.openxmlformats.org/drawingml/2006/main" name="Capgemini Invent Global 2022">
  <a:themeElements>
    <a:clrScheme name="Capgemini 2021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2B0A3D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">
        <a:dk1>
          <a:srgbClr val="000000"/>
        </a:dk1>
        <a:lt1>
          <a:srgbClr val="FFFFFF"/>
        </a:lt1>
        <a:dk2>
          <a:srgbClr val="263147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ppt-Capgemini_MasterTemplateCustomcolors.potx" id="{825B9D35-2592-4CA9-BA23-58B006335B2A}" vid="{B094C477-C962-4A54-95AE-F74EAD58A671}"/>
    </a:ext>
  </a:extLst>
</a:theme>
</file>

<file path=ppt/theme/theme2.xml><?xml version="1.0" encoding="utf-8"?>
<a:theme xmlns:a="http://schemas.openxmlformats.org/drawingml/2006/main" name="Tema do Office">
  <a:themeElements>
    <a:clrScheme name="Capgemini 2021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2B0A3D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apgemini 2021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2B0A3D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7de28ac-b190-4cd4-a606-47e679de9d2c">
      <UserInfo>
        <DisplayName>Darius, Volker</DisplayName>
        <AccountId>142</AccountId>
        <AccountType/>
      </UserInfo>
      <UserInfo>
        <DisplayName>Radloff, Ramón</DisplayName>
        <AccountId>1161</AccountId>
        <AccountType/>
      </UserInfo>
      <UserInfo>
        <DisplayName>Indurkar, Shweta</DisplayName>
        <AccountId>426</AccountId>
        <AccountType/>
      </UserInfo>
    </SharedWithUsers>
    <lcf76f155ced4ddcb4097134ff3c332f xmlns="6a00c37a-6f72-4698-9b02-81ff9fa7b20d">
      <Terms xmlns="http://schemas.microsoft.com/office/infopath/2007/PartnerControls"/>
    </lcf76f155ced4ddcb4097134ff3c332f>
    <TaxCatchAll xmlns="17de28ac-b190-4cd4-a606-47e679de9d2c" xsi:nil="true"/>
    <ReuseCount xmlns="6a00c37a-6f72-4698-9b02-81ff9fa7b20d">0</ReuseCount>
    <FolderDescription xmlns="6a00c37a-6f72-4698-9b02-81ff9fa7b20d" xsi:nil="true"/>
    <Date xmlns="6a00c37a-6f72-4698-9b02-81ff9fa7b20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993BBBD560C845A787DDE997A41243" ma:contentTypeVersion="21" ma:contentTypeDescription="Create a new document." ma:contentTypeScope="" ma:versionID="7774313bbbd3cc6bca78dc11c77e4d3d">
  <xsd:schema xmlns:xsd="http://www.w3.org/2001/XMLSchema" xmlns:xs="http://www.w3.org/2001/XMLSchema" xmlns:p="http://schemas.microsoft.com/office/2006/metadata/properties" xmlns:ns2="6a00c37a-6f72-4698-9b02-81ff9fa7b20d" xmlns:ns3="17de28ac-b190-4cd4-a606-47e679de9d2c" targetNamespace="http://schemas.microsoft.com/office/2006/metadata/properties" ma:root="true" ma:fieldsID="98f59f16fa9c36c0d2125b1fb9868cbf" ns2:_="" ns3:_="">
    <xsd:import namespace="6a00c37a-6f72-4698-9b02-81ff9fa7b20d"/>
    <xsd:import namespace="17de28ac-b190-4cd4-a606-47e679de9d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FolderDescription" minOccurs="0"/>
                <xsd:element ref="ns2:MediaServiceObjectDetectorVersions" minOccurs="0"/>
                <xsd:element ref="ns2:ReuseCount" minOccurs="0"/>
                <xsd:element ref="ns2:MediaServiceSearchProperties" minOccurs="0"/>
                <xsd:element ref="ns2:MediaServiceBillingMetadata" minOccurs="0"/>
                <xsd:element ref="ns2: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00c37a-6f72-4698-9b02-81ff9fa7b2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FolderDescription" ma:index="23" nillable="true" ma:displayName="Folder Description" ma:description="Brief description of each folder contents" ma:format="Dropdown" ma:internalName="FolderDescription">
      <xsd:simpleType>
        <xsd:restriction base="dms:Text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ReuseCount" ma:index="25" nillable="true" ma:displayName="Reuse Count" ma:default="0" ma:description="Increase the count by 1 if you have re-used this artifact into your deliverables" ma:format="Dropdown" ma:internalName="ReuseCount" ma:percentage="FALSE">
      <xsd:simpleType>
        <xsd:restriction base="dms:Number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Date" ma:index="28" nillable="true" ma:displayName="Date" ma:format="DateOnly" ma:internalName="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de28ac-b190-4cd4-a606-47e679de9d2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e8bb8a3-01a0-48c5-9974-15bafd10c127}" ma:internalName="TaxCatchAll" ma:showField="CatchAllData" ma:web="17de28ac-b190-4cd4-a606-47e679de9d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65F6DA-EDFD-4C3F-B2EB-EDE359E124E2}">
  <ds:schemaRefs>
    <ds:schemaRef ds:uri="3236e399-9114-4801-8f86-93718d72aff3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terms/"/>
    <ds:schemaRef ds:uri="824554a9-948f-425c-b9e7-b190818b4b86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9D616E4-C480-4DBC-B61C-56718C87C302}"/>
</file>

<file path=customXml/itemProps3.xml><?xml version="1.0" encoding="utf-8"?>
<ds:datastoreItem xmlns:ds="http://schemas.openxmlformats.org/officeDocument/2006/customXml" ds:itemID="{93B09ECE-D1C0-42A5-B69E-8C88764DB9F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ffa499d-8334-4b45-bbba-5ec17299202b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</TotalTime>
  <Words>7292</Words>
  <Application>Microsoft Office PowerPoint</Application>
  <PresentationFormat>Widescreen</PresentationFormat>
  <Paragraphs>905</Paragraphs>
  <Slides>42</Slides>
  <Notes>18</Notes>
  <HiddenSlides>13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5" baseType="lpstr">
      <vt:lpstr>Wingdings</vt:lpstr>
      <vt:lpstr>BentonSansF Medium</vt:lpstr>
      <vt:lpstr>Ubuntu Medium</vt:lpstr>
      <vt:lpstr>Arial Unicode MS</vt:lpstr>
      <vt:lpstr>Roboto Light</vt:lpstr>
      <vt:lpstr>Quarto Light</vt:lpstr>
      <vt:lpstr>Lato</vt:lpstr>
      <vt:lpstr>Ubuntu</vt:lpstr>
      <vt:lpstr>Arial</vt:lpstr>
      <vt:lpstr>Arial,Sans-Serif</vt:lpstr>
      <vt:lpstr>Verdana</vt:lpstr>
      <vt:lpstr>Capgemini Invent Global 2022</vt:lpstr>
      <vt:lpstr>think-cell Slide</vt:lpstr>
      <vt:lpstr>PowerPoint Presentation</vt:lpstr>
      <vt:lpstr>PowerPoint Presentation</vt:lpstr>
      <vt:lpstr>PowerPoint Presentation</vt:lpstr>
      <vt:lpstr>BlaBlaCar has seen good traction on its Indian platform, despite having stopped investments in 2017 </vt:lpstr>
      <vt:lpstr>Specific government and user concerns about carpooling in india have directly impacted ride sharing players</vt:lpstr>
      <vt:lpstr>BlaBlaCar is looking for some support to assess the Indian mobility market before reinvesting in its carpooling platform and launching the Pro marketplace</vt:lpstr>
      <vt:lpstr>PowerPoint Presentation</vt:lpstr>
      <vt:lpstr>Market overview proposed approach</vt:lpstr>
      <vt:lpstr>Market overview Detailed project plan</vt:lpstr>
      <vt:lpstr>Market overview research methodology</vt:lpstr>
      <vt:lpstr>To assess BBC product fit in india, we recommend a three-step approach</vt:lpstr>
      <vt:lpstr>Addressable market, target users and preferences assessment</vt:lpstr>
      <vt:lpstr>Deep dive into user mindsets, challenges and needs</vt:lpstr>
      <vt:lpstr>Out of scope - Final concept validation</vt:lpstr>
      <vt:lpstr>Product Fit detailed project plan</vt:lpstr>
      <vt:lpstr>Collaborative Governance Model </vt:lpstr>
      <vt:lpstr>Assumptions for Estimating Efforts, Timelines and Successful Engagement</vt:lpstr>
      <vt:lpstr>Assumptions for Estimating Efforts, Timelines and Successful Engagement</vt:lpstr>
      <vt:lpstr>PowerPoint Presentation</vt:lpstr>
      <vt:lpstr>We have major assets to support you in this project</vt:lpstr>
      <vt:lpstr>A strong and lasting presence on the Indian market</vt:lpstr>
      <vt:lpstr>We have access to a range of premium databases to provide strategic insights</vt:lpstr>
      <vt:lpstr>WE BRING A PROVEN TRACK RECORD HELPING CLIENTS WORLDWIDE in the mobility sector (1/5)</vt:lpstr>
      <vt:lpstr>WE BRING A PROVEN TRACK RECORD HELPING CLIENTS WORLDWIDE in the mobility sector (2/5)</vt:lpstr>
      <vt:lpstr>WE BRING A PROVEN TRACK RECORD HELPING CLIENTS WORLDWIDE in the mobility sector (3/5)</vt:lpstr>
      <vt:lpstr>WE BRING A PROVEN TRACK RECORD HELPING CLIENTS WORLDWIDE in the mobility sector (4/5)</vt:lpstr>
      <vt:lpstr>WE BRING A PROVEN TRACK RECORD HELPING CLIENTS WORLDWIDE in the mobility sector (5/5)</vt:lpstr>
      <vt:lpstr>OUR MULTIDISCLINARY TEAMS enable us to leverage SMEs on key tenets of this project  </vt:lpstr>
      <vt:lpstr>PowerPoint Presentation</vt:lpstr>
      <vt:lpstr>PowerPoint Presentation</vt:lpstr>
      <vt:lpstr>PowerPoint Presentation</vt:lpstr>
      <vt:lpstr>Product fit proposed approach</vt:lpstr>
      <vt:lpstr>Product Fit detailed project plan</vt:lpstr>
      <vt:lpstr>Product Fit research methodology</vt:lpstr>
      <vt:lpstr>Commercial breakdown</vt:lpstr>
      <vt:lpstr>WE BRING A PROVEN TRACK RECORD HELPING CLIENTS WORLDWIDE in the mobility sector (5/6)</vt:lpstr>
      <vt:lpstr>Deliverables of the Project</vt:lpstr>
      <vt:lpstr>We Have Access to a Range of Premium Databases to Provide Strategic Data</vt:lpstr>
      <vt:lpstr>WE BRING A PROVEN TRACK RECORD HELPING CLIENTS WORLDWIDE in the mobility sector (3/3)</vt:lpstr>
      <vt:lpstr>Our understanding</vt:lpstr>
      <vt:lpstr>Factors driving transition from ownership to usership in india</vt:lpstr>
      <vt:lpstr>Factors driving transition from ownership to usership in india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MINIMUM STANDARD FOR OUR Client proposals</dc:title>
  <dc:subject>Capgemini template</dc:subject>
  <dc:creator>Capgemini</dc:creator>
  <cp:keywords>Global sales</cp:keywords>
  <cp:lastModifiedBy>Gaimukhe, Riya</cp:lastModifiedBy>
  <cp:revision>3</cp:revision>
  <cp:lastPrinted>1999-12-31T23:00:00Z</cp:lastPrinted>
  <dcterms:created xsi:type="dcterms:W3CDTF">2022-02-17T13:01:24Z</dcterms:created>
  <dcterms:modified xsi:type="dcterms:W3CDTF">2026-03-02T04:36:24Z</dcterms:modified>
  <cp:category>Enter Data Classification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0x01010032993BBBD560C845A787DDE997A41243</vt:lpwstr>
  </property>
  <property fmtid="{D5CDD505-2E9C-101B-9397-08002B2CF9AE}" pid="3" name="MediaServiceImageTags">
    <vt:lpwstr/>
  </property>
  <property fmtid="{D5CDD505-2E9C-101B-9397-08002B2CF9AE}" pid="4" name="TaxKeyword">
    <vt:lpwstr>265;#Global sales|70eff903-6449-4cfe-9edd-7663ed16f1c5</vt:lpwstr>
  </property>
  <property fmtid="{D5CDD505-2E9C-101B-9397-08002B2CF9AE}" pid="5" name="Content sub type">
    <vt:lpwstr>Sales/ Pitch</vt:lpwstr>
  </property>
  <property fmtid="{D5CDD505-2E9C-101B-9397-08002B2CF9AE}" pid="6" name="SharedWithUsers">
    <vt:lpwstr>142;#Darius, Volker;#1161;#Radloff, Ramón;#426;#Indurkar, Shweta</vt:lpwstr>
  </property>
</Properties>
</file>